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12"/>
  </p:notesMasterIdLst>
  <p:handoutMasterIdLst>
    <p:handoutMasterId r:id="rId13"/>
  </p:handoutMasterIdLst>
  <p:sldIdLst>
    <p:sldId id="2147483518" r:id="rId5"/>
    <p:sldId id="2147483511" r:id="rId6"/>
    <p:sldId id="2147483515" r:id="rId7"/>
    <p:sldId id="2147481485" r:id="rId8"/>
    <p:sldId id="2147483514" r:id="rId9"/>
    <p:sldId id="2147483516" r:id="rId10"/>
    <p:sldId id="2147483513" r:id="rId11"/>
  </p:sldIdLst>
  <p:sldSz cx="12192000" cy="6858000"/>
  <p:notesSz cx="6797675" cy="9926638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2D"/>
    <a:srgbClr val="00BEDC"/>
    <a:srgbClr val="F3F2F1"/>
    <a:srgbClr val="333255"/>
    <a:srgbClr val="333353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E5869-F165-4C11-9252-E2DD27F50827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DE"/>
        </a:p>
      </dgm:t>
    </dgm:pt>
    <dgm:pt modelId="{9FC8FD06-EDE6-4441-B054-9DB487D53817}">
      <dgm:prSet phldrT="[Text]" custT="1"/>
      <dgm:spPr>
        <a:xfrm>
          <a:off x="5529063" y="3269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200" b="1">
              <a:latin typeface="Aptos" panose="02110004020202020204"/>
              <a:ea typeface="+mn-ea"/>
              <a:cs typeface="+mn-cs"/>
            </a:rPr>
            <a:t>SRE Direct</a:t>
          </a:r>
          <a:endParaRPr lang="en-DE" sz="1200" b="1" dirty="0">
            <a:latin typeface="Aptos" panose="02110004020202020204"/>
            <a:ea typeface="+mn-ea"/>
            <a:cs typeface="+mn-cs"/>
          </a:endParaRPr>
        </a:p>
      </dgm:t>
    </dgm:pt>
    <dgm:pt modelId="{B269D7A1-CA50-4172-BE27-7ABA62C23651}" type="parTrans" cxnId="{66A594F4-F919-4C92-A7AB-AB6164242AB1}">
      <dgm:prSet/>
      <dgm:spPr/>
      <dgm:t>
        <a:bodyPr/>
        <a:lstStyle/>
        <a:p>
          <a:endParaRPr lang="en-DE"/>
        </a:p>
      </dgm:t>
    </dgm:pt>
    <dgm:pt modelId="{B2FB0F85-891F-426F-8E01-32E2C301A297}" type="sibTrans" cxnId="{66A594F4-F919-4C92-A7AB-AB6164242AB1}">
      <dgm:prSet/>
      <dgm:spPr/>
      <dgm:t>
        <a:bodyPr/>
        <a:lstStyle/>
        <a:p>
          <a:endParaRPr lang="en-DE"/>
        </a:p>
      </dgm:t>
    </dgm:pt>
    <dgm:pt modelId="{E2A3974A-F530-447A-A07D-6EF0B604F7A3}" type="asst">
      <dgm:prSet phldrT="[Text]" custT="1"/>
      <dgm:spPr>
        <a:xfrm>
          <a:off x="4903463" y="737444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426Q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25E51883-8441-47EE-9D72-5B887B14A1BF}" type="parTrans" cxnId="{572F44F7-C7AF-4359-B261-2EE1D19A41E8}">
      <dgm:prSet/>
      <dgm:spPr>
        <a:xfrm>
          <a:off x="5937512" y="520294"/>
          <a:ext cx="108575" cy="475662"/>
        </a:xfrm>
        <a:custGeom>
          <a:avLst/>
          <a:gdLst/>
          <a:ahLst/>
          <a:cxnLst/>
          <a:rect l="0" t="0" r="0" b="0"/>
          <a:pathLst>
            <a:path>
              <a:moveTo>
                <a:pt x="108575" y="0"/>
              </a:moveTo>
              <a:lnTo>
                <a:pt x="108575" y="475662"/>
              </a:lnTo>
              <a:lnTo>
                <a:pt x="0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77DA15C8-C69F-4B53-9CEB-004C12D609DD}" type="sibTrans" cxnId="{572F44F7-C7AF-4359-B261-2EE1D19A41E8}">
      <dgm:prSet/>
      <dgm:spPr/>
      <dgm:t>
        <a:bodyPr/>
        <a:lstStyle/>
        <a:p>
          <a:endParaRPr lang="en-DE"/>
        </a:p>
      </dgm:t>
    </dgm:pt>
    <dgm:pt modelId="{444F3237-551D-4680-9A0F-FD235693CC64}">
      <dgm:prSet phldrT="[Text]" custT="1"/>
      <dgm:spPr>
        <a:xfrm>
          <a:off x="27138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Requester/Creator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CDBE2E02-2EB3-4860-AA6E-C83DDFD56518}" type="parTrans" cxnId="{83C252E7-0E7D-4D0E-939B-A228ABD590F5}">
      <dgm:prSet/>
      <dgm:spPr>
        <a:xfrm>
          <a:off x="3230888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2815199" y="0"/>
              </a:moveTo>
              <a:lnTo>
                <a:pt x="28151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7A8A7C2-6903-41F4-BFD2-BF4ADF2ECE65}" type="sibTrans" cxnId="{83C252E7-0E7D-4D0E-939B-A228ABD590F5}">
      <dgm:prSet/>
      <dgm:spPr/>
      <dgm:t>
        <a:bodyPr/>
        <a:lstStyle/>
        <a:p>
          <a:endParaRPr lang="en-DE"/>
        </a:p>
      </dgm:t>
    </dgm:pt>
    <dgm:pt modelId="{C0C60F9D-05F2-4CBA-89D8-891143BD4E6A}">
      <dgm:prSet phldrT="[Text]" custT="1"/>
      <dgm:spPr>
        <a:xfrm>
          <a:off x="52162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Buyer 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C69DB521-F28F-440C-8722-62962D43D284}" type="parTrans" cxnId="{8A0169DB-6166-4277-9962-4382AED8AE8E}">
      <dgm:prSet/>
      <dgm:spPr>
        <a:xfrm>
          <a:off x="5733288" y="520294"/>
          <a:ext cx="312799" cy="951325"/>
        </a:xfrm>
        <a:custGeom>
          <a:avLst/>
          <a:gdLst/>
          <a:ahLst/>
          <a:cxnLst/>
          <a:rect l="0" t="0" r="0" b="0"/>
          <a:pathLst>
            <a:path>
              <a:moveTo>
                <a:pt x="312799" y="0"/>
              </a:moveTo>
              <a:lnTo>
                <a:pt x="3127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5DCAF7D-C92F-471F-8369-F6DFB31DBDEB}" type="sibTrans" cxnId="{8A0169DB-6166-4277-9962-4382AED8AE8E}">
      <dgm:prSet/>
      <dgm:spPr/>
      <dgm:t>
        <a:bodyPr/>
        <a:lstStyle/>
        <a:p>
          <a:endParaRPr lang="en-DE"/>
        </a:p>
      </dgm:t>
    </dgm:pt>
    <dgm:pt modelId="{1FCFE8D7-13BD-4D4A-8BA4-ABF867BD0348}">
      <dgm:prSet phldrT="[Text]" custT="1"/>
      <dgm:spPr>
        <a:xfrm>
          <a:off x="8344262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 dirty="0">
              <a:latin typeface="Aptos" panose="02110004020202020204"/>
              <a:ea typeface="+mn-ea"/>
              <a:cs typeface="+mn-cs"/>
            </a:rPr>
            <a:t>Expert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D60EE20A-94B9-4092-A28B-7D1A2C4B8CD0}" type="parTrans" cxnId="{8CC6FE93-6757-46C3-8318-1C9A348328AD}">
      <dgm:prSet/>
      <dgm:spPr>
        <a:xfrm>
          <a:off x="6046087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2815199" y="842750"/>
              </a:lnTo>
              <a:lnTo>
                <a:pt x="2815199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21EAA31-9DBD-4886-AABD-9E7C5B4EC59C}" type="sibTrans" cxnId="{8CC6FE93-6757-46C3-8318-1C9A348328AD}">
      <dgm:prSet/>
      <dgm:spPr/>
      <dgm:t>
        <a:bodyPr/>
        <a:lstStyle/>
        <a:p>
          <a:endParaRPr lang="en-DE"/>
        </a:p>
      </dgm:t>
    </dgm:pt>
    <dgm:pt modelId="{2993C527-CB84-44FD-BF89-A9F40A0019EC}">
      <dgm:prSet phldrT="[Text]"/>
      <dgm:spPr>
        <a:xfrm>
          <a:off x="20882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Create the Purchase Requisition in S4 via Fiori app F2229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CC9F9EC-0D24-43DC-BA26-F15280BE12A0}" type="parTrans" cxnId="{674AE87D-A159-4D6C-886A-2F8EDAE46FEB}">
      <dgm:prSet/>
      <dgm:spPr>
        <a:xfrm>
          <a:off x="2605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157C6F42-7F60-4999-AC10-7432F36EE768}" type="sibTrans" cxnId="{674AE87D-A159-4D6C-886A-2F8EDAE46FEB}">
      <dgm:prSet/>
      <dgm:spPr/>
      <dgm:t>
        <a:bodyPr/>
        <a:lstStyle/>
        <a:p>
          <a:endParaRPr lang="en-DE"/>
        </a:p>
      </dgm:t>
    </dgm:pt>
    <dgm:pt modelId="{4477F604-4FA2-44B2-8A4C-3EB7AF84B402}">
      <dgm:prSet phldrT="[Text]"/>
      <dgm:spPr>
        <a:xfrm>
          <a:off x="33394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Add mandatory information in PR and assign it to functional group (FG1)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D04935D1-5A2C-489F-AB87-1D088788EB95}" type="parTrans" cxnId="{462BBE13-1345-402F-9851-836C540E7F43}">
      <dgm:prSet/>
      <dgm:spPr>
        <a:xfrm>
          <a:off x="32308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00356E6E-B8ED-4D4C-9B11-E26C555E38E5}" type="sibTrans" cxnId="{462BBE13-1345-402F-9851-836C540E7F43}">
      <dgm:prSet/>
      <dgm:spPr/>
      <dgm:t>
        <a:bodyPr/>
        <a:lstStyle/>
        <a:p>
          <a:endParaRPr lang="en-DE"/>
        </a:p>
      </dgm:t>
    </dgm:pt>
    <dgm:pt modelId="{EA4D6DB8-15D8-4B2B-A745-61F22D8A238C}">
      <dgm:prSet phldrT="[Text]"/>
      <dgm:spPr>
        <a:xfrm>
          <a:off x="2346776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Standard PR (NB)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23FF0FB9-807C-4363-9D7D-75CE0C3A13FF}" type="parTrans" cxnId="{1CC25B0B-0F99-430F-9C6A-999376215514}">
      <dgm:prSet/>
      <dgm:spPr>
        <a:xfrm>
          <a:off x="21916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BE8ED6C6-9797-4215-B9D6-F74F2E403583}" type="sibTrans" cxnId="{1CC25B0B-0F99-430F-9C6A-999376215514}">
      <dgm:prSet/>
      <dgm:spPr/>
      <dgm:t>
        <a:bodyPr/>
        <a:lstStyle/>
        <a:p>
          <a:endParaRPr lang="en-DE"/>
        </a:p>
      </dgm:t>
    </dgm:pt>
    <dgm:pt modelId="{EE6CEA23-5BEA-4C4A-8C43-DBFE94B3E277}">
      <dgm:prSet phldrT="[Text]"/>
      <dgm:spPr>
        <a:xfrm>
          <a:off x="2346776" y="367414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Framework order (FO)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24A2D87B-2A83-469B-9CC2-C4DEB2B8FEB9}" type="parTrans" cxnId="{14556EB9-7CF2-4EEC-A62B-8DFEBCFDCC8F}">
      <dgm:prSet/>
      <dgm:spPr>
        <a:xfrm>
          <a:off x="21916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C7D2428-D8AA-4AD2-93FF-B308CEC7E939}" type="sibTrans" cxnId="{14556EB9-7CF2-4EEC-A62B-8DFEBCFDCC8F}">
      <dgm:prSet/>
      <dgm:spPr/>
      <dgm:t>
        <a:bodyPr/>
        <a:lstStyle/>
        <a:p>
          <a:endParaRPr lang="en-DE"/>
        </a:p>
      </dgm:t>
    </dgm:pt>
    <dgm:pt modelId="{8441FEFB-B1EB-49D3-9051-D10B9C509319}">
      <dgm:prSet phldrT="[Text]"/>
      <dgm:spPr>
        <a:xfrm>
          <a:off x="45906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Functional group Members (FG1)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825024BE-22D4-490F-8D52-3CCE10DBAD3D}" type="parTrans" cxnId="{E02F7754-5774-4D40-8678-4D9C7A42421A}">
      <dgm:prSet/>
      <dgm:spPr>
        <a:xfrm>
          <a:off x="51076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A6CA180F-6411-4388-9835-E7AB36984FDF}" type="sibTrans" cxnId="{E02F7754-5774-4D40-8678-4D9C7A42421A}">
      <dgm:prSet/>
      <dgm:spPr/>
      <dgm:t>
        <a:bodyPr/>
        <a:lstStyle/>
        <a:p>
          <a:endParaRPr lang="en-DE"/>
        </a:p>
      </dgm:t>
    </dgm:pt>
    <dgm:pt modelId="{07391F20-5455-41CA-94B1-2C9174BAD325}">
      <dgm:prSet phldrT="[Text]"/>
      <dgm:spPr>
        <a:xfrm>
          <a:off x="48491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Verify the PR details and assign it to individual P Group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B0D0692E-229D-4673-B30A-5C7C879A4DD6}" type="parTrans" cxnId="{9D94F301-C50E-499A-AC0B-3C97070E2D0D}">
      <dgm:prSet/>
      <dgm:spPr>
        <a:xfrm>
          <a:off x="46940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BFDBD6BF-1BAE-47F8-9654-C912E2A51F1D}" type="sibTrans" cxnId="{9D94F301-C50E-499A-AC0B-3C97070E2D0D}">
      <dgm:prSet/>
      <dgm:spPr/>
      <dgm:t>
        <a:bodyPr/>
        <a:lstStyle/>
        <a:p>
          <a:endParaRPr lang="en-DE"/>
        </a:p>
      </dgm:t>
    </dgm:pt>
    <dgm:pt modelId="{60C9EFD6-B2B4-4A4B-A8AC-6D1751A61B87}">
      <dgm:prSet phldrT="[Text]"/>
      <dgm:spPr>
        <a:xfrm>
          <a:off x="58418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Individual P. Group (IG1, IG2, IG3…IGN)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E6282840-2895-421B-92B6-3D0EAFE7B0B6}" type="parTrans" cxnId="{0957AB04-B469-4792-AE73-5EE69FE5911C}">
      <dgm:prSet/>
      <dgm:spPr>
        <a:xfrm>
          <a:off x="5733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395F448-2D02-4C03-ADB4-7ED5F8430900}" type="sibTrans" cxnId="{0957AB04-B469-4792-AE73-5EE69FE5911C}">
      <dgm:prSet/>
      <dgm:spPr/>
      <dgm:t>
        <a:bodyPr/>
        <a:lstStyle/>
        <a:p>
          <a:endParaRPr lang="en-DE"/>
        </a:p>
      </dgm:t>
    </dgm:pt>
    <dgm:pt modelId="{5A0AAB80-BFBB-4F23-839A-9A15441D9670}">
      <dgm:prSet phldrT="[Text]"/>
      <dgm:spPr>
        <a:xfrm>
          <a:off x="61003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Complete the PR.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8073DB1-7D77-4E3F-ACBE-9C5995FFC76A}" type="parTrans" cxnId="{CCF10DDF-D165-4F07-808F-898BDBA516CB}">
      <dgm:prSet/>
      <dgm:spPr>
        <a:xfrm>
          <a:off x="59452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621564C9-D7C7-4C3D-B13E-F760C96173DF}" type="sibTrans" cxnId="{CCF10DDF-D165-4F07-808F-898BDBA516CB}">
      <dgm:prSet/>
      <dgm:spPr/>
      <dgm:t>
        <a:bodyPr/>
        <a:lstStyle/>
        <a:p>
          <a:endParaRPr lang="en-DE"/>
        </a:p>
      </dgm:t>
    </dgm:pt>
    <dgm:pt modelId="{CFFE4557-1BA3-4B01-A3CB-2DE6455176E6}">
      <dgm:prSet phldrT="[Text]"/>
      <dgm:spPr>
        <a:xfrm>
          <a:off x="6100375" y="367414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Create PO.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F16BA504-002A-40B0-B71D-A0B374DA0C72}" type="parTrans" cxnId="{1CB7618D-12DB-44F8-941C-5A086BFAF05A}">
      <dgm:prSet/>
      <dgm:spPr>
        <a:xfrm>
          <a:off x="59452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A313F59A-9A04-432C-977C-28A0384D6DC5}" type="sibTrans" cxnId="{1CB7618D-12DB-44F8-941C-5A086BFAF05A}">
      <dgm:prSet/>
      <dgm:spPr/>
      <dgm:t>
        <a:bodyPr/>
        <a:lstStyle/>
        <a:p>
          <a:endParaRPr lang="en-DE"/>
        </a:p>
      </dgm:t>
    </dgm:pt>
    <dgm:pt modelId="{B728487B-36B0-48E2-ACF8-D7874F384690}">
      <dgm:prSet phldrT="[Text]"/>
      <dgm:spPr>
        <a:xfrm>
          <a:off x="7351575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Functional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C35598E-A7DD-4C82-9A16-31A2796921B5}" type="parTrans" cxnId="{61689210-F662-42D0-8909-34D7218335B5}">
      <dgm:prSet/>
      <dgm:spPr>
        <a:xfrm>
          <a:off x="7196467" y="1988644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6E8AA1CA-7115-4411-971D-F6CD969D3827}" type="sibTrans" cxnId="{61689210-F662-42D0-8909-34D7218335B5}">
      <dgm:prSet/>
      <dgm:spPr/>
      <dgm:t>
        <a:bodyPr/>
        <a:lstStyle/>
        <a:p>
          <a:endParaRPr lang="en-DE"/>
        </a:p>
      </dgm:t>
    </dgm:pt>
    <dgm:pt modelId="{E425070B-EF61-4603-91D8-90ADDBDBAEF1}">
      <dgm:prSet phldrT="[Text]"/>
      <dgm:spPr>
        <a:xfrm>
          <a:off x="73515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Commercial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B12461E-E472-45DD-BDF4-23B73DC85486}" type="parTrans" cxnId="{3C31C92E-55FD-4EE8-A790-FBA4D2AC0AD8}">
      <dgm:prSet/>
      <dgm:spPr>
        <a:xfrm>
          <a:off x="7196467" y="1988644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A188653-7195-4530-8A63-F5F13DFCF14A}" type="sibTrans" cxnId="{3C31C92E-55FD-4EE8-A790-FBA4D2AC0AD8}">
      <dgm:prSet/>
      <dgm:spPr/>
      <dgm:t>
        <a:bodyPr/>
        <a:lstStyle/>
        <a:p>
          <a:endParaRPr lang="en-DE"/>
        </a:p>
      </dgm:t>
    </dgm:pt>
    <dgm:pt modelId="{45C36B78-36EE-4FC3-9A75-65803D2D2B3E}">
      <dgm:prSet phldrT="[Text]"/>
      <dgm:spPr>
        <a:xfrm>
          <a:off x="6100375" y="44083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Manage PO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005CD446-E400-4CB0-9A97-4063679ACA5C}" type="parTrans" cxnId="{05B75BEB-21FD-48BD-B344-FC14D108D5FF}">
      <dgm:prSet/>
      <dgm:spPr>
        <a:xfrm>
          <a:off x="5945268" y="2722819"/>
          <a:ext cx="155107" cy="1944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012"/>
              </a:lnTo>
              <a:lnTo>
                <a:pt x="155107" y="1944012"/>
              </a:lnTo>
            </a:path>
          </a:pathLst>
        </a:custGeom>
      </dgm:spPr>
      <dgm:t>
        <a:bodyPr/>
        <a:lstStyle/>
        <a:p>
          <a:endParaRPr lang="en-DE"/>
        </a:p>
      </dgm:t>
    </dgm:pt>
    <dgm:pt modelId="{98901BFF-E32C-4094-9901-02405630C248}" type="sibTrans" cxnId="{05B75BEB-21FD-48BD-B344-FC14D108D5FF}">
      <dgm:prSet/>
      <dgm:spPr/>
      <dgm:t>
        <a:bodyPr/>
        <a:lstStyle/>
        <a:p>
          <a:endParaRPr lang="en-DE"/>
        </a:p>
      </dgm:t>
    </dgm:pt>
    <dgm:pt modelId="{D2D8F7C0-7EA4-44F7-AC69-1E4D6F8D69AB}">
      <dgm:prSet phldrT="[Text]" custT="1"/>
      <dgm:spPr>
        <a:xfrm>
          <a:off x="70930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Approver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B137EAD4-AA72-48AA-A03F-29042D671E14}" type="parTrans" cxnId="{5AEEB2B9-5E97-4277-BB2E-7F11292F2530}">
      <dgm:prSet/>
      <dgm:spPr>
        <a:xfrm>
          <a:off x="6046087" y="520294"/>
          <a:ext cx="15639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1563999" y="842750"/>
              </a:lnTo>
              <a:lnTo>
                <a:pt x="1563999" y="951325"/>
              </a:lnTo>
            </a:path>
          </a:pathLst>
        </a:custGeom>
      </dgm:spPr>
      <dgm:t>
        <a:bodyPr/>
        <a:lstStyle/>
        <a:p>
          <a:endParaRPr lang="en-DE"/>
        </a:p>
      </dgm:t>
    </dgm:pt>
    <dgm:pt modelId="{E5422B1E-650B-48A8-A1F4-1AE5FF7A2EDF}" type="sibTrans" cxnId="{5AEEB2B9-5E97-4277-BB2E-7F11292F2530}">
      <dgm:prSet/>
      <dgm:spPr/>
      <dgm:t>
        <a:bodyPr/>
        <a:lstStyle/>
        <a:p>
          <a:endParaRPr lang="en-DE"/>
        </a:p>
      </dgm:t>
    </dgm:pt>
    <dgm:pt modelId="{0F697151-CEFC-4529-BCF4-9A59B53698F7}" type="pres">
      <dgm:prSet presAssocID="{F14E5869-F165-4C11-9252-E2DD27F5082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143D63-01C7-4CAB-8DEE-D99E773F391D}" type="pres">
      <dgm:prSet presAssocID="{9FC8FD06-EDE6-4441-B054-9DB487D53817}" presName="hierRoot1" presStyleCnt="0">
        <dgm:presLayoutVars>
          <dgm:hierBranch val="init"/>
        </dgm:presLayoutVars>
      </dgm:prSet>
      <dgm:spPr/>
    </dgm:pt>
    <dgm:pt modelId="{8ADC42D9-9137-452E-BF32-E75F8825C125}" type="pres">
      <dgm:prSet presAssocID="{9FC8FD06-EDE6-4441-B054-9DB487D53817}" presName="rootComposite1" presStyleCnt="0"/>
      <dgm:spPr/>
    </dgm:pt>
    <dgm:pt modelId="{B076BBE9-56FC-47B2-BF1C-0FE4F4DA7499}" type="pres">
      <dgm:prSet presAssocID="{9FC8FD06-EDE6-4441-B054-9DB487D53817}" presName="rootText1" presStyleLbl="node0" presStyleIdx="0" presStyleCnt="1">
        <dgm:presLayoutVars>
          <dgm:chPref val="3"/>
        </dgm:presLayoutVars>
      </dgm:prSet>
      <dgm:spPr/>
    </dgm:pt>
    <dgm:pt modelId="{752000CB-2274-47DD-9D00-3063227074CE}" type="pres">
      <dgm:prSet presAssocID="{9FC8FD06-EDE6-4441-B054-9DB487D53817}" presName="rootConnector1" presStyleLbl="node1" presStyleIdx="0" presStyleCnt="0"/>
      <dgm:spPr/>
    </dgm:pt>
    <dgm:pt modelId="{64E351EF-F488-49B6-B121-BE6AE672F99C}" type="pres">
      <dgm:prSet presAssocID="{9FC8FD06-EDE6-4441-B054-9DB487D53817}" presName="hierChild2" presStyleCnt="0"/>
      <dgm:spPr/>
    </dgm:pt>
    <dgm:pt modelId="{3E7AF76B-54F7-489D-9CD5-4DB427AEED0F}" type="pres">
      <dgm:prSet presAssocID="{CDBE2E02-2EB3-4860-AA6E-C83DDFD56518}" presName="Name37" presStyleLbl="parChTrans1D2" presStyleIdx="0" presStyleCnt="5"/>
      <dgm:spPr/>
    </dgm:pt>
    <dgm:pt modelId="{7DD06E2F-EF05-4856-BA3C-8664825C5AD6}" type="pres">
      <dgm:prSet presAssocID="{444F3237-551D-4680-9A0F-FD235693CC64}" presName="hierRoot2" presStyleCnt="0">
        <dgm:presLayoutVars>
          <dgm:hierBranch val="init"/>
        </dgm:presLayoutVars>
      </dgm:prSet>
      <dgm:spPr/>
    </dgm:pt>
    <dgm:pt modelId="{98C0C111-C422-42D0-A495-7BD394CFC9F6}" type="pres">
      <dgm:prSet presAssocID="{444F3237-551D-4680-9A0F-FD235693CC64}" presName="rootComposite" presStyleCnt="0"/>
      <dgm:spPr/>
    </dgm:pt>
    <dgm:pt modelId="{0457B8C4-B69A-4510-8185-2860FD81CF97}" type="pres">
      <dgm:prSet presAssocID="{444F3237-551D-4680-9A0F-FD235693CC64}" presName="rootText" presStyleLbl="node2" presStyleIdx="0" presStyleCnt="4">
        <dgm:presLayoutVars>
          <dgm:chPref val="3"/>
        </dgm:presLayoutVars>
      </dgm:prSet>
      <dgm:spPr/>
    </dgm:pt>
    <dgm:pt modelId="{FBC8205A-EDF7-47DB-A662-55BE10B9F777}" type="pres">
      <dgm:prSet presAssocID="{444F3237-551D-4680-9A0F-FD235693CC64}" presName="rootConnector" presStyleLbl="node2" presStyleIdx="0" presStyleCnt="4"/>
      <dgm:spPr/>
    </dgm:pt>
    <dgm:pt modelId="{3B463270-EBD1-4AE8-AE04-4E9E958E2030}" type="pres">
      <dgm:prSet presAssocID="{444F3237-551D-4680-9A0F-FD235693CC64}" presName="hierChild4" presStyleCnt="0"/>
      <dgm:spPr/>
    </dgm:pt>
    <dgm:pt modelId="{A75DA747-984F-4A39-8B02-BE76B0BE198B}" type="pres">
      <dgm:prSet presAssocID="{1CC9F9EC-0D24-43DC-BA26-F15280BE12A0}" presName="Name37" presStyleLbl="parChTrans1D3" presStyleIdx="0" presStyleCnt="6"/>
      <dgm:spPr/>
    </dgm:pt>
    <dgm:pt modelId="{284F2606-C745-4283-911E-C3005ECB0980}" type="pres">
      <dgm:prSet presAssocID="{2993C527-CB84-44FD-BF89-A9F40A0019EC}" presName="hierRoot2" presStyleCnt="0">
        <dgm:presLayoutVars>
          <dgm:hierBranch val="init"/>
        </dgm:presLayoutVars>
      </dgm:prSet>
      <dgm:spPr/>
    </dgm:pt>
    <dgm:pt modelId="{58A58B16-A0EB-4656-8B54-C173FF8CCE5B}" type="pres">
      <dgm:prSet presAssocID="{2993C527-CB84-44FD-BF89-A9F40A0019EC}" presName="rootComposite" presStyleCnt="0"/>
      <dgm:spPr/>
    </dgm:pt>
    <dgm:pt modelId="{58D327B1-D14F-4EEF-BCD2-A2569175B2CA}" type="pres">
      <dgm:prSet presAssocID="{2993C527-CB84-44FD-BF89-A9F40A0019EC}" presName="rootText" presStyleLbl="node3" presStyleIdx="0" presStyleCnt="6">
        <dgm:presLayoutVars>
          <dgm:chPref val="3"/>
        </dgm:presLayoutVars>
      </dgm:prSet>
      <dgm:spPr/>
    </dgm:pt>
    <dgm:pt modelId="{71412C40-05C0-4D2F-8954-53475E82FC22}" type="pres">
      <dgm:prSet presAssocID="{2993C527-CB84-44FD-BF89-A9F40A0019EC}" presName="rootConnector" presStyleLbl="node3" presStyleIdx="0" presStyleCnt="6"/>
      <dgm:spPr/>
    </dgm:pt>
    <dgm:pt modelId="{05B1A623-19FF-44DC-9C9B-13782FCA8317}" type="pres">
      <dgm:prSet presAssocID="{2993C527-CB84-44FD-BF89-A9F40A0019EC}" presName="hierChild4" presStyleCnt="0"/>
      <dgm:spPr/>
    </dgm:pt>
    <dgm:pt modelId="{0EA45B6D-FAA5-43EF-8BFB-D36FE875166F}" type="pres">
      <dgm:prSet presAssocID="{23FF0FB9-807C-4363-9D7D-75CE0C3A13FF}" presName="Name37" presStyleLbl="parChTrans1D4" presStyleIdx="0" presStyleCnt="6"/>
      <dgm:spPr/>
    </dgm:pt>
    <dgm:pt modelId="{890B9580-32DB-4271-84A6-0E456045B9F9}" type="pres">
      <dgm:prSet presAssocID="{EA4D6DB8-15D8-4B2B-A745-61F22D8A238C}" presName="hierRoot2" presStyleCnt="0">
        <dgm:presLayoutVars>
          <dgm:hierBranch val="init"/>
        </dgm:presLayoutVars>
      </dgm:prSet>
      <dgm:spPr/>
    </dgm:pt>
    <dgm:pt modelId="{0C0B7F6C-A3FC-41CA-BA92-0249928A44C3}" type="pres">
      <dgm:prSet presAssocID="{EA4D6DB8-15D8-4B2B-A745-61F22D8A238C}" presName="rootComposite" presStyleCnt="0"/>
      <dgm:spPr/>
    </dgm:pt>
    <dgm:pt modelId="{1A775C14-6597-4EF7-9970-551070890F3F}" type="pres">
      <dgm:prSet presAssocID="{EA4D6DB8-15D8-4B2B-A745-61F22D8A238C}" presName="rootText" presStyleLbl="node4" presStyleIdx="0" presStyleCnt="6">
        <dgm:presLayoutVars>
          <dgm:chPref val="3"/>
        </dgm:presLayoutVars>
      </dgm:prSet>
      <dgm:spPr/>
    </dgm:pt>
    <dgm:pt modelId="{0C4A431C-3DF0-42B3-B25C-4B2106227A21}" type="pres">
      <dgm:prSet presAssocID="{EA4D6DB8-15D8-4B2B-A745-61F22D8A238C}" presName="rootConnector" presStyleLbl="node4" presStyleIdx="0" presStyleCnt="6"/>
      <dgm:spPr/>
    </dgm:pt>
    <dgm:pt modelId="{9949D005-40E1-4197-ABB1-4A81A326E1C5}" type="pres">
      <dgm:prSet presAssocID="{EA4D6DB8-15D8-4B2B-A745-61F22D8A238C}" presName="hierChild4" presStyleCnt="0"/>
      <dgm:spPr/>
    </dgm:pt>
    <dgm:pt modelId="{28E457BD-38C7-42A1-ABCA-7E3DFD6346CF}" type="pres">
      <dgm:prSet presAssocID="{EA4D6DB8-15D8-4B2B-A745-61F22D8A238C}" presName="hierChild5" presStyleCnt="0"/>
      <dgm:spPr/>
    </dgm:pt>
    <dgm:pt modelId="{40038652-A3C5-4CAC-AAEC-53CB49CEC71C}" type="pres">
      <dgm:prSet presAssocID="{24A2D87B-2A83-469B-9CC2-C4DEB2B8FEB9}" presName="Name37" presStyleLbl="parChTrans1D4" presStyleIdx="1" presStyleCnt="6"/>
      <dgm:spPr/>
    </dgm:pt>
    <dgm:pt modelId="{7AA128F9-3AD7-4236-8459-FEC7390927F5}" type="pres">
      <dgm:prSet presAssocID="{EE6CEA23-5BEA-4C4A-8C43-DBFE94B3E277}" presName="hierRoot2" presStyleCnt="0">
        <dgm:presLayoutVars>
          <dgm:hierBranch val="init"/>
        </dgm:presLayoutVars>
      </dgm:prSet>
      <dgm:spPr/>
    </dgm:pt>
    <dgm:pt modelId="{CADB5F95-26A3-4D47-AF0A-DB4C4BD76571}" type="pres">
      <dgm:prSet presAssocID="{EE6CEA23-5BEA-4C4A-8C43-DBFE94B3E277}" presName="rootComposite" presStyleCnt="0"/>
      <dgm:spPr/>
    </dgm:pt>
    <dgm:pt modelId="{C5266191-11D8-4283-B348-8500C19E8428}" type="pres">
      <dgm:prSet presAssocID="{EE6CEA23-5BEA-4C4A-8C43-DBFE94B3E277}" presName="rootText" presStyleLbl="node4" presStyleIdx="1" presStyleCnt="6">
        <dgm:presLayoutVars>
          <dgm:chPref val="3"/>
        </dgm:presLayoutVars>
      </dgm:prSet>
      <dgm:spPr/>
    </dgm:pt>
    <dgm:pt modelId="{C37C3A55-47DC-4B4C-A8E1-4CF64AD0A5BB}" type="pres">
      <dgm:prSet presAssocID="{EE6CEA23-5BEA-4C4A-8C43-DBFE94B3E277}" presName="rootConnector" presStyleLbl="node4" presStyleIdx="1" presStyleCnt="6"/>
      <dgm:spPr/>
    </dgm:pt>
    <dgm:pt modelId="{D8212849-266D-485B-80A0-ADE3121E72CE}" type="pres">
      <dgm:prSet presAssocID="{EE6CEA23-5BEA-4C4A-8C43-DBFE94B3E277}" presName="hierChild4" presStyleCnt="0"/>
      <dgm:spPr/>
    </dgm:pt>
    <dgm:pt modelId="{82C537F3-ADB5-4FA1-8A26-327CD07D8526}" type="pres">
      <dgm:prSet presAssocID="{EE6CEA23-5BEA-4C4A-8C43-DBFE94B3E277}" presName="hierChild5" presStyleCnt="0"/>
      <dgm:spPr/>
    </dgm:pt>
    <dgm:pt modelId="{8DA218F4-55F0-4C1E-87BB-044CF901C644}" type="pres">
      <dgm:prSet presAssocID="{2993C527-CB84-44FD-BF89-A9F40A0019EC}" presName="hierChild5" presStyleCnt="0"/>
      <dgm:spPr/>
    </dgm:pt>
    <dgm:pt modelId="{C2AFC6AF-2FBC-4205-AA82-6C900F28F326}" type="pres">
      <dgm:prSet presAssocID="{D04935D1-5A2C-489F-AB87-1D088788EB95}" presName="Name37" presStyleLbl="parChTrans1D3" presStyleIdx="1" presStyleCnt="6"/>
      <dgm:spPr/>
    </dgm:pt>
    <dgm:pt modelId="{8E91E073-B5D7-4EE4-B7F6-A492BADC622D}" type="pres">
      <dgm:prSet presAssocID="{4477F604-4FA2-44B2-8A4C-3EB7AF84B402}" presName="hierRoot2" presStyleCnt="0">
        <dgm:presLayoutVars>
          <dgm:hierBranch val="init"/>
        </dgm:presLayoutVars>
      </dgm:prSet>
      <dgm:spPr/>
    </dgm:pt>
    <dgm:pt modelId="{920C053D-3069-4538-8E27-3EFA2EFE05DB}" type="pres">
      <dgm:prSet presAssocID="{4477F604-4FA2-44B2-8A4C-3EB7AF84B402}" presName="rootComposite" presStyleCnt="0"/>
      <dgm:spPr/>
    </dgm:pt>
    <dgm:pt modelId="{818B37AC-63C0-4633-9B8B-96AE81E725FF}" type="pres">
      <dgm:prSet presAssocID="{4477F604-4FA2-44B2-8A4C-3EB7AF84B402}" presName="rootText" presStyleLbl="node3" presStyleIdx="1" presStyleCnt="6">
        <dgm:presLayoutVars>
          <dgm:chPref val="3"/>
        </dgm:presLayoutVars>
      </dgm:prSet>
      <dgm:spPr/>
    </dgm:pt>
    <dgm:pt modelId="{C946A25C-E114-411C-B980-ECBB7CDBF6DC}" type="pres">
      <dgm:prSet presAssocID="{4477F604-4FA2-44B2-8A4C-3EB7AF84B402}" presName="rootConnector" presStyleLbl="node3" presStyleIdx="1" presStyleCnt="6"/>
      <dgm:spPr/>
    </dgm:pt>
    <dgm:pt modelId="{3DC9BEF4-883B-4E1C-A132-F902F2A87CE4}" type="pres">
      <dgm:prSet presAssocID="{4477F604-4FA2-44B2-8A4C-3EB7AF84B402}" presName="hierChild4" presStyleCnt="0"/>
      <dgm:spPr/>
    </dgm:pt>
    <dgm:pt modelId="{B908D0CB-7E6C-459D-A3FA-64B145481A08}" type="pres">
      <dgm:prSet presAssocID="{4477F604-4FA2-44B2-8A4C-3EB7AF84B402}" presName="hierChild5" presStyleCnt="0"/>
      <dgm:spPr/>
    </dgm:pt>
    <dgm:pt modelId="{AAB248F1-F72A-48BB-ACB4-FEF208A0E9C8}" type="pres">
      <dgm:prSet presAssocID="{444F3237-551D-4680-9A0F-FD235693CC64}" presName="hierChild5" presStyleCnt="0"/>
      <dgm:spPr/>
    </dgm:pt>
    <dgm:pt modelId="{AF8C5273-D10D-4041-9D33-F84AC9DD6274}" type="pres">
      <dgm:prSet presAssocID="{C69DB521-F28F-440C-8722-62962D43D284}" presName="Name37" presStyleLbl="parChTrans1D2" presStyleIdx="1" presStyleCnt="5"/>
      <dgm:spPr/>
    </dgm:pt>
    <dgm:pt modelId="{02BB1D5B-C877-424D-8B3C-472A83E97844}" type="pres">
      <dgm:prSet presAssocID="{C0C60F9D-05F2-4CBA-89D8-891143BD4E6A}" presName="hierRoot2" presStyleCnt="0">
        <dgm:presLayoutVars>
          <dgm:hierBranch val="init"/>
        </dgm:presLayoutVars>
      </dgm:prSet>
      <dgm:spPr/>
    </dgm:pt>
    <dgm:pt modelId="{4D548F08-404D-4723-8A54-D09F27F8CE8C}" type="pres">
      <dgm:prSet presAssocID="{C0C60F9D-05F2-4CBA-89D8-891143BD4E6A}" presName="rootComposite" presStyleCnt="0"/>
      <dgm:spPr/>
    </dgm:pt>
    <dgm:pt modelId="{FB0B7530-062B-4BD8-985B-D128FF82B9DC}" type="pres">
      <dgm:prSet presAssocID="{C0C60F9D-05F2-4CBA-89D8-891143BD4E6A}" presName="rootText" presStyleLbl="node2" presStyleIdx="1" presStyleCnt="4">
        <dgm:presLayoutVars>
          <dgm:chPref val="3"/>
        </dgm:presLayoutVars>
      </dgm:prSet>
      <dgm:spPr/>
    </dgm:pt>
    <dgm:pt modelId="{EA2BBF94-5F52-4FAA-B468-46FD0E8252BB}" type="pres">
      <dgm:prSet presAssocID="{C0C60F9D-05F2-4CBA-89D8-891143BD4E6A}" presName="rootConnector" presStyleLbl="node2" presStyleIdx="1" presStyleCnt="4"/>
      <dgm:spPr/>
    </dgm:pt>
    <dgm:pt modelId="{DCBF05B9-1AD1-4C86-A48C-4F591955A686}" type="pres">
      <dgm:prSet presAssocID="{C0C60F9D-05F2-4CBA-89D8-891143BD4E6A}" presName="hierChild4" presStyleCnt="0"/>
      <dgm:spPr/>
    </dgm:pt>
    <dgm:pt modelId="{142EBC62-A6F0-47C4-BFBA-C4B85AAE007E}" type="pres">
      <dgm:prSet presAssocID="{825024BE-22D4-490F-8D52-3CCE10DBAD3D}" presName="Name37" presStyleLbl="parChTrans1D3" presStyleIdx="2" presStyleCnt="6"/>
      <dgm:spPr/>
    </dgm:pt>
    <dgm:pt modelId="{47034C1C-9BBA-4C15-8152-7E7A8A10372A}" type="pres">
      <dgm:prSet presAssocID="{8441FEFB-B1EB-49D3-9051-D10B9C509319}" presName="hierRoot2" presStyleCnt="0">
        <dgm:presLayoutVars>
          <dgm:hierBranch val="init"/>
        </dgm:presLayoutVars>
      </dgm:prSet>
      <dgm:spPr/>
    </dgm:pt>
    <dgm:pt modelId="{07F6BC40-0B5B-4284-A29C-212592B88ABA}" type="pres">
      <dgm:prSet presAssocID="{8441FEFB-B1EB-49D3-9051-D10B9C509319}" presName="rootComposite" presStyleCnt="0"/>
      <dgm:spPr/>
    </dgm:pt>
    <dgm:pt modelId="{8B35DB0B-7588-45B3-A1DC-79E496E90A33}" type="pres">
      <dgm:prSet presAssocID="{8441FEFB-B1EB-49D3-9051-D10B9C509319}" presName="rootText" presStyleLbl="node3" presStyleIdx="2" presStyleCnt="6">
        <dgm:presLayoutVars>
          <dgm:chPref val="3"/>
        </dgm:presLayoutVars>
      </dgm:prSet>
      <dgm:spPr/>
    </dgm:pt>
    <dgm:pt modelId="{EBAC0AE4-5675-4F14-A3E1-29D41CD5A064}" type="pres">
      <dgm:prSet presAssocID="{8441FEFB-B1EB-49D3-9051-D10B9C509319}" presName="rootConnector" presStyleLbl="node3" presStyleIdx="2" presStyleCnt="6"/>
      <dgm:spPr/>
    </dgm:pt>
    <dgm:pt modelId="{ED1781A0-517B-4245-9B8E-3F108180733B}" type="pres">
      <dgm:prSet presAssocID="{8441FEFB-B1EB-49D3-9051-D10B9C509319}" presName="hierChild4" presStyleCnt="0"/>
      <dgm:spPr/>
    </dgm:pt>
    <dgm:pt modelId="{26EBBFCE-AD8C-4D18-8575-AE90ECC8107D}" type="pres">
      <dgm:prSet presAssocID="{B0D0692E-229D-4673-B30A-5C7C879A4DD6}" presName="Name37" presStyleLbl="parChTrans1D4" presStyleIdx="2" presStyleCnt="6"/>
      <dgm:spPr/>
    </dgm:pt>
    <dgm:pt modelId="{E7466D1E-E769-4183-9BCF-2C1D4C793394}" type="pres">
      <dgm:prSet presAssocID="{07391F20-5455-41CA-94B1-2C9174BAD325}" presName="hierRoot2" presStyleCnt="0">
        <dgm:presLayoutVars>
          <dgm:hierBranch val="init"/>
        </dgm:presLayoutVars>
      </dgm:prSet>
      <dgm:spPr/>
    </dgm:pt>
    <dgm:pt modelId="{A5DDAA2F-1757-49E9-81C5-51D15835C23C}" type="pres">
      <dgm:prSet presAssocID="{07391F20-5455-41CA-94B1-2C9174BAD325}" presName="rootComposite" presStyleCnt="0"/>
      <dgm:spPr/>
    </dgm:pt>
    <dgm:pt modelId="{6E54CA3D-187E-4E0E-B361-91B69EFC7087}" type="pres">
      <dgm:prSet presAssocID="{07391F20-5455-41CA-94B1-2C9174BAD325}" presName="rootText" presStyleLbl="node4" presStyleIdx="2" presStyleCnt="6">
        <dgm:presLayoutVars>
          <dgm:chPref val="3"/>
        </dgm:presLayoutVars>
      </dgm:prSet>
      <dgm:spPr/>
    </dgm:pt>
    <dgm:pt modelId="{A9486A44-7121-4D57-BC3F-BA68A8D40C9B}" type="pres">
      <dgm:prSet presAssocID="{07391F20-5455-41CA-94B1-2C9174BAD325}" presName="rootConnector" presStyleLbl="node4" presStyleIdx="2" presStyleCnt="6"/>
      <dgm:spPr/>
    </dgm:pt>
    <dgm:pt modelId="{D92F7025-4936-41DF-815F-95C020202EB6}" type="pres">
      <dgm:prSet presAssocID="{07391F20-5455-41CA-94B1-2C9174BAD325}" presName="hierChild4" presStyleCnt="0"/>
      <dgm:spPr/>
    </dgm:pt>
    <dgm:pt modelId="{FC5189D9-5E28-4DD4-9BB1-84C36ADC17C1}" type="pres">
      <dgm:prSet presAssocID="{07391F20-5455-41CA-94B1-2C9174BAD325}" presName="hierChild5" presStyleCnt="0"/>
      <dgm:spPr/>
    </dgm:pt>
    <dgm:pt modelId="{C5B986F0-64B5-4DB5-90D1-8FC36720A10D}" type="pres">
      <dgm:prSet presAssocID="{8441FEFB-B1EB-49D3-9051-D10B9C509319}" presName="hierChild5" presStyleCnt="0"/>
      <dgm:spPr/>
    </dgm:pt>
    <dgm:pt modelId="{79EF83F8-9EEF-41CB-933D-51E942D763C4}" type="pres">
      <dgm:prSet presAssocID="{E6282840-2895-421B-92B6-3D0EAFE7B0B6}" presName="Name37" presStyleLbl="parChTrans1D3" presStyleIdx="3" presStyleCnt="6"/>
      <dgm:spPr/>
    </dgm:pt>
    <dgm:pt modelId="{298538B8-6D7D-467A-826B-D1C658866150}" type="pres">
      <dgm:prSet presAssocID="{60C9EFD6-B2B4-4A4B-A8AC-6D1751A61B87}" presName="hierRoot2" presStyleCnt="0">
        <dgm:presLayoutVars>
          <dgm:hierBranch val="init"/>
        </dgm:presLayoutVars>
      </dgm:prSet>
      <dgm:spPr/>
    </dgm:pt>
    <dgm:pt modelId="{BD95456B-5916-4249-9E54-07FB17E39C27}" type="pres">
      <dgm:prSet presAssocID="{60C9EFD6-B2B4-4A4B-A8AC-6D1751A61B87}" presName="rootComposite" presStyleCnt="0"/>
      <dgm:spPr/>
    </dgm:pt>
    <dgm:pt modelId="{1AFB9E6A-F0C2-41FC-AD61-B1C0493D9BCC}" type="pres">
      <dgm:prSet presAssocID="{60C9EFD6-B2B4-4A4B-A8AC-6D1751A61B87}" presName="rootText" presStyleLbl="node3" presStyleIdx="3" presStyleCnt="6">
        <dgm:presLayoutVars>
          <dgm:chPref val="3"/>
        </dgm:presLayoutVars>
      </dgm:prSet>
      <dgm:spPr/>
    </dgm:pt>
    <dgm:pt modelId="{61495AB6-2DBC-4ECE-BC55-56485EC992C4}" type="pres">
      <dgm:prSet presAssocID="{60C9EFD6-B2B4-4A4B-A8AC-6D1751A61B87}" presName="rootConnector" presStyleLbl="node3" presStyleIdx="3" presStyleCnt="6"/>
      <dgm:spPr/>
    </dgm:pt>
    <dgm:pt modelId="{6C66C2D8-FE06-42B9-9FA4-A18CF5F43F3A}" type="pres">
      <dgm:prSet presAssocID="{60C9EFD6-B2B4-4A4B-A8AC-6D1751A61B87}" presName="hierChild4" presStyleCnt="0"/>
      <dgm:spPr/>
    </dgm:pt>
    <dgm:pt modelId="{E1490CEC-50D8-4CEA-B93E-C5501A27A44E}" type="pres">
      <dgm:prSet presAssocID="{18073DB1-7D77-4E3F-ACBE-9C5995FFC76A}" presName="Name37" presStyleLbl="parChTrans1D4" presStyleIdx="3" presStyleCnt="6"/>
      <dgm:spPr/>
    </dgm:pt>
    <dgm:pt modelId="{02BC4F2B-5F55-4081-A626-FA41A835B24B}" type="pres">
      <dgm:prSet presAssocID="{5A0AAB80-BFBB-4F23-839A-9A15441D9670}" presName="hierRoot2" presStyleCnt="0">
        <dgm:presLayoutVars>
          <dgm:hierBranch val="init"/>
        </dgm:presLayoutVars>
      </dgm:prSet>
      <dgm:spPr/>
    </dgm:pt>
    <dgm:pt modelId="{4818B2B3-96A8-4B4D-BEA9-66A8F75E2740}" type="pres">
      <dgm:prSet presAssocID="{5A0AAB80-BFBB-4F23-839A-9A15441D9670}" presName="rootComposite" presStyleCnt="0"/>
      <dgm:spPr/>
    </dgm:pt>
    <dgm:pt modelId="{4EC1AE2E-338A-4ED5-A6CE-F80B4D8F5C99}" type="pres">
      <dgm:prSet presAssocID="{5A0AAB80-BFBB-4F23-839A-9A15441D9670}" presName="rootText" presStyleLbl="node4" presStyleIdx="3" presStyleCnt="6">
        <dgm:presLayoutVars>
          <dgm:chPref val="3"/>
        </dgm:presLayoutVars>
      </dgm:prSet>
      <dgm:spPr/>
    </dgm:pt>
    <dgm:pt modelId="{5D42E168-4B0E-4411-B335-14ED146A0B89}" type="pres">
      <dgm:prSet presAssocID="{5A0AAB80-BFBB-4F23-839A-9A15441D9670}" presName="rootConnector" presStyleLbl="node4" presStyleIdx="3" presStyleCnt="6"/>
      <dgm:spPr/>
    </dgm:pt>
    <dgm:pt modelId="{FBAD8961-C0D9-4098-BF87-D7F588410668}" type="pres">
      <dgm:prSet presAssocID="{5A0AAB80-BFBB-4F23-839A-9A15441D9670}" presName="hierChild4" presStyleCnt="0"/>
      <dgm:spPr/>
    </dgm:pt>
    <dgm:pt modelId="{FCF21A54-1A0B-4D62-ABAD-2D8EF68A8318}" type="pres">
      <dgm:prSet presAssocID="{5A0AAB80-BFBB-4F23-839A-9A15441D9670}" presName="hierChild5" presStyleCnt="0"/>
      <dgm:spPr/>
    </dgm:pt>
    <dgm:pt modelId="{DE59FC83-626C-4A21-8DE3-50A46585FF73}" type="pres">
      <dgm:prSet presAssocID="{F16BA504-002A-40B0-B71D-A0B374DA0C72}" presName="Name37" presStyleLbl="parChTrans1D4" presStyleIdx="4" presStyleCnt="6"/>
      <dgm:spPr/>
    </dgm:pt>
    <dgm:pt modelId="{0AD30CD0-F606-489B-96F2-82033E929513}" type="pres">
      <dgm:prSet presAssocID="{CFFE4557-1BA3-4B01-A3CB-2DE6455176E6}" presName="hierRoot2" presStyleCnt="0">
        <dgm:presLayoutVars>
          <dgm:hierBranch val="init"/>
        </dgm:presLayoutVars>
      </dgm:prSet>
      <dgm:spPr/>
    </dgm:pt>
    <dgm:pt modelId="{15441584-6BED-42AD-92A4-78801B6710F6}" type="pres">
      <dgm:prSet presAssocID="{CFFE4557-1BA3-4B01-A3CB-2DE6455176E6}" presName="rootComposite" presStyleCnt="0"/>
      <dgm:spPr/>
    </dgm:pt>
    <dgm:pt modelId="{6CF44D67-12FD-4A26-9735-9A4F8A3827DB}" type="pres">
      <dgm:prSet presAssocID="{CFFE4557-1BA3-4B01-A3CB-2DE6455176E6}" presName="rootText" presStyleLbl="node4" presStyleIdx="4" presStyleCnt="6">
        <dgm:presLayoutVars>
          <dgm:chPref val="3"/>
        </dgm:presLayoutVars>
      </dgm:prSet>
      <dgm:spPr/>
    </dgm:pt>
    <dgm:pt modelId="{DB8F4E5C-FCCC-448C-A0DB-F31D1AE7A7D9}" type="pres">
      <dgm:prSet presAssocID="{CFFE4557-1BA3-4B01-A3CB-2DE6455176E6}" presName="rootConnector" presStyleLbl="node4" presStyleIdx="4" presStyleCnt="6"/>
      <dgm:spPr/>
    </dgm:pt>
    <dgm:pt modelId="{4348358C-789D-4C16-8FFB-0641F988789A}" type="pres">
      <dgm:prSet presAssocID="{CFFE4557-1BA3-4B01-A3CB-2DE6455176E6}" presName="hierChild4" presStyleCnt="0"/>
      <dgm:spPr/>
    </dgm:pt>
    <dgm:pt modelId="{6AA4762E-69B8-4597-B89A-06122949CD91}" type="pres">
      <dgm:prSet presAssocID="{CFFE4557-1BA3-4B01-A3CB-2DE6455176E6}" presName="hierChild5" presStyleCnt="0"/>
      <dgm:spPr/>
    </dgm:pt>
    <dgm:pt modelId="{2BCAABC5-06CD-4489-978F-1BD2FCA55CD7}" type="pres">
      <dgm:prSet presAssocID="{005CD446-E400-4CB0-9A97-4063679ACA5C}" presName="Name37" presStyleLbl="parChTrans1D4" presStyleIdx="5" presStyleCnt="6"/>
      <dgm:spPr/>
    </dgm:pt>
    <dgm:pt modelId="{9EE2FFDB-4DDB-45D6-ABB9-6741BE3F2C29}" type="pres">
      <dgm:prSet presAssocID="{45C36B78-36EE-4FC3-9A75-65803D2D2B3E}" presName="hierRoot2" presStyleCnt="0">
        <dgm:presLayoutVars>
          <dgm:hierBranch val="init"/>
        </dgm:presLayoutVars>
      </dgm:prSet>
      <dgm:spPr/>
    </dgm:pt>
    <dgm:pt modelId="{69322686-129C-4CCD-A700-5A0D0AA5252F}" type="pres">
      <dgm:prSet presAssocID="{45C36B78-36EE-4FC3-9A75-65803D2D2B3E}" presName="rootComposite" presStyleCnt="0"/>
      <dgm:spPr/>
    </dgm:pt>
    <dgm:pt modelId="{6C420539-4741-4A30-B2AF-9C0148D85AB6}" type="pres">
      <dgm:prSet presAssocID="{45C36B78-36EE-4FC3-9A75-65803D2D2B3E}" presName="rootText" presStyleLbl="node4" presStyleIdx="5" presStyleCnt="6">
        <dgm:presLayoutVars>
          <dgm:chPref val="3"/>
        </dgm:presLayoutVars>
      </dgm:prSet>
      <dgm:spPr/>
    </dgm:pt>
    <dgm:pt modelId="{40D6D017-D996-4F08-A7B7-F8972426438A}" type="pres">
      <dgm:prSet presAssocID="{45C36B78-36EE-4FC3-9A75-65803D2D2B3E}" presName="rootConnector" presStyleLbl="node4" presStyleIdx="5" presStyleCnt="6"/>
      <dgm:spPr/>
    </dgm:pt>
    <dgm:pt modelId="{697A07B1-55A2-4805-8CC6-28F091BCAB27}" type="pres">
      <dgm:prSet presAssocID="{45C36B78-36EE-4FC3-9A75-65803D2D2B3E}" presName="hierChild4" presStyleCnt="0"/>
      <dgm:spPr/>
    </dgm:pt>
    <dgm:pt modelId="{679A52B8-EC8C-40E4-AF3F-E2E861C4BD8B}" type="pres">
      <dgm:prSet presAssocID="{45C36B78-36EE-4FC3-9A75-65803D2D2B3E}" presName="hierChild5" presStyleCnt="0"/>
      <dgm:spPr/>
    </dgm:pt>
    <dgm:pt modelId="{3AB092F4-CFA9-4B40-BC3E-58B0FD0E6CB0}" type="pres">
      <dgm:prSet presAssocID="{60C9EFD6-B2B4-4A4B-A8AC-6D1751A61B87}" presName="hierChild5" presStyleCnt="0"/>
      <dgm:spPr/>
    </dgm:pt>
    <dgm:pt modelId="{592157BE-3F32-40B5-BF59-FF24CE1C135C}" type="pres">
      <dgm:prSet presAssocID="{C0C60F9D-05F2-4CBA-89D8-891143BD4E6A}" presName="hierChild5" presStyleCnt="0"/>
      <dgm:spPr/>
    </dgm:pt>
    <dgm:pt modelId="{8E84B207-99ED-4C74-8AF8-CE56AE7DF3D0}" type="pres">
      <dgm:prSet presAssocID="{B137EAD4-AA72-48AA-A03F-29042D671E14}" presName="Name37" presStyleLbl="parChTrans1D2" presStyleIdx="2" presStyleCnt="5"/>
      <dgm:spPr/>
    </dgm:pt>
    <dgm:pt modelId="{DCB8C79C-7D8A-4CF8-98E9-FA72BC578554}" type="pres">
      <dgm:prSet presAssocID="{D2D8F7C0-7EA4-44F7-AC69-1E4D6F8D69AB}" presName="hierRoot2" presStyleCnt="0">
        <dgm:presLayoutVars>
          <dgm:hierBranch val="init"/>
        </dgm:presLayoutVars>
      </dgm:prSet>
      <dgm:spPr/>
    </dgm:pt>
    <dgm:pt modelId="{7C175445-ECE9-4E84-A3C1-CDD2ED4D5DC8}" type="pres">
      <dgm:prSet presAssocID="{D2D8F7C0-7EA4-44F7-AC69-1E4D6F8D69AB}" presName="rootComposite" presStyleCnt="0"/>
      <dgm:spPr/>
    </dgm:pt>
    <dgm:pt modelId="{AFF3394B-5DB1-44DF-93F8-EBAE89EBF87F}" type="pres">
      <dgm:prSet presAssocID="{D2D8F7C0-7EA4-44F7-AC69-1E4D6F8D69AB}" presName="rootText" presStyleLbl="node2" presStyleIdx="2" presStyleCnt="4">
        <dgm:presLayoutVars>
          <dgm:chPref val="3"/>
        </dgm:presLayoutVars>
      </dgm:prSet>
      <dgm:spPr/>
    </dgm:pt>
    <dgm:pt modelId="{14E4893D-B9B6-43D9-960F-689D36EEF84B}" type="pres">
      <dgm:prSet presAssocID="{D2D8F7C0-7EA4-44F7-AC69-1E4D6F8D69AB}" presName="rootConnector" presStyleLbl="node2" presStyleIdx="2" presStyleCnt="4"/>
      <dgm:spPr/>
    </dgm:pt>
    <dgm:pt modelId="{2992FE5F-97C8-4FF7-A634-140230A91FB8}" type="pres">
      <dgm:prSet presAssocID="{D2D8F7C0-7EA4-44F7-AC69-1E4D6F8D69AB}" presName="hierChild4" presStyleCnt="0"/>
      <dgm:spPr/>
    </dgm:pt>
    <dgm:pt modelId="{9A2A0C61-80ED-47F3-A64E-FE86837F473B}" type="pres">
      <dgm:prSet presAssocID="{1C35598E-A7DD-4C82-9A16-31A2796921B5}" presName="Name37" presStyleLbl="parChTrans1D3" presStyleIdx="4" presStyleCnt="6"/>
      <dgm:spPr/>
    </dgm:pt>
    <dgm:pt modelId="{2D923D32-7F2D-40EF-851F-326F9A145048}" type="pres">
      <dgm:prSet presAssocID="{B728487B-36B0-48E2-ACF8-D7874F384690}" presName="hierRoot2" presStyleCnt="0">
        <dgm:presLayoutVars>
          <dgm:hierBranch val="init"/>
        </dgm:presLayoutVars>
      </dgm:prSet>
      <dgm:spPr/>
    </dgm:pt>
    <dgm:pt modelId="{3049A124-7D1E-4520-933B-3E0FF98B68EA}" type="pres">
      <dgm:prSet presAssocID="{B728487B-36B0-48E2-ACF8-D7874F384690}" presName="rootComposite" presStyleCnt="0"/>
      <dgm:spPr/>
    </dgm:pt>
    <dgm:pt modelId="{95622CF6-7D1C-4C25-A54F-F686496A6FFF}" type="pres">
      <dgm:prSet presAssocID="{B728487B-36B0-48E2-ACF8-D7874F384690}" presName="rootText" presStyleLbl="node3" presStyleIdx="4" presStyleCnt="6">
        <dgm:presLayoutVars>
          <dgm:chPref val="3"/>
        </dgm:presLayoutVars>
      </dgm:prSet>
      <dgm:spPr/>
    </dgm:pt>
    <dgm:pt modelId="{54715690-C15E-49F4-BBF3-99EC7DCB739C}" type="pres">
      <dgm:prSet presAssocID="{B728487B-36B0-48E2-ACF8-D7874F384690}" presName="rootConnector" presStyleLbl="node3" presStyleIdx="4" presStyleCnt="6"/>
      <dgm:spPr/>
    </dgm:pt>
    <dgm:pt modelId="{89D319A1-D187-4946-AFBB-4B28FD3AA544}" type="pres">
      <dgm:prSet presAssocID="{B728487B-36B0-48E2-ACF8-D7874F384690}" presName="hierChild4" presStyleCnt="0"/>
      <dgm:spPr/>
    </dgm:pt>
    <dgm:pt modelId="{5153C3F5-0212-46F2-BEAE-99504A6C7E2E}" type="pres">
      <dgm:prSet presAssocID="{B728487B-36B0-48E2-ACF8-D7874F384690}" presName="hierChild5" presStyleCnt="0"/>
      <dgm:spPr/>
    </dgm:pt>
    <dgm:pt modelId="{E26F12A3-7E0C-4DD8-96BB-2FFA78C32AC0}" type="pres">
      <dgm:prSet presAssocID="{1B12461E-E472-45DD-BDF4-23B73DC85486}" presName="Name37" presStyleLbl="parChTrans1D3" presStyleIdx="5" presStyleCnt="6"/>
      <dgm:spPr/>
    </dgm:pt>
    <dgm:pt modelId="{BC3E628A-4A84-4D3A-8039-9716458F13B3}" type="pres">
      <dgm:prSet presAssocID="{E425070B-EF61-4603-91D8-90ADDBDBAEF1}" presName="hierRoot2" presStyleCnt="0">
        <dgm:presLayoutVars>
          <dgm:hierBranch val="init"/>
        </dgm:presLayoutVars>
      </dgm:prSet>
      <dgm:spPr/>
    </dgm:pt>
    <dgm:pt modelId="{7113EA17-D66B-414D-B6C0-7A30E87FCEF8}" type="pres">
      <dgm:prSet presAssocID="{E425070B-EF61-4603-91D8-90ADDBDBAEF1}" presName="rootComposite" presStyleCnt="0"/>
      <dgm:spPr/>
    </dgm:pt>
    <dgm:pt modelId="{70C26BD4-02D6-4A68-B3DF-DA87223DEE16}" type="pres">
      <dgm:prSet presAssocID="{E425070B-EF61-4603-91D8-90ADDBDBAEF1}" presName="rootText" presStyleLbl="node3" presStyleIdx="5" presStyleCnt="6">
        <dgm:presLayoutVars>
          <dgm:chPref val="3"/>
        </dgm:presLayoutVars>
      </dgm:prSet>
      <dgm:spPr/>
    </dgm:pt>
    <dgm:pt modelId="{51DE2930-B129-4371-AEF3-6684B7E79871}" type="pres">
      <dgm:prSet presAssocID="{E425070B-EF61-4603-91D8-90ADDBDBAEF1}" presName="rootConnector" presStyleLbl="node3" presStyleIdx="5" presStyleCnt="6"/>
      <dgm:spPr/>
    </dgm:pt>
    <dgm:pt modelId="{3C74E52F-0BCA-49E8-8993-D64C3BC1C6F2}" type="pres">
      <dgm:prSet presAssocID="{E425070B-EF61-4603-91D8-90ADDBDBAEF1}" presName="hierChild4" presStyleCnt="0"/>
      <dgm:spPr/>
    </dgm:pt>
    <dgm:pt modelId="{A485E587-7BD2-4511-808A-0DB3717661CF}" type="pres">
      <dgm:prSet presAssocID="{E425070B-EF61-4603-91D8-90ADDBDBAEF1}" presName="hierChild5" presStyleCnt="0"/>
      <dgm:spPr/>
    </dgm:pt>
    <dgm:pt modelId="{11D36CFB-1E21-431C-8A3B-FE96A8B461D0}" type="pres">
      <dgm:prSet presAssocID="{D2D8F7C0-7EA4-44F7-AC69-1E4D6F8D69AB}" presName="hierChild5" presStyleCnt="0"/>
      <dgm:spPr/>
    </dgm:pt>
    <dgm:pt modelId="{0675947F-58C3-4294-9FD0-49F6B6649CCC}" type="pres">
      <dgm:prSet presAssocID="{D60EE20A-94B9-4092-A28B-7D1A2C4B8CD0}" presName="Name37" presStyleLbl="parChTrans1D2" presStyleIdx="3" presStyleCnt="5"/>
      <dgm:spPr/>
    </dgm:pt>
    <dgm:pt modelId="{D9B7EF52-FCF2-487A-A3AB-D38642958249}" type="pres">
      <dgm:prSet presAssocID="{1FCFE8D7-13BD-4D4A-8BA4-ABF867BD0348}" presName="hierRoot2" presStyleCnt="0">
        <dgm:presLayoutVars>
          <dgm:hierBranch val="init"/>
        </dgm:presLayoutVars>
      </dgm:prSet>
      <dgm:spPr/>
    </dgm:pt>
    <dgm:pt modelId="{C19F83FD-734E-44F9-B466-588450B0E1A7}" type="pres">
      <dgm:prSet presAssocID="{1FCFE8D7-13BD-4D4A-8BA4-ABF867BD0348}" presName="rootComposite" presStyleCnt="0"/>
      <dgm:spPr/>
    </dgm:pt>
    <dgm:pt modelId="{010D1159-017B-4C13-BD2A-8C28C38BD2EE}" type="pres">
      <dgm:prSet presAssocID="{1FCFE8D7-13BD-4D4A-8BA4-ABF867BD0348}" presName="rootText" presStyleLbl="node2" presStyleIdx="3" presStyleCnt="4">
        <dgm:presLayoutVars>
          <dgm:chPref val="3"/>
        </dgm:presLayoutVars>
      </dgm:prSet>
      <dgm:spPr/>
    </dgm:pt>
    <dgm:pt modelId="{D89BF02E-A3AC-45FF-AB9D-1D05DF1D1D05}" type="pres">
      <dgm:prSet presAssocID="{1FCFE8D7-13BD-4D4A-8BA4-ABF867BD0348}" presName="rootConnector" presStyleLbl="node2" presStyleIdx="3" presStyleCnt="4"/>
      <dgm:spPr/>
    </dgm:pt>
    <dgm:pt modelId="{120BCE51-12DE-4854-8DA1-4E49D48FF152}" type="pres">
      <dgm:prSet presAssocID="{1FCFE8D7-13BD-4D4A-8BA4-ABF867BD0348}" presName="hierChild4" presStyleCnt="0"/>
      <dgm:spPr/>
    </dgm:pt>
    <dgm:pt modelId="{6E39242E-5844-4507-95F7-1D70245FDD6A}" type="pres">
      <dgm:prSet presAssocID="{1FCFE8D7-13BD-4D4A-8BA4-ABF867BD0348}" presName="hierChild5" presStyleCnt="0"/>
      <dgm:spPr/>
    </dgm:pt>
    <dgm:pt modelId="{C39CBE97-D800-432E-9C88-EB974AEE7298}" type="pres">
      <dgm:prSet presAssocID="{9FC8FD06-EDE6-4441-B054-9DB487D53817}" presName="hierChild3" presStyleCnt="0"/>
      <dgm:spPr/>
    </dgm:pt>
    <dgm:pt modelId="{E584024A-061D-43B0-8058-DE9B9FBD6751}" type="pres">
      <dgm:prSet presAssocID="{25E51883-8441-47EE-9D72-5B887B14A1BF}" presName="Name111" presStyleLbl="parChTrans1D2" presStyleIdx="4" presStyleCnt="5"/>
      <dgm:spPr/>
    </dgm:pt>
    <dgm:pt modelId="{317E8258-3D19-4D88-B612-EEC30A077C0E}" type="pres">
      <dgm:prSet presAssocID="{E2A3974A-F530-447A-A07D-6EF0B604F7A3}" presName="hierRoot3" presStyleCnt="0">
        <dgm:presLayoutVars>
          <dgm:hierBranch val="init"/>
        </dgm:presLayoutVars>
      </dgm:prSet>
      <dgm:spPr/>
    </dgm:pt>
    <dgm:pt modelId="{146A7218-93A9-4AF8-BFC1-D95CD845CB0C}" type="pres">
      <dgm:prSet presAssocID="{E2A3974A-F530-447A-A07D-6EF0B604F7A3}" presName="rootComposite3" presStyleCnt="0"/>
      <dgm:spPr/>
    </dgm:pt>
    <dgm:pt modelId="{7C05388F-A5EE-4EE7-BBF0-75087F0F8ECA}" type="pres">
      <dgm:prSet presAssocID="{E2A3974A-F530-447A-A07D-6EF0B604F7A3}" presName="rootText3" presStyleLbl="asst1" presStyleIdx="0" presStyleCnt="1">
        <dgm:presLayoutVars>
          <dgm:chPref val="3"/>
        </dgm:presLayoutVars>
      </dgm:prSet>
      <dgm:spPr/>
    </dgm:pt>
    <dgm:pt modelId="{F357603D-72A9-4501-893F-35A7300DA4C6}" type="pres">
      <dgm:prSet presAssocID="{E2A3974A-F530-447A-A07D-6EF0B604F7A3}" presName="rootConnector3" presStyleLbl="asst1" presStyleIdx="0" presStyleCnt="1"/>
      <dgm:spPr/>
    </dgm:pt>
    <dgm:pt modelId="{9217CE95-745F-48B5-92BC-1F9D271E89C5}" type="pres">
      <dgm:prSet presAssocID="{E2A3974A-F530-447A-A07D-6EF0B604F7A3}" presName="hierChild6" presStyleCnt="0"/>
      <dgm:spPr/>
    </dgm:pt>
    <dgm:pt modelId="{1D7D0D90-D59E-41D1-ADAA-4101B3C02FED}" type="pres">
      <dgm:prSet presAssocID="{E2A3974A-F530-447A-A07D-6EF0B604F7A3}" presName="hierChild7" presStyleCnt="0"/>
      <dgm:spPr/>
    </dgm:pt>
  </dgm:ptLst>
  <dgm:cxnLst>
    <dgm:cxn modelId="{9D94F301-C50E-499A-AC0B-3C97070E2D0D}" srcId="{8441FEFB-B1EB-49D3-9051-D10B9C509319}" destId="{07391F20-5455-41CA-94B1-2C9174BAD325}" srcOrd="0" destOrd="0" parTransId="{B0D0692E-229D-4673-B30A-5C7C879A4DD6}" sibTransId="{BFDBD6BF-1BAE-47F8-9654-C912E2A51F1D}"/>
    <dgm:cxn modelId="{0957AB04-B469-4792-AE73-5EE69FE5911C}" srcId="{C0C60F9D-05F2-4CBA-89D8-891143BD4E6A}" destId="{60C9EFD6-B2B4-4A4B-A8AC-6D1751A61B87}" srcOrd="1" destOrd="0" parTransId="{E6282840-2895-421B-92B6-3D0EAFE7B0B6}" sibTransId="{4395F448-2D02-4C03-ADB4-7ED5F8430900}"/>
    <dgm:cxn modelId="{14D55809-0B38-4EED-BDFC-E93713A01544}" type="presOf" srcId="{1FCFE8D7-13BD-4D4A-8BA4-ABF867BD0348}" destId="{010D1159-017B-4C13-BD2A-8C28C38BD2EE}" srcOrd="0" destOrd="0" presId="urn:microsoft.com/office/officeart/2005/8/layout/orgChart1"/>
    <dgm:cxn modelId="{4537A60A-1E72-4346-8F79-19B1E7CF364B}" type="presOf" srcId="{B0D0692E-229D-4673-B30A-5C7C879A4DD6}" destId="{26EBBFCE-AD8C-4D18-8575-AE90ECC8107D}" srcOrd="0" destOrd="0" presId="urn:microsoft.com/office/officeart/2005/8/layout/orgChart1"/>
    <dgm:cxn modelId="{1CC25B0B-0F99-430F-9C6A-999376215514}" srcId="{2993C527-CB84-44FD-BF89-A9F40A0019EC}" destId="{EA4D6DB8-15D8-4B2B-A745-61F22D8A238C}" srcOrd="0" destOrd="0" parTransId="{23FF0FB9-807C-4363-9D7D-75CE0C3A13FF}" sibTransId="{BE8ED6C6-9797-4215-B9D6-F74F2E403583}"/>
    <dgm:cxn modelId="{1CFB990B-F8D2-450F-8619-2BB131E177D0}" type="presOf" srcId="{F14E5869-F165-4C11-9252-E2DD27F50827}" destId="{0F697151-CEFC-4529-BCF4-9A59B53698F7}" srcOrd="0" destOrd="0" presId="urn:microsoft.com/office/officeart/2005/8/layout/orgChart1"/>
    <dgm:cxn modelId="{E8E4B50B-4B34-495E-AFEE-19F945B72AC3}" type="presOf" srcId="{D04935D1-5A2C-489F-AB87-1D088788EB95}" destId="{C2AFC6AF-2FBC-4205-AA82-6C900F28F326}" srcOrd="0" destOrd="0" presId="urn:microsoft.com/office/officeart/2005/8/layout/orgChart1"/>
    <dgm:cxn modelId="{61689210-F662-42D0-8909-34D7218335B5}" srcId="{D2D8F7C0-7EA4-44F7-AC69-1E4D6F8D69AB}" destId="{B728487B-36B0-48E2-ACF8-D7874F384690}" srcOrd="0" destOrd="0" parTransId="{1C35598E-A7DD-4C82-9A16-31A2796921B5}" sibTransId="{6E8AA1CA-7115-4411-971D-F6CD969D3827}"/>
    <dgm:cxn modelId="{C795E112-BCA3-40B1-802B-AAD1E764D430}" type="presOf" srcId="{E2A3974A-F530-447A-A07D-6EF0B604F7A3}" destId="{7C05388F-A5EE-4EE7-BBF0-75087F0F8ECA}" srcOrd="0" destOrd="0" presId="urn:microsoft.com/office/officeart/2005/8/layout/orgChart1"/>
    <dgm:cxn modelId="{13BF9513-171D-482F-AD40-F32740D4CB4D}" type="presOf" srcId="{EE6CEA23-5BEA-4C4A-8C43-DBFE94B3E277}" destId="{C5266191-11D8-4283-B348-8500C19E8428}" srcOrd="0" destOrd="0" presId="urn:microsoft.com/office/officeart/2005/8/layout/orgChart1"/>
    <dgm:cxn modelId="{462BBE13-1345-402F-9851-836C540E7F43}" srcId="{444F3237-551D-4680-9A0F-FD235693CC64}" destId="{4477F604-4FA2-44B2-8A4C-3EB7AF84B402}" srcOrd="1" destOrd="0" parTransId="{D04935D1-5A2C-489F-AB87-1D088788EB95}" sibTransId="{00356E6E-B8ED-4D4C-9B11-E26C555E38E5}"/>
    <dgm:cxn modelId="{8FC98D14-B16F-4FD8-A13E-ACEEED15AC43}" type="presOf" srcId="{D2D8F7C0-7EA4-44F7-AC69-1E4D6F8D69AB}" destId="{AFF3394B-5DB1-44DF-93F8-EBAE89EBF87F}" srcOrd="0" destOrd="0" presId="urn:microsoft.com/office/officeart/2005/8/layout/orgChart1"/>
    <dgm:cxn modelId="{484C2D1E-3ACE-402B-9A0F-C7532B853CBB}" type="presOf" srcId="{9FC8FD06-EDE6-4441-B054-9DB487D53817}" destId="{B076BBE9-56FC-47B2-BF1C-0FE4F4DA7499}" srcOrd="0" destOrd="0" presId="urn:microsoft.com/office/officeart/2005/8/layout/orgChart1"/>
    <dgm:cxn modelId="{8AE19122-9B0B-4E08-8106-138F9D87A669}" type="presOf" srcId="{1C35598E-A7DD-4C82-9A16-31A2796921B5}" destId="{9A2A0C61-80ED-47F3-A64E-FE86837F473B}" srcOrd="0" destOrd="0" presId="urn:microsoft.com/office/officeart/2005/8/layout/orgChart1"/>
    <dgm:cxn modelId="{3C31C92E-55FD-4EE8-A790-FBA4D2AC0AD8}" srcId="{D2D8F7C0-7EA4-44F7-AC69-1E4D6F8D69AB}" destId="{E425070B-EF61-4603-91D8-90ADDBDBAEF1}" srcOrd="1" destOrd="0" parTransId="{1B12461E-E472-45DD-BDF4-23B73DC85486}" sibTransId="{8A188653-7195-4530-8A63-F5F13DFCF14A}"/>
    <dgm:cxn modelId="{9B1CF133-832A-457D-A61A-82958123D74B}" type="presOf" srcId="{45C36B78-36EE-4FC3-9A75-65803D2D2B3E}" destId="{6C420539-4741-4A30-B2AF-9C0148D85AB6}" srcOrd="0" destOrd="0" presId="urn:microsoft.com/office/officeart/2005/8/layout/orgChart1"/>
    <dgm:cxn modelId="{EACEAD39-03C8-4274-A738-86EDA3E12D32}" type="presOf" srcId="{825024BE-22D4-490F-8D52-3CCE10DBAD3D}" destId="{142EBC62-A6F0-47C4-BFBA-C4B85AAE007E}" srcOrd="0" destOrd="0" presId="urn:microsoft.com/office/officeart/2005/8/layout/orgChart1"/>
    <dgm:cxn modelId="{60F54841-46F9-4CED-9176-450923C42E9C}" type="presOf" srcId="{E6282840-2895-421B-92B6-3D0EAFE7B0B6}" destId="{79EF83F8-9EEF-41CB-933D-51E942D763C4}" srcOrd="0" destOrd="0" presId="urn:microsoft.com/office/officeart/2005/8/layout/orgChart1"/>
    <dgm:cxn modelId="{214F6F42-897A-4CB9-9980-978B0E280F40}" type="presOf" srcId="{2993C527-CB84-44FD-BF89-A9F40A0019EC}" destId="{71412C40-05C0-4D2F-8954-53475E82FC22}" srcOrd="1" destOrd="0" presId="urn:microsoft.com/office/officeart/2005/8/layout/orgChart1"/>
    <dgm:cxn modelId="{E2E2E242-96E9-499B-8E57-B7BEE9DD0FF3}" type="presOf" srcId="{C69DB521-F28F-440C-8722-62962D43D284}" destId="{AF8C5273-D10D-4041-9D33-F84AC9DD6274}" srcOrd="0" destOrd="0" presId="urn:microsoft.com/office/officeart/2005/8/layout/orgChart1"/>
    <dgm:cxn modelId="{78710263-B7A4-453F-B464-E5E676793992}" type="presOf" srcId="{F16BA504-002A-40B0-B71D-A0B374DA0C72}" destId="{DE59FC83-626C-4A21-8DE3-50A46585FF73}" srcOrd="0" destOrd="0" presId="urn:microsoft.com/office/officeart/2005/8/layout/orgChart1"/>
    <dgm:cxn modelId="{94603566-5C60-4C47-B170-0418DAAEFDC1}" type="presOf" srcId="{1CC9F9EC-0D24-43DC-BA26-F15280BE12A0}" destId="{A75DA747-984F-4A39-8B02-BE76B0BE198B}" srcOrd="0" destOrd="0" presId="urn:microsoft.com/office/officeart/2005/8/layout/orgChart1"/>
    <dgm:cxn modelId="{55BF3149-9DFA-4C03-B2E5-9318E693D058}" type="presOf" srcId="{1FCFE8D7-13BD-4D4A-8BA4-ABF867BD0348}" destId="{D89BF02E-A3AC-45FF-AB9D-1D05DF1D1D05}" srcOrd="1" destOrd="0" presId="urn:microsoft.com/office/officeart/2005/8/layout/orgChart1"/>
    <dgm:cxn modelId="{268E5573-B54C-4126-990E-45B04CB3B633}" type="presOf" srcId="{2993C527-CB84-44FD-BF89-A9F40A0019EC}" destId="{58D327B1-D14F-4EEF-BCD2-A2569175B2CA}" srcOrd="0" destOrd="0" presId="urn:microsoft.com/office/officeart/2005/8/layout/orgChart1"/>
    <dgm:cxn modelId="{E02F7754-5774-4D40-8678-4D9C7A42421A}" srcId="{C0C60F9D-05F2-4CBA-89D8-891143BD4E6A}" destId="{8441FEFB-B1EB-49D3-9051-D10B9C509319}" srcOrd="0" destOrd="0" parTransId="{825024BE-22D4-490F-8D52-3CCE10DBAD3D}" sibTransId="{A6CA180F-6411-4388-9835-E7AB36984FDF}"/>
    <dgm:cxn modelId="{E6AA1A57-F56C-483E-9F51-2ABE23CBD974}" type="presOf" srcId="{005CD446-E400-4CB0-9A97-4063679ACA5C}" destId="{2BCAABC5-06CD-4489-978F-1BD2FCA55CD7}" srcOrd="0" destOrd="0" presId="urn:microsoft.com/office/officeart/2005/8/layout/orgChart1"/>
    <dgm:cxn modelId="{AC464158-0B91-4506-A10F-3E9CA50AD570}" type="presOf" srcId="{E425070B-EF61-4603-91D8-90ADDBDBAEF1}" destId="{70C26BD4-02D6-4A68-B3DF-DA87223DEE16}" srcOrd="0" destOrd="0" presId="urn:microsoft.com/office/officeart/2005/8/layout/orgChart1"/>
    <dgm:cxn modelId="{F532377B-F5EA-4AB0-9BC3-3511DE11EBF3}" type="presOf" srcId="{5A0AAB80-BFBB-4F23-839A-9A15441D9670}" destId="{5D42E168-4B0E-4411-B335-14ED146A0B89}" srcOrd="1" destOrd="0" presId="urn:microsoft.com/office/officeart/2005/8/layout/orgChart1"/>
    <dgm:cxn modelId="{46B03C7C-A931-40BA-8087-B9124D3ECC27}" type="presOf" srcId="{8441FEFB-B1EB-49D3-9051-D10B9C509319}" destId="{8B35DB0B-7588-45B3-A1DC-79E496E90A33}" srcOrd="0" destOrd="0" presId="urn:microsoft.com/office/officeart/2005/8/layout/orgChart1"/>
    <dgm:cxn modelId="{674AE87D-A159-4D6C-886A-2F8EDAE46FEB}" srcId="{444F3237-551D-4680-9A0F-FD235693CC64}" destId="{2993C527-CB84-44FD-BF89-A9F40A0019EC}" srcOrd="0" destOrd="0" parTransId="{1CC9F9EC-0D24-43DC-BA26-F15280BE12A0}" sibTransId="{157C6F42-7F60-4999-AC10-7432F36EE768}"/>
    <dgm:cxn modelId="{948BE17F-57AE-41D3-BA6B-9B48A54D0D40}" type="presOf" srcId="{23FF0FB9-807C-4363-9D7D-75CE0C3A13FF}" destId="{0EA45B6D-FAA5-43EF-8BFB-D36FE875166F}" srcOrd="0" destOrd="0" presId="urn:microsoft.com/office/officeart/2005/8/layout/orgChart1"/>
    <dgm:cxn modelId="{D084FF80-E133-4C09-AFFA-D8130400E16E}" type="presOf" srcId="{CFFE4557-1BA3-4B01-A3CB-2DE6455176E6}" destId="{6CF44D67-12FD-4A26-9735-9A4F8A3827DB}" srcOrd="0" destOrd="0" presId="urn:microsoft.com/office/officeart/2005/8/layout/orgChart1"/>
    <dgm:cxn modelId="{D5A5D98B-1586-4254-A647-B0E34AB6F750}" type="presOf" srcId="{CDBE2E02-2EB3-4860-AA6E-C83DDFD56518}" destId="{3E7AF76B-54F7-489D-9CD5-4DB427AEED0F}" srcOrd="0" destOrd="0" presId="urn:microsoft.com/office/officeart/2005/8/layout/orgChart1"/>
    <dgm:cxn modelId="{643A5D8C-D34B-45C1-A85C-2804F881657C}" type="presOf" srcId="{D60EE20A-94B9-4092-A28B-7D1A2C4B8CD0}" destId="{0675947F-58C3-4294-9FD0-49F6B6649CCC}" srcOrd="0" destOrd="0" presId="urn:microsoft.com/office/officeart/2005/8/layout/orgChart1"/>
    <dgm:cxn modelId="{1CB7618D-12DB-44F8-941C-5A086BFAF05A}" srcId="{60C9EFD6-B2B4-4A4B-A8AC-6D1751A61B87}" destId="{CFFE4557-1BA3-4B01-A3CB-2DE6455176E6}" srcOrd="1" destOrd="0" parTransId="{F16BA504-002A-40B0-B71D-A0B374DA0C72}" sibTransId="{A313F59A-9A04-432C-977C-28A0384D6DC5}"/>
    <dgm:cxn modelId="{A40EB98E-11F7-41D4-9211-94C381460C93}" type="presOf" srcId="{EE6CEA23-5BEA-4C4A-8C43-DBFE94B3E277}" destId="{C37C3A55-47DC-4B4C-A8E1-4CF64AD0A5BB}" srcOrd="1" destOrd="0" presId="urn:microsoft.com/office/officeart/2005/8/layout/orgChart1"/>
    <dgm:cxn modelId="{8CC6FE93-6757-46C3-8318-1C9A348328AD}" srcId="{9FC8FD06-EDE6-4441-B054-9DB487D53817}" destId="{1FCFE8D7-13BD-4D4A-8BA4-ABF867BD0348}" srcOrd="4" destOrd="0" parTransId="{D60EE20A-94B9-4092-A28B-7D1A2C4B8CD0}" sibTransId="{421EAA31-9DBD-4886-AABD-9E7C5B4EC59C}"/>
    <dgm:cxn modelId="{DB7F809D-3956-4768-B0B4-9765BB314DDE}" type="presOf" srcId="{1B12461E-E472-45DD-BDF4-23B73DC85486}" destId="{E26F12A3-7E0C-4DD8-96BB-2FFA78C32AC0}" srcOrd="0" destOrd="0" presId="urn:microsoft.com/office/officeart/2005/8/layout/orgChart1"/>
    <dgm:cxn modelId="{C55378A1-F863-432E-A673-4305C49889F1}" type="presOf" srcId="{444F3237-551D-4680-9A0F-FD235693CC64}" destId="{FBC8205A-EDF7-47DB-A662-55BE10B9F777}" srcOrd="1" destOrd="0" presId="urn:microsoft.com/office/officeart/2005/8/layout/orgChart1"/>
    <dgm:cxn modelId="{1458D7A7-4CBB-42AC-BB6A-F4B53FABB4CC}" type="presOf" srcId="{60C9EFD6-B2B4-4A4B-A8AC-6D1751A61B87}" destId="{61495AB6-2DBC-4ECE-BC55-56485EC992C4}" srcOrd="1" destOrd="0" presId="urn:microsoft.com/office/officeart/2005/8/layout/orgChart1"/>
    <dgm:cxn modelId="{2592A1B1-ED49-4A54-95E3-D5418DFE872E}" type="presOf" srcId="{25E51883-8441-47EE-9D72-5B887B14A1BF}" destId="{E584024A-061D-43B0-8058-DE9B9FBD6751}" srcOrd="0" destOrd="0" presId="urn:microsoft.com/office/officeart/2005/8/layout/orgChart1"/>
    <dgm:cxn modelId="{7548FDB2-CD69-4AFC-BC04-52C42C5DAFCC}" type="presOf" srcId="{24A2D87B-2A83-469B-9CC2-C4DEB2B8FEB9}" destId="{40038652-A3C5-4CAC-AAEC-53CB49CEC71C}" srcOrd="0" destOrd="0" presId="urn:microsoft.com/office/officeart/2005/8/layout/orgChart1"/>
    <dgm:cxn modelId="{14556EB9-7CF2-4EEC-A62B-8DFEBCFDCC8F}" srcId="{2993C527-CB84-44FD-BF89-A9F40A0019EC}" destId="{EE6CEA23-5BEA-4C4A-8C43-DBFE94B3E277}" srcOrd="1" destOrd="0" parTransId="{24A2D87B-2A83-469B-9CC2-C4DEB2B8FEB9}" sibTransId="{8C7D2428-D8AA-4AD2-93FF-B308CEC7E939}"/>
    <dgm:cxn modelId="{5AEEB2B9-5E97-4277-BB2E-7F11292F2530}" srcId="{9FC8FD06-EDE6-4441-B054-9DB487D53817}" destId="{D2D8F7C0-7EA4-44F7-AC69-1E4D6F8D69AB}" srcOrd="3" destOrd="0" parTransId="{B137EAD4-AA72-48AA-A03F-29042D671E14}" sibTransId="{E5422B1E-650B-48A8-A1F4-1AE5FF7A2EDF}"/>
    <dgm:cxn modelId="{41EA1DBA-E55B-41EA-9F80-67485FBEF2D7}" type="presOf" srcId="{07391F20-5455-41CA-94B1-2C9174BAD325}" destId="{6E54CA3D-187E-4E0E-B361-91B69EFC7087}" srcOrd="0" destOrd="0" presId="urn:microsoft.com/office/officeart/2005/8/layout/orgChart1"/>
    <dgm:cxn modelId="{D7D141C0-3C22-45DB-BFAD-19F8710AF4DE}" type="presOf" srcId="{9FC8FD06-EDE6-4441-B054-9DB487D53817}" destId="{752000CB-2274-47DD-9D00-3063227074CE}" srcOrd="1" destOrd="0" presId="urn:microsoft.com/office/officeart/2005/8/layout/orgChart1"/>
    <dgm:cxn modelId="{4A3F1EC1-2FE5-46F1-81B0-8EBFE625F09F}" type="presOf" srcId="{4477F604-4FA2-44B2-8A4C-3EB7AF84B402}" destId="{818B37AC-63C0-4633-9B8B-96AE81E725FF}" srcOrd="0" destOrd="0" presId="urn:microsoft.com/office/officeart/2005/8/layout/orgChart1"/>
    <dgm:cxn modelId="{084674C2-BBE1-4FAA-8AD7-ED53C0A81D85}" type="presOf" srcId="{07391F20-5455-41CA-94B1-2C9174BAD325}" destId="{A9486A44-7121-4D57-BC3F-BA68A8D40C9B}" srcOrd="1" destOrd="0" presId="urn:microsoft.com/office/officeart/2005/8/layout/orgChart1"/>
    <dgm:cxn modelId="{74F3EFC4-D957-4290-B56E-80D268BCB44B}" type="presOf" srcId="{E425070B-EF61-4603-91D8-90ADDBDBAEF1}" destId="{51DE2930-B129-4371-AEF3-6684B7E79871}" srcOrd="1" destOrd="0" presId="urn:microsoft.com/office/officeart/2005/8/layout/orgChart1"/>
    <dgm:cxn modelId="{C7614EC7-D808-4723-8C21-14881B8CAFCE}" type="presOf" srcId="{D2D8F7C0-7EA4-44F7-AC69-1E4D6F8D69AB}" destId="{14E4893D-B9B6-43D9-960F-689D36EEF84B}" srcOrd="1" destOrd="0" presId="urn:microsoft.com/office/officeart/2005/8/layout/orgChart1"/>
    <dgm:cxn modelId="{1F7623C8-3B24-4E1E-9BAA-6FE6F99AC4EA}" type="presOf" srcId="{EA4D6DB8-15D8-4B2B-A745-61F22D8A238C}" destId="{0C4A431C-3DF0-42B3-B25C-4B2106227A21}" srcOrd="1" destOrd="0" presId="urn:microsoft.com/office/officeart/2005/8/layout/orgChart1"/>
    <dgm:cxn modelId="{BFF0D5C8-2E57-4E42-8075-ECFD6F212EB3}" type="presOf" srcId="{5A0AAB80-BFBB-4F23-839A-9A15441D9670}" destId="{4EC1AE2E-338A-4ED5-A6CE-F80B4D8F5C99}" srcOrd="0" destOrd="0" presId="urn:microsoft.com/office/officeart/2005/8/layout/orgChart1"/>
    <dgm:cxn modelId="{BB5367CE-D1C6-4889-966B-96431075D838}" type="presOf" srcId="{CFFE4557-1BA3-4B01-A3CB-2DE6455176E6}" destId="{DB8F4E5C-FCCC-448C-A0DB-F31D1AE7A7D9}" srcOrd="1" destOrd="0" presId="urn:microsoft.com/office/officeart/2005/8/layout/orgChart1"/>
    <dgm:cxn modelId="{A1B26FD5-FB3B-4E25-9CEA-4388A6DC882D}" type="presOf" srcId="{B728487B-36B0-48E2-ACF8-D7874F384690}" destId="{95622CF6-7D1C-4C25-A54F-F686496A6FFF}" srcOrd="0" destOrd="0" presId="urn:microsoft.com/office/officeart/2005/8/layout/orgChart1"/>
    <dgm:cxn modelId="{ABBC58D5-CBD0-4BA3-8F41-A5A90C5A97C6}" type="presOf" srcId="{EA4D6DB8-15D8-4B2B-A745-61F22D8A238C}" destId="{1A775C14-6597-4EF7-9970-551070890F3F}" srcOrd="0" destOrd="0" presId="urn:microsoft.com/office/officeart/2005/8/layout/orgChart1"/>
    <dgm:cxn modelId="{20037EDA-31B7-4F72-B6D5-0AD53291022B}" type="presOf" srcId="{45C36B78-36EE-4FC3-9A75-65803D2D2B3E}" destId="{40D6D017-D996-4F08-A7B7-F8972426438A}" srcOrd="1" destOrd="0" presId="urn:microsoft.com/office/officeart/2005/8/layout/orgChart1"/>
    <dgm:cxn modelId="{8A0169DB-6166-4277-9962-4382AED8AE8E}" srcId="{9FC8FD06-EDE6-4441-B054-9DB487D53817}" destId="{C0C60F9D-05F2-4CBA-89D8-891143BD4E6A}" srcOrd="2" destOrd="0" parTransId="{C69DB521-F28F-440C-8722-62962D43D284}" sibTransId="{85DCAF7D-C92F-471F-8369-F6DFB31DBDEB}"/>
    <dgm:cxn modelId="{CCF10DDF-D165-4F07-808F-898BDBA516CB}" srcId="{60C9EFD6-B2B4-4A4B-A8AC-6D1751A61B87}" destId="{5A0AAB80-BFBB-4F23-839A-9A15441D9670}" srcOrd="0" destOrd="0" parTransId="{18073DB1-7D77-4E3F-ACBE-9C5995FFC76A}" sibTransId="{621564C9-D7C7-4C3D-B13E-F760C96173DF}"/>
    <dgm:cxn modelId="{635CE6E0-AAB6-443C-9C73-39A4A3DDAC2F}" type="presOf" srcId="{B728487B-36B0-48E2-ACF8-D7874F384690}" destId="{54715690-C15E-49F4-BBF3-99EC7DCB739C}" srcOrd="1" destOrd="0" presId="urn:microsoft.com/office/officeart/2005/8/layout/orgChart1"/>
    <dgm:cxn modelId="{83C252E7-0E7D-4D0E-939B-A228ABD590F5}" srcId="{9FC8FD06-EDE6-4441-B054-9DB487D53817}" destId="{444F3237-551D-4680-9A0F-FD235693CC64}" srcOrd="1" destOrd="0" parTransId="{CDBE2E02-2EB3-4860-AA6E-C83DDFD56518}" sibTransId="{47A8A7C2-6903-41F4-BFD2-BF4ADF2ECE65}"/>
    <dgm:cxn modelId="{05B75BEB-21FD-48BD-B344-FC14D108D5FF}" srcId="{60C9EFD6-B2B4-4A4B-A8AC-6D1751A61B87}" destId="{45C36B78-36EE-4FC3-9A75-65803D2D2B3E}" srcOrd="2" destOrd="0" parTransId="{005CD446-E400-4CB0-9A97-4063679ACA5C}" sibTransId="{98901BFF-E32C-4094-9901-02405630C248}"/>
    <dgm:cxn modelId="{A178C0EE-F4FF-45F8-9382-31AB1A2B4FE6}" type="presOf" srcId="{18073DB1-7D77-4E3F-ACBE-9C5995FFC76A}" destId="{E1490CEC-50D8-4CEA-B93E-C5501A27A44E}" srcOrd="0" destOrd="0" presId="urn:microsoft.com/office/officeart/2005/8/layout/orgChart1"/>
    <dgm:cxn modelId="{DC20B9EF-67E9-4A80-8DD2-A7E78CBDEDC5}" type="presOf" srcId="{60C9EFD6-B2B4-4A4B-A8AC-6D1751A61B87}" destId="{1AFB9E6A-F0C2-41FC-AD61-B1C0493D9BCC}" srcOrd="0" destOrd="0" presId="urn:microsoft.com/office/officeart/2005/8/layout/orgChart1"/>
    <dgm:cxn modelId="{66A594F4-F919-4C92-A7AB-AB6164242AB1}" srcId="{F14E5869-F165-4C11-9252-E2DD27F50827}" destId="{9FC8FD06-EDE6-4441-B054-9DB487D53817}" srcOrd="0" destOrd="0" parTransId="{B269D7A1-CA50-4172-BE27-7ABA62C23651}" sibTransId="{B2FB0F85-891F-426F-8E01-32E2C301A297}"/>
    <dgm:cxn modelId="{51D277F5-854E-4EA4-BCB8-1887D9DD37C0}" type="presOf" srcId="{B137EAD4-AA72-48AA-A03F-29042D671E14}" destId="{8E84B207-99ED-4C74-8AF8-CE56AE7DF3D0}" srcOrd="0" destOrd="0" presId="urn:microsoft.com/office/officeart/2005/8/layout/orgChart1"/>
    <dgm:cxn modelId="{E6F444F6-2348-48BC-B7BF-20BA5B8CC6D8}" type="presOf" srcId="{C0C60F9D-05F2-4CBA-89D8-891143BD4E6A}" destId="{FB0B7530-062B-4BD8-985B-D128FF82B9DC}" srcOrd="0" destOrd="0" presId="urn:microsoft.com/office/officeart/2005/8/layout/orgChart1"/>
    <dgm:cxn modelId="{572F44F7-C7AF-4359-B261-2EE1D19A41E8}" srcId="{9FC8FD06-EDE6-4441-B054-9DB487D53817}" destId="{E2A3974A-F530-447A-A07D-6EF0B604F7A3}" srcOrd="0" destOrd="0" parTransId="{25E51883-8441-47EE-9D72-5B887B14A1BF}" sibTransId="{77DA15C8-C69F-4B53-9CEB-004C12D609DD}"/>
    <dgm:cxn modelId="{530CB0F7-C965-4A2A-84F8-AE4AD5DD93CE}" type="presOf" srcId="{8441FEFB-B1EB-49D3-9051-D10B9C509319}" destId="{EBAC0AE4-5675-4F14-A3E1-29D41CD5A064}" srcOrd="1" destOrd="0" presId="urn:microsoft.com/office/officeart/2005/8/layout/orgChart1"/>
    <dgm:cxn modelId="{77DDEAF9-96C7-4521-A668-1B84E5B48F4A}" type="presOf" srcId="{4477F604-4FA2-44B2-8A4C-3EB7AF84B402}" destId="{C946A25C-E114-411C-B980-ECBB7CDBF6DC}" srcOrd="1" destOrd="0" presId="urn:microsoft.com/office/officeart/2005/8/layout/orgChart1"/>
    <dgm:cxn modelId="{86E210FD-FB3C-4616-9973-FB5EF5296C06}" type="presOf" srcId="{C0C60F9D-05F2-4CBA-89D8-891143BD4E6A}" destId="{EA2BBF94-5F52-4FAA-B468-46FD0E8252BB}" srcOrd="1" destOrd="0" presId="urn:microsoft.com/office/officeart/2005/8/layout/orgChart1"/>
    <dgm:cxn modelId="{AA4571FE-375E-4C92-AEDA-4C59E820E90A}" type="presOf" srcId="{E2A3974A-F530-447A-A07D-6EF0B604F7A3}" destId="{F357603D-72A9-4501-893F-35A7300DA4C6}" srcOrd="1" destOrd="0" presId="urn:microsoft.com/office/officeart/2005/8/layout/orgChart1"/>
    <dgm:cxn modelId="{B59DD4FE-48DE-4953-A7A2-F32E2295D0E7}" type="presOf" srcId="{444F3237-551D-4680-9A0F-FD235693CC64}" destId="{0457B8C4-B69A-4510-8185-2860FD81CF97}" srcOrd="0" destOrd="0" presId="urn:microsoft.com/office/officeart/2005/8/layout/orgChart1"/>
    <dgm:cxn modelId="{8239934E-4700-4B40-A336-1CD0C4047DCF}" type="presParOf" srcId="{0F697151-CEFC-4529-BCF4-9A59B53698F7}" destId="{7C143D63-01C7-4CAB-8DEE-D99E773F391D}" srcOrd="0" destOrd="0" presId="urn:microsoft.com/office/officeart/2005/8/layout/orgChart1"/>
    <dgm:cxn modelId="{BB6D710C-1C5E-40C0-A0E9-9F5EB12B74B5}" type="presParOf" srcId="{7C143D63-01C7-4CAB-8DEE-D99E773F391D}" destId="{8ADC42D9-9137-452E-BF32-E75F8825C125}" srcOrd="0" destOrd="0" presId="urn:microsoft.com/office/officeart/2005/8/layout/orgChart1"/>
    <dgm:cxn modelId="{5DC76FE7-00CD-427F-BFF9-1E57604CF01B}" type="presParOf" srcId="{8ADC42D9-9137-452E-BF32-E75F8825C125}" destId="{B076BBE9-56FC-47B2-BF1C-0FE4F4DA7499}" srcOrd="0" destOrd="0" presId="urn:microsoft.com/office/officeart/2005/8/layout/orgChart1"/>
    <dgm:cxn modelId="{5B1C9283-EB39-4C11-8B3D-B54029932EF0}" type="presParOf" srcId="{8ADC42D9-9137-452E-BF32-E75F8825C125}" destId="{752000CB-2274-47DD-9D00-3063227074CE}" srcOrd="1" destOrd="0" presId="urn:microsoft.com/office/officeart/2005/8/layout/orgChart1"/>
    <dgm:cxn modelId="{205CA49B-3668-4A44-9036-A1D54096A1E5}" type="presParOf" srcId="{7C143D63-01C7-4CAB-8DEE-D99E773F391D}" destId="{64E351EF-F488-49B6-B121-BE6AE672F99C}" srcOrd="1" destOrd="0" presId="urn:microsoft.com/office/officeart/2005/8/layout/orgChart1"/>
    <dgm:cxn modelId="{87CF8695-956F-48F8-BC41-A4CEF6629B8E}" type="presParOf" srcId="{64E351EF-F488-49B6-B121-BE6AE672F99C}" destId="{3E7AF76B-54F7-489D-9CD5-4DB427AEED0F}" srcOrd="0" destOrd="0" presId="urn:microsoft.com/office/officeart/2005/8/layout/orgChart1"/>
    <dgm:cxn modelId="{0077E679-4A4B-411F-A419-1D0859FD2371}" type="presParOf" srcId="{64E351EF-F488-49B6-B121-BE6AE672F99C}" destId="{7DD06E2F-EF05-4856-BA3C-8664825C5AD6}" srcOrd="1" destOrd="0" presId="urn:microsoft.com/office/officeart/2005/8/layout/orgChart1"/>
    <dgm:cxn modelId="{A1F52D15-B085-43AF-819A-A25E6D43A05E}" type="presParOf" srcId="{7DD06E2F-EF05-4856-BA3C-8664825C5AD6}" destId="{98C0C111-C422-42D0-A495-7BD394CFC9F6}" srcOrd="0" destOrd="0" presId="urn:microsoft.com/office/officeart/2005/8/layout/orgChart1"/>
    <dgm:cxn modelId="{F37B370D-E343-4E00-B995-8EF1A7DE3272}" type="presParOf" srcId="{98C0C111-C422-42D0-A495-7BD394CFC9F6}" destId="{0457B8C4-B69A-4510-8185-2860FD81CF97}" srcOrd="0" destOrd="0" presId="urn:microsoft.com/office/officeart/2005/8/layout/orgChart1"/>
    <dgm:cxn modelId="{34E841BD-75DC-45DC-AB15-42EDE2DECD1F}" type="presParOf" srcId="{98C0C111-C422-42D0-A495-7BD394CFC9F6}" destId="{FBC8205A-EDF7-47DB-A662-55BE10B9F777}" srcOrd="1" destOrd="0" presId="urn:microsoft.com/office/officeart/2005/8/layout/orgChart1"/>
    <dgm:cxn modelId="{0C2D6BF3-5CC3-443F-B7FB-9BC311C6E799}" type="presParOf" srcId="{7DD06E2F-EF05-4856-BA3C-8664825C5AD6}" destId="{3B463270-EBD1-4AE8-AE04-4E9E958E2030}" srcOrd="1" destOrd="0" presId="urn:microsoft.com/office/officeart/2005/8/layout/orgChart1"/>
    <dgm:cxn modelId="{17BA9AF3-3527-4B83-A22A-EAA4C76BBC2D}" type="presParOf" srcId="{3B463270-EBD1-4AE8-AE04-4E9E958E2030}" destId="{A75DA747-984F-4A39-8B02-BE76B0BE198B}" srcOrd="0" destOrd="0" presId="urn:microsoft.com/office/officeart/2005/8/layout/orgChart1"/>
    <dgm:cxn modelId="{AE138C4B-06E9-470E-B74C-BB48674CD9AF}" type="presParOf" srcId="{3B463270-EBD1-4AE8-AE04-4E9E958E2030}" destId="{284F2606-C745-4283-911E-C3005ECB0980}" srcOrd="1" destOrd="0" presId="urn:microsoft.com/office/officeart/2005/8/layout/orgChart1"/>
    <dgm:cxn modelId="{15BA0504-88DD-4A7F-9E5B-4A8DBDBFDE37}" type="presParOf" srcId="{284F2606-C745-4283-911E-C3005ECB0980}" destId="{58A58B16-A0EB-4656-8B54-C173FF8CCE5B}" srcOrd="0" destOrd="0" presId="urn:microsoft.com/office/officeart/2005/8/layout/orgChart1"/>
    <dgm:cxn modelId="{E6640EB6-DADD-46ED-B917-8C9DAF0AD7BA}" type="presParOf" srcId="{58A58B16-A0EB-4656-8B54-C173FF8CCE5B}" destId="{58D327B1-D14F-4EEF-BCD2-A2569175B2CA}" srcOrd="0" destOrd="0" presId="urn:microsoft.com/office/officeart/2005/8/layout/orgChart1"/>
    <dgm:cxn modelId="{D1E198B9-5A28-4377-99EE-5238E430217B}" type="presParOf" srcId="{58A58B16-A0EB-4656-8B54-C173FF8CCE5B}" destId="{71412C40-05C0-4D2F-8954-53475E82FC22}" srcOrd="1" destOrd="0" presId="urn:microsoft.com/office/officeart/2005/8/layout/orgChart1"/>
    <dgm:cxn modelId="{FF9D9065-5E01-4EED-A6C1-9DC53BBE5D56}" type="presParOf" srcId="{284F2606-C745-4283-911E-C3005ECB0980}" destId="{05B1A623-19FF-44DC-9C9B-13782FCA8317}" srcOrd="1" destOrd="0" presId="urn:microsoft.com/office/officeart/2005/8/layout/orgChart1"/>
    <dgm:cxn modelId="{B3F2F00C-DA25-43CB-A759-7D47C1752E14}" type="presParOf" srcId="{05B1A623-19FF-44DC-9C9B-13782FCA8317}" destId="{0EA45B6D-FAA5-43EF-8BFB-D36FE875166F}" srcOrd="0" destOrd="0" presId="urn:microsoft.com/office/officeart/2005/8/layout/orgChart1"/>
    <dgm:cxn modelId="{EC9D2EBE-E469-4151-B800-9C6AD3F93B6F}" type="presParOf" srcId="{05B1A623-19FF-44DC-9C9B-13782FCA8317}" destId="{890B9580-32DB-4271-84A6-0E456045B9F9}" srcOrd="1" destOrd="0" presId="urn:microsoft.com/office/officeart/2005/8/layout/orgChart1"/>
    <dgm:cxn modelId="{DEA20447-07CF-44F6-AB53-6D60E027CE7D}" type="presParOf" srcId="{890B9580-32DB-4271-84A6-0E456045B9F9}" destId="{0C0B7F6C-A3FC-41CA-BA92-0249928A44C3}" srcOrd="0" destOrd="0" presId="urn:microsoft.com/office/officeart/2005/8/layout/orgChart1"/>
    <dgm:cxn modelId="{D2682082-9A84-4CF1-A534-7A59CF431A1E}" type="presParOf" srcId="{0C0B7F6C-A3FC-41CA-BA92-0249928A44C3}" destId="{1A775C14-6597-4EF7-9970-551070890F3F}" srcOrd="0" destOrd="0" presId="urn:microsoft.com/office/officeart/2005/8/layout/orgChart1"/>
    <dgm:cxn modelId="{61C08D48-D592-496C-A820-919DB9120F16}" type="presParOf" srcId="{0C0B7F6C-A3FC-41CA-BA92-0249928A44C3}" destId="{0C4A431C-3DF0-42B3-B25C-4B2106227A21}" srcOrd="1" destOrd="0" presId="urn:microsoft.com/office/officeart/2005/8/layout/orgChart1"/>
    <dgm:cxn modelId="{18F59FFB-AE3C-488E-8A6A-FA2B641F3E27}" type="presParOf" srcId="{890B9580-32DB-4271-84A6-0E456045B9F9}" destId="{9949D005-40E1-4197-ABB1-4A81A326E1C5}" srcOrd="1" destOrd="0" presId="urn:microsoft.com/office/officeart/2005/8/layout/orgChart1"/>
    <dgm:cxn modelId="{62ECCBD0-3AF7-4D3C-9555-4A9BB65B83FB}" type="presParOf" srcId="{890B9580-32DB-4271-84A6-0E456045B9F9}" destId="{28E457BD-38C7-42A1-ABCA-7E3DFD6346CF}" srcOrd="2" destOrd="0" presId="urn:microsoft.com/office/officeart/2005/8/layout/orgChart1"/>
    <dgm:cxn modelId="{5BEEE445-8CC2-47B7-BDCA-0D492F678931}" type="presParOf" srcId="{05B1A623-19FF-44DC-9C9B-13782FCA8317}" destId="{40038652-A3C5-4CAC-AAEC-53CB49CEC71C}" srcOrd="2" destOrd="0" presId="urn:microsoft.com/office/officeart/2005/8/layout/orgChart1"/>
    <dgm:cxn modelId="{93157C30-3855-471B-A614-255846776359}" type="presParOf" srcId="{05B1A623-19FF-44DC-9C9B-13782FCA8317}" destId="{7AA128F9-3AD7-4236-8459-FEC7390927F5}" srcOrd="3" destOrd="0" presId="urn:microsoft.com/office/officeart/2005/8/layout/orgChart1"/>
    <dgm:cxn modelId="{DFFE31AA-7017-4390-8C4F-AC2EBF74DFFB}" type="presParOf" srcId="{7AA128F9-3AD7-4236-8459-FEC7390927F5}" destId="{CADB5F95-26A3-4D47-AF0A-DB4C4BD76571}" srcOrd="0" destOrd="0" presId="urn:microsoft.com/office/officeart/2005/8/layout/orgChart1"/>
    <dgm:cxn modelId="{BB98BE0E-29C0-4329-951E-3456268FC3C6}" type="presParOf" srcId="{CADB5F95-26A3-4D47-AF0A-DB4C4BD76571}" destId="{C5266191-11D8-4283-B348-8500C19E8428}" srcOrd="0" destOrd="0" presId="urn:microsoft.com/office/officeart/2005/8/layout/orgChart1"/>
    <dgm:cxn modelId="{4163831A-744D-4E31-9818-FC9EC1F2EB18}" type="presParOf" srcId="{CADB5F95-26A3-4D47-AF0A-DB4C4BD76571}" destId="{C37C3A55-47DC-4B4C-A8E1-4CF64AD0A5BB}" srcOrd="1" destOrd="0" presId="urn:microsoft.com/office/officeart/2005/8/layout/orgChart1"/>
    <dgm:cxn modelId="{694F3BF8-7B4F-4616-A287-5D4B369867CB}" type="presParOf" srcId="{7AA128F9-3AD7-4236-8459-FEC7390927F5}" destId="{D8212849-266D-485B-80A0-ADE3121E72CE}" srcOrd="1" destOrd="0" presId="urn:microsoft.com/office/officeart/2005/8/layout/orgChart1"/>
    <dgm:cxn modelId="{570948F4-2AE8-468C-95B7-43465619610B}" type="presParOf" srcId="{7AA128F9-3AD7-4236-8459-FEC7390927F5}" destId="{82C537F3-ADB5-4FA1-8A26-327CD07D8526}" srcOrd="2" destOrd="0" presId="urn:microsoft.com/office/officeart/2005/8/layout/orgChart1"/>
    <dgm:cxn modelId="{A229F777-AE59-472F-943D-E2D41BB34FCE}" type="presParOf" srcId="{284F2606-C745-4283-911E-C3005ECB0980}" destId="{8DA218F4-55F0-4C1E-87BB-044CF901C644}" srcOrd="2" destOrd="0" presId="urn:microsoft.com/office/officeart/2005/8/layout/orgChart1"/>
    <dgm:cxn modelId="{4DDF1E78-1A0B-409F-9FDD-E1585D0B4D52}" type="presParOf" srcId="{3B463270-EBD1-4AE8-AE04-4E9E958E2030}" destId="{C2AFC6AF-2FBC-4205-AA82-6C900F28F326}" srcOrd="2" destOrd="0" presId="urn:microsoft.com/office/officeart/2005/8/layout/orgChart1"/>
    <dgm:cxn modelId="{C9BAEC10-855E-4534-9538-EAFD407529A9}" type="presParOf" srcId="{3B463270-EBD1-4AE8-AE04-4E9E958E2030}" destId="{8E91E073-B5D7-4EE4-B7F6-A492BADC622D}" srcOrd="3" destOrd="0" presId="urn:microsoft.com/office/officeart/2005/8/layout/orgChart1"/>
    <dgm:cxn modelId="{221C39B5-D2EC-4BD2-8B81-E1978E072DA4}" type="presParOf" srcId="{8E91E073-B5D7-4EE4-B7F6-A492BADC622D}" destId="{920C053D-3069-4538-8E27-3EFA2EFE05DB}" srcOrd="0" destOrd="0" presId="urn:microsoft.com/office/officeart/2005/8/layout/orgChart1"/>
    <dgm:cxn modelId="{1E10A5F2-ADFC-454A-B6C6-DC440B0757BD}" type="presParOf" srcId="{920C053D-3069-4538-8E27-3EFA2EFE05DB}" destId="{818B37AC-63C0-4633-9B8B-96AE81E725FF}" srcOrd="0" destOrd="0" presId="urn:microsoft.com/office/officeart/2005/8/layout/orgChart1"/>
    <dgm:cxn modelId="{66D16E9E-AEDC-4ED2-94BC-FB16738D4F9B}" type="presParOf" srcId="{920C053D-3069-4538-8E27-3EFA2EFE05DB}" destId="{C946A25C-E114-411C-B980-ECBB7CDBF6DC}" srcOrd="1" destOrd="0" presId="urn:microsoft.com/office/officeart/2005/8/layout/orgChart1"/>
    <dgm:cxn modelId="{A992CBA9-6FF8-4A51-A4AA-4B7A154C2662}" type="presParOf" srcId="{8E91E073-B5D7-4EE4-B7F6-A492BADC622D}" destId="{3DC9BEF4-883B-4E1C-A132-F902F2A87CE4}" srcOrd="1" destOrd="0" presId="urn:microsoft.com/office/officeart/2005/8/layout/orgChart1"/>
    <dgm:cxn modelId="{F2EADF9E-4D8A-43AC-8E0F-7157F6E6B4F0}" type="presParOf" srcId="{8E91E073-B5D7-4EE4-B7F6-A492BADC622D}" destId="{B908D0CB-7E6C-459D-A3FA-64B145481A08}" srcOrd="2" destOrd="0" presId="urn:microsoft.com/office/officeart/2005/8/layout/orgChart1"/>
    <dgm:cxn modelId="{6899860B-1E37-4E08-97D9-9418624E7800}" type="presParOf" srcId="{7DD06E2F-EF05-4856-BA3C-8664825C5AD6}" destId="{AAB248F1-F72A-48BB-ACB4-FEF208A0E9C8}" srcOrd="2" destOrd="0" presId="urn:microsoft.com/office/officeart/2005/8/layout/orgChart1"/>
    <dgm:cxn modelId="{55458541-84FD-41F9-8200-4DB64014BF44}" type="presParOf" srcId="{64E351EF-F488-49B6-B121-BE6AE672F99C}" destId="{AF8C5273-D10D-4041-9D33-F84AC9DD6274}" srcOrd="2" destOrd="0" presId="urn:microsoft.com/office/officeart/2005/8/layout/orgChart1"/>
    <dgm:cxn modelId="{B91BFA9D-9C89-4E6E-AD3C-64294F538131}" type="presParOf" srcId="{64E351EF-F488-49B6-B121-BE6AE672F99C}" destId="{02BB1D5B-C877-424D-8B3C-472A83E97844}" srcOrd="3" destOrd="0" presId="urn:microsoft.com/office/officeart/2005/8/layout/orgChart1"/>
    <dgm:cxn modelId="{618165BC-6B0D-4491-A4E3-92F6D89E1CE5}" type="presParOf" srcId="{02BB1D5B-C877-424D-8B3C-472A83E97844}" destId="{4D548F08-404D-4723-8A54-D09F27F8CE8C}" srcOrd="0" destOrd="0" presId="urn:microsoft.com/office/officeart/2005/8/layout/orgChart1"/>
    <dgm:cxn modelId="{61C20602-C8C9-48CD-A237-7EEE10B58360}" type="presParOf" srcId="{4D548F08-404D-4723-8A54-D09F27F8CE8C}" destId="{FB0B7530-062B-4BD8-985B-D128FF82B9DC}" srcOrd="0" destOrd="0" presId="urn:microsoft.com/office/officeart/2005/8/layout/orgChart1"/>
    <dgm:cxn modelId="{A489FC7E-4389-44C2-9FEB-E4CDFA14B525}" type="presParOf" srcId="{4D548F08-404D-4723-8A54-D09F27F8CE8C}" destId="{EA2BBF94-5F52-4FAA-B468-46FD0E8252BB}" srcOrd="1" destOrd="0" presId="urn:microsoft.com/office/officeart/2005/8/layout/orgChart1"/>
    <dgm:cxn modelId="{2AD6C40A-0DF3-4162-AFAB-B7F2DCEBA139}" type="presParOf" srcId="{02BB1D5B-C877-424D-8B3C-472A83E97844}" destId="{DCBF05B9-1AD1-4C86-A48C-4F591955A686}" srcOrd="1" destOrd="0" presId="urn:microsoft.com/office/officeart/2005/8/layout/orgChart1"/>
    <dgm:cxn modelId="{EE61C505-BFE9-495C-812F-7210CBD02114}" type="presParOf" srcId="{DCBF05B9-1AD1-4C86-A48C-4F591955A686}" destId="{142EBC62-A6F0-47C4-BFBA-C4B85AAE007E}" srcOrd="0" destOrd="0" presId="urn:microsoft.com/office/officeart/2005/8/layout/orgChart1"/>
    <dgm:cxn modelId="{0DC0C157-51A4-4C92-871D-84D35590D667}" type="presParOf" srcId="{DCBF05B9-1AD1-4C86-A48C-4F591955A686}" destId="{47034C1C-9BBA-4C15-8152-7E7A8A10372A}" srcOrd="1" destOrd="0" presId="urn:microsoft.com/office/officeart/2005/8/layout/orgChart1"/>
    <dgm:cxn modelId="{8FAD19E5-934D-4260-A9F7-48D750C8EB1D}" type="presParOf" srcId="{47034C1C-9BBA-4C15-8152-7E7A8A10372A}" destId="{07F6BC40-0B5B-4284-A29C-212592B88ABA}" srcOrd="0" destOrd="0" presId="urn:microsoft.com/office/officeart/2005/8/layout/orgChart1"/>
    <dgm:cxn modelId="{A77EB46C-42D9-4714-A5EF-C2F77C48C76E}" type="presParOf" srcId="{07F6BC40-0B5B-4284-A29C-212592B88ABA}" destId="{8B35DB0B-7588-45B3-A1DC-79E496E90A33}" srcOrd="0" destOrd="0" presId="urn:microsoft.com/office/officeart/2005/8/layout/orgChart1"/>
    <dgm:cxn modelId="{FC61DCFB-E740-478A-BA6A-5D7DDBEBEC1B}" type="presParOf" srcId="{07F6BC40-0B5B-4284-A29C-212592B88ABA}" destId="{EBAC0AE4-5675-4F14-A3E1-29D41CD5A064}" srcOrd="1" destOrd="0" presId="urn:microsoft.com/office/officeart/2005/8/layout/orgChart1"/>
    <dgm:cxn modelId="{BA9D2B21-ECCC-4D5A-B15E-2C40244EFA89}" type="presParOf" srcId="{47034C1C-9BBA-4C15-8152-7E7A8A10372A}" destId="{ED1781A0-517B-4245-9B8E-3F108180733B}" srcOrd="1" destOrd="0" presId="urn:microsoft.com/office/officeart/2005/8/layout/orgChart1"/>
    <dgm:cxn modelId="{9DCDD65F-BE85-49FC-89AB-3E8B117D38AB}" type="presParOf" srcId="{ED1781A0-517B-4245-9B8E-3F108180733B}" destId="{26EBBFCE-AD8C-4D18-8575-AE90ECC8107D}" srcOrd="0" destOrd="0" presId="urn:microsoft.com/office/officeart/2005/8/layout/orgChart1"/>
    <dgm:cxn modelId="{46B299E2-FC42-4903-852F-13CAF6939203}" type="presParOf" srcId="{ED1781A0-517B-4245-9B8E-3F108180733B}" destId="{E7466D1E-E769-4183-9BCF-2C1D4C793394}" srcOrd="1" destOrd="0" presId="urn:microsoft.com/office/officeart/2005/8/layout/orgChart1"/>
    <dgm:cxn modelId="{A4DE7C97-6D6F-4069-AE9E-AF20DFC10580}" type="presParOf" srcId="{E7466D1E-E769-4183-9BCF-2C1D4C793394}" destId="{A5DDAA2F-1757-49E9-81C5-51D15835C23C}" srcOrd="0" destOrd="0" presId="urn:microsoft.com/office/officeart/2005/8/layout/orgChart1"/>
    <dgm:cxn modelId="{DB2F870A-9A54-4A41-9DCD-2BFEDD41292E}" type="presParOf" srcId="{A5DDAA2F-1757-49E9-81C5-51D15835C23C}" destId="{6E54CA3D-187E-4E0E-B361-91B69EFC7087}" srcOrd="0" destOrd="0" presId="urn:microsoft.com/office/officeart/2005/8/layout/orgChart1"/>
    <dgm:cxn modelId="{5F76093D-AE4A-4EC6-99EF-6320E8593786}" type="presParOf" srcId="{A5DDAA2F-1757-49E9-81C5-51D15835C23C}" destId="{A9486A44-7121-4D57-BC3F-BA68A8D40C9B}" srcOrd="1" destOrd="0" presId="urn:microsoft.com/office/officeart/2005/8/layout/orgChart1"/>
    <dgm:cxn modelId="{21349BC0-6CA2-4C18-BC90-B5D33D1703ED}" type="presParOf" srcId="{E7466D1E-E769-4183-9BCF-2C1D4C793394}" destId="{D92F7025-4936-41DF-815F-95C020202EB6}" srcOrd="1" destOrd="0" presId="urn:microsoft.com/office/officeart/2005/8/layout/orgChart1"/>
    <dgm:cxn modelId="{8D2E3B5B-4CC2-44D7-BE6C-9E0DD1F6359C}" type="presParOf" srcId="{E7466D1E-E769-4183-9BCF-2C1D4C793394}" destId="{FC5189D9-5E28-4DD4-9BB1-84C36ADC17C1}" srcOrd="2" destOrd="0" presId="urn:microsoft.com/office/officeart/2005/8/layout/orgChart1"/>
    <dgm:cxn modelId="{9B65AC65-3873-4584-A444-35F166479D6A}" type="presParOf" srcId="{47034C1C-9BBA-4C15-8152-7E7A8A10372A}" destId="{C5B986F0-64B5-4DB5-90D1-8FC36720A10D}" srcOrd="2" destOrd="0" presId="urn:microsoft.com/office/officeart/2005/8/layout/orgChart1"/>
    <dgm:cxn modelId="{B551B6D8-AE0B-479C-AE29-9328A3CD0721}" type="presParOf" srcId="{DCBF05B9-1AD1-4C86-A48C-4F591955A686}" destId="{79EF83F8-9EEF-41CB-933D-51E942D763C4}" srcOrd="2" destOrd="0" presId="urn:microsoft.com/office/officeart/2005/8/layout/orgChart1"/>
    <dgm:cxn modelId="{19612509-8361-4253-B43F-5D7188D137F9}" type="presParOf" srcId="{DCBF05B9-1AD1-4C86-A48C-4F591955A686}" destId="{298538B8-6D7D-467A-826B-D1C658866150}" srcOrd="3" destOrd="0" presId="urn:microsoft.com/office/officeart/2005/8/layout/orgChart1"/>
    <dgm:cxn modelId="{59BC8C04-AF58-4162-8F78-BB9FD68D0A1E}" type="presParOf" srcId="{298538B8-6D7D-467A-826B-D1C658866150}" destId="{BD95456B-5916-4249-9E54-07FB17E39C27}" srcOrd="0" destOrd="0" presId="urn:microsoft.com/office/officeart/2005/8/layout/orgChart1"/>
    <dgm:cxn modelId="{DC504786-7F73-4C85-A478-3BA6A6BCA246}" type="presParOf" srcId="{BD95456B-5916-4249-9E54-07FB17E39C27}" destId="{1AFB9E6A-F0C2-41FC-AD61-B1C0493D9BCC}" srcOrd="0" destOrd="0" presId="urn:microsoft.com/office/officeart/2005/8/layout/orgChart1"/>
    <dgm:cxn modelId="{D3183A7F-747C-4D01-BF84-0966E219EDD5}" type="presParOf" srcId="{BD95456B-5916-4249-9E54-07FB17E39C27}" destId="{61495AB6-2DBC-4ECE-BC55-56485EC992C4}" srcOrd="1" destOrd="0" presId="urn:microsoft.com/office/officeart/2005/8/layout/orgChart1"/>
    <dgm:cxn modelId="{D99618BC-E0A2-4194-8EA7-237A206204B3}" type="presParOf" srcId="{298538B8-6D7D-467A-826B-D1C658866150}" destId="{6C66C2D8-FE06-42B9-9FA4-A18CF5F43F3A}" srcOrd="1" destOrd="0" presId="urn:microsoft.com/office/officeart/2005/8/layout/orgChart1"/>
    <dgm:cxn modelId="{B754F59E-D617-4031-9153-089DD04D1D40}" type="presParOf" srcId="{6C66C2D8-FE06-42B9-9FA4-A18CF5F43F3A}" destId="{E1490CEC-50D8-4CEA-B93E-C5501A27A44E}" srcOrd="0" destOrd="0" presId="urn:microsoft.com/office/officeart/2005/8/layout/orgChart1"/>
    <dgm:cxn modelId="{CEC3F5EB-CDC3-4062-AD69-5F0667CCCAF0}" type="presParOf" srcId="{6C66C2D8-FE06-42B9-9FA4-A18CF5F43F3A}" destId="{02BC4F2B-5F55-4081-A626-FA41A835B24B}" srcOrd="1" destOrd="0" presId="urn:microsoft.com/office/officeart/2005/8/layout/orgChart1"/>
    <dgm:cxn modelId="{03B99D82-99DE-4EC9-B8A3-839DE35847C1}" type="presParOf" srcId="{02BC4F2B-5F55-4081-A626-FA41A835B24B}" destId="{4818B2B3-96A8-4B4D-BEA9-66A8F75E2740}" srcOrd="0" destOrd="0" presId="urn:microsoft.com/office/officeart/2005/8/layout/orgChart1"/>
    <dgm:cxn modelId="{002C3374-08D2-4571-AFAA-2795F6DCF1C4}" type="presParOf" srcId="{4818B2B3-96A8-4B4D-BEA9-66A8F75E2740}" destId="{4EC1AE2E-338A-4ED5-A6CE-F80B4D8F5C99}" srcOrd="0" destOrd="0" presId="urn:microsoft.com/office/officeart/2005/8/layout/orgChart1"/>
    <dgm:cxn modelId="{DC541258-8F03-456B-940D-54BC20ECF198}" type="presParOf" srcId="{4818B2B3-96A8-4B4D-BEA9-66A8F75E2740}" destId="{5D42E168-4B0E-4411-B335-14ED146A0B89}" srcOrd="1" destOrd="0" presId="urn:microsoft.com/office/officeart/2005/8/layout/orgChart1"/>
    <dgm:cxn modelId="{2A372EDD-DE1C-4C57-B063-53B224220505}" type="presParOf" srcId="{02BC4F2B-5F55-4081-A626-FA41A835B24B}" destId="{FBAD8961-C0D9-4098-BF87-D7F588410668}" srcOrd="1" destOrd="0" presId="urn:microsoft.com/office/officeart/2005/8/layout/orgChart1"/>
    <dgm:cxn modelId="{18EBC3AD-9E97-40AB-B8F8-BF2F5E946551}" type="presParOf" srcId="{02BC4F2B-5F55-4081-A626-FA41A835B24B}" destId="{FCF21A54-1A0B-4D62-ABAD-2D8EF68A8318}" srcOrd="2" destOrd="0" presId="urn:microsoft.com/office/officeart/2005/8/layout/orgChart1"/>
    <dgm:cxn modelId="{D849DBA7-94DC-4961-9731-A5064957AE2C}" type="presParOf" srcId="{6C66C2D8-FE06-42B9-9FA4-A18CF5F43F3A}" destId="{DE59FC83-626C-4A21-8DE3-50A46585FF73}" srcOrd="2" destOrd="0" presId="urn:microsoft.com/office/officeart/2005/8/layout/orgChart1"/>
    <dgm:cxn modelId="{576DCEED-AD78-4553-A789-2E3DB563A9F6}" type="presParOf" srcId="{6C66C2D8-FE06-42B9-9FA4-A18CF5F43F3A}" destId="{0AD30CD0-F606-489B-96F2-82033E929513}" srcOrd="3" destOrd="0" presId="urn:microsoft.com/office/officeart/2005/8/layout/orgChart1"/>
    <dgm:cxn modelId="{E0FC4892-BF84-4A97-AA2C-C5CA8ABCB5FD}" type="presParOf" srcId="{0AD30CD0-F606-489B-96F2-82033E929513}" destId="{15441584-6BED-42AD-92A4-78801B6710F6}" srcOrd="0" destOrd="0" presId="urn:microsoft.com/office/officeart/2005/8/layout/orgChart1"/>
    <dgm:cxn modelId="{636C6A8A-7F11-43C6-BAB6-27046E131D41}" type="presParOf" srcId="{15441584-6BED-42AD-92A4-78801B6710F6}" destId="{6CF44D67-12FD-4A26-9735-9A4F8A3827DB}" srcOrd="0" destOrd="0" presId="urn:microsoft.com/office/officeart/2005/8/layout/orgChart1"/>
    <dgm:cxn modelId="{148FFCC1-FD74-487D-8F8A-48269AC02ECB}" type="presParOf" srcId="{15441584-6BED-42AD-92A4-78801B6710F6}" destId="{DB8F4E5C-FCCC-448C-A0DB-F31D1AE7A7D9}" srcOrd="1" destOrd="0" presId="urn:microsoft.com/office/officeart/2005/8/layout/orgChart1"/>
    <dgm:cxn modelId="{C6599096-AF7E-49AB-A2DA-78FC91E016D0}" type="presParOf" srcId="{0AD30CD0-F606-489B-96F2-82033E929513}" destId="{4348358C-789D-4C16-8FFB-0641F988789A}" srcOrd="1" destOrd="0" presId="urn:microsoft.com/office/officeart/2005/8/layout/orgChart1"/>
    <dgm:cxn modelId="{6A6FBF20-7C36-44CE-9311-5A0E1D2D789C}" type="presParOf" srcId="{0AD30CD0-F606-489B-96F2-82033E929513}" destId="{6AA4762E-69B8-4597-B89A-06122949CD91}" srcOrd="2" destOrd="0" presId="urn:microsoft.com/office/officeart/2005/8/layout/orgChart1"/>
    <dgm:cxn modelId="{CAD6C834-C28C-4E03-9215-44ADB592EB46}" type="presParOf" srcId="{6C66C2D8-FE06-42B9-9FA4-A18CF5F43F3A}" destId="{2BCAABC5-06CD-4489-978F-1BD2FCA55CD7}" srcOrd="4" destOrd="0" presId="urn:microsoft.com/office/officeart/2005/8/layout/orgChart1"/>
    <dgm:cxn modelId="{C5D2AE15-3DB8-4AA6-9AA0-D30606D1566F}" type="presParOf" srcId="{6C66C2D8-FE06-42B9-9FA4-A18CF5F43F3A}" destId="{9EE2FFDB-4DDB-45D6-ABB9-6741BE3F2C29}" srcOrd="5" destOrd="0" presId="urn:microsoft.com/office/officeart/2005/8/layout/orgChart1"/>
    <dgm:cxn modelId="{C4620032-DDE7-4E65-B8E5-7883085741C1}" type="presParOf" srcId="{9EE2FFDB-4DDB-45D6-ABB9-6741BE3F2C29}" destId="{69322686-129C-4CCD-A700-5A0D0AA5252F}" srcOrd="0" destOrd="0" presId="urn:microsoft.com/office/officeart/2005/8/layout/orgChart1"/>
    <dgm:cxn modelId="{CF1A3141-E0EF-47A2-944B-BFBD247D6872}" type="presParOf" srcId="{69322686-129C-4CCD-A700-5A0D0AA5252F}" destId="{6C420539-4741-4A30-B2AF-9C0148D85AB6}" srcOrd="0" destOrd="0" presId="urn:microsoft.com/office/officeart/2005/8/layout/orgChart1"/>
    <dgm:cxn modelId="{CFC530B2-A2BE-4FFC-B16C-BF29F70DC3B5}" type="presParOf" srcId="{69322686-129C-4CCD-A700-5A0D0AA5252F}" destId="{40D6D017-D996-4F08-A7B7-F8972426438A}" srcOrd="1" destOrd="0" presId="urn:microsoft.com/office/officeart/2005/8/layout/orgChart1"/>
    <dgm:cxn modelId="{A7E4145D-E9B5-471E-9D24-3CB44BBF5139}" type="presParOf" srcId="{9EE2FFDB-4DDB-45D6-ABB9-6741BE3F2C29}" destId="{697A07B1-55A2-4805-8CC6-28F091BCAB27}" srcOrd="1" destOrd="0" presId="urn:microsoft.com/office/officeart/2005/8/layout/orgChart1"/>
    <dgm:cxn modelId="{1250306A-EBF9-4DF3-8552-B0A394B1DACC}" type="presParOf" srcId="{9EE2FFDB-4DDB-45D6-ABB9-6741BE3F2C29}" destId="{679A52B8-EC8C-40E4-AF3F-E2E861C4BD8B}" srcOrd="2" destOrd="0" presId="urn:microsoft.com/office/officeart/2005/8/layout/orgChart1"/>
    <dgm:cxn modelId="{E8950659-A372-431C-BFBF-E950C1B68FA9}" type="presParOf" srcId="{298538B8-6D7D-467A-826B-D1C658866150}" destId="{3AB092F4-CFA9-4B40-BC3E-58B0FD0E6CB0}" srcOrd="2" destOrd="0" presId="urn:microsoft.com/office/officeart/2005/8/layout/orgChart1"/>
    <dgm:cxn modelId="{4B1B6240-B5E8-4240-A58F-26EDDD0AC022}" type="presParOf" srcId="{02BB1D5B-C877-424D-8B3C-472A83E97844}" destId="{592157BE-3F32-40B5-BF59-FF24CE1C135C}" srcOrd="2" destOrd="0" presId="urn:microsoft.com/office/officeart/2005/8/layout/orgChart1"/>
    <dgm:cxn modelId="{05E2D587-5B27-4D99-A56E-E4105E405AE4}" type="presParOf" srcId="{64E351EF-F488-49B6-B121-BE6AE672F99C}" destId="{8E84B207-99ED-4C74-8AF8-CE56AE7DF3D0}" srcOrd="4" destOrd="0" presId="urn:microsoft.com/office/officeart/2005/8/layout/orgChart1"/>
    <dgm:cxn modelId="{974DAD4A-CBAD-45AA-B439-8CB9173C603C}" type="presParOf" srcId="{64E351EF-F488-49B6-B121-BE6AE672F99C}" destId="{DCB8C79C-7D8A-4CF8-98E9-FA72BC578554}" srcOrd="5" destOrd="0" presId="urn:microsoft.com/office/officeart/2005/8/layout/orgChart1"/>
    <dgm:cxn modelId="{51B15A53-1F03-4230-9A59-9DF756C3A7B7}" type="presParOf" srcId="{DCB8C79C-7D8A-4CF8-98E9-FA72BC578554}" destId="{7C175445-ECE9-4E84-A3C1-CDD2ED4D5DC8}" srcOrd="0" destOrd="0" presId="urn:microsoft.com/office/officeart/2005/8/layout/orgChart1"/>
    <dgm:cxn modelId="{761A1E00-5C54-4461-B392-CFA47107D211}" type="presParOf" srcId="{7C175445-ECE9-4E84-A3C1-CDD2ED4D5DC8}" destId="{AFF3394B-5DB1-44DF-93F8-EBAE89EBF87F}" srcOrd="0" destOrd="0" presId="urn:microsoft.com/office/officeart/2005/8/layout/orgChart1"/>
    <dgm:cxn modelId="{5B96BE95-A5ED-4032-8197-97E4098E4BC8}" type="presParOf" srcId="{7C175445-ECE9-4E84-A3C1-CDD2ED4D5DC8}" destId="{14E4893D-B9B6-43D9-960F-689D36EEF84B}" srcOrd="1" destOrd="0" presId="urn:microsoft.com/office/officeart/2005/8/layout/orgChart1"/>
    <dgm:cxn modelId="{67BB5869-C206-4AE7-894B-914C6CA0DC12}" type="presParOf" srcId="{DCB8C79C-7D8A-4CF8-98E9-FA72BC578554}" destId="{2992FE5F-97C8-4FF7-A634-140230A91FB8}" srcOrd="1" destOrd="0" presId="urn:microsoft.com/office/officeart/2005/8/layout/orgChart1"/>
    <dgm:cxn modelId="{340A8C03-81BD-48F0-925C-D246A2C2CC73}" type="presParOf" srcId="{2992FE5F-97C8-4FF7-A634-140230A91FB8}" destId="{9A2A0C61-80ED-47F3-A64E-FE86837F473B}" srcOrd="0" destOrd="0" presId="urn:microsoft.com/office/officeart/2005/8/layout/orgChart1"/>
    <dgm:cxn modelId="{9FB7AC03-9E84-4980-9BF1-8A8D3EC009EC}" type="presParOf" srcId="{2992FE5F-97C8-4FF7-A634-140230A91FB8}" destId="{2D923D32-7F2D-40EF-851F-326F9A145048}" srcOrd="1" destOrd="0" presId="urn:microsoft.com/office/officeart/2005/8/layout/orgChart1"/>
    <dgm:cxn modelId="{5F9ABD35-2FB1-405F-BFD8-CA36491A3DA2}" type="presParOf" srcId="{2D923D32-7F2D-40EF-851F-326F9A145048}" destId="{3049A124-7D1E-4520-933B-3E0FF98B68EA}" srcOrd="0" destOrd="0" presId="urn:microsoft.com/office/officeart/2005/8/layout/orgChart1"/>
    <dgm:cxn modelId="{04C79CCB-50AD-433A-A199-281250A8EBF2}" type="presParOf" srcId="{3049A124-7D1E-4520-933B-3E0FF98B68EA}" destId="{95622CF6-7D1C-4C25-A54F-F686496A6FFF}" srcOrd="0" destOrd="0" presId="urn:microsoft.com/office/officeart/2005/8/layout/orgChart1"/>
    <dgm:cxn modelId="{9B2B9B2D-C3E1-4A32-99B6-D812BD87EB76}" type="presParOf" srcId="{3049A124-7D1E-4520-933B-3E0FF98B68EA}" destId="{54715690-C15E-49F4-BBF3-99EC7DCB739C}" srcOrd="1" destOrd="0" presId="urn:microsoft.com/office/officeart/2005/8/layout/orgChart1"/>
    <dgm:cxn modelId="{7E028F41-37C3-4CC5-954A-FAE29D1DF538}" type="presParOf" srcId="{2D923D32-7F2D-40EF-851F-326F9A145048}" destId="{89D319A1-D187-4946-AFBB-4B28FD3AA544}" srcOrd="1" destOrd="0" presId="urn:microsoft.com/office/officeart/2005/8/layout/orgChart1"/>
    <dgm:cxn modelId="{04411D62-C979-47AB-AC42-603F8D21B80C}" type="presParOf" srcId="{2D923D32-7F2D-40EF-851F-326F9A145048}" destId="{5153C3F5-0212-46F2-BEAE-99504A6C7E2E}" srcOrd="2" destOrd="0" presId="urn:microsoft.com/office/officeart/2005/8/layout/orgChart1"/>
    <dgm:cxn modelId="{F4B03AE7-FEAD-4A4D-9118-DFC71A1AD6AA}" type="presParOf" srcId="{2992FE5F-97C8-4FF7-A634-140230A91FB8}" destId="{E26F12A3-7E0C-4DD8-96BB-2FFA78C32AC0}" srcOrd="2" destOrd="0" presId="urn:microsoft.com/office/officeart/2005/8/layout/orgChart1"/>
    <dgm:cxn modelId="{9EF70D32-8376-4A2D-9C51-7708703B2EA3}" type="presParOf" srcId="{2992FE5F-97C8-4FF7-A634-140230A91FB8}" destId="{BC3E628A-4A84-4D3A-8039-9716458F13B3}" srcOrd="3" destOrd="0" presId="urn:microsoft.com/office/officeart/2005/8/layout/orgChart1"/>
    <dgm:cxn modelId="{45533C3C-02BB-4BB7-8A26-589E27ECD6D6}" type="presParOf" srcId="{BC3E628A-4A84-4D3A-8039-9716458F13B3}" destId="{7113EA17-D66B-414D-B6C0-7A30E87FCEF8}" srcOrd="0" destOrd="0" presId="urn:microsoft.com/office/officeart/2005/8/layout/orgChart1"/>
    <dgm:cxn modelId="{1E0AF3CF-73F1-4641-8061-2716835D5D53}" type="presParOf" srcId="{7113EA17-D66B-414D-B6C0-7A30E87FCEF8}" destId="{70C26BD4-02D6-4A68-B3DF-DA87223DEE16}" srcOrd="0" destOrd="0" presId="urn:microsoft.com/office/officeart/2005/8/layout/orgChart1"/>
    <dgm:cxn modelId="{FD089397-8249-4E68-9DBE-396290DA7A69}" type="presParOf" srcId="{7113EA17-D66B-414D-B6C0-7A30E87FCEF8}" destId="{51DE2930-B129-4371-AEF3-6684B7E79871}" srcOrd="1" destOrd="0" presId="urn:microsoft.com/office/officeart/2005/8/layout/orgChart1"/>
    <dgm:cxn modelId="{6B4FF6BF-A625-4F03-A672-A7CE12CA4C57}" type="presParOf" srcId="{BC3E628A-4A84-4D3A-8039-9716458F13B3}" destId="{3C74E52F-0BCA-49E8-8993-D64C3BC1C6F2}" srcOrd="1" destOrd="0" presId="urn:microsoft.com/office/officeart/2005/8/layout/orgChart1"/>
    <dgm:cxn modelId="{022D3ADB-419E-4D44-B9FC-A2B2B29D6DF8}" type="presParOf" srcId="{BC3E628A-4A84-4D3A-8039-9716458F13B3}" destId="{A485E587-7BD2-4511-808A-0DB3717661CF}" srcOrd="2" destOrd="0" presId="urn:microsoft.com/office/officeart/2005/8/layout/orgChart1"/>
    <dgm:cxn modelId="{947437B4-9CA2-4A95-BAE5-AA30CC9437E2}" type="presParOf" srcId="{DCB8C79C-7D8A-4CF8-98E9-FA72BC578554}" destId="{11D36CFB-1E21-431C-8A3B-FE96A8B461D0}" srcOrd="2" destOrd="0" presId="urn:microsoft.com/office/officeart/2005/8/layout/orgChart1"/>
    <dgm:cxn modelId="{379BAAB4-023B-4907-946D-BE5486A599DF}" type="presParOf" srcId="{64E351EF-F488-49B6-B121-BE6AE672F99C}" destId="{0675947F-58C3-4294-9FD0-49F6B6649CCC}" srcOrd="6" destOrd="0" presId="urn:microsoft.com/office/officeart/2005/8/layout/orgChart1"/>
    <dgm:cxn modelId="{FFB67DED-1E62-49E5-9FAA-BC5151861BE7}" type="presParOf" srcId="{64E351EF-F488-49B6-B121-BE6AE672F99C}" destId="{D9B7EF52-FCF2-487A-A3AB-D38642958249}" srcOrd="7" destOrd="0" presId="urn:microsoft.com/office/officeart/2005/8/layout/orgChart1"/>
    <dgm:cxn modelId="{C437A7FD-46D4-4BA5-835E-27A4C26A60C9}" type="presParOf" srcId="{D9B7EF52-FCF2-487A-A3AB-D38642958249}" destId="{C19F83FD-734E-44F9-B466-588450B0E1A7}" srcOrd="0" destOrd="0" presId="urn:microsoft.com/office/officeart/2005/8/layout/orgChart1"/>
    <dgm:cxn modelId="{35498B0D-A96E-45CF-8349-B44B5DB7DC1A}" type="presParOf" srcId="{C19F83FD-734E-44F9-B466-588450B0E1A7}" destId="{010D1159-017B-4C13-BD2A-8C28C38BD2EE}" srcOrd="0" destOrd="0" presId="urn:microsoft.com/office/officeart/2005/8/layout/orgChart1"/>
    <dgm:cxn modelId="{37AA0187-5616-40BA-BA6D-708ED778434E}" type="presParOf" srcId="{C19F83FD-734E-44F9-B466-588450B0E1A7}" destId="{D89BF02E-A3AC-45FF-AB9D-1D05DF1D1D05}" srcOrd="1" destOrd="0" presId="urn:microsoft.com/office/officeart/2005/8/layout/orgChart1"/>
    <dgm:cxn modelId="{09AB479B-ECFD-4270-BA8C-A2F7723E103E}" type="presParOf" srcId="{D9B7EF52-FCF2-487A-A3AB-D38642958249}" destId="{120BCE51-12DE-4854-8DA1-4E49D48FF152}" srcOrd="1" destOrd="0" presId="urn:microsoft.com/office/officeart/2005/8/layout/orgChart1"/>
    <dgm:cxn modelId="{5CA01A2C-3E38-4190-B316-9AF5E624B175}" type="presParOf" srcId="{D9B7EF52-FCF2-487A-A3AB-D38642958249}" destId="{6E39242E-5844-4507-95F7-1D70245FDD6A}" srcOrd="2" destOrd="0" presId="urn:microsoft.com/office/officeart/2005/8/layout/orgChart1"/>
    <dgm:cxn modelId="{F457A96B-61ED-4814-914E-6F63CC9844C3}" type="presParOf" srcId="{7C143D63-01C7-4CAB-8DEE-D99E773F391D}" destId="{C39CBE97-D800-432E-9C88-EB974AEE7298}" srcOrd="2" destOrd="0" presId="urn:microsoft.com/office/officeart/2005/8/layout/orgChart1"/>
    <dgm:cxn modelId="{1CDA8F28-18DB-49B3-9E8D-B04FB2CF62A8}" type="presParOf" srcId="{C39CBE97-D800-432E-9C88-EB974AEE7298}" destId="{E584024A-061D-43B0-8058-DE9B9FBD6751}" srcOrd="0" destOrd="0" presId="urn:microsoft.com/office/officeart/2005/8/layout/orgChart1"/>
    <dgm:cxn modelId="{B293E105-610D-4979-8061-FF7E9324A019}" type="presParOf" srcId="{C39CBE97-D800-432E-9C88-EB974AEE7298}" destId="{317E8258-3D19-4D88-B612-EEC30A077C0E}" srcOrd="1" destOrd="0" presId="urn:microsoft.com/office/officeart/2005/8/layout/orgChart1"/>
    <dgm:cxn modelId="{2422092E-1023-42B4-A7EA-593AE09C4FD8}" type="presParOf" srcId="{317E8258-3D19-4D88-B612-EEC30A077C0E}" destId="{146A7218-93A9-4AF8-BFC1-D95CD845CB0C}" srcOrd="0" destOrd="0" presId="urn:microsoft.com/office/officeart/2005/8/layout/orgChart1"/>
    <dgm:cxn modelId="{10665D78-D952-4049-B401-A1F2B8920DE9}" type="presParOf" srcId="{146A7218-93A9-4AF8-BFC1-D95CD845CB0C}" destId="{7C05388F-A5EE-4EE7-BBF0-75087F0F8ECA}" srcOrd="0" destOrd="0" presId="urn:microsoft.com/office/officeart/2005/8/layout/orgChart1"/>
    <dgm:cxn modelId="{21FE3AD5-A4E6-44D2-9580-D0AEFB9565D1}" type="presParOf" srcId="{146A7218-93A9-4AF8-BFC1-D95CD845CB0C}" destId="{F357603D-72A9-4501-893F-35A7300DA4C6}" srcOrd="1" destOrd="0" presId="urn:microsoft.com/office/officeart/2005/8/layout/orgChart1"/>
    <dgm:cxn modelId="{BC83EFBF-2EEC-4301-856B-EC97B3D19117}" type="presParOf" srcId="{317E8258-3D19-4D88-B612-EEC30A077C0E}" destId="{9217CE95-745F-48B5-92BC-1F9D271E89C5}" srcOrd="1" destOrd="0" presId="urn:microsoft.com/office/officeart/2005/8/layout/orgChart1"/>
    <dgm:cxn modelId="{C300CF6A-AC65-4A8F-B784-6C75791182B5}" type="presParOf" srcId="{317E8258-3D19-4D88-B612-EEC30A077C0E}" destId="{1D7D0D90-D59E-41D1-ADAA-4101B3C02FE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BD5A1F-16A8-4594-B937-D713251717B6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A2397B0E-CAF3-431D-961D-C23F02E17520}">
      <dgm:prSet phldrT="[Text]"/>
      <dgm:spPr/>
      <dgm:t>
        <a:bodyPr/>
        <a:lstStyle/>
        <a:p>
          <a:r>
            <a:rPr lang="en-US" dirty="0"/>
            <a:t>SRE PO workflow</a:t>
          </a:r>
          <a:endParaRPr lang="en-DE" dirty="0"/>
        </a:p>
      </dgm:t>
    </dgm:pt>
    <dgm:pt modelId="{A02E5E14-8E36-4A6F-B29A-A662983ECD6A}" type="parTrans" cxnId="{BD6732F9-07E5-47AC-A077-8BA144FA4E17}">
      <dgm:prSet/>
      <dgm:spPr/>
      <dgm:t>
        <a:bodyPr/>
        <a:lstStyle/>
        <a:p>
          <a:endParaRPr lang="en-DE"/>
        </a:p>
      </dgm:t>
    </dgm:pt>
    <dgm:pt modelId="{716D21D2-8565-417E-906E-DFF8FE880655}" type="sibTrans" cxnId="{BD6732F9-07E5-47AC-A077-8BA144FA4E17}">
      <dgm:prSet/>
      <dgm:spPr/>
      <dgm:t>
        <a:bodyPr/>
        <a:lstStyle/>
        <a:p>
          <a:endParaRPr lang="en-DE"/>
        </a:p>
      </dgm:t>
    </dgm:pt>
    <dgm:pt modelId="{AE1AC352-9216-413B-B2AE-C928C77030A5}">
      <dgm:prSet phldrT="[Text]"/>
      <dgm:spPr/>
      <dgm:t>
        <a:bodyPr/>
        <a:lstStyle/>
        <a:p>
          <a:r>
            <a:rPr lang="en-US" dirty="0"/>
            <a:t>Expert </a:t>
          </a:r>
          <a:endParaRPr lang="en-DE" dirty="0"/>
        </a:p>
      </dgm:t>
    </dgm:pt>
    <dgm:pt modelId="{DB68DD75-3F8F-4C2F-9A19-140FA908B20B}" type="parTrans" cxnId="{60AE3726-34A9-4908-B321-889F954B8461}">
      <dgm:prSet/>
      <dgm:spPr/>
      <dgm:t>
        <a:bodyPr/>
        <a:lstStyle/>
        <a:p>
          <a:endParaRPr lang="en-DE"/>
        </a:p>
      </dgm:t>
    </dgm:pt>
    <dgm:pt modelId="{2BC41999-DFBB-4AE1-877D-0832D8FE474A}" type="sibTrans" cxnId="{60AE3726-34A9-4908-B321-889F954B8461}">
      <dgm:prSet/>
      <dgm:spPr/>
      <dgm:t>
        <a:bodyPr/>
        <a:lstStyle/>
        <a:p>
          <a:endParaRPr lang="en-DE"/>
        </a:p>
      </dgm:t>
    </dgm:pt>
    <dgm:pt modelId="{7115BA5E-335F-4F4C-833D-A39030DC6E81}">
      <dgm:prSet phldrT="[Text]"/>
      <dgm:spPr/>
      <dgm:t>
        <a:bodyPr/>
        <a:lstStyle/>
        <a:p>
          <a:r>
            <a:rPr lang="en-US" dirty="0" err="1"/>
            <a:t>Adhoc</a:t>
          </a:r>
          <a:r>
            <a:rPr lang="en-US" dirty="0"/>
            <a:t> (Optional)</a:t>
          </a:r>
          <a:endParaRPr lang="en-DE" dirty="0"/>
        </a:p>
      </dgm:t>
    </dgm:pt>
    <dgm:pt modelId="{0D3CE82F-AE34-405B-B596-9782674A14C9}" type="parTrans" cxnId="{E0A5F5F1-CE78-46C4-AE3E-9049BCC1BEAE}">
      <dgm:prSet/>
      <dgm:spPr/>
      <dgm:t>
        <a:bodyPr/>
        <a:lstStyle/>
        <a:p>
          <a:endParaRPr lang="en-DE"/>
        </a:p>
      </dgm:t>
    </dgm:pt>
    <dgm:pt modelId="{AA7318C5-FB88-4CE1-8EF0-AF1C53CC4932}" type="sibTrans" cxnId="{E0A5F5F1-CE78-46C4-AE3E-9049BCC1BEAE}">
      <dgm:prSet/>
      <dgm:spPr/>
      <dgm:t>
        <a:bodyPr/>
        <a:lstStyle/>
        <a:p>
          <a:endParaRPr lang="en-DE"/>
        </a:p>
      </dgm:t>
    </dgm:pt>
    <dgm:pt modelId="{EB1FF985-70CB-43EB-8913-C654F2153B96}">
      <dgm:prSet phldrT="[Text]"/>
      <dgm:spPr/>
      <dgm:t>
        <a:bodyPr/>
        <a:lstStyle/>
        <a:p>
          <a:r>
            <a:rPr lang="en-US" dirty="0"/>
            <a:t>SAT Approvers</a:t>
          </a:r>
          <a:endParaRPr lang="en-DE" dirty="0"/>
        </a:p>
      </dgm:t>
    </dgm:pt>
    <dgm:pt modelId="{B11A5BDC-EB63-4895-9C8C-D4AD64CA5BDE}" type="parTrans" cxnId="{4FB149E6-3815-4918-BB1A-EA7022DD8B03}">
      <dgm:prSet/>
      <dgm:spPr/>
      <dgm:t>
        <a:bodyPr/>
        <a:lstStyle/>
        <a:p>
          <a:endParaRPr lang="en-DE"/>
        </a:p>
      </dgm:t>
    </dgm:pt>
    <dgm:pt modelId="{B1B7907A-1198-4661-8517-C16EF7BCA8C7}" type="sibTrans" cxnId="{4FB149E6-3815-4918-BB1A-EA7022DD8B03}">
      <dgm:prSet/>
      <dgm:spPr/>
      <dgm:t>
        <a:bodyPr/>
        <a:lstStyle/>
        <a:p>
          <a:endParaRPr lang="en-DE"/>
        </a:p>
      </dgm:t>
    </dgm:pt>
    <dgm:pt modelId="{9C89E48D-AD46-4FF4-A022-B30437BE72B9}">
      <dgm:prSet phldrT="[Text]"/>
      <dgm:spPr/>
      <dgm:t>
        <a:bodyPr/>
        <a:lstStyle/>
        <a:p>
          <a:r>
            <a:rPr lang="en-US" dirty="0"/>
            <a:t>Commercial</a:t>
          </a:r>
          <a:endParaRPr lang="en-DE" dirty="0"/>
        </a:p>
      </dgm:t>
    </dgm:pt>
    <dgm:pt modelId="{057BA524-E560-4131-9A21-F4F6C226DBE3}" type="parTrans" cxnId="{366E92EC-2558-431A-834A-2F66DEC01125}">
      <dgm:prSet/>
      <dgm:spPr/>
      <dgm:t>
        <a:bodyPr/>
        <a:lstStyle/>
        <a:p>
          <a:endParaRPr lang="en-DE"/>
        </a:p>
      </dgm:t>
    </dgm:pt>
    <dgm:pt modelId="{865A976F-141C-4664-B6CE-E2045455C309}" type="sibTrans" cxnId="{366E92EC-2558-431A-834A-2F66DEC01125}">
      <dgm:prSet/>
      <dgm:spPr/>
      <dgm:t>
        <a:bodyPr/>
        <a:lstStyle/>
        <a:p>
          <a:endParaRPr lang="en-DE"/>
        </a:p>
      </dgm:t>
    </dgm:pt>
    <dgm:pt modelId="{2638DA1F-6642-4766-BF25-DB4580FD73B1}">
      <dgm:prSet phldrT="[Text]"/>
      <dgm:spPr/>
      <dgm:t>
        <a:bodyPr/>
        <a:lstStyle/>
        <a:p>
          <a:r>
            <a:rPr lang="en-US" dirty="0"/>
            <a:t>Functional</a:t>
          </a:r>
          <a:endParaRPr lang="en-DE" dirty="0"/>
        </a:p>
      </dgm:t>
    </dgm:pt>
    <dgm:pt modelId="{32EDD1A3-455E-4E6B-9344-462047ACAE4D}" type="parTrans" cxnId="{FE586646-6D6E-43BD-B052-22C1C5EB4263}">
      <dgm:prSet/>
      <dgm:spPr/>
      <dgm:t>
        <a:bodyPr/>
        <a:lstStyle/>
        <a:p>
          <a:endParaRPr lang="en-DE"/>
        </a:p>
      </dgm:t>
    </dgm:pt>
    <dgm:pt modelId="{766B0BEB-F175-458C-A0C8-0A744FB80122}" type="sibTrans" cxnId="{FE586646-6D6E-43BD-B052-22C1C5EB4263}">
      <dgm:prSet/>
      <dgm:spPr/>
      <dgm:t>
        <a:bodyPr/>
        <a:lstStyle/>
        <a:p>
          <a:endParaRPr lang="en-DE"/>
        </a:p>
      </dgm:t>
    </dgm:pt>
    <dgm:pt modelId="{2A6F4DDC-B405-48BB-98C4-D4545B8E89F0}">
      <dgm:prSet phldrT="[Text]"/>
      <dgm:spPr/>
      <dgm:t>
        <a:bodyPr/>
        <a:lstStyle/>
        <a:p>
          <a:r>
            <a:rPr lang="en-US" dirty="0"/>
            <a:t>Purchaser</a:t>
          </a:r>
          <a:endParaRPr lang="en-DE" dirty="0"/>
        </a:p>
      </dgm:t>
    </dgm:pt>
    <dgm:pt modelId="{7502E3C5-8CC9-4E72-AC42-D20FB9F96743}" type="parTrans" cxnId="{75380908-240A-4002-8AA1-81F35AEA61AA}">
      <dgm:prSet/>
      <dgm:spPr/>
      <dgm:t>
        <a:bodyPr/>
        <a:lstStyle/>
        <a:p>
          <a:endParaRPr lang="en-DE"/>
        </a:p>
      </dgm:t>
    </dgm:pt>
    <dgm:pt modelId="{4E2A5899-344B-4CB8-A4D7-0488BBDAE006}" type="sibTrans" cxnId="{75380908-240A-4002-8AA1-81F35AEA61AA}">
      <dgm:prSet/>
      <dgm:spPr/>
      <dgm:t>
        <a:bodyPr/>
        <a:lstStyle/>
        <a:p>
          <a:endParaRPr lang="en-DE"/>
        </a:p>
      </dgm:t>
    </dgm:pt>
    <dgm:pt modelId="{11FE3E78-C666-4E3D-8F71-E4DF9EC0588E}" type="pres">
      <dgm:prSet presAssocID="{F3BD5A1F-16A8-4594-B937-D713251717B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50B5382-EC11-47E2-ADB6-90781C0B7D3E}" type="pres">
      <dgm:prSet presAssocID="{F3BD5A1F-16A8-4594-B937-D713251717B6}" presName="hierFlow" presStyleCnt="0"/>
      <dgm:spPr/>
    </dgm:pt>
    <dgm:pt modelId="{3E040AB5-1A9C-456A-B11E-8E7350D04278}" type="pres">
      <dgm:prSet presAssocID="{F3BD5A1F-16A8-4594-B937-D713251717B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75D73F3-3B63-4182-8A7F-EDB991D09425}" type="pres">
      <dgm:prSet presAssocID="{A2397B0E-CAF3-431D-961D-C23F02E17520}" presName="Name14" presStyleCnt="0"/>
      <dgm:spPr/>
    </dgm:pt>
    <dgm:pt modelId="{EF84591A-8A74-4C18-BE51-C90E395D0EEC}" type="pres">
      <dgm:prSet presAssocID="{A2397B0E-CAF3-431D-961D-C23F02E17520}" presName="level1Shape" presStyleLbl="node0" presStyleIdx="0" presStyleCnt="1">
        <dgm:presLayoutVars>
          <dgm:chPref val="3"/>
        </dgm:presLayoutVars>
      </dgm:prSet>
      <dgm:spPr/>
    </dgm:pt>
    <dgm:pt modelId="{7EA8BF97-A685-4B4F-B728-77969302C007}" type="pres">
      <dgm:prSet presAssocID="{A2397B0E-CAF3-431D-961D-C23F02E17520}" presName="hierChild2" presStyleCnt="0"/>
      <dgm:spPr/>
    </dgm:pt>
    <dgm:pt modelId="{C1AAED63-7070-414E-A62C-7F4BB8E55E95}" type="pres">
      <dgm:prSet presAssocID="{DB68DD75-3F8F-4C2F-9A19-140FA908B20B}" presName="Name19" presStyleLbl="parChTrans1D2" presStyleIdx="0" presStyleCnt="4"/>
      <dgm:spPr/>
    </dgm:pt>
    <dgm:pt modelId="{24957B54-616F-4679-9DAA-5E26C85B3E6C}" type="pres">
      <dgm:prSet presAssocID="{AE1AC352-9216-413B-B2AE-C928C77030A5}" presName="Name21" presStyleCnt="0"/>
      <dgm:spPr/>
    </dgm:pt>
    <dgm:pt modelId="{7056EB54-4DD8-4360-BD40-63B95D38D50F}" type="pres">
      <dgm:prSet presAssocID="{AE1AC352-9216-413B-B2AE-C928C77030A5}" presName="level2Shape" presStyleLbl="node2" presStyleIdx="0" presStyleCnt="4"/>
      <dgm:spPr/>
    </dgm:pt>
    <dgm:pt modelId="{F85E31CC-5F0D-4310-AC13-4716C7DAE4DA}" type="pres">
      <dgm:prSet presAssocID="{AE1AC352-9216-413B-B2AE-C928C77030A5}" presName="hierChild3" presStyleCnt="0"/>
      <dgm:spPr/>
    </dgm:pt>
    <dgm:pt modelId="{7A4EFF53-9B18-4DFA-94CC-C812B2574F3E}" type="pres">
      <dgm:prSet presAssocID="{7502E3C5-8CC9-4E72-AC42-D20FB9F96743}" presName="Name19" presStyleLbl="parChTrans1D2" presStyleIdx="1" presStyleCnt="4"/>
      <dgm:spPr/>
    </dgm:pt>
    <dgm:pt modelId="{EA55A173-35E7-44DD-8186-24BCC8B4352F}" type="pres">
      <dgm:prSet presAssocID="{2A6F4DDC-B405-48BB-98C4-D4545B8E89F0}" presName="Name21" presStyleCnt="0"/>
      <dgm:spPr/>
    </dgm:pt>
    <dgm:pt modelId="{0B6F5C55-36AD-4E91-8ED5-AEC2699E6797}" type="pres">
      <dgm:prSet presAssocID="{2A6F4DDC-B405-48BB-98C4-D4545B8E89F0}" presName="level2Shape" presStyleLbl="node2" presStyleIdx="1" presStyleCnt="4"/>
      <dgm:spPr/>
    </dgm:pt>
    <dgm:pt modelId="{565C88CE-C473-44DB-A731-24FFE4F83E14}" type="pres">
      <dgm:prSet presAssocID="{2A6F4DDC-B405-48BB-98C4-D4545B8E89F0}" presName="hierChild3" presStyleCnt="0"/>
      <dgm:spPr/>
    </dgm:pt>
    <dgm:pt modelId="{4DFB4495-93EA-4BE4-8BAC-F11B40993105}" type="pres">
      <dgm:prSet presAssocID="{0D3CE82F-AE34-405B-B596-9782674A14C9}" presName="Name19" presStyleLbl="parChTrans1D2" presStyleIdx="2" presStyleCnt="4"/>
      <dgm:spPr/>
    </dgm:pt>
    <dgm:pt modelId="{5DDE3EE2-D4B3-4C1C-90B2-F7A58F9E1C1D}" type="pres">
      <dgm:prSet presAssocID="{7115BA5E-335F-4F4C-833D-A39030DC6E81}" presName="Name21" presStyleCnt="0"/>
      <dgm:spPr/>
    </dgm:pt>
    <dgm:pt modelId="{BF347262-DCB6-4958-A0B9-E149066BE865}" type="pres">
      <dgm:prSet presAssocID="{7115BA5E-335F-4F4C-833D-A39030DC6E81}" presName="level2Shape" presStyleLbl="node2" presStyleIdx="2" presStyleCnt="4"/>
      <dgm:spPr/>
    </dgm:pt>
    <dgm:pt modelId="{E036E216-6985-4DF4-B5C1-E2EB337516E9}" type="pres">
      <dgm:prSet presAssocID="{7115BA5E-335F-4F4C-833D-A39030DC6E81}" presName="hierChild3" presStyleCnt="0"/>
      <dgm:spPr/>
    </dgm:pt>
    <dgm:pt modelId="{00A1B70E-D2B8-4D81-A55F-EF0403DED6A7}" type="pres">
      <dgm:prSet presAssocID="{B11A5BDC-EB63-4895-9C8C-D4AD64CA5BDE}" presName="Name19" presStyleLbl="parChTrans1D2" presStyleIdx="3" presStyleCnt="4"/>
      <dgm:spPr/>
    </dgm:pt>
    <dgm:pt modelId="{03E1AF7D-CB1E-41C0-A000-0E1899ACC0E2}" type="pres">
      <dgm:prSet presAssocID="{EB1FF985-70CB-43EB-8913-C654F2153B96}" presName="Name21" presStyleCnt="0"/>
      <dgm:spPr/>
    </dgm:pt>
    <dgm:pt modelId="{0D4141CF-9A46-4A0D-884F-EF05103BDFF5}" type="pres">
      <dgm:prSet presAssocID="{EB1FF985-70CB-43EB-8913-C654F2153B96}" presName="level2Shape" presStyleLbl="node2" presStyleIdx="3" presStyleCnt="4"/>
      <dgm:spPr/>
    </dgm:pt>
    <dgm:pt modelId="{36FF8264-ADBE-4AF4-AF8D-27680AAEC759}" type="pres">
      <dgm:prSet presAssocID="{EB1FF985-70CB-43EB-8913-C654F2153B96}" presName="hierChild3" presStyleCnt="0"/>
      <dgm:spPr/>
    </dgm:pt>
    <dgm:pt modelId="{D38B7729-FD8E-4830-B165-19D6A5C7A548}" type="pres">
      <dgm:prSet presAssocID="{32EDD1A3-455E-4E6B-9344-462047ACAE4D}" presName="Name19" presStyleLbl="parChTrans1D3" presStyleIdx="0" presStyleCnt="2"/>
      <dgm:spPr/>
    </dgm:pt>
    <dgm:pt modelId="{B28896C8-C055-49F7-80F8-72F0A8D5F986}" type="pres">
      <dgm:prSet presAssocID="{2638DA1F-6642-4766-BF25-DB4580FD73B1}" presName="Name21" presStyleCnt="0"/>
      <dgm:spPr/>
    </dgm:pt>
    <dgm:pt modelId="{9ACEE00B-9CE0-40E5-B1AA-105E4B289C0D}" type="pres">
      <dgm:prSet presAssocID="{2638DA1F-6642-4766-BF25-DB4580FD73B1}" presName="level2Shape" presStyleLbl="node3" presStyleIdx="0" presStyleCnt="2"/>
      <dgm:spPr/>
    </dgm:pt>
    <dgm:pt modelId="{CE55472B-4958-439C-828F-8F332C196491}" type="pres">
      <dgm:prSet presAssocID="{2638DA1F-6642-4766-BF25-DB4580FD73B1}" presName="hierChild3" presStyleCnt="0"/>
      <dgm:spPr/>
    </dgm:pt>
    <dgm:pt modelId="{4ACDCEC8-64F6-4E44-866D-9EEDF32542ED}" type="pres">
      <dgm:prSet presAssocID="{057BA524-E560-4131-9A21-F4F6C226DBE3}" presName="Name19" presStyleLbl="parChTrans1D3" presStyleIdx="1" presStyleCnt="2"/>
      <dgm:spPr/>
    </dgm:pt>
    <dgm:pt modelId="{D986C5D5-53F2-4B49-85F5-57D03B2B88C1}" type="pres">
      <dgm:prSet presAssocID="{9C89E48D-AD46-4FF4-A022-B30437BE72B9}" presName="Name21" presStyleCnt="0"/>
      <dgm:spPr/>
    </dgm:pt>
    <dgm:pt modelId="{A9685ADE-FD5F-47E4-9531-AEDC82F94DC9}" type="pres">
      <dgm:prSet presAssocID="{9C89E48D-AD46-4FF4-A022-B30437BE72B9}" presName="level2Shape" presStyleLbl="node3" presStyleIdx="1" presStyleCnt="2"/>
      <dgm:spPr/>
    </dgm:pt>
    <dgm:pt modelId="{02279F7C-3D01-4B40-B594-5EF1396AF1A2}" type="pres">
      <dgm:prSet presAssocID="{9C89E48D-AD46-4FF4-A022-B30437BE72B9}" presName="hierChild3" presStyleCnt="0"/>
      <dgm:spPr/>
    </dgm:pt>
    <dgm:pt modelId="{4DB25593-4B34-46F7-A0AE-FE8663329AC1}" type="pres">
      <dgm:prSet presAssocID="{F3BD5A1F-16A8-4594-B937-D713251717B6}" presName="bgShapesFlow" presStyleCnt="0"/>
      <dgm:spPr/>
    </dgm:pt>
  </dgm:ptLst>
  <dgm:cxnLst>
    <dgm:cxn modelId="{75380908-240A-4002-8AA1-81F35AEA61AA}" srcId="{A2397B0E-CAF3-431D-961D-C23F02E17520}" destId="{2A6F4DDC-B405-48BB-98C4-D4545B8E89F0}" srcOrd="1" destOrd="0" parTransId="{7502E3C5-8CC9-4E72-AC42-D20FB9F96743}" sibTransId="{4E2A5899-344B-4CB8-A4D7-0488BBDAE006}"/>
    <dgm:cxn modelId="{A1EB6E15-44BD-4E26-829C-F2F6ECD7558A}" type="presOf" srcId="{0D3CE82F-AE34-405B-B596-9782674A14C9}" destId="{4DFB4495-93EA-4BE4-8BAC-F11B40993105}" srcOrd="0" destOrd="0" presId="urn:microsoft.com/office/officeart/2005/8/layout/hierarchy6"/>
    <dgm:cxn modelId="{B4E44520-1512-478A-B69B-2CA48179D13A}" type="presOf" srcId="{F3BD5A1F-16A8-4594-B937-D713251717B6}" destId="{11FE3E78-C666-4E3D-8F71-E4DF9EC0588E}" srcOrd="0" destOrd="0" presId="urn:microsoft.com/office/officeart/2005/8/layout/hierarchy6"/>
    <dgm:cxn modelId="{444FA423-07F3-4121-B751-847F44F99F51}" type="presOf" srcId="{9C89E48D-AD46-4FF4-A022-B30437BE72B9}" destId="{A9685ADE-FD5F-47E4-9531-AEDC82F94DC9}" srcOrd="0" destOrd="0" presId="urn:microsoft.com/office/officeart/2005/8/layout/hierarchy6"/>
    <dgm:cxn modelId="{60AE3726-34A9-4908-B321-889F954B8461}" srcId="{A2397B0E-CAF3-431D-961D-C23F02E17520}" destId="{AE1AC352-9216-413B-B2AE-C928C77030A5}" srcOrd="0" destOrd="0" parTransId="{DB68DD75-3F8F-4C2F-9A19-140FA908B20B}" sibTransId="{2BC41999-DFBB-4AE1-877D-0832D8FE474A}"/>
    <dgm:cxn modelId="{5EF4362B-492F-4069-81A4-FC60A1B95BF0}" type="presOf" srcId="{057BA524-E560-4131-9A21-F4F6C226DBE3}" destId="{4ACDCEC8-64F6-4E44-866D-9EEDF32542ED}" srcOrd="0" destOrd="0" presId="urn:microsoft.com/office/officeart/2005/8/layout/hierarchy6"/>
    <dgm:cxn modelId="{F5237C32-6D74-4C53-ACDC-9E34714160F5}" type="presOf" srcId="{EB1FF985-70CB-43EB-8913-C654F2153B96}" destId="{0D4141CF-9A46-4A0D-884F-EF05103BDFF5}" srcOrd="0" destOrd="0" presId="urn:microsoft.com/office/officeart/2005/8/layout/hierarchy6"/>
    <dgm:cxn modelId="{B65FA73B-5FE2-4EE5-8A1E-93D9E358F5BC}" type="presOf" srcId="{2638DA1F-6642-4766-BF25-DB4580FD73B1}" destId="{9ACEE00B-9CE0-40E5-B1AA-105E4B289C0D}" srcOrd="0" destOrd="0" presId="urn:microsoft.com/office/officeart/2005/8/layout/hierarchy6"/>
    <dgm:cxn modelId="{D1784A41-F0DC-44C5-AD9F-6AE43A40FD32}" type="presOf" srcId="{32EDD1A3-455E-4E6B-9344-462047ACAE4D}" destId="{D38B7729-FD8E-4830-B165-19D6A5C7A548}" srcOrd="0" destOrd="0" presId="urn:microsoft.com/office/officeart/2005/8/layout/hierarchy6"/>
    <dgm:cxn modelId="{FE586646-6D6E-43BD-B052-22C1C5EB4263}" srcId="{EB1FF985-70CB-43EB-8913-C654F2153B96}" destId="{2638DA1F-6642-4766-BF25-DB4580FD73B1}" srcOrd="0" destOrd="0" parTransId="{32EDD1A3-455E-4E6B-9344-462047ACAE4D}" sibTransId="{766B0BEB-F175-458C-A0C8-0A744FB80122}"/>
    <dgm:cxn modelId="{D4638549-BDA8-4613-9471-6304C40FA4D3}" type="presOf" srcId="{A2397B0E-CAF3-431D-961D-C23F02E17520}" destId="{EF84591A-8A74-4C18-BE51-C90E395D0EEC}" srcOrd="0" destOrd="0" presId="urn:microsoft.com/office/officeart/2005/8/layout/hierarchy6"/>
    <dgm:cxn modelId="{B04AD96D-EA92-422E-82BE-9405C52F1848}" type="presOf" srcId="{2A6F4DDC-B405-48BB-98C4-D4545B8E89F0}" destId="{0B6F5C55-36AD-4E91-8ED5-AEC2699E6797}" srcOrd="0" destOrd="0" presId="urn:microsoft.com/office/officeart/2005/8/layout/hierarchy6"/>
    <dgm:cxn modelId="{C934DC4D-56DD-4C9E-9753-787EFF7A9C04}" type="presOf" srcId="{7502E3C5-8CC9-4E72-AC42-D20FB9F96743}" destId="{7A4EFF53-9B18-4DFA-94CC-C812B2574F3E}" srcOrd="0" destOrd="0" presId="urn:microsoft.com/office/officeart/2005/8/layout/hierarchy6"/>
    <dgm:cxn modelId="{34C606A9-231A-4E9A-81B6-92C91797014B}" type="presOf" srcId="{AE1AC352-9216-413B-B2AE-C928C77030A5}" destId="{7056EB54-4DD8-4360-BD40-63B95D38D50F}" srcOrd="0" destOrd="0" presId="urn:microsoft.com/office/officeart/2005/8/layout/hierarchy6"/>
    <dgm:cxn modelId="{4FB149E6-3815-4918-BB1A-EA7022DD8B03}" srcId="{A2397B0E-CAF3-431D-961D-C23F02E17520}" destId="{EB1FF985-70CB-43EB-8913-C654F2153B96}" srcOrd="3" destOrd="0" parTransId="{B11A5BDC-EB63-4895-9C8C-D4AD64CA5BDE}" sibTransId="{B1B7907A-1198-4661-8517-C16EF7BCA8C7}"/>
    <dgm:cxn modelId="{366E92EC-2558-431A-834A-2F66DEC01125}" srcId="{EB1FF985-70CB-43EB-8913-C654F2153B96}" destId="{9C89E48D-AD46-4FF4-A022-B30437BE72B9}" srcOrd="1" destOrd="0" parTransId="{057BA524-E560-4131-9A21-F4F6C226DBE3}" sibTransId="{865A976F-141C-4664-B6CE-E2045455C309}"/>
    <dgm:cxn modelId="{000FE1EE-EC98-4538-8EF6-DCB47DE5348F}" type="presOf" srcId="{B11A5BDC-EB63-4895-9C8C-D4AD64CA5BDE}" destId="{00A1B70E-D2B8-4D81-A55F-EF0403DED6A7}" srcOrd="0" destOrd="0" presId="urn:microsoft.com/office/officeart/2005/8/layout/hierarchy6"/>
    <dgm:cxn modelId="{3B63C2F0-99AC-47E0-9879-B6B986F71982}" type="presOf" srcId="{DB68DD75-3F8F-4C2F-9A19-140FA908B20B}" destId="{C1AAED63-7070-414E-A62C-7F4BB8E55E95}" srcOrd="0" destOrd="0" presId="urn:microsoft.com/office/officeart/2005/8/layout/hierarchy6"/>
    <dgm:cxn modelId="{E0A5F5F1-CE78-46C4-AE3E-9049BCC1BEAE}" srcId="{A2397B0E-CAF3-431D-961D-C23F02E17520}" destId="{7115BA5E-335F-4F4C-833D-A39030DC6E81}" srcOrd="2" destOrd="0" parTransId="{0D3CE82F-AE34-405B-B596-9782674A14C9}" sibTransId="{AA7318C5-FB88-4CE1-8EF0-AF1C53CC4932}"/>
    <dgm:cxn modelId="{6DCAA4F4-7982-4CD5-BF6C-91FDC99E8581}" type="presOf" srcId="{7115BA5E-335F-4F4C-833D-A39030DC6E81}" destId="{BF347262-DCB6-4958-A0B9-E149066BE865}" srcOrd="0" destOrd="0" presId="urn:microsoft.com/office/officeart/2005/8/layout/hierarchy6"/>
    <dgm:cxn modelId="{BD6732F9-07E5-47AC-A077-8BA144FA4E17}" srcId="{F3BD5A1F-16A8-4594-B937-D713251717B6}" destId="{A2397B0E-CAF3-431D-961D-C23F02E17520}" srcOrd="0" destOrd="0" parTransId="{A02E5E14-8E36-4A6F-B29A-A662983ECD6A}" sibTransId="{716D21D2-8565-417E-906E-DFF8FE880655}"/>
    <dgm:cxn modelId="{94E49A70-5BB2-4A3D-BC71-766ACD575A40}" type="presParOf" srcId="{11FE3E78-C666-4E3D-8F71-E4DF9EC0588E}" destId="{D50B5382-EC11-47E2-ADB6-90781C0B7D3E}" srcOrd="0" destOrd="0" presId="urn:microsoft.com/office/officeart/2005/8/layout/hierarchy6"/>
    <dgm:cxn modelId="{EA65FFBE-D8FC-4A0F-BF2F-B799E298AD8A}" type="presParOf" srcId="{D50B5382-EC11-47E2-ADB6-90781C0B7D3E}" destId="{3E040AB5-1A9C-456A-B11E-8E7350D04278}" srcOrd="0" destOrd="0" presId="urn:microsoft.com/office/officeart/2005/8/layout/hierarchy6"/>
    <dgm:cxn modelId="{B7041E5A-8AD6-4471-A48E-01EF3926E8F7}" type="presParOf" srcId="{3E040AB5-1A9C-456A-B11E-8E7350D04278}" destId="{B75D73F3-3B63-4182-8A7F-EDB991D09425}" srcOrd="0" destOrd="0" presId="urn:microsoft.com/office/officeart/2005/8/layout/hierarchy6"/>
    <dgm:cxn modelId="{049ACF47-1B60-4599-9423-8645C42E6C0B}" type="presParOf" srcId="{B75D73F3-3B63-4182-8A7F-EDB991D09425}" destId="{EF84591A-8A74-4C18-BE51-C90E395D0EEC}" srcOrd="0" destOrd="0" presId="urn:microsoft.com/office/officeart/2005/8/layout/hierarchy6"/>
    <dgm:cxn modelId="{78C55D36-D74E-44DC-A048-4677C84F8B25}" type="presParOf" srcId="{B75D73F3-3B63-4182-8A7F-EDB991D09425}" destId="{7EA8BF97-A685-4B4F-B728-77969302C007}" srcOrd="1" destOrd="0" presId="urn:microsoft.com/office/officeart/2005/8/layout/hierarchy6"/>
    <dgm:cxn modelId="{9CF1C371-5722-4CB9-A876-AC7FB9BBA979}" type="presParOf" srcId="{7EA8BF97-A685-4B4F-B728-77969302C007}" destId="{C1AAED63-7070-414E-A62C-7F4BB8E55E95}" srcOrd="0" destOrd="0" presId="urn:microsoft.com/office/officeart/2005/8/layout/hierarchy6"/>
    <dgm:cxn modelId="{CBF2EFF3-29B1-4F34-8C09-79A474AC4DE0}" type="presParOf" srcId="{7EA8BF97-A685-4B4F-B728-77969302C007}" destId="{24957B54-616F-4679-9DAA-5E26C85B3E6C}" srcOrd="1" destOrd="0" presId="urn:microsoft.com/office/officeart/2005/8/layout/hierarchy6"/>
    <dgm:cxn modelId="{2A8592BB-EAB6-43A7-9542-BD7BBC1B4ACE}" type="presParOf" srcId="{24957B54-616F-4679-9DAA-5E26C85B3E6C}" destId="{7056EB54-4DD8-4360-BD40-63B95D38D50F}" srcOrd="0" destOrd="0" presId="urn:microsoft.com/office/officeart/2005/8/layout/hierarchy6"/>
    <dgm:cxn modelId="{561D6421-4106-44C0-A3F2-3849F42AAA27}" type="presParOf" srcId="{24957B54-616F-4679-9DAA-5E26C85B3E6C}" destId="{F85E31CC-5F0D-4310-AC13-4716C7DAE4DA}" srcOrd="1" destOrd="0" presId="urn:microsoft.com/office/officeart/2005/8/layout/hierarchy6"/>
    <dgm:cxn modelId="{33A50B5E-2A48-4720-8692-BF6ACB61328E}" type="presParOf" srcId="{7EA8BF97-A685-4B4F-B728-77969302C007}" destId="{7A4EFF53-9B18-4DFA-94CC-C812B2574F3E}" srcOrd="2" destOrd="0" presId="urn:microsoft.com/office/officeart/2005/8/layout/hierarchy6"/>
    <dgm:cxn modelId="{543FE8D7-8F1F-4F13-83C3-668FB98E2ABC}" type="presParOf" srcId="{7EA8BF97-A685-4B4F-B728-77969302C007}" destId="{EA55A173-35E7-44DD-8186-24BCC8B4352F}" srcOrd="3" destOrd="0" presId="urn:microsoft.com/office/officeart/2005/8/layout/hierarchy6"/>
    <dgm:cxn modelId="{434F818D-7686-4F76-B83D-D151FBBFFA3F}" type="presParOf" srcId="{EA55A173-35E7-44DD-8186-24BCC8B4352F}" destId="{0B6F5C55-36AD-4E91-8ED5-AEC2699E6797}" srcOrd="0" destOrd="0" presId="urn:microsoft.com/office/officeart/2005/8/layout/hierarchy6"/>
    <dgm:cxn modelId="{752ED782-AED8-42B9-B522-75DD250701FD}" type="presParOf" srcId="{EA55A173-35E7-44DD-8186-24BCC8B4352F}" destId="{565C88CE-C473-44DB-A731-24FFE4F83E14}" srcOrd="1" destOrd="0" presId="urn:microsoft.com/office/officeart/2005/8/layout/hierarchy6"/>
    <dgm:cxn modelId="{CA881517-752E-493A-9281-D505E269C5DD}" type="presParOf" srcId="{7EA8BF97-A685-4B4F-B728-77969302C007}" destId="{4DFB4495-93EA-4BE4-8BAC-F11B40993105}" srcOrd="4" destOrd="0" presId="urn:microsoft.com/office/officeart/2005/8/layout/hierarchy6"/>
    <dgm:cxn modelId="{67C30E14-F8F1-4D00-A253-8C55560F3D6D}" type="presParOf" srcId="{7EA8BF97-A685-4B4F-B728-77969302C007}" destId="{5DDE3EE2-D4B3-4C1C-90B2-F7A58F9E1C1D}" srcOrd="5" destOrd="0" presId="urn:microsoft.com/office/officeart/2005/8/layout/hierarchy6"/>
    <dgm:cxn modelId="{7EA9AC5B-88BE-4D1F-9104-195EC02D1A9E}" type="presParOf" srcId="{5DDE3EE2-D4B3-4C1C-90B2-F7A58F9E1C1D}" destId="{BF347262-DCB6-4958-A0B9-E149066BE865}" srcOrd="0" destOrd="0" presId="urn:microsoft.com/office/officeart/2005/8/layout/hierarchy6"/>
    <dgm:cxn modelId="{19EDFDC6-4A3C-4203-AC4B-3171C8DD1285}" type="presParOf" srcId="{5DDE3EE2-D4B3-4C1C-90B2-F7A58F9E1C1D}" destId="{E036E216-6985-4DF4-B5C1-E2EB337516E9}" srcOrd="1" destOrd="0" presId="urn:microsoft.com/office/officeart/2005/8/layout/hierarchy6"/>
    <dgm:cxn modelId="{92430700-3763-4D4A-8067-341BAE7D0012}" type="presParOf" srcId="{7EA8BF97-A685-4B4F-B728-77969302C007}" destId="{00A1B70E-D2B8-4D81-A55F-EF0403DED6A7}" srcOrd="6" destOrd="0" presId="urn:microsoft.com/office/officeart/2005/8/layout/hierarchy6"/>
    <dgm:cxn modelId="{890E24C3-3F65-41DF-B653-2162D54DB870}" type="presParOf" srcId="{7EA8BF97-A685-4B4F-B728-77969302C007}" destId="{03E1AF7D-CB1E-41C0-A000-0E1899ACC0E2}" srcOrd="7" destOrd="0" presId="urn:microsoft.com/office/officeart/2005/8/layout/hierarchy6"/>
    <dgm:cxn modelId="{BBC01D35-6641-4FD6-9754-6DE2ACC97427}" type="presParOf" srcId="{03E1AF7D-CB1E-41C0-A000-0E1899ACC0E2}" destId="{0D4141CF-9A46-4A0D-884F-EF05103BDFF5}" srcOrd="0" destOrd="0" presId="urn:microsoft.com/office/officeart/2005/8/layout/hierarchy6"/>
    <dgm:cxn modelId="{64B6A262-C169-4D43-BD2A-F3923CB29618}" type="presParOf" srcId="{03E1AF7D-CB1E-41C0-A000-0E1899ACC0E2}" destId="{36FF8264-ADBE-4AF4-AF8D-27680AAEC759}" srcOrd="1" destOrd="0" presId="urn:microsoft.com/office/officeart/2005/8/layout/hierarchy6"/>
    <dgm:cxn modelId="{E7DBBD07-E2EA-4902-B038-8FED49AC5C1C}" type="presParOf" srcId="{36FF8264-ADBE-4AF4-AF8D-27680AAEC759}" destId="{D38B7729-FD8E-4830-B165-19D6A5C7A548}" srcOrd="0" destOrd="0" presId="urn:microsoft.com/office/officeart/2005/8/layout/hierarchy6"/>
    <dgm:cxn modelId="{E6C28502-51CC-481B-9AD5-32806B4717D7}" type="presParOf" srcId="{36FF8264-ADBE-4AF4-AF8D-27680AAEC759}" destId="{B28896C8-C055-49F7-80F8-72F0A8D5F986}" srcOrd="1" destOrd="0" presId="urn:microsoft.com/office/officeart/2005/8/layout/hierarchy6"/>
    <dgm:cxn modelId="{EEBA4925-B2C1-47DE-B5E0-65F23CD7F65B}" type="presParOf" srcId="{B28896C8-C055-49F7-80F8-72F0A8D5F986}" destId="{9ACEE00B-9CE0-40E5-B1AA-105E4B289C0D}" srcOrd="0" destOrd="0" presId="urn:microsoft.com/office/officeart/2005/8/layout/hierarchy6"/>
    <dgm:cxn modelId="{026BE11A-5948-44E6-AD4C-B3379A459CDE}" type="presParOf" srcId="{B28896C8-C055-49F7-80F8-72F0A8D5F986}" destId="{CE55472B-4958-439C-828F-8F332C196491}" srcOrd="1" destOrd="0" presId="urn:microsoft.com/office/officeart/2005/8/layout/hierarchy6"/>
    <dgm:cxn modelId="{CF01E548-AEE1-4AFA-BB72-8475E254003D}" type="presParOf" srcId="{36FF8264-ADBE-4AF4-AF8D-27680AAEC759}" destId="{4ACDCEC8-64F6-4E44-866D-9EEDF32542ED}" srcOrd="2" destOrd="0" presId="urn:microsoft.com/office/officeart/2005/8/layout/hierarchy6"/>
    <dgm:cxn modelId="{4144CDA0-CF1C-41C8-AC8D-F125CC9242BC}" type="presParOf" srcId="{36FF8264-ADBE-4AF4-AF8D-27680AAEC759}" destId="{D986C5D5-53F2-4B49-85F5-57D03B2B88C1}" srcOrd="3" destOrd="0" presId="urn:microsoft.com/office/officeart/2005/8/layout/hierarchy6"/>
    <dgm:cxn modelId="{D60C2C29-41F8-46F9-BA82-8D9B05536FCB}" type="presParOf" srcId="{D986C5D5-53F2-4B49-85F5-57D03B2B88C1}" destId="{A9685ADE-FD5F-47E4-9531-AEDC82F94DC9}" srcOrd="0" destOrd="0" presId="urn:microsoft.com/office/officeart/2005/8/layout/hierarchy6"/>
    <dgm:cxn modelId="{07461E8C-CA63-4937-AF8B-B3F4EA20A5BD}" type="presParOf" srcId="{D986C5D5-53F2-4B49-85F5-57D03B2B88C1}" destId="{02279F7C-3D01-4B40-B594-5EF1396AF1A2}" srcOrd="1" destOrd="0" presId="urn:microsoft.com/office/officeart/2005/8/layout/hierarchy6"/>
    <dgm:cxn modelId="{D09F716B-1DB4-4154-966D-79D07D24C033}" type="presParOf" srcId="{11FE3E78-C666-4E3D-8F71-E4DF9EC0588E}" destId="{4DB25593-4B34-46F7-A0AE-FE8663329AC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4024A-061D-43B0-8058-DE9B9FBD6751}">
      <dsp:nvSpPr>
        <dsp:cNvPr id="0" name=""/>
        <dsp:cNvSpPr/>
      </dsp:nvSpPr>
      <dsp:spPr>
        <a:xfrm>
          <a:off x="5937512" y="520294"/>
          <a:ext cx="108575" cy="475662"/>
        </a:xfrm>
        <a:custGeom>
          <a:avLst/>
          <a:gdLst/>
          <a:ahLst/>
          <a:cxnLst/>
          <a:rect l="0" t="0" r="0" b="0"/>
          <a:pathLst>
            <a:path>
              <a:moveTo>
                <a:pt x="108575" y="0"/>
              </a:moveTo>
              <a:lnTo>
                <a:pt x="108575" y="475662"/>
              </a:lnTo>
              <a:lnTo>
                <a:pt x="0" y="4756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5947F-58C3-4294-9FD0-49F6B6649CCC}">
      <dsp:nvSpPr>
        <dsp:cNvPr id="0" name=""/>
        <dsp:cNvSpPr/>
      </dsp:nvSpPr>
      <dsp:spPr>
        <a:xfrm>
          <a:off x="6046087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2815199" y="842750"/>
              </a:lnTo>
              <a:lnTo>
                <a:pt x="2815199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F12A3-7E0C-4DD8-96BB-2FFA78C32AC0}">
      <dsp:nvSpPr>
        <dsp:cNvPr id="0" name=""/>
        <dsp:cNvSpPr/>
      </dsp:nvSpPr>
      <dsp:spPr>
        <a:xfrm>
          <a:off x="7196467" y="1988644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2A0C61-80ED-47F3-A64E-FE86837F473B}">
      <dsp:nvSpPr>
        <dsp:cNvPr id="0" name=""/>
        <dsp:cNvSpPr/>
      </dsp:nvSpPr>
      <dsp:spPr>
        <a:xfrm>
          <a:off x="7196467" y="1988644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84B207-99ED-4C74-8AF8-CE56AE7DF3D0}">
      <dsp:nvSpPr>
        <dsp:cNvPr id="0" name=""/>
        <dsp:cNvSpPr/>
      </dsp:nvSpPr>
      <dsp:spPr>
        <a:xfrm>
          <a:off x="6046087" y="520294"/>
          <a:ext cx="15639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1563999" y="842750"/>
              </a:lnTo>
              <a:lnTo>
                <a:pt x="1563999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CAABC5-06CD-4489-978F-1BD2FCA55CD7}">
      <dsp:nvSpPr>
        <dsp:cNvPr id="0" name=""/>
        <dsp:cNvSpPr/>
      </dsp:nvSpPr>
      <dsp:spPr>
        <a:xfrm>
          <a:off x="5945268" y="2722819"/>
          <a:ext cx="155107" cy="1944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012"/>
              </a:lnTo>
              <a:lnTo>
                <a:pt x="155107" y="19440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9FC83-626C-4A21-8DE3-50A46585FF73}">
      <dsp:nvSpPr>
        <dsp:cNvPr id="0" name=""/>
        <dsp:cNvSpPr/>
      </dsp:nvSpPr>
      <dsp:spPr>
        <a:xfrm>
          <a:off x="59452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90CEC-50D8-4CEA-B93E-C5501A27A44E}">
      <dsp:nvSpPr>
        <dsp:cNvPr id="0" name=""/>
        <dsp:cNvSpPr/>
      </dsp:nvSpPr>
      <dsp:spPr>
        <a:xfrm>
          <a:off x="59452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EF83F8-9EEF-41CB-933D-51E942D763C4}">
      <dsp:nvSpPr>
        <dsp:cNvPr id="0" name=""/>
        <dsp:cNvSpPr/>
      </dsp:nvSpPr>
      <dsp:spPr>
        <a:xfrm>
          <a:off x="5733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BBFCE-AD8C-4D18-8575-AE90ECC8107D}">
      <dsp:nvSpPr>
        <dsp:cNvPr id="0" name=""/>
        <dsp:cNvSpPr/>
      </dsp:nvSpPr>
      <dsp:spPr>
        <a:xfrm>
          <a:off x="46940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EBC62-A6F0-47C4-BFBA-C4B85AAE007E}">
      <dsp:nvSpPr>
        <dsp:cNvPr id="0" name=""/>
        <dsp:cNvSpPr/>
      </dsp:nvSpPr>
      <dsp:spPr>
        <a:xfrm>
          <a:off x="51076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C5273-D10D-4041-9D33-F84AC9DD6274}">
      <dsp:nvSpPr>
        <dsp:cNvPr id="0" name=""/>
        <dsp:cNvSpPr/>
      </dsp:nvSpPr>
      <dsp:spPr>
        <a:xfrm>
          <a:off x="5733288" y="520294"/>
          <a:ext cx="312799" cy="951325"/>
        </a:xfrm>
        <a:custGeom>
          <a:avLst/>
          <a:gdLst/>
          <a:ahLst/>
          <a:cxnLst/>
          <a:rect l="0" t="0" r="0" b="0"/>
          <a:pathLst>
            <a:path>
              <a:moveTo>
                <a:pt x="312799" y="0"/>
              </a:moveTo>
              <a:lnTo>
                <a:pt x="3127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FC6AF-2FBC-4205-AA82-6C900F28F326}">
      <dsp:nvSpPr>
        <dsp:cNvPr id="0" name=""/>
        <dsp:cNvSpPr/>
      </dsp:nvSpPr>
      <dsp:spPr>
        <a:xfrm>
          <a:off x="32308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038652-A3C5-4CAC-AAEC-53CB49CEC71C}">
      <dsp:nvSpPr>
        <dsp:cNvPr id="0" name=""/>
        <dsp:cNvSpPr/>
      </dsp:nvSpPr>
      <dsp:spPr>
        <a:xfrm>
          <a:off x="21916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45B6D-FAA5-43EF-8BFB-D36FE875166F}">
      <dsp:nvSpPr>
        <dsp:cNvPr id="0" name=""/>
        <dsp:cNvSpPr/>
      </dsp:nvSpPr>
      <dsp:spPr>
        <a:xfrm>
          <a:off x="21916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DA747-984F-4A39-8B02-BE76B0BE198B}">
      <dsp:nvSpPr>
        <dsp:cNvPr id="0" name=""/>
        <dsp:cNvSpPr/>
      </dsp:nvSpPr>
      <dsp:spPr>
        <a:xfrm>
          <a:off x="2605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7AF76B-54F7-489D-9CD5-4DB427AEED0F}">
      <dsp:nvSpPr>
        <dsp:cNvPr id="0" name=""/>
        <dsp:cNvSpPr/>
      </dsp:nvSpPr>
      <dsp:spPr>
        <a:xfrm>
          <a:off x="3230888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2815199" y="0"/>
              </a:moveTo>
              <a:lnTo>
                <a:pt x="28151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6BBE9-56FC-47B2-BF1C-0FE4F4DA7499}">
      <dsp:nvSpPr>
        <dsp:cNvPr id="0" name=""/>
        <dsp:cNvSpPr/>
      </dsp:nvSpPr>
      <dsp:spPr>
        <a:xfrm>
          <a:off x="5529063" y="3269"/>
          <a:ext cx="1034049" cy="51702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ptos" panose="02110004020202020204"/>
              <a:ea typeface="+mn-ea"/>
              <a:cs typeface="+mn-cs"/>
            </a:rPr>
            <a:t>SRE Direct</a:t>
          </a:r>
          <a:endParaRPr lang="en-DE" sz="1200" b="1" kern="1200" dirty="0">
            <a:latin typeface="Aptos" panose="02110004020202020204"/>
            <a:ea typeface="+mn-ea"/>
            <a:cs typeface="+mn-cs"/>
          </a:endParaRPr>
        </a:p>
      </dsp:txBody>
      <dsp:txXfrm>
        <a:off x="5529063" y="3269"/>
        <a:ext cx="1034049" cy="517024"/>
      </dsp:txXfrm>
    </dsp:sp>
    <dsp:sp modelId="{0457B8C4-B69A-4510-8185-2860FD81CF97}">
      <dsp:nvSpPr>
        <dsp:cNvPr id="0" name=""/>
        <dsp:cNvSpPr/>
      </dsp:nvSpPr>
      <dsp:spPr>
        <a:xfrm>
          <a:off x="27138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Requester/Creator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2713863" y="1471620"/>
        <a:ext cx="1034049" cy="517024"/>
      </dsp:txXfrm>
    </dsp:sp>
    <dsp:sp modelId="{58D327B1-D14F-4EEF-BCD2-A2569175B2CA}">
      <dsp:nvSpPr>
        <dsp:cNvPr id="0" name=""/>
        <dsp:cNvSpPr/>
      </dsp:nvSpPr>
      <dsp:spPr>
        <a:xfrm>
          <a:off x="20882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Create the Purchase Requisition in S4 via Fiori app F2229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088263" y="2205795"/>
        <a:ext cx="1034049" cy="517024"/>
      </dsp:txXfrm>
    </dsp:sp>
    <dsp:sp modelId="{1A775C14-6597-4EF7-9970-551070890F3F}">
      <dsp:nvSpPr>
        <dsp:cNvPr id="0" name=""/>
        <dsp:cNvSpPr/>
      </dsp:nvSpPr>
      <dsp:spPr>
        <a:xfrm>
          <a:off x="2346776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Standard PR (NB)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346776" y="2939970"/>
        <a:ext cx="1034049" cy="517024"/>
      </dsp:txXfrm>
    </dsp:sp>
    <dsp:sp modelId="{C5266191-11D8-4283-B348-8500C19E8428}">
      <dsp:nvSpPr>
        <dsp:cNvPr id="0" name=""/>
        <dsp:cNvSpPr/>
      </dsp:nvSpPr>
      <dsp:spPr>
        <a:xfrm>
          <a:off x="2346776" y="3674145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Framework order (FO)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346776" y="3674145"/>
        <a:ext cx="1034049" cy="517024"/>
      </dsp:txXfrm>
    </dsp:sp>
    <dsp:sp modelId="{818B37AC-63C0-4633-9B8B-96AE81E725FF}">
      <dsp:nvSpPr>
        <dsp:cNvPr id="0" name=""/>
        <dsp:cNvSpPr/>
      </dsp:nvSpPr>
      <dsp:spPr>
        <a:xfrm>
          <a:off x="33394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Add mandatory information in PR and assign it to functional group (FG1)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3339463" y="2205795"/>
        <a:ext cx="1034049" cy="517024"/>
      </dsp:txXfrm>
    </dsp:sp>
    <dsp:sp modelId="{FB0B7530-062B-4BD8-985B-D128FF82B9DC}">
      <dsp:nvSpPr>
        <dsp:cNvPr id="0" name=""/>
        <dsp:cNvSpPr/>
      </dsp:nvSpPr>
      <dsp:spPr>
        <a:xfrm>
          <a:off x="52162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Buyer 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5216263" y="1471620"/>
        <a:ext cx="1034049" cy="517024"/>
      </dsp:txXfrm>
    </dsp:sp>
    <dsp:sp modelId="{8B35DB0B-7588-45B3-A1DC-79E496E90A33}">
      <dsp:nvSpPr>
        <dsp:cNvPr id="0" name=""/>
        <dsp:cNvSpPr/>
      </dsp:nvSpPr>
      <dsp:spPr>
        <a:xfrm>
          <a:off x="45906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Functional group Members (FG1)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4590663" y="2205795"/>
        <a:ext cx="1034049" cy="517024"/>
      </dsp:txXfrm>
    </dsp:sp>
    <dsp:sp modelId="{6E54CA3D-187E-4E0E-B361-91B69EFC7087}">
      <dsp:nvSpPr>
        <dsp:cNvPr id="0" name=""/>
        <dsp:cNvSpPr/>
      </dsp:nvSpPr>
      <dsp:spPr>
        <a:xfrm>
          <a:off x="4849175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Verify the PR details and assign it to individual P Group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4849175" y="2939970"/>
        <a:ext cx="1034049" cy="517024"/>
      </dsp:txXfrm>
    </dsp:sp>
    <dsp:sp modelId="{1AFB9E6A-F0C2-41FC-AD61-B1C0493D9BCC}">
      <dsp:nvSpPr>
        <dsp:cNvPr id="0" name=""/>
        <dsp:cNvSpPr/>
      </dsp:nvSpPr>
      <dsp:spPr>
        <a:xfrm>
          <a:off x="58418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Individual P. Group (IG1, IG2, IG3…IGN)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5841863" y="2205795"/>
        <a:ext cx="1034049" cy="517024"/>
      </dsp:txXfrm>
    </dsp:sp>
    <dsp:sp modelId="{4EC1AE2E-338A-4ED5-A6CE-F80B4D8F5C99}">
      <dsp:nvSpPr>
        <dsp:cNvPr id="0" name=""/>
        <dsp:cNvSpPr/>
      </dsp:nvSpPr>
      <dsp:spPr>
        <a:xfrm>
          <a:off x="6100375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Complete the PR.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2939970"/>
        <a:ext cx="1034049" cy="517024"/>
      </dsp:txXfrm>
    </dsp:sp>
    <dsp:sp modelId="{6CF44D67-12FD-4A26-9735-9A4F8A3827DB}">
      <dsp:nvSpPr>
        <dsp:cNvPr id="0" name=""/>
        <dsp:cNvSpPr/>
      </dsp:nvSpPr>
      <dsp:spPr>
        <a:xfrm>
          <a:off x="6100375" y="3674145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Create PO.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3674145"/>
        <a:ext cx="1034049" cy="517024"/>
      </dsp:txXfrm>
    </dsp:sp>
    <dsp:sp modelId="{6C420539-4741-4A30-B2AF-9C0148D85AB6}">
      <dsp:nvSpPr>
        <dsp:cNvPr id="0" name=""/>
        <dsp:cNvSpPr/>
      </dsp:nvSpPr>
      <dsp:spPr>
        <a:xfrm>
          <a:off x="6100375" y="440832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Manage PO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4408320"/>
        <a:ext cx="1034049" cy="517024"/>
      </dsp:txXfrm>
    </dsp:sp>
    <dsp:sp modelId="{AFF3394B-5DB1-44DF-93F8-EBAE89EBF87F}">
      <dsp:nvSpPr>
        <dsp:cNvPr id="0" name=""/>
        <dsp:cNvSpPr/>
      </dsp:nvSpPr>
      <dsp:spPr>
        <a:xfrm>
          <a:off x="70930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Approver</a:t>
          </a:r>
          <a:endParaRPr lang="en-DE" b="1" kern="1200" dirty="0">
            <a:latin typeface="Aptos" panose="02110004020202020204"/>
            <a:ea typeface="+mn-ea"/>
            <a:cs typeface="+mn-cs"/>
          </a:endParaRPr>
        </a:p>
      </dsp:txBody>
      <dsp:txXfrm>
        <a:off x="7093063" y="1471620"/>
        <a:ext cx="1034049" cy="517024"/>
      </dsp:txXfrm>
    </dsp:sp>
    <dsp:sp modelId="{95622CF6-7D1C-4C25-A54F-F686496A6FFF}">
      <dsp:nvSpPr>
        <dsp:cNvPr id="0" name=""/>
        <dsp:cNvSpPr/>
      </dsp:nvSpPr>
      <dsp:spPr>
        <a:xfrm>
          <a:off x="7351575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Functional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7351575" y="2205795"/>
        <a:ext cx="1034049" cy="517024"/>
      </dsp:txXfrm>
    </dsp:sp>
    <dsp:sp modelId="{70C26BD4-02D6-4A68-B3DF-DA87223DEE16}">
      <dsp:nvSpPr>
        <dsp:cNvPr id="0" name=""/>
        <dsp:cNvSpPr/>
      </dsp:nvSpPr>
      <dsp:spPr>
        <a:xfrm>
          <a:off x="7351575" y="2939970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Commercial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7351575" y="2939970"/>
        <a:ext cx="1034049" cy="517024"/>
      </dsp:txXfrm>
    </dsp:sp>
    <dsp:sp modelId="{010D1159-017B-4C13-BD2A-8C28C38BD2EE}">
      <dsp:nvSpPr>
        <dsp:cNvPr id="0" name=""/>
        <dsp:cNvSpPr/>
      </dsp:nvSpPr>
      <dsp:spPr>
        <a:xfrm>
          <a:off x="8344262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latin typeface="Aptos" panose="02110004020202020204"/>
              <a:ea typeface="+mn-ea"/>
              <a:cs typeface="+mn-cs"/>
            </a:rPr>
            <a:t>Expert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8344262" y="1471620"/>
        <a:ext cx="1034049" cy="517024"/>
      </dsp:txXfrm>
    </dsp:sp>
    <dsp:sp modelId="{7C05388F-A5EE-4EE7-BBF0-75087F0F8ECA}">
      <dsp:nvSpPr>
        <dsp:cNvPr id="0" name=""/>
        <dsp:cNvSpPr/>
      </dsp:nvSpPr>
      <dsp:spPr>
        <a:xfrm>
          <a:off x="4903463" y="737444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426Q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4903463" y="737444"/>
        <a:ext cx="1034049" cy="5170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4591A-8A74-4C18-BE51-C90E395D0EEC}">
      <dsp:nvSpPr>
        <dsp:cNvPr id="0" name=""/>
        <dsp:cNvSpPr/>
      </dsp:nvSpPr>
      <dsp:spPr>
        <a:xfrm>
          <a:off x="3363175" y="7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SRE PO workflow</a:t>
          </a:r>
          <a:endParaRPr lang="en-DE" sz="2000" kern="1200" dirty="0"/>
        </a:p>
      </dsp:txBody>
      <dsp:txXfrm>
        <a:off x="3395313" y="32145"/>
        <a:ext cx="1581638" cy="1033000"/>
      </dsp:txXfrm>
    </dsp:sp>
    <dsp:sp modelId="{C1AAED63-7070-414E-A62C-7F4BB8E55E95}">
      <dsp:nvSpPr>
        <dsp:cNvPr id="0" name=""/>
        <dsp:cNvSpPr/>
      </dsp:nvSpPr>
      <dsp:spPr>
        <a:xfrm>
          <a:off x="976599" y="1097283"/>
          <a:ext cx="3209533" cy="438910"/>
        </a:xfrm>
        <a:custGeom>
          <a:avLst/>
          <a:gdLst/>
          <a:ahLst/>
          <a:cxnLst/>
          <a:rect l="0" t="0" r="0" b="0"/>
          <a:pathLst>
            <a:path>
              <a:moveTo>
                <a:pt x="3209533" y="0"/>
              </a:moveTo>
              <a:lnTo>
                <a:pt x="3209533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6EB54-4DD8-4360-BD40-63B95D38D50F}">
      <dsp:nvSpPr>
        <dsp:cNvPr id="0" name=""/>
        <dsp:cNvSpPr/>
      </dsp:nvSpPr>
      <dsp:spPr>
        <a:xfrm>
          <a:off x="153641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Expert </a:t>
          </a:r>
          <a:endParaRPr lang="en-DE" sz="2000" kern="1200" dirty="0"/>
        </a:p>
      </dsp:txBody>
      <dsp:txXfrm>
        <a:off x="185779" y="1568332"/>
        <a:ext cx="1581638" cy="1033000"/>
      </dsp:txXfrm>
    </dsp:sp>
    <dsp:sp modelId="{7A4EFF53-9B18-4DFA-94CC-C812B2574F3E}">
      <dsp:nvSpPr>
        <dsp:cNvPr id="0" name=""/>
        <dsp:cNvSpPr/>
      </dsp:nvSpPr>
      <dsp:spPr>
        <a:xfrm>
          <a:off x="3116288" y="1097283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1069844" y="0"/>
              </a:moveTo>
              <a:lnTo>
                <a:pt x="1069844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6F5C55-36AD-4E91-8ED5-AEC2699E6797}">
      <dsp:nvSpPr>
        <dsp:cNvPr id="0" name=""/>
        <dsp:cNvSpPr/>
      </dsp:nvSpPr>
      <dsp:spPr>
        <a:xfrm>
          <a:off x="2293330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Purchaser</a:t>
          </a:r>
          <a:endParaRPr lang="en-DE" sz="2000" kern="1200" dirty="0"/>
        </a:p>
      </dsp:txBody>
      <dsp:txXfrm>
        <a:off x="2325468" y="1568332"/>
        <a:ext cx="1581638" cy="1033000"/>
      </dsp:txXfrm>
    </dsp:sp>
    <dsp:sp modelId="{4DFB4495-93EA-4BE4-8BAC-F11B40993105}">
      <dsp:nvSpPr>
        <dsp:cNvPr id="0" name=""/>
        <dsp:cNvSpPr/>
      </dsp:nvSpPr>
      <dsp:spPr>
        <a:xfrm>
          <a:off x="4186132" y="1097283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1069844" y="219455"/>
              </a:lnTo>
              <a:lnTo>
                <a:pt x="1069844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347262-DCB6-4958-A0B9-E149066BE865}">
      <dsp:nvSpPr>
        <dsp:cNvPr id="0" name=""/>
        <dsp:cNvSpPr/>
      </dsp:nvSpPr>
      <dsp:spPr>
        <a:xfrm>
          <a:off x="4433019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Adhoc</a:t>
          </a:r>
          <a:r>
            <a:rPr lang="en-US" sz="2000" kern="1200" dirty="0"/>
            <a:t> (Optional)</a:t>
          </a:r>
          <a:endParaRPr lang="en-DE" sz="2000" kern="1200" dirty="0"/>
        </a:p>
      </dsp:txBody>
      <dsp:txXfrm>
        <a:off x="4465157" y="1568332"/>
        <a:ext cx="1581638" cy="1033000"/>
      </dsp:txXfrm>
    </dsp:sp>
    <dsp:sp modelId="{00A1B70E-D2B8-4D81-A55F-EF0403DED6A7}">
      <dsp:nvSpPr>
        <dsp:cNvPr id="0" name=""/>
        <dsp:cNvSpPr/>
      </dsp:nvSpPr>
      <dsp:spPr>
        <a:xfrm>
          <a:off x="4186132" y="1097283"/>
          <a:ext cx="3209533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3209533" y="219455"/>
              </a:lnTo>
              <a:lnTo>
                <a:pt x="3209533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141CF-9A46-4A0D-884F-EF05103BDFF5}">
      <dsp:nvSpPr>
        <dsp:cNvPr id="0" name=""/>
        <dsp:cNvSpPr/>
      </dsp:nvSpPr>
      <dsp:spPr>
        <a:xfrm>
          <a:off x="6572709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SAT Approvers</a:t>
          </a:r>
          <a:endParaRPr lang="en-DE" sz="2000" kern="1200" dirty="0"/>
        </a:p>
      </dsp:txBody>
      <dsp:txXfrm>
        <a:off x="6604847" y="1568332"/>
        <a:ext cx="1581638" cy="1033000"/>
      </dsp:txXfrm>
    </dsp:sp>
    <dsp:sp modelId="{D38B7729-FD8E-4830-B165-19D6A5C7A548}">
      <dsp:nvSpPr>
        <dsp:cNvPr id="0" name=""/>
        <dsp:cNvSpPr/>
      </dsp:nvSpPr>
      <dsp:spPr>
        <a:xfrm>
          <a:off x="6325821" y="2633470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1069844" y="0"/>
              </a:moveTo>
              <a:lnTo>
                <a:pt x="1069844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EE00B-9CE0-40E5-B1AA-105E4B289C0D}">
      <dsp:nvSpPr>
        <dsp:cNvPr id="0" name=""/>
        <dsp:cNvSpPr/>
      </dsp:nvSpPr>
      <dsp:spPr>
        <a:xfrm>
          <a:off x="5502864" y="3072381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Functional</a:t>
          </a:r>
          <a:endParaRPr lang="en-DE" sz="2000" kern="1200" dirty="0"/>
        </a:p>
      </dsp:txBody>
      <dsp:txXfrm>
        <a:off x="5535002" y="3104519"/>
        <a:ext cx="1581638" cy="1033000"/>
      </dsp:txXfrm>
    </dsp:sp>
    <dsp:sp modelId="{4ACDCEC8-64F6-4E44-866D-9EEDF32542ED}">
      <dsp:nvSpPr>
        <dsp:cNvPr id="0" name=""/>
        <dsp:cNvSpPr/>
      </dsp:nvSpPr>
      <dsp:spPr>
        <a:xfrm>
          <a:off x="7395666" y="2633470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1069844" y="219455"/>
              </a:lnTo>
              <a:lnTo>
                <a:pt x="1069844" y="4389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685ADE-FD5F-47E4-9531-AEDC82F94DC9}">
      <dsp:nvSpPr>
        <dsp:cNvPr id="0" name=""/>
        <dsp:cNvSpPr/>
      </dsp:nvSpPr>
      <dsp:spPr>
        <a:xfrm>
          <a:off x="7642553" y="3072381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Commercial</a:t>
          </a:r>
          <a:endParaRPr lang="en-DE" sz="2000" kern="1200" dirty="0"/>
        </a:p>
      </dsp:txBody>
      <dsp:txXfrm>
        <a:off x="7674691" y="3104519"/>
        <a:ext cx="1581638" cy="103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11/26/2024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2024-01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85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663" imgH="664" progId="TCLayout.ActiveDocument.1">
                  <p:embed/>
                </p:oleObj>
              </mc:Choice>
              <mc:Fallback>
                <p:oleObj name="think-cell Slide" r:id="rId32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  <p:sldLayoutId id="2147483852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9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20AA-6180-6D37-513C-5D5D804D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16951"/>
            <a:ext cx="9209088" cy="615553"/>
          </a:xfrm>
        </p:spPr>
        <p:txBody>
          <a:bodyPr/>
          <a:lstStyle/>
          <a:p>
            <a:r>
              <a:rPr lang="en-US" sz="4000" dirty="0"/>
              <a:t>BTP Alignment for SRE Direct</a:t>
            </a:r>
            <a:endParaRPr lang="en-D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103FB-65AA-7486-E249-4DD97056A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093" y="4014216"/>
            <a:ext cx="9288000" cy="1622622"/>
          </a:xfrm>
        </p:spPr>
        <p:txBody>
          <a:bodyPr/>
          <a:lstStyle/>
          <a:p>
            <a:r>
              <a:rPr lang="en-US" dirty="0"/>
              <a:t>Date : 26.11.2024</a:t>
            </a:r>
          </a:p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977C0-C1C6-C3E0-2BE7-A7352B157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D3728-C6B7-793F-2B52-9059D4FD12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SRE Direct Procurement overview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FDF3F-7CDA-2369-CEC0-40C003B7BF52}"/>
              </a:ext>
            </a:extLst>
          </p:cNvPr>
          <p:cNvSpPr txBox="1"/>
          <p:nvPr/>
        </p:nvSpPr>
        <p:spPr>
          <a:xfrm>
            <a:off x="348455" y="1054800"/>
            <a:ext cx="1149508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The process of procuring materials/service that are directly consumed will be covered.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Here we will cover 2 different scenarios 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Consumption Procurement (NB)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Framework Procurement is (FO)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ESN will be used without material master.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Create PR/PO process will be handled directly in S4.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PO without GR only</a:t>
            </a:r>
          </a:p>
          <a:p>
            <a:endParaRPr lang="de-DE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de-DE" b="1" dirty="0"/>
              <a:t>SRE </a:t>
            </a:r>
            <a:r>
              <a:rPr lang="de-DE" b="1" dirty="0" err="1"/>
              <a:t>Scope</a:t>
            </a:r>
            <a:r>
              <a:rPr lang="de-DE" b="1" dirty="0"/>
              <a:t>:</a:t>
            </a:r>
          </a:p>
          <a:p>
            <a:pPr lvl="1"/>
            <a:r>
              <a:rPr lang="de-DE" sz="1600" dirty="0"/>
              <a:t>	</a:t>
            </a:r>
          </a:p>
          <a:p>
            <a:pPr lvl="1"/>
            <a:endParaRPr lang="de-DE" sz="1600" dirty="0"/>
          </a:p>
          <a:p>
            <a:pPr lvl="1"/>
            <a:endParaRPr lang="de-DE" sz="1600" dirty="0"/>
          </a:p>
          <a:p>
            <a:pPr lvl="1"/>
            <a:endParaRPr lang="de-DE" sz="1600" dirty="0"/>
          </a:p>
          <a:p>
            <a:pPr lvl="1"/>
            <a:endParaRPr lang="en-US" dirty="0"/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0E6F6C-F17E-0976-23A3-F7A9FB6FE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194082"/>
              </p:ext>
            </p:extLst>
          </p:nvPr>
        </p:nvGraphicFramePr>
        <p:xfrm>
          <a:off x="814000" y="4797360"/>
          <a:ext cx="9460397" cy="1005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111010">
                  <a:extLst>
                    <a:ext uri="{9D8B030D-6E8A-4147-A177-3AD203B41FA5}">
                      <a16:colId xmlns:a16="http://schemas.microsoft.com/office/drawing/2014/main" val="3847262501"/>
                    </a:ext>
                  </a:extLst>
                </a:gridCol>
                <a:gridCol w="3576055">
                  <a:extLst>
                    <a:ext uri="{9D8B030D-6E8A-4147-A177-3AD203B41FA5}">
                      <a16:colId xmlns:a16="http://schemas.microsoft.com/office/drawing/2014/main" val="323982731"/>
                    </a:ext>
                  </a:extLst>
                </a:gridCol>
                <a:gridCol w="1773332">
                  <a:extLst>
                    <a:ext uri="{9D8B030D-6E8A-4147-A177-3AD203B41FA5}">
                      <a16:colId xmlns:a16="http://schemas.microsoft.com/office/drawing/2014/main" val="2963384043"/>
                    </a:ext>
                  </a:extLst>
                </a:gridCol>
              </a:tblGrid>
              <a:tr h="276759">
                <a:tc>
                  <a:txBody>
                    <a:bodyPr/>
                    <a:lstStyle/>
                    <a:p>
                      <a:r>
                        <a:rPr lang="de-DE" sz="1600" dirty="0"/>
                        <a:t>Company / Accounting Unit (AUN)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 Business Type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Release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712337"/>
                  </a:ext>
                </a:extLst>
              </a:tr>
              <a:tr h="303581">
                <a:tc>
                  <a:txBody>
                    <a:bodyPr/>
                    <a:lstStyle/>
                    <a:p>
                      <a:r>
                        <a:rPr lang="de-DE" sz="1600" dirty="0"/>
                        <a:t>Germany ARE 426Q / AUN 3003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BT | </a:t>
                      </a:r>
                      <a:r>
                        <a:rPr lang="de-DE" sz="1600" dirty="0" err="1"/>
                        <a:t>Governance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Foundation</a:t>
                      </a:r>
                      <a:r>
                        <a:rPr lang="de-DE" sz="1600" dirty="0"/>
                        <a:t> 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1410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808338"/>
                  </a:ext>
                </a:extLst>
              </a:tr>
              <a:tr h="303581">
                <a:tc>
                  <a:txBody>
                    <a:bodyPr/>
                    <a:lstStyle/>
                    <a:p>
                      <a:r>
                        <a:rPr lang="en-US" sz="1600" dirty="0"/>
                        <a:t>Germany AREs (15) + Global AREs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BT | </a:t>
                      </a:r>
                      <a:r>
                        <a:rPr lang="de-DE" sz="1600" dirty="0" err="1"/>
                        <a:t>Governance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Foundation</a:t>
                      </a:r>
                      <a:r>
                        <a:rPr lang="de-DE" sz="1600" dirty="0"/>
                        <a:t> 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1420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44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BA62-9C8E-1F73-4E18-BAB0BC26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SRE Direct process steps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6B15E-B9D4-BDC8-8497-089B4D619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F26FB-B784-3BA5-E99D-8934EBB23B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F027BB1-82CB-AA25-4A86-145F4C5A8B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585880"/>
              </p:ext>
            </p:extLst>
          </p:nvPr>
        </p:nvGraphicFramePr>
        <p:xfrm>
          <a:off x="512064" y="1353312"/>
          <a:ext cx="11466576" cy="4928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34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77221-EE25-B1B8-8003-80A58AD01F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21801-F46F-354E-47F8-748F1E144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5694E-72C1-B8C7-1CB2-517D1820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44" y="380464"/>
            <a:ext cx="9863997" cy="295095"/>
          </a:xfrm>
        </p:spPr>
        <p:txBody>
          <a:bodyPr/>
          <a:lstStyle/>
          <a:p>
            <a:r>
              <a:rPr lang="en-US" dirty="0">
                <a:solidFill>
                  <a:srgbClr val="00BEDC"/>
                </a:solidFill>
              </a:rPr>
              <a:t>SRE Direct Process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C34BE62B-78E2-9918-C8EA-7273C93F31C1}"/>
              </a:ext>
            </a:extLst>
          </p:cNvPr>
          <p:cNvSpPr/>
          <p:nvPr/>
        </p:nvSpPr>
        <p:spPr>
          <a:xfrm>
            <a:off x="1364593" y="1027373"/>
            <a:ext cx="719171" cy="240348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Start</a:t>
            </a:r>
            <a:endParaRPr lang="en-US" sz="800" dirty="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B60852C9-8D46-4004-E385-DD28AA3FD06F}"/>
              </a:ext>
            </a:extLst>
          </p:cNvPr>
          <p:cNvSpPr/>
          <p:nvPr/>
        </p:nvSpPr>
        <p:spPr>
          <a:xfrm>
            <a:off x="3756513" y="976507"/>
            <a:ext cx="719170" cy="268796"/>
          </a:xfrm>
          <a:prstGeom prst="flowChartTerminator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Start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71C429-30E7-A048-44B2-818CC1283AA1}"/>
              </a:ext>
            </a:extLst>
          </p:cNvPr>
          <p:cNvSpPr/>
          <p:nvPr/>
        </p:nvSpPr>
        <p:spPr>
          <a:xfrm rot="16200000">
            <a:off x="114786" y="4675189"/>
            <a:ext cx="1073880" cy="432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Purchaser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D51BE424-EAC0-EBBA-A6E0-B8781D57704F}"/>
              </a:ext>
            </a:extLst>
          </p:cNvPr>
          <p:cNvSpPr/>
          <p:nvPr/>
        </p:nvSpPr>
        <p:spPr>
          <a:xfrm>
            <a:off x="1128019" y="4551842"/>
            <a:ext cx="1188000" cy="540000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Is PR complete?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CD0E3385-EBF6-34C7-AE35-F8F0D5839C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18445" y="4551842"/>
            <a:ext cx="702026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Finalize PR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CF817745-97AA-C8DE-5584-0BAA29BF8D0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12097" y="4551842"/>
            <a:ext cx="1008000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endParaRPr lang="en-US" sz="1000" b="1" dirty="0"/>
          </a:p>
          <a:p>
            <a:pPr algn="ctr"/>
            <a:r>
              <a:rPr lang="en-US" sz="900" b="1" dirty="0"/>
              <a:t>Create PO</a:t>
            </a:r>
          </a:p>
          <a:p>
            <a:pPr algn="ctr"/>
            <a:endParaRPr lang="en-US" sz="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F7E536-E6A7-2DA3-13B4-70A4F8BA539B}"/>
              </a:ext>
            </a:extLst>
          </p:cNvPr>
          <p:cNvSpPr/>
          <p:nvPr/>
        </p:nvSpPr>
        <p:spPr>
          <a:xfrm>
            <a:off x="968979" y="4354250"/>
            <a:ext cx="8330469" cy="107388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45833BE-94A0-8D01-EAB2-988267B0E027}"/>
              </a:ext>
            </a:extLst>
          </p:cNvPr>
          <p:cNvSpPr/>
          <p:nvPr/>
        </p:nvSpPr>
        <p:spPr>
          <a:xfrm>
            <a:off x="10672581" y="5613531"/>
            <a:ext cx="1008000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Send PO to Supplier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D059F8-C90C-0304-6231-7D10B9BD57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96750" y="4638316"/>
            <a:ext cx="11862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CC09F2-6342-B9C6-3BE8-3149B8AC573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7976" y="5106127"/>
            <a:ext cx="158698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Yes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B6A9589-3875-C707-64BF-5F57461921CC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16200000" flipH="1">
            <a:off x="2919058" y="3894803"/>
            <a:ext cx="12700" cy="2394078"/>
          </a:xfrm>
          <a:prstGeom prst="bentConnector3">
            <a:avLst>
              <a:gd name="adj1" fmla="val 180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D456F2-8B40-F86C-7AC8-3F01A389E830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3320471" y="4821842"/>
            <a:ext cx="291626" cy="0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AD88DD-9A9F-C0F4-6238-27C03BCBA05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2316019" y="4821842"/>
            <a:ext cx="302426" cy="0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8A6716-20FA-456E-CDB2-5046342117D5}"/>
              </a:ext>
            </a:extLst>
          </p:cNvPr>
          <p:cNvSpPr/>
          <p:nvPr/>
        </p:nvSpPr>
        <p:spPr>
          <a:xfrm>
            <a:off x="926898" y="1725426"/>
            <a:ext cx="8372550" cy="85255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172B5A-28C1-F53B-7357-AF6F7A2C3EFB}"/>
              </a:ext>
            </a:extLst>
          </p:cNvPr>
          <p:cNvSpPr/>
          <p:nvPr/>
        </p:nvSpPr>
        <p:spPr>
          <a:xfrm rot="16200000">
            <a:off x="176640" y="1916888"/>
            <a:ext cx="905162" cy="472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Requisitioner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2CDE9C4A-4EC3-BD31-DD64-ABEAA1FEBDB9}"/>
              </a:ext>
            </a:extLst>
          </p:cNvPr>
          <p:cNvSpPr/>
          <p:nvPr/>
        </p:nvSpPr>
        <p:spPr>
          <a:xfrm>
            <a:off x="1068178" y="1979776"/>
            <a:ext cx="1320381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Create </a:t>
            </a:r>
            <a:r>
              <a:rPr lang="en-US" sz="800" dirty="0"/>
              <a:t>PR in SAP S/4 (GUI or Fiori) with GBS Purchasing Group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3A5D4FE-EED1-5EFB-7012-FD87FF148759}"/>
              </a:ext>
            </a:extLst>
          </p:cNvPr>
          <p:cNvSpPr/>
          <p:nvPr/>
        </p:nvSpPr>
        <p:spPr>
          <a:xfrm rot="16200000">
            <a:off x="255564" y="2827730"/>
            <a:ext cx="737422" cy="43132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Buyer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306AC1C-B7E0-74D6-C9C0-BA3CA108F123}"/>
              </a:ext>
            </a:extLst>
          </p:cNvPr>
          <p:cNvSpPr/>
          <p:nvPr/>
        </p:nvSpPr>
        <p:spPr>
          <a:xfrm>
            <a:off x="944414" y="2674682"/>
            <a:ext cx="8355034" cy="66454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A3C87B6E-6243-489A-EB10-D0E381B6E51E}"/>
              </a:ext>
            </a:extLst>
          </p:cNvPr>
          <p:cNvSpPr/>
          <p:nvPr/>
        </p:nvSpPr>
        <p:spPr>
          <a:xfrm>
            <a:off x="1224369" y="2745823"/>
            <a:ext cx="1008000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Assign PR to individual  Purchaser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6C9DCD-3EA1-A3F0-0368-245C612061DA}"/>
              </a:ext>
            </a:extLst>
          </p:cNvPr>
          <p:cNvSpPr/>
          <p:nvPr/>
        </p:nvSpPr>
        <p:spPr>
          <a:xfrm rot="16200000">
            <a:off x="250302" y="3690692"/>
            <a:ext cx="790150" cy="4442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Expert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42256F-3C13-5574-3B4C-65B169E03177}"/>
              </a:ext>
            </a:extLst>
          </p:cNvPr>
          <p:cNvSpPr/>
          <p:nvPr/>
        </p:nvSpPr>
        <p:spPr>
          <a:xfrm>
            <a:off x="968979" y="3421874"/>
            <a:ext cx="8330469" cy="81412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D4AC164-22D0-E459-AACE-2FC057242265}"/>
              </a:ext>
            </a:extLst>
          </p:cNvPr>
          <p:cNvCxnSpPr>
            <a:cxnSpLocks/>
            <a:stCxn id="251" idx="2"/>
            <a:endCxn id="13" idx="0"/>
          </p:cNvCxnSpPr>
          <p:nvPr/>
        </p:nvCxnSpPr>
        <p:spPr>
          <a:xfrm rot="5400000">
            <a:off x="1486608" y="4314269"/>
            <a:ext cx="472985" cy="216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83BA876-BFFC-8EDC-9898-000FF030E53E}"/>
              </a:ext>
            </a:extLst>
          </p:cNvPr>
          <p:cNvCxnSpPr>
            <a:cxnSpLocks/>
            <a:stCxn id="15" idx="3"/>
            <a:endCxn id="73" idx="2"/>
          </p:cNvCxnSpPr>
          <p:nvPr/>
        </p:nvCxnSpPr>
        <p:spPr>
          <a:xfrm flipV="1">
            <a:off x="4620097" y="4018697"/>
            <a:ext cx="821909" cy="803145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9132CF-B155-F3D5-33E0-C5521A37C287}"/>
              </a:ext>
            </a:extLst>
          </p:cNvPr>
          <p:cNvSpPr/>
          <p:nvPr/>
        </p:nvSpPr>
        <p:spPr>
          <a:xfrm rot="16200000">
            <a:off x="253897" y="5685108"/>
            <a:ext cx="782959" cy="4684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000" dirty="0"/>
              <a:t>Approver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4DB8E9-76C5-C465-66B0-B737FCD9C09E}"/>
              </a:ext>
            </a:extLst>
          </p:cNvPr>
          <p:cNvSpPr/>
          <p:nvPr/>
        </p:nvSpPr>
        <p:spPr>
          <a:xfrm>
            <a:off x="980839" y="5497990"/>
            <a:ext cx="8318610" cy="86936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6" name="Flowchart: Predefined Process 185">
            <a:extLst>
              <a:ext uri="{FF2B5EF4-FFF2-40B4-BE49-F238E27FC236}">
                <a16:creationId xmlns:a16="http://schemas.microsoft.com/office/drawing/2014/main" id="{6EB63E7E-36B4-C0B0-98FB-EF8C0CB5E9CB}"/>
              </a:ext>
            </a:extLst>
          </p:cNvPr>
          <p:cNvSpPr/>
          <p:nvPr/>
        </p:nvSpPr>
        <p:spPr>
          <a:xfrm>
            <a:off x="7315200" y="5650335"/>
            <a:ext cx="1673351" cy="48484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Approve PO - SAT</a:t>
            </a:r>
          </a:p>
          <a:p>
            <a:pPr algn="ctr"/>
            <a:r>
              <a:rPr lang="en-US" sz="800" dirty="0"/>
              <a:t>(max. 2 levels)</a:t>
            </a:r>
          </a:p>
          <a:p>
            <a:pPr algn="ctr"/>
            <a:r>
              <a:rPr lang="en-US" sz="800" dirty="0"/>
              <a:t>(Commercial</a:t>
            </a:r>
          </a:p>
          <a:p>
            <a:pPr algn="ctr"/>
            <a:r>
              <a:rPr lang="en-US" sz="800" dirty="0"/>
              <a:t>Technical)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812B0FEE-A5B6-7CD1-47C1-FF9D8311BF78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rot="16200000" flipH="1">
            <a:off x="1370247" y="1621653"/>
            <a:ext cx="712055" cy="419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83F49D9D-07EE-488C-91D5-4C4E803ADFCB}"/>
              </a:ext>
            </a:extLst>
          </p:cNvPr>
          <p:cNvCxnSpPr>
            <a:cxnSpLocks/>
            <a:endCxn id="56" idx="0"/>
          </p:cNvCxnSpPr>
          <p:nvPr/>
        </p:nvCxnSpPr>
        <p:spPr>
          <a:xfrm rot="16200000" flipH="1">
            <a:off x="1633690" y="2651143"/>
            <a:ext cx="183011" cy="6348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339864EA-387D-BE25-63B8-40AE4F961C81}"/>
              </a:ext>
            </a:extLst>
          </p:cNvPr>
          <p:cNvCxnSpPr>
            <a:cxnSpLocks/>
            <a:stCxn id="56" idx="2"/>
            <a:endCxn id="251" idx="0"/>
          </p:cNvCxnSpPr>
          <p:nvPr/>
        </p:nvCxnSpPr>
        <p:spPr>
          <a:xfrm rot="5400000">
            <a:off x="1558611" y="3451393"/>
            <a:ext cx="335328" cy="4189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C0A72F0D-06BC-CC46-FF30-F2C15251FD0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rot="5400000">
            <a:off x="2462829" y="2898572"/>
            <a:ext cx="3306539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Flowchart: Predefined Process 250">
            <a:extLst>
              <a:ext uri="{FF2B5EF4-FFF2-40B4-BE49-F238E27FC236}">
                <a16:creationId xmlns:a16="http://schemas.microsoft.com/office/drawing/2014/main" id="{55970DDE-822C-EFF2-22C7-A17F17E1A0D8}"/>
              </a:ext>
            </a:extLst>
          </p:cNvPr>
          <p:cNvSpPr/>
          <p:nvPr/>
        </p:nvSpPr>
        <p:spPr>
          <a:xfrm>
            <a:off x="1048075" y="3621151"/>
            <a:ext cx="1352209" cy="457706"/>
          </a:xfrm>
          <a:prstGeom prst="flowChartPredefinedProcess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Approve PR (optional, dep. on regional reqs.)</a:t>
            </a: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F9A3E81C-152D-188A-85DD-FC2F40224A63}"/>
              </a:ext>
            </a:extLst>
          </p:cNvPr>
          <p:cNvSpPr/>
          <p:nvPr/>
        </p:nvSpPr>
        <p:spPr>
          <a:xfrm>
            <a:off x="6846284" y="6519932"/>
            <a:ext cx="174768" cy="148503"/>
          </a:xfrm>
          <a:prstGeom prst="ellipse">
            <a:avLst/>
          </a:prstGeom>
          <a:solidFill>
            <a:schemeClr val="tx1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324" name="Connector: Elbow 323">
            <a:extLst>
              <a:ext uri="{FF2B5EF4-FFF2-40B4-BE49-F238E27FC236}">
                <a16:creationId xmlns:a16="http://schemas.microsoft.com/office/drawing/2014/main" id="{CD644306-A86F-905A-051F-A03A07CCB2CF}"/>
              </a:ext>
            </a:extLst>
          </p:cNvPr>
          <p:cNvCxnSpPr>
            <a:cxnSpLocks/>
            <a:stCxn id="186" idx="3"/>
            <a:endCxn id="19" idx="1"/>
          </p:cNvCxnSpPr>
          <p:nvPr/>
        </p:nvCxnSpPr>
        <p:spPr>
          <a:xfrm flipV="1">
            <a:off x="8988551" y="5883531"/>
            <a:ext cx="1684030" cy="9227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F72B488-901C-6E41-750A-635B8086504C}"/>
              </a:ext>
            </a:extLst>
          </p:cNvPr>
          <p:cNvCxnSpPr>
            <a:cxnSpLocks/>
            <a:stCxn id="111" idx="3"/>
            <a:endCxn id="186" idx="0"/>
          </p:cNvCxnSpPr>
          <p:nvPr/>
        </p:nvCxnSpPr>
        <p:spPr>
          <a:xfrm>
            <a:off x="7205472" y="4805718"/>
            <a:ext cx="946404" cy="844617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1C4ACE5-D88A-AB50-E135-85C441BDA05B}"/>
              </a:ext>
            </a:extLst>
          </p:cNvPr>
          <p:cNvSpPr txBox="1"/>
          <p:nvPr/>
        </p:nvSpPr>
        <p:spPr>
          <a:xfrm>
            <a:off x="9420824" y="5750042"/>
            <a:ext cx="132115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          Print/EDI/Email</a:t>
            </a:r>
            <a:endParaRPr lang="en-DE" sz="1100" dirty="0" err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709027-B475-B2F1-2A45-543C3B766E78}"/>
              </a:ext>
            </a:extLst>
          </p:cNvPr>
          <p:cNvSpPr txBox="1"/>
          <p:nvPr/>
        </p:nvSpPr>
        <p:spPr>
          <a:xfrm>
            <a:off x="7205472" y="6489000"/>
            <a:ext cx="27614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Relevant for 1420 release </a:t>
            </a:r>
            <a:endParaRPr lang="en-DE" sz="1100" dirty="0" err="1"/>
          </a:p>
        </p:txBody>
      </p:sp>
      <p:sp>
        <p:nvSpPr>
          <p:cNvPr id="73" name="Flowchart: Predefined Process 72">
            <a:extLst>
              <a:ext uri="{FF2B5EF4-FFF2-40B4-BE49-F238E27FC236}">
                <a16:creationId xmlns:a16="http://schemas.microsoft.com/office/drawing/2014/main" id="{A907BF87-E9E1-142B-D8AF-02AF743E9D0E}"/>
              </a:ext>
            </a:extLst>
          </p:cNvPr>
          <p:cNvSpPr/>
          <p:nvPr/>
        </p:nvSpPr>
        <p:spPr>
          <a:xfrm>
            <a:off x="4788012" y="3561435"/>
            <a:ext cx="1307988" cy="457262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Expert Approver</a:t>
            </a:r>
          </a:p>
        </p:txBody>
      </p:sp>
      <p:sp>
        <p:nvSpPr>
          <p:cNvPr id="111" name="Flowchart: Decision 110">
            <a:extLst>
              <a:ext uri="{FF2B5EF4-FFF2-40B4-BE49-F238E27FC236}">
                <a16:creationId xmlns:a16="http://schemas.microsoft.com/office/drawing/2014/main" id="{4726CF34-F601-1D81-5A76-1A2CC3281DDE}"/>
              </a:ext>
            </a:extLst>
          </p:cNvPr>
          <p:cNvSpPr/>
          <p:nvPr/>
        </p:nvSpPr>
        <p:spPr>
          <a:xfrm>
            <a:off x="5843640" y="4476037"/>
            <a:ext cx="1361832" cy="659361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 err="1"/>
              <a:t>Adhoc</a:t>
            </a:r>
            <a:r>
              <a:rPr lang="en-US" sz="800" dirty="0"/>
              <a:t> Approved needed?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07184640-9955-A34B-0181-18A6B5930EE1}"/>
              </a:ext>
            </a:extLst>
          </p:cNvPr>
          <p:cNvCxnSpPr>
            <a:cxnSpLocks/>
            <a:stCxn id="73" idx="3"/>
            <a:endCxn id="111" idx="0"/>
          </p:cNvCxnSpPr>
          <p:nvPr/>
        </p:nvCxnSpPr>
        <p:spPr>
          <a:xfrm>
            <a:off x="6096000" y="3790066"/>
            <a:ext cx="428556" cy="685971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Flowchart: Predefined Process 133">
            <a:extLst>
              <a:ext uri="{FF2B5EF4-FFF2-40B4-BE49-F238E27FC236}">
                <a16:creationId xmlns:a16="http://schemas.microsoft.com/office/drawing/2014/main" id="{39186757-39D1-658D-A3F4-6621F561A0D0}"/>
              </a:ext>
            </a:extLst>
          </p:cNvPr>
          <p:cNvSpPr/>
          <p:nvPr/>
        </p:nvSpPr>
        <p:spPr>
          <a:xfrm>
            <a:off x="5900196" y="5650334"/>
            <a:ext cx="1235875" cy="48484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Adhoc</a:t>
            </a:r>
            <a:r>
              <a:rPr lang="en-US" sz="800" dirty="0"/>
              <a:t> Approver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2265E850-75FE-1CBA-38C1-CBE1EBCB6E55}"/>
              </a:ext>
            </a:extLst>
          </p:cNvPr>
          <p:cNvCxnSpPr>
            <a:cxnSpLocks/>
          </p:cNvCxnSpPr>
          <p:nvPr/>
        </p:nvCxnSpPr>
        <p:spPr>
          <a:xfrm rot="5400000">
            <a:off x="6207701" y="5477925"/>
            <a:ext cx="635875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FAFA6CD-0511-CB3C-558F-449C7A2E7241}"/>
              </a:ext>
            </a:extLst>
          </p:cNvPr>
          <p:cNvCxnSpPr>
            <a:cxnSpLocks/>
            <a:stCxn id="134" idx="3"/>
            <a:endCxn id="186" idx="1"/>
          </p:cNvCxnSpPr>
          <p:nvPr/>
        </p:nvCxnSpPr>
        <p:spPr>
          <a:xfrm>
            <a:off x="7136071" y="5892757"/>
            <a:ext cx="179129" cy="1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411451E8-C253-B004-AD62-0089328173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17099" y="5253382"/>
            <a:ext cx="158698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Yes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5F228D-C43C-1A2A-30B7-A38D3CE7371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496963" y="4611196"/>
            <a:ext cx="11862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32995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F31C-3CB5-0F75-19BC-68BA5914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SRE Requirements 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77C95-C962-EC4C-2E68-4D488BF2C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3B59-ECFA-5AD3-FDF5-F1C19348E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733AFE1-2F13-16A8-3A50-FB7264F98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3019"/>
              </p:ext>
            </p:extLst>
          </p:nvPr>
        </p:nvGraphicFramePr>
        <p:xfrm>
          <a:off x="1268031" y="1123458"/>
          <a:ext cx="8905780" cy="4611084"/>
        </p:xfrm>
        <a:graphic>
          <a:graphicData uri="http://schemas.openxmlformats.org/drawingml/2006/table">
            <a:tbl>
              <a:tblPr/>
              <a:tblGrid>
                <a:gridCol w="735762">
                  <a:extLst>
                    <a:ext uri="{9D8B030D-6E8A-4147-A177-3AD203B41FA5}">
                      <a16:colId xmlns:a16="http://schemas.microsoft.com/office/drawing/2014/main" val="1546565025"/>
                    </a:ext>
                  </a:extLst>
                </a:gridCol>
                <a:gridCol w="5257629">
                  <a:extLst>
                    <a:ext uri="{9D8B030D-6E8A-4147-A177-3AD203B41FA5}">
                      <a16:colId xmlns:a16="http://schemas.microsoft.com/office/drawing/2014/main" val="842811019"/>
                    </a:ext>
                  </a:extLst>
                </a:gridCol>
                <a:gridCol w="1288218">
                  <a:extLst>
                    <a:ext uri="{9D8B030D-6E8A-4147-A177-3AD203B41FA5}">
                      <a16:colId xmlns:a16="http://schemas.microsoft.com/office/drawing/2014/main" val="4167286495"/>
                    </a:ext>
                  </a:extLst>
                </a:gridCol>
                <a:gridCol w="1624171">
                  <a:extLst>
                    <a:ext uri="{9D8B030D-6E8A-4147-A177-3AD203B41FA5}">
                      <a16:colId xmlns:a16="http://schemas.microsoft.com/office/drawing/2014/main" val="902359942"/>
                    </a:ext>
                  </a:extLst>
                </a:gridCol>
              </a:tblGrid>
              <a:tr h="374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Sr.No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Workflow Relevant ?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Notification Relevant?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36736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Default Purchasing Group in Purchase Requisition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794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Make Requisitioner &amp; Recipient field as mandatory 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5083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Clr>
                          <a:srgbClr val="000000"/>
                        </a:buClr>
                        <a:buSzPts val="1100"/>
                        <a:buFont typeface="Aptos Narrow" panose="020B0004020202020204" pitchFamily="34" charset="0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and Recipient field validation </a:t>
                      </a:r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5363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Receive Notification after PR creation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7871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Purchaser/Expert to send a PR rework request to the Requisitioner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21533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select the PO approvers in the purchase requisition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325614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Uncheck the Goods Receipt/Service Confirmation check-box by default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04289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The Requisitioner to receive a copy of the purchase order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30151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PR from the </a:t>
                      </a:r>
                      <a:r>
                        <a:rPr 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Exeprt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19187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forward the PO to an Expert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201787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receive a notification email for PO approval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55036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send a PO rework request to the Purchaser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6763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Check if the PO approver is an active user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5057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81977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add an  adhoc approver to the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7564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Highlight PO changes for approvers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493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Automatically check of the delivery date for the PO items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761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Approvers determination (SAT)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89403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Automatically check of the delivery date for the PO items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4737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Approval workflow restarting condition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130483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Change the PO printout form name for the limited item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86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649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EFBE-FB8B-2DF1-61BE-B084EBCEF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DEPA | 2024-01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03A3-2805-E819-6898-564E8627EE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3C00A1-87BF-55C4-3761-ADD9E9EF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61122"/>
            <a:ext cx="11376788" cy="923330"/>
          </a:xfrm>
        </p:spPr>
        <p:txBody>
          <a:bodyPr/>
          <a:lstStyle/>
          <a:p>
            <a:r>
              <a:rPr lang="en-US" dirty="0"/>
              <a:t>Back Up Slides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3340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292C-001D-C6BA-F27D-604812EF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 Workflow Steps 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86B37-C342-7283-1401-20CDB680DC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F9097-FE38-6087-F8C8-6858D37197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9AD1C8E-B797-B23C-1BB9-AD6E58B371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855661"/>
              </p:ext>
            </p:extLst>
          </p:nvPr>
        </p:nvGraphicFramePr>
        <p:xfrm>
          <a:off x="1374945" y="1435607"/>
          <a:ext cx="9442110" cy="4169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4770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1522569"/>
  <p:tag name="EMPOWERCHARTSPROPERTIES_A_LENGTH" val="24576"/>
  <p:tag name="RUNTIME_ID" val="c177c028-dc46-4f93-bc62-8b5ea8cf398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+6xxucNKj9GsLLGnF5J6Kk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087722"/>
  <p:tag name="EMPOWERCHARTSPROPERTIES_A_LENGTH" val="24576"/>
  <p:tag name="RUNTIME_ID" val="af73c6c3-7c57-46bf-85a2-ce323945b59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/////wMAdA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86FrY3ASZdIiB2Pw1EL48MFAAAAAAADAAAAAAADAAAAAQA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477392"/>
  <p:tag name="EMPOWERCHARTSPROPERTIES_A_LENGTH" val="24576"/>
  <p:tag name="RUNTIME_ID" val="2c3b976b-67c3-4a43-81d5-bdc1b91cd05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665</Words>
  <Application>Microsoft Office PowerPoint</Application>
  <PresentationFormat>Widescreen</PresentationFormat>
  <Paragraphs>189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Narrow</vt:lpstr>
      <vt:lpstr>Arial</vt:lpstr>
      <vt:lpstr>Wingdings</vt:lpstr>
      <vt:lpstr>Siemens 2022</vt:lpstr>
      <vt:lpstr>think-cell Slide</vt:lpstr>
      <vt:lpstr>BTP Alignment for SRE Direct</vt:lpstr>
      <vt:lpstr>SRE Direct Procurement overview</vt:lpstr>
      <vt:lpstr>SRE Direct process steps</vt:lpstr>
      <vt:lpstr>SRE Direct Process</vt:lpstr>
      <vt:lpstr>SRE Requirements </vt:lpstr>
      <vt:lpstr>Back Up Slides</vt:lpstr>
      <vt:lpstr>PO Workflow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14</cp:revision>
  <dcterms:created xsi:type="dcterms:W3CDTF">2022-01-11T16:58:54Z</dcterms:created>
  <dcterms:modified xsi:type="dcterms:W3CDTF">2024-11-26T14:42:28Z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