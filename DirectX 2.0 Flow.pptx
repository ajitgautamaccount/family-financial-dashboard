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B83DF53-0B88-4C32-9C18-345D6BE98D85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DE"/>
        </a:p>
      </dgm:t>
    </dgm:pt>
    <dgm:pt modelId="{B4AE6A11-E981-4438-8961-60E623F23667}">
      <dgm:prSet phldrT="[Text]"/>
      <dgm:spPr/>
      <dgm:t>
        <a:bodyPr/>
        <a:lstStyle/>
        <a:p>
          <a:pPr>
            <a:buFont typeface="Symbol" panose="05050102010706020507" pitchFamily="18" charset="2"/>
            <a:buChar char=""/>
          </a:pPr>
          <a:r>
            <a:rPr lang="en-DE" b="1" dirty="0"/>
            <a:t>Create PR in S4</a:t>
          </a:r>
          <a:endParaRPr lang="en-DE" dirty="0"/>
        </a:p>
      </dgm:t>
    </dgm:pt>
    <dgm:pt modelId="{34CF81AF-112B-400E-BD8F-FEFE7A77447B}" type="parTrans" cxnId="{A0450AB8-89BC-4CBE-AA6B-B7B40064BAAB}">
      <dgm:prSet/>
      <dgm:spPr/>
      <dgm:t>
        <a:bodyPr/>
        <a:lstStyle/>
        <a:p>
          <a:endParaRPr lang="en-DE"/>
        </a:p>
      </dgm:t>
    </dgm:pt>
    <dgm:pt modelId="{8B5EFC7E-BD69-41F4-A6FB-AF8E01BBAD43}" type="sibTrans" cxnId="{A0450AB8-89BC-4CBE-AA6B-B7B40064BAAB}">
      <dgm:prSet/>
      <dgm:spPr/>
      <dgm:t>
        <a:bodyPr/>
        <a:lstStyle/>
        <a:p>
          <a:endParaRPr lang="en-DE"/>
        </a:p>
      </dgm:t>
    </dgm:pt>
    <dgm:pt modelId="{E3E3F165-0267-498A-93F2-87C2FFAB0E10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DE" dirty="0"/>
            <a:t>NB Document type.</a:t>
          </a:r>
        </a:p>
      </dgm:t>
    </dgm:pt>
    <dgm:pt modelId="{7F409637-0496-473C-B5CD-624CFE3C5849}" type="parTrans" cxnId="{4C354955-003A-44F2-8FD7-B7030BACB4B5}">
      <dgm:prSet/>
      <dgm:spPr/>
      <dgm:t>
        <a:bodyPr/>
        <a:lstStyle/>
        <a:p>
          <a:endParaRPr lang="en-DE"/>
        </a:p>
      </dgm:t>
    </dgm:pt>
    <dgm:pt modelId="{39F38D1F-1836-4715-AF97-A647346FA010}" type="sibTrans" cxnId="{4C354955-003A-44F2-8FD7-B7030BACB4B5}">
      <dgm:prSet/>
      <dgm:spPr/>
      <dgm:t>
        <a:bodyPr/>
        <a:lstStyle/>
        <a:p>
          <a:endParaRPr lang="en-DE"/>
        </a:p>
      </dgm:t>
    </dgm:pt>
    <dgm:pt modelId="{AE5B9B2F-9B83-4473-923D-BF0B3863E491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DE" dirty="0"/>
            <a:t>PR Creator.</a:t>
          </a:r>
        </a:p>
      </dgm:t>
    </dgm:pt>
    <dgm:pt modelId="{7A6A0C94-61F9-435C-B206-22ACD4665361}" type="parTrans" cxnId="{23B0D702-06FF-4014-85A6-A2E8EA5F5F1E}">
      <dgm:prSet/>
      <dgm:spPr/>
      <dgm:t>
        <a:bodyPr/>
        <a:lstStyle/>
        <a:p>
          <a:endParaRPr lang="en-DE"/>
        </a:p>
      </dgm:t>
    </dgm:pt>
    <dgm:pt modelId="{7CF952E6-A087-415A-B37C-114695AB4069}" type="sibTrans" cxnId="{23B0D702-06FF-4014-85A6-A2E8EA5F5F1E}">
      <dgm:prSet/>
      <dgm:spPr/>
      <dgm:t>
        <a:bodyPr/>
        <a:lstStyle/>
        <a:p>
          <a:endParaRPr lang="en-DE"/>
        </a:p>
      </dgm:t>
    </dgm:pt>
    <dgm:pt modelId="{6A3C8993-4498-47E0-8D10-58EBC3613EA7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DE" dirty="0"/>
            <a:t>Requisitioner*</a:t>
          </a:r>
        </a:p>
      </dgm:t>
    </dgm:pt>
    <dgm:pt modelId="{95C61536-9078-410A-AECD-3F9321638106}" type="parTrans" cxnId="{92D74455-E1C5-4A95-B0ED-2DE0A25F3A44}">
      <dgm:prSet/>
      <dgm:spPr/>
      <dgm:t>
        <a:bodyPr/>
        <a:lstStyle/>
        <a:p>
          <a:endParaRPr lang="en-DE"/>
        </a:p>
      </dgm:t>
    </dgm:pt>
    <dgm:pt modelId="{68461515-4112-4197-9E0E-A8EB0BC54601}" type="sibTrans" cxnId="{92D74455-E1C5-4A95-B0ED-2DE0A25F3A44}">
      <dgm:prSet/>
      <dgm:spPr/>
      <dgm:t>
        <a:bodyPr/>
        <a:lstStyle/>
        <a:p>
          <a:endParaRPr lang="en-DE"/>
        </a:p>
      </dgm:t>
    </dgm:pt>
    <dgm:pt modelId="{2AB0C674-8625-4E30-B243-8CE1CB0A9606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DE" dirty="0"/>
            <a:t>Recipient *</a:t>
          </a:r>
        </a:p>
      </dgm:t>
    </dgm:pt>
    <dgm:pt modelId="{B8BC5E11-20D4-4713-B806-AAF441C071F5}" type="parTrans" cxnId="{255D5C99-424B-4C5C-A22D-499875D9A9A9}">
      <dgm:prSet/>
      <dgm:spPr/>
      <dgm:t>
        <a:bodyPr/>
        <a:lstStyle/>
        <a:p>
          <a:endParaRPr lang="en-DE"/>
        </a:p>
      </dgm:t>
    </dgm:pt>
    <dgm:pt modelId="{E490C57E-C2A0-4A75-AC06-1B2AD6B993E4}" type="sibTrans" cxnId="{255D5C99-424B-4C5C-A22D-499875D9A9A9}">
      <dgm:prSet/>
      <dgm:spPr/>
      <dgm:t>
        <a:bodyPr/>
        <a:lstStyle/>
        <a:p>
          <a:endParaRPr lang="en-DE"/>
        </a:p>
      </dgm:t>
    </dgm:pt>
    <dgm:pt modelId="{FDE06EB8-7473-4725-ADAA-7C5574599733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DE" dirty="0"/>
            <a:t>Plant</a:t>
          </a:r>
        </a:p>
      </dgm:t>
    </dgm:pt>
    <dgm:pt modelId="{0AB754E5-9CF4-45D7-83B7-1D22193E2EDF}" type="parTrans" cxnId="{0D0E24B3-3C5B-457F-A881-757938D15B61}">
      <dgm:prSet/>
      <dgm:spPr/>
      <dgm:t>
        <a:bodyPr/>
        <a:lstStyle/>
        <a:p>
          <a:endParaRPr lang="en-DE"/>
        </a:p>
      </dgm:t>
    </dgm:pt>
    <dgm:pt modelId="{D3B14522-435E-443A-8937-0BD14366A5C5}" type="sibTrans" cxnId="{0D0E24B3-3C5B-457F-A881-757938D15B61}">
      <dgm:prSet/>
      <dgm:spPr/>
      <dgm:t>
        <a:bodyPr/>
        <a:lstStyle/>
        <a:p>
          <a:endParaRPr lang="en-DE"/>
        </a:p>
      </dgm:t>
    </dgm:pt>
    <dgm:pt modelId="{696EF53A-15B9-47D0-A479-651144F355A1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DE" dirty="0" err="1"/>
            <a:t>P.Org</a:t>
          </a:r>
          <a:r>
            <a:rPr lang="en-DE" dirty="0"/>
            <a:t>*</a:t>
          </a:r>
        </a:p>
      </dgm:t>
    </dgm:pt>
    <dgm:pt modelId="{D127DDB6-F015-4A9B-B7A9-591EB26138BB}" type="parTrans" cxnId="{1179F7B2-30FC-41A2-8805-3ECDA48549B0}">
      <dgm:prSet/>
      <dgm:spPr/>
      <dgm:t>
        <a:bodyPr/>
        <a:lstStyle/>
        <a:p>
          <a:endParaRPr lang="en-DE"/>
        </a:p>
      </dgm:t>
    </dgm:pt>
    <dgm:pt modelId="{1C2E9514-522A-4F9D-B226-794F47018993}" type="sibTrans" cxnId="{1179F7B2-30FC-41A2-8805-3ECDA48549B0}">
      <dgm:prSet/>
      <dgm:spPr/>
      <dgm:t>
        <a:bodyPr/>
        <a:lstStyle/>
        <a:p>
          <a:endParaRPr lang="en-DE"/>
        </a:p>
      </dgm:t>
    </dgm:pt>
    <dgm:pt modelId="{5852E2D0-E32E-40FA-9B31-176709EAF9C3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DE"/>
            <a:t>Accounting Details</a:t>
          </a:r>
        </a:p>
      </dgm:t>
    </dgm:pt>
    <dgm:pt modelId="{D864EFAE-C843-4295-9F0A-5D67B12F52B7}" type="parTrans" cxnId="{EBE9079A-DF35-4DA1-8128-A11703DB1373}">
      <dgm:prSet/>
      <dgm:spPr/>
      <dgm:t>
        <a:bodyPr/>
        <a:lstStyle/>
        <a:p>
          <a:endParaRPr lang="en-DE"/>
        </a:p>
      </dgm:t>
    </dgm:pt>
    <dgm:pt modelId="{21A3981F-0870-4547-9287-064D228BB5B4}" type="sibTrans" cxnId="{EBE9079A-DF35-4DA1-8128-A11703DB1373}">
      <dgm:prSet/>
      <dgm:spPr/>
      <dgm:t>
        <a:bodyPr/>
        <a:lstStyle/>
        <a:p>
          <a:endParaRPr lang="en-DE"/>
        </a:p>
      </dgm:t>
    </dgm:pt>
    <dgm:pt modelId="{5A23DAB9-B69E-4D49-8CB6-14F4CE4C1B35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DE" dirty="0"/>
            <a:t>Attachment</a:t>
          </a:r>
        </a:p>
      </dgm:t>
    </dgm:pt>
    <dgm:pt modelId="{D01AFB4A-AEC2-4081-A242-E01FB426FFB3}" type="parTrans" cxnId="{431EAC63-331F-48D2-8822-0DFFC70BB0AE}">
      <dgm:prSet/>
      <dgm:spPr/>
      <dgm:t>
        <a:bodyPr/>
        <a:lstStyle/>
        <a:p>
          <a:endParaRPr lang="en-DE"/>
        </a:p>
      </dgm:t>
    </dgm:pt>
    <dgm:pt modelId="{C9D7EFE5-1B32-4384-99EE-63D624E282BE}" type="sibTrans" cxnId="{431EAC63-331F-48D2-8822-0DFFC70BB0AE}">
      <dgm:prSet/>
      <dgm:spPr/>
      <dgm:t>
        <a:bodyPr/>
        <a:lstStyle/>
        <a:p>
          <a:endParaRPr lang="en-DE"/>
        </a:p>
      </dgm:t>
    </dgm:pt>
    <dgm:pt modelId="{AF2E0CFF-D9E3-4125-88AA-A4027DA32EBC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DE" dirty="0"/>
            <a:t>ESN</a:t>
          </a:r>
        </a:p>
      </dgm:t>
    </dgm:pt>
    <dgm:pt modelId="{4783681A-1814-4B34-98A7-8C9D5EC9AC33}" type="parTrans" cxnId="{2AD2CEAC-97B5-416D-8C1F-C38ED039A88B}">
      <dgm:prSet/>
      <dgm:spPr/>
      <dgm:t>
        <a:bodyPr/>
        <a:lstStyle/>
        <a:p>
          <a:endParaRPr lang="en-DE"/>
        </a:p>
      </dgm:t>
    </dgm:pt>
    <dgm:pt modelId="{C437656B-79C7-4449-A9D7-A76BC7B90DFD}" type="sibTrans" cxnId="{2AD2CEAC-97B5-416D-8C1F-C38ED039A88B}">
      <dgm:prSet/>
      <dgm:spPr/>
      <dgm:t>
        <a:bodyPr/>
        <a:lstStyle/>
        <a:p>
          <a:endParaRPr lang="en-DE"/>
        </a:p>
      </dgm:t>
    </dgm:pt>
    <dgm:pt modelId="{B8D03698-A5F4-43A2-8034-1DA316725EE1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DE" dirty="0"/>
            <a:t>P. Group: </a:t>
          </a:r>
        </a:p>
      </dgm:t>
    </dgm:pt>
    <dgm:pt modelId="{8236C1C3-3655-40E9-BEFA-83BB03AC9B36}" type="parTrans" cxnId="{6EEA2AA9-C444-440B-A70E-D5E3858A2FBE}">
      <dgm:prSet/>
      <dgm:spPr/>
      <dgm:t>
        <a:bodyPr/>
        <a:lstStyle/>
        <a:p>
          <a:endParaRPr lang="en-DE"/>
        </a:p>
      </dgm:t>
    </dgm:pt>
    <dgm:pt modelId="{4FBFF544-A45A-490E-A8FD-178E76B7B6AE}" type="sibTrans" cxnId="{6EEA2AA9-C444-440B-A70E-D5E3858A2FBE}">
      <dgm:prSet/>
      <dgm:spPr/>
      <dgm:t>
        <a:bodyPr/>
        <a:lstStyle/>
        <a:p>
          <a:endParaRPr lang="en-DE"/>
        </a:p>
      </dgm:t>
    </dgm:pt>
    <dgm:pt modelId="{2606AD67-95EE-4271-B0F3-F0F857445747}">
      <dgm:prSet/>
      <dgm:spPr/>
      <dgm:t>
        <a:bodyPr/>
        <a:lstStyle/>
        <a:p>
          <a:pPr>
            <a:buFont typeface="Wingdings" panose="05000000000000000000" pitchFamily="2" charset="2"/>
            <a:buChar char=""/>
          </a:pPr>
          <a:r>
            <a:rPr lang="en-DE" dirty="0" err="1">
              <a:highlight>
                <a:srgbClr val="FFFF00"/>
              </a:highlight>
            </a:rPr>
            <a:t>Catalog</a:t>
          </a:r>
          <a:r>
            <a:rPr lang="en-DE" dirty="0">
              <a:highlight>
                <a:srgbClr val="FFFF00"/>
              </a:highlight>
            </a:rPr>
            <a:t> –?</a:t>
          </a:r>
        </a:p>
      </dgm:t>
    </dgm:pt>
    <dgm:pt modelId="{15FA431A-01E8-4CAE-8C6B-8222E7854B1D}" type="parTrans" cxnId="{D6B80219-D09D-4843-8332-8B8C3A7539FE}">
      <dgm:prSet/>
      <dgm:spPr/>
      <dgm:t>
        <a:bodyPr/>
        <a:lstStyle/>
        <a:p>
          <a:endParaRPr lang="en-DE"/>
        </a:p>
      </dgm:t>
    </dgm:pt>
    <dgm:pt modelId="{EA6A4749-8A81-42F8-B10D-C429B1CA840E}" type="sibTrans" cxnId="{D6B80219-D09D-4843-8332-8B8C3A7539FE}">
      <dgm:prSet/>
      <dgm:spPr/>
      <dgm:t>
        <a:bodyPr/>
        <a:lstStyle/>
        <a:p>
          <a:endParaRPr lang="en-DE"/>
        </a:p>
      </dgm:t>
    </dgm:pt>
    <dgm:pt modelId="{63052383-813B-4604-8325-39AFE6E08FF0}">
      <dgm:prSet/>
      <dgm:spPr/>
      <dgm:t>
        <a:bodyPr/>
        <a:lstStyle/>
        <a:p>
          <a:pPr>
            <a:buFont typeface="Wingdings" panose="05000000000000000000" pitchFamily="2" charset="2"/>
            <a:buChar char=""/>
          </a:pPr>
          <a:r>
            <a:rPr lang="en-DE" dirty="0">
              <a:highlight>
                <a:srgbClr val="FFFF00"/>
              </a:highlight>
            </a:rPr>
            <a:t>Free Text/Limit-?</a:t>
          </a:r>
          <a:r>
            <a:rPr lang="en-DE" dirty="0"/>
            <a:t>	</a:t>
          </a:r>
        </a:p>
      </dgm:t>
    </dgm:pt>
    <dgm:pt modelId="{8F7B52A2-A869-4431-A1B8-3171979225ED}" type="parTrans" cxnId="{8F3BF186-CF44-479B-8C60-B202B543AD5F}">
      <dgm:prSet/>
      <dgm:spPr/>
      <dgm:t>
        <a:bodyPr/>
        <a:lstStyle/>
        <a:p>
          <a:endParaRPr lang="en-DE"/>
        </a:p>
      </dgm:t>
    </dgm:pt>
    <dgm:pt modelId="{0D5A3817-03FA-4CEC-BA7E-80F8D35DD175}" type="sibTrans" cxnId="{8F3BF186-CF44-479B-8C60-B202B543AD5F}">
      <dgm:prSet/>
      <dgm:spPr/>
      <dgm:t>
        <a:bodyPr/>
        <a:lstStyle/>
        <a:p>
          <a:endParaRPr lang="en-DE"/>
        </a:p>
      </dgm:t>
    </dgm:pt>
    <dgm:pt modelId="{025FB183-74B3-4C67-B6EA-2D7CFFEAA8B8}">
      <dgm:prSet/>
      <dgm:spPr/>
      <dgm:t>
        <a:bodyPr/>
        <a:lstStyle/>
        <a:p>
          <a:pPr>
            <a:buFont typeface="Symbol" panose="05050102010706020507" pitchFamily="18" charset="2"/>
            <a:buChar char=""/>
          </a:pPr>
          <a:r>
            <a:rPr lang="en-DE" b="1"/>
            <a:t>Requester Step</a:t>
          </a:r>
          <a:endParaRPr lang="en-DE"/>
        </a:p>
      </dgm:t>
    </dgm:pt>
    <dgm:pt modelId="{0C18903C-1530-45E7-909B-5B9AC779DF04}" type="parTrans" cxnId="{2A9C1B82-EBE5-46DF-8E37-645AB62F0D47}">
      <dgm:prSet/>
      <dgm:spPr/>
      <dgm:t>
        <a:bodyPr/>
        <a:lstStyle/>
        <a:p>
          <a:endParaRPr lang="en-DE"/>
        </a:p>
      </dgm:t>
    </dgm:pt>
    <dgm:pt modelId="{46C14CC8-27C0-4B17-A903-C613448EF5B4}" type="sibTrans" cxnId="{2A9C1B82-EBE5-46DF-8E37-645AB62F0D47}">
      <dgm:prSet/>
      <dgm:spPr/>
      <dgm:t>
        <a:bodyPr/>
        <a:lstStyle/>
        <a:p>
          <a:endParaRPr lang="en-DE"/>
        </a:p>
      </dgm:t>
    </dgm:pt>
    <dgm:pt modelId="{04CD3124-EE63-48BB-B7E2-41DEA814600B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DE" dirty="0"/>
            <a:t>Send BTP Form +Notification</a:t>
          </a:r>
        </a:p>
      </dgm:t>
    </dgm:pt>
    <dgm:pt modelId="{8E94D393-3801-43EB-8899-255CF1272A41}" type="parTrans" cxnId="{5A74EA8A-1A4A-4388-A981-0B689A0ED8A9}">
      <dgm:prSet/>
      <dgm:spPr/>
      <dgm:t>
        <a:bodyPr/>
        <a:lstStyle/>
        <a:p>
          <a:endParaRPr lang="en-DE"/>
        </a:p>
      </dgm:t>
    </dgm:pt>
    <dgm:pt modelId="{AD0F1F09-E708-4C25-B578-17869CB6FC79}" type="sibTrans" cxnId="{5A74EA8A-1A4A-4388-A981-0B689A0ED8A9}">
      <dgm:prSet/>
      <dgm:spPr/>
      <dgm:t>
        <a:bodyPr/>
        <a:lstStyle/>
        <a:p>
          <a:endParaRPr lang="en-DE"/>
        </a:p>
      </dgm:t>
    </dgm:pt>
    <dgm:pt modelId="{B5F9E28B-5134-4176-AC5F-4DBB0DAE4312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DE" dirty="0"/>
            <a:t>To dialog users only (PR creator +Requisitioner)</a:t>
          </a:r>
        </a:p>
      </dgm:t>
    </dgm:pt>
    <dgm:pt modelId="{0B714E6B-A74F-48FF-AABB-F5BB3957D711}" type="parTrans" cxnId="{EDED5EEF-391F-4907-848F-FA6B73D82BC2}">
      <dgm:prSet/>
      <dgm:spPr/>
      <dgm:t>
        <a:bodyPr/>
        <a:lstStyle/>
        <a:p>
          <a:endParaRPr lang="en-DE"/>
        </a:p>
      </dgm:t>
    </dgm:pt>
    <dgm:pt modelId="{54CF6673-1140-45D5-B4DE-2E3F624B374A}" type="sibTrans" cxnId="{EDED5EEF-391F-4907-848F-FA6B73D82BC2}">
      <dgm:prSet/>
      <dgm:spPr/>
      <dgm:t>
        <a:bodyPr/>
        <a:lstStyle/>
        <a:p>
          <a:endParaRPr lang="en-DE"/>
        </a:p>
      </dgm:t>
    </dgm:pt>
    <dgm:pt modelId="{3D4AC7A4-1DBD-49D9-B38C-BDC12380FC82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DE" dirty="0"/>
            <a:t>Add validation for below fields:</a:t>
          </a:r>
        </a:p>
      </dgm:t>
    </dgm:pt>
    <dgm:pt modelId="{898FE1B5-F69A-43C7-BB9E-803A0563F42D}" type="parTrans" cxnId="{5FD87947-128B-41BD-AF18-998AB3F3E0D4}">
      <dgm:prSet/>
      <dgm:spPr/>
      <dgm:t>
        <a:bodyPr/>
        <a:lstStyle/>
        <a:p>
          <a:endParaRPr lang="en-DE"/>
        </a:p>
      </dgm:t>
    </dgm:pt>
    <dgm:pt modelId="{7B71C45A-9460-448F-B274-369CC4F9C53A}" type="sibTrans" cxnId="{5FD87947-128B-41BD-AF18-998AB3F3E0D4}">
      <dgm:prSet/>
      <dgm:spPr/>
      <dgm:t>
        <a:bodyPr/>
        <a:lstStyle/>
        <a:p>
          <a:endParaRPr lang="en-DE"/>
        </a:p>
      </dgm:t>
    </dgm:pt>
    <dgm:pt modelId="{F9347CF0-A8C9-40C9-B42B-87C6B1ACD492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DE" dirty="0"/>
            <a:t>Requisitioner should be valid GID (verify from SCD)</a:t>
          </a:r>
        </a:p>
      </dgm:t>
    </dgm:pt>
    <dgm:pt modelId="{7769DD68-8557-4875-87C6-D953B2614933}" type="parTrans" cxnId="{557A84B7-4318-4290-8781-8F9C658268C9}">
      <dgm:prSet/>
      <dgm:spPr/>
      <dgm:t>
        <a:bodyPr/>
        <a:lstStyle/>
        <a:p>
          <a:endParaRPr lang="en-DE"/>
        </a:p>
      </dgm:t>
    </dgm:pt>
    <dgm:pt modelId="{B398A2AD-2944-4CE6-864A-BCE4BDB209A6}" type="sibTrans" cxnId="{557A84B7-4318-4290-8781-8F9C658268C9}">
      <dgm:prSet/>
      <dgm:spPr/>
      <dgm:t>
        <a:bodyPr/>
        <a:lstStyle/>
        <a:p>
          <a:endParaRPr lang="en-DE"/>
        </a:p>
      </dgm:t>
    </dgm:pt>
    <dgm:pt modelId="{81252D1B-1279-457E-A8BD-105AE1683C2F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DE"/>
            <a:t>Recipient (verify from SCD)</a:t>
          </a:r>
        </a:p>
      </dgm:t>
    </dgm:pt>
    <dgm:pt modelId="{8D0F4C96-D9FA-48BF-8F18-DC89421E33C9}" type="parTrans" cxnId="{59EA3370-0F1D-437E-8F0C-BC926E0F38A1}">
      <dgm:prSet/>
      <dgm:spPr/>
      <dgm:t>
        <a:bodyPr/>
        <a:lstStyle/>
        <a:p>
          <a:endParaRPr lang="en-DE"/>
        </a:p>
      </dgm:t>
    </dgm:pt>
    <dgm:pt modelId="{EA06DA3D-AF4D-4D5E-BFCD-BE1D268E4498}" type="sibTrans" cxnId="{59EA3370-0F1D-437E-8F0C-BC926E0F38A1}">
      <dgm:prSet/>
      <dgm:spPr/>
      <dgm:t>
        <a:bodyPr/>
        <a:lstStyle/>
        <a:p>
          <a:endParaRPr lang="en-DE"/>
        </a:p>
      </dgm:t>
    </dgm:pt>
    <dgm:pt modelId="{394FC8D5-7C12-4FF1-8CC8-306135061DCD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DE" dirty="0"/>
            <a:t>P. Org (Fill automatic if possible)</a:t>
          </a:r>
        </a:p>
      </dgm:t>
    </dgm:pt>
    <dgm:pt modelId="{F2EDE430-5988-497B-B519-0C7113058322}" type="parTrans" cxnId="{F1188AFF-3B59-4E31-9A97-E054F7D96481}">
      <dgm:prSet/>
      <dgm:spPr/>
      <dgm:t>
        <a:bodyPr/>
        <a:lstStyle/>
        <a:p>
          <a:endParaRPr lang="en-DE"/>
        </a:p>
      </dgm:t>
    </dgm:pt>
    <dgm:pt modelId="{2850F18F-D9C5-4525-A892-89B35BF8C6C3}" type="sibTrans" cxnId="{F1188AFF-3B59-4E31-9A97-E054F7D96481}">
      <dgm:prSet/>
      <dgm:spPr/>
      <dgm:t>
        <a:bodyPr/>
        <a:lstStyle/>
        <a:p>
          <a:endParaRPr lang="en-DE"/>
        </a:p>
      </dgm:t>
    </dgm:pt>
    <dgm:pt modelId="{1575C9F1-7DB2-4A74-8875-784577FAED9C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DE"/>
            <a:t>ACC (Allowed ACC based on BTP condition table)</a:t>
          </a:r>
        </a:p>
      </dgm:t>
    </dgm:pt>
    <dgm:pt modelId="{7CE31A06-26BD-42D8-B2EB-C5E0033655DD}" type="parTrans" cxnId="{3A9551A5-C049-49D0-9278-DBDAD446C381}">
      <dgm:prSet/>
      <dgm:spPr/>
      <dgm:t>
        <a:bodyPr/>
        <a:lstStyle/>
        <a:p>
          <a:endParaRPr lang="en-DE"/>
        </a:p>
      </dgm:t>
    </dgm:pt>
    <dgm:pt modelId="{E54754C4-E585-4FFE-8C17-0C6569278AE5}" type="sibTrans" cxnId="{3A9551A5-C049-49D0-9278-DBDAD446C381}">
      <dgm:prSet/>
      <dgm:spPr/>
      <dgm:t>
        <a:bodyPr/>
        <a:lstStyle/>
        <a:p>
          <a:endParaRPr lang="en-DE"/>
        </a:p>
      </dgm:t>
    </dgm:pt>
    <dgm:pt modelId="{15EA4F2F-EAA7-4528-B908-AD48A635C7B4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DE" dirty="0"/>
            <a:t>For multiple line items use the requisitioner and recipient details from line item 1.</a:t>
          </a:r>
        </a:p>
      </dgm:t>
    </dgm:pt>
    <dgm:pt modelId="{C212E8F3-A2DF-4AB9-9AE9-C09A2E62C4AE}" type="parTrans" cxnId="{FD1FFD35-F631-4F0A-97C8-044AB1940DEF}">
      <dgm:prSet/>
      <dgm:spPr/>
      <dgm:t>
        <a:bodyPr/>
        <a:lstStyle/>
        <a:p>
          <a:endParaRPr lang="en-DE"/>
        </a:p>
      </dgm:t>
    </dgm:pt>
    <dgm:pt modelId="{6D86D5D4-6019-4476-9032-B17EA3E7F127}" type="sibTrans" cxnId="{FD1FFD35-F631-4F0A-97C8-044AB1940DEF}">
      <dgm:prSet/>
      <dgm:spPr/>
      <dgm:t>
        <a:bodyPr/>
        <a:lstStyle/>
        <a:p>
          <a:endParaRPr lang="en-DE"/>
        </a:p>
      </dgm:t>
    </dgm:pt>
    <dgm:pt modelId="{6A62329D-60E9-47DF-9878-014C5611C093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DE" dirty="0"/>
            <a:t>All line-item details will be displayed in BTP form (New BTP form layout)</a:t>
          </a:r>
        </a:p>
      </dgm:t>
    </dgm:pt>
    <dgm:pt modelId="{15CFB6FC-9F75-449D-8FB9-D8C4B7405AEE}" type="parTrans" cxnId="{BFDB2066-2297-4741-A37E-D57BCEA136A2}">
      <dgm:prSet/>
      <dgm:spPr/>
      <dgm:t>
        <a:bodyPr/>
        <a:lstStyle/>
        <a:p>
          <a:endParaRPr lang="en-DE"/>
        </a:p>
      </dgm:t>
    </dgm:pt>
    <dgm:pt modelId="{C4820D83-1648-4FA4-B3E8-7AAC76BFEB56}" type="sibTrans" cxnId="{BFDB2066-2297-4741-A37E-D57BCEA136A2}">
      <dgm:prSet/>
      <dgm:spPr/>
      <dgm:t>
        <a:bodyPr/>
        <a:lstStyle/>
        <a:p>
          <a:endParaRPr lang="en-DE"/>
        </a:p>
      </dgm:t>
    </dgm:pt>
    <dgm:pt modelId="{C3E04A23-885E-4F30-A578-B8F9888453A8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DE" dirty="0"/>
            <a:t>Disable asset related option/button.</a:t>
          </a:r>
        </a:p>
      </dgm:t>
    </dgm:pt>
    <dgm:pt modelId="{305DC5DE-6B9F-4CF1-9DF5-5A062AD17403}" type="parTrans" cxnId="{C419DFDB-36F6-45B1-A959-F63C30568B5D}">
      <dgm:prSet/>
      <dgm:spPr/>
      <dgm:t>
        <a:bodyPr/>
        <a:lstStyle/>
        <a:p>
          <a:endParaRPr lang="en-DE"/>
        </a:p>
      </dgm:t>
    </dgm:pt>
    <dgm:pt modelId="{EBAF9EC7-C178-465B-B1B3-04DC4B062F3A}" type="sibTrans" cxnId="{C419DFDB-36F6-45B1-A959-F63C30568B5D}">
      <dgm:prSet/>
      <dgm:spPr/>
      <dgm:t>
        <a:bodyPr/>
        <a:lstStyle/>
        <a:p>
          <a:endParaRPr lang="en-DE"/>
        </a:p>
      </dgm:t>
    </dgm:pt>
    <dgm:pt modelId="{964ABD6F-D149-42B0-B5D6-1C55107F0C34}">
      <dgm:prSet/>
      <dgm:spPr/>
      <dgm:t>
        <a:bodyPr/>
        <a:lstStyle/>
        <a:p>
          <a:pPr>
            <a:buFont typeface="Symbol" panose="05050102010706020507" pitchFamily="18" charset="2"/>
            <a:buChar char=""/>
          </a:pPr>
          <a:r>
            <a:rPr lang="en-DE" b="1"/>
            <a:t>Buyer/Procurement Verification Step</a:t>
          </a:r>
          <a:endParaRPr lang="en-DE"/>
        </a:p>
      </dgm:t>
    </dgm:pt>
    <dgm:pt modelId="{811C9494-1DF1-4289-96C2-4D9D769DC7B6}" type="parTrans" cxnId="{0AAEC2CE-679A-4A56-A310-318F897D9EBB}">
      <dgm:prSet/>
      <dgm:spPr/>
      <dgm:t>
        <a:bodyPr/>
        <a:lstStyle/>
        <a:p>
          <a:endParaRPr lang="en-DE"/>
        </a:p>
      </dgm:t>
    </dgm:pt>
    <dgm:pt modelId="{3C9BDDB6-C500-410B-BCE8-527084A7DA40}" type="sibTrans" cxnId="{0AAEC2CE-679A-4A56-A310-318F897D9EBB}">
      <dgm:prSet/>
      <dgm:spPr/>
      <dgm:t>
        <a:bodyPr/>
        <a:lstStyle/>
        <a:p>
          <a:endParaRPr lang="en-DE"/>
        </a:p>
      </dgm:t>
    </dgm:pt>
    <dgm:pt modelId="{33222338-8A5A-47ED-AFDC-2DD1475A97DA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DE"/>
            <a:t>Send BTP Form +Notification</a:t>
          </a:r>
        </a:p>
      </dgm:t>
    </dgm:pt>
    <dgm:pt modelId="{453333FB-E6D4-4D77-AC5C-A944898FE513}" type="parTrans" cxnId="{97C2C058-413B-46B6-BC47-E789EFBB3CAB}">
      <dgm:prSet/>
      <dgm:spPr/>
      <dgm:t>
        <a:bodyPr/>
        <a:lstStyle/>
        <a:p>
          <a:endParaRPr lang="en-DE"/>
        </a:p>
      </dgm:t>
    </dgm:pt>
    <dgm:pt modelId="{4BA2224D-240E-47A4-9E99-4F7C8D8C8862}" type="sibTrans" cxnId="{97C2C058-413B-46B6-BC47-E789EFBB3CAB}">
      <dgm:prSet/>
      <dgm:spPr/>
      <dgm:t>
        <a:bodyPr/>
        <a:lstStyle/>
        <a:p>
          <a:endParaRPr lang="en-DE"/>
        </a:p>
      </dgm:t>
    </dgm:pt>
    <dgm:pt modelId="{58EB1059-7DA8-4EEE-A2D7-0234D223CAD1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DE" dirty="0">
              <a:highlight>
                <a:srgbClr val="FFFF00"/>
              </a:highlight>
            </a:rPr>
            <a:t>To Buyer/ Expert based on BTP condition table.</a:t>
          </a:r>
        </a:p>
      </dgm:t>
    </dgm:pt>
    <dgm:pt modelId="{443810B6-E5CC-4120-991A-C236A22530B0}" type="parTrans" cxnId="{05F2EFD2-F73E-4FF0-9B7E-24301D765219}">
      <dgm:prSet/>
      <dgm:spPr/>
      <dgm:t>
        <a:bodyPr/>
        <a:lstStyle/>
        <a:p>
          <a:endParaRPr lang="en-DE"/>
        </a:p>
      </dgm:t>
    </dgm:pt>
    <dgm:pt modelId="{0ABBCF04-C17D-4949-AB68-26338122FF6F}" type="sibTrans" cxnId="{05F2EFD2-F73E-4FF0-9B7E-24301D765219}">
      <dgm:prSet/>
      <dgm:spPr/>
      <dgm:t>
        <a:bodyPr/>
        <a:lstStyle/>
        <a:p>
          <a:endParaRPr lang="en-DE"/>
        </a:p>
      </dgm:t>
    </dgm:pt>
    <dgm:pt modelId="{77EE7E48-CEC8-416A-A678-6746C6F7D757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DE" dirty="0">
              <a:highlight>
                <a:srgbClr val="FFFF00"/>
              </a:highlight>
            </a:rPr>
            <a:t>All Purchaser based on BTP condition table will receive PR</a:t>
          </a:r>
          <a:r>
            <a:rPr lang="en-US" dirty="0">
              <a:highlight>
                <a:srgbClr val="FFFF00"/>
              </a:highlight>
            </a:rPr>
            <a:t>.</a:t>
          </a:r>
          <a:endParaRPr lang="en-DE" dirty="0">
            <a:highlight>
              <a:srgbClr val="FFFF00"/>
            </a:highlight>
          </a:endParaRPr>
        </a:p>
      </dgm:t>
    </dgm:pt>
    <dgm:pt modelId="{9C6542C4-1316-4B21-8345-23ADC12DCF4F}" type="parTrans" cxnId="{F74EF06C-43A6-49D2-B1CA-FC3AEF2F8533}">
      <dgm:prSet/>
      <dgm:spPr/>
      <dgm:t>
        <a:bodyPr/>
        <a:lstStyle/>
        <a:p>
          <a:endParaRPr lang="en-DE"/>
        </a:p>
      </dgm:t>
    </dgm:pt>
    <dgm:pt modelId="{240DCBF7-F47D-4C4B-AA13-2496AEC6EB5A}" type="sibTrans" cxnId="{F74EF06C-43A6-49D2-B1CA-FC3AEF2F8533}">
      <dgm:prSet/>
      <dgm:spPr/>
      <dgm:t>
        <a:bodyPr/>
        <a:lstStyle/>
        <a:p>
          <a:endParaRPr lang="en-DE"/>
        </a:p>
      </dgm:t>
    </dgm:pt>
    <dgm:pt modelId="{D202ED18-7091-483D-8171-2210AC133276}">
      <dgm:prSet/>
      <dgm:spPr/>
      <dgm:t>
        <a:bodyPr/>
        <a:lstStyle/>
        <a:p>
          <a:pPr>
            <a:buFont typeface="Symbol" panose="05050102010706020507" pitchFamily="18" charset="2"/>
            <a:buChar char=""/>
          </a:pPr>
          <a:r>
            <a:rPr lang="en-DE" b="1"/>
            <a:t>Purchaser Step</a:t>
          </a:r>
          <a:endParaRPr lang="en-DE"/>
        </a:p>
      </dgm:t>
    </dgm:pt>
    <dgm:pt modelId="{7A10C7A6-43F5-4D2C-A29B-3FB06B5A7A89}" type="parTrans" cxnId="{9C0834F6-C881-4699-9EEF-8D521478B79C}">
      <dgm:prSet/>
      <dgm:spPr/>
      <dgm:t>
        <a:bodyPr/>
        <a:lstStyle/>
        <a:p>
          <a:endParaRPr lang="en-DE"/>
        </a:p>
      </dgm:t>
    </dgm:pt>
    <dgm:pt modelId="{9D6A5423-E9AB-49E9-AB9D-3D8F220168DB}" type="sibTrans" cxnId="{9C0834F6-C881-4699-9EEF-8D521478B79C}">
      <dgm:prSet/>
      <dgm:spPr/>
      <dgm:t>
        <a:bodyPr/>
        <a:lstStyle/>
        <a:p>
          <a:endParaRPr lang="en-DE"/>
        </a:p>
      </dgm:t>
    </dgm:pt>
    <dgm:pt modelId="{017A9A6B-4070-4BAB-B105-262CC38B6D73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DE"/>
            <a:t>Verify the PR details and confirm.</a:t>
          </a:r>
        </a:p>
      </dgm:t>
    </dgm:pt>
    <dgm:pt modelId="{95785F93-5CD8-439F-BB7A-6F3C91D3C57C}" type="parTrans" cxnId="{326B9010-7ABE-4C84-9433-1148733B87E7}">
      <dgm:prSet/>
      <dgm:spPr/>
      <dgm:t>
        <a:bodyPr/>
        <a:lstStyle/>
        <a:p>
          <a:endParaRPr lang="en-DE"/>
        </a:p>
      </dgm:t>
    </dgm:pt>
    <dgm:pt modelId="{71B2710E-3658-4F76-AC92-8C821F93BE0B}" type="sibTrans" cxnId="{326B9010-7ABE-4C84-9433-1148733B87E7}">
      <dgm:prSet/>
      <dgm:spPr/>
      <dgm:t>
        <a:bodyPr/>
        <a:lstStyle/>
        <a:p>
          <a:endParaRPr lang="en-DE"/>
        </a:p>
      </dgm:t>
    </dgm:pt>
    <dgm:pt modelId="{12032BE0-16AA-4D2C-A38A-7103EAE3ECD5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DE"/>
            <a:t>Receive the error in case any error while creating the PO via API.</a:t>
          </a:r>
        </a:p>
      </dgm:t>
    </dgm:pt>
    <dgm:pt modelId="{A3A1CE5A-E57D-4F2A-98F7-CA9D083B08F8}" type="parTrans" cxnId="{8BA1B948-1D31-42D6-B0F2-25319FC278C7}">
      <dgm:prSet/>
      <dgm:spPr/>
      <dgm:t>
        <a:bodyPr/>
        <a:lstStyle/>
        <a:p>
          <a:endParaRPr lang="en-DE"/>
        </a:p>
      </dgm:t>
    </dgm:pt>
    <dgm:pt modelId="{86F1A30E-8E23-4016-A50B-14E60B65F120}" type="sibTrans" cxnId="{8BA1B948-1D31-42D6-B0F2-25319FC278C7}">
      <dgm:prSet/>
      <dgm:spPr/>
      <dgm:t>
        <a:bodyPr/>
        <a:lstStyle/>
        <a:p>
          <a:endParaRPr lang="en-DE"/>
        </a:p>
      </dgm:t>
    </dgm:pt>
    <dgm:pt modelId="{85898ADC-00F0-4A33-A097-4281F67ED20A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DE"/>
            <a:t>Approve the PR</a:t>
          </a:r>
        </a:p>
      </dgm:t>
    </dgm:pt>
    <dgm:pt modelId="{55051E97-E044-44CA-B596-F9F22ED91249}" type="parTrans" cxnId="{AF9BFF89-CEF4-4C4F-864F-568558F253E1}">
      <dgm:prSet/>
      <dgm:spPr/>
      <dgm:t>
        <a:bodyPr/>
        <a:lstStyle/>
        <a:p>
          <a:endParaRPr lang="en-DE"/>
        </a:p>
      </dgm:t>
    </dgm:pt>
    <dgm:pt modelId="{7EAC0410-A016-45BC-B9A0-AE3A60DEB3BF}" type="sibTrans" cxnId="{AF9BFF89-CEF4-4C4F-864F-568558F253E1}">
      <dgm:prSet/>
      <dgm:spPr/>
      <dgm:t>
        <a:bodyPr/>
        <a:lstStyle/>
        <a:p>
          <a:endParaRPr lang="en-DE"/>
        </a:p>
      </dgm:t>
    </dgm:pt>
    <dgm:pt modelId="{450E6ABE-8F6C-42EC-9765-E00FEB381F88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DE"/>
            <a:t>PR is released and PO is created automatically.</a:t>
          </a:r>
        </a:p>
      </dgm:t>
    </dgm:pt>
    <dgm:pt modelId="{8AE531A2-0C17-4684-9806-9E415E67946E}" type="parTrans" cxnId="{ED7BD83C-0391-487C-BDE9-130E5090E656}">
      <dgm:prSet/>
      <dgm:spPr/>
      <dgm:t>
        <a:bodyPr/>
        <a:lstStyle/>
        <a:p>
          <a:endParaRPr lang="en-DE"/>
        </a:p>
      </dgm:t>
    </dgm:pt>
    <dgm:pt modelId="{C0988AFD-33E3-4125-B2EE-FF9CE0731F75}" type="sibTrans" cxnId="{ED7BD83C-0391-487C-BDE9-130E5090E656}">
      <dgm:prSet/>
      <dgm:spPr/>
      <dgm:t>
        <a:bodyPr/>
        <a:lstStyle/>
        <a:p>
          <a:endParaRPr lang="en-DE"/>
        </a:p>
      </dgm:t>
    </dgm:pt>
    <dgm:pt modelId="{929881F7-8A59-4F71-A7B2-E919F725460F}">
      <dgm:prSet/>
      <dgm:spPr/>
      <dgm:t>
        <a:bodyPr/>
        <a:lstStyle/>
        <a:p>
          <a:pPr>
            <a:buFont typeface="Symbol" panose="05050102010706020507" pitchFamily="18" charset="2"/>
            <a:buChar char=""/>
          </a:pPr>
          <a:r>
            <a:rPr lang="en-DE" b="1"/>
            <a:t>PO verification Step</a:t>
          </a:r>
          <a:endParaRPr lang="en-DE"/>
        </a:p>
      </dgm:t>
    </dgm:pt>
    <dgm:pt modelId="{0B63A893-0E37-4DEA-B6D7-E1DCA76863FA}" type="parTrans" cxnId="{6F32CA91-07F7-4EBD-B649-625C6B8730B2}">
      <dgm:prSet/>
      <dgm:spPr/>
      <dgm:t>
        <a:bodyPr/>
        <a:lstStyle/>
        <a:p>
          <a:endParaRPr lang="en-DE"/>
        </a:p>
      </dgm:t>
    </dgm:pt>
    <dgm:pt modelId="{759F70E9-CA2D-46F4-833D-4667D86C5CDC}" type="sibTrans" cxnId="{6F32CA91-07F7-4EBD-B649-625C6B8730B2}">
      <dgm:prSet/>
      <dgm:spPr/>
      <dgm:t>
        <a:bodyPr/>
        <a:lstStyle/>
        <a:p>
          <a:endParaRPr lang="en-DE"/>
        </a:p>
      </dgm:t>
    </dgm:pt>
    <dgm:pt modelId="{FDAB5AA2-D400-478F-A4E1-407F008C99F5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DE"/>
            <a:t>Purchaser will receive the email notification and BTP form.</a:t>
          </a:r>
        </a:p>
      </dgm:t>
    </dgm:pt>
    <dgm:pt modelId="{0F90C42D-984B-40B1-AA41-CCF617567BAD}" type="parTrans" cxnId="{8CD0360A-9CE3-4068-92C7-36E79858118A}">
      <dgm:prSet/>
      <dgm:spPr/>
      <dgm:t>
        <a:bodyPr/>
        <a:lstStyle/>
        <a:p>
          <a:endParaRPr lang="en-DE"/>
        </a:p>
      </dgm:t>
    </dgm:pt>
    <dgm:pt modelId="{BEED5B47-74C5-455C-8765-A7115EE211B3}" type="sibTrans" cxnId="{8CD0360A-9CE3-4068-92C7-36E79858118A}">
      <dgm:prSet/>
      <dgm:spPr/>
      <dgm:t>
        <a:bodyPr/>
        <a:lstStyle/>
        <a:p>
          <a:endParaRPr lang="en-DE"/>
        </a:p>
      </dgm:t>
    </dgm:pt>
    <dgm:pt modelId="{753424FF-6E81-4064-82E0-7D3DD7B62AB1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DE" dirty="0"/>
            <a:t>Review </a:t>
          </a:r>
          <a:r>
            <a:rPr lang="en-US" dirty="0"/>
            <a:t>and confirm.</a:t>
          </a:r>
          <a:endParaRPr lang="en-DE" dirty="0"/>
        </a:p>
      </dgm:t>
    </dgm:pt>
    <dgm:pt modelId="{03E19C56-FFB2-42CD-9FB6-756EFAC59091}" type="parTrans" cxnId="{686FB319-AF1B-48DD-946A-B9CDE4258C1A}">
      <dgm:prSet/>
      <dgm:spPr/>
      <dgm:t>
        <a:bodyPr/>
        <a:lstStyle/>
        <a:p>
          <a:endParaRPr lang="en-DE"/>
        </a:p>
      </dgm:t>
    </dgm:pt>
    <dgm:pt modelId="{E715D8B8-7CEF-4565-8C9B-96528490C9BD}" type="sibTrans" cxnId="{686FB319-AF1B-48DD-946A-B9CDE4258C1A}">
      <dgm:prSet/>
      <dgm:spPr/>
      <dgm:t>
        <a:bodyPr/>
        <a:lstStyle/>
        <a:p>
          <a:endParaRPr lang="en-DE"/>
        </a:p>
      </dgm:t>
    </dgm:pt>
    <dgm:pt modelId="{2D1471A3-11FD-4488-B9B5-61C776DC2108}">
      <dgm:prSet/>
      <dgm:spPr/>
      <dgm:t>
        <a:bodyPr/>
        <a:lstStyle/>
        <a:p>
          <a:pPr>
            <a:buFont typeface="Wingdings" panose="05000000000000000000" pitchFamily="2" charset="2"/>
            <a:buNone/>
          </a:pPr>
          <a:r>
            <a:rPr lang="en-DE" dirty="0"/>
            <a:t>	</a:t>
          </a:r>
        </a:p>
      </dgm:t>
    </dgm:pt>
    <dgm:pt modelId="{7E4A36B3-9D4D-46EC-BDC3-19B28F2471CF}" type="parTrans" cxnId="{345FA379-F7DA-4720-B411-E7AA07C7BF8A}">
      <dgm:prSet/>
      <dgm:spPr/>
      <dgm:t>
        <a:bodyPr/>
        <a:lstStyle/>
        <a:p>
          <a:endParaRPr lang="en-DE"/>
        </a:p>
      </dgm:t>
    </dgm:pt>
    <dgm:pt modelId="{3A4826E7-9CB5-4F25-B832-6044F79F11AE}" type="sibTrans" cxnId="{345FA379-F7DA-4720-B411-E7AA07C7BF8A}">
      <dgm:prSet/>
      <dgm:spPr/>
      <dgm:t>
        <a:bodyPr/>
        <a:lstStyle/>
        <a:p>
          <a:endParaRPr lang="en-DE"/>
        </a:p>
      </dgm:t>
    </dgm:pt>
    <dgm:pt modelId="{E7B75A81-6379-4ED9-A6DD-D6034A2D6673}">
      <dgm:prSet/>
      <dgm:spPr/>
      <dgm:t>
        <a:bodyPr/>
        <a:lstStyle/>
        <a:p>
          <a:pPr>
            <a:buFont typeface="Wingdings" panose="05000000000000000000" pitchFamily="2" charset="2"/>
            <a:buChar char=""/>
          </a:pPr>
          <a:endParaRPr lang="en-DE" dirty="0"/>
        </a:p>
      </dgm:t>
    </dgm:pt>
    <dgm:pt modelId="{6A575E66-C49F-49E6-80FD-35CF9C83A7F0}" type="parTrans" cxnId="{3594353A-55C1-48AE-B459-04F9FCAFB40C}">
      <dgm:prSet/>
      <dgm:spPr/>
      <dgm:t>
        <a:bodyPr/>
        <a:lstStyle/>
        <a:p>
          <a:endParaRPr lang="en-DE"/>
        </a:p>
      </dgm:t>
    </dgm:pt>
    <dgm:pt modelId="{04300E95-11F7-49B2-B7F4-46192FB3AFED}" type="sibTrans" cxnId="{3594353A-55C1-48AE-B459-04F9FCAFB40C}">
      <dgm:prSet/>
      <dgm:spPr/>
      <dgm:t>
        <a:bodyPr/>
        <a:lstStyle/>
        <a:p>
          <a:endParaRPr lang="en-DE"/>
        </a:p>
      </dgm:t>
    </dgm:pt>
    <dgm:pt modelId="{9F08DD40-0D92-43FA-B6F7-375A640370CD}">
      <dgm:prSet/>
      <dgm:spPr/>
      <dgm:t>
        <a:bodyPr/>
        <a:lstStyle/>
        <a:p>
          <a:pPr>
            <a:buFont typeface="Wingdings" panose="05000000000000000000" pitchFamily="2" charset="2"/>
            <a:buChar char=""/>
          </a:pPr>
          <a:endParaRPr lang="en-DE" dirty="0"/>
        </a:p>
      </dgm:t>
    </dgm:pt>
    <dgm:pt modelId="{FCF730E1-4DCD-49CA-89D0-C418BB8588A0}" type="parTrans" cxnId="{69F884B7-2014-47A4-8598-5073B83B45FA}">
      <dgm:prSet/>
      <dgm:spPr/>
      <dgm:t>
        <a:bodyPr/>
        <a:lstStyle/>
        <a:p>
          <a:endParaRPr lang="en-DE"/>
        </a:p>
      </dgm:t>
    </dgm:pt>
    <dgm:pt modelId="{7190597E-0F00-43C7-A09F-6A5776BA2E6B}" type="sibTrans" cxnId="{69F884B7-2014-47A4-8598-5073B83B45FA}">
      <dgm:prSet/>
      <dgm:spPr/>
      <dgm:t>
        <a:bodyPr/>
        <a:lstStyle/>
        <a:p>
          <a:endParaRPr lang="en-DE"/>
        </a:p>
      </dgm:t>
    </dgm:pt>
    <dgm:pt modelId="{EBA572FE-6BC7-4A61-97B5-17D290D015C6}">
      <dgm:prSet/>
      <dgm:spPr/>
      <dgm:t>
        <a:bodyPr/>
        <a:lstStyle/>
        <a:p>
          <a:pPr>
            <a:buFont typeface="Wingdings" panose="05000000000000000000" pitchFamily="2" charset="2"/>
            <a:buChar char=""/>
          </a:pPr>
          <a:endParaRPr lang="en-DE" dirty="0"/>
        </a:p>
      </dgm:t>
    </dgm:pt>
    <dgm:pt modelId="{C7F9FB35-C66D-405C-8409-7B33DDA1A803}" type="parTrans" cxnId="{341C5C0B-006A-4D6B-A216-F547A4984F4D}">
      <dgm:prSet/>
      <dgm:spPr/>
      <dgm:t>
        <a:bodyPr/>
        <a:lstStyle/>
        <a:p>
          <a:endParaRPr lang="en-DE"/>
        </a:p>
      </dgm:t>
    </dgm:pt>
    <dgm:pt modelId="{A5748948-70E5-4644-AEFB-987F15590DBE}" type="sibTrans" cxnId="{341C5C0B-006A-4D6B-A216-F547A4984F4D}">
      <dgm:prSet/>
      <dgm:spPr/>
      <dgm:t>
        <a:bodyPr/>
        <a:lstStyle/>
        <a:p>
          <a:endParaRPr lang="en-DE"/>
        </a:p>
      </dgm:t>
    </dgm:pt>
    <dgm:pt modelId="{F69344F4-66FB-4A51-956A-BD7410315156}">
      <dgm:prSet/>
      <dgm:spPr/>
      <dgm:t>
        <a:bodyPr/>
        <a:lstStyle/>
        <a:p>
          <a:pPr>
            <a:buFont typeface="Wingdings" panose="05000000000000000000" pitchFamily="2" charset="2"/>
            <a:buChar char=""/>
          </a:pPr>
          <a:endParaRPr lang="en-DE" dirty="0"/>
        </a:p>
      </dgm:t>
    </dgm:pt>
    <dgm:pt modelId="{89C26057-8486-469F-87D6-82910325A489}" type="parTrans" cxnId="{02FBFB64-E1F9-4788-BCC4-04D626614169}">
      <dgm:prSet/>
      <dgm:spPr/>
      <dgm:t>
        <a:bodyPr/>
        <a:lstStyle/>
        <a:p>
          <a:endParaRPr lang="en-DE"/>
        </a:p>
      </dgm:t>
    </dgm:pt>
    <dgm:pt modelId="{6DB39C7D-D846-4014-A1BF-191C955571A9}" type="sibTrans" cxnId="{02FBFB64-E1F9-4788-BCC4-04D626614169}">
      <dgm:prSet/>
      <dgm:spPr/>
      <dgm:t>
        <a:bodyPr/>
        <a:lstStyle/>
        <a:p>
          <a:endParaRPr lang="en-DE"/>
        </a:p>
      </dgm:t>
    </dgm:pt>
    <dgm:pt modelId="{D9A5B868-08EF-4FD0-9B56-E0142078A5AC}">
      <dgm:prSet/>
      <dgm:spPr/>
      <dgm:t>
        <a:bodyPr/>
        <a:lstStyle/>
        <a:p>
          <a:pPr>
            <a:buFont typeface="Wingdings" panose="05000000000000000000" pitchFamily="2" charset="2"/>
            <a:buChar char=""/>
          </a:pPr>
          <a:endParaRPr lang="en-DE" dirty="0"/>
        </a:p>
      </dgm:t>
    </dgm:pt>
    <dgm:pt modelId="{3A3D6A90-4915-4FEA-8A61-6C8351B1C7EA}" type="parTrans" cxnId="{83468B4F-A676-4D9E-85A6-7ED197A436F7}">
      <dgm:prSet/>
      <dgm:spPr/>
      <dgm:t>
        <a:bodyPr/>
        <a:lstStyle/>
        <a:p>
          <a:endParaRPr lang="en-DE"/>
        </a:p>
      </dgm:t>
    </dgm:pt>
    <dgm:pt modelId="{211DE16F-7853-4FC7-BCBA-401B9816004E}" type="sibTrans" cxnId="{83468B4F-A676-4D9E-85A6-7ED197A436F7}">
      <dgm:prSet/>
      <dgm:spPr/>
      <dgm:t>
        <a:bodyPr/>
        <a:lstStyle/>
        <a:p>
          <a:endParaRPr lang="en-DE"/>
        </a:p>
      </dgm:t>
    </dgm:pt>
    <dgm:pt modelId="{D7A50D58-EADA-4487-B577-4C7CDE36DEB0}">
      <dgm:prSet/>
      <dgm:spPr/>
      <dgm:t>
        <a:bodyPr/>
        <a:lstStyle/>
        <a:p>
          <a:pPr>
            <a:buFont typeface="Wingdings" panose="05000000000000000000" pitchFamily="2" charset="2"/>
            <a:buChar char=""/>
          </a:pPr>
          <a:r>
            <a:rPr lang="en-US" dirty="0"/>
            <a:t>* : Optional in S4</a:t>
          </a:r>
          <a:endParaRPr lang="en-DE" dirty="0"/>
        </a:p>
      </dgm:t>
    </dgm:pt>
    <dgm:pt modelId="{622730B5-CE1D-4C21-A1B9-1B3C36284C1D}" type="parTrans" cxnId="{1C3FFA72-25D3-427A-A3AC-FD6443031E9F}">
      <dgm:prSet/>
      <dgm:spPr/>
      <dgm:t>
        <a:bodyPr/>
        <a:lstStyle/>
        <a:p>
          <a:endParaRPr lang="en-DE"/>
        </a:p>
      </dgm:t>
    </dgm:pt>
    <dgm:pt modelId="{C71037DF-BBF5-4203-A848-F8B4976C2E1E}" type="sibTrans" cxnId="{1C3FFA72-25D3-427A-A3AC-FD6443031E9F}">
      <dgm:prSet/>
      <dgm:spPr/>
      <dgm:t>
        <a:bodyPr/>
        <a:lstStyle/>
        <a:p>
          <a:endParaRPr lang="en-DE"/>
        </a:p>
      </dgm:t>
    </dgm:pt>
    <dgm:pt modelId="{F06C7DB3-83D4-4684-8D87-FE45F1AFF187}">
      <dgm:prSet/>
      <dgm:spPr/>
      <dgm:t>
        <a:bodyPr/>
        <a:lstStyle/>
        <a:p>
          <a:pPr>
            <a:buFont typeface="Wingdings" panose="05000000000000000000" pitchFamily="2" charset="2"/>
            <a:buChar char=""/>
          </a:pPr>
          <a:endParaRPr lang="en-DE" dirty="0"/>
        </a:p>
      </dgm:t>
    </dgm:pt>
    <dgm:pt modelId="{35528B6F-4394-4456-A0A3-EE310F3F5A04}" type="parTrans" cxnId="{845830EA-C0E8-4F14-AAFF-1F448BD11A36}">
      <dgm:prSet/>
      <dgm:spPr/>
      <dgm:t>
        <a:bodyPr/>
        <a:lstStyle/>
        <a:p>
          <a:endParaRPr lang="en-DE"/>
        </a:p>
      </dgm:t>
    </dgm:pt>
    <dgm:pt modelId="{9EEE400A-E297-48DE-A2BC-88F34A88A86A}" type="sibTrans" cxnId="{845830EA-C0E8-4F14-AAFF-1F448BD11A36}">
      <dgm:prSet/>
      <dgm:spPr/>
      <dgm:t>
        <a:bodyPr/>
        <a:lstStyle/>
        <a:p>
          <a:endParaRPr lang="en-DE"/>
        </a:p>
      </dgm:t>
    </dgm:pt>
    <dgm:pt modelId="{8F6C74EE-C531-40AB-AF36-A008D3817FB8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US" dirty="0"/>
            <a:t>Price</a:t>
          </a:r>
          <a:endParaRPr lang="en-DE" dirty="0"/>
        </a:p>
      </dgm:t>
    </dgm:pt>
    <dgm:pt modelId="{9D9D5D6A-0AA9-4376-933A-4369B7E8DE8E}" type="parTrans" cxnId="{05FBF21A-561A-45C5-B575-5BF760C69E0F}">
      <dgm:prSet/>
      <dgm:spPr/>
      <dgm:t>
        <a:bodyPr/>
        <a:lstStyle/>
        <a:p>
          <a:endParaRPr lang="en-DE"/>
        </a:p>
      </dgm:t>
    </dgm:pt>
    <dgm:pt modelId="{AABDAA77-F9C9-4C1C-BD5D-EA85152EE6B9}" type="sibTrans" cxnId="{05FBF21A-561A-45C5-B575-5BF760C69E0F}">
      <dgm:prSet/>
      <dgm:spPr/>
      <dgm:t>
        <a:bodyPr/>
        <a:lstStyle/>
        <a:p>
          <a:endParaRPr lang="en-DE"/>
        </a:p>
      </dgm:t>
    </dgm:pt>
    <dgm:pt modelId="{6810C76D-864F-4B47-A79E-8B7E8D6CEB6C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US" dirty="0"/>
            <a:t>UoM</a:t>
          </a:r>
          <a:endParaRPr lang="en-DE" dirty="0"/>
        </a:p>
      </dgm:t>
    </dgm:pt>
    <dgm:pt modelId="{85C9EB29-E2B4-4231-AA77-9CC1E2611759}" type="parTrans" cxnId="{D0FEBBA8-3A63-441F-AEA9-E37359EC74F9}">
      <dgm:prSet/>
      <dgm:spPr/>
      <dgm:t>
        <a:bodyPr/>
        <a:lstStyle/>
        <a:p>
          <a:endParaRPr lang="en-DE"/>
        </a:p>
      </dgm:t>
    </dgm:pt>
    <dgm:pt modelId="{CC1CEE2B-DA18-4B22-A874-EAA12F4DB4FC}" type="sibTrans" cxnId="{D0FEBBA8-3A63-441F-AEA9-E37359EC74F9}">
      <dgm:prSet/>
      <dgm:spPr/>
      <dgm:t>
        <a:bodyPr/>
        <a:lstStyle/>
        <a:p>
          <a:endParaRPr lang="en-DE"/>
        </a:p>
      </dgm:t>
    </dgm:pt>
    <dgm:pt modelId="{A3E1FE80-3207-4146-8E57-FE0C7B30216C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US" dirty="0"/>
            <a:t>Quantity</a:t>
          </a:r>
          <a:endParaRPr lang="en-DE" dirty="0"/>
        </a:p>
      </dgm:t>
    </dgm:pt>
    <dgm:pt modelId="{197796E1-C90C-44A2-8F3C-C570D896AD50}" type="parTrans" cxnId="{303A80E7-CFD2-45AD-9B40-4E7D165554B2}">
      <dgm:prSet/>
      <dgm:spPr/>
      <dgm:t>
        <a:bodyPr/>
        <a:lstStyle/>
        <a:p>
          <a:endParaRPr lang="en-DE"/>
        </a:p>
      </dgm:t>
    </dgm:pt>
    <dgm:pt modelId="{67AD17ED-680D-447B-971C-6D7932E1B80A}" type="sibTrans" cxnId="{303A80E7-CFD2-45AD-9B40-4E7D165554B2}">
      <dgm:prSet/>
      <dgm:spPr/>
      <dgm:t>
        <a:bodyPr/>
        <a:lstStyle/>
        <a:p>
          <a:endParaRPr lang="en-DE"/>
        </a:p>
      </dgm:t>
    </dgm:pt>
    <dgm:pt modelId="{AE189C62-5C0B-466D-9F38-BB031798DE28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US" dirty="0"/>
            <a:t>Fixed Supplier*</a:t>
          </a:r>
          <a:endParaRPr lang="en-DE" dirty="0"/>
        </a:p>
      </dgm:t>
    </dgm:pt>
    <dgm:pt modelId="{5B82EA8D-67B9-439E-BCF6-FB3BA136A48C}" type="parTrans" cxnId="{D2179A0C-73F5-40CE-9101-E525E64A43AA}">
      <dgm:prSet/>
      <dgm:spPr/>
      <dgm:t>
        <a:bodyPr/>
        <a:lstStyle/>
        <a:p>
          <a:endParaRPr lang="en-DE"/>
        </a:p>
      </dgm:t>
    </dgm:pt>
    <dgm:pt modelId="{5B67DAEB-C749-4C67-82B5-07A99B1E4238}" type="sibTrans" cxnId="{D2179A0C-73F5-40CE-9101-E525E64A43AA}">
      <dgm:prSet/>
      <dgm:spPr/>
      <dgm:t>
        <a:bodyPr/>
        <a:lstStyle/>
        <a:p>
          <a:endParaRPr lang="en-DE"/>
        </a:p>
      </dgm:t>
    </dgm:pt>
    <dgm:pt modelId="{6C930D54-C88D-4B22-BABD-D41732381A26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US" dirty="0"/>
            <a:t>PO approvers (SAT)</a:t>
          </a:r>
          <a:endParaRPr lang="en-DE" dirty="0"/>
        </a:p>
      </dgm:t>
    </dgm:pt>
    <dgm:pt modelId="{2F559D82-4FA0-4706-B589-10441BB8BAB2}" type="parTrans" cxnId="{F23FB060-49AD-4B61-94C4-5A48DFEC5F25}">
      <dgm:prSet/>
      <dgm:spPr/>
      <dgm:t>
        <a:bodyPr/>
        <a:lstStyle/>
        <a:p>
          <a:endParaRPr lang="en-DE"/>
        </a:p>
      </dgm:t>
    </dgm:pt>
    <dgm:pt modelId="{B604B0A3-D6FA-44D9-9FAB-BF43FE6A2838}" type="sibTrans" cxnId="{F23FB060-49AD-4B61-94C4-5A48DFEC5F25}">
      <dgm:prSet/>
      <dgm:spPr/>
      <dgm:t>
        <a:bodyPr/>
        <a:lstStyle/>
        <a:p>
          <a:endParaRPr lang="en-DE"/>
        </a:p>
      </dgm:t>
    </dgm:pt>
    <dgm:pt modelId="{D5BC53D9-25F9-4C96-A14D-F087C55C2B72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US" dirty="0"/>
            <a:t>Based on SAT data approver will receive the PO to approve it.</a:t>
          </a:r>
          <a:endParaRPr lang="en-DE" dirty="0"/>
        </a:p>
      </dgm:t>
    </dgm:pt>
    <dgm:pt modelId="{2BE44FCD-9695-4C9C-92F3-38A55BEA8A1A}" type="parTrans" cxnId="{2B615ECF-9AD3-4DE0-B627-076E142A64D6}">
      <dgm:prSet/>
      <dgm:spPr/>
      <dgm:t>
        <a:bodyPr/>
        <a:lstStyle/>
        <a:p>
          <a:endParaRPr lang="en-DE"/>
        </a:p>
      </dgm:t>
    </dgm:pt>
    <dgm:pt modelId="{C51DE369-A9FB-46B1-914D-33F3892B3139}" type="sibTrans" cxnId="{2B615ECF-9AD3-4DE0-B627-076E142A64D6}">
      <dgm:prSet/>
      <dgm:spPr/>
      <dgm:t>
        <a:bodyPr/>
        <a:lstStyle/>
        <a:p>
          <a:endParaRPr lang="en-DE"/>
        </a:p>
      </dgm:t>
    </dgm:pt>
    <dgm:pt modelId="{E94C19E1-E555-4120-BC1C-F4D96308206B}" type="pres">
      <dgm:prSet presAssocID="{FB83DF53-0B88-4C32-9C18-345D6BE98D85}" presName="Name0" presStyleCnt="0">
        <dgm:presLayoutVars>
          <dgm:dir/>
          <dgm:animLvl val="lvl"/>
          <dgm:resizeHandles val="exact"/>
        </dgm:presLayoutVars>
      </dgm:prSet>
      <dgm:spPr/>
    </dgm:pt>
    <dgm:pt modelId="{CDC05858-915F-4D3D-A54E-C2D0837A32C6}" type="pres">
      <dgm:prSet presAssocID="{B4AE6A11-E981-4438-8961-60E623F23667}" presName="composite" presStyleCnt="0"/>
      <dgm:spPr/>
    </dgm:pt>
    <dgm:pt modelId="{A1EA78EB-E851-4790-80E4-9E38D713BF8F}" type="pres">
      <dgm:prSet presAssocID="{B4AE6A11-E981-4438-8961-60E623F23667}" presName="parTx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5ED6F4B5-2559-4455-B5BE-C1E396DF29D3}" type="pres">
      <dgm:prSet presAssocID="{B4AE6A11-E981-4438-8961-60E623F23667}" presName="desTx" presStyleLbl="revTx" presStyleIdx="0" presStyleCnt="6">
        <dgm:presLayoutVars>
          <dgm:bulletEnabled val="1"/>
        </dgm:presLayoutVars>
      </dgm:prSet>
      <dgm:spPr/>
    </dgm:pt>
    <dgm:pt modelId="{18130F82-396F-491C-A246-38DFD231B188}" type="pres">
      <dgm:prSet presAssocID="{8B5EFC7E-BD69-41F4-A6FB-AF8E01BBAD43}" presName="space" presStyleCnt="0"/>
      <dgm:spPr/>
    </dgm:pt>
    <dgm:pt modelId="{D517118C-B0C7-486C-9889-F5EBB063F615}" type="pres">
      <dgm:prSet presAssocID="{025FB183-74B3-4C67-B6EA-2D7CFFEAA8B8}" presName="composite" presStyleCnt="0"/>
      <dgm:spPr/>
    </dgm:pt>
    <dgm:pt modelId="{1CB48776-2900-4F55-AA51-7AEFA1BF6914}" type="pres">
      <dgm:prSet presAssocID="{025FB183-74B3-4C67-B6EA-2D7CFFEAA8B8}" presName="parTx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60F4D097-FCFA-455F-B0AB-F5EC78381CB0}" type="pres">
      <dgm:prSet presAssocID="{025FB183-74B3-4C67-B6EA-2D7CFFEAA8B8}" presName="desTx" presStyleLbl="revTx" presStyleIdx="1" presStyleCnt="6">
        <dgm:presLayoutVars>
          <dgm:bulletEnabled val="1"/>
        </dgm:presLayoutVars>
      </dgm:prSet>
      <dgm:spPr/>
    </dgm:pt>
    <dgm:pt modelId="{66B1E281-56AC-4D1A-B11C-337F71C58A95}" type="pres">
      <dgm:prSet presAssocID="{46C14CC8-27C0-4B17-A903-C613448EF5B4}" presName="space" presStyleCnt="0"/>
      <dgm:spPr/>
    </dgm:pt>
    <dgm:pt modelId="{E3FF6EDE-4444-45C5-B1A5-3838886B7BCF}" type="pres">
      <dgm:prSet presAssocID="{964ABD6F-D149-42B0-B5D6-1C55107F0C34}" presName="composite" presStyleCnt="0"/>
      <dgm:spPr/>
    </dgm:pt>
    <dgm:pt modelId="{EF8E8D70-0949-4093-B090-FAFE3E031209}" type="pres">
      <dgm:prSet presAssocID="{964ABD6F-D149-42B0-B5D6-1C55107F0C34}" presName="parTx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89C45983-D512-476F-91F5-F9635AE6D407}" type="pres">
      <dgm:prSet presAssocID="{964ABD6F-D149-42B0-B5D6-1C55107F0C34}" presName="desTx" presStyleLbl="revTx" presStyleIdx="2" presStyleCnt="6">
        <dgm:presLayoutVars>
          <dgm:bulletEnabled val="1"/>
        </dgm:presLayoutVars>
      </dgm:prSet>
      <dgm:spPr/>
    </dgm:pt>
    <dgm:pt modelId="{A8053E47-C890-48A0-9091-89A446DCBAA9}" type="pres">
      <dgm:prSet presAssocID="{3C9BDDB6-C500-410B-BCE8-527084A7DA40}" presName="space" presStyleCnt="0"/>
      <dgm:spPr/>
    </dgm:pt>
    <dgm:pt modelId="{D4270436-91EA-408A-91C6-8051B86575C4}" type="pres">
      <dgm:prSet presAssocID="{D202ED18-7091-483D-8171-2210AC133276}" presName="composite" presStyleCnt="0"/>
      <dgm:spPr/>
    </dgm:pt>
    <dgm:pt modelId="{BBBA7734-D8BB-4BA5-B7BE-70B8A64FCA53}" type="pres">
      <dgm:prSet presAssocID="{D202ED18-7091-483D-8171-2210AC133276}" presName="parTx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DAFC79D3-810B-4D99-8615-FD239D611BDA}" type="pres">
      <dgm:prSet presAssocID="{D202ED18-7091-483D-8171-2210AC133276}" presName="desTx" presStyleLbl="revTx" presStyleIdx="3" presStyleCnt="6">
        <dgm:presLayoutVars>
          <dgm:bulletEnabled val="1"/>
        </dgm:presLayoutVars>
      </dgm:prSet>
      <dgm:spPr/>
    </dgm:pt>
    <dgm:pt modelId="{BAAEB98F-426C-4C97-8D0F-458FC5016E1D}" type="pres">
      <dgm:prSet presAssocID="{9D6A5423-E9AB-49E9-AB9D-3D8F220168DB}" presName="space" presStyleCnt="0"/>
      <dgm:spPr/>
    </dgm:pt>
    <dgm:pt modelId="{51A5875E-2BAE-44EB-9E09-9832214AF433}" type="pres">
      <dgm:prSet presAssocID="{929881F7-8A59-4F71-A7B2-E919F725460F}" presName="composite" presStyleCnt="0"/>
      <dgm:spPr/>
    </dgm:pt>
    <dgm:pt modelId="{6EFBB16C-A36D-46F9-971E-D362CC94B798}" type="pres">
      <dgm:prSet presAssocID="{929881F7-8A59-4F71-A7B2-E919F725460F}" presName="parTx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E889EF1A-3B07-46BE-9A2B-CCCD2283C3D3}" type="pres">
      <dgm:prSet presAssocID="{929881F7-8A59-4F71-A7B2-E919F725460F}" presName="desTx" presStyleLbl="revTx" presStyleIdx="4" presStyleCnt="6">
        <dgm:presLayoutVars>
          <dgm:bulletEnabled val="1"/>
        </dgm:presLayoutVars>
      </dgm:prSet>
      <dgm:spPr/>
    </dgm:pt>
    <dgm:pt modelId="{1ED81EE3-74F2-4DEB-8326-D253BB13381B}" type="pres">
      <dgm:prSet presAssocID="{759F70E9-CA2D-46F4-833D-4667D86C5CDC}" presName="space" presStyleCnt="0"/>
      <dgm:spPr/>
    </dgm:pt>
    <dgm:pt modelId="{7D1EFBA7-6606-4B90-9412-F4C9B0D3C4CF}" type="pres">
      <dgm:prSet presAssocID="{6C930D54-C88D-4B22-BABD-D41732381A26}" presName="composite" presStyleCnt="0"/>
      <dgm:spPr/>
    </dgm:pt>
    <dgm:pt modelId="{A4BEDF13-0FEC-4364-8DBD-32D5E5EEB4BF}" type="pres">
      <dgm:prSet presAssocID="{6C930D54-C88D-4B22-BABD-D41732381A26}" presName="parTx" presStyleLbl="node1" presStyleIdx="5" presStyleCnt="6">
        <dgm:presLayoutVars>
          <dgm:chMax val="0"/>
          <dgm:chPref val="0"/>
          <dgm:bulletEnabled val="1"/>
        </dgm:presLayoutVars>
      </dgm:prSet>
      <dgm:spPr/>
    </dgm:pt>
    <dgm:pt modelId="{40D14EF5-2E94-4CBB-B7A3-59CC36211BD3}" type="pres">
      <dgm:prSet presAssocID="{6C930D54-C88D-4B22-BABD-D41732381A26}" presName="desTx" presStyleLbl="revTx" presStyleIdx="5" presStyleCnt="6">
        <dgm:presLayoutVars>
          <dgm:bulletEnabled val="1"/>
        </dgm:presLayoutVars>
      </dgm:prSet>
      <dgm:spPr/>
    </dgm:pt>
  </dgm:ptLst>
  <dgm:cxnLst>
    <dgm:cxn modelId="{88FE9F02-918C-4152-98DB-8827E08AE643}" type="presOf" srcId="{450E6ABE-8F6C-42EC-9765-E00FEB381F88}" destId="{DAFC79D3-810B-4D99-8615-FD239D611BDA}" srcOrd="0" destOrd="3" presId="urn:microsoft.com/office/officeart/2005/8/layout/chevron1"/>
    <dgm:cxn modelId="{23B0D702-06FF-4014-85A6-A2E8EA5F5F1E}" srcId="{B4AE6A11-E981-4438-8961-60E623F23667}" destId="{AE5B9B2F-9B83-4473-923D-BF0B3863E491}" srcOrd="1" destOrd="0" parTransId="{7A6A0C94-61F9-435C-B206-22ACD4665361}" sibTransId="{7CF952E6-A087-415A-B37C-114695AB4069}"/>
    <dgm:cxn modelId="{8CD0360A-9CE3-4068-92C7-36E79858118A}" srcId="{929881F7-8A59-4F71-A7B2-E919F725460F}" destId="{FDAB5AA2-D400-478F-A4E1-407F008C99F5}" srcOrd="0" destOrd="0" parTransId="{0F90C42D-984B-40B1-AA41-CCF617567BAD}" sibTransId="{BEED5B47-74C5-455C-8765-A7115EE211B3}"/>
    <dgm:cxn modelId="{341C5C0B-006A-4D6B-A216-F547A4984F4D}" srcId="{B8D03698-A5F4-43A2-8034-1DA316725EE1}" destId="{EBA572FE-6BC7-4A61-97B5-17D290D015C6}" srcOrd="4" destOrd="0" parTransId="{C7F9FB35-C66D-405C-8409-7B33DDA1A803}" sibTransId="{A5748948-70E5-4644-AEFB-987F15590DBE}"/>
    <dgm:cxn modelId="{D2179A0C-73F5-40CE-9101-E525E64A43AA}" srcId="{B4AE6A11-E981-4438-8961-60E623F23667}" destId="{AE189C62-5C0B-466D-9F38-BB031798DE28}" srcOrd="12" destOrd="0" parTransId="{5B82EA8D-67B9-439E-BCF6-FB3BA136A48C}" sibTransId="{5B67DAEB-C749-4C67-82B5-07A99B1E4238}"/>
    <dgm:cxn modelId="{40119D0C-A0D6-48CE-B9F9-E7EF45E11BE7}" type="presOf" srcId="{D202ED18-7091-483D-8171-2210AC133276}" destId="{BBBA7734-D8BB-4BA5-B7BE-70B8A64FCA53}" srcOrd="0" destOrd="0" presId="urn:microsoft.com/office/officeart/2005/8/layout/chevron1"/>
    <dgm:cxn modelId="{326B9010-7ABE-4C84-9433-1148733B87E7}" srcId="{D202ED18-7091-483D-8171-2210AC133276}" destId="{017A9A6B-4070-4BAB-B105-262CC38B6D73}" srcOrd="0" destOrd="0" parTransId="{95785F93-5CD8-439F-BB7A-6F3C91D3C57C}" sibTransId="{71B2710E-3658-4F76-AC92-8C821F93BE0B}"/>
    <dgm:cxn modelId="{71439711-96CF-45E5-B7CA-536CA05DF9E7}" type="presOf" srcId="{025FB183-74B3-4C67-B6EA-2D7CFFEAA8B8}" destId="{1CB48776-2900-4F55-AA51-7AEFA1BF6914}" srcOrd="0" destOrd="0" presId="urn:microsoft.com/office/officeart/2005/8/layout/chevron1"/>
    <dgm:cxn modelId="{3C0E0812-0E6D-4342-9083-0F022EA76AF3}" type="presOf" srcId="{E7B75A81-6379-4ED9-A6DD-D6034A2D6673}" destId="{5ED6F4B5-2559-4455-B5BE-C1E396DF29D3}" srcOrd="0" destOrd="16" presId="urn:microsoft.com/office/officeart/2005/8/layout/chevron1"/>
    <dgm:cxn modelId="{D6B80219-D09D-4843-8332-8B8C3A7539FE}" srcId="{B8D03698-A5F4-43A2-8034-1DA316725EE1}" destId="{2606AD67-95EE-4271-B0F3-F0F857445747}" srcOrd="0" destOrd="0" parTransId="{15FA431A-01E8-4CAE-8C6B-8222E7854B1D}" sibTransId="{EA6A4749-8A81-42F8-B10D-C429B1CA840E}"/>
    <dgm:cxn modelId="{686FB319-AF1B-48DD-946A-B9CDE4258C1A}" srcId="{929881F7-8A59-4F71-A7B2-E919F725460F}" destId="{753424FF-6E81-4064-82E0-7D3DD7B62AB1}" srcOrd="1" destOrd="0" parTransId="{03E19C56-FFB2-42CD-9FB6-756EFAC59091}" sibTransId="{E715D8B8-7CEF-4565-8C9B-96528490C9BD}"/>
    <dgm:cxn modelId="{05FBF21A-561A-45C5-B575-5BF760C69E0F}" srcId="{B4AE6A11-E981-4438-8961-60E623F23667}" destId="{8F6C74EE-C531-40AB-AF36-A008D3817FB8}" srcOrd="9" destOrd="0" parTransId="{9D9D5D6A-0AA9-4376-933A-4369B7E8DE8E}" sibTransId="{AABDAA77-F9C9-4C1C-BD5D-EA85152EE6B9}"/>
    <dgm:cxn modelId="{FE8CCD1C-19A0-431F-9C06-CDCC98C7817C}" type="presOf" srcId="{FDE06EB8-7473-4725-ADAA-7C5574599733}" destId="{5ED6F4B5-2559-4455-B5BE-C1E396DF29D3}" srcOrd="0" destOrd="4" presId="urn:microsoft.com/office/officeart/2005/8/layout/chevron1"/>
    <dgm:cxn modelId="{FBCE9D1E-BA01-437A-951A-101D39612002}" type="presOf" srcId="{8F6C74EE-C531-40AB-AF36-A008D3817FB8}" destId="{5ED6F4B5-2559-4455-B5BE-C1E396DF29D3}" srcOrd="0" destOrd="9" presId="urn:microsoft.com/office/officeart/2005/8/layout/chevron1"/>
    <dgm:cxn modelId="{B408AC24-E588-4DDF-888E-6484039D0930}" type="presOf" srcId="{2606AD67-95EE-4271-B0F3-F0F857445747}" destId="{5ED6F4B5-2559-4455-B5BE-C1E396DF29D3}" srcOrd="0" destOrd="14" presId="urn:microsoft.com/office/officeart/2005/8/layout/chevron1"/>
    <dgm:cxn modelId="{86B23126-B565-43B7-9D90-6E2BD898B064}" type="presOf" srcId="{B8D03698-A5F4-43A2-8034-1DA316725EE1}" destId="{5ED6F4B5-2559-4455-B5BE-C1E396DF29D3}" srcOrd="0" destOrd="13" presId="urn:microsoft.com/office/officeart/2005/8/layout/chevron1"/>
    <dgm:cxn modelId="{FD1FFD35-F631-4F0A-97C8-044AB1940DEF}" srcId="{025FB183-74B3-4C67-B6EA-2D7CFFEAA8B8}" destId="{15EA4F2F-EAA7-4528-B908-AD48A635C7B4}" srcOrd="7" destOrd="0" parTransId="{C212E8F3-A2DF-4AB9-9AE9-C09A2E62C4AE}" sibTransId="{6D86D5D4-6019-4476-9032-B17EA3E7F127}"/>
    <dgm:cxn modelId="{3594353A-55C1-48AE-B459-04F9FCAFB40C}" srcId="{B8D03698-A5F4-43A2-8034-1DA316725EE1}" destId="{E7B75A81-6379-4ED9-A6DD-D6034A2D6673}" srcOrd="2" destOrd="0" parTransId="{6A575E66-C49F-49E6-80FD-35CF9C83A7F0}" sibTransId="{04300E95-11F7-49B2-B7F4-46192FB3AFED}"/>
    <dgm:cxn modelId="{ED7BD83C-0391-487C-BDE9-130E5090E656}" srcId="{D202ED18-7091-483D-8171-2210AC133276}" destId="{450E6ABE-8F6C-42EC-9765-E00FEB381F88}" srcOrd="3" destOrd="0" parTransId="{8AE531A2-0C17-4684-9806-9E415E67946E}" sibTransId="{C0988AFD-33E3-4125-B2EE-FF9CE0731F75}"/>
    <dgm:cxn modelId="{E1DF823D-EE42-4171-89EE-347175700A24}" type="presOf" srcId="{D7A50D58-EADA-4487-B577-4C7CDE36DEB0}" destId="{5ED6F4B5-2559-4455-B5BE-C1E396DF29D3}" srcOrd="0" destOrd="21" presId="urn:microsoft.com/office/officeart/2005/8/layout/chevron1"/>
    <dgm:cxn modelId="{8446E340-E26D-498E-86E1-26276450643A}" type="presOf" srcId="{D9A5B868-08EF-4FD0-9B56-E0142078A5AC}" destId="{5ED6F4B5-2559-4455-B5BE-C1E396DF29D3}" srcOrd="0" destOrd="20" presId="urn:microsoft.com/office/officeart/2005/8/layout/chevron1"/>
    <dgm:cxn modelId="{70EAFC5F-2959-42E5-8C1B-BA12A757D7FE}" type="presOf" srcId="{6C930D54-C88D-4B22-BABD-D41732381A26}" destId="{A4BEDF13-0FEC-4364-8DBD-32D5E5EEB4BF}" srcOrd="0" destOrd="0" presId="urn:microsoft.com/office/officeart/2005/8/layout/chevron1"/>
    <dgm:cxn modelId="{EE1B3D60-49CD-40CD-974E-7E15B347D25C}" type="presOf" srcId="{6A62329D-60E9-47DF-9878-014C5611C093}" destId="{60F4D097-FCFA-455F-B0AB-F5EC78381CB0}" srcOrd="0" destOrd="8" presId="urn:microsoft.com/office/officeart/2005/8/layout/chevron1"/>
    <dgm:cxn modelId="{F23FB060-49AD-4B61-94C4-5A48DFEC5F25}" srcId="{FB83DF53-0B88-4C32-9C18-345D6BE98D85}" destId="{6C930D54-C88D-4B22-BABD-D41732381A26}" srcOrd="5" destOrd="0" parTransId="{2F559D82-4FA0-4706-B589-10441BB8BAB2}" sibTransId="{B604B0A3-D6FA-44D9-9FAB-BF43FE6A2838}"/>
    <dgm:cxn modelId="{431EAC63-331F-48D2-8822-0DFFC70BB0AE}" srcId="{B4AE6A11-E981-4438-8961-60E623F23667}" destId="{5A23DAB9-B69E-4D49-8CB6-14F4CE4C1B35}" srcOrd="7" destOrd="0" parTransId="{D01AFB4A-AEC2-4081-A242-E01FB426FFB3}" sibTransId="{C9D7EFE5-1B32-4384-99EE-63D624E282BE}"/>
    <dgm:cxn modelId="{02FBFB64-E1F9-4788-BCC4-04D626614169}" srcId="{B8D03698-A5F4-43A2-8034-1DA316725EE1}" destId="{F69344F4-66FB-4A51-956A-BD7410315156}" srcOrd="5" destOrd="0" parTransId="{89C26057-8486-469F-87D6-82910325A489}" sibTransId="{6DB39C7D-D846-4014-A1BF-191C955571A9}"/>
    <dgm:cxn modelId="{EC41D145-142F-4E91-A7BF-936D8BD674F1}" type="presOf" srcId="{C3E04A23-885E-4F30-A578-B8F9888453A8}" destId="{60F4D097-FCFA-455F-B0AB-F5EC78381CB0}" srcOrd="0" destOrd="9" presId="urn:microsoft.com/office/officeart/2005/8/layout/chevron1"/>
    <dgm:cxn modelId="{BFDB2066-2297-4741-A37E-D57BCEA136A2}" srcId="{025FB183-74B3-4C67-B6EA-2D7CFFEAA8B8}" destId="{6A62329D-60E9-47DF-9878-014C5611C093}" srcOrd="8" destOrd="0" parTransId="{15CFB6FC-9F75-449D-8FB9-D8C4B7405AEE}" sibTransId="{C4820D83-1648-4FA4-B3E8-7AAC76BFEB56}"/>
    <dgm:cxn modelId="{5FD87947-128B-41BD-AF18-998AB3F3E0D4}" srcId="{025FB183-74B3-4C67-B6EA-2D7CFFEAA8B8}" destId="{3D4AC7A4-1DBD-49D9-B38C-BDC12380FC82}" srcOrd="2" destOrd="0" parTransId="{898FE1B5-F69A-43C7-BB9E-803A0563F42D}" sibTransId="{7B71C45A-9460-448F-B274-369CC4F9C53A}"/>
    <dgm:cxn modelId="{8BA1B948-1D31-42D6-B0F2-25319FC278C7}" srcId="{D202ED18-7091-483D-8171-2210AC133276}" destId="{12032BE0-16AA-4D2C-A38A-7103EAE3ECD5}" srcOrd="1" destOrd="0" parTransId="{A3A1CE5A-E57D-4F2A-98F7-CA9D083B08F8}" sibTransId="{86F1A30E-8E23-4016-A50B-14E60B65F120}"/>
    <dgm:cxn modelId="{8E47D668-0276-44C9-80C1-F524BA99D9EC}" type="presOf" srcId="{F9347CF0-A8C9-40C9-B42B-87C6B1ACD492}" destId="{60F4D097-FCFA-455F-B0AB-F5EC78381CB0}" srcOrd="0" destOrd="3" presId="urn:microsoft.com/office/officeart/2005/8/layout/chevron1"/>
    <dgm:cxn modelId="{DAAFE34A-5229-49A0-807E-354C15952EDD}" type="presOf" srcId="{63052383-813B-4604-8325-39AFE6E08FF0}" destId="{5ED6F4B5-2559-4455-B5BE-C1E396DF29D3}" srcOrd="0" destOrd="15" presId="urn:microsoft.com/office/officeart/2005/8/layout/chevron1"/>
    <dgm:cxn modelId="{F74EF06C-43A6-49D2-B1CA-FC3AEF2F8533}" srcId="{964ABD6F-D149-42B0-B5D6-1C55107F0C34}" destId="{77EE7E48-CEC8-416A-A678-6746C6F7D757}" srcOrd="2" destOrd="0" parTransId="{9C6542C4-1316-4B21-8345-23ADC12DCF4F}" sibTransId="{240DCBF7-F47D-4C4B-AA13-2496AEC6EB5A}"/>
    <dgm:cxn modelId="{FA7DEC4D-F579-423D-AF7C-930811BAA842}" type="presOf" srcId="{AF2E0CFF-D9E3-4125-88AA-A4027DA32EBC}" destId="{5ED6F4B5-2559-4455-B5BE-C1E396DF29D3}" srcOrd="0" destOrd="8" presId="urn:microsoft.com/office/officeart/2005/8/layout/chevron1"/>
    <dgm:cxn modelId="{2BC6314F-8277-4510-8BF4-F661180B26D4}" type="presOf" srcId="{5852E2D0-E32E-40FA-9B31-176709EAF9C3}" destId="{5ED6F4B5-2559-4455-B5BE-C1E396DF29D3}" srcOrd="0" destOrd="6" presId="urn:microsoft.com/office/officeart/2005/8/layout/chevron1"/>
    <dgm:cxn modelId="{83468B4F-A676-4D9E-85A6-7ED197A436F7}" srcId="{B8D03698-A5F4-43A2-8034-1DA316725EE1}" destId="{D9A5B868-08EF-4FD0-9B56-E0142078A5AC}" srcOrd="6" destOrd="0" parTransId="{3A3D6A90-4915-4FEA-8A61-6C8351B1C7EA}" sibTransId="{211DE16F-7853-4FC7-BCBA-401B9816004E}"/>
    <dgm:cxn modelId="{59EA3370-0F1D-437E-8F0C-BC926E0F38A1}" srcId="{025FB183-74B3-4C67-B6EA-2D7CFFEAA8B8}" destId="{81252D1B-1279-457E-A8BD-105AE1683C2F}" srcOrd="4" destOrd="0" parTransId="{8D0F4C96-D9FA-48BF-8F18-DC89421E33C9}" sibTransId="{EA06DA3D-AF4D-4D5E-BFCD-BE1D268E4498}"/>
    <dgm:cxn modelId="{1C3FFA72-25D3-427A-A3AC-FD6443031E9F}" srcId="{B8D03698-A5F4-43A2-8034-1DA316725EE1}" destId="{D7A50D58-EADA-4487-B577-4C7CDE36DEB0}" srcOrd="7" destOrd="0" parTransId="{622730B5-CE1D-4C21-A1B9-1B3C36284C1D}" sibTransId="{C71037DF-BBF5-4203-A848-F8B4976C2E1E}"/>
    <dgm:cxn modelId="{9CBC5454-DDB1-4B7A-B0A7-186D91F310FE}" type="presOf" srcId="{696EF53A-15B9-47D0-A479-651144F355A1}" destId="{5ED6F4B5-2559-4455-B5BE-C1E396DF29D3}" srcOrd="0" destOrd="5" presId="urn:microsoft.com/office/officeart/2005/8/layout/chevron1"/>
    <dgm:cxn modelId="{0F8C1475-86DF-4CCA-8031-47B0315EE114}" type="presOf" srcId="{F69344F4-66FB-4A51-956A-BD7410315156}" destId="{5ED6F4B5-2559-4455-B5BE-C1E396DF29D3}" srcOrd="0" destOrd="19" presId="urn:microsoft.com/office/officeart/2005/8/layout/chevron1"/>
    <dgm:cxn modelId="{92D74455-E1C5-4A95-B0ED-2DE0A25F3A44}" srcId="{B4AE6A11-E981-4438-8961-60E623F23667}" destId="{6A3C8993-4498-47E0-8D10-58EBC3613EA7}" srcOrd="2" destOrd="0" parTransId="{95C61536-9078-410A-AECD-3F9321638106}" sibTransId="{68461515-4112-4197-9E0E-A8EB0BC54601}"/>
    <dgm:cxn modelId="{4C354955-003A-44F2-8FD7-B7030BACB4B5}" srcId="{B4AE6A11-E981-4438-8961-60E623F23667}" destId="{E3E3F165-0267-498A-93F2-87C2FFAB0E10}" srcOrd="0" destOrd="0" parTransId="{7F409637-0496-473C-B5CD-624CFE3C5849}" sibTransId="{39F38D1F-1836-4715-AF97-A647346FA010}"/>
    <dgm:cxn modelId="{C0A03477-5B08-4E20-81C3-FA410FDC4D33}" type="presOf" srcId="{017A9A6B-4070-4BAB-B105-262CC38B6D73}" destId="{DAFC79D3-810B-4D99-8615-FD239D611BDA}" srcOrd="0" destOrd="0" presId="urn:microsoft.com/office/officeart/2005/8/layout/chevron1"/>
    <dgm:cxn modelId="{97C2C058-413B-46B6-BC47-E789EFBB3CAB}" srcId="{964ABD6F-D149-42B0-B5D6-1C55107F0C34}" destId="{33222338-8A5A-47ED-AFDC-2DD1475A97DA}" srcOrd="0" destOrd="0" parTransId="{453333FB-E6D4-4D77-AC5C-A944898FE513}" sibTransId="{4BA2224D-240E-47A4-9E99-4F7C8D8C8862}"/>
    <dgm:cxn modelId="{49D4FE58-227B-4117-A3D5-CD631EEF3974}" type="presOf" srcId="{929881F7-8A59-4F71-A7B2-E919F725460F}" destId="{6EFBB16C-A36D-46F9-971E-D362CC94B798}" srcOrd="0" destOrd="0" presId="urn:microsoft.com/office/officeart/2005/8/layout/chevron1"/>
    <dgm:cxn modelId="{8D911C59-A835-4612-84CE-05F9EE150B76}" type="presOf" srcId="{9F08DD40-0D92-43FA-B6F7-375A640370CD}" destId="{5ED6F4B5-2559-4455-B5BE-C1E396DF29D3}" srcOrd="0" destOrd="17" presId="urn:microsoft.com/office/officeart/2005/8/layout/chevron1"/>
    <dgm:cxn modelId="{345FA379-F7DA-4720-B411-E7AA07C7BF8A}" srcId="{B4AE6A11-E981-4438-8961-60E623F23667}" destId="{2D1471A3-11FD-4488-B9B5-61C776DC2108}" srcOrd="14" destOrd="0" parTransId="{7E4A36B3-9D4D-46EC-BDC3-19B28F2471CF}" sibTransId="{3A4826E7-9CB5-4F25-B832-6044F79F11AE}"/>
    <dgm:cxn modelId="{7E3D5F80-8319-49C3-A937-3EA3668EAABF}" type="presOf" srcId="{6810C76D-864F-4B47-A79E-8B7E8D6CEB6C}" destId="{5ED6F4B5-2559-4455-B5BE-C1E396DF29D3}" srcOrd="0" destOrd="10" presId="urn:microsoft.com/office/officeart/2005/8/layout/chevron1"/>
    <dgm:cxn modelId="{2A9C1B82-EBE5-46DF-8E37-645AB62F0D47}" srcId="{FB83DF53-0B88-4C32-9C18-345D6BE98D85}" destId="{025FB183-74B3-4C67-B6EA-2D7CFFEAA8B8}" srcOrd="1" destOrd="0" parTransId="{0C18903C-1530-45E7-909B-5B9AC779DF04}" sibTransId="{46C14CC8-27C0-4B17-A903-C613448EF5B4}"/>
    <dgm:cxn modelId="{548D3182-4B86-40FC-8E30-06062C178A53}" type="presOf" srcId="{33222338-8A5A-47ED-AFDC-2DD1475A97DA}" destId="{89C45983-D512-476F-91F5-F9635AE6D407}" srcOrd="0" destOrd="0" presId="urn:microsoft.com/office/officeart/2005/8/layout/chevron1"/>
    <dgm:cxn modelId="{8F3BF186-CF44-479B-8C60-B202B543AD5F}" srcId="{B8D03698-A5F4-43A2-8034-1DA316725EE1}" destId="{63052383-813B-4604-8325-39AFE6E08FF0}" srcOrd="1" destOrd="0" parTransId="{8F7B52A2-A869-4431-A1B8-3171979225ED}" sibTransId="{0D5A3817-03FA-4CEC-BA7E-80F8D35DD175}"/>
    <dgm:cxn modelId="{69F6BF88-003E-4C70-AC1C-ADB6A8FAF26E}" type="presOf" srcId="{964ABD6F-D149-42B0-B5D6-1C55107F0C34}" destId="{EF8E8D70-0949-4093-B090-FAFE3E031209}" srcOrd="0" destOrd="0" presId="urn:microsoft.com/office/officeart/2005/8/layout/chevron1"/>
    <dgm:cxn modelId="{AF9BFF89-CEF4-4C4F-864F-568558F253E1}" srcId="{D202ED18-7091-483D-8171-2210AC133276}" destId="{85898ADC-00F0-4A33-A097-4281F67ED20A}" srcOrd="2" destOrd="0" parTransId="{55051E97-E044-44CA-B596-F9F22ED91249}" sibTransId="{7EAC0410-A016-45BC-B9A0-AE3A60DEB3BF}"/>
    <dgm:cxn modelId="{5A74EA8A-1A4A-4388-A981-0B689A0ED8A9}" srcId="{025FB183-74B3-4C67-B6EA-2D7CFFEAA8B8}" destId="{04CD3124-EE63-48BB-B7E2-41DEA814600B}" srcOrd="0" destOrd="0" parTransId="{8E94D393-3801-43EB-8899-255CF1272A41}" sibTransId="{AD0F1F09-E708-4C25-B578-17869CB6FC79}"/>
    <dgm:cxn modelId="{6F32CA91-07F7-4EBD-B649-625C6B8730B2}" srcId="{FB83DF53-0B88-4C32-9C18-345D6BE98D85}" destId="{929881F7-8A59-4F71-A7B2-E919F725460F}" srcOrd="4" destOrd="0" parTransId="{0B63A893-0E37-4DEA-B6D7-E1DCA76863FA}" sibTransId="{759F70E9-CA2D-46F4-833D-4667D86C5CDC}"/>
    <dgm:cxn modelId="{255D5C99-424B-4C5C-A22D-499875D9A9A9}" srcId="{B4AE6A11-E981-4438-8961-60E623F23667}" destId="{2AB0C674-8625-4E30-B243-8CE1CB0A9606}" srcOrd="3" destOrd="0" parTransId="{B8BC5E11-20D4-4713-B806-AAF441C071F5}" sibTransId="{E490C57E-C2A0-4A75-AC06-1B2AD6B993E4}"/>
    <dgm:cxn modelId="{EBE9079A-DF35-4DA1-8128-A11703DB1373}" srcId="{B4AE6A11-E981-4438-8961-60E623F23667}" destId="{5852E2D0-E32E-40FA-9B31-176709EAF9C3}" srcOrd="6" destOrd="0" parTransId="{D864EFAE-C843-4295-9F0A-5D67B12F52B7}" sibTransId="{21A3981F-0870-4547-9287-064D228BB5B4}"/>
    <dgm:cxn modelId="{0EDFCC9A-D3B2-4896-B924-C6C7CF779FC0}" type="presOf" srcId="{E3E3F165-0267-498A-93F2-87C2FFAB0E10}" destId="{5ED6F4B5-2559-4455-B5BE-C1E396DF29D3}" srcOrd="0" destOrd="0" presId="urn:microsoft.com/office/officeart/2005/8/layout/chevron1"/>
    <dgm:cxn modelId="{3A9551A5-C049-49D0-9278-DBDAD446C381}" srcId="{025FB183-74B3-4C67-B6EA-2D7CFFEAA8B8}" destId="{1575C9F1-7DB2-4A74-8875-784577FAED9C}" srcOrd="6" destOrd="0" parTransId="{7CE31A06-26BD-42D8-B2EB-C5E0033655DD}" sibTransId="{E54754C4-E585-4FFE-8C17-0C6569278AE5}"/>
    <dgm:cxn modelId="{D0FEBBA8-3A63-441F-AEA9-E37359EC74F9}" srcId="{B4AE6A11-E981-4438-8961-60E623F23667}" destId="{6810C76D-864F-4B47-A79E-8B7E8D6CEB6C}" srcOrd="10" destOrd="0" parTransId="{85C9EB29-E2B4-4231-AA77-9CC1E2611759}" sibTransId="{CC1CEE2B-DA18-4B22-A874-EAA12F4DB4FC}"/>
    <dgm:cxn modelId="{6EEA2AA9-C444-440B-A70E-D5E3858A2FBE}" srcId="{B4AE6A11-E981-4438-8961-60E623F23667}" destId="{B8D03698-A5F4-43A2-8034-1DA316725EE1}" srcOrd="13" destOrd="0" parTransId="{8236C1C3-3655-40E9-BEFA-83BB03AC9B36}" sibTransId="{4FBFF544-A45A-490E-A8FD-178E76B7B6AE}"/>
    <dgm:cxn modelId="{85AD8CAA-5719-46D8-B9BC-2220EED0BFD7}" type="presOf" srcId="{394FC8D5-7C12-4FF1-8CC8-306135061DCD}" destId="{60F4D097-FCFA-455F-B0AB-F5EC78381CB0}" srcOrd="0" destOrd="5" presId="urn:microsoft.com/office/officeart/2005/8/layout/chevron1"/>
    <dgm:cxn modelId="{2AD2CEAC-97B5-416D-8C1F-C38ED039A88B}" srcId="{B4AE6A11-E981-4438-8961-60E623F23667}" destId="{AF2E0CFF-D9E3-4125-88AA-A4027DA32EBC}" srcOrd="8" destOrd="0" parTransId="{4783681A-1814-4B34-98A7-8C9D5EC9AC33}" sibTransId="{C437656B-79C7-4449-A9D7-A76BC7B90DFD}"/>
    <dgm:cxn modelId="{05EC27AE-C1C5-4F09-94BF-4AAE6F7E019F}" type="presOf" srcId="{58EB1059-7DA8-4EEE-A2D7-0234D223CAD1}" destId="{89C45983-D512-476F-91F5-F9635AE6D407}" srcOrd="0" destOrd="1" presId="urn:microsoft.com/office/officeart/2005/8/layout/chevron1"/>
    <dgm:cxn modelId="{A4B622B1-CE46-46F2-AF30-72697198A6DC}" type="presOf" srcId="{753424FF-6E81-4064-82E0-7D3DD7B62AB1}" destId="{E889EF1A-3B07-46BE-9A2B-CCCD2283C3D3}" srcOrd="0" destOrd="1" presId="urn:microsoft.com/office/officeart/2005/8/layout/chevron1"/>
    <dgm:cxn modelId="{1179F7B2-30FC-41A2-8805-3ECDA48549B0}" srcId="{B4AE6A11-E981-4438-8961-60E623F23667}" destId="{696EF53A-15B9-47D0-A479-651144F355A1}" srcOrd="5" destOrd="0" parTransId="{D127DDB6-F015-4A9B-B7A9-591EB26138BB}" sibTransId="{1C2E9514-522A-4F9D-B226-794F47018993}"/>
    <dgm:cxn modelId="{0D0E24B3-3C5B-457F-A881-757938D15B61}" srcId="{B4AE6A11-E981-4438-8961-60E623F23667}" destId="{FDE06EB8-7473-4725-ADAA-7C5574599733}" srcOrd="4" destOrd="0" parTransId="{0AB754E5-9CF4-45D7-83B7-1D22193E2EDF}" sibTransId="{D3B14522-435E-443A-8937-0BD14366A5C5}"/>
    <dgm:cxn modelId="{705F32B3-6D5B-4E74-9858-2EC56BCB6281}" type="presOf" srcId="{FB83DF53-0B88-4C32-9C18-345D6BE98D85}" destId="{E94C19E1-E555-4120-BC1C-F4D96308206B}" srcOrd="0" destOrd="0" presId="urn:microsoft.com/office/officeart/2005/8/layout/chevron1"/>
    <dgm:cxn modelId="{557A84B7-4318-4290-8781-8F9C658268C9}" srcId="{025FB183-74B3-4C67-B6EA-2D7CFFEAA8B8}" destId="{F9347CF0-A8C9-40C9-B42B-87C6B1ACD492}" srcOrd="3" destOrd="0" parTransId="{7769DD68-8557-4875-87C6-D953B2614933}" sibTransId="{B398A2AD-2944-4CE6-864A-BCE4BDB209A6}"/>
    <dgm:cxn modelId="{69F884B7-2014-47A4-8598-5073B83B45FA}" srcId="{B8D03698-A5F4-43A2-8034-1DA316725EE1}" destId="{9F08DD40-0D92-43FA-B6F7-375A640370CD}" srcOrd="3" destOrd="0" parTransId="{FCF730E1-4DCD-49CA-89D0-C418BB8588A0}" sibTransId="{7190597E-0F00-43C7-A09F-6A5776BA2E6B}"/>
    <dgm:cxn modelId="{A0450AB8-89BC-4CBE-AA6B-B7B40064BAAB}" srcId="{FB83DF53-0B88-4C32-9C18-345D6BE98D85}" destId="{B4AE6A11-E981-4438-8961-60E623F23667}" srcOrd="0" destOrd="0" parTransId="{34CF81AF-112B-400E-BD8F-FEFE7A77447B}" sibTransId="{8B5EFC7E-BD69-41F4-A6FB-AF8E01BBAD43}"/>
    <dgm:cxn modelId="{203A70B8-61A4-4B33-9AEC-6D9D75BE7DF0}" type="presOf" srcId="{04CD3124-EE63-48BB-B7E2-41DEA814600B}" destId="{60F4D097-FCFA-455F-B0AB-F5EC78381CB0}" srcOrd="0" destOrd="0" presId="urn:microsoft.com/office/officeart/2005/8/layout/chevron1"/>
    <dgm:cxn modelId="{90DB31BD-63DA-4326-AE22-1868BAEB4186}" type="presOf" srcId="{2D1471A3-11FD-4488-B9B5-61C776DC2108}" destId="{5ED6F4B5-2559-4455-B5BE-C1E396DF29D3}" srcOrd="0" destOrd="23" presId="urn:microsoft.com/office/officeart/2005/8/layout/chevron1"/>
    <dgm:cxn modelId="{CB6BECCD-EC37-484E-99B7-3B6D7376D56E}" type="presOf" srcId="{A3E1FE80-3207-4146-8E57-FE0C7B30216C}" destId="{5ED6F4B5-2559-4455-B5BE-C1E396DF29D3}" srcOrd="0" destOrd="11" presId="urn:microsoft.com/office/officeart/2005/8/layout/chevron1"/>
    <dgm:cxn modelId="{0AAEC2CE-679A-4A56-A310-318F897D9EBB}" srcId="{FB83DF53-0B88-4C32-9C18-345D6BE98D85}" destId="{964ABD6F-D149-42B0-B5D6-1C55107F0C34}" srcOrd="2" destOrd="0" parTransId="{811C9494-1DF1-4289-96C2-4D9D769DC7B6}" sibTransId="{3C9BDDB6-C500-410B-BCE8-527084A7DA40}"/>
    <dgm:cxn modelId="{2B615ECF-9AD3-4DE0-B627-076E142A64D6}" srcId="{6C930D54-C88D-4B22-BABD-D41732381A26}" destId="{D5BC53D9-25F9-4C96-A14D-F087C55C2B72}" srcOrd="0" destOrd="0" parTransId="{2BE44FCD-9695-4C9C-92F3-38A55BEA8A1A}" sibTransId="{C51DE369-A9FB-46B1-914D-33F3892B3139}"/>
    <dgm:cxn modelId="{05F2EFD2-F73E-4FF0-9B7E-24301D765219}" srcId="{964ABD6F-D149-42B0-B5D6-1C55107F0C34}" destId="{58EB1059-7DA8-4EEE-A2D7-0234D223CAD1}" srcOrd="1" destOrd="0" parTransId="{443810B6-E5CC-4120-991A-C236A22530B0}" sibTransId="{0ABBCF04-C17D-4949-AB68-26338122FF6F}"/>
    <dgm:cxn modelId="{E702A0D4-ABF7-4B0E-A52B-06D0C6482236}" type="presOf" srcId="{85898ADC-00F0-4A33-A097-4281F67ED20A}" destId="{DAFC79D3-810B-4D99-8615-FD239D611BDA}" srcOrd="0" destOrd="2" presId="urn:microsoft.com/office/officeart/2005/8/layout/chevron1"/>
    <dgm:cxn modelId="{D351F4D4-8684-48C9-9520-2B3325DA23C7}" type="presOf" srcId="{F06C7DB3-83D4-4684-8D87-FE45F1AFF187}" destId="{5ED6F4B5-2559-4455-B5BE-C1E396DF29D3}" srcOrd="0" destOrd="22" presId="urn:microsoft.com/office/officeart/2005/8/layout/chevron1"/>
    <dgm:cxn modelId="{517DCCD6-4E5B-4F12-A250-6C67F528D6B6}" type="presOf" srcId="{5A23DAB9-B69E-4D49-8CB6-14F4CE4C1B35}" destId="{5ED6F4B5-2559-4455-B5BE-C1E396DF29D3}" srcOrd="0" destOrd="7" presId="urn:microsoft.com/office/officeart/2005/8/layout/chevron1"/>
    <dgm:cxn modelId="{E0E6EFDA-BE3E-41F3-9FC0-BB9FA0D5B4A9}" type="presOf" srcId="{6A3C8993-4498-47E0-8D10-58EBC3613EA7}" destId="{5ED6F4B5-2559-4455-B5BE-C1E396DF29D3}" srcOrd="0" destOrd="2" presId="urn:microsoft.com/office/officeart/2005/8/layout/chevron1"/>
    <dgm:cxn modelId="{7EAC33DB-1E05-41BA-BE91-D71CCA205518}" type="presOf" srcId="{EBA572FE-6BC7-4A61-97B5-17D290D015C6}" destId="{5ED6F4B5-2559-4455-B5BE-C1E396DF29D3}" srcOrd="0" destOrd="18" presId="urn:microsoft.com/office/officeart/2005/8/layout/chevron1"/>
    <dgm:cxn modelId="{C419DFDB-36F6-45B1-A959-F63C30568B5D}" srcId="{025FB183-74B3-4C67-B6EA-2D7CFFEAA8B8}" destId="{C3E04A23-885E-4F30-A578-B8F9888453A8}" srcOrd="9" destOrd="0" parTransId="{305DC5DE-6B9F-4CF1-9DF5-5A062AD17403}" sibTransId="{EBAF9EC7-C178-465B-B1B3-04DC4B062F3A}"/>
    <dgm:cxn modelId="{7278C1E1-A346-48F9-AD0F-F43C8698875A}" type="presOf" srcId="{1575C9F1-7DB2-4A74-8875-784577FAED9C}" destId="{60F4D097-FCFA-455F-B0AB-F5EC78381CB0}" srcOrd="0" destOrd="6" presId="urn:microsoft.com/office/officeart/2005/8/layout/chevron1"/>
    <dgm:cxn modelId="{398341E2-74C1-4DB8-A7F6-DEA981C3BD87}" type="presOf" srcId="{D5BC53D9-25F9-4C96-A14D-F087C55C2B72}" destId="{40D14EF5-2E94-4CBB-B7A3-59CC36211BD3}" srcOrd="0" destOrd="0" presId="urn:microsoft.com/office/officeart/2005/8/layout/chevron1"/>
    <dgm:cxn modelId="{303A80E7-CFD2-45AD-9B40-4E7D165554B2}" srcId="{B4AE6A11-E981-4438-8961-60E623F23667}" destId="{A3E1FE80-3207-4146-8E57-FE0C7B30216C}" srcOrd="11" destOrd="0" parTransId="{197796E1-C90C-44A2-8F3C-C570D896AD50}" sibTransId="{67AD17ED-680D-447B-971C-6D7932E1B80A}"/>
    <dgm:cxn modelId="{F70412EA-847C-4B54-B656-AB081265352B}" type="presOf" srcId="{15EA4F2F-EAA7-4528-B908-AD48A635C7B4}" destId="{60F4D097-FCFA-455F-B0AB-F5EC78381CB0}" srcOrd="0" destOrd="7" presId="urn:microsoft.com/office/officeart/2005/8/layout/chevron1"/>
    <dgm:cxn modelId="{845830EA-C0E8-4F14-AAFF-1F448BD11A36}" srcId="{B8D03698-A5F4-43A2-8034-1DA316725EE1}" destId="{F06C7DB3-83D4-4684-8D87-FE45F1AFF187}" srcOrd="8" destOrd="0" parTransId="{35528B6F-4394-4456-A0A3-EE310F3F5A04}" sibTransId="{9EEE400A-E297-48DE-A2BC-88F34A88A86A}"/>
    <dgm:cxn modelId="{4CA794EC-0EE0-442E-B740-CE46372BF8C6}" type="presOf" srcId="{B5F9E28B-5134-4176-AC5F-4DBB0DAE4312}" destId="{60F4D097-FCFA-455F-B0AB-F5EC78381CB0}" srcOrd="0" destOrd="1" presId="urn:microsoft.com/office/officeart/2005/8/layout/chevron1"/>
    <dgm:cxn modelId="{70E0C8ED-CA60-41C5-AB42-953E95D280BC}" type="presOf" srcId="{12032BE0-16AA-4D2C-A38A-7103EAE3ECD5}" destId="{DAFC79D3-810B-4D99-8615-FD239D611BDA}" srcOrd="0" destOrd="1" presId="urn:microsoft.com/office/officeart/2005/8/layout/chevron1"/>
    <dgm:cxn modelId="{BC6545EE-FD0C-4DC7-9D6A-6A118079D385}" type="presOf" srcId="{B4AE6A11-E981-4438-8961-60E623F23667}" destId="{A1EA78EB-E851-4790-80E4-9E38D713BF8F}" srcOrd="0" destOrd="0" presId="urn:microsoft.com/office/officeart/2005/8/layout/chevron1"/>
    <dgm:cxn modelId="{2559CBEE-4D60-4BC4-BA30-208324363235}" type="presOf" srcId="{77EE7E48-CEC8-416A-A678-6746C6F7D757}" destId="{89C45983-D512-476F-91F5-F9635AE6D407}" srcOrd="0" destOrd="2" presId="urn:microsoft.com/office/officeart/2005/8/layout/chevron1"/>
    <dgm:cxn modelId="{EDED5EEF-391F-4907-848F-FA6B73D82BC2}" srcId="{025FB183-74B3-4C67-B6EA-2D7CFFEAA8B8}" destId="{B5F9E28B-5134-4176-AC5F-4DBB0DAE4312}" srcOrd="1" destOrd="0" parTransId="{0B714E6B-A74F-48FF-AABB-F5BB3957D711}" sibTransId="{54CF6673-1140-45D5-B4DE-2E3F624B374A}"/>
    <dgm:cxn modelId="{9350B4F0-3E2B-48D9-8983-068873C6EC85}" type="presOf" srcId="{2AB0C674-8625-4E30-B243-8CE1CB0A9606}" destId="{5ED6F4B5-2559-4455-B5BE-C1E396DF29D3}" srcOrd="0" destOrd="3" presId="urn:microsoft.com/office/officeart/2005/8/layout/chevron1"/>
    <dgm:cxn modelId="{CC2F92F3-A257-486C-A92A-7C040DEE5AEC}" type="presOf" srcId="{AE5B9B2F-9B83-4473-923D-BF0B3863E491}" destId="{5ED6F4B5-2559-4455-B5BE-C1E396DF29D3}" srcOrd="0" destOrd="1" presId="urn:microsoft.com/office/officeart/2005/8/layout/chevron1"/>
    <dgm:cxn modelId="{7B2ABEF5-7B65-4E7B-B8F4-261D0E9A5489}" type="presOf" srcId="{AE189C62-5C0B-466D-9F38-BB031798DE28}" destId="{5ED6F4B5-2559-4455-B5BE-C1E396DF29D3}" srcOrd="0" destOrd="12" presId="urn:microsoft.com/office/officeart/2005/8/layout/chevron1"/>
    <dgm:cxn modelId="{9C0834F6-C881-4699-9EEF-8D521478B79C}" srcId="{FB83DF53-0B88-4C32-9C18-345D6BE98D85}" destId="{D202ED18-7091-483D-8171-2210AC133276}" srcOrd="3" destOrd="0" parTransId="{7A10C7A6-43F5-4D2C-A29B-3FB06B5A7A89}" sibTransId="{9D6A5423-E9AB-49E9-AB9D-3D8F220168DB}"/>
    <dgm:cxn modelId="{9C848BF9-2AA7-4FEF-8512-A354F3A61638}" type="presOf" srcId="{3D4AC7A4-1DBD-49D9-B38C-BDC12380FC82}" destId="{60F4D097-FCFA-455F-B0AB-F5EC78381CB0}" srcOrd="0" destOrd="2" presId="urn:microsoft.com/office/officeart/2005/8/layout/chevron1"/>
    <dgm:cxn modelId="{DB62F9FA-4B0D-4FD0-A797-D58FDE0F968A}" type="presOf" srcId="{FDAB5AA2-D400-478F-A4E1-407F008C99F5}" destId="{E889EF1A-3B07-46BE-9A2B-CCCD2283C3D3}" srcOrd="0" destOrd="0" presId="urn:microsoft.com/office/officeart/2005/8/layout/chevron1"/>
    <dgm:cxn modelId="{E946CFFC-29F6-44E3-B98D-7A003724285F}" type="presOf" srcId="{81252D1B-1279-457E-A8BD-105AE1683C2F}" destId="{60F4D097-FCFA-455F-B0AB-F5EC78381CB0}" srcOrd="0" destOrd="4" presId="urn:microsoft.com/office/officeart/2005/8/layout/chevron1"/>
    <dgm:cxn modelId="{F1188AFF-3B59-4E31-9A97-E054F7D96481}" srcId="{025FB183-74B3-4C67-B6EA-2D7CFFEAA8B8}" destId="{394FC8D5-7C12-4FF1-8CC8-306135061DCD}" srcOrd="5" destOrd="0" parTransId="{F2EDE430-5988-497B-B519-0C7113058322}" sibTransId="{2850F18F-D9C5-4525-A892-89B35BF8C6C3}"/>
    <dgm:cxn modelId="{702CAE97-85E4-4B62-B030-053533EB86C5}" type="presParOf" srcId="{E94C19E1-E555-4120-BC1C-F4D96308206B}" destId="{CDC05858-915F-4D3D-A54E-C2D0837A32C6}" srcOrd="0" destOrd="0" presId="urn:microsoft.com/office/officeart/2005/8/layout/chevron1"/>
    <dgm:cxn modelId="{A94ADE77-8105-473E-9C64-52DB60C2A569}" type="presParOf" srcId="{CDC05858-915F-4D3D-A54E-C2D0837A32C6}" destId="{A1EA78EB-E851-4790-80E4-9E38D713BF8F}" srcOrd="0" destOrd="0" presId="urn:microsoft.com/office/officeart/2005/8/layout/chevron1"/>
    <dgm:cxn modelId="{ADE9FEB7-9BD1-4EF5-9D46-AFC7B50FB5E0}" type="presParOf" srcId="{CDC05858-915F-4D3D-A54E-C2D0837A32C6}" destId="{5ED6F4B5-2559-4455-B5BE-C1E396DF29D3}" srcOrd="1" destOrd="0" presId="urn:microsoft.com/office/officeart/2005/8/layout/chevron1"/>
    <dgm:cxn modelId="{38FE4880-94E5-4602-9519-8B49965375CE}" type="presParOf" srcId="{E94C19E1-E555-4120-BC1C-F4D96308206B}" destId="{18130F82-396F-491C-A246-38DFD231B188}" srcOrd="1" destOrd="0" presId="urn:microsoft.com/office/officeart/2005/8/layout/chevron1"/>
    <dgm:cxn modelId="{5288AA7D-FEEC-4C57-BDAD-BAA7AE3D0032}" type="presParOf" srcId="{E94C19E1-E555-4120-BC1C-F4D96308206B}" destId="{D517118C-B0C7-486C-9889-F5EBB063F615}" srcOrd="2" destOrd="0" presId="urn:microsoft.com/office/officeart/2005/8/layout/chevron1"/>
    <dgm:cxn modelId="{57FCF3AE-2A3D-4852-96DF-A371437620A0}" type="presParOf" srcId="{D517118C-B0C7-486C-9889-F5EBB063F615}" destId="{1CB48776-2900-4F55-AA51-7AEFA1BF6914}" srcOrd="0" destOrd="0" presId="urn:microsoft.com/office/officeart/2005/8/layout/chevron1"/>
    <dgm:cxn modelId="{F08AFBE5-9EB7-4AB3-B31E-B2365EAD9E59}" type="presParOf" srcId="{D517118C-B0C7-486C-9889-F5EBB063F615}" destId="{60F4D097-FCFA-455F-B0AB-F5EC78381CB0}" srcOrd="1" destOrd="0" presId="urn:microsoft.com/office/officeart/2005/8/layout/chevron1"/>
    <dgm:cxn modelId="{B5F6F794-5660-4B8E-8A61-BDB49ED8C7EA}" type="presParOf" srcId="{E94C19E1-E555-4120-BC1C-F4D96308206B}" destId="{66B1E281-56AC-4D1A-B11C-337F71C58A95}" srcOrd="3" destOrd="0" presId="urn:microsoft.com/office/officeart/2005/8/layout/chevron1"/>
    <dgm:cxn modelId="{FD74A3A3-CF29-4BB8-8801-0A87A0AD3F5E}" type="presParOf" srcId="{E94C19E1-E555-4120-BC1C-F4D96308206B}" destId="{E3FF6EDE-4444-45C5-B1A5-3838886B7BCF}" srcOrd="4" destOrd="0" presId="urn:microsoft.com/office/officeart/2005/8/layout/chevron1"/>
    <dgm:cxn modelId="{894ECB41-D657-4495-B87E-D6DF13D3FCC1}" type="presParOf" srcId="{E3FF6EDE-4444-45C5-B1A5-3838886B7BCF}" destId="{EF8E8D70-0949-4093-B090-FAFE3E031209}" srcOrd="0" destOrd="0" presId="urn:microsoft.com/office/officeart/2005/8/layout/chevron1"/>
    <dgm:cxn modelId="{5F6121D6-05FB-4528-826E-ABBC0DF20476}" type="presParOf" srcId="{E3FF6EDE-4444-45C5-B1A5-3838886B7BCF}" destId="{89C45983-D512-476F-91F5-F9635AE6D407}" srcOrd="1" destOrd="0" presId="urn:microsoft.com/office/officeart/2005/8/layout/chevron1"/>
    <dgm:cxn modelId="{B92D32D3-A6EB-4528-8B4F-2CFAC213D679}" type="presParOf" srcId="{E94C19E1-E555-4120-BC1C-F4D96308206B}" destId="{A8053E47-C890-48A0-9091-89A446DCBAA9}" srcOrd="5" destOrd="0" presId="urn:microsoft.com/office/officeart/2005/8/layout/chevron1"/>
    <dgm:cxn modelId="{B71BFCD8-F61B-4E13-ABE9-8C0A1EB553E9}" type="presParOf" srcId="{E94C19E1-E555-4120-BC1C-F4D96308206B}" destId="{D4270436-91EA-408A-91C6-8051B86575C4}" srcOrd="6" destOrd="0" presId="urn:microsoft.com/office/officeart/2005/8/layout/chevron1"/>
    <dgm:cxn modelId="{218ABA7F-8A5C-4F79-9052-89D39AB69FDA}" type="presParOf" srcId="{D4270436-91EA-408A-91C6-8051B86575C4}" destId="{BBBA7734-D8BB-4BA5-B7BE-70B8A64FCA53}" srcOrd="0" destOrd="0" presId="urn:microsoft.com/office/officeart/2005/8/layout/chevron1"/>
    <dgm:cxn modelId="{17BDB66D-788F-4CF2-8202-7107DF6A109C}" type="presParOf" srcId="{D4270436-91EA-408A-91C6-8051B86575C4}" destId="{DAFC79D3-810B-4D99-8615-FD239D611BDA}" srcOrd="1" destOrd="0" presId="urn:microsoft.com/office/officeart/2005/8/layout/chevron1"/>
    <dgm:cxn modelId="{CF030F49-7861-4429-BA98-7B00604CB915}" type="presParOf" srcId="{E94C19E1-E555-4120-BC1C-F4D96308206B}" destId="{BAAEB98F-426C-4C97-8D0F-458FC5016E1D}" srcOrd="7" destOrd="0" presId="urn:microsoft.com/office/officeart/2005/8/layout/chevron1"/>
    <dgm:cxn modelId="{3682F7D6-8C36-4F72-818C-1FCFDB95BF05}" type="presParOf" srcId="{E94C19E1-E555-4120-BC1C-F4D96308206B}" destId="{51A5875E-2BAE-44EB-9E09-9832214AF433}" srcOrd="8" destOrd="0" presId="urn:microsoft.com/office/officeart/2005/8/layout/chevron1"/>
    <dgm:cxn modelId="{EDAA8D40-5A02-4B39-BD1F-E582CFF2E3D7}" type="presParOf" srcId="{51A5875E-2BAE-44EB-9E09-9832214AF433}" destId="{6EFBB16C-A36D-46F9-971E-D362CC94B798}" srcOrd="0" destOrd="0" presId="urn:microsoft.com/office/officeart/2005/8/layout/chevron1"/>
    <dgm:cxn modelId="{F397656E-A2C5-41EA-8C50-AD02D82AD23C}" type="presParOf" srcId="{51A5875E-2BAE-44EB-9E09-9832214AF433}" destId="{E889EF1A-3B07-46BE-9A2B-CCCD2283C3D3}" srcOrd="1" destOrd="0" presId="urn:microsoft.com/office/officeart/2005/8/layout/chevron1"/>
    <dgm:cxn modelId="{6CA0C665-8AA7-4496-B067-D9F8FCCBFDFC}" type="presParOf" srcId="{E94C19E1-E555-4120-BC1C-F4D96308206B}" destId="{1ED81EE3-74F2-4DEB-8326-D253BB13381B}" srcOrd="9" destOrd="0" presId="urn:microsoft.com/office/officeart/2005/8/layout/chevron1"/>
    <dgm:cxn modelId="{6499DDAE-FD2A-41BF-A519-9C0810746346}" type="presParOf" srcId="{E94C19E1-E555-4120-BC1C-F4D96308206B}" destId="{7D1EFBA7-6606-4B90-9412-F4C9B0D3C4CF}" srcOrd="10" destOrd="0" presId="urn:microsoft.com/office/officeart/2005/8/layout/chevron1"/>
    <dgm:cxn modelId="{440DEE11-D37A-4F34-9F02-5467CA2EA0E8}" type="presParOf" srcId="{7D1EFBA7-6606-4B90-9412-F4C9B0D3C4CF}" destId="{A4BEDF13-0FEC-4364-8DBD-32D5E5EEB4BF}" srcOrd="0" destOrd="0" presId="urn:microsoft.com/office/officeart/2005/8/layout/chevron1"/>
    <dgm:cxn modelId="{FF9A22FF-0485-4FA3-80DA-F24FF55F9206}" type="presParOf" srcId="{7D1EFBA7-6606-4B90-9412-F4C9B0D3C4CF}" destId="{40D14EF5-2E94-4CBB-B7A3-59CC36211BD3}" srcOrd="1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EA78EB-E851-4790-80E4-9E38D713BF8F}">
      <dsp:nvSpPr>
        <dsp:cNvPr id="0" name=""/>
        <dsp:cNvSpPr/>
      </dsp:nvSpPr>
      <dsp:spPr>
        <a:xfrm>
          <a:off x="926" y="129863"/>
          <a:ext cx="2001511" cy="59400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Symbol" panose="05050102010706020507" pitchFamily="18" charset="2"/>
            <a:buNone/>
          </a:pPr>
          <a:r>
            <a:rPr lang="en-DE" sz="1100" b="1" kern="1200" dirty="0"/>
            <a:t>Create PR in S4</a:t>
          </a:r>
          <a:endParaRPr lang="en-DE" sz="1100" kern="1200" dirty="0"/>
        </a:p>
      </dsp:txBody>
      <dsp:txXfrm>
        <a:off x="297926" y="129863"/>
        <a:ext cx="1407511" cy="594000"/>
      </dsp:txXfrm>
    </dsp:sp>
    <dsp:sp modelId="{5ED6F4B5-2559-4455-B5BE-C1E396DF29D3}">
      <dsp:nvSpPr>
        <dsp:cNvPr id="0" name=""/>
        <dsp:cNvSpPr/>
      </dsp:nvSpPr>
      <dsp:spPr>
        <a:xfrm>
          <a:off x="926" y="798113"/>
          <a:ext cx="1601208" cy="435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DE" sz="1100" kern="1200" dirty="0"/>
            <a:t>NB Document type.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DE" sz="1100" kern="1200" dirty="0"/>
            <a:t>PR Creator.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DE" sz="1100" kern="1200" dirty="0"/>
            <a:t>Requisitioner*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DE" sz="1100" kern="1200" dirty="0"/>
            <a:t>Recipient *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DE" sz="1100" kern="1200" dirty="0"/>
            <a:t>Plant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DE" sz="1100" kern="1200" dirty="0" err="1"/>
            <a:t>P.Org</a:t>
          </a:r>
          <a:r>
            <a:rPr lang="en-DE" sz="1100" kern="1200" dirty="0"/>
            <a:t>*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DE" sz="1100" kern="1200"/>
            <a:t>Accounting Details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DE" sz="1100" kern="1200" dirty="0"/>
            <a:t>Attachment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DE" sz="1100" kern="1200" dirty="0"/>
            <a:t>ESN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US" sz="1100" kern="1200" dirty="0"/>
            <a:t>Price</a:t>
          </a:r>
          <a:endParaRPr lang="en-DE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US" sz="1100" kern="1200" dirty="0"/>
            <a:t>UoM</a:t>
          </a:r>
          <a:endParaRPr lang="en-DE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US" sz="1100" kern="1200" dirty="0"/>
            <a:t>Quantity</a:t>
          </a:r>
          <a:endParaRPr lang="en-DE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US" sz="1100" kern="1200" dirty="0"/>
            <a:t>Fixed Supplier*</a:t>
          </a:r>
          <a:endParaRPr lang="en-DE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DE" sz="1100" kern="1200" dirty="0"/>
            <a:t>P. Group: </a:t>
          </a:r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r>
            <a:rPr lang="en-DE" sz="1100" kern="1200" dirty="0" err="1">
              <a:highlight>
                <a:srgbClr val="FFFF00"/>
              </a:highlight>
            </a:rPr>
            <a:t>Catalog</a:t>
          </a:r>
          <a:r>
            <a:rPr lang="en-DE" sz="1100" kern="1200" dirty="0">
              <a:highlight>
                <a:srgbClr val="FFFF00"/>
              </a:highlight>
            </a:rPr>
            <a:t> –?</a:t>
          </a:r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r>
            <a:rPr lang="en-DE" sz="1100" kern="1200" dirty="0">
              <a:highlight>
                <a:srgbClr val="FFFF00"/>
              </a:highlight>
            </a:rPr>
            <a:t>Free Text/Limit-?</a:t>
          </a:r>
          <a:r>
            <a:rPr lang="en-DE" sz="1100" kern="1200" dirty="0"/>
            <a:t>	</a:t>
          </a:r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endParaRPr lang="en-DE" sz="1100" kern="1200" dirty="0"/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endParaRPr lang="en-DE" sz="1100" kern="1200" dirty="0"/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endParaRPr lang="en-DE" sz="1100" kern="1200" dirty="0"/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endParaRPr lang="en-DE" sz="1100" kern="1200" dirty="0"/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endParaRPr lang="en-DE" sz="1100" kern="1200" dirty="0"/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r>
            <a:rPr lang="en-US" sz="1100" kern="1200" dirty="0"/>
            <a:t>* : Optional in S4</a:t>
          </a:r>
          <a:endParaRPr lang="en-DE" sz="1100" kern="1200" dirty="0"/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endParaRPr lang="en-DE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en-DE" sz="1100" kern="1200" dirty="0"/>
            <a:t>	</a:t>
          </a:r>
        </a:p>
      </dsp:txBody>
      <dsp:txXfrm>
        <a:off x="926" y="798113"/>
        <a:ext cx="1601208" cy="4356000"/>
      </dsp:txXfrm>
    </dsp:sp>
    <dsp:sp modelId="{1CB48776-2900-4F55-AA51-7AEFA1BF6914}">
      <dsp:nvSpPr>
        <dsp:cNvPr id="0" name=""/>
        <dsp:cNvSpPr/>
      </dsp:nvSpPr>
      <dsp:spPr>
        <a:xfrm>
          <a:off x="1786437" y="129863"/>
          <a:ext cx="2001511" cy="59400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Symbol" panose="05050102010706020507" pitchFamily="18" charset="2"/>
            <a:buNone/>
          </a:pPr>
          <a:r>
            <a:rPr lang="en-DE" sz="1100" b="1" kern="1200"/>
            <a:t>Requester Step</a:t>
          </a:r>
          <a:endParaRPr lang="en-DE" sz="1100" kern="1200"/>
        </a:p>
      </dsp:txBody>
      <dsp:txXfrm>
        <a:off x="2083437" y="129863"/>
        <a:ext cx="1407511" cy="594000"/>
      </dsp:txXfrm>
    </dsp:sp>
    <dsp:sp modelId="{60F4D097-FCFA-455F-B0AB-F5EC78381CB0}">
      <dsp:nvSpPr>
        <dsp:cNvPr id="0" name=""/>
        <dsp:cNvSpPr/>
      </dsp:nvSpPr>
      <dsp:spPr>
        <a:xfrm>
          <a:off x="1786437" y="798113"/>
          <a:ext cx="1601208" cy="435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DE" sz="1100" kern="1200" dirty="0"/>
            <a:t>Send BTP Form +Notification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DE" sz="1100" kern="1200" dirty="0"/>
            <a:t>To dialog users only (PR creator +Requisitioner)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DE" sz="1100" kern="1200" dirty="0"/>
            <a:t>Add validation for below fields: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DE" sz="1100" kern="1200" dirty="0"/>
            <a:t>Requisitioner should be valid GID (verify from SCD)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DE" sz="1100" kern="1200"/>
            <a:t>Recipient (verify from SCD)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DE" sz="1100" kern="1200" dirty="0"/>
            <a:t>P. Org (Fill automatic if possible)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DE" sz="1100" kern="1200"/>
            <a:t>ACC (Allowed ACC based on BTP condition table)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DE" sz="1100" kern="1200" dirty="0"/>
            <a:t>For multiple line items use the requisitioner and recipient details from line item 1.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DE" sz="1100" kern="1200" dirty="0"/>
            <a:t>All line-item details will be displayed in BTP form (New BTP form layout)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DE" sz="1100" kern="1200" dirty="0"/>
            <a:t>Disable asset related option/button.</a:t>
          </a:r>
        </a:p>
      </dsp:txBody>
      <dsp:txXfrm>
        <a:off x="1786437" y="798113"/>
        <a:ext cx="1601208" cy="4356000"/>
      </dsp:txXfrm>
    </dsp:sp>
    <dsp:sp modelId="{EF8E8D70-0949-4093-B090-FAFE3E031209}">
      <dsp:nvSpPr>
        <dsp:cNvPr id="0" name=""/>
        <dsp:cNvSpPr/>
      </dsp:nvSpPr>
      <dsp:spPr>
        <a:xfrm>
          <a:off x="3571948" y="129863"/>
          <a:ext cx="2001511" cy="59400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Symbol" panose="05050102010706020507" pitchFamily="18" charset="2"/>
            <a:buNone/>
          </a:pPr>
          <a:r>
            <a:rPr lang="en-DE" sz="1100" b="1" kern="1200"/>
            <a:t>Buyer/Procurement Verification Step</a:t>
          </a:r>
          <a:endParaRPr lang="en-DE" sz="1100" kern="1200"/>
        </a:p>
      </dsp:txBody>
      <dsp:txXfrm>
        <a:off x="3868948" y="129863"/>
        <a:ext cx="1407511" cy="594000"/>
      </dsp:txXfrm>
    </dsp:sp>
    <dsp:sp modelId="{89C45983-D512-476F-91F5-F9635AE6D407}">
      <dsp:nvSpPr>
        <dsp:cNvPr id="0" name=""/>
        <dsp:cNvSpPr/>
      </dsp:nvSpPr>
      <dsp:spPr>
        <a:xfrm>
          <a:off x="3571948" y="798113"/>
          <a:ext cx="1601208" cy="435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DE" sz="1100" kern="1200"/>
            <a:t>Send BTP Form +Notification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DE" sz="1100" kern="1200" dirty="0">
              <a:highlight>
                <a:srgbClr val="FFFF00"/>
              </a:highlight>
            </a:rPr>
            <a:t>To Buyer/ Expert based on BTP condition table.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DE" sz="1100" kern="1200" dirty="0">
              <a:highlight>
                <a:srgbClr val="FFFF00"/>
              </a:highlight>
            </a:rPr>
            <a:t>All Purchaser based on BTP condition table will receive PR</a:t>
          </a:r>
          <a:r>
            <a:rPr lang="en-US" sz="1100" kern="1200" dirty="0">
              <a:highlight>
                <a:srgbClr val="FFFF00"/>
              </a:highlight>
            </a:rPr>
            <a:t>.</a:t>
          </a:r>
          <a:endParaRPr lang="en-DE" sz="1100" kern="1200" dirty="0">
            <a:highlight>
              <a:srgbClr val="FFFF00"/>
            </a:highlight>
          </a:endParaRPr>
        </a:p>
      </dsp:txBody>
      <dsp:txXfrm>
        <a:off x="3571948" y="798113"/>
        <a:ext cx="1601208" cy="4356000"/>
      </dsp:txXfrm>
    </dsp:sp>
    <dsp:sp modelId="{BBBA7734-D8BB-4BA5-B7BE-70B8A64FCA53}">
      <dsp:nvSpPr>
        <dsp:cNvPr id="0" name=""/>
        <dsp:cNvSpPr/>
      </dsp:nvSpPr>
      <dsp:spPr>
        <a:xfrm>
          <a:off x="5357459" y="129863"/>
          <a:ext cx="2001511" cy="59400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Symbol" panose="05050102010706020507" pitchFamily="18" charset="2"/>
            <a:buNone/>
          </a:pPr>
          <a:r>
            <a:rPr lang="en-DE" sz="1100" b="1" kern="1200"/>
            <a:t>Purchaser Step</a:t>
          </a:r>
          <a:endParaRPr lang="en-DE" sz="1100" kern="1200"/>
        </a:p>
      </dsp:txBody>
      <dsp:txXfrm>
        <a:off x="5654459" y="129863"/>
        <a:ext cx="1407511" cy="594000"/>
      </dsp:txXfrm>
    </dsp:sp>
    <dsp:sp modelId="{DAFC79D3-810B-4D99-8615-FD239D611BDA}">
      <dsp:nvSpPr>
        <dsp:cNvPr id="0" name=""/>
        <dsp:cNvSpPr/>
      </dsp:nvSpPr>
      <dsp:spPr>
        <a:xfrm>
          <a:off x="5357459" y="798113"/>
          <a:ext cx="1601208" cy="435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DE" sz="1100" kern="1200"/>
            <a:t>Verify the PR details and confirm.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DE" sz="1100" kern="1200"/>
            <a:t>Receive the error in case any error while creating the PO via API.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DE" sz="1100" kern="1200"/>
            <a:t>Approve the PR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DE" sz="1100" kern="1200"/>
            <a:t>PR is released and PO is created automatically.</a:t>
          </a:r>
        </a:p>
      </dsp:txBody>
      <dsp:txXfrm>
        <a:off x="5357459" y="798113"/>
        <a:ext cx="1601208" cy="4356000"/>
      </dsp:txXfrm>
    </dsp:sp>
    <dsp:sp modelId="{6EFBB16C-A36D-46F9-971E-D362CC94B798}">
      <dsp:nvSpPr>
        <dsp:cNvPr id="0" name=""/>
        <dsp:cNvSpPr/>
      </dsp:nvSpPr>
      <dsp:spPr>
        <a:xfrm>
          <a:off x="7142970" y="129863"/>
          <a:ext cx="2001511" cy="59400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Symbol" panose="05050102010706020507" pitchFamily="18" charset="2"/>
            <a:buNone/>
          </a:pPr>
          <a:r>
            <a:rPr lang="en-DE" sz="1100" b="1" kern="1200"/>
            <a:t>PO verification Step</a:t>
          </a:r>
          <a:endParaRPr lang="en-DE" sz="1100" kern="1200"/>
        </a:p>
      </dsp:txBody>
      <dsp:txXfrm>
        <a:off x="7439970" y="129863"/>
        <a:ext cx="1407511" cy="594000"/>
      </dsp:txXfrm>
    </dsp:sp>
    <dsp:sp modelId="{E889EF1A-3B07-46BE-9A2B-CCCD2283C3D3}">
      <dsp:nvSpPr>
        <dsp:cNvPr id="0" name=""/>
        <dsp:cNvSpPr/>
      </dsp:nvSpPr>
      <dsp:spPr>
        <a:xfrm>
          <a:off x="7142970" y="798113"/>
          <a:ext cx="1601208" cy="435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DE" sz="1100" kern="1200"/>
            <a:t>Purchaser will receive the email notification and BTP form.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DE" sz="1100" kern="1200" dirty="0"/>
            <a:t>Review </a:t>
          </a:r>
          <a:r>
            <a:rPr lang="en-US" sz="1100" kern="1200" dirty="0"/>
            <a:t>and confirm.</a:t>
          </a:r>
          <a:endParaRPr lang="en-DE" sz="1100" kern="1200" dirty="0"/>
        </a:p>
      </dsp:txBody>
      <dsp:txXfrm>
        <a:off x="7142970" y="798113"/>
        <a:ext cx="1601208" cy="4356000"/>
      </dsp:txXfrm>
    </dsp:sp>
    <dsp:sp modelId="{A4BEDF13-0FEC-4364-8DBD-32D5E5EEB4BF}">
      <dsp:nvSpPr>
        <dsp:cNvPr id="0" name=""/>
        <dsp:cNvSpPr/>
      </dsp:nvSpPr>
      <dsp:spPr>
        <a:xfrm>
          <a:off x="8928481" y="129863"/>
          <a:ext cx="2001511" cy="59400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Courier New" panose="02070309020205020404" pitchFamily="49" charset="0"/>
            <a:buNone/>
          </a:pPr>
          <a:r>
            <a:rPr lang="en-US" sz="1100" kern="1200" dirty="0"/>
            <a:t>PO approvers (SAT)</a:t>
          </a:r>
          <a:endParaRPr lang="en-DE" sz="1100" kern="1200" dirty="0"/>
        </a:p>
      </dsp:txBody>
      <dsp:txXfrm>
        <a:off x="9225481" y="129863"/>
        <a:ext cx="1407511" cy="594000"/>
      </dsp:txXfrm>
    </dsp:sp>
    <dsp:sp modelId="{40D14EF5-2E94-4CBB-B7A3-59CC36211BD3}">
      <dsp:nvSpPr>
        <dsp:cNvPr id="0" name=""/>
        <dsp:cNvSpPr/>
      </dsp:nvSpPr>
      <dsp:spPr>
        <a:xfrm>
          <a:off x="8928481" y="798113"/>
          <a:ext cx="1601208" cy="435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US" sz="1100" kern="1200" dirty="0"/>
            <a:t>Based on SAT data approver will receive the PO to approve it.</a:t>
          </a:r>
          <a:endParaRPr lang="en-DE" sz="1100" kern="1200" dirty="0"/>
        </a:p>
      </dsp:txBody>
      <dsp:txXfrm>
        <a:off x="8928481" y="798113"/>
        <a:ext cx="1601208" cy="4356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CF6B3-9927-30E1-3DCB-D8E098AB7F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BAF6A4-BFD8-64BA-A8D7-A947A9AEF6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A628F-41D0-EF61-3B5F-BAE86373D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69E2E-8AD6-4DF9-9CC0-9EAB5430F41B}" type="datetimeFigureOut">
              <a:rPr lang="en-DE" smtClean="0"/>
              <a:t>04/10/2025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44DC06-B61B-7C77-5CE9-994392C3E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8EA6D-65D5-37DF-41B4-CF1CD1E49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14BDE-586C-4971-B12F-65359BD8057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28562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6A24F-C98A-C2BE-66BD-A9AB7D64C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FEB70-7DE5-7010-9104-3DDFEFFB2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EEA66-C8E5-519B-4E99-C33EEA01B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69E2E-8AD6-4DF9-9CC0-9EAB5430F41B}" type="datetimeFigureOut">
              <a:rPr lang="en-DE" smtClean="0"/>
              <a:t>04/10/2025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C1592-B082-44DD-0396-00E791ADF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7750F-5653-5389-3474-6478612E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14BDE-586C-4971-B12F-65359BD8057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78300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FAC12-66C6-A917-9BE4-11BB13CA3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0A8D66-9488-CD85-5BA6-97815CD521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B79CA-BE53-5CAF-263B-44A91A01C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69E2E-8AD6-4DF9-9CC0-9EAB5430F41B}" type="datetimeFigureOut">
              <a:rPr lang="en-DE" smtClean="0"/>
              <a:t>04/10/2025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543BB-C625-53E5-CD97-12F7AADDE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23B4DF-BD8A-B77F-50C7-4EEC3E502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14BDE-586C-4971-B12F-65359BD8057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8572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20AD8-050A-02BC-F3C8-3F280E44B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898A4-FE6D-9E7B-88C1-838B9E7305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1C7BA9-C325-75DC-6FB3-6195FC1C16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010619-1945-2E3C-DE5D-EB2A89AB4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69E2E-8AD6-4DF9-9CC0-9EAB5430F41B}" type="datetimeFigureOut">
              <a:rPr lang="en-DE" smtClean="0"/>
              <a:t>04/10/2025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14820D-7E93-F07C-223F-A08D22507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BA21B7-830F-3CB5-BC80-7801972F3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14BDE-586C-4971-B12F-65359BD8057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54574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5F909-622A-0934-1A16-97168279E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C81995-A35E-932C-B912-9949ADD6BC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E4AF1E-252D-9C6D-135F-7BD2061377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D5112D-DA4F-4F5F-792E-FA0CFCF537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13C6DD-B805-B247-27AE-4538631A8C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17D9AC-679C-33C3-F67A-034637C14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69E2E-8AD6-4DF9-9CC0-9EAB5430F41B}" type="datetimeFigureOut">
              <a:rPr lang="en-DE" smtClean="0"/>
              <a:t>04/10/2025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3328A3-7DF5-5410-728A-6943873A9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F80C21-3ABA-509B-25C8-718AE67AB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14BDE-586C-4971-B12F-65359BD8057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8404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46FD1-C719-1B57-417C-6942A19D6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658AB0-24B8-4B4E-A85A-3897C0785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69E2E-8AD6-4DF9-9CC0-9EAB5430F41B}" type="datetimeFigureOut">
              <a:rPr lang="en-DE" smtClean="0"/>
              <a:t>04/10/2025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9FB164-48F8-7A1D-BC4B-C43F20967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630CB-EF77-64FC-FC33-995F41F25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14BDE-586C-4971-B12F-65359BD8057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02255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A3BAE9-AEB1-7920-B990-DF4D116B6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69E2E-8AD6-4DF9-9CC0-9EAB5430F41B}" type="datetimeFigureOut">
              <a:rPr lang="en-DE" smtClean="0"/>
              <a:t>04/10/2025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9924B2-048F-EADA-D3EE-CDB2F9449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3EE59B-F487-FEF4-42A1-B0E49EB71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14BDE-586C-4971-B12F-65359BD8057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85907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05DF2-943C-30E2-A7A1-8B51FFA09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6D00F-20D2-AD05-5DA4-72AF3BDC0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81DFCD-5196-D281-1899-DA94D328C0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1FE533-4828-87A4-E3BE-ED433C1DA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69E2E-8AD6-4DF9-9CC0-9EAB5430F41B}" type="datetimeFigureOut">
              <a:rPr lang="en-DE" smtClean="0"/>
              <a:t>04/10/2025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9B642B-733A-9791-5118-29AC206E6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55B45C-1FF7-129A-D404-5B77CFB7A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14BDE-586C-4971-B12F-65359BD8057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65055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C0237-73B5-5504-AD04-A687A63F5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B4C68B-7FFB-76CF-3603-223A1018FA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925E71-3539-8EED-20A9-C0B27B98C4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AB8D84-9947-BB74-6E6D-4579063BA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69E2E-8AD6-4DF9-9CC0-9EAB5430F41B}" type="datetimeFigureOut">
              <a:rPr lang="en-DE" smtClean="0"/>
              <a:t>04/10/2025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881604-F9AD-B95A-44F8-DA5B82CBD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5BB8A-4731-7232-8971-EE1A9AF34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14BDE-586C-4971-B12F-65359BD8057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82619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5EEE7-030F-DCE6-FA6D-8A23EF09F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C58BCF-E280-B3E1-FC56-3048B7512C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53E58-D637-4821-DB8D-893E245B9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69E2E-8AD6-4DF9-9CC0-9EAB5430F41B}" type="datetimeFigureOut">
              <a:rPr lang="en-DE" smtClean="0"/>
              <a:t>04/10/2025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5CC261-EDD8-A07F-65A2-D2736562F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916683-7A79-5BD4-98F0-70B5CE15B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14BDE-586C-4971-B12F-65359BD8057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62683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645495-3A63-8518-A65D-513F5D697B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C414CB-50CC-E7E4-02AF-0F04E502F3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B63B77-0B30-923E-3D53-D4C4DD1EC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69E2E-8AD6-4DF9-9CC0-9EAB5430F41B}" type="datetimeFigureOut">
              <a:rPr lang="en-DE" smtClean="0"/>
              <a:t>04/10/2025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7D6F49-D0C7-2765-9479-5319583DF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91C7E-D41B-F35D-B941-AAF3BFD0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14BDE-586C-4971-B12F-65359BD8057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32434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1583D8-6E8D-A9D6-6BC4-00C32BFF7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E4130D-ADC2-B67B-AEFC-5D48AEF2B8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6581F-1640-8762-D4DC-87276356E9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069E2E-8AD6-4DF9-9CC0-9EAB5430F41B}" type="datetimeFigureOut">
              <a:rPr lang="en-DE" smtClean="0"/>
              <a:t>04/10/2025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0B501-586D-6374-B8E6-45C28D5184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A8EA3-A3B8-3958-74BB-6FE9CC3745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514BDE-586C-4971-B12F-65359BD8057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51360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44393-BBE3-83D2-DE2E-0CDECFDA3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837" y="365125"/>
            <a:ext cx="10592963" cy="437593"/>
          </a:xfrm>
        </p:spPr>
        <p:txBody>
          <a:bodyPr>
            <a:normAutofit fontScale="90000"/>
          </a:bodyPr>
          <a:lstStyle/>
          <a:p>
            <a:r>
              <a:rPr lang="en-US" sz="2800" b="1" dirty="0"/>
              <a:t>Direct X 2.0 (SRE Process)</a:t>
            </a:r>
            <a:endParaRPr lang="en-DE" sz="2800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C8A80E8-1CE3-48FE-6341-2A4C6376AB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0826054"/>
              </p:ext>
            </p:extLst>
          </p:nvPr>
        </p:nvGraphicFramePr>
        <p:xfrm>
          <a:off x="760837" y="879499"/>
          <a:ext cx="10930919" cy="52839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13598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0B2F5-2820-B46C-5B75-80EAE9CED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9117850-59F8-7A37-3DC6-231B64B9EB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3070218"/>
              </p:ext>
            </p:extLst>
          </p:nvPr>
        </p:nvGraphicFramePr>
        <p:xfrm>
          <a:off x="838200" y="1825625"/>
          <a:ext cx="10515596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8">
                  <a:extLst>
                    <a:ext uri="{9D8B030D-6E8A-4147-A177-3AD203B41FA5}">
                      <a16:colId xmlns:a16="http://schemas.microsoft.com/office/drawing/2014/main" val="2152133229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144278761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4153767314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622627875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1154528624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909031858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2683748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Company Code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784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34177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6348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002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558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37552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9650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253</Words>
  <Application>Microsoft Office PowerPoint</Application>
  <PresentationFormat>Widescreen</PresentationFormat>
  <Paragraphs>46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Courier New</vt:lpstr>
      <vt:lpstr>Symbol</vt:lpstr>
      <vt:lpstr>Wingdings</vt:lpstr>
      <vt:lpstr>Office Theme</vt:lpstr>
      <vt:lpstr>Direct X 2.0 (SRE Process)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Gautam, Ajit (IT ECP PLG P)</dc:creator>
  <cp:lastModifiedBy>Gautam, Ajit (IT ECP PLG P)</cp:lastModifiedBy>
  <cp:revision>4</cp:revision>
  <dcterms:created xsi:type="dcterms:W3CDTF">2025-09-25T11:07:55Z</dcterms:created>
  <dcterms:modified xsi:type="dcterms:W3CDTF">2025-10-08T13:35:29Z</dcterms:modified>
</cp:coreProperties>
</file>