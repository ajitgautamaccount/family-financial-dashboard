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svg" ContentType="image/svg+xml"/>
  <Default Extension="wmf" ContentType="image/x-wmf"/>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customXml/itemProps4.xml" ContentType="application/vnd.openxmlformats-officedocument.customXmlProperties+xml"/>
  <Override PartName="/customXml/itemProps5.xml" ContentType="application/vnd.openxmlformats-officedocument.customXmlProperties+xml"/>
  <Override PartName="/customXml/itemProps6.xml" ContentType="application/vnd.openxmlformats-officedocument.customXmlProperties+xml"/>
  <Override PartName="/customXml/itemProps7.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theme/theme2.xml" ContentType="application/vnd.openxmlformats-officedocument.theme+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theme/theme3.xml" ContentType="application/vnd.openxmlformats-officedocument.theme+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theme/theme4.xml" ContentType="application/vnd.openxmlformats-officedocument.theme+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slideLayouts/slideLayout102.xml" ContentType="application/vnd.openxmlformats-officedocument.presentationml.slideLayout+xml"/>
  <Override PartName="/ppt/slideLayouts/slideLayout103.xml" ContentType="application/vnd.openxmlformats-officedocument.presentationml.slideLayout+xml"/>
  <Override PartName="/ppt/slideLayouts/slideLayout104.xml" ContentType="application/vnd.openxmlformats-officedocument.presentationml.slideLayout+xml"/>
  <Override PartName="/ppt/slideLayouts/slideLayout105.xml" ContentType="application/vnd.openxmlformats-officedocument.presentationml.slideLayout+xml"/>
  <Override PartName="/ppt/slideLayouts/slideLayout106.xml" ContentType="application/vnd.openxmlformats-officedocument.presentationml.slideLayout+xml"/>
  <Override PartName="/ppt/slideLayouts/slideLayout107.xml" ContentType="application/vnd.openxmlformats-officedocument.presentationml.slideLayout+xml"/>
  <Override PartName="/ppt/slideLayouts/slideLayout108.xml" ContentType="application/vnd.openxmlformats-officedocument.presentationml.slideLayout+xml"/>
  <Override PartName="/ppt/slideLayouts/slideLayout109.xml" ContentType="application/vnd.openxmlformats-officedocument.presentationml.slideLayout+xml"/>
  <Override PartName="/ppt/slideLayouts/slideLayout110.xml" ContentType="application/vnd.openxmlformats-officedocument.presentationml.slideLayout+xml"/>
  <Override PartName="/ppt/slideLayouts/slideLayout111.xml" ContentType="application/vnd.openxmlformats-officedocument.presentationml.slideLayout+xml"/>
  <Override PartName="/ppt/slideLayouts/slideLayout112.xml" ContentType="application/vnd.openxmlformats-officedocument.presentationml.slideLayout+xml"/>
  <Override PartName="/ppt/slideLayouts/slideLayout113.xml" ContentType="application/vnd.openxmlformats-officedocument.presentationml.slideLayout+xml"/>
  <Override PartName="/ppt/slideLayouts/slideLayout114.xml" ContentType="application/vnd.openxmlformats-officedocument.presentationml.slideLayout+xml"/>
  <Override PartName="/ppt/slideLayouts/slideLayout115.xml" ContentType="application/vnd.openxmlformats-officedocument.presentationml.slideLayout+xml"/>
  <Override PartName="/ppt/slideLayouts/slideLayout116.xml" ContentType="application/vnd.openxmlformats-officedocument.presentationml.slideLayout+xml"/>
  <Override PartName="/ppt/slideLayouts/slideLayout117.xml" ContentType="application/vnd.openxmlformats-officedocument.presentationml.slideLayout+xml"/>
  <Override PartName="/ppt/slideLayouts/slideLayout118.xml" ContentType="application/vnd.openxmlformats-officedocument.presentationml.slideLayout+xml"/>
  <Override PartName="/ppt/slideLayouts/slideLayout119.xml" ContentType="application/vnd.openxmlformats-officedocument.presentationml.slideLayout+xml"/>
  <Override PartName="/ppt/slideLayouts/slideLayout120.xml" ContentType="application/vnd.openxmlformats-officedocument.presentationml.slideLayout+xml"/>
  <Override PartName="/ppt/slideLayouts/slideLayout121.xml" ContentType="application/vnd.openxmlformats-officedocument.presentationml.slideLayout+xml"/>
  <Override PartName="/ppt/slideLayouts/slideLayout122.xml" ContentType="application/vnd.openxmlformats-officedocument.presentationml.slideLayout+xml"/>
  <Override PartName="/ppt/theme/theme5.xml" ContentType="application/vnd.openxmlformats-officedocument.theme+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heme/theme6.xml" ContentType="application/vnd.openxmlformats-officedocument.theme+xml"/>
  <Override PartName="/ppt/theme/theme7.xml" ContentType="application/vnd.openxmlformats-officedocument.theme+xml"/>
  <Override PartName="/ppt/tags/tag83.xml" ContentType="application/vnd.openxmlformats-officedocument.presentationml.tags+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tags/tag84.xml" ContentType="application/vnd.openxmlformats-officedocument.presentationml.tags+xml"/>
  <Override PartName="/ppt/notesSlides/notesSlide7.xml" ContentType="application/vnd.openxmlformats-officedocument.presentationml.notesSlide+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notesSlides/notesSlide8.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notesSlides/notesSlide9.xml" ContentType="application/vnd.openxmlformats-officedocument.presentationml.notesSlide+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notesSlides/notesSlide24.xml" ContentType="application/vnd.openxmlformats-officedocument.presentationml.notesSlide+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0.xml" ContentType="application/vnd.openxmlformats-officedocument.presentationml.tags+xml"/>
  <Override PartName="/ppt/notesSlides/notesSlide25.xml" ContentType="application/vnd.openxmlformats-officedocument.presentationml.notesSlide+xml"/>
  <Override PartName="/ppt/comments/modernComment_7FFE5E7F_F78D4639.xml" ContentType="application/vnd.ms-powerpoint.comments+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theme/themeOverride1.xml" ContentType="application/vnd.openxmlformats-officedocument.themeOverride+xml"/>
  <Override PartName="/ppt/notesSlides/notesSlide30.xml" ContentType="application/vnd.openxmlformats-officedocument.presentationml.notesSlide+xml"/>
  <Override PartName="/ppt/theme/themeOverride2.xml" ContentType="application/vnd.openxmlformats-officedocument.themeOverr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tags/tag131.xml" ContentType="application/vnd.openxmlformats-officedocument.presentationml.tags+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tags/tag135.xml" ContentType="application/vnd.openxmlformats-officedocument.presentationml.tags+xml"/>
  <Override PartName="/ppt/tags/tag136.xml" ContentType="application/vnd.openxmlformats-officedocument.presentationml.tags+xml"/>
  <Override PartName="/ppt/tags/tag137.xml" ContentType="application/vnd.openxmlformats-officedocument.presentationml.tags+xml"/>
  <Override PartName="/ppt/tags/tag138.xml" ContentType="application/vnd.openxmlformats-officedocument.presentationml.tags+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tags/tag139.xml" ContentType="application/vnd.openxmlformats-officedocument.presentationml.tags+xml"/>
  <Override PartName="/ppt/tags/tag140.xml" ContentType="application/vnd.openxmlformats-officedocument.presentationml.tags+xml"/>
  <Override PartName="/ppt/tags/tag141.xml" ContentType="application/vnd.openxmlformats-officedocument.presentationml.tags+xml"/>
  <Override PartName="/ppt/tags/tag142.xml" ContentType="application/vnd.openxmlformats-officedocument.presentationml.tags+xml"/>
  <Override PartName="/ppt/tags/tag143.xml" ContentType="application/vnd.openxmlformats-officedocument.presentationml.tags+xml"/>
  <Override PartName="/ppt/tags/tag144.xml" ContentType="application/vnd.openxmlformats-officedocument.presentationml.tags+xml"/>
  <Override PartName="/ppt/tags/tag145.xml" ContentType="application/vnd.openxmlformats-officedocument.presentationml.tags+xml"/>
  <Override PartName="/ppt/notesSlides/notesSlide64.xml" ContentType="application/vnd.openxmlformats-officedocument.presentationml.notesSlide+xml"/>
  <Override PartName="/ppt/theme/themeOverride3.xml" ContentType="application/vnd.openxmlformats-officedocument.themeOverr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tags/tag146.xml" ContentType="application/vnd.openxmlformats-officedocument.presentationml.tags+xml"/>
  <Override PartName="/ppt/tags/tag147.xml" ContentType="application/vnd.openxmlformats-officedocument.presentationml.tags+xml"/>
  <Override PartName="/ppt/tags/tag148.xml" ContentType="application/vnd.openxmlformats-officedocument.presentationml.tags+xml"/>
  <Override PartName="/ppt/tags/tag149.xml" ContentType="application/vnd.openxmlformats-officedocument.presentationml.tags+xml"/>
  <Override PartName="/ppt/tags/tag150.xml" ContentType="application/vnd.openxmlformats-officedocument.presentationml.tags+xml"/>
  <Override PartName="/ppt/tags/tag151.xml" ContentType="application/vnd.openxmlformats-officedocument.presentationml.tags+xml"/>
  <Override PartName="/ppt/tags/tag152.xml" ContentType="application/vnd.openxmlformats-officedocument.presentationml.tags+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tags/tag153.xml" ContentType="application/vnd.openxmlformats-officedocument.presentationml.tags+xml"/>
  <Override PartName="/ppt/tags/tag154.xml" ContentType="application/vnd.openxmlformats-officedocument.presentationml.tags+xml"/>
  <Override PartName="/ppt/tags/tag155.xml" ContentType="application/vnd.openxmlformats-officedocument.presentationml.tags+xml"/>
  <Override PartName="/ppt/tags/tag156.xml" ContentType="application/vnd.openxmlformats-officedocument.presentationml.tags+xml"/>
  <Override PartName="/ppt/tags/tag157.xml" ContentType="application/vnd.openxmlformats-officedocument.presentationml.tags+xml"/>
  <Override PartName="/ppt/tags/tag158.xml" ContentType="application/vnd.openxmlformats-officedocument.presentationml.tags+xml"/>
  <Override PartName="/ppt/tags/tag159.xml" ContentType="application/vnd.openxmlformats-officedocument.presentationml.tags+xml"/>
  <Override PartName="/ppt/tags/tag160.xml" ContentType="application/vnd.openxmlformats-officedocument.presentationml.tags+xml"/>
  <Override PartName="/ppt/tags/tag161.xml" ContentType="application/vnd.openxmlformats-officedocument.presentationml.tags+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tags/tag162.xml" ContentType="application/vnd.openxmlformats-officedocument.presentationml.tags+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tags/tag163.xml" ContentType="application/vnd.openxmlformats-officedocument.presentationml.tags+xml"/>
  <Override PartName="/ppt/notesSlides/notesSlide90.xml" ContentType="application/vnd.openxmlformats-officedocument.presentationml.notesSlide+xml"/>
  <Override PartName="/ppt/tags/tag164.xml" ContentType="application/vnd.openxmlformats-officedocument.presentationml.tags+xml"/>
  <Override PartName="/ppt/tags/tag165.xml" ContentType="application/vnd.openxmlformats-officedocument.presentationml.tags+xml"/>
  <Override PartName="/ppt/tags/tag166.xml" ContentType="application/vnd.openxmlformats-officedocument.presentationml.tags+xml"/>
  <Override PartName="/ppt/tags/tag167.xml" ContentType="application/vnd.openxmlformats-officedocument.presentationml.tags+xml"/>
  <Override PartName="/ppt/tags/tag168.xml" ContentType="application/vnd.openxmlformats-officedocument.presentationml.tags+xml"/>
  <Override PartName="/ppt/tags/tag169.xml" ContentType="application/vnd.openxmlformats-officedocument.presentationml.tags+xml"/>
  <Override PartName="/ppt/tags/tag170.xml" ContentType="application/vnd.openxmlformats-officedocument.presentationml.tags+xml"/>
  <Override PartName="/ppt/tags/tag171.xml" ContentType="application/vnd.openxmlformats-officedocument.presentationml.tags+xml"/>
  <Override PartName="/ppt/tags/tag172.xml" ContentType="application/vnd.openxmlformats-officedocument.presentationml.tags+xml"/>
  <Override PartName="/ppt/tags/tag173.xml" ContentType="application/vnd.openxmlformats-officedocument.presentationml.tags+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tags/tag174.xml" ContentType="application/vnd.openxmlformats-officedocument.presentationml.tags+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comments/modernComment_7FFE5EF1_AF86541A.xml" ContentType="application/vnd.ms-powerpoint.comments+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48" r:id="rId8"/>
    <p:sldMasterId id="2147483815" r:id="rId9"/>
    <p:sldMasterId id="2147483844" r:id="rId10"/>
    <p:sldMasterId id="2147483873" r:id="rId11"/>
    <p:sldMasterId id="2147483893" r:id="rId12"/>
  </p:sldMasterIdLst>
  <p:notesMasterIdLst>
    <p:notesMasterId r:id="rId138"/>
  </p:notesMasterIdLst>
  <p:handoutMasterIdLst>
    <p:handoutMasterId r:id="rId139"/>
  </p:handoutMasterIdLst>
  <p:sldIdLst>
    <p:sldId id="2147483626" r:id="rId13"/>
    <p:sldId id="2147376754" r:id="rId14"/>
    <p:sldId id="2147376900" r:id="rId15"/>
    <p:sldId id="2147376760" r:id="rId16"/>
    <p:sldId id="2147376759" r:id="rId17"/>
    <p:sldId id="305" r:id="rId18"/>
    <p:sldId id="2147376901" r:id="rId19"/>
    <p:sldId id="2147375810" r:id="rId20"/>
    <p:sldId id="2147375934" r:id="rId21"/>
    <p:sldId id="2147376773" r:id="rId22"/>
    <p:sldId id="2147376882" r:id="rId23"/>
    <p:sldId id="2147376775" r:id="rId24"/>
    <p:sldId id="2147376755" r:id="rId25"/>
    <p:sldId id="2147376772" r:id="rId26"/>
    <p:sldId id="2147376886" r:id="rId27"/>
    <p:sldId id="2147376887" r:id="rId28"/>
    <p:sldId id="2147376888" r:id="rId29"/>
    <p:sldId id="2147376889" r:id="rId30"/>
    <p:sldId id="2147376890" r:id="rId31"/>
    <p:sldId id="2147376891" r:id="rId32"/>
    <p:sldId id="2147376852" r:id="rId33"/>
    <p:sldId id="2147376853" r:id="rId34"/>
    <p:sldId id="2147376892" r:id="rId35"/>
    <p:sldId id="2147376893" r:id="rId36"/>
    <p:sldId id="2147376894" r:id="rId37"/>
    <p:sldId id="2147376895" r:id="rId38"/>
    <p:sldId id="2147376896" r:id="rId39"/>
    <p:sldId id="2147376897" r:id="rId40"/>
    <p:sldId id="2147376898" r:id="rId41"/>
    <p:sldId id="2147376867" r:id="rId42"/>
    <p:sldId id="2147376761" r:id="rId43"/>
    <p:sldId id="2147376776" r:id="rId44"/>
    <p:sldId id="2147376798" r:id="rId45"/>
    <p:sldId id="2147376799" r:id="rId46"/>
    <p:sldId id="2147376800" r:id="rId47"/>
    <p:sldId id="2147376883" r:id="rId48"/>
    <p:sldId id="2147376783" r:id="rId49"/>
    <p:sldId id="2147376767" r:id="rId50"/>
    <p:sldId id="2147376065" r:id="rId51"/>
    <p:sldId id="2147376793" r:id="rId52"/>
    <p:sldId id="2147376809" r:id="rId53"/>
    <p:sldId id="2147376810" r:id="rId54"/>
    <p:sldId id="2147376811" r:id="rId55"/>
    <p:sldId id="2147376812" r:id="rId56"/>
    <p:sldId id="2147376814" r:id="rId57"/>
    <p:sldId id="2147376816" r:id="rId58"/>
    <p:sldId id="2147376817" r:id="rId59"/>
    <p:sldId id="2147376818" r:id="rId60"/>
    <p:sldId id="2147376819" r:id="rId61"/>
    <p:sldId id="2147376820" r:id="rId62"/>
    <p:sldId id="2147376821" r:id="rId63"/>
    <p:sldId id="2147376822" r:id="rId64"/>
    <p:sldId id="2147376823" r:id="rId65"/>
    <p:sldId id="2147376824" r:id="rId66"/>
    <p:sldId id="2147376825" r:id="rId67"/>
    <p:sldId id="2147376826" r:id="rId68"/>
    <p:sldId id="2147376827" r:id="rId69"/>
    <p:sldId id="2147376829" r:id="rId70"/>
    <p:sldId id="2147376828" r:id="rId71"/>
    <p:sldId id="2147376830" r:id="rId72"/>
    <p:sldId id="2147376831" r:id="rId73"/>
    <p:sldId id="2147376885" r:id="rId74"/>
    <p:sldId id="2147376833" r:id="rId75"/>
    <p:sldId id="2147376832" r:id="rId76"/>
    <p:sldId id="2147376902" r:id="rId77"/>
    <p:sldId id="2147376903" r:id="rId78"/>
    <p:sldId id="2147376904" r:id="rId79"/>
    <p:sldId id="2147376905" r:id="rId80"/>
    <p:sldId id="2147376906" r:id="rId81"/>
    <p:sldId id="2147376907" r:id="rId82"/>
    <p:sldId id="2147376908" r:id="rId83"/>
    <p:sldId id="2147376909" r:id="rId84"/>
    <p:sldId id="2147376784" r:id="rId85"/>
    <p:sldId id="2147376841" r:id="rId86"/>
    <p:sldId id="2147376785" r:id="rId87"/>
    <p:sldId id="2147376843" r:id="rId88"/>
    <p:sldId id="2147376836" r:id="rId89"/>
    <p:sldId id="2147376837" r:id="rId90"/>
    <p:sldId id="2147376779" r:id="rId91"/>
    <p:sldId id="2147376842" r:id="rId92"/>
    <p:sldId id="2147376840" r:id="rId93"/>
    <p:sldId id="2147376845" r:id="rId94"/>
    <p:sldId id="2147376844" r:id="rId95"/>
    <p:sldId id="2147376846" r:id="rId96"/>
    <p:sldId id="2147376857" r:id="rId97"/>
    <p:sldId id="2147376847" r:id="rId98"/>
    <p:sldId id="2147376848" r:id="rId99"/>
    <p:sldId id="2147376849" r:id="rId100"/>
    <p:sldId id="2147376850" r:id="rId101"/>
    <p:sldId id="2147376851" r:id="rId102"/>
    <p:sldId id="2147376854" r:id="rId103"/>
    <p:sldId id="2147376855" r:id="rId104"/>
    <p:sldId id="2147376856" r:id="rId105"/>
    <p:sldId id="2147376788" r:id="rId106"/>
    <p:sldId id="2147483582" r:id="rId107"/>
    <p:sldId id="2147376880" r:id="rId108"/>
    <p:sldId id="2147376884" r:id="rId109"/>
    <p:sldId id="2147376868" r:id="rId110"/>
    <p:sldId id="2147376866" r:id="rId111"/>
    <p:sldId id="2147376869" r:id="rId112"/>
    <p:sldId id="2147376870" r:id="rId113"/>
    <p:sldId id="2147376865" r:id="rId114"/>
    <p:sldId id="2147376871" r:id="rId115"/>
    <p:sldId id="2147376872" r:id="rId116"/>
    <p:sldId id="2147376873" r:id="rId117"/>
    <p:sldId id="2147376874" r:id="rId118"/>
    <p:sldId id="2147376879" r:id="rId119"/>
    <p:sldId id="2147376875" r:id="rId120"/>
    <p:sldId id="2147376876" r:id="rId121"/>
    <p:sldId id="2147376877" r:id="rId122"/>
    <p:sldId id="2147483628" r:id="rId123"/>
    <p:sldId id="2147483627" r:id="rId124"/>
    <p:sldId id="2147483630" r:id="rId125"/>
    <p:sldId id="2147483641" r:id="rId126"/>
    <p:sldId id="2147483633" r:id="rId127"/>
    <p:sldId id="2147483634" r:id="rId128"/>
    <p:sldId id="2147483635" r:id="rId129"/>
    <p:sldId id="2147483636" r:id="rId130"/>
    <p:sldId id="2147483637" r:id="rId131"/>
    <p:sldId id="2147483638" r:id="rId132"/>
    <p:sldId id="2147483639" r:id="rId133"/>
    <p:sldId id="2147483640" r:id="rId134"/>
    <p:sldId id="2147376910" r:id="rId135"/>
    <p:sldId id="2147375945" r:id="rId136"/>
    <p:sldId id="2147376881" r:id="rId137"/>
  </p:sldIdLst>
  <p:sldSz cx="12192000" cy="6858000"/>
  <p:notesSz cx="6858000" cy="9144000"/>
  <p:custDataLst>
    <p:tags r:id="rId140"/>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ark Templates" id="{DFC85A46-3DB7-40DA-8A3E-DE1CFEDF50B6}">
          <p14:sldIdLst>
            <p14:sldId id="2147483626"/>
            <p14:sldId id="2147376754"/>
            <p14:sldId id="2147376900"/>
            <p14:sldId id="2147376760"/>
            <p14:sldId id="2147376759"/>
            <p14:sldId id="305"/>
            <p14:sldId id="2147376901"/>
          </p14:sldIdLst>
        </p14:section>
        <p14:section name="Introduction &amp; Processs Overview" id="{7E0FD6C2-AABB-4847-AD76-214433617DAC}">
          <p14:sldIdLst>
            <p14:sldId id="2147375810"/>
            <p14:sldId id="2147375934"/>
            <p14:sldId id="2147376773"/>
            <p14:sldId id="2147376882"/>
            <p14:sldId id="2147376775"/>
          </p14:sldIdLst>
        </p14:section>
        <p14:section name="Purchase Requisition Overview" id="{3D9880A2-AD09-4EC6-9865-E19755646726}">
          <p14:sldIdLst>
            <p14:sldId id="2147376755"/>
            <p14:sldId id="2147376772"/>
          </p14:sldIdLst>
        </p14:section>
        <p14:section name="PR - Assign Individual Purchaser Group - Buyer" id="{D5474238-4278-47CD-9AA9-C31113FF2569}">
          <p14:sldIdLst>
            <p14:sldId id="2147376886"/>
            <p14:sldId id="2147376887"/>
            <p14:sldId id="2147376888"/>
            <p14:sldId id="2147376889"/>
            <p14:sldId id="2147376890"/>
            <p14:sldId id="2147376891"/>
            <p14:sldId id="2147376852"/>
            <p14:sldId id="2147376853"/>
            <p14:sldId id="2147376892"/>
          </p14:sldIdLst>
        </p14:section>
        <p14:section name="PR - Purchaser Confirmation - Purchaser" id="{97B3BCE8-A171-4499-9F5A-14DE602F874F}">
          <p14:sldIdLst>
            <p14:sldId id="2147376893"/>
            <p14:sldId id="2147376894"/>
            <p14:sldId id="2147376895"/>
            <p14:sldId id="2147376896"/>
            <p14:sldId id="2147376897"/>
            <p14:sldId id="2147376898"/>
            <p14:sldId id="2147376867"/>
          </p14:sldIdLst>
        </p14:section>
        <p14:section name="Purchase Order Process" id="{8F012D50-2484-40AC-BD43-2F12399FBD10}">
          <p14:sldIdLst>
            <p14:sldId id="2147376761"/>
            <p14:sldId id="2147376776"/>
            <p14:sldId id="2147376798"/>
            <p14:sldId id="2147376799"/>
            <p14:sldId id="2147376800"/>
            <p14:sldId id="2147376883"/>
          </p14:sldIdLst>
        </p14:section>
        <p14:section name="Purchase Order Creation" id="{C2652D24-E5F9-49F7-A87A-C35251CB86BA}">
          <p14:sldIdLst>
            <p14:sldId id="2147376783"/>
            <p14:sldId id="2147376767"/>
            <p14:sldId id="2147376065"/>
            <p14:sldId id="2147376793"/>
            <p14:sldId id="2147376809"/>
            <p14:sldId id="2147376810"/>
            <p14:sldId id="2147376811"/>
            <p14:sldId id="2147376812"/>
            <p14:sldId id="2147376814"/>
            <p14:sldId id="2147376816"/>
            <p14:sldId id="2147376817"/>
            <p14:sldId id="2147376818"/>
            <p14:sldId id="2147376819"/>
            <p14:sldId id="2147376820"/>
            <p14:sldId id="2147376821"/>
            <p14:sldId id="2147376822"/>
            <p14:sldId id="2147376823"/>
            <p14:sldId id="2147376824"/>
            <p14:sldId id="2147376825"/>
            <p14:sldId id="2147376826"/>
            <p14:sldId id="2147376827"/>
            <p14:sldId id="2147376829"/>
            <p14:sldId id="2147376828"/>
            <p14:sldId id="2147376830"/>
            <p14:sldId id="2147376831"/>
            <p14:sldId id="2147376885"/>
            <p14:sldId id="2147376833"/>
            <p14:sldId id="2147376832"/>
          </p14:sldIdLst>
        </p14:section>
        <p14:section name="Adding Attachment to Purchase Order" id="{2F355B55-FC6B-48BA-B814-B2641B7A66BA}">
          <p14:sldIdLst>
            <p14:sldId id="2147376902"/>
            <p14:sldId id="2147376903"/>
            <p14:sldId id="2147376904"/>
            <p14:sldId id="2147376905"/>
            <p14:sldId id="2147376906"/>
            <p14:sldId id="2147376907"/>
            <p14:sldId id="2147376908"/>
            <p14:sldId id="2147376909"/>
          </p14:sldIdLst>
        </p14:section>
        <p14:section name="Procurement Expert selection" id="{C679BCF6-B02D-454D-B5B4-E7AB8D32E4A6}">
          <p14:sldIdLst>
            <p14:sldId id="2147376784"/>
            <p14:sldId id="2147376841"/>
            <p14:sldId id="2147376785"/>
            <p14:sldId id="2147376843"/>
            <p14:sldId id="2147376836"/>
            <p14:sldId id="2147376837"/>
          </p14:sldIdLst>
        </p14:section>
        <p14:section name="Confirm the Purchase Order" id="{EB578953-669F-4EBA-AD91-D19661365E9C}">
          <p14:sldIdLst>
            <p14:sldId id="2147376779"/>
            <p14:sldId id="2147376842"/>
            <p14:sldId id="2147376840"/>
            <p14:sldId id="2147376845"/>
            <p14:sldId id="2147376844"/>
            <p14:sldId id="2147376846"/>
            <p14:sldId id="2147376857"/>
            <p14:sldId id="2147376847"/>
            <p14:sldId id="2147376848"/>
            <p14:sldId id="2147376849"/>
            <p14:sldId id="2147376850"/>
          </p14:sldIdLst>
        </p14:section>
        <p14:section name="Expert Approval" id="{4F880FAF-E514-4197-9148-EB85FBDDA598}">
          <p14:sldIdLst>
            <p14:sldId id="2147376851"/>
            <p14:sldId id="2147376854"/>
            <p14:sldId id="2147376855"/>
            <p14:sldId id="2147376856"/>
          </p14:sldIdLst>
        </p14:section>
        <p14:section name="Release Purchase Order - SAT Approval" id="{3AA7B3F9-999B-4A82-8EE6-9F6E87434AB9}">
          <p14:sldIdLst>
            <p14:sldId id="2147376788"/>
            <p14:sldId id="2147483582"/>
            <p14:sldId id="2147376880"/>
          </p14:sldIdLst>
        </p14:section>
        <p14:section name="Release Statuses" id="{E8E574A2-49B0-41A1-9054-A0FBCD62F12E}">
          <p14:sldIdLst>
            <p14:sldId id="2147376884"/>
            <p14:sldId id="2147376868"/>
            <p14:sldId id="2147376866"/>
            <p14:sldId id="2147376869"/>
            <p14:sldId id="2147376870"/>
          </p14:sldIdLst>
        </p14:section>
        <p14:section name="Purchase Order Output" id="{71A301C1-77E3-4529-9361-B4372067CADB}">
          <p14:sldIdLst>
            <p14:sldId id="2147376865"/>
            <p14:sldId id="2147376871"/>
            <p14:sldId id="2147376872"/>
            <p14:sldId id="2147376873"/>
            <p14:sldId id="2147376874"/>
            <p14:sldId id="2147376879"/>
            <p14:sldId id="2147376875"/>
            <p14:sldId id="2147376876"/>
            <p14:sldId id="2147376877"/>
            <p14:sldId id="2147483628"/>
            <p14:sldId id="2147483627"/>
            <p14:sldId id="2147483630"/>
            <p14:sldId id="2147483641"/>
            <p14:sldId id="2147483633"/>
            <p14:sldId id="2147483634"/>
            <p14:sldId id="2147483635"/>
            <p14:sldId id="2147483636"/>
            <p14:sldId id="2147483637"/>
            <p14:sldId id="2147483638"/>
            <p14:sldId id="2147483639"/>
            <p14:sldId id="2147483640"/>
          </p14:sldIdLst>
        </p14:section>
        <p14:section name="Go-live and Next Steps" id="{3CA4563B-31F1-40A0-883C-94110D161A36}">
          <p14:sldIdLst>
            <p14:sldId id="2147376910"/>
          </p14:sldIdLst>
        </p14:section>
        <p14:section name="Course Summary" id="{BE889E8D-D957-4954-B7F7-0C056EC32962}">
          <p14:sldIdLst>
            <p14:sldId id="2147375945"/>
            <p14:sldId id="2147376881"/>
          </p14:sldIdLst>
        </p14:section>
        <p14:section name="backup" id="{D414F848-D451-4FA4-A1F7-A850A119A806}">
          <p14:sldIdLst/>
        </p14:section>
      </p14:sectionLst>
    </p:ext>
    <p:ext uri="{EFAFB233-063F-42B5-8137-9DF3F51BA10A}">
      <p15:sldGuideLst xmlns:p15="http://schemas.microsoft.com/office/powerpoint/2012/main">
        <p15:guide id="1" pos="3840" userDrawn="1">
          <p15:clr>
            <a:srgbClr val="A4A3A4"/>
          </p15:clr>
        </p15:guide>
        <p15:guide id="2" orient="horz" pos="3067"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D72FAA66-D4A5-8B9C-5DC2-588FA31B960E}" name="Choo, Abigail (IT GH UX)" initials="CA(GU" userId="S::abigail.choo@siemens.com::0ef13bf5-39f8-4d96-bbc8-2b57ba217728" providerId="AD"/>
  <p188:author id="{8D2453BF-2CE6-A972-AB23-3B2FA2F02EF0}" name="Fiegert, Marcus (IT ECP PLG P)" initials="MF" userId="S::marcus.fiegert@siemens.com::eea95c1a-90c6-4db1-a0d8-7b2f06fa5804" providerId="AD"/>
  <p188:author id="{2D04C8C4-1047-B3CF-989D-E95F66566831}" name="Abushama, Mahmoud (ext) (IT ECP ERP-CP ARC2)" initials="MA" userId="S::mahmoud.abushama.ext@siemens.com::57929093-1696-45a6-b9d9-e0f1db36aa64" providerId="AD"/>
  <p188:author id="{BF56BBE8-70C9-AE25-D7DA-793CB7EB475F}" name="Popgavrilova-Dimitrov, Gergana (SRE SCM FE)" initials="PF" userId="S::gergana.popgavrilova@siemens.com::d2b0b5ea-ee0f-4752-b206-581a8d2042ec" providerId="AD"/>
  <p188:author id="{41F497EC-0D61-03F2-D18E-78C2FF08DAA4}" name="Šigutová, Kateřina (GBS CEE P2P CZ SC 1 1)" initials="KS" userId="S::katerina.sigutova@siemens.com::b3cc998e-ef9d-438f-9418-c7d733545198" providerId="AD"/>
  <p188:author id="{620529F2-2F89-0D49-4FF0-4E4090562E5B}" name="Arslan, Hanife (ext) (CF R 5 4)" initials="HA" userId="S::arslan.hanife.ext@siemens.com::3d77b811-2550-4067-910f-98271a3a4cd1"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1" name="Denny Welle" initials="DW" lastIdx="1" clrIdx="0">
    <p:extLst>
      <p:ext uri="{19B8F6BF-5375-455C-9EA6-DF929625EA0E}">
        <p15:presenceInfo xmlns:p15="http://schemas.microsoft.com/office/powerpoint/2012/main" userId="S::denwelle1@publicisgroupe.net::08b00602-60fa-48c3-96fb-06a947b67cdf" providerId="AD"/>
      </p:ext>
    </p:extLst>
  </p:cmAuthor>
  <p:cmAuthor id="2" name="David" initials="D" lastIdx="1" clrIdx="1">
    <p:extLst>
      <p:ext uri="{19B8F6BF-5375-455C-9EA6-DF929625EA0E}">
        <p15:presenceInfo xmlns:p15="http://schemas.microsoft.com/office/powerpoint/2012/main" userId="David"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prnPr prnWhat="handouts6" frameSlides="1"/>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33353"/>
    <a:srgbClr val="00D7A0"/>
    <a:srgbClr val="00557C"/>
    <a:srgbClr val="00BEDC"/>
    <a:srgbClr val="BA11C5"/>
    <a:srgbClr val="333255"/>
    <a:srgbClr val="070B2D"/>
    <a:srgbClr val="EA6CEB"/>
    <a:srgbClr val="00EADD"/>
    <a:srgbClr val="FF8A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836B367-419F-4E4A-B52A-26A2D5C671CC}" v="9" dt="2025-08-27T08:33:14.851"/>
  </p1510:revLst>
</p1510:revInfo>
</file>

<file path=ppt/tableStyles.xml><?xml version="1.0" encoding="utf-8"?>
<a:tblStyleLst xmlns:a="http://schemas.openxmlformats.org/drawingml/2006/main" def="{0E3FDE45-AF77-4B5C-9715-49D594BDF05E}">
  <a:tblStyle styleId="{0E3FDE45-AF77-4B5C-9715-49D594BDF05E}" styleName="Light Style 1 - Accent 2">
    <a:wholeTbl>
      <a:tcTxStyle>
        <a:fontRef idx="minor">
          <a:scrgbClr r="0" g="0" b="0"/>
        </a:fontRef>
        <a:schemeClr val="tx1"/>
      </a:tcTxStyle>
      <a:tcStyle>
        <a:tcBdr>
          <a:left>
            <a:ln>
              <a:noFill/>
            </a:ln>
          </a:left>
          <a:right>
            <a:ln>
              <a:noFill/>
            </a:ln>
          </a:right>
          <a:top>
            <a:ln>
              <a:noFill/>
            </a:ln>
          </a:top>
          <a:bottom>
            <a:ln w="12700" cmpd="sng">
              <a:solidFill>
                <a:schemeClr val="accent6">
                  <a:alpha val="15000"/>
                </a:schemeClr>
              </a:solidFill>
            </a:ln>
          </a:bottom>
          <a:insideH>
            <a:ln w="12700" cmpd="sng">
              <a:solidFill>
                <a:schemeClr val="accent6">
                  <a:alpha val="15000"/>
                </a:schemeClr>
              </a:solidFill>
            </a:ln>
          </a:insideH>
          <a:insideV>
            <a:ln>
              <a:noFill/>
            </a:ln>
          </a:insideV>
        </a:tcBdr>
        <a:fill>
          <a:noFill/>
        </a:fill>
      </a:tcStyle>
    </a:wholeTbl>
    <a:band1H>
      <a:tcStyle>
        <a:tcBdr>
          <a:bottom>
            <a:ln w="12700" cmpd="sng">
              <a:solidFill>
                <a:schemeClr val="accent6">
                  <a:alpha val="15000"/>
                </a:schemeClr>
              </a:solidFill>
            </a:ln>
          </a:bottom>
        </a:tcBdr>
        <a:fill>
          <a:solidFill>
            <a:schemeClr val="accent6">
              <a:alpha val="5000"/>
            </a:schemeClr>
          </a:solidFill>
        </a:fill>
      </a:tcStyle>
    </a:band1H>
    <a:band2H>
      <a:tcStyle>
        <a:tcBdr>
          <a:bottom>
            <a:ln w="12700" cmpd="sng">
              <a:solidFill>
                <a:schemeClr val="accent6">
                  <a:alpha val="15000"/>
                </a:schemeClr>
              </a:solidFill>
            </a:ln>
          </a:bottom>
        </a:tcBdr>
      </a:tcStyle>
    </a:band2H>
    <a:band1V>
      <a:tcStyle>
        <a:tcBdr/>
        <a:fill>
          <a:solidFill>
            <a:schemeClr val="accent6">
              <a:alpha val="5000"/>
            </a:schemeClr>
          </a:solidFill>
        </a:fill>
      </a:tcStyle>
    </a:band1V>
    <a:lastCol>
      <a:tcTxStyle b="on"/>
      <a:tcStyle>
        <a:tcBdr/>
      </a:tcStyle>
    </a:lastCol>
    <a:firstCol>
      <a:tcTxStyle b="on"/>
      <a:tcStyle>
        <a:tcBdr/>
      </a:tcStyle>
    </a:firstCol>
    <a:lastRow>
      <a:tcTxStyle b="on"/>
      <a:tcStyle>
        <a:tcBdr>
          <a:bottom>
            <a:ln w="28575" cmpd="sng">
              <a:solidFill>
                <a:schemeClr val="dk1"/>
              </a:solidFill>
            </a:ln>
          </a:bottom>
        </a:tcBdr>
        <a:fill>
          <a:noFill/>
        </a:fill>
      </a:tcStyle>
    </a:lastRow>
    <a:firstRow>
      <a:tcTxStyle b="on"/>
      <a:tcStyle>
        <a:tcBdr>
          <a:bottom>
            <a:ln w="28575" cmpd="sng">
              <a:solidFill>
                <a:schemeClr val="dk1"/>
              </a:solidFill>
            </a:ln>
          </a:bottom>
        </a:tcBdr>
        <a:fill>
          <a:no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C22544A-7EE6-4342-B048-85BDC9FD1C3A}" styleName="Mittlere Formatvorlage 2 - Akz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A111915-BE36-4E01-A7E5-04B1672EAD32}" styleName="Helle Formatvorlage 2 - Akzent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0505E3EF-67EA-436B-97B2-0124C06EBD24}" styleName="Medium Style 4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25400" cmpd="sng">
              <a:solidFill>
                <a:schemeClr val="accent3"/>
              </a:solidFill>
            </a:ln>
          </a:top>
        </a:tcBdr>
        <a:fill>
          <a:solidFill>
            <a:schemeClr val="accent3">
              <a:tint val="20000"/>
            </a:schemeClr>
          </a:solidFill>
        </a:fill>
      </a:tcStyle>
    </a:lastRow>
    <a:firstRow>
      <a:tcTxStyle b="on"/>
      <a:tcStyle>
        <a:tcBdr/>
        <a:fill>
          <a:solidFill>
            <a:schemeClr val="accent3">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91" d="100"/>
          <a:sy n="91" d="100"/>
        </p:scale>
        <p:origin x="2252" y="44"/>
      </p:cViewPr>
      <p:guideLst>
        <p:guide pos="3840"/>
        <p:guide orient="horz" pos="3067"/>
      </p:guideLst>
    </p:cSldViewPr>
  </p:slideViewPr>
  <p:notesTextViewPr>
    <p:cViewPr>
      <p:scale>
        <a:sx n="1" d="1"/>
        <a:sy n="1" d="1"/>
      </p:scale>
      <p:origin x="0" y="0"/>
    </p:cViewPr>
  </p:notesTextViewPr>
  <p:notesViewPr>
    <p:cSldViewPr snapToGrid="0">
      <p:cViewPr varScale="1">
        <p:scale>
          <a:sx n="66" d="100"/>
          <a:sy n="66" d="100"/>
        </p:scale>
        <p:origin x="0" y="0"/>
      </p:cViewPr>
      <p:guideLst/>
    </p:cSldViewPr>
  </p:notesViewPr>
  <p:gridSpacing cx="72008" cy="72008"/>
</p:viewPr>
</file>

<file path=ppt/_rels/presentation.xml.rels><?xml version="1.0" encoding="UTF-8" standalone="yes"?>
<Relationships xmlns="http://schemas.openxmlformats.org/package/2006/relationships"><Relationship Id="rId117" Type="http://schemas.openxmlformats.org/officeDocument/2006/relationships/slide" Target="slides/slide105.xml"/><Relationship Id="rId21" Type="http://schemas.openxmlformats.org/officeDocument/2006/relationships/slide" Target="slides/slide9.xml"/><Relationship Id="rId42" Type="http://schemas.openxmlformats.org/officeDocument/2006/relationships/slide" Target="slides/slide30.xml"/><Relationship Id="rId63" Type="http://schemas.openxmlformats.org/officeDocument/2006/relationships/slide" Target="slides/slide51.xml"/><Relationship Id="rId84" Type="http://schemas.openxmlformats.org/officeDocument/2006/relationships/slide" Target="slides/slide72.xml"/><Relationship Id="rId138" Type="http://schemas.openxmlformats.org/officeDocument/2006/relationships/notesMaster" Target="notesMasters/notesMaster1.xml"/><Relationship Id="rId107" Type="http://schemas.openxmlformats.org/officeDocument/2006/relationships/slide" Target="slides/slide95.xml"/><Relationship Id="rId11" Type="http://schemas.openxmlformats.org/officeDocument/2006/relationships/slideMaster" Target="slideMasters/slideMaster4.xml"/><Relationship Id="rId32" Type="http://schemas.openxmlformats.org/officeDocument/2006/relationships/slide" Target="slides/slide20.xml"/><Relationship Id="rId53" Type="http://schemas.openxmlformats.org/officeDocument/2006/relationships/slide" Target="slides/slide41.xml"/><Relationship Id="rId74" Type="http://schemas.openxmlformats.org/officeDocument/2006/relationships/slide" Target="slides/slide62.xml"/><Relationship Id="rId128" Type="http://schemas.openxmlformats.org/officeDocument/2006/relationships/slide" Target="slides/slide116.xml"/><Relationship Id="rId5" Type="http://schemas.openxmlformats.org/officeDocument/2006/relationships/customXml" Target="../customXml/item5.xml"/><Relationship Id="rId90" Type="http://schemas.openxmlformats.org/officeDocument/2006/relationships/slide" Target="slides/slide78.xml"/><Relationship Id="rId95" Type="http://schemas.openxmlformats.org/officeDocument/2006/relationships/slide" Target="slides/slide83.xml"/><Relationship Id="rId22" Type="http://schemas.openxmlformats.org/officeDocument/2006/relationships/slide" Target="slides/slide10.xml"/><Relationship Id="rId27" Type="http://schemas.openxmlformats.org/officeDocument/2006/relationships/slide" Target="slides/slide15.xml"/><Relationship Id="rId43" Type="http://schemas.openxmlformats.org/officeDocument/2006/relationships/slide" Target="slides/slide31.xml"/><Relationship Id="rId48" Type="http://schemas.openxmlformats.org/officeDocument/2006/relationships/slide" Target="slides/slide36.xml"/><Relationship Id="rId64" Type="http://schemas.openxmlformats.org/officeDocument/2006/relationships/slide" Target="slides/slide52.xml"/><Relationship Id="rId69" Type="http://schemas.openxmlformats.org/officeDocument/2006/relationships/slide" Target="slides/slide57.xml"/><Relationship Id="rId113" Type="http://schemas.openxmlformats.org/officeDocument/2006/relationships/slide" Target="slides/slide101.xml"/><Relationship Id="rId118" Type="http://schemas.openxmlformats.org/officeDocument/2006/relationships/slide" Target="slides/slide106.xml"/><Relationship Id="rId134" Type="http://schemas.openxmlformats.org/officeDocument/2006/relationships/slide" Target="slides/slide122.xml"/><Relationship Id="rId139" Type="http://schemas.openxmlformats.org/officeDocument/2006/relationships/handoutMaster" Target="handoutMasters/handoutMaster1.xml"/><Relationship Id="rId80" Type="http://schemas.openxmlformats.org/officeDocument/2006/relationships/slide" Target="slides/slide68.xml"/><Relationship Id="rId85" Type="http://schemas.openxmlformats.org/officeDocument/2006/relationships/slide" Target="slides/slide73.xml"/><Relationship Id="rId12" Type="http://schemas.openxmlformats.org/officeDocument/2006/relationships/slideMaster" Target="slideMasters/slideMaster5.xml"/><Relationship Id="rId17" Type="http://schemas.openxmlformats.org/officeDocument/2006/relationships/slide" Target="slides/slide5.xml"/><Relationship Id="rId33" Type="http://schemas.openxmlformats.org/officeDocument/2006/relationships/slide" Target="slides/slide21.xml"/><Relationship Id="rId38" Type="http://schemas.openxmlformats.org/officeDocument/2006/relationships/slide" Target="slides/slide26.xml"/><Relationship Id="rId59" Type="http://schemas.openxmlformats.org/officeDocument/2006/relationships/slide" Target="slides/slide47.xml"/><Relationship Id="rId103" Type="http://schemas.openxmlformats.org/officeDocument/2006/relationships/slide" Target="slides/slide91.xml"/><Relationship Id="rId108" Type="http://schemas.openxmlformats.org/officeDocument/2006/relationships/slide" Target="slides/slide96.xml"/><Relationship Id="rId124" Type="http://schemas.openxmlformats.org/officeDocument/2006/relationships/slide" Target="slides/slide112.xml"/><Relationship Id="rId129" Type="http://schemas.openxmlformats.org/officeDocument/2006/relationships/slide" Target="slides/slide117.xml"/><Relationship Id="rId54" Type="http://schemas.openxmlformats.org/officeDocument/2006/relationships/slide" Target="slides/slide42.xml"/><Relationship Id="rId70" Type="http://schemas.openxmlformats.org/officeDocument/2006/relationships/slide" Target="slides/slide58.xml"/><Relationship Id="rId75" Type="http://schemas.openxmlformats.org/officeDocument/2006/relationships/slide" Target="slides/slide63.xml"/><Relationship Id="rId91" Type="http://schemas.openxmlformats.org/officeDocument/2006/relationships/slide" Target="slides/slide79.xml"/><Relationship Id="rId96" Type="http://schemas.openxmlformats.org/officeDocument/2006/relationships/slide" Target="slides/slide84.xml"/><Relationship Id="rId140" Type="http://schemas.openxmlformats.org/officeDocument/2006/relationships/tags" Target="tags/tag1.xml"/><Relationship Id="rId145"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customXml" Target="../customXml/item6.xml"/><Relationship Id="rId23" Type="http://schemas.openxmlformats.org/officeDocument/2006/relationships/slide" Target="slides/slide11.xml"/><Relationship Id="rId28" Type="http://schemas.openxmlformats.org/officeDocument/2006/relationships/slide" Target="slides/slide16.xml"/><Relationship Id="rId49" Type="http://schemas.openxmlformats.org/officeDocument/2006/relationships/slide" Target="slides/slide37.xml"/><Relationship Id="rId114" Type="http://schemas.openxmlformats.org/officeDocument/2006/relationships/slide" Target="slides/slide102.xml"/><Relationship Id="rId119" Type="http://schemas.openxmlformats.org/officeDocument/2006/relationships/slide" Target="slides/slide107.xml"/><Relationship Id="rId44" Type="http://schemas.openxmlformats.org/officeDocument/2006/relationships/slide" Target="slides/slide32.xml"/><Relationship Id="rId60" Type="http://schemas.openxmlformats.org/officeDocument/2006/relationships/slide" Target="slides/slide48.xml"/><Relationship Id="rId65" Type="http://schemas.openxmlformats.org/officeDocument/2006/relationships/slide" Target="slides/slide53.xml"/><Relationship Id="rId81" Type="http://schemas.openxmlformats.org/officeDocument/2006/relationships/slide" Target="slides/slide69.xml"/><Relationship Id="rId86" Type="http://schemas.openxmlformats.org/officeDocument/2006/relationships/slide" Target="slides/slide74.xml"/><Relationship Id="rId130" Type="http://schemas.openxmlformats.org/officeDocument/2006/relationships/slide" Target="slides/slide118.xml"/><Relationship Id="rId135" Type="http://schemas.openxmlformats.org/officeDocument/2006/relationships/slide" Target="slides/slide123.xml"/><Relationship Id="rId13" Type="http://schemas.openxmlformats.org/officeDocument/2006/relationships/slide" Target="slides/slide1.xml"/><Relationship Id="rId18" Type="http://schemas.openxmlformats.org/officeDocument/2006/relationships/slide" Target="slides/slide6.xml"/><Relationship Id="rId39" Type="http://schemas.openxmlformats.org/officeDocument/2006/relationships/slide" Target="slides/slide27.xml"/><Relationship Id="rId109" Type="http://schemas.openxmlformats.org/officeDocument/2006/relationships/slide" Target="slides/slide97.xml"/><Relationship Id="rId34" Type="http://schemas.openxmlformats.org/officeDocument/2006/relationships/slide" Target="slides/slide22.xml"/><Relationship Id="rId50" Type="http://schemas.openxmlformats.org/officeDocument/2006/relationships/slide" Target="slides/slide38.xml"/><Relationship Id="rId55" Type="http://schemas.openxmlformats.org/officeDocument/2006/relationships/slide" Target="slides/slide43.xml"/><Relationship Id="rId76" Type="http://schemas.openxmlformats.org/officeDocument/2006/relationships/slide" Target="slides/slide64.xml"/><Relationship Id="rId97" Type="http://schemas.openxmlformats.org/officeDocument/2006/relationships/slide" Target="slides/slide85.xml"/><Relationship Id="rId104" Type="http://schemas.openxmlformats.org/officeDocument/2006/relationships/slide" Target="slides/slide92.xml"/><Relationship Id="rId120" Type="http://schemas.openxmlformats.org/officeDocument/2006/relationships/slide" Target="slides/slide108.xml"/><Relationship Id="rId125" Type="http://schemas.openxmlformats.org/officeDocument/2006/relationships/slide" Target="slides/slide113.xml"/><Relationship Id="rId141" Type="http://schemas.openxmlformats.org/officeDocument/2006/relationships/commentAuthors" Target="commentAuthors.xml"/><Relationship Id="rId146" Type="http://schemas.microsoft.com/office/2015/10/relationships/revisionInfo" Target="revisionInfo.xml"/><Relationship Id="rId7" Type="http://schemas.openxmlformats.org/officeDocument/2006/relationships/customXml" Target="../customXml/item7.xml"/><Relationship Id="rId71" Type="http://schemas.openxmlformats.org/officeDocument/2006/relationships/slide" Target="slides/slide59.xml"/><Relationship Id="rId92" Type="http://schemas.openxmlformats.org/officeDocument/2006/relationships/slide" Target="slides/slide80.xml"/><Relationship Id="rId2" Type="http://schemas.openxmlformats.org/officeDocument/2006/relationships/customXml" Target="../customXml/item2.xml"/><Relationship Id="rId29" Type="http://schemas.openxmlformats.org/officeDocument/2006/relationships/slide" Target="slides/slide17.xml"/><Relationship Id="rId24" Type="http://schemas.openxmlformats.org/officeDocument/2006/relationships/slide" Target="slides/slide12.xml"/><Relationship Id="rId40" Type="http://schemas.openxmlformats.org/officeDocument/2006/relationships/slide" Target="slides/slide28.xml"/><Relationship Id="rId45" Type="http://schemas.openxmlformats.org/officeDocument/2006/relationships/slide" Target="slides/slide33.xml"/><Relationship Id="rId66" Type="http://schemas.openxmlformats.org/officeDocument/2006/relationships/slide" Target="slides/slide54.xml"/><Relationship Id="rId87" Type="http://schemas.openxmlformats.org/officeDocument/2006/relationships/slide" Target="slides/slide75.xml"/><Relationship Id="rId110" Type="http://schemas.openxmlformats.org/officeDocument/2006/relationships/slide" Target="slides/slide98.xml"/><Relationship Id="rId115" Type="http://schemas.openxmlformats.org/officeDocument/2006/relationships/slide" Target="slides/slide103.xml"/><Relationship Id="rId131" Type="http://schemas.openxmlformats.org/officeDocument/2006/relationships/slide" Target="slides/slide119.xml"/><Relationship Id="rId136" Type="http://schemas.openxmlformats.org/officeDocument/2006/relationships/slide" Target="slides/slide124.xml"/><Relationship Id="rId61" Type="http://schemas.openxmlformats.org/officeDocument/2006/relationships/slide" Target="slides/slide49.xml"/><Relationship Id="rId82" Type="http://schemas.openxmlformats.org/officeDocument/2006/relationships/slide" Target="slides/slide70.xml"/><Relationship Id="rId19" Type="http://schemas.openxmlformats.org/officeDocument/2006/relationships/slide" Target="slides/slide7.xml"/><Relationship Id="rId14" Type="http://schemas.openxmlformats.org/officeDocument/2006/relationships/slide" Target="slides/slide2.xml"/><Relationship Id="rId30" Type="http://schemas.openxmlformats.org/officeDocument/2006/relationships/slide" Target="slides/slide18.xml"/><Relationship Id="rId35" Type="http://schemas.openxmlformats.org/officeDocument/2006/relationships/slide" Target="slides/slide23.xml"/><Relationship Id="rId56" Type="http://schemas.openxmlformats.org/officeDocument/2006/relationships/slide" Target="slides/slide44.xml"/><Relationship Id="rId77" Type="http://schemas.openxmlformats.org/officeDocument/2006/relationships/slide" Target="slides/slide65.xml"/><Relationship Id="rId100" Type="http://schemas.openxmlformats.org/officeDocument/2006/relationships/slide" Target="slides/slide88.xml"/><Relationship Id="rId105" Type="http://schemas.openxmlformats.org/officeDocument/2006/relationships/slide" Target="slides/slide93.xml"/><Relationship Id="rId126" Type="http://schemas.openxmlformats.org/officeDocument/2006/relationships/slide" Target="slides/slide114.xml"/><Relationship Id="rId147" Type="http://schemas.microsoft.com/office/2018/10/relationships/authors" Target="authors.xml"/><Relationship Id="rId8" Type="http://schemas.openxmlformats.org/officeDocument/2006/relationships/slideMaster" Target="slideMasters/slideMaster1.xml"/><Relationship Id="rId51" Type="http://schemas.openxmlformats.org/officeDocument/2006/relationships/slide" Target="slides/slide39.xml"/><Relationship Id="rId72" Type="http://schemas.openxmlformats.org/officeDocument/2006/relationships/slide" Target="slides/slide60.xml"/><Relationship Id="rId93" Type="http://schemas.openxmlformats.org/officeDocument/2006/relationships/slide" Target="slides/slide81.xml"/><Relationship Id="rId98" Type="http://schemas.openxmlformats.org/officeDocument/2006/relationships/slide" Target="slides/slide86.xml"/><Relationship Id="rId121" Type="http://schemas.openxmlformats.org/officeDocument/2006/relationships/slide" Target="slides/slide109.xml"/><Relationship Id="rId142" Type="http://schemas.openxmlformats.org/officeDocument/2006/relationships/presProps" Target="presProps.xml"/><Relationship Id="rId3" Type="http://schemas.openxmlformats.org/officeDocument/2006/relationships/customXml" Target="../customXml/item3.xml"/><Relationship Id="rId25" Type="http://schemas.openxmlformats.org/officeDocument/2006/relationships/slide" Target="slides/slide13.xml"/><Relationship Id="rId46" Type="http://schemas.openxmlformats.org/officeDocument/2006/relationships/slide" Target="slides/slide34.xml"/><Relationship Id="rId67" Type="http://schemas.openxmlformats.org/officeDocument/2006/relationships/slide" Target="slides/slide55.xml"/><Relationship Id="rId116" Type="http://schemas.openxmlformats.org/officeDocument/2006/relationships/slide" Target="slides/slide104.xml"/><Relationship Id="rId137" Type="http://schemas.openxmlformats.org/officeDocument/2006/relationships/slide" Target="slides/slide125.xml"/><Relationship Id="rId20" Type="http://schemas.openxmlformats.org/officeDocument/2006/relationships/slide" Target="slides/slide8.xml"/><Relationship Id="rId41" Type="http://schemas.openxmlformats.org/officeDocument/2006/relationships/slide" Target="slides/slide29.xml"/><Relationship Id="rId62" Type="http://schemas.openxmlformats.org/officeDocument/2006/relationships/slide" Target="slides/slide50.xml"/><Relationship Id="rId83" Type="http://schemas.openxmlformats.org/officeDocument/2006/relationships/slide" Target="slides/slide71.xml"/><Relationship Id="rId88" Type="http://schemas.openxmlformats.org/officeDocument/2006/relationships/slide" Target="slides/slide76.xml"/><Relationship Id="rId111" Type="http://schemas.openxmlformats.org/officeDocument/2006/relationships/slide" Target="slides/slide99.xml"/><Relationship Id="rId132" Type="http://schemas.openxmlformats.org/officeDocument/2006/relationships/slide" Target="slides/slide120.xml"/><Relationship Id="rId15" Type="http://schemas.openxmlformats.org/officeDocument/2006/relationships/slide" Target="slides/slide3.xml"/><Relationship Id="rId36" Type="http://schemas.openxmlformats.org/officeDocument/2006/relationships/slide" Target="slides/slide24.xml"/><Relationship Id="rId57" Type="http://schemas.openxmlformats.org/officeDocument/2006/relationships/slide" Target="slides/slide45.xml"/><Relationship Id="rId106" Type="http://schemas.openxmlformats.org/officeDocument/2006/relationships/slide" Target="slides/slide94.xml"/><Relationship Id="rId127" Type="http://schemas.openxmlformats.org/officeDocument/2006/relationships/slide" Target="slides/slide115.xml"/><Relationship Id="rId10" Type="http://schemas.openxmlformats.org/officeDocument/2006/relationships/slideMaster" Target="slideMasters/slideMaster3.xml"/><Relationship Id="rId31" Type="http://schemas.openxmlformats.org/officeDocument/2006/relationships/slide" Target="slides/slide19.xml"/><Relationship Id="rId52" Type="http://schemas.openxmlformats.org/officeDocument/2006/relationships/slide" Target="slides/slide40.xml"/><Relationship Id="rId73" Type="http://schemas.openxmlformats.org/officeDocument/2006/relationships/slide" Target="slides/slide61.xml"/><Relationship Id="rId78" Type="http://schemas.openxmlformats.org/officeDocument/2006/relationships/slide" Target="slides/slide66.xml"/><Relationship Id="rId94" Type="http://schemas.openxmlformats.org/officeDocument/2006/relationships/slide" Target="slides/slide82.xml"/><Relationship Id="rId99" Type="http://schemas.openxmlformats.org/officeDocument/2006/relationships/slide" Target="slides/slide87.xml"/><Relationship Id="rId101" Type="http://schemas.openxmlformats.org/officeDocument/2006/relationships/slide" Target="slides/slide89.xml"/><Relationship Id="rId122" Type="http://schemas.openxmlformats.org/officeDocument/2006/relationships/slide" Target="slides/slide110.xml"/><Relationship Id="rId143" Type="http://schemas.openxmlformats.org/officeDocument/2006/relationships/viewProps" Target="viewProps.xml"/><Relationship Id="rId4" Type="http://schemas.openxmlformats.org/officeDocument/2006/relationships/customXml" Target="../customXml/item4.xml"/><Relationship Id="rId9" Type="http://schemas.openxmlformats.org/officeDocument/2006/relationships/slideMaster" Target="slideMasters/slideMaster2.xml"/><Relationship Id="rId26" Type="http://schemas.openxmlformats.org/officeDocument/2006/relationships/slide" Target="slides/slide14.xml"/><Relationship Id="rId47" Type="http://schemas.openxmlformats.org/officeDocument/2006/relationships/slide" Target="slides/slide35.xml"/><Relationship Id="rId68" Type="http://schemas.openxmlformats.org/officeDocument/2006/relationships/slide" Target="slides/slide56.xml"/><Relationship Id="rId89" Type="http://schemas.openxmlformats.org/officeDocument/2006/relationships/slide" Target="slides/slide77.xml"/><Relationship Id="rId112" Type="http://schemas.openxmlformats.org/officeDocument/2006/relationships/slide" Target="slides/slide100.xml"/><Relationship Id="rId133" Type="http://schemas.openxmlformats.org/officeDocument/2006/relationships/slide" Target="slides/slide121.xml"/><Relationship Id="rId16" Type="http://schemas.openxmlformats.org/officeDocument/2006/relationships/slide" Target="slides/slide4.xml"/><Relationship Id="rId37" Type="http://schemas.openxmlformats.org/officeDocument/2006/relationships/slide" Target="slides/slide25.xml"/><Relationship Id="rId58" Type="http://schemas.openxmlformats.org/officeDocument/2006/relationships/slide" Target="slides/slide46.xml"/><Relationship Id="rId79" Type="http://schemas.openxmlformats.org/officeDocument/2006/relationships/slide" Target="slides/slide67.xml"/><Relationship Id="rId102" Type="http://schemas.openxmlformats.org/officeDocument/2006/relationships/slide" Target="slides/slide90.xml"/><Relationship Id="rId123" Type="http://schemas.openxmlformats.org/officeDocument/2006/relationships/slide" Target="slides/slide111.xml"/><Relationship Id="rId144" Type="http://schemas.openxmlformats.org/officeDocument/2006/relationships/theme" Target="theme/theme1.xml"/></Relationships>
</file>

<file path=ppt/comments/modernComment_7FFE5E7F_F78D4639.xml><?xml version="1.0" encoding="utf-8"?>
<p188:cmLst xmlns:a="http://schemas.openxmlformats.org/drawingml/2006/main" xmlns:r="http://schemas.openxmlformats.org/officeDocument/2006/relationships" xmlns:p188="http://schemas.microsoft.com/office/powerpoint/2018/8/main">
  <p188:cm id="{F87AAA8F-0117-4F3E-B6CB-BB7C7D2CB8AA}" authorId="{620529F2-2F89-0D49-4FF0-4E4090562E5B}" created="2025-04-24T15:10:23.323">
    <ac:txMkLst xmlns:ac="http://schemas.microsoft.com/office/drawing/2013/main/command">
      <pc:docMk xmlns:pc="http://schemas.microsoft.com/office/powerpoint/2013/main/command"/>
      <pc:sldMk xmlns:pc="http://schemas.microsoft.com/office/powerpoint/2013/main/command" cId="4153230905" sldId="2147376767"/>
      <ac:spMk id="6" creationId="{2F52D378-D66A-6F6D-0A86-BBBEEEBF3566}"/>
      <ac:txMk cp="0" len="180">
        <ac:context len="286" hash="3492660760"/>
      </ac:txMk>
    </ac:txMkLst>
    <p188:pos x="4786959" y="352729"/>
    <p188:replyLst>
      <p188:reply id="{AC9E92A7-084D-49C0-8075-4C9899EFAEDB}" authorId="{41F497EC-0D61-03F2-D18E-78C2FF08DAA4}" created="2025-04-28T10:03:07.164">
        <p188:txBody>
          <a:bodyPr/>
          <a:lstStyle/>
          <a:p>
            <a:r>
              <a:rPr lang="de-DE"/>
              <a:t>Implemented</a:t>
            </a:r>
          </a:p>
        </p188:txBody>
      </p188:reply>
    </p188:replyLst>
    <p188:txBody>
      <a:bodyPr/>
      <a:lstStyle/>
      <a:p>
        <a:r>
          <a:rPr lang="de-DE"/>
          <a:t>How about „After the purchase requisition is released you, as the purchaser, can create the purchase order.</a:t>
        </a:r>
      </a:p>
    </p188:txBody>
  </p188:cm>
  <p188:cm id="{4231743C-56C0-4715-9572-C4536F9E5659}" authorId="{620529F2-2F89-0D49-4FF0-4E4090562E5B}" created="2025-04-24T15:11:33.116">
    <ac:txMkLst xmlns:ac="http://schemas.microsoft.com/office/drawing/2013/main/command">
      <pc:docMk xmlns:pc="http://schemas.microsoft.com/office/powerpoint/2013/main/command"/>
      <pc:sldMk xmlns:pc="http://schemas.microsoft.com/office/powerpoint/2013/main/command" cId="4153230905" sldId="2147376767"/>
      <ac:spMk id="6" creationId="{2F52D378-D66A-6F6D-0A86-BBBEEEBF3566}"/>
      <ac:txMk cp="218" len="17">
        <ac:context len="286" hash="3492660760"/>
      </ac:txMk>
    </ac:txMkLst>
    <p188:pos x="2377392" y="2502804"/>
    <p188:replyLst>
      <p188:reply id="{B53CF0BE-7FD2-47B5-892D-A89DE0C9F5DD}" authorId="{2D04C8C4-1047-B3CF-989D-E95F66566831}" created="2025-04-28T15:14:46.253">
        <p188:txBody>
          <a:bodyPr/>
          <a:lstStyle/>
          <a:p>
            <a:r>
              <a:rPr lang="en-US"/>
              <a:t>Pending list will be the result of the Search for the PR step</a:t>
            </a:r>
          </a:p>
        </p188:txBody>
      </p188:reply>
    </p188:replyLst>
    <p188:txBody>
      <a:bodyPr/>
      <a:lstStyle/>
      <a:p>
        <a:r>
          <a:rPr lang="de-DE"/>
          <a:t>So, this is a regular task of the purchaser to search for the released PR? Is there a worklist which shows them which PRs are pending? And there is really no WF, so that the user has to search for it?</a:t>
        </a:r>
      </a:p>
    </p188:txBody>
  </p188:cm>
</p188:cmLst>
</file>

<file path=ppt/comments/modernComment_7FFE5EF1_AF86541A.xml><?xml version="1.0" encoding="utf-8"?>
<p188:cmLst xmlns:a="http://schemas.openxmlformats.org/drawingml/2006/main" xmlns:r="http://schemas.openxmlformats.org/officeDocument/2006/relationships" xmlns:p188="http://schemas.microsoft.com/office/powerpoint/2018/8/main">
  <p188:cm id="{C5B13D52-CC46-4F9C-93BF-40C8584E3A6C}" authorId="{8D2453BF-2CE6-A972-AB23-3B2FA2F02EF0}" created="2025-04-25T13:40:41.695">
    <ac:txMkLst xmlns:ac="http://schemas.microsoft.com/office/drawing/2013/main/command">
      <pc:docMk xmlns:pc="http://schemas.microsoft.com/office/powerpoint/2013/main/command"/>
      <pc:sldMk xmlns:pc="http://schemas.microsoft.com/office/powerpoint/2013/main/command" cId="2944816154" sldId="2147376881"/>
      <ac:spMk id="3" creationId="{00000000-0000-0000-0000-000000000000}"/>
      <ac:txMk cp="21" len="74">
        <ac:context len="96" hash="3498308056"/>
      </ac:txMk>
    </ac:txMkLst>
    <p188:pos x="4710721" y="1181426"/>
    <p188:txBody>
      <a:bodyPr/>
      <a:lstStyle/>
      <a:p>
        <a:r>
          <a:rPr lang="en-DE"/>
          <a:t>GBS call entry added</a:t>
        </a:r>
      </a:p>
    </p188:txBody>
  </p188:cm>
</p188:cmLst>
</file>

<file path=ppt/diagrams/colors1.xml><?xml version="1.0" encoding="utf-8"?>
<dgm:colorsDef xmlns:dgm="http://schemas.openxmlformats.org/drawingml/2006/diagram" xmlns:a="http://schemas.openxmlformats.org/drawingml/2006/main" uniqueId="urn:microsoft.com/office/officeart/2005/8/colors/accent4_1">
  <dgm:title val=""/>
  <dgm:desc val=""/>
  <dgm:catLst>
    <dgm:cat type="accent4" pri="11100"/>
  </dgm:catLst>
  <dgm:styleLbl name="node0">
    <dgm:fillClrLst meth="repeat">
      <a:schemeClr val="lt1"/>
    </dgm:fillClrLst>
    <dgm:linClrLst meth="repeat">
      <a:schemeClr val="accent4">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4">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accent4">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accent4">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accent4">
        <a:shade val="80000"/>
      </a:schemeClr>
    </dgm:linClrLst>
    <dgm:effectClrLst/>
    <dgm:txLinClrLst/>
    <dgm:txFillClrLst/>
    <dgm:txEffectClrLst/>
  </dgm:styleLbl>
  <dgm:styleLbl name="node2">
    <dgm:fillClrLst meth="repeat">
      <a:schemeClr val="lt1"/>
    </dgm:fillClrLst>
    <dgm:linClrLst meth="repeat">
      <a:schemeClr val="accent4">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4">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4">
        <a:shade val="80000"/>
      </a:schemeClr>
    </dgm:linClrLst>
    <dgm:effectClrLst/>
    <dgm:txLinClrLst/>
    <dgm:txFillClrLst meth="repeat">
      <a:schemeClr val="dk1"/>
    </dgm:txFillClrLst>
    <dgm:txEffectClrLst/>
  </dgm:styleLbl>
  <dgm:styleLbl name="fgImgPlace1">
    <dgm:fillClrLst meth="repeat">
      <a:schemeClr val="accent4">
        <a:tint val="40000"/>
      </a:schemeClr>
    </dgm:fillClrLst>
    <dgm:linClrLst meth="repeat">
      <a:schemeClr val="accent4">
        <a:shade val="80000"/>
      </a:schemeClr>
    </dgm:linClrLst>
    <dgm:effectClrLst/>
    <dgm:txLinClrLst/>
    <dgm:txFillClrLst meth="repeat">
      <a:schemeClr val="lt1"/>
    </dgm:txFillClrLst>
    <dgm:txEffectClrLst/>
  </dgm:styleLbl>
  <dgm:styleLbl name="alignImgPlace1">
    <dgm:fillClrLst meth="repeat">
      <a:schemeClr val="accent4">
        <a:tint val="40000"/>
      </a:schemeClr>
    </dgm:fillClrLst>
    <dgm:linClrLst meth="repeat">
      <a:schemeClr val="accent4">
        <a:shade val="80000"/>
      </a:schemeClr>
    </dgm:linClrLst>
    <dgm:effectClrLst/>
    <dgm:txLinClrLst/>
    <dgm:txFillClrLst meth="repeat">
      <a:schemeClr val="lt1"/>
    </dgm:txFillClrLst>
    <dgm:txEffectClrLst/>
  </dgm:styleLbl>
  <dgm:styleLbl name="bgImgPlace1">
    <dgm:fillClrLst meth="repeat">
      <a:schemeClr val="accent4">
        <a:tint val="40000"/>
      </a:schemeClr>
    </dgm:fillClrLst>
    <dgm:linClrLst meth="repeat">
      <a:schemeClr val="accent4">
        <a:shade val="80000"/>
      </a:schemeClr>
    </dgm:linClrLst>
    <dgm:effectClrLst/>
    <dgm:txLinClrLst/>
    <dgm:txFillClrLst meth="repeat">
      <a:schemeClr val="lt1"/>
    </dgm:txFillClrLst>
    <dgm:txEffectClrLst/>
  </dgm:styleLbl>
  <dgm:styleLbl name="sibTrans2D1">
    <dgm:fillClrLst meth="repeat">
      <a:schemeClr val="accent4">
        <a:tint val="60000"/>
      </a:schemeClr>
    </dgm:fillClrLst>
    <dgm:linClrLst meth="repeat">
      <a:schemeClr val="accent4">
        <a:tint val="60000"/>
      </a:schemeClr>
    </dgm:linClrLst>
    <dgm:effectClrLst/>
    <dgm:txLinClrLst/>
    <dgm:txFillClrLst meth="repeat">
      <a:schemeClr val="dk1"/>
    </dgm:txFillClrLst>
    <dgm:txEffectClrLst/>
  </dgm:styleLbl>
  <dgm:styleLbl name="fgSibTrans2D1">
    <dgm:fillClrLst meth="repeat">
      <a:schemeClr val="accent4">
        <a:tint val="60000"/>
      </a:schemeClr>
    </dgm:fillClrLst>
    <dgm:linClrLst meth="repeat">
      <a:schemeClr val="accent4">
        <a:tint val="60000"/>
      </a:schemeClr>
    </dgm:linClrLst>
    <dgm:effectClrLst/>
    <dgm:txLinClrLst/>
    <dgm:txFillClrLst meth="repeat">
      <a:schemeClr val="dk1"/>
    </dgm:txFillClrLst>
    <dgm:txEffectClrLst/>
  </dgm:styleLbl>
  <dgm:styleLbl name="bgSibTrans2D1">
    <dgm:fillClrLst meth="repeat">
      <a:schemeClr val="accent4">
        <a:tint val="60000"/>
      </a:schemeClr>
    </dgm:fillClrLst>
    <dgm:linClrLst meth="repeat">
      <a:schemeClr val="accent4">
        <a:tint val="60000"/>
      </a:schemeClr>
    </dgm:linClrLst>
    <dgm:effectClrLst/>
    <dgm:txLinClrLst/>
    <dgm:txFillClrLst meth="repeat">
      <a:schemeClr val="dk1"/>
    </dgm:txFillClrLst>
    <dgm:txEffectClrLst/>
  </dgm:styleLbl>
  <dgm:styleLbl name="sibTrans1D1">
    <dgm:fillClrLst meth="repeat">
      <a:schemeClr val="accent4"/>
    </dgm:fillClrLst>
    <dgm:linClrLst meth="repeat">
      <a:schemeClr val="accent4"/>
    </dgm:linClrLst>
    <dgm:effectClrLst/>
    <dgm:txLinClrLst/>
    <dgm:txFillClrLst meth="repeat">
      <a:schemeClr val="tx1"/>
    </dgm:txFillClrLst>
    <dgm:txEffectClrLst/>
  </dgm:styleLbl>
  <dgm:styleLbl name="callout">
    <dgm:fillClrLst meth="repeat">
      <a:schemeClr val="accent4"/>
    </dgm:fillClrLst>
    <dgm:linClrLst meth="repeat">
      <a:schemeClr val="accent4"/>
    </dgm:linClrLst>
    <dgm:effectClrLst/>
    <dgm:txLinClrLst/>
    <dgm:txFillClrLst meth="repeat">
      <a:schemeClr val="tx1"/>
    </dgm:txFillClrLst>
    <dgm:txEffectClrLst/>
  </dgm:styleLbl>
  <dgm:styleLbl name="asst0">
    <dgm:fillClrLst meth="repeat">
      <a:schemeClr val="lt1"/>
    </dgm:fillClrLst>
    <dgm:linClrLst meth="repeat">
      <a:schemeClr val="accent4">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4">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4">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4">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4">
        <a:shade val="80000"/>
      </a:schemeClr>
    </dgm:linClrLst>
    <dgm:effectClrLst/>
    <dgm:txLinClrLst/>
    <dgm:txFillClrLst meth="repeat">
      <a:schemeClr val="dk1"/>
    </dgm:txFillClrLst>
    <dgm:txEffectClrLst/>
  </dgm:styleLbl>
  <dgm:styleLbl name="parChTrans2D1">
    <dgm:fillClrLst meth="repeat">
      <a:schemeClr val="accent4">
        <a:tint val="60000"/>
      </a:schemeClr>
    </dgm:fillClrLst>
    <dgm:linClrLst meth="repeat">
      <a:schemeClr val="accent4">
        <a:tint val="60000"/>
      </a:schemeClr>
    </dgm:linClrLst>
    <dgm:effectClrLst/>
    <dgm:txLinClrLst/>
    <dgm:txFillClrLst/>
    <dgm:txEffectClrLst/>
  </dgm:styleLbl>
  <dgm:styleLbl name="parChTrans2D2">
    <dgm:fillClrLst meth="repeat">
      <a:schemeClr val="accent4"/>
    </dgm:fillClrLst>
    <dgm:linClrLst meth="repeat">
      <a:schemeClr val="accent4"/>
    </dgm:linClrLst>
    <dgm:effectClrLst/>
    <dgm:txLinClrLst/>
    <dgm:txFillClrLst/>
    <dgm:txEffectClrLst/>
  </dgm:styleLbl>
  <dgm:styleLbl name="parChTrans2D3">
    <dgm:fillClrLst meth="repeat">
      <a:schemeClr val="accent4"/>
    </dgm:fillClrLst>
    <dgm:linClrLst meth="repeat">
      <a:schemeClr val="accent4"/>
    </dgm:linClrLst>
    <dgm:effectClrLst/>
    <dgm:txLinClrLst/>
    <dgm:txFillClrLst/>
    <dgm:txEffectClrLst/>
  </dgm:styleLbl>
  <dgm:styleLbl name="parChTrans2D4">
    <dgm:fillClrLst meth="repeat">
      <a:schemeClr val="accent4"/>
    </dgm:fillClrLst>
    <dgm:linClrLst meth="repeat">
      <a:schemeClr val="accent4"/>
    </dgm:linClrLst>
    <dgm:effectClrLst/>
    <dgm:txLinClrLst/>
    <dgm:txFillClrLst meth="repeat">
      <a:schemeClr val="lt1"/>
    </dgm:txFillClrLst>
    <dgm:txEffectClrLst/>
  </dgm:styleLbl>
  <dgm:styleLbl name="parChTrans1D1">
    <dgm:fillClrLst meth="repeat">
      <a:schemeClr val="accent4"/>
    </dgm:fillClrLst>
    <dgm:linClrLst meth="repeat">
      <a:schemeClr val="accent4">
        <a:shade val="60000"/>
      </a:schemeClr>
    </dgm:linClrLst>
    <dgm:effectClrLst/>
    <dgm:txLinClrLst/>
    <dgm:txFillClrLst meth="repeat">
      <a:schemeClr val="tx1"/>
    </dgm:txFillClrLst>
    <dgm:txEffectClrLst/>
  </dgm:styleLbl>
  <dgm:styleLbl name="parChTrans1D2">
    <dgm:fillClrLst meth="repeat">
      <a:schemeClr val="accent4"/>
    </dgm:fillClrLst>
    <dgm:linClrLst meth="repeat">
      <a:schemeClr val="accent4">
        <a:shade val="60000"/>
      </a:schemeClr>
    </dgm:linClrLst>
    <dgm:effectClrLst/>
    <dgm:txLinClrLst/>
    <dgm:txFillClrLst meth="repeat">
      <a:schemeClr val="tx1"/>
    </dgm:txFillClrLst>
    <dgm:txEffectClrLst/>
  </dgm:styleLbl>
  <dgm:styleLbl name="parChTrans1D3">
    <dgm:fillClrLst meth="repeat">
      <a:schemeClr val="accent4"/>
    </dgm:fillClrLst>
    <dgm:linClrLst meth="repeat">
      <a:schemeClr val="accent4">
        <a:shade val="80000"/>
      </a:schemeClr>
    </dgm:linClrLst>
    <dgm:effectClrLst/>
    <dgm:txLinClrLst/>
    <dgm:txFillClrLst meth="repeat">
      <a:schemeClr val="tx1"/>
    </dgm:txFillClrLst>
    <dgm:txEffectClrLst/>
  </dgm:styleLbl>
  <dgm:styleLbl name="parChTrans1D4">
    <dgm:fillClrLst meth="repeat">
      <a:schemeClr val="accent4"/>
    </dgm:fillClrLst>
    <dgm:linClrLst meth="repeat">
      <a:schemeClr val="accent4">
        <a:shade val="80000"/>
      </a:schemeClr>
    </dgm:linClrLst>
    <dgm:effectClrLst/>
    <dgm:txLinClrLst/>
    <dgm:txFillClrLst meth="repeat">
      <a:schemeClr val="tx1"/>
    </dgm:txFillClrLst>
    <dgm:txEffectClrLst/>
  </dgm:styleLbl>
  <dgm:styleLbl name="fgAcc1">
    <dgm:fillClrLst meth="repeat">
      <a:schemeClr val="accent4">
        <a:alpha val="90000"/>
        <a:tint val="40000"/>
      </a:schemeClr>
    </dgm:fillClrLst>
    <dgm:linClrLst meth="repeat">
      <a:schemeClr val="accent4"/>
    </dgm:linClrLst>
    <dgm:effectClrLst/>
    <dgm:txLinClrLst/>
    <dgm:txFillClrLst meth="repeat">
      <a:schemeClr val="dk1"/>
    </dgm:txFillClrLst>
    <dgm:txEffectClrLst/>
  </dgm:styleLbl>
  <dgm:styleLbl name="conFgAcc1">
    <dgm:fillClrLst meth="repeat">
      <a:schemeClr val="accent4">
        <a:alpha val="90000"/>
        <a:tint val="40000"/>
      </a:schemeClr>
    </dgm:fillClrLst>
    <dgm:linClrLst meth="repeat">
      <a:schemeClr val="accent4"/>
    </dgm:linClrLst>
    <dgm:effectClrLst/>
    <dgm:txLinClrLst/>
    <dgm:txFillClrLst meth="repeat">
      <a:schemeClr val="dk1"/>
    </dgm:txFillClrLst>
    <dgm:txEffectClrLst/>
  </dgm:styleLbl>
  <dgm:styleLbl name="alignAcc1">
    <dgm:fillClrLst meth="repeat">
      <a:schemeClr val="accent4">
        <a:alpha val="90000"/>
        <a:tint val="40000"/>
      </a:schemeClr>
    </dgm:fillClrLst>
    <dgm:linClrLst meth="repeat">
      <a:schemeClr val="accent4"/>
    </dgm:linClrLst>
    <dgm:effectClrLst/>
    <dgm:txLinClrLst/>
    <dgm:txFillClrLst meth="repeat">
      <a:schemeClr val="dk1"/>
    </dgm:txFillClrLst>
    <dgm:txEffectClrLst/>
  </dgm:styleLbl>
  <dgm:styleLbl name="trAlignAcc1">
    <dgm:fillClrLst meth="repeat">
      <a:schemeClr val="accent4">
        <a:alpha val="40000"/>
        <a:tint val="40000"/>
      </a:schemeClr>
    </dgm:fillClrLst>
    <dgm:linClrLst meth="repeat">
      <a:schemeClr val="accent4"/>
    </dgm:linClrLst>
    <dgm:effectClrLst/>
    <dgm:txLinClrLst/>
    <dgm:txFillClrLst meth="repeat">
      <a:schemeClr val="dk1"/>
    </dgm:txFillClrLst>
    <dgm:txEffectClrLst/>
  </dgm:styleLbl>
  <dgm:styleLbl name="bgAcc1">
    <dgm:fillClrLst meth="repeat">
      <a:schemeClr val="accent4">
        <a:alpha val="90000"/>
        <a:tint val="40000"/>
      </a:schemeClr>
    </dgm:fillClrLst>
    <dgm:linClrLst meth="repeat">
      <a:schemeClr val="accent4"/>
    </dgm:linClrLst>
    <dgm:effectClrLst/>
    <dgm:txLinClrLst/>
    <dgm:txFillClrLst meth="repeat">
      <a:schemeClr val="dk1"/>
    </dgm:txFillClrLst>
    <dgm:txEffectClrLst/>
  </dgm:styleLbl>
  <dgm:styleLbl name="solidFgAcc1">
    <dgm:fillClrLst meth="repeat">
      <a:schemeClr val="lt1"/>
    </dgm:fillClrLst>
    <dgm:linClrLst meth="repeat">
      <a:schemeClr val="accent4"/>
    </dgm:linClrLst>
    <dgm:effectClrLst/>
    <dgm:txLinClrLst/>
    <dgm:txFillClrLst meth="repeat">
      <a:schemeClr val="dk1"/>
    </dgm:txFillClrLst>
    <dgm:txEffectClrLst/>
  </dgm:styleLbl>
  <dgm:styleLbl name="solidAlignAcc1">
    <dgm:fillClrLst meth="repeat">
      <a:schemeClr val="lt1"/>
    </dgm:fillClrLst>
    <dgm:linClrLst meth="repeat">
      <a:schemeClr val="accent4"/>
    </dgm:linClrLst>
    <dgm:effectClrLst/>
    <dgm:txLinClrLst/>
    <dgm:txFillClrLst meth="repeat">
      <a:schemeClr val="dk1"/>
    </dgm:txFillClrLst>
    <dgm:txEffectClrLst/>
  </dgm:styleLbl>
  <dgm:styleLbl name="solidBgAcc1">
    <dgm:fillClrLst meth="repeat">
      <a:schemeClr val="lt1"/>
    </dgm:fillClrLst>
    <dgm:linClrLst meth="repeat">
      <a:schemeClr val="accent4"/>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4">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4">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4">
        <a:alpha val="90000"/>
      </a:schemeClr>
    </dgm:linClrLst>
    <dgm:effectClrLst/>
    <dgm:txLinClrLst/>
    <dgm:txFillClrLst meth="repeat">
      <a:schemeClr val="dk1"/>
    </dgm:txFillClrLst>
    <dgm:txEffectClrLst/>
  </dgm:styleLbl>
  <dgm:styleLbl name="fgAcc0">
    <dgm:fillClrLst meth="repeat">
      <a:schemeClr val="accent4">
        <a:alpha val="90000"/>
        <a:tint val="40000"/>
      </a:schemeClr>
    </dgm:fillClrLst>
    <dgm:linClrLst meth="repeat">
      <a:schemeClr val="accent4"/>
    </dgm:linClrLst>
    <dgm:effectClrLst/>
    <dgm:txLinClrLst/>
    <dgm:txFillClrLst meth="repeat">
      <a:schemeClr val="dk1"/>
    </dgm:txFillClrLst>
    <dgm:txEffectClrLst/>
  </dgm:styleLbl>
  <dgm:styleLbl name="fgAcc2">
    <dgm:fillClrLst meth="repeat">
      <a:schemeClr val="accent4">
        <a:alpha val="90000"/>
        <a:tint val="40000"/>
      </a:schemeClr>
    </dgm:fillClrLst>
    <dgm:linClrLst meth="repeat">
      <a:schemeClr val="accent4"/>
    </dgm:linClrLst>
    <dgm:effectClrLst/>
    <dgm:txLinClrLst/>
    <dgm:txFillClrLst meth="repeat">
      <a:schemeClr val="dk1"/>
    </dgm:txFillClrLst>
    <dgm:txEffectClrLst/>
  </dgm:styleLbl>
  <dgm:styleLbl name="fgAcc3">
    <dgm:fillClrLst meth="repeat">
      <a:schemeClr val="accent4">
        <a:alpha val="90000"/>
        <a:tint val="40000"/>
      </a:schemeClr>
    </dgm:fillClrLst>
    <dgm:linClrLst meth="repeat">
      <a:schemeClr val="accent4"/>
    </dgm:linClrLst>
    <dgm:effectClrLst/>
    <dgm:txLinClrLst/>
    <dgm:txFillClrLst meth="repeat">
      <a:schemeClr val="dk1"/>
    </dgm:txFillClrLst>
    <dgm:txEffectClrLst/>
  </dgm:styleLbl>
  <dgm:styleLbl name="fgAcc4">
    <dgm:fillClrLst meth="repeat">
      <a:schemeClr val="accent4">
        <a:alpha val="90000"/>
        <a:tint val="40000"/>
      </a:schemeClr>
    </dgm:fillClrLst>
    <dgm:linClrLst meth="repeat">
      <a:schemeClr val="accent4"/>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accent4"/>
    </dgm:linClrLst>
    <dgm:effectClrLst/>
    <dgm:txLinClrLst/>
    <dgm:txFillClrLst meth="repeat">
      <a:schemeClr val="dk1"/>
    </dgm:txFillClrLst>
    <dgm:txEffectClrLst/>
  </dgm:styleLbl>
  <dgm:styleLbl name="dkBgShp">
    <dgm:fillClrLst meth="repeat">
      <a:schemeClr val="accent4">
        <a:shade val="80000"/>
      </a:schemeClr>
    </dgm:fillClrLst>
    <dgm:linClrLst meth="repeat">
      <a:schemeClr val="accent4"/>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7E4B4725-4412-459F-9F28-6D652E545473}" type="doc">
      <dgm:prSet loTypeId="urn:microsoft.com/office/officeart/2005/8/layout/hList1" loCatId="list" qsTypeId="urn:microsoft.com/office/officeart/2005/8/quickstyle/simple4" qsCatId="simple" csTypeId="urn:microsoft.com/office/officeart/2005/8/colors/accent4_1" csCatId="accent4" phldr="1"/>
      <dgm:spPr/>
      <dgm:t>
        <a:bodyPr/>
        <a:lstStyle/>
        <a:p>
          <a:endParaRPr lang="en-DE"/>
        </a:p>
      </dgm:t>
    </dgm:pt>
    <dgm:pt modelId="{DD562CE5-EFE3-4ADD-899A-1435A7BF9399}">
      <dgm:prSet phldrT="[Text]">
        <dgm:style>
          <a:lnRef idx="0">
            <a:scrgbClr r="0" g="0" b="0"/>
          </a:lnRef>
          <a:fillRef idx="0">
            <a:scrgbClr r="0" g="0" b="0"/>
          </a:fillRef>
          <a:effectRef idx="0">
            <a:scrgbClr r="0" g="0" b="0"/>
          </a:effectRef>
          <a:fontRef idx="minor">
            <a:schemeClr val="lt1"/>
          </a:fontRef>
        </dgm:style>
      </dgm:prSet>
      <dgm:spPr>
        <a:xfrm>
          <a:off x="3209" y="2245"/>
          <a:ext cx="3129273" cy="576000"/>
        </a:xfrm>
        <a:prstGeom prst="rect">
          <a:avLst/>
        </a:prstGeom>
        <a:gradFill flip="none" rotWithShape="1">
          <a:gsLst>
            <a:gs pos="0">
              <a:srgbClr val="00BEDC">
                <a:lumMod val="67000"/>
              </a:srgbClr>
            </a:gs>
            <a:gs pos="48000">
              <a:srgbClr val="00BEDC">
                <a:lumMod val="97000"/>
                <a:lumOff val="3000"/>
              </a:srgbClr>
            </a:gs>
            <a:gs pos="100000">
              <a:srgbClr val="00BEDC">
                <a:lumMod val="60000"/>
                <a:lumOff val="40000"/>
              </a:srgbClr>
            </a:gs>
          </a:gsLst>
          <a:lin ang="16200000" scaled="1"/>
          <a:tileRect/>
        </a:gradFill>
        <a:ln>
          <a:noFill/>
        </a:ln>
        <a:effectLst/>
      </dgm:spPr>
      <dgm:t>
        <a:bodyPr/>
        <a:lstStyle/>
        <a:p>
          <a:pPr>
            <a:buNone/>
          </a:pPr>
          <a:r>
            <a:rPr lang="en-US" b="1" i="0">
              <a:solidFill>
                <a:srgbClr val="000000">
                  <a:hueOff val="0"/>
                  <a:satOff val="0"/>
                  <a:lumOff val="0"/>
                  <a:alphaOff val="0"/>
                </a:srgbClr>
              </a:solidFill>
              <a:latin typeface="Arial"/>
              <a:ea typeface="+mn-ea"/>
              <a:cs typeface="+mn-cs"/>
            </a:rPr>
            <a:t>P2R Roles</a:t>
          </a:r>
          <a:endParaRPr lang="en-DE">
            <a:solidFill>
              <a:srgbClr val="000000">
                <a:hueOff val="0"/>
                <a:satOff val="0"/>
                <a:lumOff val="0"/>
                <a:alphaOff val="0"/>
              </a:srgbClr>
            </a:solidFill>
            <a:latin typeface="Arial"/>
            <a:ea typeface="+mn-ea"/>
            <a:cs typeface="+mn-cs"/>
          </a:endParaRPr>
        </a:p>
      </dgm:t>
    </dgm:pt>
    <dgm:pt modelId="{D1AB6B98-D3C5-4675-A4AF-512958E999E7}" type="parTrans" cxnId="{59DB68E8-C740-48A7-A58A-38EF7E7A67A5}">
      <dgm:prSet/>
      <dgm:spPr/>
      <dgm:t>
        <a:bodyPr/>
        <a:lstStyle/>
        <a:p>
          <a:endParaRPr lang="en-DE"/>
        </a:p>
      </dgm:t>
    </dgm:pt>
    <dgm:pt modelId="{9F3267F5-69C1-4BD0-8269-07A551B0D159}" type="sibTrans" cxnId="{59DB68E8-C740-48A7-A58A-38EF7E7A67A5}">
      <dgm:prSet/>
      <dgm:spPr/>
      <dgm:t>
        <a:bodyPr/>
        <a:lstStyle/>
        <a:p>
          <a:endParaRPr lang="en-DE"/>
        </a:p>
      </dgm:t>
    </dgm:pt>
    <dgm:pt modelId="{598EBA40-B61F-4DDE-851F-D0798C372383}">
      <dgm:prSet phldrT="[Text]" custT="1"/>
      <dgm:spPr>
        <a:xfrm>
          <a:off x="3209" y="578245"/>
          <a:ext cx="3129273" cy="3441543"/>
        </a:xfrm>
        <a:prstGeom prst="rect">
          <a:avLst/>
        </a:prstGeom>
        <a:solidFill>
          <a:sysClr val="window" lastClr="FFFFFF">
            <a:alpha val="90000"/>
            <a:tint val="40000"/>
            <a:hueOff val="0"/>
            <a:satOff val="0"/>
            <a:lumOff val="0"/>
            <a:alphaOff val="0"/>
          </a:sysClr>
        </a:solidFill>
        <a:ln w="6350" cap="flat" cmpd="sng" algn="ctr">
          <a:solidFill>
            <a:srgbClr val="0087BE">
              <a:alpha val="90000"/>
              <a:hueOff val="0"/>
              <a:satOff val="0"/>
              <a:lumOff val="0"/>
              <a:alphaOff val="0"/>
            </a:srgbClr>
          </a:solidFill>
          <a:prstDash val="solid"/>
          <a:miter lim="800000"/>
        </a:ln>
        <a:effectLst/>
      </dgm:spPr>
      <dgm:t>
        <a:bodyPr/>
        <a:lstStyle/>
        <a:p>
          <a:pPr>
            <a:buFont typeface="Arial" panose="020B0604020202020204" pitchFamily="34" charset="0"/>
            <a:buChar char="•"/>
          </a:pPr>
          <a:r>
            <a:rPr lang="en-US" sz="1200" b="1" i="0">
              <a:solidFill>
                <a:srgbClr val="000000">
                  <a:hueOff val="0"/>
                  <a:satOff val="0"/>
                  <a:lumOff val="0"/>
                  <a:alphaOff val="0"/>
                </a:srgbClr>
              </a:solidFill>
              <a:latin typeface="Arial"/>
              <a:ea typeface="+mn-ea"/>
              <a:cs typeface="+mn-cs"/>
            </a:rPr>
            <a:t>Requisitioner</a:t>
          </a:r>
          <a:r>
            <a:rPr lang="en-US" sz="1200" b="0" i="0">
              <a:solidFill>
                <a:srgbClr val="000000">
                  <a:hueOff val="0"/>
                  <a:satOff val="0"/>
                  <a:lumOff val="0"/>
                  <a:alphaOff val="0"/>
                </a:srgbClr>
              </a:solidFill>
              <a:latin typeface="Arial"/>
              <a:ea typeface="+mn-ea"/>
              <a:cs typeface="+mn-cs"/>
            </a:rPr>
            <a:t>: Responsible for processing purchase requisitions (PR).</a:t>
          </a:r>
          <a:br>
            <a:rPr lang="en-US" sz="1200" b="0" i="0">
              <a:solidFill>
                <a:srgbClr val="000000">
                  <a:hueOff val="0"/>
                  <a:satOff val="0"/>
                  <a:lumOff val="0"/>
                  <a:alphaOff val="0"/>
                </a:srgbClr>
              </a:solidFill>
              <a:latin typeface="Arial"/>
              <a:ea typeface="+mn-ea"/>
              <a:cs typeface="+mn-cs"/>
            </a:rPr>
          </a:br>
          <a:r>
            <a:rPr lang="en-US" sz="1200">
              <a:solidFill>
                <a:srgbClr val="000000">
                  <a:hueOff val="0"/>
                  <a:satOff val="0"/>
                  <a:lumOff val="0"/>
                  <a:alphaOff val="0"/>
                </a:srgbClr>
              </a:solidFill>
              <a:latin typeface="Arial"/>
              <a:ea typeface="+mn-ea"/>
              <a:cs typeface="+mn-cs"/>
            </a:rPr>
            <a:t>Special OCI role based on country, company code &amp; purchasing </a:t>
          </a:r>
          <a:r>
            <a:rPr lang="en-US" sz="1200" err="1">
              <a:solidFill>
                <a:srgbClr val="000000">
                  <a:hueOff val="0"/>
                  <a:satOff val="0"/>
                  <a:lumOff val="0"/>
                  <a:alphaOff val="0"/>
                </a:srgbClr>
              </a:solidFill>
              <a:latin typeface="Arial"/>
              <a:ea typeface="+mn-ea"/>
              <a:cs typeface="+mn-cs"/>
            </a:rPr>
            <a:t>organi</a:t>
          </a:r>
          <a:r>
            <a:rPr lang="cs-CZ" sz="1200">
              <a:solidFill>
                <a:srgbClr val="000000">
                  <a:hueOff val="0"/>
                  <a:satOff val="0"/>
                  <a:lumOff val="0"/>
                  <a:alphaOff val="0"/>
                </a:srgbClr>
              </a:solidFill>
              <a:latin typeface="Arial"/>
              <a:ea typeface="+mn-ea"/>
              <a:cs typeface="+mn-cs"/>
            </a:rPr>
            <a:t>z</a:t>
          </a:r>
          <a:r>
            <a:rPr lang="en-US" sz="1200" err="1">
              <a:solidFill>
                <a:srgbClr val="000000">
                  <a:hueOff val="0"/>
                  <a:satOff val="0"/>
                  <a:lumOff val="0"/>
                  <a:alphaOff val="0"/>
                </a:srgbClr>
              </a:solidFill>
              <a:latin typeface="Arial"/>
              <a:ea typeface="+mn-ea"/>
              <a:cs typeface="+mn-cs"/>
            </a:rPr>
            <a:t>ation</a:t>
          </a:r>
          <a:r>
            <a:rPr lang="en-US" sz="1200">
              <a:solidFill>
                <a:srgbClr val="000000">
                  <a:hueOff val="0"/>
                  <a:satOff val="0"/>
                  <a:lumOff val="0"/>
                  <a:alphaOff val="0"/>
                </a:srgbClr>
              </a:solidFill>
              <a:latin typeface="Arial"/>
              <a:ea typeface="+mn-ea"/>
              <a:cs typeface="+mn-cs"/>
            </a:rPr>
            <a:t> combination.</a:t>
          </a:r>
          <a:endParaRPr lang="en-DE" sz="1200">
            <a:solidFill>
              <a:srgbClr val="000000">
                <a:hueOff val="0"/>
                <a:satOff val="0"/>
                <a:lumOff val="0"/>
                <a:alphaOff val="0"/>
              </a:srgbClr>
            </a:solidFill>
            <a:latin typeface="Arial"/>
            <a:ea typeface="+mn-ea"/>
            <a:cs typeface="+mn-cs"/>
          </a:endParaRPr>
        </a:p>
      </dgm:t>
    </dgm:pt>
    <dgm:pt modelId="{41A7391C-7AA4-495E-B62B-0E887BB73358}" type="parTrans" cxnId="{7221C777-AB7E-41F9-8C26-BF0139FDED53}">
      <dgm:prSet/>
      <dgm:spPr/>
      <dgm:t>
        <a:bodyPr/>
        <a:lstStyle/>
        <a:p>
          <a:endParaRPr lang="en-DE"/>
        </a:p>
      </dgm:t>
    </dgm:pt>
    <dgm:pt modelId="{ABD5B49A-14AF-4E19-A697-0F878C6605E3}" type="sibTrans" cxnId="{7221C777-AB7E-41F9-8C26-BF0139FDED53}">
      <dgm:prSet/>
      <dgm:spPr/>
      <dgm:t>
        <a:bodyPr/>
        <a:lstStyle/>
        <a:p>
          <a:endParaRPr lang="en-DE"/>
        </a:p>
      </dgm:t>
    </dgm:pt>
    <dgm:pt modelId="{9810CC6D-1A39-4F13-95C5-6D06A4906286}">
      <dgm:prSet phldrT="[Text]">
        <dgm:style>
          <a:lnRef idx="0">
            <a:scrgbClr r="0" g="0" b="0"/>
          </a:lnRef>
          <a:fillRef idx="0">
            <a:scrgbClr r="0" g="0" b="0"/>
          </a:fillRef>
          <a:effectRef idx="0">
            <a:scrgbClr r="0" g="0" b="0"/>
          </a:effectRef>
          <a:fontRef idx="minor">
            <a:schemeClr val="lt1"/>
          </a:fontRef>
        </dgm:style>
      </dgm:prSet>
      <dgm:spPr>
        <a:xfrm>
          <a:off x="3570581" y="2245"/>
          <a:ext cx="3129273" cy="576000"/>
        </a:xfrm>
        <a:prstGeom prst="rect">
          <a:avLst/>
        </a:prstGeom>
        <a:gradFill flip="none" rotWithShape="1">
          <a:gsLst>
            <a:gs pos="0">
              <a:srgbClr val="00BEDC">
                <a:lumMod val="67000"/>
              </a:srgbClr>
            </a:gs>
            <a:gs pos="48000">
              <a:srgbClr val="00BEDC">
                <a:lumMod val="97000"/>
                <a:lumOff val="3000"/>
              </a:srgbClr>
            </a:gs>
            <a:gs pos="100000">
              <a:srgbClr val="00BEDC">
                <a:lumMod val="60000"/>
                <a:lumOff val="40000"/>
              </a:srgbClr>
            </a:gs>
          </a:gsLst>
          <a:lin ang="16200000" scaled="1"/>
          <a:tileRect/>
        </a:gradFill>
        <a:ln>
          <a:noFill/>
        </a:ln>
        <a:effectLst/>
      </dgm:spPr>
      <dgm:t>
        <a:bodyPr/>
        <a:lstStyle/>
        <a:p>
          <a:pPr>
            <a:buNone/>
          </a:pPr>
          <a:r>
            <a:rPr lang="en-US" b="1" i="0">
              <a:solidFill>
                <a:srgbClr val="000000">
                  <a:hueOff val="0"/>
                  <a:satOff val="0"/>
                  <a:lumOff val="0"/>
                  <a:alphaOff val="0"/>
                </a:srgbClr>
              </a:solidFill>
              <a:latin typeface="Arial"/>
              <a:ea typeface="+mn-ea"/>
              <a:cs typeface="+mn-cs"/>
            </a:rPr>
            <a:t>Organization Data</a:t>
          </a:r>
          <a:endParaRPr lang="en-DE">
            <a:solidFill>
              <a:srgbClr val="000000">
                <a:hueOff val="0"/>
                <a:satOff val="0"/>
                <a:lumOff val="0"/>
                <a:alphaOff val="0"/>
              </a:srgbClr>
            </a:solidFill>
            <a:latin typeface="Arial"/>
            <a:ea typeface="+mn-ea"/>
            <a:cs typeface="+mn-cs"/>
          </a:endParaRPr>
        </a:p>
      </dgm:t>
    </dgm:pt>
    <dgm:pt modelId="{F387E858-6330-44C7-8CD4-D96643C9E950}" type="parTrans" cxnId="{DDD99021-4451-44AB-948D-29D07AC008F2}">
      <dgm:prSet/>
      <dgm:spPr/>
      <dgm:t>
        <a:bodyPr/>
        <a:lstStyle/>
        <a:p>
          <a:endParaRPr lang="en-DE"/>
        </a:p>
      </dgm:t>
    </dgm:pt>
    <dgm:pt modelId="{67B41368-FBE4-45CC-97BB-F92B33368076}" type="sibTrans" cxnId="{DDD99021-4451-44AB-948D-29D07AC008F2}">
      <dgm:prSet/>
      <dgm:spPr/>
      <dgm:t>
        <a:bodyPr/>
        <a:lstStyle/>
        <a:p>
          <a:endParaRPr lang="en-DE"/>
        </a:p>
      </dgm:t>
    </dgm:pt>
    <dgm:pt modelId="{6D692DFC-C86A-4BAA-9FC7-2659B4173400}">
      <dgm:prSet phldrT="[Text]" custT="1"/>
      <dgm:spPr>
        <a:xfrm>
          <a:off x="3570581" y="578245"/>
          <a:ext cx="3129273" cy="3441543"/>
        </a:xfrm>
        <a:prstGeom prst="rect">
          <a:avLst/>
        </a:prstGeom>
        <a:solidFill>
          <a:sysClr val="window" lastClr="FFFFFF">
            <a:alpha val="90000"/>
            <a:tint val="40000"/>
            <a:hueOff val="0"/>
            <a:satOff val="0"/>
            <a:lumOff val="0"/>
            <a:alphaOff val="0"/>
          </a:sysClr>
        </a:solidFill>
        <a:ln w="6350" cap="flat" cmpd="sng" algn="ctr">
          <a:solidFill>
            <a:srgbClr val="0087BE">
              <a:alpha val="90000"/>
              <a:hueOff val="0"/>
              <a:satOff val="0"/>
              <a:lumOff val="0"/>
              <a:alphaOff val="0"/>
            </a:srgbClr>
          </a:solidFill>
          <a:prstDash val="solid"/>
          <a:miter lim="800000"/>
        </a:ln>
        <a:effectLst/>
      </dgm:spPr>
      <dgm:t>
        <a:bodyPr/>
        <a:lstStyle/>
        <a:p>
          <a:pPr>
            <a:buFont typeface="Arial" panose="020B0604020202020204" pitchFamily="34" charset="0"/>
            <a:buChar char="•"/>
          </a:pPr>
          <a:r>
            <a:rPr lang="en-US" sz="1200" b="1" i="0">
              <a:solidFill>
                <a:srgbClr val="000000">
                  <a:hueOff val="0"/>
                  <a:satOff val="0"/>
                  <a:lumOff val="0"/>
                  <a:alphaOff val="0"/>
                </a:srgbClr>
              </a:solidFill>
              <a:latin typeface="Arial"/>
              <a:ea typeface="+mn-ea"/>
              <a:cs typeface="+mn-cs"/>
            </a:rPr>
            <a:t>Purchasing Organization</a:t>
          </a:r>
          <a:r>
            <a:rPr lang="en-US" sz="1200" b="0" i="0">
              <a:solidFill>
                <a:srgbClr val="000000">
                  <a:hueOff val="0"/>
                  <a:satOff val="0"/>
                  <a:lumOff val="0"/>
                  <a:alphaOff val="0"/>
                </a:srgbClr>
              </a:solidFill>
              <a:latin typeface="Arial"/>
              <a:ea typeface="+mn-ea"/>
              <a:cs typeface="+mn-cs"/>
            </a:rPr>
            <a:t>:</a:t>
          </a:r>
          <a:endParaRPr lang="en-DE" sz="1200">
            <a:solidFill>
              <a:srgbClr val="000000">
                <a:hueOff val="0"/>
                <a:satOff val="0"/>
                <a:lumOff val="0"/>
                <a:alphaOff val="0"/>
              </a:srgbClr>
            </a:solidFill>
            <a:latin typeface="Arial"/>
            <a:ea typeface="+mn-ea"/>
            <a:cs typeface="+mn-cs"/>
          </a:endParaRPr>
        </a:p>
      </dgm:t>
    </dgm:pt>
    <dgm:pt modelId="{2B73C1C5-F868-4DE4-9F6B-3627E5A4FBAD}" type="parTrans" cxnId="{BC1B0095-8361-408A-B36D-308856F3FF17}">
      <dgm:prSet/>
      <dgm:spPr/>
      <dgm:t>
        <a:bodyPr/>
        <a:lstStyle/>
        <a:p>
          <a:endParaRPr lang="en-DE"/>
        </a:p>
      </dgm:t>
    </dgm:pt>
    <dgm:pt modelId="{2ED536ED-4A9F-4879-83F7-DBCA386C668E}" type="sibTrans" cxnId="{BC1B0095-8361-408A-B36D-308856F3FF17}">
      <dgm:prSet/>
      <dgm:spPr/>
      <dgm:t>
        <a:bodyPr/>
        <a:lstStyle/>
        <a:p>
          <a:endParaRPr lang="en-DE"/>
        </a:p>
      </dgm:t>
    </dgm:pt>
    <dgm:pt modelId="{0F721F2C-AD3F-4B11-895F-33EAE53F9CF3}">
      <dgm:prSet phldrT="[Text]">
        <dgm:style>
          <a:lnRef idx="0">
            <a:scrgbClr r="0" g="0" b="0"/>
          </a:lnRef>
          <a:fillRef idx="0">
            <a:scrgbClr r="0" g="0" b="0"/>
          </a:fillRef>
          <a:effectRef idx="0">
            <a:scrgbClr r="0" g="0" b="0"/>
          </a:effectRef>
          <a:fontRef idx="minor">
            <a:schemeClr val="lt1"/>
          </a:fontRef>
        </dgm:style>
      </dgm:prSet>
      <dgm:spPr>
        <a:xfrm>
          <a:off x="7137953" y="2245"/>
          <a:ext cx="3129273" cy="576000"/>
        </a:xfrm>
        <a:prstGeom prst="rect">
          <a:avLst/>
        </a:prstGeom>
        <a:gradFill flip="none" rotWithShape="1">
          <a:gsLst>
            <a:gs pos="0">
              <a:srgbClr val="00BEDC">
                <a:lumMod val="67000"/>
              </a:srgbClr>
            </a:gs>
            <a:gs pos="48000">
              <a:srgbClr val="00BEDC">
                <a:lumMod val="97000"/>
                <a:lumOff val="3000"/>
              </a:srgbClr>
            </a:gs>
            <a:gs pos="100000">
              <a:srgbClr val="00BEDC">
                <a:lumMod val="60000"/>
                <a:lumOff val="40000"/>
              </a:srgbClr>
            </a:gs>
          </a:gsLst>
          <a:lin ang="16200000" scaled="1"/>
          <a:tileRect/>
        </a:gradFill>
        <a:ln>
          <a:noFill/>
        </a:ln>
        <a:effectLst/>
      </dgm:spPr>
      <dgm:t>
        <a:bodyPr/>
        <a:lstStyle/>
        <a:p>
          <a:pPr>
            <a:buNone/>
          </a:pPr>
          <a:r>
            <a:rPr lang="en-US" b="1">
              <a:solidFill>
                <a:srgbClr val="000000">
                  <a:hueOff val="0"/>
                  <a:satOff val="0"/>
                  <a:lumOff val="0"/>
                  <a:alphaOff val="0"/>
                </a:srgbClr>
              </a:solidFill>
              <a:latin typeface="Arial"/>
              <a:ea typeface="+mn-ea"/>
              <a:cs typeface="+mn-cs"/>
            </a:rPr>
            <a:t>Technical  Details</a:t>
          </a:r>
          <a:endParaRPr lang="en-DE" b="1">
            <a:solidFill>
              <a:srgbClr val="000000">
                <a:hueOff val="0"/>
                <a:satOff val="0"/>
                <a:lumOff val="0"/>
                <a:alphaOff val="0"/>
              </a:srgbClr>
            </a:solidFill>
            <a:latin typeface="Arial"/>
            <a:ea typeface="+mn-ea"/>
            <a:cs typeface="+mn-cs"/>
          </a:endParaRPr>
        </a:p>
      </dgm:t>
    </dgm:pt>
    <dgm:pt modelId="{9F1419FF-7042-4C8A-A613-4AC4FE2F489D}" type="parTrans" cxnId="{BC3311DA-7EF7-4861-A42A-398016D00041}">
      <dgm:prSet/>
      <dgm:spPr/>
      <dgm:t>
        <a:bodyPr/>
        <a:lstStyle/>
        <a:p>
          <a:endParaRPr lang="en-DE"/>
        </a:p>
      </dgm:t>
    </dgm:pt>
    <dgm:pt modelId="{466FAA9A-F6A6-4AE9-A4E8-62D1B29206DC}" type="sibTrans" cxnId="{BC3311DA-7EF7-4861-A42A-398016D00041}">
      <dgm:prSet/>
      <dgm:spPr/>
      <dgm:t>
        <a:bodyPr/>
        <a:lstStyle/>
        <a:p>
          <a:endParaRPr lang="en-DE"/>
        </a:p>
      </dgm:t>
    </dgm:pt>
    <dgm:pt modelId="{05700D6A-61F5-4E53-9A83-1AA2E9D57E6F}">
      <dgm:prSet phldrT="[Text]" custT="1"/>
      <dgm:spPr>
        <a:xfrm>
          <a:off x="7137953" y="578245"/>
          <a:ext cx="3129273" cy="3441543"/>
        </a:xfrm>
        <a:prstGeom prst="rect">
          <a:avLst/>
        </a:prstGeom>
        <a:solidFill>
          <a:sysClr val="window" lastClr="FFFFFF">
            <a:alpha val="90000"/>
            <a:tint val="40000"/>
            <a:hueOff val="0"/>
            <a:satOff val="0"/>
            <a:lumOff val="0"/>
            <a:alphaOff val="0"/>
          </a:sysClr>
        </a:solidFill>
        <a:ln w="6350" cap="flat" cmpd="sng" algn="ctr">
          <a:solidFill>
            <a:srgbClr val="0087BE">
              <a:alpha val="90000"/>
              <a:hueOff val="0"/>
              <a:satOff val="0"/>
              <a:lumOff val="0"/>
              <a:alphaOff val="0"/>
            </a:srgbClr>
          </a:solidFill>
          <a:prstDash val="solid"/>
          <a:miter lim="800000"/>
        </a:ln>
        <a:effectLst/>
      </dgm:spPr>
      <dgm:t>
        <a:bodyPr/>
        <a:lstStyle/>
        <a:p>
          <a:pPr>
            <a:buFont typeface="Arial" panose="020B0604020202020204" pitchFamily="34" charset="0"/>
            <a:buChar char="•"/>
          </a:pPr>
          <a:r>
            <a:rPr lang="en-US" sz="1200" b="1" i="0">
              <a:solidFill>
                <a:srgbClr val="000000">
                  <a:hueOff val="0"/>
                  <a:satOff val="0"/>
                  <a:lumOff val="0"/>
                  <a:alphaOff val="0"/>
                </a:srgbClr>
              </a:solidFill>
              <a:latin typeface="Arial"/>
              <a:ea typeface="+mn-ea"/>
              <a:cs typeface="+mn-cs"/>
            </a:rPr>
            <a:t>Document Types in S4P:</a:t>
          </a:r>
          <a:endParaRPr lang="en-DE" sz="1200">
            <a:solidFill>
              <a:srgbClr val="000000">
                <a:hueOff val="0"/>
                <a:satOff val="0"/>
                <a:lumOff val="0"/>
                <a:alphaOff val="0"/>
              </a:srgbClr>
            </a:solidFill>
            <a:latin typeface="Arial"/>
            <a:ea typeface="+mn-ea"/>
            <a:cs typeface="+mn-cs"/>
          </a:endParaRPr>
        </a:p>
      </dgm:t>
    </dgm:pt>
    <dgm:pt modelId="{9E13EA72-D83B-424E-90B8-A2C4E735B45F}" type="parTrans" cxnId="{E6AD5F62-9543-4A12-BF21-22C6C53E04C7}">
      <dgm:prSet/>
      <dgm:spPr/>
      <dgm:t>
        <a:bodyPr/>
        <a:lstStyle/>
        <a:p>
          <a:endParaRPr lang="en-DE"/>
        </a:p>
      </dgm:t>
    </dgm:pt>
    <dgm:pt modelId="{1A4CB611-A172-474A-9294-EA006F6638C8}" type="sibTrans" cxnId="{E6AD5F62-9543-4A12-BF21-22C6C53E04C7}">
      <dgm:prSet/>
      <dgm:spPr/>
      <dgm:t>
        <a:bodyPr/>
        <a:lstStyle/>
        <a:p>
          <a:endParaRPr lang="en-DE"/>
        </a:p>
      </dgm:t>
    </dgm:pt>
    <dgm:pt modelId="{5AC2252B-2414-4E4E-A6E0-252BDE65D4F5}">
      <dgm:prSet phldrT="[Text]" custT="1"/>
      <dgm:spPr>
        <a:xfrm>
          <a:off x="7137953" y="578245"/>
          <a:ext cx="3129273" cy="3441543"/>
        </a:xfrm>
        <a:prstGeom prst="rect">
          <a:avLst/>
        </a:prstGeom>
        <a:solidFill>
          <a:sysClr val="window" lastClr="FFFFFF">
            <a:alpha val="90000"/>
            <a:tint val="40000"/>
            <a:hueOff val="0"/>
            <a:satOff val="0"/>
            <a:lumOff val="0"/>
            <a:alphaOff val="0"/>
          </a:sysClr>
        </a:solidFill>
        <a:ln w="6350" cap="flat" cmpd="sng" algn="ctr">
          <a:solidFill>
            <a:srgbClr val="0087BE">
              <a:alpha val="90000"/>
              <a:hueOff val="0"/>
              <a:satOff val="0"/>
              <a:lumOff val="0"/>
              <a:alphaOff val="0"/>
            </a:srgbClr>
          </a:solidFill>
          <a:prstDash val="solid"/>
          <a:miter lim="800000"/>
        </a:ln>
        <a:effectLst/>
      </dgm:spPr>
      <dgm:t>
        <a:bodyPr/>
        <a:lstStyle/>
        <a:p>
          <a:pPr>
            <a:buFont typeface="Arial" panose="020B0604020202020204" pitchFamily="34" charset="0"/>
            <a:buChar char="•"/>
          </a:pPr>
          <a:r>
            <a:rPr lang="en-US" sz="1200" b="1" i="0">
              <a:solidFill>
                <a:srgbClr val="000000">
                  <a:hueOff val="0"/>
                  <a:satOff val="0"/>
                  <a:lumOff val="0"/>
                  <a:alphaOff val="0"/>
                </a:srgbClr>
              </a:solidFill>
              <a:latin typeface="Arial"/>
              <a:ea typeface="+mn-ea"/>
              <a:cs typeface="+mn-cs"/>
            </a:rPr>
            <a:t>PO Output </a:t>
          </a:r>
          <a:r>
            <a:rPr lang="cs-CZ" sz="1200" b="1" i="0">
              <a:solidFill>
                <a:srgbClr val="000000">
                  <a:hueOff val="0"/>
                  <a:satOff val="0"/>
                  <a:lumOff val="0"/>
                  <a:alphaOff val="0"/>
                </a:srgbClr>
              </a:solidFill>
              <a:latin typeface="Arial"/>
              <a:ea typeface="+mn-ea"/>
              <a:cs typeface="+mn-cs"/>
            </a:rPr>
            <a:t>Medium</a:t>
          </a:r>
          <a:endParaRPr lang="en-DE" sz="1200">
            <a:solidFill>
              <a:srgbClr val="000000">
                <a:hueOff val="0"/>
                <a:satOff val="0"/>
                <a:lumOff val="0"/>
                <a:alphaOff val="0"/>
              </a:srgbClr>
            </a:solidFill>
            <a:latin typeface="Arial"/>
            <a:ea typeface="+mn-ea"/>
            <a:cs typeface="+mn-cs"/>
          </a:endParaRPr>
        </a:p>
      </dgm:t>
    </dgm:pt>
    <dgm:pt modelId="{FE111BBF-DE03-4EEF-B7D1-DA9C8C1DBF69}" type="parTrans" cxnId="{ABFB4830-D683-4DCA-A884-3EA53A827A44}">
      <dgm:prSet/>
      <dgm:spPr/>
      <dgm:t>
        <a:bodyPr/>
        <a:lstStyle/>
        <a:p>
          <a:endParaRPr lang="en-DE"/>
        </a:p>
      </dgm:t>
    </dgm:pt>
    <dgm:pt modelId="{9723ED2F-BFD2-4E0F-9447-682B37249269}" type="sibTrans" cxnId="{ABFB4830-D683-4DCA-A884-3EA53A827A44}">
      <dgm:prSet/>
      <dgm:spPr/>
      <dgm:t>
        <a:bodyPr/>
        <a:lstStyle/>
        <a:p>
          <a:endParaRPr lang="en-DE"/>
        </a:p>
      </dgm:t>
    </dgm:pt>
    <dgm:pt modelId="{8FD7537A-B292-4B53-BF05-345920DFC55E}">
      <dgm:prSet custT="1"/>
      <dgm:spPr>
        <a:xfrm>
          <a:off x="3209" y="578245"/>
          <a:ext cx="3129273" cy="3441543"/>
        </a:xfrm>
        <a:prstGeom prst="rect">
          <a:avLst/>
        </a:prstGeom>
        <a:solidFill>
          <a:sysClr val="window" lastClr="FFFFFF">
            <a:alpha val="90000"/>
            <a:tint val="40000"/>
            <a:hueOff val="0"/>
            <a:satOff val="0"/>
            <a:lumOff val="0"/>
            <a:alphaOff val="0"/>
          </a:sysClr>
        </a:solidFill>
        <a:ln w="6350" cap="flat" cmpd="sng" algn="ctr">
          <a:solidFill>
            <a:srgbClr val="0087BE">
              <a:alpha val="90000"/>
              <a:hueOff val="0"/>
              <a:satOff val="0"/>
              <a:lumOff val="0"/>
              <a:alphaOff val="0"/>
            </a:srgbClr>
          </a:solidFill>
          <a:prstDash val="solid"/>
          <a:miter lim="800000"/>
        </a:ln>
        <a:effectLst/>
      </dgm:spPr>
      <dgm:t>
        <a:bodyPr/>
        <a:lstStyle/>
        <a:p>
          <a:pPr>
            <a:buFont typeface="Arial" panose="020B0604020202020204" pitchFamily="34" charset="0"/>
            <a:buChar char="•"/>
          </a:pPr>
          <a:r>
            <a:rPr lang="en-US" sz="1200" b="1" i="0">
              <a:solidFill>
                <a:srgbClr val="000000">
                  <a:hueOff val="0"/>
                  <a:satOff val="0"/>
                  <a:lumOff val="0"/>
                  <a:alphaOff val="0"/>
                </a:srgbClr>
              </a:solidFill>
              <a:latin typeface="Arial"/>
              <a:ea typeface="+mn-ea"/>
              <a:cs typeface="+mn-cs"/>
            </a:rPr>
            <a:t>Buyer</a:t>
          </a:r>
          <a:r>
            <a:rPr lang="en-US" sz="1200" b="0" i="0">
              <a:solidFill>
                <a:srgbClr val="000000">
                  <a:hueOff val="0"/>
                  <a:satOff val="0"/>
                  <a:lumOff val="0"/>
                  <a:alphaOff val="0"/>
                </a:srgbClr>
              </a:solidFill>
              <a:latin typeface="Arial"/>
              <a:ea typeface="+mn-ea"/>
              <a:cs typeface="+mn-cs"/>
            </a:rPr>
            <a:t>: Executes buying activities, such as retrieving quotes from suppliers and determining sources.</a:t>
          </a:r>
        </a:p>
      </dgm:t>
    </dgm:pt>
    <dgm:pt modelId="{3DD24E0C-C90E-44A3-A29B-951F853D0342}" type="parTrans" cxnId="{670EE4C9-553A-40EF-B63B-92D56EF55972}">
      <dgm:prSet/>
      <dgm:spPr/>
      <dgm:t>
        <a:bodyPr/>
        <a:lstStyle/>
        <a:p>
          <a:endParaRPr lang="en-DE"/>
        </a:p>
      </dgm:t>
    </dgm:pt>
    <dgm:pt modelId="{BF4873F2-9E2A-4EA0-9D50-944F5BE034BF}" type="sibTrans" cxnId="{670EE4C9-553A-40EF-B63B-92D56EF55972}">
      <dgm:prSet/>
      <dgm:spPr/>
      <dgm:t>
        <a:bodyPr/>
        <a:lstStyle/>
        <a:p>
          <a:endParaRPr lang="en-DE"/>
        </a:p>
      </dgm:t>
    </dgm:pt>
    <dgm:pt modelId="{AAAD8F59-498A-44A4-95D1-2BDD555CA9FA}">
      <dgm:prSet custT="1"/>
      <dgm:spPr>
        <a:xfrm>
          <a:off x="3209" y="578245"/>
          <a:ext cx="3129273" cy="3441543"/>
        </a:xfrm>
        <a:prstGeom prst="rect">
          <a:avLst/>
        </a:prstGeom>
        <a:solidFill>
          <a:sysClr val="window" lastClr="FFFFFF">
            <a:alpha val="90000"/>
            <a:tint val="40000"/>
            <a:hueOff val="0"/>
            <a:satOff val="0"/>
            <a:lumOff val="0"/>
            <a:alphaOff val="0"/>
          </a:sysClr>
        </a:solidFill>
        <a:ln w="6350" cap="flat" cmpd="sng" algn="ctr">
          <a:solidFill>
            <a:srgbClr val="0087BE">
              <a:alpha val="90000"/>
              <a:hueOff val="0"/>
              <a:satOff val="0"/>
              <a:lumOff val="0"/>
              <a:alphaOff val="0"/>
            </a:srgbClr>
          </a:solidFill>
          <a:prstDash val="solid"/>
          <a:miter lim="800000"/>
        </a:ln>
        <a:effectLst/>
      </dgm:spPr>
      <dgm:t>
        <a:bodyPr/>
        <a:lstStyle/>
        <a:p>
          <a:pPr>
            <a:buFont typeface="Arial" panose="020B0604020202020204" pitchFamily="34" charset="0"/>
            <a:buChar char="•"/>
          </a:pPr>
          <a:r>
            <a:rPr lang="en-US" sz="1200" b="1" i="0">
              <a:solidFill>
                <a:srgbClr val="000000">
                  <a:hueOff val="0"/>
                  <a:satOff val="0"/>
                  <a:lumOff val="0"/>
                  <a:alphaOff val="0"/>
                </a:srgbClr>
              </a:solidFill>
              <a:latin typeface="Arial"/>
              <a:ea typeface="+mn-ea"/>
              <a:cs typeface="+mn-cs"/>
            </a:rPr>
            <a:t>Procurement Expert</a:t>
          </a:r>
          <a:r>
            <a:rPr lang="en-US" sz="1200" b="0" i="0">
              <a:solidFill>
                <a:srgbClr val="000000">
                  <a:hueOff val="0"/>
                  <a:satOff val="0"/>
                  <a:lumOff val="0"/>
                  <a:alphaOff val="0"/>
                </a:srgbClr>
              </a:solidFill>
              <a:latin typeface="Arial"/>
              <a:ea typeface="+mn-ea"/>
              <a:cs typeface="+mn-cs"/>
            </a:rPr>
            <a:t>: Validates and updates data in PO for specific use cases.</a:t>
          </a:r>
        </a:p>
      </dgm:t>
    </dgm:pt>
    <dgm:pt modelId="{6BEDAF9C-AEB9-47D5-9B8B-69111F3965A8}" type="parTrans" cxnId="{47AD1A65-53CB-493B-9964-B6F353A7533E}">
      <dgm:prSet/>
      <dgm:spPr/>
      <dgm:t>
        <a:bodyPr/>
        <a:lstStyle/>
        <a:p>
          <a:endParaRPr lang="en-DE"/>
        </a:p>
      </dgm:t>
    </dgm:pt>
    <dgm:pt modelId="{7B771A5A-489B-43A0-BE32-A2CFC1C43294}" type="sibTrans" cxnId="{47AD1A65-53CB-493B-9964-B6F353A7533E}">
      <dgm:prSet/>
      <dgm:spPr/>
      <dgm:t>
        <a:bodyPr/>
        <a:lstStyle/>
        <a:p>
          <a:endParaRPr lang="en-DE"/>
        </a:p>
      </dgm:t>
    </dgm:pt>
    <dgm:pt modelId="{F8248E79-B86F-431A-ADA2-1C73780E3480}">
      <dgm:prSet custT="1"/>
      <dgm:spPr>
        <a:xfrm>
          <a:off x="3209" y="578245"/>
          <a:ext cx="3129273" cy="3441543"/>
        </a:xfrm>
        <a:prstGeom prst="rect">
          <a:avLst/>
        </a:prstGeom>
        <a:solidFill>
          <a:sysClr val="window" lastClr="FFFFFF">
            <a:alpha val="90000"/>
            <a:tint val="40000"/>
            <a:hueOff val="0"/>
            <a:satOff val="0"/>
            <a:lumOff val="0"/>
            <a:alphaOff val="0"/>
          </a:sysClr>
        </a:solidFill>
        <a:ln w="6350" cap="flat" cmpd="sng" algn="ctr">
          <a:solidFill>
            <a:srgbClr val="0087BE">
              <a:alpha val="90000"/>
              <a:hueOff val="0"/>
              <a:satOff val="0"/>
              <a:lumOff val="0"/>
              <a:alphaOff val="0"/>
            </a:srgbClr>
          </a:solidFill>
          <a:prstDash val="solid"/>
          <a:miter lim="800000"/>
        </a:ln>
        <a:effectLst/>
      </dgm:spPr>
      <dgm:t>
        <a:bodyPr/>
        <a:lstStyle/>
        <a:p>
          <a:pPr>
            <a:buFont typeface="Arial" panose="020B0604020202020204" pitchFamily="34" charset="0"/>
            <a:buChar char="•"/>
          </a:pPr>
          <a:r>
            <a:rPr lang="en-US" sz="1200" b="1" i="0">
              <a:solidFill>
                <a:srgbClr val="000000">
                  <a:hueOff val="0"/>
                  <a:satOff val="0"/>
                  <a:lumOff val="0"/>
                  <a:alphaOff val="0"/>
                </a:srgbClr>
              </a:solidFill>
              <a:latin typeface="Arial"/>
              <a:ea typeface="+mn-ea"/>
              <a:cs typeface="+mn-cs"/>
            </a:rPr>
            <a:t>Purchaser</a:t>
          </a:r>
          <a:r>
            <a:rPr lang="en-US" sz="1200" b="0" i="0">
              <a:solidFill>
                <a:srgbClr val="000000">
                  <a:hueOff val="0"/>
                  <a:satOff val="0"/>
                  <a:lumOff val="0"/>
                  <a:alphaOff val="0"/>
                </a:srgbClr>
              </a:solidFill>
              <a:latin typeface="Arial"/>
              <a:ea typeface="+mn-ea"/>
              <a:cs typeface="+mn-cs"/>
            </a:rPr>
            <a:t>: Handles PR processing and creates purchase orders (PO), order confirmations, and claims / returns.</a:t>
          </a:r>
        </a:p>
      </dgm:t>
    </dgm:pt>
    <dgm:pt modelId="{166EB649-E2B1-4323-87C3-5A75083CA409}" type="parTrans" cxnId="{A733E1CE-6B70-4F63-A812-E2188F6D488B}">
      <dgm:prSet/>
      <dgm:spPr/>
      <dgm:t>
        <a:bodyPr/>
        <a:lstStyle/>
        <a:p>
          <a:endParaRPr lang="en-DE"/>
        </a:p>
      </dgm:t>
    </dgm:pt>
    <dgm:pt modelId="{80799AB1-8E91-4405-A257-0C94F5C4EB7D}" type="sibTrans" cxnId="{A733E1CE-6B70-4F63-A812-E2188F6D488B}">
      <dgm:prSet/>
      <dgm:spPr/>
      <dgm:t>
        <a:bodyPr/>
        <a:lstStyle/>
        <a:p>
          <a:endParaRPr lang="en-DE"/>
        </a:p>
      </dgm:t>
    </dgm:pt>
    <dgm:pt modelId="{A954988D-2D50-4D3D-A338-7CB00F3B011D}">
      <dgm:prSet custT="1"/>
      <dgm:spPr>
        <a:xfrm>
          <a:off x="3209" y="578245"/>
          <a:ext cx="3129273" cy="3441543"/>
        </a:xfrm>
        <a:prstGeom prst="rect">
          <a:avLst/>
        </a:prstGeom>
        <a:solidFill>
          <a:sysClr val="window" lastClr="FFFFFF">
            <a:alpha val="90000"/>
            <a:tint val="40000"/>
            <a:hueOff val="0"/>
            <a:satOff val="0"/>
            <a:lumOff val="0"/>
            <a:alphaOff val="0"/>
          </a:sysClr>
        </a:solidFill>
        <a:ln w="6350" cap="flat" cmpd="sng" algn="ctr">
          <a:solidFill>
            <a:srgbClr val="0087BE">
              <a:alpha val="90000"/>
              <a:hueOff val="0"/>
              <a:satOff val="0"/>
              <a:lumOff val="0"/>
              <a:alphaOff val="0"/>
            </a:srgbClr>
          </a:solidFill>
          <a:prstDash val="solid"/>
          <a:miter lim="800000"/>
        </a:ln>
        <a:effectLst/>
      </dgm:spPr>
      <dgm:t>
        <a:bodyPr/>
        <a:lstStyle/>
        <a:p>
          <a:pPr>
            <a:buFont typeface="Arial" panose="020B0604020202020204" pitchFamily="34" charset="0"/>
            <a:buChar char="•"/>
          </a:pPr>
          <a:r>
            <a:rPr lang="en-US" sz="1200" b="1" i="0">
              <a:solidFill>
                <a:srgbClr val="000000">
                  <a:hueOff val="0"/>
                  <a:satOff val="0"/>
                  <a:lumOff val="0"/>
                  <a:alphaOff val="0"/>
                </a:srgbClr>
              </a:solidFill>
              <a:latin typeface="Arial"/>
              <a:ea typeface="+mn-ea"/>
              <a:cs typeface="+mn-cs"/>
            </a:rPr>
            <a:t>Approver</a:t>
          </a:r>
          <a:r>
            <a:rPr lang="en-US" sz="1200" b="0" i="0">
              <a:solidFill>
                <a:srgbClr val="000000">
                  <a:hueOff val="0"/>
                  <a:satOff val="0"/>
                  <a:lumOff val="0"/>
                  <a:alphaOff val="0"/>
                </a:srgbClr>
              </a:solidFill>
              <a:latin typeface="Arial"/>
              <a:ea typeface="+mn-ea"/>
              <a:cs typeface="+mn-cs"/>
            </a:rPr>
            <a:t>: Approves POs based on a signature mandate.</a:t>
          </a:r>
        </a:p>
      </dgm:t>
    </dgm:pt>
    <dgm:pt modelId="{2E3AF47A-0AA0-42AD-B64D-7C29AA218575}" type="parTrans" cxnId="{A660E753-07D5-47AA-8B9E-5EC08746F7B2}">
      <dgm:prSet/>
      <dgm:spPr/>
      <dgm:t>
        <a:bodyPr/>
        <a:lstStyle/>
        <a:p>
          <a:endParaRPr lang="en-DE"/>
        </a:p>
      </dgm:t>
    </dgm:pt>
    <dgm:pt modelId="{4CFCED43-0B8D-444D-8E59-F7A9AA0A76AE}" type="sibTrans" cxnId="{A660E753-07D5-47AA-8B9E-5EC08746F7B2}">
      <dgm:prSet/>
      <dgm:spPr/>
      <dgm:t>
        <a:bodyPr/>
        <a:lstStyle/>
        <a:p>
          <a:endParaRPr lang="en-DE"/>
        </a:p>
      </dgm:t>
    </dgm:pt>
    <dgm:pt modelId="{82730EA2-5C35-4434-B709-C3669E9037BF}">
      <dgm:prSet custT="1"/>
      <dgm:spPr>
        <a:xfrm>
          <a:off x="7137953" y="578245"/>
          <a:ext cx="3129273" cy="3441543"/>
        </a:xfrm>
        <a:prstGeom prst="rect">
          <a:avLst/>
        </a:prstGeom>
        <a:solidFill>
          <a:sysClr val="window" lastClr="FFFFFF">
            <a:alpha val="90000"/>
            <a:tint val="40000"/>
            <a:hueOff val="0"/>
            <a:satOff val="0"/>
            <a:lumOff val="0"/>
            <a:alphaOff val="0"/>
          </a:sysClr>
        </a:solidFill>
        <a:ln w="6350" cap="flat" cmpd="sng" algn="ctr">
          <a:solidFill>
            <a:srgbClr val="0087BE">
              <a:alpha val="90000"/>
              <a:hueOff val="0"/>
              <a:satOff val="0"/>
              <a:lumOff val="0"/>
              <a:alphaOff val="0"/>
            </a:srgbClr>
          </a:solidFill>
          <a:prstDash val="solid"/>
          <a:miter lim="800000"/>
        </a:ln>
        <a:effectLst/>
      </dgm:spPr>
      <dgm:t>
        <a:bodyPr/>
        <a:lstStyle/>
        <a:p>
          <a:pPr>
            <a:buFont typeface="Arial" panose="020B0604020202020204" pitchFamily="34" charset="0"/>
            <a:buChar char="•"/>
          </a:pPr>
          <a:r>
            <a:rPr lang="en-US" sz="1200" b="0" i="0">
              <a:solidFill>
                <a:srgbClr val="000000">
                  <a:hueOff val="0"/>
                  <a:satOff val="0"/>
                  <a:lumOff val="0"/>
                  <a:alphaOff val="0"/>
                </a:srgbClr>
              </a:solidFill>
              <a:latin typeface="Arial"/>
              <a:ea typeface="+mn-ea"/>
              <a:cs typeface="+mn-cs"/>
            </a:rPr>
            <a:t>Standard purchase requisition: NB</a:t>
          </a:r>
        </a:p>
      </dgm:t>
    </dgm:pt>
    <dgm:pt modelId="{36FB27FD-07C5-460A-8F8E-91C3CFC74C02}" type="parTrans" cxnId="{F143F093-F6BE-4032-9EA6-237F782B68F6}">
      <dgm:prSet/>
      <dgm:spPr/>
      <dgm:t>
        <a:bodyPr/>
        <a:lstStyle/>
        <a:p>
          <a:endParaRPr lang="en-DE"/>
        </a:p>
      </dgm:t>
    </dgm:pt>
    <dgm:pt modelId="{07A38F7D-5A23-46E2-81A4-DEA8A75ACFCE}" type="sibTrans" cxnId="{F143F093-F6BE-4032-9EA6-237F782B68F6}">
      <dgm:prSet/>
      <dgm:spPr/>
      <dgm:t>
        <a:bodyPr/>
        <a:lstStyle/>
        <a:p>
          <a:endParaRPr lang="en-DE"/>
        </a:p>
      </dgm:t>
    </dgm:pt>
    <dgm:pt modelId="{77F5B1AB-E286-42F7-A2BF-FA4C52913196}">
      <dgm:prSet custT="1"/>
      <dgm:spPr>
        <a:xfrm>
          <a:off x="7137953" y="578245"/>
          <a:ext cx="3129273" cy="3441543"/>
        </a:xfrm>
        <a:prstGeom prst="rect">
          <a:avLst/>
        </a:prstGeom>
        <a:solidFill>
          <a:sysClr val="window" lastClr="FFFFFF">
            <a:alpha val="90000"/>
            <a:tint val="40000"/>
            <a:hueOff val="0"/>
            <a:satOff val="0"/>
            <a:lumOff val="0"/>
            <a:alphaOff val="0"/>
          </a:sysClr>
        </a:solidFill>
        <a:ln w="6350" cap="flat" cmpd="sng" algn="ctr">
          <a:solidFill>
            <a:srgbClr val="0087BE">
              <a:alpha val="90000"/>
              <a:hueOff val="0"/>
              <a:satOff val="0"/>
              <a:lumOff val="0"/>
              <a:alphaOff val="0"/>
            </a:srgbClr>
          </a:solidFill>
          <a:prstDash val="solid"/>
          <a:miter lim="800000"/>
        </a:ln>
        <a:effectLst/>
      </dgm:spPr>
      <dgm:t>
        <a:bodyPr/>
        <a:lstStyle/>
        <a:p>
          <a:pPr>
            <a:buFont typeface="Arial" panose="020B0604020202020204" pitchFamily="34" charset="0"/>
            <a:buChar char="•"/>
          </a:pPr>
          <a:r>
            <a:rPr lang="en-US" sz="1200" b="0" i="0">
              <a:solidFill>
                <a:srgbClr val="000000">
                  <a:hueOff val="0"/>
                  <a:satOff val="0"/>
                  <a:lumOff val="0"/>
                  <a:alphaOff val="0"/>
                </a:srgbClr>
              </a:solidFill>
              <a:latin typeface="Arial"/>
              <a:ea typeface="+mn-ea"/>
              <a:cs typeface="+mn-cs"/>
            </a:rPr>
            <a:t>Framework purchase requisition: FO</a:t>
          </a:r>
        </a:p>
      </dgm:t>
    </dgm:pt>
    <dgm:pt modelId="{54E7615F-04DC-4E6B-B5F3-DF384A1F34C8}" type="parTrans" cxnId="{8ED08222-F48B-48CD-AFBF-062517488002}">
      <dgm:prSet/>
      <dgm:spPr/>
      <dgm:t>
        <a:bodyPr/>
        <a:lstStyle/>
        <a:p>
          <a:endParaRPr lang="en-DE"/>
        </a:p>
      </dgm:t>
    </dgm:pt>
    <dgm:pt modelId="{293DD3F0-C4FD-4AC0-8C69-5C0C57899687}" type="sibTrans" cxnId="{8ED08222-F48B-48CD-AFBF-062517488002}">
      <dgm:prSet/>
      <dgm:spPr/>
      <dgm:t>
        <a:bodyPr/>
        <a:lstStyle/>
        <a:p>
          <a:endParaRPr lang="en-DE"/>
        </a:p>
      </dgm:t>
    </dgm:pt>
    <dgm:pt modelId="{30FFA86D-4C0F-4C24-82EA-599A4E21AAE9}">
      <dgm:prSet custT="1"/>
      <dgm:spPr>
        <a:xfrm>
          <a:off x="7137953" y="578245"/>
          <a:ext cx="3129273" cy="3441543"/>
        </a:xfrm>
        <a:prstGeom prst="rect">
          <a:avLst/>
        </a:prstGeom>
        <a:solidFill>
          <a:sysClr val="window" lastClr="FFFFFF">
            <a:alpha val="90000"/>
            <a:tint val="40000"/>
            <a:hueOff val="0"/>
            <a:satOff val="0"/>
            <a:lumOff val="0"/>
            <a:alphaOff val="0"/>
          </a:sysClr>
        </a:solidFill>
        <a:ln w="6350" cap="flat" cmpd="sng" algn="ctr">
          <a:solidFill>
            <a:srgbClr val="0087BE">
              <a:alpha val="90000"/>
              <a:hueOff val="0"/>
              <a:satOff val="0"/>
              <a:lumOff val="0"/>
              <a:alphaOff val="0"/>
            </a:srgbClr>
          </a:solidFill>
          <a:prstDash val="solid"/>
          <a:miter lim="800000"/>
        </a:ln>
        <a:effectLst/>
      </dgm:spPr>
      <dgm:t>
        <a:bodyPr/>
        <a:lstStyle/>
        <a:p>
          <a:pPr>
            <a:buFont typeface="Arial" panose="020B0604020202020204" pitchFamily="34" charset="0"/>
            <a:buChar char="•"/>
          </a:pPr>
          <a:r>
            <a:rPr lang="en-US" sz="1200" b="0" i="0">
              <a:solidFill>
                <a:srgbClr val="000000">
                  <a:hueOff val="0"/>
                  <a:satOff val="0"/>
                  <a:lumOff val="0"/>
                  <a:alphaOff val="0"/>
                </a:srgbClr>
              </a:solidFill>
              <a:latin typeface="Arial"/>
              <a:ea typeface="+mn-ea"/>
              <a:cs typeface="+mn-cs"/>
            </a:rPr>
            <a:t>Standard purchase order: </a:t>
          </a:r>
          <a:r>
            <a:rPr lang="en-US" sz="1200" b="0" i="0">
              <a:solidFill>
                <a:srgbClr val="009CBD"/>
              </a:solidFill>
              <a:latin typeface="Arial"/>
              <a:ea typeface="+mn-ea"/>
              <a:cs typeface="+mn-cs"/>
            </a:rPr>
            <a:t>YDNB</a:t>
          </a:r>
        </a:p>
      </dgm:t>
    </dgm:pt>
    <dgm:pt modelId="{F65BA9D0-0BAE-427B-879B-879B2F503A50}" type="parTrans" cxnId="{FABB0CFC-86BC-473E-8810-B48B19F56760}">
      <dgm:prSet/>
      <dgm:spPr/>
      <dgm:t>
        <a:bodyPr/>
        <a:lstStyle/>
        <a:p>
          <a:endParaRPr lang="en-DE"/>
        </a:p>
      </dgm:t>
    </dgm:pt>
    <dgm:pt modelId="{C7332AB2-BD80-4AFB-ADE6-0C8DC9156FF5}" type="sibTrans" cxnId="{FABB0CFC-86BC-473E-8810-B48B19F56760}">
      <dgm:prSet/>
      <dgm:spPr/>
      <dgm:t>
        <a:bodyPr/>
        <a:lstStyle/>
        <a:p>
          <a:endParaRPr lang="en-DE"/>
        </a:p>
      </dgm:t>
    </dgm:pt>
    <dgm:pt modelId="{754DD2D4-6B05-47A1-B5B5-7C211FBF8F00}">
      <dgm:prSet custT="1"/>
      <dgm:spPr>
        <a:xfrm>
          <a:off x="7137953" y="578245"/>
          <a:ext cx="3129273" cy="3441543"/>
        </a:xfrm>
        <a:prstGeom prst="rect">
          <a:avLst/>
        </a:prstGeom>
        <a:solidFill>
          <a:sysClr val="window" lastClr="FFFFFF">
            <a:alpha val="90000"/>
            <a:tint val="40000"/>
            <a:hueOff val="0"/>
            <a:satOff val="0"/>
            <a:lumOff val="0"/>
            <a:alphaOff val="0"/>
          </a:sysClr>
        </a:solidFill>
        <a:ln w="6350" cap="flat" cmpd="sng" algn="ctr">
          <a:solidFill>
            <a:srgbClr val="0087BE">
              <a:alpha val="90000"/>
              <a:hueOff val="0"/>
              <a:satOff val="0"/>
              <a:lumOff val="0"/>
              <a:alphaOff val="0"/>
            </a:srgbClr>
          </a:solidFill>
          <a:prstDash val="solid"/>
          <a:miter lim="800000"/>
        </a:ln>
        <a:effectLst/>
      </dgm:spPr>
      <dgm:t>
        <a:bodyPr/>
        <a:lstStyle/>
        <a:p>
          <a:pPr>
            <a:buFont typeface="Arial" panose="020B0604020202020204" pitchFamily="34" charset="0"/>
            <a:buChar char="•"/>
          </a:pPr>
          <a:r>
            <a:rPr lang="en-US" sz="1200" b="0" i="0">
              <a:solidFill>
                <a:srgbClr val="000000">
                  <a:hueOff val="0"/>
                  <a:satOff val="0"/>
                  <a:lumOff val="0"/>
                  <a:alphaOff val="0"/>
                </a:srgbClr>
              </a:solidFill>
              <a:latin typeface="Arial"/>
              <a:ea typeface="+mn-ea"/>
              <a:cs typeface="+mn-cs"/>
            </a:rPr>
            <a:t>Framework purchase order: </a:t>
          </a:r>
          <a:r>
            <a:rPr lang="en-US" sz="1200" b="0" i="0">
              <a:solidFill>
                <a:srgbClr val="009CBD"/>
              </a:solidFill>
              <a:latin typeface="Arial"/>
              <a:ea typeface="+mn-ea"/>
              <a:cs typeface="+mn-cs"/>
            </a:rPr>
            <a:t>YDFO</a:t>
          </a:r>
          <a:r>
            <a:rPr lang="en-US" sz="1200" b="0" i="0">
              <a:solidFill>
                <a:srgbClr val="000000">
                  <a:hueOff val="0"/>
                  <a:satOff val="0"/>
                  <a:lumOff val="0"/>
                  <a:alphaOff val="0"/>
                </a:srgbClr>
              </a:solidFill>
              <a:latin typeface="Arial"/>
              <a:ea typeface="+mn-ea"/>
              <a:cs typeface="+mn-cs"/>
            </a:rPr>
            <a:t> </a:t>
          </a:r>
        </a:p>
      </dgm:t>
    </dgm:pt>
    <dgm:pt modelId="{9B132C51-2D43-4B91-82E1-A88096533CBA}" type="parTrans" cxnId="{DBF909DD-8D00-42B0-8C33-BA647CD25284}">
      <dgm:prSet/>
      <dgm:spPr/>
      <dgm:t>
        <a:bodyPr/>
        <a:lstStyle/>
        <a:p>
          <a:endParaRPr lang="en-DE"/>
        </a:p>
      </dgm:t>
    </dgm:pt>
    <dgm:pt modelId="{ED1F87C8-FDDF-4225-9F88-100ADE83E9B8}" type="sibTrans" cxnId="{DBF909DD-8D00-42B0-8C33-BA647CD25284}">
      <dgm:prSet/>
      <dgm:spPr/>
      <dgm:t>
        <a:bodyPr/>
        <a:lstStyle/>
        <a:p>
          <a:endParaRPr lang="en-DE"/>
        </a:p>
      </dgm:t>
    </dgm:pt>
    <dgm:pt modelId="{D1D48F42-9040-4065-91A1-6B685D8B31B8}">
      <dgm:prSet custT="1"/>
      <dgm:spPr>
        <a:xfrm>
          <a:off x="7137953" y="578245"/>
          <a:ext cx="3129273" cy="3441543"/>
        </a:xfrm>
        <a:prstGeom prst="rect">
          <a:avLst/>
        </a:prstGeom>
        <a:solidFill>
          <a:sysClr val="window" lastClr="FFFFFF">
            <a:alpha val="90000"/>
            <a:tint val="40000"/>
            <a:hueOff val="0"/>
            <a:satOff val="0"/>
            <a:lumOff val="0"/>
            <a:alphaOff val="0"/>
          </a:sysClr>
        </a:solidFill>
        <a:ln w="6350" cap="flat" cmpd="sng" algn="ctr">
          <a:solidFill>
            <a:srgbClr val="0087BE">
              <a:alpha val="90000"/>
              <a:hueOff val="0"/>
              <a:satOff val="0"/>
              <a:lumOff val="0"/>
              <a:alphaOff val="0"/>
            </a:srgbClr>
          </a:solidFill>
          <a:prstDash val="solid"/>
          <a:miter lim="800000"/>
        </a:ln>
        <a:effectLst/>
      </dgm:spPr>
      <dgm:t>
        <a:bodyPr/>
        <a:lstStyle/>
        <a:p>
          <a:pPr>
            <a:buFont typeface="Arial" panose="020B0604020202020204" pitchFamily="34" charset="0"/>
            <a:buChar char="•"/>
          </a:pPr>
          <a:r>
            <a:rPr lang="en-US" sz="1200" b="0" i="0">
              <a:solidFill>
                <a:srgbClr val="000000">
                  <a:hueOff val="0"/>
                  <a:satOff val="0"/>
                  <a:lumOff val="0"/>
                  <a:alphaOff val="0"/>
                </a:srgbClr>
              </a:solidFill>
              <a:latin typeface="Arial"/>
              <a:ea typeface="+mn-ea"/>
              <a:cs typeface="+mn-cs"/>
            </a:rPr>
            <a:t>EDI (6)</a:t>
          </a:r>
        </a:p>
      </dgm:t>
    </dgm:pt>
    <dgm:pt modelId="{16B1D6DF-F211-44D1-A250-ED3358C48CAD}" type="parTrans" cxnId="{9D6BD3ED-EDCF-4FDA-BCBE-E5755DA7C77B}">
      <dgm:prSet/>
      <dgm:spPr/>
      <dgm:t>
        <a:bodyPr/>
        <a:lstStyle/>
        <a:p>
          <a:endParaRPr lang="en-DE"/>
        </a:p>
      </dgm:t>
    </dgm:pt>
    <dgm:pt modelId="{E9180D05-9C0F-4253-824D-43B8BF03C536}" type="sibTrans" cxnId="{9D6BD3ED-EDCF-4FDA-BCBE-E5755DA7C77B}">
      <dgm:prSet/>
      <dgm:spPr/>
      <dgm:t>
        <a:bodyPr/>
        <a:lstStyle/>
        <a:p>
          <a:endParaRPr lang="en-DE"/>
        </a:p>
      </dgm:t>
    </dgm:pt>
    <dgm:pt modelId="{689F337E-7F53-4D8D-8C3D-28CD1B281E00}">
      <dgm:prSet custT="1"/>
      <dgm:spPr>
        <a:xfrm>
          <a:off x="7137953" y="578245"/>
          <a:ext cx="3129273" cy="3441543"/>
        </a:xfrm>
        <a:prstGeom prst="rect">
          <a:avLst/>
        </a:prstGeom>
        <a:solidFill>
          <a:sysClr val="window" lastClr="FFFFFF">
            <a:alpha val="90000"/>
            <a:tint val="40000"/>
            <a:hueOff val="0"/>
            <a:satOff val="0"/>
            <a:lumOff val="0"/>
            <a:alphaOff val="0"/>
          </a:sysClr>
        </a:solidFill>
        <a:ln w="6350" cap="flat" cmpd="sng" algn="ctr">
          <a:solidFill>
            <a:srgbClr val="0087BE">
              <a:alpha val="90000"/>
              <a:hueOff val="0"/>
              <a:satOff val="0"/>
              <a:lumOff val="0"/>
              <a:alphaOff val="0"/>
            </a:srgbClr>
          </a:solidFill>
          <a:prstDash val="solid"/>
          <a:miter lim="800000"/>
        </a:ln>
        <a:effectLst/>
      </dgm:spPr>
      <dgm:t>
        <a:bodyPr/>
        <a:lstStyle/>
        <a:p>
          <a:pPr>
            <a:buFont typeface="Arial" panose="020B0604020202020204" pitchFamily="34" charset="0"/>
            <a:buChar char="•"/>
          </a:pPr>
          <a:endParaRPr lang="en-US" sz="1200" b="0" i="0">
            <a:solidFill>
              <a:srgbClr val="000000">
                <a:hueOff val="0"/>
                <a:satOff val="0"/>
                <a:lumOff val="0"/>
                <a:alphaOff val="0"/>
              </a:srgbClr>
            </a:solidFill>
            <a:latin typeface="Arial"/>
            <a:ea typeface="+mn-ea"/>
            <a:cs typeface="+mn-cs"/>
          </a:endParaRPr>
        </a:p>
      </dgm:t>
    </dgm:pt>
    <dgm:pt modelId="{C03EC26D-BEAD-4778-9BAB-E21CDAD25CD8}" type="parTrans" cxnId="{73921C05-A98E-42F5-949B-7F141D8F31E7}">
      <dgm:prSet/>
      <dgm:spPr/>
      <dgm:t>
        <a:bodyPr/>
        <a:lstStyle/>
        <a:p>
          <a:endParaRPr lang="en-DE"/>
        </a:p>
      </dgm:t>
    </dgm:pt>
    <dgm:pt modelId="{858B24C3-BA4A-43C3-8E57-73744C41BC37}" type="sibTrans" cxnId="{73921C05-A98E-42F5-949B-7F141D8F31E7}">
      <dgm:prSet/>
      <dgm:spPr/>
      <dgm:t>
        <a:bodyPr/>
        <a:lstStyle/>
        <a:p>
          <a:endParaRPr lang="en-DE"/>
        </a:p>
      </dgm:t>
    </dgm:pt>
    <dgm:pt modelId="{F68E62F5-65ED-4023-81C9-E620C9952AFD}">
      <dgm:prSet custT="1"/>
      <dgm:spPr>
        <a:xfrm>
          <a:off x="7137953" y="578245"/>
          <a:ext cx="3129273" cy="3441543"/>
        </a:xfrm>
        <a:prstGeom prst="rect">
          <a:avLst/>
        </a:prstGeom>
        <a:solidFill>
          <a:sysClr val="window" lastClr="FFFFFF">
            <a:alpha val="90000"/>
            <a:tint val="40000"/>
            <a:hueOff val="0"/>
            <a:satOff val="0"/>
            <a:lumOff val="0"/>
            <a:alphaOff val="0"/>
          </a:sysClr>
        </a:solidFill>
        <a:ln w="6350" cap="flat" cmpd="sng" algn="ctr">
          <a:solidFill>
            <a:srgbClr val="0087BE">
              <a:alpha val="90000"/>
              <a:hueOff val="0"/>
              <a:satOff val="0"/>
              <a:lumOff val="0"/>
              <a:alphaOff val="0"/>
            </a:srgbClr>
          </a:solidFill>
          <a:prstDash val="solid"/>
          <a:miter lim="800000"/>
        </a:ln>
        <a:effectLst/>
      </dgm:spPr>
      <dgm:t>
        <a:bodyPr/>
        <a:lstStyle/>
        <a:p>
          <a:pPr>
            <a:buFont typeface="Arial" panose="020B0604020202020204" pitchFamily="34" charset="0"/>
            <a:buChar char="•"/>
          </a:pPr>
          <a:r>
            <a:rPr lang="en-US" sz="1200" b="0" i="0">
              <a:solidFill>
                <a:srgbClr val="000000">
                  <a:hueOff val="0"/>
                  <a:satOff val="0"/>
                  <a:lumOff val="0"/>
                  <a:alphaOff val="0"/>
                </a:srgbClr>
              </a:solidFill>
              <a:latin typeface="Arial"/>
              <a:ea typeface="+mn-ea"/>
              <a:cs typeface="+mn-cs"/>
            </a:rPr>
            <a:t>PR release strategy: </a:t>
          </a:r>
          <a:r>
            <a:rPr lang="en-US" sz="1200" b="0" i="0">
              <a:solidFill>
                <a:srgbClr val="009CBD"/>
              </a:solidFill>
              <a:latin typeface="Arial"/>
              <a:ea typeface="+mn-ea"/>
              <a:cs typeface="+mn-cs"/>
            </a:rPr>
            <a:t>Y3</a:t>
          </a:r>
          <a:r>
            <a:rPr lang="en-US" sz="1200" b="0" i="0">
              <a:solidFill>
                <a:srgbClr val="000000">
                  <a:hueOff val="0"/>
                  <a:satOff val="0"/>
                  <a:lumOff val="0"/>
                  <a:alphaOff val="0"/>
                </a:srgbClr>
              </a:solidFill>
              <a:latin typeface="Arial"/>
              <a:ea typeface="+mn-ea"/>
              <a:cs typeface="+mn-cs"/>
            </a:rPr>
            <a:t> with one step</a:t>
          </a:r>
        </a:p>
      </dgm:t>
    </dgm:pt>
    <dgm:pt modelId="{2C9C9BCB-1922-4E39-8800-D91A4503AAB2}" type="parTrans" cxnId="{6CC35763-BFA5-440F-A5C3-B2760C67D1C9}">
      <dgm:prSet/>
      <dgm:spPr/>
      <dgm:t>
        <a:bodyPr/>
        <a:lstStyle/>
        <a:p>
          <a:endParaRPr lang="en-DE"/>
        </a:p>
      </dgm:t>
    </dgm:pt>
    <dgm:pt modelId="{8FDB99F4-7B28-4147-A378-AE90537ADAD4}" type="sibTrans" cxnId="{6CC35763-BFA5-440F-A5C3-B2760C67D1C9}">
      <dgm:prSet/>
      <dgm:spPr/>
      <dgm:t>
        <a:bodyPr/>
        <a:lstStyle/>
        <a:p>
          <a:endParaRPr lang="en-DE"/>
        </a:p>
      </dgm:t>
    </dgm:pt>
    <dgm:pt modelId="{E004F85C-25BB-4F94-9841-52660C47252F}">
      <dgm:prSet phldrT="[Text]" custT="1"/>
      <dgm:spPr>
        <a:xfrm>
          <a:off x="3570581" y="578245"/>
          <a:ext cx="3129273" cy="3441543"/>
        </a:xfrm>
        <a:prstGeom prst="rect">
          <a:avLst/>
        </a:prstGeom>
        <a:solidFill>
          <a:sysClr val="window" lastClr="FFFFFF">
            <a:alpha val="90000"/>
            <a:tint val="40000"/>
            <a:hueOff val="0"/>
            <a:satOff val="0"/>
            <a:lumOff val="0"/>
            <a:alphaOff val="0"/>
          </a:sysClr>
        </a:solidFill>
        <a:ln w="6350" cap="flat" cmpd="sng" algn="ctr">
          <a:solidFill>
            <a:srgbClr val="0087BE">
              <a:alpha val="90000"/>
              <a:hueOff val="0"/>
              <a:satOff val="0"/>
              <a:lumOff val="0"/>
              <a:alphaOff val="0"/>
            </a:srgbClr>
          </a:solidFill>
          <a:prstDash val="solid"/>
          <a:miter lim="800000"/>
        </a:ln>
        <a:effectLst/>
      </dgm:spPr>
      <dgm:t>
        <a:bodyPr/>
        <a:lstStyle/>
        <a:p>
          <a:pPr>
            <a:buFont typeface="Arial" panose="020B0604020202020204" pitchFamily="34" charset="0"/>
            <a:buChar char="•"/>
          </a:pPr>
          <a:r>
            <a:rPr lang="en-US" sz="1200" b="0" i="0">
              <a:solidFill>
                <a:srgbClr val="000000">
                  <a:hueOff val="0"/>
                  <a:satOff val="0"/>
                  <a:lumOff val="0"/>
                  <a:alphaOff val="0"/>
                </a:srgbClr>
              </a:solidFill>
              <a:latin typeface="Arial"/>
              <a:ea typeface="+mn-ea"/>
              <a:cs typeface="+mn-cs"/>
            </a:rPr>
            <a:t>Purchasing organization per company code (SRE specific)</a:t>
          </a:r>
          <a:endParaRPr lang="en-DE" sz="1200">
            <a:solidFill>
              <a:srgbClr val="000000">
                <a:hueOff val="0"/>
                <a:satOff val="0"/>
                <a:lumOff val="0"/>
                <a:alphaOff val="0"/>
              </a:srgbClr>
            </a:solidFill>
            <a:latin typeface="Arial"/>
            <a:ea typeface="+mn-ea"/>
            <a:cs typeface="+mn-cs"/>
          </a:endParaRPr>
        </a:p>
      </dgm:t>
    </dgm:pt>
    <dgm:pt modelId="{D9027DB6-7929-418E-8F5B-0278060F49B7}" type="parTrans" cxnId="{51884F1B-64FD-4848-AD38-1C7235E2EE5E}">
      <dgm:prSet/>
      <dgm:spPr/>
      <dgm:t>
        <a:bodyPr/>
        <a:lstStyle/>
        <a:p>
          <a:endParaRPr lang="en-DE"/>
        </a:p>
      </dgm:t>
    </dgm:pt>
    <dgm:pt modelId="{E77819D6-4C42-45B8-A900-0DEA25C5CDAF}" type="sibTrans" cxnId="{51884F1B-64FD-4848-AD38-1C7235E2EE5E}">
      <dgm:prSet/>
      <dgm:spPr/>
      <dgm:t>
        <a:bodyPr/>
        <a:lstStyle/>
        <a:p>
          <a:endParaRPr lang="en-DE"/>
        </a:p>
      </dgm:t>
    </dgm:pt>
    <dgm:pt modelId="{B264EAFA-83F3-427E-9A2E-2C411698E96A}">
      <dgm:prSet phldrT="[Text]" custT="1"/>
      <dgm:spPr>
        <a:xfrm>
          <a:off x="3570581" y="578245"/>
          <a:ext cx="3129273" cy="3441543"/>
        </a:xfrm>
        <a:prstGeom prst="rect">
          <a:avLst/>
        </a:prstGeom>
        <a:solidFill>
          <a:sysClr val="window" lastClr="FFFFFF">
            <a:alpha val="90000"/>
            <a:tint val="40000"/>
            <a:hueOff val="0"/>
            <a:satOff val="0"/>
            <a:lumOff val="0"/>
            <a:alphaOff val="0"/>
          </a:sysClr>
        </a:solidFill>
        <a:ln w="6350" cap="flat" cmpd="sng" algn="ctr">
          <a:solidFill>
            <a:srgbClr val="0087BE">
              <a:alpha val="90000"/>
              <a:hueOff val="0"/>
              <a:satOff val="0"/>
              <a:lumOff val="0"/>
              <a:alphaOff val="0"/>
            </a:srgbClr>
          </a:solidFill>
          <a:prstDash val="solid"/>
          <a:miter lim="800000"/>
        </a:ln>
        <a:effectLst/>
      </dgm:spPr>
      <dgm:t>
        <a:bodyPr/>
        <a:lstStyle/>
        <a:p>
          <a:pPr>
            <a:buFont typeface="Arial" panose="020B0604020202020204" pitchFamily="34" charset="0"/>
            <a:buChar char="•"/>
          </a:pPr>
          <a:r>
            <a:rPr lang="en-US" sz="1200" b="0" i="0">
              <a:solidFill>
                <a:srgbClr val="000000">
                  <a:hueOff val="0"/>
                  <a:satOff val="0"/>
                  <a:lumOff val="0"/>
                  <a:alphaOff val="0"/>
                </a:srgbClr>
              </a:solidFill>
              <a:latin typeface="Arial"/>
              <a:ea typeface="+mn-ea"/>
              <a:cs typeface="+mn-cs"/>
            </a:rPr>
            <a:t>Includes No IM* purchasing organization.</a:t>
          </a:r>
          <a:endParaRPr lang="en-DE" sz="1200">
            <a:solidFill>
              <a:srgbClr val="000000">
                <a:hueOff val="0"/>
                <a:satOff val="0"/>
                <a:lumOff val="0"/>
                <a:alphaOff val="0"/>
              </a:srgbClr>
            </a:solidFill>
            <a:latin typeface="Arial"/>
            <a:ea typeface="+mn-ea"/>
            <a:cs typeface="+mn-cs"/>
          </a:endParaRPr>
        </a:p>
      </dgm:t>
    </dgm:pt>
    <dgm:pt modelId="{B4F393B1-2E54-451F-B479-EED911F76441}" type="parTrans" cxnId="{C498A43B-C78F-47B6-ABCD-37CB58531A5F}">
      <dgm:prSet/>
      <dgm:spPr/>
      <dgm:t>
        <a:bodyPr/>
        <a:lstStyle/>
        <a:p>
          <a:endParaRPr lang="en-DE"/>
        </a:p>
      </dgm:t>
    </dgm:pt>
    <dgm:pt modelId="{C06B6322-5B39-4EA6-8D1E-D64B6B68D632}" type="sibTrans" cxnId="{C498A43B-C78F-47B6-ABCD-37CB58531A5F}">
      <dgm:prSet/>
      <dgm:spPr/>
      <dgm:t>
        <a:bodyPr/>
        <a:lstStyle/>
        <a:p>
          <a:endParaRPr lang="en-DE"/>
        </a:p>
      </dgm:t>
    </dgm:pt>
    <dgm:pt modelId="{53B64BE0-17DD-4148-8A2E-28399018C843}">
      <dgm:prSet custT="1"/>
      <dgm:spPr>
        <a:xfrm>
          <a:off x="3570581" y="578245"/>
          <a:ext cx="3129273" cy="3441543"/>
        </a:xfrm>
        <a:prstGeom prst="rect">
          <a:avLst/>
        </a:prstGeom>
        <a:solidFill>
          <a:sysClr val="window" lastClr="FFFFFF">
            <a:alpha val="90000"/>
            <a:tint val="40000"/>
            <a:hueOff val="0"/>
            <a:satOff val="0"/>
            <a:lumOff val="0"/>
            <a:alphaOff val="0"/>
          </a:sysClr>
        </a:solidFill>
        <a:ln w="6350" cap="flat" cmpd="sng" algn="ctr">
          <a:solidFill>
            <a:srgbClr val="0087BE">
              <a:alpha val="90000"/>
              <a:hueOff val="0"/>
              <a:satOff val="0"/>
              <a:lumOff val="0"/>
              <a:alphaOff val="0"/>
            </a:srgbClr>
          </a:solidFill>
          <a:prstDash val="solid"/>
          <a:miter lim="800000"/>
        </a:ln>
        <a:effectLst/>
      </dgm:spPr>
      <dgm:t>
        <a:bodyPr/>
        <a:lstStyle/>
        <a:p>
          <a:pPr>
            <a:buFont typeface="Arial" panose="020B0604020202020204" pitchFamily="34" charset="0"/>
            <a:buChar char="•"/>
          </a:pPr>
          <a:r>
            <a:rPr lang="en-US" sz="1200" b="0" i="0">
              <a:solidFill>
                <a:srgbClr val="000000">
                  <a:hueOff val="0"/>
                  <a:satOff val="0"/>
                  <a:lumOff val="0"/>
                  <a:alphaOff val="0"/>
                </a:srgbClr>
              </a:solidFill>
              <a:latin typeface="Arial"/>
              <a:ea typeface="+mn-ea"/>
              <a:cs typeface="+mn-cs"/>
            </a:rPr>
            <a:t>Individual Group (</a:t>
          </a:r>
          <a:r>
            <a:rPr lang="en-US" sz="1200" b="0" i="0">
              <a:solidFill>
                <a:srgbClr val="009CBD"/>
              </a:solidFill>
              <a:latin typeface="Arial"/>
              <a:ea typeface="+mn-ea"/>
              <a:cs typeface="+mn-cs"/>
            </a:rPr>
            <a:t>I</a:t>
          </a:r>
          <a:r>
            <a:rPr lang="en-US" sz="1200" b="0" i="1">
              <a:solidFill>
                <a:srgbClr val="009CBD"/>
              </a:solidFill>
              <a:latin typeface="Arial"/>
              <a:ea typeface="+mn-ea"/>
              <a:cs typeface="+mn-cs"/>
            </a:rPr>
            <a:t>XX</a:t>
          </a:r>
          <a:r>
            <a:rPr lang="en-US" sz="1200" b="0" i="0">
              <a:solidFill>
                <a:srgbClr val="000000">
                  <a:hueOff val="0"/>
                  <a:satOff val="0"/>
                  <a:lumOff val="0"/>
                  <a:alphaOff val="0"/>
                </a:srgbClr>
              </a:solidFill>
              <a:latin typeface="Arial"/>
              <a:ea typeface="+mn-ea"/>
              <a:cs typeface="+mn-cs"/>
            </a:rPr>
            <a:t>)</a:t>
          </a:r>
        </a:p>
      </dgm:t>
    </dgm:pt>
    <dgm:pt modelId="{E6FD45C2-2D35-43BD-ABE0-AD0015949E6A}" type="parTrans" cxnId="{54C258E9-70F0-4DE8-B3C7-91438B0F1913}">
      <dgm:prSet/>
      <dgm:spPr/>
      <dgm:t>
        <a:bodyPr/>
        <a:lstStyle/>
        <a:p>
          <a:endParaRPr lang="en-DE"/>
        </a:p>
      </dgm:t>
    </dgm:pt>
    <dgm:pt modelId="{D20F05BC-D5DE-444A-968C-4FCC77CA2C7B}" type="sibTrans" cxnId="{54C258E9-70F0-4DE8-B3C7-91438B0F1913}">
      <dgm:prSet/>
      <dgm:spPr/>
      <dgm:t>
        <a:bodyPr/>
        <a:lstStyle/>
        <a:p>
          <a:endParaRPr lang="en-DE"/>
        </a:p>
      </dgm:t>
    </dgm:pt>
    <dgm:pt modelId="{E2FC3B87-BA1B-4B7D-AC4B-DEAEDA59B421}">
      <dgm:prSet custT="1"/>
      <dgm:spPr>
        <a:xfrm>
          <a:off x="3570581" y="578245"/>
          <a:ext cx="3129273" cy="3441543"/>
        </a:xfrm>
        <a:prstGeom prst="rect">
          <a:avLst/>
        </a:prstGeom>
        <a:solidFill>
          <a:sysClr val="window" lastClr="FFFFFF">
            <a:alpha val="90000"/>
            <a:tint val="40000"/>
            <a:hueOff val="0"/>
            <a:satOff val="0"/>
            <a:lumOff val="0"/>
            <a:alphaOff val="0"/>
          </a:sysClr>
        </a:solidFill>
        <a:ln w="6350" cap="flat" cmpd="sng" algn="ctr">
          <a:solidFill>
            <a:srgbClr val="0087BE">
              <a:alpha val="90000"/>
              <a:hueOff val="0"/>
              <a:satOff val="0"/>
              <a:lumOff val="0"/>
              <a:alphaOff val="0"/>
            </a:srgbClr>
          </a:solidFill>
          <a:prstDash val="solid"/>
          <a:miter lim="800000"/>
        </a:ln>
        <a:effectLst/>
      </dgm:spPr>
      <dgm:t>
        <a:bodyPr/>
        <a:lstStyle/>
        <a:p>
          <a:pPr>
            <a:buFont typeface="Arial" panose="020B0604020202020204" pitchFamily="34" charset="0"/>
            <a:buChar char="•"/>
          </a:pPr>
          <a:r>
            <a:rPr lang="en-US" sz="1200" b="1" i="0">
              <a:solidFill>
                <a:srgbClr val="000000">
                  <a:hueOff val="0"/>
                  <a:satOff val="0"/>
                  <a:lumOff val="0"/>
                  <a:alphaOff val="0"/>
                </a:srgbClr>
              </a:solidFill>
              <a:latin typeface="Arial"/>
              <a:ea typeface="+mn-ea"/>
              <a:cs typeface="+mn-cs"/>
            </a:rPr>
            <a:t>ARE 426Q Org Data</a:t>
          </a:r>
        </a:p>
      </dgm:t>
    </dgm:pt>
    <dgm:pt modelId="{237F5F28-5CF8-4E33-BB1A-C28EE612A4CD}" type="parTrans" cxnId="{26C77036-060E-4D24-B7A8-A6F84371C84D}">
      <dgm:prSet/>
      <dgm:spPr/>
      <dgm:t>
        <a:bodyPr/>
        <a:lstStyle/>
        <a:p>
          <a:endParaRPr lang="en-DE"/>
        </a:p>
      </dgm:t>
    </dgm:pt>
    <dgm:pt modelId="{8F6B7B72-F3F7-4381-85A8-4F98FDBD47BF}" type="sibTrans" cxnId="{26C77036-060E-4D24-B7A8-A6F84371C84D}">
      <dgm:prSet/>
      <dgm:spPr/>
      <dgm:t>
        <a:bodyPr/>
        <a:lstStyle/>
        <a:p>
          <a:endParaRPr lang="en-DE"/>
        </a:p>
      </dgm:t>
    </dgm:pt>
    <dgm:pt modelId="{53311C05-8B6F-426C-81BB-AF0B9378C25D}">
      <dgm:prSet custT="1"/>
      <dgm:spPr>
        <a:xfrm>
          <a:off x="3570581" y="578245"/>
          <a:ext cx="3129273" cy="3441543"/>
        </a:xfrm>
        <a:prstGeom prst="rect">
          <a:avLst/>
        </a:prstGeom>
        <a:solidFill>
          <a:sysClr val="window" lastClr="FFFFFF">
            <a:alpha val="90000"/>
            <a:tint val="40000"/>
            <a:hueOff val="0"/>
            <a:satOff val="0"/>
            <a:lumOff val="0"/>
            <a:alphaOff val="0"/>
          </a:sysClr>
        </a:solidFill>
        <a:ln w="6350" cap="flat" cmpd="sng" algn="ctr">
          <a:solidFill>
            <a:srgbClr val="0087BE">
              <a:alpha val="90000"/>
              <a:hueOff val="0"/>
              <a:satOff val="0"/>
              <a:lumOff val="0"/>
              <a:alphaOff val="0"/>
            </a:srgbClr>
          </a:solidFill>
          <a:prstDash val="solid"/>
          <a:miter lim="800000"/>
        </a:ln>
        <a:effectLst/>
      </dgm:spPr>
      <dgm:t>
        <a:bodyPr/>
        <a:lstStyle/>
        <a:p>
          <a:pPr>
            <a:buFont typeface="Arial" panose="020B0604020202020204" pitchFamily="34" charset="0"/>
            <a:buChar char="•"/>
          </a:pPr>
          <a:endParaRPr lang="en-US" sz="1200" b="0" i="0">
            <a:solidFill>
              <a:srgbClr val="000000">
                <a:hueOff val="0"/>
                <a:satOff val="0"/>
                <a:lumOff val="0"/>
                <a:alphaOff val="0"/>
              </a:srgbClr>
            </a:solidFill>
            <a:latin typeface="Arial"/>
            <a:ea typeface="+mn-ea"/>
            <a:cs typeface="+mn-cs"/>
          </a:endParaRPr>
        </a:p>
      </dgm:t>
    </dgm:pt>
    <dgm:pt modelId="{55584C5E-A4FE-40B8-B577-C479834A4C67}" type="parTrans" cxnId="{464F7347-0C12-4059-9A82-56C06386490E}">
      <dgm:prSet/>
      <dgm:spPr/>
      <dgm:t>
        <a:bodyPr/>
        <a:lstStyle/>
        <a:p>
          <a:endParaRPr lang="en-DE"/>
        </a:p>
      </dgm:t>
    </dgm:pt>
    <dgm:pt modelId="{35601C42-FBC9-48BA-9F68-4ACBCD2262CA}" type="sibTrans" cxnId="{464F7347-0C12-4059-9A82-56C06386490E}">
      <dgm:prSet/>
      <dgm:spPr/>
      <dgm:t>
        <a:bodyPr/>
        <a:lstStyle/>
        <a:p>
          <a:endParaRPr lang="en-DE"/>
        </a:p>
      </dgm:t>
    </dgm:pt>
    <dgm:pt modelId="{077B394F-2242-4845-A394-304B0DB7C931}">
      <dgm:prSet custT="1"/>
      <dgm:spPr>
        <a:xfrm>
          <a:off x="3570581" y="578245"/>
          <a:ext cx="3129273" cy="3441543"/>
        </a:xfrm>
        <a:prstGeom prst="rect">
          <a:avLst/>
        </a:prstGeom>
        <a:solidFill>
          <a:sysClr val="window" lastClr="FFFFFF">
            <a:alpha val="90000"/>
            <a:tint val="40000"/>
            <a:hueOff val="0"/>
            <a:satOff val="0"/>
            <a:lumOff val="0"/>
            <a:alphaOff val="0"/>
          </a:sysClr>
        </a:solidFill>
        <a:ln w="6350" cap="flat" cmpd="sng" algn="ctr">
          <a:solidFill>
            <a:srgbClr val="0087BE">
              <a:alpha val="90000"/>
              <a:hueOff val="0"/>
              <a:satOff val="0"/>
              <a:lumOff val="0"/>
              <a:alphaOff val="0"/>
            </a:srgbClr>
          </a:solidFill>
          <a:prstDash val="solid"/>
          <a:miter lim="800000"/>
        </a:ln>
        <a:effectLst/>
      </dgm:spPr>
      <dgm:t>
        <a:bodyPr/>
        <a:lstStyle/>
        <a:p>
          <a:pPr>
            <a:buFont typeface="Arial" panose="020B0604020202020204" pitchFamily="34" charset="0"/>
            <a:buChar char="•"/>
          </a:pPr>
          <a:r>
            <a:rPr lang="en-US" sz="1200" b="0" i="0">
              <a:solidFill>
                <a:srgbClr val="000000">
                  <a:hueOff val="0"/>
                  <a:satOff val="0"/>
                  <a:lumOff val="0"/>
                  <a:alphaOff val="0"/>
                </a:srgbClr>
              </a:solidFill>
              <a:latin typeface="Arial"/>
              <a:ea typeface="+mn-ea"/>
              <a:cs typeface="+mn-cs"/>
            </a:rPr>
            <a:t>AUN / company code: 3003</a:t>
          </a:r>
        </a:p>
      </dgm:t>
    </dgm:pt>
    <dgm:pt modelId="{9AFF5F84-4A12-4596-9D10-5B304BA61743}" type="parTrans" cxnId="{3AB5BCF6-7821-4BD1-97F4-41FCFEDB511B}">
      <dgm:prSet/>
      <dgm:spPr/>
      <dgm:t>
        <a:bodyPr/>
        <a:lstStyle/>
        <a:p>
          <a:endParaRPr lang="en-DE"/>
        </a:p>
      </dgm:t>
    </dgm:pt>
    <dgm:pt modelId="{54AF60C3-3B3D-4BEF-8DC2-3CEFAD1A0EFE}" type="sibTrans" cxnId="{3AB5BCF6-7821-4BD1-97F4-41FCFEDB511B}">
      <dgm:prSet/>
      <dgm:spPr/>
      <dgm:t>
        <a:bodyPr/>
        <a:lstStyle/>
        <a:p>
          <a:endParaRPr lang="en-DE"/>
        </a:p>
      </dgm:t>
    </dgm:pt>
    <dgm:pt modelId="{DBB94BF7-14C9-4678-999A-A837B22D053B}">
      <dgm:prSet custT="1"/>
      <dgm:spPr>
        <a:xfrm>
          <a:off x="3570581" y="578245"/>
          <a:ext cx="3129273" cy="3441543"/>
        </a:xfrm>
        <a:prstGeom prst="rect">
          <a:avLst/>
        </a:prstGeom>
        <a:solidFill>
          <a:sysClr val="window" lastClr="FFFFFF">
            <a:alpha val="90000"/>
            <a:tint val="40000"/>
            <a:hueOff val="0"/>
            <a:satOff val="0"/>
            <a:lumOff val="0"/>
            <a:alphaOff val="0"/>
          </a:sysClr>
        </a:solidFill>
        <a:ln w="6350" cap="flat" cmpd="sng" algn="ctr">
          <a:solidFill>
            <a:srgbClr val="0087BE">
              <a:alpha val="90000"/>
              <a:hueOff val="0"/>
              <a:satOff val="0"/>
              <a:lumOff val="0"/>
              <a:alphaOff val="0"/>
            </a:srgbClr>
          </a:solidFill>
          <a:prstDash val="solid"/>
          <a:miter lim="800000"/>
        </a:ln>
        <a:effectLst/>
      </dgm:spPr>
      <dgm:t>
        <a:bodyPr/>
        <a:lstStyle/>
        <a:p>
          <a:pPr>
            <a:buFont typeface="Arial" panose="020B0604020202020204" pitchFamily="34" charset="0"/>
            <a:buChar char="•"/>
          </a:pPr>
          <a:r>
            <a:rPr lang="en-US" sz="1200" b="0" i="0">
              <a:solidFill>
                <a:srgbClr val="000000">
                  <a:hueOff val="0"/>
                  <a:satOff val="0"/>
                  <a:lumOff val="0"/>
                  <a:alphaOff val="0"/>
                </a:srgbClr>
              </a:solidFill>
              <a:latin typeface="Arial"/>
              <a:ea typeface="+mn-ea"/>
              <a:cs typeface="+mn-cs"/>
            </a:rPr>
            <a:t>Purchasing organization: </a:t>
          </a:r>
          <a:r>
            <a:rPr lang="en-US" sz="1200" b="0" i="0">
              <a:solidFill>
                <a:srgbClr val="000000"/>
              </a:solidFill>
              <a:latin typeface="Arial"/>
              <a:ea typeface="+mn-ea"/>
              <a:cs typeface="+mn-cs"/>
            </a:rPr>
            <a:t>C300</a:t>
          </a:r>
        </a:p>
      </dgm:t>
    </dgm:pt>
    <dgm:pt modelId="{76D50C3F-5936-4A05-8472-7A363358334E}" type="parTrans" cxnId="{45751904-3C49-478F-A4E5-63DCB3B02199}">
      <dgm:prSet/>
      <dgm:spPr/>
      <dgm:t>
        <a:bodyPr/>
        <a:lstStyle/>
        <a:p>
          <a:endParaRPr lang="en-DE"/>
        </a:p>
      </dgm:t>
    </dgm:pt>
    <dgm:pt modelId="{69E36017-F56C-4DAC-9666-89F79BA51B3D}" type="sibTrans" cxnId="{45751904-3C49-478F-A4E5-63DCB3B02199}">
      <dgm:prSet/>
      <dgm:spPr/>
      <dgm:t>
        <a:bodyPr/>
        <a:lstStyle/>
        <a:p>
          <a:endParaRPr lang="en-DE"/>
        </a:p>
      </dgm:t>
    </dgm:pt>
    <dgm:pt modelId="{900AFA0F-FB6E-454D-97DE-8661826CBDBE}">
      <dgm:prSet custT="1"/>
      <dgm:spPr>
        <a:xfrm>
          <a:off x="3570581" y="578245"/>
          <a:ext cx="3129273" cy="3441543"/>
        </a:xfrm>
        <a:prstGeom prst="rect">
          <a:avLst/>
        </a:prstGeom>
        <a:solidFill>
          <a:sysClr val="window" lastClr="FFFFFF">
            <a:alpha val="90000"/>
            <a:tint val="40000"/>
            <a:hueOff val="0"/>
            <a:satOff val="0"/>
            <a:lumOff val="0"/>
            <a:alphaOff val="0"/>
          </a:sysClr>
        </a:solidFill>
        <a:ln w="6350" cap="flat" cmpd="sng" algn="ctr">
          <a:solidFill>
            <a:srgbClr val="0087BE">
              <a:alpha val="90000"/>
              <a:hueOff val="0"/>
              <a:satOff val="0"/>
              <a:lumOff val="0"/>
              <a:alphaOff val="0"/>
            </a:srgbClr>
          </a:solidFill>
          <a:prstDash val="solid"/>
          <a:miter lim="800000"/>
        </a:ln>
        <a:effectLst/>
      </dgm:spPr>
      <dgm:t>
        <a:bodyPr/>
        <a:lstStyle/>
        <a:p>
          <a:pPr>
            <a:buFont typeface="Arial" panose="020B0604020202020204" pitchFamily="34" charset="0"/>
            <a:buChar char="•"/>
          </a:pPr>
          <a:r>
            <a:rPr lang="en-US" sz="1200" b="0" i="0">
              <a:solidFill>
                <a:srgbClr val="000000">
                  <a:hueOff val="0"/>
                  <a:satOff val="0"/>
                  <a:lumOff val="0"/>
                  <a:alphaOff val="0"/>
                </a:srgbClr>
              </a:solidFill>
              <a:latin typeface="Arial"/>
              <a:ea typeface="+mn-ea"/>
              <a:cs typeface="+mn-cs"/>
            </a:rPr>
            <a:t>Purchasing groups:</a:t>
          </a:r>
        </a:p>
      </dgm:t>
    </dgm:pt>
    <dgm:pt modelId="{592FB195-D5CA-456E-BFE8-6C5229C77DEC}" type="parTrans" cxnId="{4FC16D6E-445F-4C6A-A62A-3F7713BCF685}">
      <dgm:prSet/>
      <dgm:spPr/>
      <dgm:t>
        <a:bodyPr/>
        <a:lstStyle/>
        <a:p>
          <a:endParaRPr lang="en-DE"/>
        </a:p>
      </dgm:t>
    </dgm:pt>
    <dgm:pt modelId="{5E6543CD-5A3D-4263-97E9-8CD4AEBBEA4F}" type="sibTrans" cxnId="{4FC16D6E-445F-4C6A-A62A-3F7713BCF685}">
      <dgm:prSet/>
      <dgm:spPr/>
      <dgm:t>
        <a:bodyPr/>
        <a:lstStyle/>
        <a:p>
          <a:endParaRPr lang="en-DE"/>
        </a:p>
      </dgm:t>
    </dgm:pt>
    <dgm:pt modelId="{60D1C565-C532-4C00-8B11-49AA162CFE50}">
      <dgm:prSet custT="1"/>
      <dgm:spPr>
        <a:xfrm>
          <a:off x="3570581" y="578245"/>
          <a:ext cx="3129273" cy="3441543"/>
        </a:xfrm>
        <a:prstGeom prst="rect">
          <a:avLst/>
        </a:prstGeom>
        <a:solidFill>
          <a:sysClr val="window" lastClr="FFFFFF">
            <a:alpha val="90000"/>
            <a:tint val="40000"/>
            <a:hueOff val="0"/>
            <a:satOff val="0"/>
            <a:lumOff val="0"/>
            <a:alphaOff val="0"/>
          </a:sysClr>
        </a:solidFill>
        <a:ln w="6350" cap="flat" cmpd="sng" algn="ctr">
          <a:solidFill>
            <a:srgbClr val="0087BE">
              <a:alpha val="90000"/>
              <a:hueOff val="0"/>
              <a:satOff val="0"/>
              <a:lumOff val="0"/>
              <a:alphaOff val="0"/>
            </a:srgbClr>
          </a:solidFill>
          <a:prstDash val="solid"/>
          <a:miter lim="800000"/>
        </a:ln>
        <a:effectLst/>
      </dgm:spPr>
      <dgm:t>
        <a:bodyPr/>
        <a:lstStyle/>
        <a:p>
          <a:pPr>
            <a:buFont typeface="Arial" panose="020B0604020202020204" pitchFamily="34" charset="0"/>
            <a:buChar char="•"/>
          </a:pPr>
          <a:r>
            <a:rPr lang="en-US" sz="1200" b="0" i="0">
              <a:solidFill>
                <a:srgbClr val="000000">
                  <a:hueOff val="0"/>
                  <a:satOff val="0"/>
                  <a:lumOff val="0"/>
                  <a:alphaOff val="0"/>
                </a:srgbClr>
              </a:solidFill>
              <a:latin typeface="Arial"/>
              <a:ea typeface="+mn-ea"/>
              <a:cs typeface="+mn-cs"/>
            </a:rPr>
            <a:t>Functional group: F01</a:t>
          </a:r>
        </a:p>
      </dgm:t>
    </dgm:pt>
    <dgm:pt modelId="{676D4CF9-4E14-4B4C-92BA-F988A1563848}" type="parTrans" cxnId="{28AB450E-DBCB-461D-8A1B-ECC6FA55F3E5}">
      <dgm:prSet/>
      <dgm:spPr/>
      <dgm:t>
        <a:bodyPr/>
        <a:lstStyle/>
        <a:p>
          <a:endParaRPr lang="en-DE"/>
        </a:p>
      </dgm:t>
    </dgm:pt>
    <dgm:pt modelId="{8A4B7E45-D91C-4F62-9E0A-6DD1274E6951}" type="sibTrans" cxnId="{28AB450E-DBCB-461D-8A1B-ECC6FA55F3E5}">
      <dgm:prSet/>
      <dgm:spPr/>
      <dgm:t>
        <a:bodyPr/>
        <a:lstStyle/>
        <a:p>
          <a:endParaRPr lang="en-DE"/>
        </a:p>
      </dgm:t>
    </dgm:pt>
    <dgm:pt modelId="{6F715B26-FD91-4766-A8AA-D1E5740EB60B}">
      <dgm:prSet custT="1"/>
      <dgm:spPr>
        <a:xfrm>
          <a:off x="3570581" y="578245"/>
          <a:ext cx="3129273" cy="3441543"/>
        </a:xfrm>
        <a:prstGeom prst="rect">
          <a:avLst/>
        </a:prstGeom>
        <a:solidFill>
          <a:sysClr val="window" lastClr="FFFFFF">
            <a:alpha val="90000"/>
            <a:tint val="40000"/>
            <a:hueOff val="0"/>
            <a:satOff val="0"/>
            <a:lumOff val="0"/>
            <a:alphaOff val="0"/>
          </a:sysClr>
        </a:solidFill>
        <a:ln w="6350" cap="flat" cmpd="sng" algn="ctr">
          <a:solidFill>
            <a:srgbClr val="0087BE">
              <a:alpha val="90000"/>
              <a:hueOff val="0"/>
              <a:satOff val="0"/>
              <a:lumOff val="0"/>
              <a:alphaOff val="0"/>
            </a:srgbClr>
          </a:solidFill>
          <a:prstDash val="solid"/>
          <a:miter lim="800000"/>
        </a:ln>
        <a:effectLst/>
      </dgm:spPr>
      <dgm:t>
        <a:bodyPr/>
        <a:lstStyle/>
        <a:p>
          <a:pPr>
            <a:buFont typeface="Arial" panose="020B0604020202020204" pitchFamily="34" charset="0"/>
            <a:buChar char="•"/>
          </a:pPr>
          <a:r>
            <a:rPr lang="en-US" sz="1200" b="0" i="0">
              <a:solidFill>
                <a:srgbClr val="000000">
                  <a:hueOff val="0"/>
                  <a:satOff val="0"/>
                  <a:lumOff val="0"/>
                  <a:alphaOff val="0"/>
                </a:srgbClr>
              </a:solidFill>
              <a:latin typeface="Arial"/>
              <a:ea typeface="+mn-ea"/>
              <a:cs typeface="+mn-cs"/>
            </a:rPr>
            <a:t>Individual group: I01, I02, …</a:t>
          </a:r>
          <a:endParaRPr lang="en-US" sz="1200" b="0" i="0" strike="sngStrike" baseline="0">
            <a:solidFill>
              <a:srgbClr val="000000">
                <a:hueOff val="0"/>
                <a:satOff val="0"/>
                <a:lumOff val="0"/>
                <a:alphaOff val="0"/>
              </a:srgbClr>
            </a:solidFill>
            <a:highlight>
              <a:srgbClr val="FFFF00"/>
            </a:highlight>
            <a:latin typeface="Arial"/>
            <a:ea typeface="+mn-ea"/>
            <a:cs typeface="+mn-cs"/>
          </a:endParaRPr>
        </a:p>
      </dgm:t>
    </dgm:pt>
    <dgm:pt modelId="{33F64299-FE62-4013-AC3B-60B868D65BB3}" type="parTrans" cxnId="{6E2E60F0-700F-4092-BD0B-AB54B979F314}">
      <dgm:prSet/>
      <dgm:spPr/>
      <dgm:t>
        <a:bodyPr/>
        <a:lstStyle/>
        <a:p>
          <a:endParaRPr lang="en-DE"/>
        </a:p>
      </dgm:t>
    </dgm:pt>
    <dgm:pt modelId="{F02DE1AE-2ECE-4969-AF96-5E156BFC1E73}" type="sibTrans" cxnId="{6E2E60F0-700F-4092-BD0B-AB54B979F314}">
      <dgm:prSet/>
      <dgm:spPr/>
      <dgm:t>
        <a:bodyPr/>
        <a:lstStyle/>
        <a:p>
          <a:endParaRPr lang="en-DE"/>
        </a:p>
      </dgm:t>
    </dgm:pt>
    <dgm:pt modelId="{190E54C5-F0C1-4C5A-8B8F-2E65932086ED}">
      <dgm:prSet phldrT="[Text]" custT="1"/>
      <dgm:spPr>
        <a:xfrm>
          <a:off x="3570581" y="578245"/>
          <a:ext cx="3129273" cy="3441543"/>
        </a:xfrm>
        <a:prstGeom prst="rect">
          <a:avLst/>
        </a:prstGeom>
        <a:solidFill>
          <a:sysClr val="window" lastClr="FFFFFF">
            <a:alpha val="90000"/>
            <a:tint val="40000"/>
            <a:hueOff val="0"/>
            <a:satOff val="0"/>
            <a:lumOff val="0"/>
            <a:alphaOff val="0"/>
          </a:sysClr>
        </a:solidFill>
        <a:ln w="6350" cap="flat" cmpd="sng" algn="ctr">
          <a:solidFill>
            <a:srgbClr val="0087BE">
              <a:alpha val="90000"/>
              <a:hueOff val="0"/>
              <a:satOff val="0"/>
              <a:lumOff val="0"/>
              <a:alphaOff val="0"/>
            </a:srgbClr>
          </a:solidFill>
          <a:prstDash val="solid"/>
          <a:miter lim="800000"/>
        </a:ln>
        <a:effectLst/>
      </dgm:spPr>
      <dgm:t>
        <a:bodyPr/>
        <a:lstStyle/>
        <a:p>
          <a:pPr>
            <a:buFont typeface="Arial" panose="020B0604020202020204" pitchFamily="34" charset="0"/>
            <a:buChar char="•"/>
          </a:pPr>
          <a:r>
            <a:rPr lang="en-US" sz="1200" b="1" i="0">
              <a:solidFill>
                <a:srgbClr val="000000">
                  <a:hueOff val="0"/>
                  <a:satOff val="0"/>
                  <a:lumOff val="0"/>
                  <a:alphaOff val="0"/>
                </a:srgbClr>
              </a:solidFill>
              <a:latin typeface="Arial"/>
              <a:ea typeface="+mn-ea"/>
              <a:cs typeface="+mn-cs"/>
            </a:rPr>
            <a:t>Purchasing Groups</a:t>
          </a:r>
          <a:r>
            <a:rPr lang="en-US" sz="1200" b="0" i="0">
              <a:solidFill>
                <a:srgbClr val="000000">
                  <a:hueOff val="0"/>
                  <a:satOff val="0"/>
                  <a:lumOff val="0"/>
                  <a:alphaOff val="0"/>
                </a:srgbClr>
              </a:solidFill>
              <a:latin typeface="Arial"/>
              <a:ea typeface="+mn-ea"/>
              <a:cs typeface="+mn-cs"/>
            </a:rPr>
            <a:t>: 2 types</a:t>
          </a:r>
          <a:endParaRPr lang="en-DE" sz="1200" strike="sngStrike" baseline="0">
            <a:solidFill>
              <a:srgbClr val="000000">
                <a:hueOff val="0"/>
                <a:satOff val="0"/>
                <a:lumOff val="0"/>
                <a:alphaOff val="0"/>
              </a:srgbClr>
            </a:solidFill>
            <a:latin typeface="Arial"/>
            <a:ea typeface="+mn-ea"/>
            <a:cs typeface="+mn-cs"/>
          </a:endParaRPr>
        </a:p>
      </dgm:t>
    </dgm:pt>
    <dgm:pt modelId="{B5E85A57-9BCB-4E44-9C72-56384934902B}" type="parTrans" cxnId="{D494C9D0-7EFE-432D-A6B2-0C55DD7FD6F2}">
      <dgm:prSet/>
      <dgm:spPr/>
      <dgm:t>
        <a:bodyPr/>
        <a:lstStyle/>
        <a:p>
          <a:endParaRPr lang="en-DE"/>
        </a:p>
      </dgm:t>
    </dgm:pt>
    <dgm:pt modelId="{87E84A5D-E6B3-45AC-9D3F-01451F352CA5}" type="sibTrans" cxnId="{D494C9D0-7EFE-432D-A6B2-0C55DD7FD6F2}">
      <dgm:prSet/>
      <dgm:spPr/>
      <dgm:t>
        <a:bodyPr/>
        <a:lstStyle/>
        <a:p>
          <a:endParaRPr lang="en-DE"/>
        </a:p>
      </dgm:t>
    </dgm:pt>
    <dgm:pt modelId="{375D84D4-5495-4B7F-B365-47C6F31259D6}">
      <dgm:prSet phldrT="[Text]" custT="1"/>
      <dgm:spPr>
        <a:xfrm>
          <a:off x="3209" y="578245"/>
          <a:ext cx="3129273" cy="3441543"/>
        </a:xfrm>
        <a:prstGeom prst="rect">
          <a:avLst/>
        </a:prstGeom>
        <a:solidFill>
          <a:sysClr val="window" lastClr="FFFFFF">
            <a:alpha val="90000"/>
            <a:tint val="40000"/>
            <a:hueOff val="0"/>
            <a:satOff val="0"/>
            <a:lumOff val="0"/>
            <a:alphaOff val="0"/>
          </a:sysClr>
        </a:solidFill>
        <a:ln w="6350" cap="flat" cmpd="sng" algn="ctr">
          <a:solidFill>
            <a:srgbClr val="0087BE">
              <a:alpha val="90000"/>
              <a:hueOff val="0"/>
              <a:satOff val="0"/>
              <a:lumOff val="0"/>
              <a:alphaOff val="0"/>
            </a:srgbClr>
          </a:solidFill>
          <a:prstDash val="solid"/>
          <a:miter lim="800000"/>
        </a:ln>
        <a:effectLst/>
      </dgm:spPr>
      <dgm:t>
        <a:bodyPr/>
        <a:lstStyle/>
        <a:p>
          <a:pPr>
            <a:buFont typeface="Arial" panose="020B0604020202020204" pitchFamily="34" charset="0"/>
            <a:buChar char="•"/>
          </a:pPr>
          <a:endParaRPr lang="en-DE" sz="1200">
            <a:solidFill>
              <a:srgbClr val="000000">
                <a:hueOff val="0"/>
                <a:satOff val="0"/>
                <a:lumOff val="0"/>
                <a:alphaOff val="0"/>
              </a:srgbClr>
            </a:solidFill>
            <a:latin typeface="Arial"/>
            <a:ea typeface="+mn-ea"/>
            <a:cs typeface="+mn-cs"/>
          </a:endParaRPr>
        </a:p>
      </dgm:t>
    </dgm:pt>
    <dgm:pt modelId="{0C2CC7B0-07CD-40EF-A026-FCA4E2C426B5}" type="parTrans" cxnId="{C8C1FE8C-9A0C-4007-A71F-897240016D1F}">
      <dgm:prSet/>
      <dgm:spPr/>
      <dgm:t>
        <a:bodyPr/>
        <a:lstStyle/>
        <a:p>
          <a:endParaRPr lang="en-DE"/>
        </a:p>
      </dgm:t>
    </dgm:pt>
    <dgm:pt modelId="{F96BD4B2-7E7D-467B-BF3A-48399676287C}" type="sibTrans" cxnId="{C8C1FE8C-9A0C-4007-A71F-897240016D1F}">
      <dgm:prSet/>
      <dgm:spPr/>
      <dgm:t>
        <a:bodyPr/>
        <a:lstStyle/>
        <a:p>
          <a:endParaRPr lang="en-DE"/>
        </a:p>
      </dgm:t>
    </dgm:pt>
    <dgm:pt modelId="{BD8F0AC8-DEF2-43B8-B29F-96FB25A9C58C}">
      <dgm:prSet custT="1"/>
      <dgm:spPr>
        <a:xfrm>
          <a:off x="3209" y="578245"/>
          <a:ext cx="3129273" cy="3441543"/>
        </a:xfrm>
        <a:prstGeom prst="rect">
          <a:avLst/>
        </a:prstGeom>
        <a:solidFill>
          <a:sysClr val="window" lastClr="FFFFFF">
            <a:alpha val="90000"/>
            <a:tint val="40000"/>
            <a:hueOff val="0"/>
            <a:satOff val="0"/>
            <a:lumOff val="0"/>
            <a:alphaOff val="0"/>
          </a:sysClr>
        </a:solidFill>
        <a:ln w="6350" cap="flat" cmpd="sng" algn="ctr">
          <a:solidFill>
            <a:srgbClr val="0087BE">
              <a:alpha val="90000"/>
              <a:hueOff val="0"/>
              <a:satOff val="0"/>
              <a:lumOff val="0"/>
              <a:alphaOff val="0"/>
            </a:srgbClr>
          </a:solidFill>
          <a:prstDash val="solid"/>
          <a:miter lim="800000"/>
        </a:ln>
        <a:effectLst/>
      </dgm:spPr>
      <dgm:t>
        <a:bodyPr/>
        <a:lstStyle/>
        <a:p>
          <a:pPr>
            <a:buFont typeface="Arial" panose="020B0604020202020204" pitchFamily="34" charset="0"/>
            <a:buChar char="•"/>
          </a:pPr>
          <a:endParaRPr lang="en-US" sz="1200" b="0" i="0">
            <a:solidFill>
              <a:srgbClr val="000000">
                <a:hueOff val="0"/>
                <a:satOff val="0"/>
                <a:lumOff val="0"/>
                <a:alphaOff val="0"/>
              </a:srgbClr>
            </a:solidFill>
            <a:latin typeface="Arial"/>
            <a:ea typeface="+mn-ea"/>
            <a:cs typeface="+mn-cs"/>
          </a:endParaRPr>
        </a:p>
      </dgm:t>
    </dgm:pt>
    <dgm:pt modelId="{E481CF82-FEF2-4DD8-A2F0-7F3969396DD6}" type="parTrans" cxnId="{ADED9F88-86F7-4329-AD0C-190A15AA110E}">
      <dgm:prSet/>
      <dgm:spPr/>
      <dgm:t>
        <a:bodyPr/>
        <a:lstStyle/>
        <a:p>
          <a:endParaRPr lang="en-DE"/>
        </a:p>
      </dgm:t>
    </dgm:pt>
    <dgm:pt modelId="{955EDC0D-447A-4311-B8E5-3344B016D618}" type="sibTrans" cxnId="{ADED9F88-86F7-4329-AD0C-190A15AA110E}">
      <dgm:prSet/>
      <dgm:spPr/>
      <dgm:t>
        <a:bodyPr/>
        <a:lstStyle/>
        <a:p>
          <a:endParaRPr lang="en-DE"/>
        </a:p>
      </dgm:t>
    </dgm:pt>
    <dgm:pt modelId="{5D6347C5-1864-4DF7-99AE-3356AD9602A4}">
      <dgm:prSet custT="1"/>
      <dgm:spPr>
        <a:xfrm>
          <a:off x="3209" y="578245"/>
          <a:ext cx="3129273" cy="3441543"/>
        </a:xfrm>
        <a:prstGeom prst="rect">
          <a:avLst/>
        </a:prstGeom>
        <a:solidFill>
          <a:sysClr val="window" lastClr="FFFFFF">
            <a:alpha val="90000"/>
            <a:tint val="40000"/>
            <a:hueOff val="0"/>
            <a:satOff val="0"/>
            <a:lumOff val="0"/>
            <a:alphaOff val="0"/>
          </a:sysClr>
        </a:solidFill>
        <a:ln w="6350" cap="flat" cmpd="sng" algn="ctr">
          <a:solidFill>
            <a:srgbClr val="0087BE">
              <a:alpha val="90000"/>
              <a:hueOff val="0"/>
              <a:satOff val="0"/>
              <a:lumOff val="0"/>
              <a:alphaOff val="0"/>
            </a:srgbClr>
          </a:solidFill>
          <a:prstDash val="solid"/>
          <a:miter lim="800000"/>
        </a:ln>
        <a:effectLst/>
      </dgm:spPr>
      <dgm:t>
        <a:bodyPr/>
        <a:lstStyle/>
        <a:p>
          <a:pPr>
            <a:buFont typeface="Arial" panose="020B0604020202020204" pitchFamily="34" charset="0"/>
            <a:buChar char="•"/>
          </a:pPr>
          <a:endParaRPr lang="en-US" sz="1200" b="0" i="0">
            <a:solidFill>
              <a:srgbClr val="000000">
                <a:hueOff val="0"/>
                <a:satOff val="0"/>
                <a:lumOff val="0"/>
                <a:alphaOff val="0"/>
              </a:srgbClr>
            </a:solidFill>
            <a:latin typeface="Arial"/>
            <a:ea typeface="+mn-ea"/>
            <a:cs typeface="+mn-cs"/>
          </a:endParaRPr>
        </a:p>
      </dgm:t>
    </dgm:pt>
    <dgm:pt modelId="{ACBD412B-635E-4EDA-9D0E-58CE098EA9E1}" type="parTrans" cxnId="{E82588DD-83E7-4366-88B1-6C82B34C1D30}">
      <dgm:prSet/>
      <dgm:spPr/>
      <dgm:t>
        <a:bodyPr/>
        <a:lstStyle/>
        <a:p>
          <a:endParaRPr lang="en-DE"/>
        </a:p>
      </dgm:t>
    </dgm:pt>
    <dgm:pt modelId="{15F824E9-6448-4433-A095-542489F6C201}" type="sibTrans" cxnId="{E82588DD-83E7-4366-88B1-6C82B34C1D30}">
      <dgm:prSet/>
      <dgm:spPr/>
      <dgm:t>
        <a:bodyPr/>
        <a:lstStyle/>
        <a:p>
          <a:endParaRPr lang="en-DE"/>
        </a:p>
      </dgm:t>
    </dgm:pt>
    <dgm:pt modelId="{D84D4B00-673A-41D4-8E2D-0B98862B82D1}">
      <dgm:prSet custT="1"/>
      <dgm:spPr>
        <a:xfrm>
          <a:off x="3209" y="578245"/>
          <a:ext cx="3129273" cy="3441543"/>
        </a:xfrm>
        <a:prstGeom prst="rect">
          <a:avLst/>
        </a:prstGeom>
        <a:solidFill>
          <a:sysClr val="window" lastClr="FFFFFF">
            <a:alpha val="90000"/>
            <a:tint val="40000"/>
            <a:hueOff val="0"/>
            <a:satOff val="0"/>
            <a:lumOff val="0"/>
            <a:alphaOff val="0"/>
          </a:sysClr>
        </a:solidFill>
        <a:ln w="6350" cap="flat" cmpd="sng" algn="ctr">
          <a:solidFill>
            <a:srgbClr val="0087BE">
              <a:alpha val="90000"/>
              <a:hueOff val="0"/>
              <a:satOff val="0"/>
              <a:lumOff val="0"/>
              <a:alphaOff val="0"/>
            </a:srgbClr>
          </a:solidFill>
          <a:prstDash val="solid"/>
          <a:miter lim="800000"/>
        </a:ln>
        <a:effectLst/>
      </dgm:spPr>
      <dgm:t>
        <a:bodyPr/>
        <a:lstStyle/>
        <a:p>
          <a:pPr>
            <a:buFont typeface="Arial" panose="020B0604020202020204" pitchFamily="34" charset="0"/>
            <a:buChar char="•"/>
          </a:pPr>
          <a:endParaRPr lang="en-US" sz="1200" b="0" i="0">
            <a:solidFill>
              <a:srgbClr val="000000">
                <a:hueOff val="0"/>
                <a:satOff val="0"/>
                <a:lumOff val="0"/>
                <a:alphaOff val="0"/>
              </a:srgbClr>
            </a:solidFill>
            <a:latin typeface="Arial"/>
            <a:ea typeface="+mn-ea"/>
            <a:cs typeface="+mn-cs"/>
          </a:endParaRPr>
        </a:p>
      </dgm:t>
    </dgm:pt>
    <dgm:pt modelId="{C859976B-0474-4496-9DA1-319B8057D3A5}" type="parTrans" cxnId="{D718647F-07A9-4417-8894-7FCE3B56A94A}">
      <dgm:prSet/>
      <dgm:spPr/>
      <dgm:t>
        <a:bodyPr/>
        <a:lstStyle/>
        <a:p>
          <a:endParaRPr lang="en-DE"/>
        </a:p>
      </dgm:t>
    </dgm:pt>
    <dgm:pt modelId="{9841C614-9F01-462A-889E-27C92C4EFD63}" type="sibTrans" cxnId="{D718647F-07A9-4417-8894-7FCE3B56A94A}">
      <dgm:prSet/>
      <dgm:spPr/>
      <dgm:t>
        <a:bodyPr/>
        <a:lstStyle/>
        <a:p>
          <a:endParaRPr lang="en-DE"/>
        </a:p>
      </dgm:t>
    </dgm:pt>
    <dgm:pt modelId="{F0583BCB-CE27-48AA-8A03-20C5C4E15E56}">
      <dgm:prSet custT="1"/>
      <dgm:spPr>
        <a:xfrm>
          <a:off x="7137953" y="578245"/>
          <a:ext cx="3129273" cy="3441543"/>
        </a:xfrm>
        <a:prstGeom prst="rect">
          <a:avLst/>
        </a:prstGeom>
        <a:solidFill>
          <a:sysClr val="window" lastClr="FFFFFF">
            <a:alpha val="90000"/>
            <a:tint val="40000"/>
            <a:hueOff val="0"/>
            <a:satOff val="0"/>
            <a:lumOff val="0"/>
            <a:alphaOff val="0"/>
          </a:sysClr>
        </a:solidFill>
        <a:ln w="6350" cap="flat" cmpd="sng" algn="ctr">
          <a:solidFill>
            <a:srgbClr val="0087BE">
              <a:alpha val="90000"/>
              <a:hueOff val="0"/>
              <a:satOff val="0"/>
              <a:lumOff val="0"/>
              <a:alphaOff val="0"/>
            </a:srgbClr>
          </a:solidFill>
          <a:prstDash val="solid"/>
          <a:miter lim="800000"/>
        </a:ln>
        <a:effectLst/>
      </dgm:spPr>
      <dgm:t>
        <a:bodyPr/>
        <a:lstStyle/>
        <a:p>
          <a:pPr>
            <a:buFont typeface="Arial" panose="020B0604020202020204" pitchFamily="34" charset="0"/>
            <a:buChar char="•"/>
          </a:pPr>
          <a:endParaRPr lang="en-US" sz="1200" b="0" i="0">
            <a:solidFill>
              <a:srgbClr val="000000">
                <a:hueOff val="0"/>
                <a:satOff val="0"/>
                <a:lumOff val="0"/>
                <a:alphaOff val="0"/>
              </a:srgbClr>
            </a:solidFill>
            <a:latin typeface="Arial"/>
            <a:ea typeface="+mn-ea"/>
            <a:cs typeface="+mn-cs"/>
          </a:endParaRPr>
        </a:p>
      </dgm:t>
    </dgm:pt>
    <dgm:pt modelId="{8A4699C4-E33B-4D8A-96E7-989A96ACA532}" type="parTrans" cxnId="{4164E9D7-6578-4406-B090-A832C2BD42FC}">
      <dgm:prSet/>
      <dgm:spPr/>
      <dgm:t>
        <a:bodyPr/>
        <a:lstStyle/>
        <a:p>
          <a:endParaRPr lang="en-DE"/>
        </a:p>
      </dgm:t>
    </dgm:pt>
    <dgm:pt modelId="{86C0C20C-1B7A-4688-B849-7B2FFFFDDA92}" type="sibTrans" cxnId="{4164E9D7-6578-4406-B090-A832C2BD42FC}">
      <dgm:prSet/>
      <dgm:spPr/>
      <dgm:t>
        <a:bodyPr/>
        <a:lstStyle/>
        <a:p>
          <a:endParaRPr lang="en-DE"/>
        </a:p>
      </dgm:t>
    </dgm:pt>
    <dgm:pt modelId="{B3D9E3CF-AFC7-45CA-8CCB-64980166679C}">
      <dgm:prSet custT="1"/>
      <dgm:spPr>
        <a:xfrm>
          <a:off x="7137953" y="578245"/>
          <a:ext cx="3129273" cy="3441543"/>
        </a:xfrm>
        <a:prstGeom prst="rect">
          <a:avLst/>
        </a:prstGeom>
        <a:solidFill>
          <a:sysClr val="window" lastClr="FFFFFF">
            <a:alpha val="90000"/>
            <a:tint val="40000"/>
            <a:hueOff val="0"/>
            <a:satOff val="0"/>
            <a:lumOff val="0"/>
            <a:alphaOff val="0"/>
          </a:sysClr>
        </a:solidFill>
        <a:ln w="6350" cap="flat" cmpd="sng" algn="ctr">
          <a:solidFill>
            <a:srgbClr val="0087BE">
              <a:alpha val="90000"/>
              <a:hueOff val="0"/>
              <a:satOff val="0"/>
              <a:lumOff val="0"/>
              <a:alphaOff val="0"/>
            </a:srgbClr>
          </a:solidFill>
          <a:prstDash val="solid"/>
          <a:miter lim="800000"/>
        </a:ln>
        <a:effectLst/>
      </dgm:spPr>
      <dgm:t>
        <a:bodyPr/>
        <a:lstStyle/>
        <a:p>
          <a:pPr>
            <a:buFont typeface="Arial" panose="020B0604020202020204" pitchFamily="34" charset="0"/>
            <a:buChar char="•"/>
          </a:pPr>
          <a:r>
            <a:rPr lang="en-US" sz="1200" b="1" i="0">
              <a:solidFill>
                <a:srgbClr val="000000">
                  <a:hueOff val="0"/>
                  <a:satOff val="0"/>
                  <a:lumOff val="0"/>
                  <a:alphaOff val="0"/>
                </a:srgbClr>
              </a:solidFill>
              <a:latin typeface="Arial"/>
              <a:ea typeface="+mn-ea"/>
              <a:cs typeface="+mn-cs"/>
            </a:rPr>
            <a:t>Release Strategies (technical step)</a:t>
          </a:r>
          <a:endParaRPr lang="en-US" sz="1200" b="0" i="0">
            <a:solidFill>
              <a:srgbClr val="000000">
                <a:hueOff val="0"/>
                <a:satOff val="0"/>
                <a:lumOff val="0"/>
                <a:alphaOff val="0"/>
              </a:srgbClr>
            </a:solidFill>
            <a:latin typeface="Arial"/>
            <a:ea typeface="+mn-ea"/>
            <a:cs typeface="+mn-cs"/>
          </a:endParaRPr>
        </a:p>
      </dgm:t>
    </dgm:pt>
    <dgm:pt modelId="{349C7372-340D-4DF5-91F8-F3C050D991D7}" type="parTrans" cxnId="{5280BC7A-9C23-41CF-A5DC-B18841EF77CC}">
      <dgm:prSet/>
      <dgm:spPr/>
      <dgm:t>
        <a:bodyPr/>
        <a:lstStyle/>
        <a:p>
          <a:endParaRPr lang="en-DE"/>
        </a:p>
      </dgm:t>
    </dgm:pt>
    <dgm:pt modelId="{790A34B3-1DA2-4105-83A6-8410DD008343}" type="sibTrans" cxnId="{5280BC7A-9C23-41CF-A5DC-B18841EF77CC}">
      <dgm:prSet/>
      <dgm:spPr/>
      <dgm:t>
        <a:bodyPr/>
        <a:lstStyle/>
        <a:p>
          <a:endParaRPr lang="en-DE"/>
        </a:p>
      </dgm:t>
    </dgm:pt>
    <dgm:pt modelId="{C0218D07-01D9-4DBD-9C5D-1AA7B5E7EE5A}">
      <dgm:prSet custT="1"/>
      <dgm:spPr>
        <a:xfrm>
          <a:off x="3570581" y="578245"/>
          <a:ext cx="3129273" cy="3441543"/>
        </a:xfrm>
        <a:prstGeom prst="rect">
          <a:avLst/>
        </a:prstGeom>
        <a:solidFill>
          <a:sysClr val="window" lastClr="FFFFFF">
            <a:alpha val="90000"/>
            <a:tint val="40000"/>
            <a:hueOff val="0"/>
            <a:satOff val="0"/>
            <a:lumOff val="0"/>
            <a:alphaOff val="0"/>
          </a:sysClr>
        </a:solidFill>
        <a:ln w="6350" cap="flat" cmpd="sng" algn="ctr">
          <a:solidFill>
            <a:srgbClr val="0087BE">
              <a:alpha val="90000"/>
              <a:hueOff val="0"/>
              <a:satOff val="0"/>
              <a:lumOff val="0"/>
              <a:alphaOff val="0"/>
            </a:srgbClr>
          </a:solidFill>
          <a:prstDash val="solid"/>
          <a:miter lim="800000"/>
        </a:ln>
        <a:effectLst/>
      </dgm:spPr>
      <dgm:t>
        <a:bodyPr/>
        <a:lstStyle/>
        <a:p>
          <a:pPr>
            <a:buFont typeface="Arial" panose="020B0604020202020204" pitchFamily="34" charset="0"/>
            <a:buChar char="•"/>
          </a:pPr>
          <a:r>
            <a:rPr lang="en-US" sz="1200" b="0" i="0">
              <a:solidFill>
                <a:srgbClr val="000000">
                  <a:hueOff val="0"/>
                  <a:satOff val="0"/>
                  <a:lumOff val="0"/>
                  <a:alphaOff val="0"/>
                </a:srgbClr>
              </a:solidFill>
              <a:latin typeface="Arial"/>
              <a:ea typeface="+mn-ea"/>
              <a:cs typeface="+mn-cs"/>
            </a:rPr>
            <a:t>Plant: C300</a:t>
          </a:r>
        </a:p>
      </dgm:t>
    </dgm:pt>
    <dgm:pt modelId="{7E448DDA-F3FD-4937-B009-9F30659F3D01}" type="parTrans" cxnId="{4C3263D2-7F8D-4EF6-977C-8C17EB543792}">
      <dgm:prSet/>
      <dgm:spPr/>
      <dgm:t>
        <a:bodyPr/>
        <a:lstStyle/>
        <a:p>
          <a:endParaRPr lang="en-DE"/>
        </a:p>
      </dgm:t>
    </dgm:pt>
    <dgm:pt modelId="{93833BC6-923A-4BF5-B48A-369DCDFE628E}" type="sibTrans" cxnId="{4C3263D2-7F8D-4EF6-977C-8C17EB543792}">
      <dgm:prSet/>
      <dgm:spPr/>
      <dgm:t>
        <a:bodyPr/>
        <a:lstStyle/>
        <a:p>
          <a:endParaRPr lang="en-DE"/>
        </a:p>
      </dgm:t>
    </dgm:pt>
    <dgm:pt modelId="{A390AA14-4B42-4956-9288-C955DEAD1E84}">
      <dgm:prSet phldrT="[Text]" custT="1"/>
      <dgm:spPr>
        <a:xfrm>
          <a:off x="3570581" y="578245"/>
          <a:ext cx="3129273" cy="3441543"/>
        </a:xfrm>
        <a:prstGeom prst="rect">
          <a:avLst/>
        </a:prstGeom>
        <a:solidFill>
          <a:sysClr val="window" lastClr="FFFFFF">
            <a:alpha val="90000"/>
            <a:tint val="40000"/>
            <a:hueOff val="0"/>
            <a:satOff val="0"/>
            <a:lumOff val="0"/>
            <a:alphaOff val="0"/>
          </a:sysClr>
        </a:solidFill>
        <a:ln w="6350" cap="flat" cmpd="sng" algn="ctr">
          <a:solidFill>
            <a:srgbClr val="0087BE">
              <a:alpha val="90000"/>
              <a:hueOff val="0"/>
              <a:satOff val="0"/>
              <a:lumOff val="0"/>
              <a:alphaOff val="0"/>
            </a:srgbClr>
          </a:solidFill>
          <a:prstDash val="solid"/>
          <a:miter lim="800000"/>
        </a:ln>
        <a:effectLst/>
      </dgm:spPr>
      <dgm:t>
        <a:bodyPr/>
        <a:lstStyle/>
        <a:p>
          <a:pPr>
            <a:buFont typeface="Arial" panose="020B0604020202020204" pitchFamily="34" charset="0"/>
            <a:buChar char="•"/>
          </a:pPr>
          <a:endParaRPr lang="en-DE" sz="1200">
            <a:solidFill>
              <a:srgbClr val="000000">
                <a:hueOff val="0"/>
                <a:satOff val="0"/>
                <a:lumOff val="0"/>
                <a:alphaOff val="0"/>
              </a:srgbClr>
            </a:solidFill>
            <a:latin typeface="Arial"/>
            <a:ea typeface="+mn-ea"/>
            <a:cs typeface="+mn-cs"/>
          </a:endParaRPr>
        </a:p>
      </dgm:t>
    </dgm:pt>
    <dgm:pt modelId="{BB818449-6CBE-4DD2-A0F9-19B951A17694}" type="parTrans" cxnId="{E7E28F70-AAAA-48CB-A189-21A226B7D04E}">
      <dgm:prSet/>
      <dgm:spPr/>
      <dgm:t>
        <a:bodyPr/>
        <a:lstStyle/>
        <a:p>
          <a:endParaRPr lang="en-DE"/>
        </a:p>
      </dgm:t>
    </dgm:pt>
    <dgm:pt modelId="{4DA7A3F6-9DE8-43B7-A110-9E546683451F}" type="sibTrans" cxnId="{E7E28F70-AAAA-48CB-A189-21A226B7D04E}">
      <dgm:prSet/>
      <dgm:spPr/>
      <dgm:t>
        <a:bodyPr/>
        <a:lstStyle/>
        <a:p>
          <a:endParaRPr lang="en-DE"/>
        </a:p>
      </dgm:t>
    </dgm:pt>
    <dgm:pt modelId="{FE7BA5AB-8CAE-4064-A7DB-8772E36E2B02}">
      <dgm:prSet custT="1"/>
      <dgm:spPr>
        <a:xfrm>
          <a:off x="7137953" y="578245"/>
          <a:ext cx="3129273" cy="3441543"/>
        </a:xfrm>
        <a:prstGeom prst="rect">
          <a:avLst/>
        </a:prstGeom>
        <a:solidFill>
          <a:sysClr val="window" lastClr="FFFFFF">
            <a:alpha val="90000"/>
            <a:tint val="40000"/>
            <a:hueOff val="0"/>
            <a:satOff val="0"/>
            <a:lumOff val="0"/>
            <a:alphaOff val="0"/>
          </a:sysClr>
        </a:solidFill>
        <a:ln w="6350" cap="flat" cmpd="sng" algn="ctr">
          <a:solidFill>
            <a:srgbClr val="0087BE">
              <a:alpha val="90000"/>
              <a:hueOff val="0"/>
              <a:satOff val="0"/>
              <a:lumOff val="0"/>
              <a:alphaOff val="0"/>
            </a:srgbClr>
          </a:solidFill>
          <a:prstDash val="solid"/>
          <a:miter lim="800000"/>
        </a:ln>
        <a:effectLst/>
      </dgm:spPr>
      <dgm:t>
        <a:bodyPr/>
        <a:lstStyle/>
        <a:p>
          <a:pPr>
            <a:buFont typeface="Arial" panose="020B0604020202020204" pitchFamily="34" charset="0"/>
            <a:buChar char="•"/>
          </a:pPr>
          <a:r>
            <a:rPr lang="en-US" sz="1200" b="0" i="0">
              <a:solidFill>
                <a:srgbClr val="000000">
                  <a:hueOff val="0"/>
                  <a:satOff val="0"/>
                  <a:lumOff val="0"/>
                  <a:alphaOff val="0"/>
                </a:srgbClr>
              </a:solidFill>
              <a:latin typeface="Arial"/>
              <a:ea typeface="+mn-ea"/>
              <a:cs typeface="+mn-cs"/>
            </a:rPr>
            <a:t>PO release strategy: </a:t>
          </a:r>
          <a:r>
            <a:rPr lang="en-US" sz="1200" b="0" i="0">
              <a:solidFill>
                <a:srgbClr val="009CBD"/>
              </a:solidFill>
              <a:latin typeface="Arial"/>
              <a:ea typeface="+mn-ea"/>
              <a:cs typeface="+mn-cs"/>
            </a:rPr>
            <a:t>Y4</a:t>
          </a:r>
          <a:r>
            <a:rPr lang="en-US" sz="1200" b="0" i="0">
              <a:solidFill>
                <a:srgbClr val="000000">
                  <a:hueOff val="0"/>
                  <a:satOff val="0"/>
                  <a:lumOff val="0"/>
                  <a:alphaOff val="0"/>
                </a:srgbClr>
              </a:solidFill>
              <a:latin typeface="Arial"/>
              <a:ea typeface="+mn-ea"/>
              <a:cs typeface="+mn-cs"/>
            </a:rPr>
            <a:t> with one Step</a:t>
          </a:r>
        </a:p>
      </dgm:t>
    </dgm:pt>
    <dgm:pt modelId="{49B4DE68-26F5-4F0C-B8AA-D4101A005F03}" type="parTrans" cxnId="{8EE9B39B-2B81-4851-BD3D-605E67393559}">
      <dgm:prSet/>
      <dgm:spPr/>
      <dgm:t>
        <a:bodyPr/>
        <a:lstStyle/>
        <a:p>
          <a:endParaRPr lang="en-DE"/>
        </a:p>
      </dgm:t>
    </dgm:pt>
    <dgm:pt modelId="{43F56F77-8C15-4AD4-8E58-96A7EE59E091}" type="sibTrans" cxnId="{8EE9B39B-2B81-4851-BD3D-605E67393559}">
      <dgm:prSet/>
      <dgm:spPr/>
      <dgm:t>
        <a:bodyPr/>
        <a:lstStyle/>
        <a:p>
          <a:endParaRPr lang="en-DE"/>
        </a:p>
      </dgm:t>
    </dgm:pt>
    <dgm:pt modelId="{ED14843D-38E9-4351-89DE-4C8BB2AFC0A7}">
      <dgm:prSet custT="1"/>
      <dgm:spPr>
        <a:xfrm>
          <a:off x="7137953" y="578245"/>
          <a:ext cx="3129273" cy="3441543"/>
        </a:xfrm>
        <a:solidFill>
          <a:sysClr val="window" lastClr="FFFFFF">
            <a:alpha val="90000"/>
            <a:tint val="40000"/>
            <a:hueOff val="0"/>
            <a:satOff val="0"/>
            <a:lumOff val="0"/>
            <a:alphaOff val="0"/>
          </a:sysClr>
        </a:solidFill>
        <a:ln w="6350" cap="flat" cmpd="sng" algn="ctr">
          <a:solidFill>
            <a:srgbClr val="0087BE">
              <a:alpha val="90000"/>
              <a:hueOff val="0"/>
              <a:satOff val="0"/>
              <a:lumOff val="0"/>
              <a:alphaOff val="0"/>
            </a:srgbClr>
          </a:solidFill>
          <a:prstDash val="solid"/>
          <a:miter lim="800000"/>
        </a:ln>
        <a:effectLst/>
      </dgm:spPr>
      <dgm:t>
        <a:bodyPr/>
        <a:lstStyle/>
        <a:p>
          <a:pPr>
            <a:buFont typeface="Arial" panose="020B0604020202020204" pitchFamily="34" charset="0"/>
            <a:buChar char="•"/>
          </a:pPr>
          <a:r>
            <a:rPr lang="en-US" sz="1200" b="0" i="0">
              <a:solidFill>
                <a:srgbClr val="000000">
                  <a:hueOff val="0"/>
                  <a:satOff val="0"/>
                  <a:lumOff val="0"/>
                  <a:alphaOff val="0"/>
                </a:srgbClr>
              </a:solidFill>
              <a:latin typeface="Arial"/>
              <a:ea typeface="+mn-ea"/>
              <a:cs typeface="+mn-cs"/>
            </a:rPr>
            <a:t>Print (1)</a:t>
          </a:r>
        </a:p>
      </dgm:t>
    </dgm:pt>
    <dgm:pt modelId="{38BAA4E1-F895-4713-A12C-E5BF2A28DB87}" type="parTrans" cxnId="{2109FB68-773B-495E-AFC0-3D40A4B0FE4C}">
      <dgm:prSet/>
      <dgm:spPr/>
      <dgm:t>
        <a:bodyPr/>
        <a:lstStyle/>
        <a:p>
          <a:endParaRPr lang="de-DE"/>
        </a:p>
      </dgm:t>
    </dgm:pt>
    <dgm:pt modelId="{2157A29E-2757-4A75-B214-1BC8C8B77B9B}" type="sibTrans" cxnId="{2109FB68-773B-495E-AFC0-3D40A4B0FE4C}">
      <dgm:prSet/>
      <dgm:spPr/>
      <dgm:t>
        <a:bodyPr/>
        <a:lstStyle/>
        <a:p>
          <a:endParaRPr lang="de-DE"/>
        </a:p>
      </dgm:t>
    </dgm:pt>
    <dgm:pt modelId="{0F046BB7-22DE-422B-AFCC-BB96025C6C6D}">
      <dgm:prSet custT="1"/>
      <dgm:spPr>
        <a:xfrm>
          <a:off x="7137953" y="578245"/>
          <a:ext cx="3129273" cy="3441543"/>
        </a:xfrm>
        <a:solidFill>
          <a:sysClr val="window" lastClr="FFFFFF">
            <a:alpha val="90000"/>
            <a:tint val="40000"/>
            <a:hueOff val="0"/>
            <a:satOff val="0"/>
            <a:lumOff val="0"/>
            <a:alphaOff val="0"/>
          </a:sysClr>
        </a:solidFill>
        <a:ln w="6350" cap="flat" cmpd="sng" algn="ctr">
          <a:solidFill>
            <a:srgbClr val="0087BE">
              <a:alpha val="90000"/>
              <a:hueOff val="0"/>
              <a:satOff val="0"/>
              <a:lumOff val="0"/>
              <a:alphaOff val="0"/>
            </a:srgbClr>
          </a:solidFill>
          <a:prstDash val="solid"/>
          <a:miter lim="800000"/>
        </a:ln>
        <a:effectLst/>
      </dgm:spPr>
      <dgm:t>
        <a:bodyPr/>
        <a:lstStyle/>
        <a:p>
          <a:pPr>
            <a:buFont typeface="Arial" panose="020B0604020202020204" pitchFamily="34" charset="0"/>
            <a:buChar char="•"/>
          </a:pPr>
          <a:r>
            <a:rPr lang="en-US" sz="1200" b="0" i="0">
              <a:solidFill>
                <a:srgbClr val="000000">
                  <a:hueOff val="0"/>
                  <a:satOff val="0"/>
                  <a:lumOff val="0"/>
                  <a:alphaOff val="0"/>
                </a:srgbClr>
              </a:solidFill>
              <a:latin typeface="Arial"/>
              <a:ea typeface="+mn-ea"/>
              <a:cs typeface="+mn-cs"/>
            </a:rPr>
            <a:t>Email (5)</a:t>
          </a:r>
        </a:p>
      </dgm:t>
    </dgm:pt>
    <dgm:pt modelId="{116CBB63-C7E6-4027-A260-4546331000F5}" type="parTrans" cxnId="{C1EB6029-6DEB-4CC0-9369-29726453077E}">
      <dgm:prSet/>
      <dgm:spPr/>
      <dgm:t>
        <a:bodyPr/>
        <a:lstStyle/>
        <a:p>
          <a:endParaRPr lang="de-DE"/>
        </a:p>
      </dgm:t>
    </dgm:pt>
    <dgm:pt modelId="{61DEBA07-2C16-4B31-92D7-A76816101CC6}" type="sibTrans" cxnId="{C1EB6029-6DEB-4CC0-9369-29726453077E}">
      <dgm:prSet/>
      <dgm:spPr/>
      <dgm:t>
        <a:bodyPr/>
        <a:lstStyle/>
        <a:p>
          <a:endParaRPr lang="de-DE"/>
        </a:p>
      </dgm:t>
    </dgm:pt>
    <dgm:pt modelId="{2EB64FE5-DC68-4F4B-9C69-E8EEA740F058}">
      <dgm:prSet phldrT="[Text]" custT="1"/>
      <dgm:spPr>
        <a:xfrm>
          <a:off x="3570581" y="578245"/>
          <a:ext cx="3129273" cy="3441543"/>
        </a:xfrm>
        <a:solidFill>
          <a:sysClr val="window" lastClr="FFFFFF">
            <a:alpha val="90000"/>
            <a:tint val="40000"/>
            <a:hueOff val="0"/>
            <a:satOff val="0"/>
            <a:lumOff val="0"/>
            <a:alphaOff val="0"/>
          </a:sysClr>
        </a:solidFill>
        <a:ln w="6350" cap="flat" cmpd="sng" algn="ctr">
          <a:solidFill>
            <a:srgbClr val="0087BE">
              <a:alpha val="90000"/>
              <a:hueOff val="0"/>
              <a:satOff val="0"/>
              <a:lumOff val="0"/>
              <a:alphaOff val="0"/>
            </a:srgbClr>
          </a:solidFill>
          <a:prstDash val="solid"/>
          <a:miter lim="800000"/>
        </a:ln>
        <a:effectLst/>
      </dgm:spPr>
      <dgm:t>
        <a:bodyPr/>
        <a:lstStyle/>
        <a:p>
          <a:pPr>
            <a:buFont typeface="Arial" panose="020B0604020202020204" pitchFamily="34" charset="0"/>
            <a:buChar char="•"/>
          </a:pPr>
          <a:r>
            <a:rPr lang="en-US" sz="1200" b="0" i="0">
              <a:solidFill>
                <a:srgbClr val="000000">
                  <a:hueOff val="0"/>
                  <a:satOff val="0"/>
                  <a:lumOff val="0"/>
                  <a:alphaOff val="0"/>
                </a:srgbClr>
              </a:solidFill>
              <a:latin typeface="Arial"/>
              <a:ea typeface="+mn-ea"/>
              <a:cs typeface="+mn-cs"/>
            </a:rPr>
            <a:t>Functional Group (</a:t>
          </a:r>
          <a:r>
            <a:rPr lang="en-US" sz="1200" b="0" i="0">
              <a:solidFill>
                <a:srgbClr val="009CBD"/>
              </a:solidFill>
              <a:latin typeface="Arial"/>
              <a:ea typeface="+mn-ea"/>
              <a:cs typeface="+mn-cs"/>
            </a:rPr>
            <a:t>F</a:t>
          </a:r>
          <a:r>
            <a:rPr lang="en-US" sz="1200" b="0" i="1">
              <a:solidFill>
                <a:srgbClr val="009CBD"/>
              </a:solidFill>
              <a:latin typeface="Arial"/>
              <a:ea typeface="+mn-ea"/>
              <a:cs typeface="+mn-cs"/>
            </a:rPr>
            <a:t>XX</a:t>
          </a:r>
          <a:r>
            <a:rPr lang="en-US" sz="1200" b="0" i="0">
              <a:solidFill>
                <a:srgbClr val="000000">
                  <a:hueOff val="0"/>
                  <a:satOff val="0"/>
                  <a:lumOff val="0"/>
                  <a:alphaOff val="0"/>
                </a:srgbClr>
              </a:solidFill>
              <a:latin typeface="Arial"/>
              <a:ea typeface="+mn-ea"/>
              <a:cs typeface="+mn-cs"/>
            </a:rPr>
            <a:t>).</a:t>
          </a:r>
          <a:endParaRPr lang="en-DE" sz="1200" strike="sngStrike" baseline="0">
            <a:solidFill>
              <a:srgbClr val="000000">
                <a:hueOff val="0"/>
                <a:satOff val="0"/>
                <a:lumOff val="0"/>
                <a:alphaOff val="0"/>
              </a:srgbClr>
            </a:solidFill>
            <a:latin typeface="Arial"/>
            <a:ea typeface="+mn-ea"/>
            <a:cs typeface="+mn-cs"/>
          </a:endParaRPr>
        </a:p>
      </dgm:t>
    </dgm:pt>
    <dgm:pt modelId="{BCFEE35A-8EA8-44B7-8456-52DC99937A60}" type="parTrans" cxnId="{0391024A-52DA-42C7-B81F-A27FEF81121F}">
      <dgm:prSet/>
      <dgm:spPr/>
    </dgm:pt>
    <dgm:pt modelId="{92A59C20-4308-424B-AB22-FDD5B52509EF}" type="sibTrans" cxnId="{0391024A-52DA-42C7-B81F-A27FEF81121F}">
      <dgm:prSet/>
      <dgm:spPr/>
    </dgm:pt>
    <dgm:pt modelId="{616FF82E-ED8A-41F5-BD1A-C951FE1598EF}" type="pres">
      <dgm:prSet presAssocID="{7E4B4725-4412-459F-9F28-6D652E545473}" presName="Name0" presStyleCnt="0">
        <dgm:presLayoutVars>
          <dgm:dir/>
          <dgm:animLvl val="lvl"/>
          <dgm:resizeHandles val="exact"/>
        </dgm:presLayoutVars>
      </dgm:prSet>
      <dgm:spPr/>
    </dgm:pt>
    <dgm:pt modelId="{E14E3B59-2704-49A5-9D5B-071CD987D13E}" type="pres">
      <dgm:prSet presAssocID="{DD562CE5-EFE3-4ADD-899A-1435A7BF9399}" presName="composite" presStyleCnt="0"/>
      <dgm:spPr/>
    </dgm:pt>
    <dgm:pt modelId="{C4C77435-F1CF-4877-88D7-6E8357ED8E0D}" type="pres">
      <dgm:prSet presAssocID="{DD562CE5-EFE3-4ADD-899A-1435A7BF9399}" presName="parTx" presStyleLbl="alignNode1" presStyleIdx="0" presStyleCnt="3">
        <dgm:presLayoutVars>
          <dgm:chMax val="0"/>
          <dgm:chPref val="0"/>
          <dgm:bulletEnabled val="1"/>
        </dgm:presLayoutVars>
      </dgm:prSet>
      <dgm:spPr/>
    </dgm:pt>
    <dgm:pt modelId="{7FFC22F3-9812-45CF-A25D-C7B5293D47C2}" type="pres">
      <dgm:prSet presAssocID="{DD562CE5-EFE3-4ADD-899A-1435A7BF9399}" presName="desTx" presStyleLbl="alignAccFollowNode1" presStyleIdx="0" presStyleCnt="3">
        <dgm:presLayoutVars>
          <dgm:bulletEnabled val="1"/>
        </dgm:presLayoutVars>
      </dgm:prSet>
      <dgm:spPr/>
    </dgm:pt>
    <dgm:pt modelId="{E47CFBCE-2610-47CE-9823-1F8DDF759720}" type="pres">
      <dgm:prSet presAssocID="{9F3267F5-69C1-4BD0-8269-07A551B0D159}" presName="space" presStyleCnt="0"/>
      <dgm:spPr/>
    </dgm:pt>
    <dgm:pt modelId="{FB179A0B-A954-4361-ABCD-EAD2EAF03C35}" type="pres">
      <dgm:prSet presAssocID="{9810CC6D-1A39-4F13-95C5-6D06A4906286}" presName="composite" presStyleCnt="0"/>
      <dgm:spPr/>
    </dgm:pt>
    <dgm:pt modelId="{39360240-C6CD-4FD5-ACC3-F8FD204F46B7}" type="pres">
      <dgm:prSet presAssocID="{9810CC6D-1A39-4F13-95C5-6D06A4906286}" presName="parTx" presStyleLbl="alignNode1" presStyleIdx="1" presStyleCnt="3">
        <dgm:presLayoutVars>
          <dgm:chMax val="0"/>
          <dgm:chPref val="0"/>
          <dgm:bulletEnabled val="1"/>
        </dgm:presLayoutVars>
      </dgm:prSet>
      <dgm:spPr/>
    </dgm:pt>
    <dgm:pt modelId="{3AD4EDF1-C1E7-41D0-A02B-CE0E3C99D80C}" type="pres">
      <dgm:prSet presAssocID="{9810CC6D-1A39-4F13-95C5-6D06A4906286}" presName="desTx" presStyleLbl="alignAccFollowNode1" presStyleIdx="1" presStyleCnt="3">
        <dgm:presLayoutVars>
          <dgm:bulletEnabled val="1"/>
        </dgm:presLayoutVars>
      </dgm:prSet>
      <dgm:spPr>
        <a:prstGeom prst="rect">
          <a:avLst/>
        </a:prstGeom>
      </dgm:spPr>
    </dgm:pt>
    <dgm:pt modelId="{66825275-D9E1-45C1-AAD8-02CC407E35D0}" type="pres">
      <dgm:prSet presAssocID="{67B41368-FBE4-45CC-97BB-F92B33368076}" presName="space" presStyleCnt="0"/>
      <dgm:spPr/>
    </dgm:pt>
    <dgm:pt modelId="{0A516363-5BE3-4679-9C0E-783E36567A8A}" type="pres">
      <dgm:prSet presAssocID="{0F721F2C-AD3F-4B11-895F-33EAE53F9CF3}" presName="composite" presStyleCnt="0"/>
      <dgm:spPr/>
    </dgm:pt>
    <dgm:pt modelId="{4B61E7D1-79A0-4A8E-B5F9-C48DAEDCE8D4}" type="pres">
      <dgm:prSet presAssocID="{0F721F2C-AD3F-4B11-895F-33EAE53F9CF3}" presName="parTx" presStyleLbl="alignNode1" presStyleIdx="2" presStyleCnt="3">
        <dgm:presLayoutVars>
          <dgm:chMax val="0"/>
          <dgm:chPref val="0"/>
          <dgm:bulletEnabled val="1"/>
        </dgm:presLayoutVars>
      </dgm:prSet>
      <dgm:spPr/>
    </dgm:pt>
    <dgm:pt modelId="{421E3FFC-0401-4814-808A-1E3B21F1ECC3}" type="pres">
      <dgm:prSet presAssocID="{0F721F2C-AD3F-4B11-895F-33EAE53F9CF3}" presName="desTx" presStyleLbl="alignAccFollowNode1" presStyleIdx="2" presStyleCnt="3">
        <dgm:presLayoutVars>
          <dgm:bulletEnabled val="1"/>
        </dgm:presLayoutVars>
      </dgm:prSet>
      <dgm:spPr>
        <a:prstGeom prst="rect">
          <a:avLst/>
        </a:prstGeom>
      </dgm:spPr>
    </dgm:pt>
  </dgm:ptLst>
  <dgm:cxnLst>
    <dgm:cxn modelId="{B6066D01-3681-4CF9-80DB-54586E068AD3}" type="presOf" srcId="{AAAD8F59-498A-44A4-95D1-2BDD555CA9FA}" destId="{7FFC22F3-9812-45CF-A25D-C7B5293D47C2}" srcOrd="0" destOrd="4" presId="urn:microsoft.com/office/officeart/2005/8/layout/hList1"/>
    <dgm:cxn modelId="{984B7803-08D5-48A8-BA2D-A866809C84BA}" type="presOf" srcId="{5D6347C5-1864-4DF7-99AE-3356AD9602A4}" destId="{7FFC22F3-9812-45CF-A25D-C7B5293D47C2}" srcOrd="0" destOrd="5" presId="urn:microsoft.com/office/officeart/2005/8/layout/hList1"/>
    <dgm:cxn modelId="{45751904-3C49-478F-A4E5-63DCB3B02199}" srcId="{E2FC3B87-BA1B-4B7D-AC4B-DEAEDA59B421}" destId="{DBB94BF7-14C9-4678-999A-A837B22D053B}" srcOrd="1" destOrd="0" parTransId="{76D50C3F-5936-4A05-8472-7A363358334E}" sibTransId="{69E36017-F56C-4DAC-9666-89F79BA51B3D}"/>
    <dgm:cxn modelId="{73921C05-A98E-42F5-949B-7F141D8F31E7}" srcId="{0F721F2C-AD3F-4B11-895F-33EAE53F9CF3}" destId="{689F337E-7F53-4D8D-8C3D-28CD1B281E00}" srcOrd="2" destOrd="0" parTransId="{C03EC26D-BEAD-4778-9BAB-E21CDAD25CD8}" sibTransId="{858B24C3-BA4A-43C3-8E57-73744C41BC37}"/>
    <dgm:cxn modelId="{90E52908-A592-4747-8938-2B761CBD5AA6}" type="presOf" srcId="{82730EA2-5C35-4434-B709-C3669E9037BF}" destId="{421E3FFC-0401-4814-808A-1E3B21F1ECC3}" srcOrd="0" destOrd="1" presId="urn:microsoft.com/office/officeart/2005/8/layout/hList1"/>
    <dgm:cxn modelId="{4B01990A-C0FF-4685-8FDF-3F2499520888}" type="presOf" srcId="{77F5B1AB-E286-42F7-A2BF-FA4C52913196}" destId="{421E3FFC-0401-4814-808A-1E3B21F1ECC3}" srcOrd="0" destOrd="2" presId="urn:microsoft.com/office/officeart/2005/8/layout/hList1"/>
    <dgm:cxn modelId="{28AB450E-DBCB-461D-8A1B-ECC6FA55F3E5}" srcId="{900AFA0F-FB6E-454D-97DE-8661826CBDBE}" destId="{60D1C565-C532-4C00-8B11-49AA162CFE50}" srcOrd="0" destOrd="0" parTransId="{676D4CF9-4E14-4B4C-92BA-F988A1563848}" sibTransId="{8A4B7E45-D91C-4F62-9E0A-6DD1274E6951}"/>
    <dgm:cxn modelId="{BF4FE710-D496-4C2A-AA4C-0AAA6C5B28E5}" type="presOf" srcId="{9810CC6D-1A39-4F13-95C5-6D06A4906286}" destId="{39360240-C6CD-4FD5-ACC3-F8FD204F46B7}" srcOrd="0" destOrd="0" presId="urn:microsoft.com/office/officeart/2005/8/layout/hList1"/>
    <dgm:cxn modelId="{94D45413-A97B-4F9E-B51B-210925D31286}" type="presOf" srcId="{598EBA40-B61F-4DDE-851F-D0798C372383}" destId="{7FFC22F3-9812-45CF-A25D-C7B5293D47C2}" srcOrd="0" destOrd="0" presId="urn:microsoft.com/office/officeart/2005/8/layout/hList1"/>
    <dgm:cxn modelId="{07638617-0648-45E9-9EA2-EA8F89F45067}" type="presOf" srcId="{B264EAFA-83F3-427E-9A2E-2C411698E96A}" destId="{3AD4EDF1-C1E7-41D0-A02B-CE0E3C99D80C}" srcOrd="0" destOrd="1" presId="urn:microsoft.com/office/officeart/2005/8/layout/hList1"/>
    <dgm:cxn modelId="{D5AADE18-C6FE-49B4-8D30-5BBE3F3B7BD3}" type="presOf" srcId="{A954988D-2D50-4D3D-A338-7CB00F3B011D}" destId="{7FFC22F3-9812-45CF-A25D-C7B5293D47C2}" srcOrd="0" destOrd="8" presId="urn:microsoft.com/office/officeart/2005/8/layout/hList1"/>
    <dgm:cxn modelId="{51884F1B-64FD-4848-AD38-1C7235E2EE5E}" srcId="{6D692DFC-C86A-4BAA-9FC7-2659B4173400}" destId="{E004F85C-25BB-4F94-9841-52660C47252F}" srcOrd="1" destOrd="0" parTransId="{D9027DB6-7929-418E-8F5B-0278060F49B7}" sibTransId="{E77819D6-4C42-45B8-A900-0DEA25C5CDAF}"/>
    <dgm:cxn modelId="{02857D1E-E231-48CE-826F-52493638E8CA}" type="presOf" srcId="{05700D6A-61F5-4E53-9A83-1AA2E9D57E6F}" destId="{421E3FFC-0401-4814-808A-1E3B21F1ECC3}" srcOrd="0" destOrd="0" presId="urn:microsoft.com/office/officeart/2005/8/layout/hList1"/>
    <dgm:cxn modelId="{DDD99021-4451-44AB-948D-29D07AC008F2}" srcId="{7E4B4725-4412-459F-9F28-6D652E545473}" destId="{9810CC6D-1A39-4F13-95C5-6D06A4906286}" srcOrd="1" destOrd="0" parTransId="{F387E858-6330-44C7-8CD4-D96643C9E950}" sibTransId="{67B41368-FBE4-45CC-97BB-F92B33368076}"/>
    <dgm:cxn modelId="{8ED08222-F48B-48CD-AFBF-062517488002}" srcId="{05700D6A-61F5-4E53-9A83-1AA2E9D57E6F}" destId="{77F5B1AB-E286-42F7-A2BF-FA4C52913196}" srcOrd="1" destOrd="0" parTransId="{54E7615F-04DC-4E6B-B5F3-DF384A1F34C8}" sibTransId="{293DD3F0-C4FD-4AC0-8C69-5C0C57899687}"/>
    <dgm:cxn modelId="{C1EB6029-6DEB-4CC0-9369-29726453077E}" srcId="{5AC2252B-2414-4E4E-A6E0-252BDE65D4F5}" destId="{0F046BB7-22DE-422B-AFCC-BB96025C6C6D}" srcOrd="2" destOrd="0" parTransId="{116CBB63-C7E6-4027-A260-4546331000F5}" sibTransId="{61DEBA07-2C16-4B31-92D7-A76816101CC6}"/>
    <dgm:cxn modelId="{ABFB4830-D683-4DCA-A884-3EA53A827A44}" srcId="{0F721F2C-AD3F-4B11-895F-33EAE53F9CF3}" destId="{5AC2252B-2414-4E4E-A6E0-252BDE65D4F5}" srcOrd="1" destOrd="0" parTransId="{FE111BBF-DE03-4EEF-B7D1-DA9C8C1DBF69}" sibTransId="{9723ED2F-BFD2-4E0F-9447-682B37249269}"/>
    <dgm:cxn modelId="{1E31D130-8B00-41B7-81E9-43530FD4CB8A}" type="presOf" srcId="{ED14843D-38E9-4351-89DE-4C8BB2AFC0A7}" destId="{421E3FFC-0401-4814-808A-1E3B21F1ECC3}" srcOrd="0" destOrd="8" presId="urn:microsoft.com/office/officeart/2005/8/layout/hList1"/>
    <dgm:cxn modelId="{490AE432-5920-4814-B4D2-267F2415D0EE}" type="presOf" srcId="{B3D9E3CF-AFC7-45CA-8CCB-64980166679C}" destId="{421E3FFC-0401-4814-808A-1E3B21F1ECC3}" srcOrd="0" destOrd="11" presId="urn:microsoft.com/office/officeart/2005/8/layout/hList1"/>
    <dgm:cxn modelId="{26C77036-060E-4D24-B7A8-A6F84371C84D}" srcId="{9810CC6D-1A39-4F13-95C5-6D06A4906286}" destId="{E2FC3B87-BA1B-4B7D-AC4B-DEAEDA59B421}" srcOrd="2" destOrd="0" parTransId="{237F5F28-5CF8-4E33-BB1A-C28EE612A4CD}" sibTransId="{8F6B7B72-F3F7-4381-85A8-4F98FDBD47BF}"/>
    <dgm:cxn modelId="{65AEA139-5565-4910-9FEB-962A4930D34B}" type="presOf" srcId="{53311C05-8B6F-426C-81BB-AF0B9378C25D}" destId="{3AD4EDF1-C1E7-41D0-A02B-CE0E3C99D80C}" srcOrd="0" destOrd="7" presId="urn:microsoft.com/office/officeart/2005/8/layout/hList1"/>
    <dgm:cxn modelId="{C498A43B-C78F-47B6-ABCD-37CB58531A5F}" srcId="{6D692DFC-C86A-4BAA-9FC7-2659B4173400}" destId="{B264EAFA-83F3-427E-9A2E-2C411698E96A}" srcOrd="0" destOrd="0" parTransId="{B4F393B1-2E54-451F-B479-EED911F76441}" sibTransId="{C06B6322-5B39-4EA6-8D1E-D64B6B68D632}"/>
    <dgm:cxn modelId="{EA9BA33E-47C8-47B7-9429-D6308C4B4715}" type="presOf" srcId="{BD8F0AC8-DEF2-43B8-B29F-96FB25A9C58C}" destId="{7FFC22F3-9812-45CF-A25D-C7B5293D47C2}" srcOrd="0" destOrd="3" presId="urn:microsoft.com/office/officeart/2005/8/layout/hList1"/>
    <dgm:cxn modelId="{5806673F-112B-4938-9ED2-63A08606D4E3}" type="presOf" srcId="{375D84D4-5495-4B7F-B365-47C6F31259D6}" destId="{7FFC22F3-9812-45CF-A25D-C7B5293D47C2}" srcOrd="0" destOrd="1" presId="urn:microsoft.com/office/officeart/2005/8/layout/hList1"/>
    <dgm:cxn modelId="{9D5ABC60-82D5-4B16-A34B-6589599ACF96}" type="presOf" srcId="{0F721F2C-AD3F-4B11-895F-33EAE53F9CF3}" destId="{4B61E7D1-79A0-4A8E-B5F9-C48DAEDCE8D4}" srcOrd="0" destOrd="0" presId="urn:microsoft.com/office/officeart/2005/8/layout/hList1"/>
    <dgm:cxn modelId="{E6AD5F62-9543-4A12-BF21-22C6C53E04C7}" srcId="{0F721F2C-AD3F-4B11-895F-33EAE53F9CF3}" destId="{05700D6A-61F5-4E53-9A83-1AA2E9D57E6F}" srcOrd="0" destOrd="0" parTransId="{9E13EA72-D83B-424E-90B8-A2C4E735B45F}" sibTransId="{1A4CB611-A172-474A-9294-EA006F6638C8}"/>
    <dgm:cxn modelId="{6CC35763-BFA5-440F-A5C3-B2760C67D1C9}" srcId="{B3D9E3CF-AFC7-45CA-8CCB-64980166679C}" destId="{F68E62F5-65ED-4023-81C9-E620C9952AFD}" srcOrd="0" destOrd="0" parTransId="{2C9C9BCB-1922-4E39-8800-D91A4503AAB2}" sibTransId="{8FDB99F4-7B28-4147-A378-AE90537ADAD4}"/>
    <dgm:cxn modelId="{47AD1A65-53CB-493B-9964-B6F353A7533E}" srcId="{DD562CE5-EFE3-4ADD-899A-1435A7BF9399}" destId="{AAAD8F59-498A-44A4-95D1-2BDD555CA9FA}" srcOrd="4" destOrd="0" parTransId="{6BEDAF9C-AEB9-47D5-9B8B-69111F3965A8}" sibTransId="{7B771A5A-489B-43A0-BE32-A2CFC1C43294}"/>
    <dgm:cxn modelId="{464F7347-0C12-4059-9A82-56C06386490E}" srcId="{190E54C5-F0C1-4C5A-8B8F-2E65932086ED}" destId="{53311C05-8B6F-426C-81BB-AF0B9378C25D}" srcOrd="2" destOrd="0" parTransId="{55584C5E-A4FE-40B8-B577-C479834A4C67}" sibTransId="{35601C42-FBC9-48BA-9F68-4ACBCD2262CA}"/>
    <dgm:cxn modelId="{2109FB68-773B-495E-AFC0-3D40A4B0FE4C}" srcId="{5AC2252B-2414-4E4E-A6E0-252BDE65D4F5}" destId="{ED14843D-38E9-4351-89DE-4C8BB2AFC0A7}" srcOrd="1" destOrd="0" parTransId="{38BAA4E1-F895-4713-A12C-E5BF2A28DB87}" sibTransId="{2157A29E-2757-4A75-B214-1BC8C8B77B9B}"/>
    <dgm:cxn modelId="{C4FEFE49-C718-47F4-A37D-D55851F001BE}" type="presOf" srcId="{5AC2252B-2414-4E4E-A6E0-252BDE65D4F5}" destId="{421E3FFC-0401-4814-808A-1E3B21F1ECC3}" srcOrd="0" destOrd="6" presId="urn:microsoft.com/office/officeart/2005/8/layout/hList1"/>
    <dgm:cxn modelId="{0391024A-52DA-42C7-B81F-A27FEF81121F}" srcId="{190E54C5-F0C1-4C5A-8B8F-2E65932086ED}" destId="{2EB64FE5-DC68-4F4B-9C69-E8EEA740F058}" srcOrd="0" destOrd="0" parTransId="{BCFEE35A-8EA8-44B7-8456-52DC99937A60}" sibTransId="{92A59C20-4308-424B-AB22-FDD5B52509EF}"/>
    <dgm:cxn modelId="{4FC16D6E-445F-4C6A-A62A-3F7713BCF685}" srcId="{E2FC3B87-BA1B-4B7D-AC4B-DEAEDA59B421}" destId="{900AFA0F-FB6E-454D-97DE-8661826CBDBE}" srcOrd="3" destOrd="0" parTransId="{592FB195-D5CA-456E-BFE8-6C5229C77DEC}" sibTransId="{5E6543CD-5A3D-4263-97E9-8CD4AEBBEA4F}"/>
    <dgm:cxn modelId="{B837754F-8AED-4778-838C-6CD7A03F7462}" type="presOf" srcId="{D84D4B00-673A-41D4-8E2D-0B98862B82D1}" destId="{7FFC22F3-9812-45CF-A25D-C7B5293D47C2}" srcOrd="0" destOrd="7" presId="urn:microsoft.com/office/officeart/2005/8/layout/hList1"/>
    <dgm:cxn modelId="{E7E28F70-AAAA-48CB-A189-21A226B7D04E}" srcId="{6D692DFC-C86A-4BAA-9FC7-2659B4173400}" destId="{A390AA14-4B42-4956-9288-C955DEAD1E84}" srcOrd="2" destOrd="0" parTransId="{BB818449-6CBE-4DD2-A0F9-19B951A17694}" sibTransId="{4DA7A3F6-9DE8-43B7-A110-9E546683451F}"/>
    <dgm:cxn modelId="{8CC16871-32BD-4445-9B3A-F0CBC96D07D7}" type="presOf" srcId="{60D1C565-C532-4C00-8B11-49AA162CFE50}" destId="{3AD4EDF1-C1E7-41D0-A02B-CE0E3C99D80C}" srcOrd="0" destOrd="13" presId="urn:microsoft.com/office/officeart/2005/8/layout/hList1"/>
    <dgm:cxn modelId="{E2C1E272-E1BC-42CE-9C5D-815B95769A1B}" type="presOf" srcId="{2EB64FE5-DC68-4F4B-9C69-E8EEA740F058}" destId="{3AD4EDF1-C1E7-41D0-A02B-CE0E3C99D80C}" srcOrd="0" destOrd="5" presId="urn:microsoft.com/office/officeart/2005/8/layout/hList1"/>
    <dgm:cxn modelId="{05743F73-2B3C-4B81-A06A-4CD8CD02D938}" type="presOf" srcId="{077B394F-2242-4845-A394-304B0DB7C931}" destId="{3AD4EDF1-C1E7-41D0-A02B-CE0E3C99D80C}" srcOrd="0" destOrd="9" presId="urn:microsoft.com/office/officeart/2005/8/layout/hList1"/>
    <dgm:cxn modelId="{A660E753-07D5-47AA-8B9E-5EC08746F7B2}" srcId="{DD562CE5-EFE3-4ADD-899A-1435A7BF9399}" destId="{A954988D-2D50-4D3D-A338-7CB00F3B011D}" srcOrd="8" destOrd="0" parTransId="{2E3AF47A-0AA0-42AD-B64D-7C29AA218575}" sibTransId="{4CFCED43-0B8D-444D-8E59-F7A9AA0A76AE}"/>
    <dgm:cxn modelId="{7221C777-AB7E-41F9-8C26-BF0139FDED53}" srcId="{DD562CE5-EFE3-4ADD-899A-1435A7BF9399}" destId="{598EBA40-B61F-4DDE-851F-D0798C372383}" srcOrd="0" destOrd="0" parTransId="{41A7391C-7AA4-495E-B62B-0E887BB73358}" sibTransId="{ABD5B49A-14AF-4E19-A697-0F878C6605E3}"/>
    <dgm:cxn modelId="{5280BC7A-9C23-41CF-A5DC-B18841EF77CC}" srcId="{0F721F2C-AD3F-4B11-895F-33EAE53F9CF3}" destId="{B3D9E3CF-AFC7-45CA-8CCB-64980166679C}" srcOrd="3" destOrd="0" parTransId="{349C7372-340D-4DF5-91F8-F3C050D991D7}" sibTransId="{790A34B3-1DA2-4105-83A6-8410DD008343}"/>
    <dgm:cxn modelId="{4E0C4A7B-1DF9-4C39-9850-B9A43CF0C730}" type="presOf" srcId="{53B64BE0-17DD-4148-8A2E-28399018C843}" destId="{3AD4EDF1-C1E7-41D0-A02B-CE0E3C99D80C}" srcOrd="0" destOrd="6" presId="urn:microsoft.com/office/officeart/2005/8/layout/hList1"/>
    <dgm:cxn modelId="{E578F57C-1FAD-45A2-B262-A38BECD14341}" type="presOf" srcId="{D1D48F42-9040-4065-91A1-6B685D8B31B8}" destId="{421E3FFC-0401-4814-808A-1E3B21F1ECC3}" srcOrd="0" destOrd="7" presId="urn:microsoft.com/office/officeart/2005/8/layout/hList1"/>
    <dgm:cxn modelId="{4BD21B7F-8524-41EA-83D8-D94094438B7C}" type="presOf" srcId="{8FD7537A-B292-4B53-BF05-345920DFC55E}" destId="{7FFC22F3-9812-45CF-A25D-C7B5293D47C2}" srcOrd="0" destOrd="2" presId="urn:microsoft.com/office/officeart/2005/8/layout/hList1"/>
    <dgm:cxn modelId="{D718647F-07A9-4417-8894-7FCE3B56A94A}" srcId="{DD562CE5-EFE3-4ADD-899A-1435A7BF9399}" destId="{D84D4B00-673A-41D4-8E2D-0B98862B82D1}" srcOrd="7" destOrd="0" parTransId="{C859976B-0474-4496-9DA1-319B8057D3A5}" sibTransId="{9841C614-9F01-462A-889E-27C92C4EFD63}"/>
    <dgm:cxn modelId="{2A860083-8A29-4661-A47C-6670D316E768}" type="presOf" srcId="{30FFA86D-4C0F-4C24-82EA-599A4E21AAE9}" destId="{421E3FFC-0401-4814-808A-1E3B21F1ECC3}" srcOrd="0" destOrd="3" presId="urn:microsoft.com/office/officeart/2005/8/layout/hList1"/>
    <dgm:cxn modelId="{FB52C485-4624-48BE-AE42-1E21628A7998}" type="presOf" srcId="{689F337E-7F53-4D8D-8C3D-28CD1B281E00}" destId="{421E3FFC-0401-4814-808A-1E3B21F1ECC3}" srcOrd="0" destOrd="10" presId="urn:microsoft.com/office/officeart/2005/8/layout/hList1"/>
    <dgm:cxn modelId="{51BBF185-6F88-4279-8140-3DB74C6D93D9}" type="presOf" srcId="{A390AA14-4B42-4956-9288-C955DEAD1E84}" destId="{3AD4EDF1-C1E7-41D0-A02B-CE0E3C99D80C}" srcOrd="0" destOrd="3" presId="urn:microsoft.com/office/officeart/2005/8/layout/hList1"/>
    <dgm:cxn modelId="{F88FF786-548A-4E18-B120-9A4676944306}" type="presOf" srcId="{190E54C5-F0C1-4C5A-8B8F-2E65932086ED}" destId="{3AD4EDF1-C1E7-41D0-A02B-CE0E3C99D80C}" srcOrd="0" destOrd="4" presId="urn:microsoft.com/office/officeart/2005/8/layout/hList1"/>
    <dgm:cxn modelId="{ADED9F88-86F7-4329-AD0C-190A15AA110E}" srcId="{DD562CE5-EFE3-4ADD-899A-1435A7BF9399}" destId="{BD8F0AC8-DEF2-43B8-B29F-96FB25A9C58C}" srcOrd="3" destOrd="0" parTransId="{E481CF82-FEF2-4DD8-A2F0-7F3969396DD6}" sibTransId="{955EDC0D-447A-4311-B8E5-3344B016D618}"/>
    <dgm:cxn modelId="{32E8E88B-C4EC-45F5-87EF-348FFC9F2473}" type="presOf" srcId="{F68E62F5-65ED-4023-81C9-E620C9952AFD}" destId="{421E3FFC-0401-4814-808A-1E3B21F1ECC3}" srcOrd="0" destOrd="12" presId="urn:microsoft.com/office/officeart/2005/8/layout/hList1"/>
    <dgm:cxn modelId="{C8C1FE8C-9A0C-4007-A71F-897240016D1F}" srcId="{DD562CE5-EFE3-4ADD-899A-1435A7BF9399}" destId="{375D84D4-5495-4B7F-B365-47C6F31259D6}" srcOrd="1" destOrd="0" parTransId="{0C2CC7B0-07CD-40EF-A026-FCA4E2C426B5}" sibTransId="{F96BD4B2-7E7D-467B-BF3A-48399676287C}"/>
    <dgm:cxn modelId="{DCCAAF90-F0E5-47FD-AD11-44D78A4BEC58}" type="presOf" srcId="{FE7BA5AB-8CAE-4064-A7DB-8772E36E2B02}" destId="{421E3FFC-0401-4814-808A-1E3B21F1ECC3}" srcOrd="0" destOrd="13" presId="urn:microsoft.com/office/officeart/2005/8/layout/hList1"/>
    <dgm:cxn modelId="{F143F093-F6BE-4032-9EA6-237F782B68F6}" srcId="{05700D6A-61F5-4E53-9A83-1AA2E9D57E6F}" destId="{82730EA2-5C35-4434-B709-C3669E9037BF}" srcOrd="0" destOrd="0" parTransId="{36FB27FD-07C5-460A-8F8E-91C3CFC74C02}" sibTransId="{07A38F7D-5A23-46E2-81A4-DEA8A75ACFCE}"/>
    <dgm:cxn modelId="{BC1B0095-8361-408A-B36D-308856F3FF17}" srcId="{9810CC6D-1A39-4F13-95C5-6D06A4906286}" destId="{6D692DFC-C86A-4BAA-9FC7-2659B4173400}" srcOrd="0" destOrd="0" parTransId="{2B73C1C5-F868-4DE4-9F6B-3627E5A4FBAD}" sibTransId="{2ED536ED-4A9F-4879-83F7-DBCA386C668E}"/>
    <dgm:cxn modelId="{8EE9B39B-2B81-4851-BD3D-605E67393559}" srcId="{B3D9E3CF-AFC7-45CA-8CCB-64980166679C}" destId="{FE7BA5AB-8CAE-4064-A7DB-8772E36E2B02}" srcOrd="1" destOrd="0" parTransId="{49B4DE68-26F5-4F0C-B8AA-D4101A005F03}" sibTransId="{43F56F77-8C15-4AD4-8E58-96A7EE59E091}"/>
    <dgm:cxn modelId="{CE65BDA0-490E-4175-97B4-CEADDD35720A}" type="presOf" srcId="{900AFA0F-FB6E-454D-97DE-8661826CBDBE}" destId="{3AD4EDF1-C1E7-41D0-A02B-CE0E3C99D80C}" srcOrd="0" destOrd="12" presId="urn:microsoft.com/office/officeart/2005/8/layout/hList1"/>
    <dgm:cxn modelId="{084180B2-82F0-4366-A121-6524BECB6461}" type="presOf" srcId="{F0583BCB-CE27-48AA-8A03-20C5C4E15E56}" destId="{421E3FFC-0401-4814-808A-1E3B21F1ECC3}" srcOrd="0" destOrd="5" presId="urn:microsoft.com/office/officeart/2005/8/layout/hList1"/>
    <dgm:cxn modelId="{93A899B3-1D38-49CD-8CC4-737E93B66426}" type="presOf" srcId="{E004F85C-25BB-4F94-9841-52660C47252F}" destId="{3AD4EDF1-C1E7-41D0-A02B-CE0E3C99D80C}" srcOrd="0" destOrd="2" presId="urn:microsoft.com/office/officeart/2005/8/layout/hList1"/>
    <dgm:cxn modelId="{F5958EB4-8CAC-4712-BFAA-9C9C1DC1FFF9}" type="presOf" srcId="{DBB94BF7-14C9-4678-999A-A837B22D053B}" destId="{3AD4EDF1-C1E7-41D0-A02B-CE0E3C99D80C}" srcOrd="0" destOrd="10" presId="urn:microsoft.com/office/officeart/2005/8/layout/hList1"/>
    <dgm:cxn modelId="{BC4902BA-9DFD-4738-BA16-5ACCC6259440}" type="presOf" srcId="{6D692DFC-C86A-4BAA-9FC7-2659B4173400}" destId="{3AD4EDF1-C1E7-41D0-A02B-CE0E3C99D80C}" srcOrd="0" destOrd="0" presId="urn:microsoft.com/office/officeart/2005/8/layout/hList1"/>
    <dgm:cxn modelId="{7419D7C1-946C-49E3-823D-48102A0D7DA5}" type="presOf" srcId="{7E4B4725-4412-459F-9F28-6D652E545473}" destId="{616FF82E-ED8A-41F5-BD1A-C951FE1598EF}" srcOrd="0" destOrd="0" presId="urn:microsoft.com/office/officeart/2005/8/layout/hList1"/>
    <dgm:cxn modelId="{670EE4C9-553A-40EF-B63B-92D56EF55972}" srcId="{DD562CE5-EFE3-4ADD-899A-1435A7BF9399}" destId="{8FD7537A-B292-4B53-BF05-345920DFC55E}" srcOrd="2" destOrd="0" parTransId="{3DD24E0C-C90E-44A3-A29B-951F853D0342}" sibTransId="{BF4873F2-9E2A-4EA0-9D50-944F5BE034BF}"/>
    <dgm:cxn modelId="{8CAA5ECE-31FC-4E52-B04C-FFE475B30E4E}" type="presOf" srcId="{6F715B26-FD91-4766-A8AA-D1E5740EB60B}" destId="{3AD4EDF1-C1E7-41D0-A02B-CE0E3C99D80C}" srcOrd="0" destOrd="14" presId="urn:microsoft.com/office/officeart/2005/8/layout/hList1"/>
    <dgm:cxn modelId="{A733E1CE-6B70-4F63-A812-E2188F6D488B}" srcId="{DD562CE5-EFE3-4ADD-899A-1435A7BF9399}" destId="{F8248E79-B86F-431A-ADA2-1C73780E3480}" srcOrd="6" destOrd="0" parTransId="{166EB649-E2B1-4323-87C3-5A75083CA409}" sibTransId="{80799AB1-8E91-4405-A257-0C94F5C4EB7D}"/>
    <dgm:cxn modelId="{D494C9D0-7EFE-432D-A6B2-0C55DD7FD6F2}" srcId="{9810CC6D-1A39-4F13-95C5-6D06A4906286}" destId="{190E54C5-F0C1-4C5A-8B8F-2E65932086ED}" srcOrd="1" destOrd="0" parTransId="{B5E85A57-9BCB-4E44-9C72-56384934902B}" sibTransId="{87E84A5D-E6B3-45AC-9D3F-01451F352CA5}"/>
    <dgm:cxn modelId="{4C3263D2-7F8D-4EF6-977C-8C17EB543792}" srcId="{E2FC3B87-BA1B-4B7D-AC4B-DEAEDA59B421}" destId="{C0218D07-01D9-4DBD-9C5D-1AA7B5E7EE5A}" srcOrd="2" destOrd="0" parTransId="{7E448DDA-F3FD-4937-B009-9F30659F3D01}" sibTransId="{93833BC6-923A-4BF5-B48A-369DCDFE628E}"/>
    <dgm:cxn modelId="{4164E9D7-6578-4406-B090-A832C2BD42FC}" srcId="{05700D6A-61F5-4E53-9A83-1AA2E9D57E6F}" destId="{F0583BCB-CE27-48AA-8A03-20C5C4E15E56}" srcOrd="4" destOrd="0" parTransId="{8A4699C4-E33B-4D8A-96E7-989A96ACA532}" sibTransId="{86C0C20C-1B7A-4688-B849-7B2FFFFDDA92}"/>
    <dgm:cxn modelId="{7D24A8D9-2B7D-4E7F-90D6-0949C844E847}" type="presOf" srcId="{DD562CE5-EFE3-4ADD-899A-1435A7BF9399}" destId="{C4C77435-F1CF-4877-88D7-6E8357ED8E0D}" srcOrd="0" destOrd="0" presId="urn:microsoft.com/office/officeart/2005/8/layout/hList1"/>
    <dgm:cxn modelId="{BC3311DA-7EF7-4861-A42A-398016D00041}" srcId="{7E4B4725-4412-459F-9F28-6D652E545473}" destId="{0F721F2C-AD3F-4B11-895F-33EAE53F9CF3}" srcOrd="2" destOrd="0" parTransId="{9F1419FF-7042-4C8A-A613-4AC4FE2F489D}" sibTransId="{466FAA9A-F6A6-4AE9-A4E8-62D1B29206DC}"/>
    <dgm:cxn modelId="{A3C4D7DA-3E95-4132-B18E-722C628C9B1A}" type="presOf" srcId="{E2FC3B87-BA1B-4B7D-AC4B-DEAEDA59B421}" destId="{3AD4EDF1-C1E7-41D0-A02B-CE0E3C99D80C}" srcOrd="0" destOrd="8" presId="urn:microsoft.com/office/officeart/2005/8/layout/hList1"/>
    <dgm:cxn modelId="{DBF909DD-8D00-42B0-8C33-BA647CD25284}" srcId="{05700D6A-61F5-4E53-9A83-1AA2E9D57E6F}" destId="{754DD2D4-6B05-47A1-B5B5-7C211FBF8F00}" srcOrd="3" destOrd="0" parTransId="{9B132C51-2D43-4B91-82E1-A88096533CBA}" sibTransId="{ED1F87C8-FDDF-4225-9F88-100ADE83E9B8}"/>
    <dgm:cxn modelId="{E82588DD-83E7-4366-88B1-6C82B34C1D30}" srcId="{DD562CE5-EFE3-4ADD-899A-1435A7BF9399}" destId="{5D6347C5-1864-4DF7-99AE-3356AD9602A4}" srcOrd="5" destOrd="0" parTransId="{ACBD412B-635E-4EDA-9D0E-58CE098EA9E1}" sibTransId="{15F824E9-6448-4433-A095-542489F6C201}"/>
    <dgm:cxn modelId="{3F82DCDD-9617-439A-9E3C-C9323FAC315A}" type="presOf" srcId="{0F046BB7-22DE-422B-AFCC-BB96025C6C6D}" destId="{421E3FFC-0401-4814-808A-1E3B21F1ECC3}" srcOrd="0" destOrd="9" presId="urn:microsoft.com/office/officeart/2005/8/layout/hList1"/>
    <dgm:cxn modelId="{3B2833E6-46CE-4752-81B2-548FE099DB1B}" type="presOf" srcId="{754DD2D4-6B05-47A1-B5B5-7C211FBF8F00}" destId="{421E3FFC-0401-4814-808A-1E3B21F1ECC3}" srcOrd="0" destOrd="4" presId="urn:microsoft.com/office/officeart/2005/8/layout/hList1"/>
    <dgm:cxn modelId="{59DB68E8-C740-48A7-A58A-38EF7E7A67A5}" srcId="{7E4B4725-4412-459F-9F28-6D652E545473}" destId="{DD562CE5-EFE3-4ADD-899A-1435A7BF9399}" srcOrd="0" destOrd="0" parTransId="{D1AB6B98-D3C5-4675-A4AF-512958E999E7}" sibTransId="{9F3267F5-69C1-4BD0-8269-07A551B0D159}"/>
    <dgm:cxn modelId="{54C258E9-70F0-4DE8-B3C7-91438B0F1913}" srcId="{190E54C5-F0C1-4C5A-8B8F-2E65932086ED}" destId="{53B64BE0-17DD-4148-8A2E-28399018C843}" srcOrd="1" destOrd="0" parTransId="{E6FD45C2-2D35-43BD-ABE0-AD0015949E6A}" sibTransId="{D20F05BC-D5DE-444A-968C-4FCC77CA2C7B}"/>
    <dgm:cxn modelId="{9D6BD3ED-EDCF-4FDA-BCBE-E5755DA7C77B}" srcId="{5AC2252B-2414-4E4E-A6E0-252BDE65D4F5}" destId="{D1D48F42-9040-4065-91A1-6B685D8B31B8}" srcOrd="0" destOrd="0" parTransId="{16B1D6DF-F211-44D1-A250-ED3358C48CAD}" sibTransId="{E9180D05-9C0F-4253-824D-43B8BF03C536}"/>
    <dgm:cxn modelId="{6E2E60F0-700F-4092-BD0B-AB54B979F314}" srcId="{900AFA0F-FB6E-454D-97DE-8661826CBDBE}" destId="{6F715B26-FD91-4766-A8AA-D1E5740EB60B}" srcOrd="1" destOrd="0" parTransId="{33F64299-FE62-4013-AC3B-60B868D65BB3}" sibTransId="{F02DE1AE-2ECE-4969-AF96-5E156BFC1E73}"/>
    <dgm:cxn modelId="{394C83F2-EFEF-4ABE-A82B-7E37B2763F36}" type="presOf" srcId="{F8248E79-B86F-431A-ADA2-1C73780E3480}" destId="{7FFC22F3-9812-45CF-A25D-C7B5293D47C2}" srcOrd="0" destOrd="6" presId="urn:microsoft.com/office/officeart/2005/8/layout/hList1"/>
    <dgm:cxn modelId="{43D9AFF5-95DF-4312-8AC0-3098A5AB3A30}" type="presOf" srcId="{C0218D07-01D9-4DBD-9C5D-1AA7B5E7EE5A}" destId="{3AD4EDF1-C1E7-41D0-A02B-CE0E3C99D80C}" srcOrd="0" destOrd="11" presId="urn:microsoft.com/office/officeart/2005/8/layout/hList1"/>
    <dgm:cxn modelId="{3AB5BCF6-7821-4BD1-97F4-41FCFEDB511B}" srcId="{E2FC3B87-BA1B-4B7D-AC4B-DEAEDA59B421}" destId="{077B394F-2242-4845-A394-304B0DB7C931}" srcOrd="0" destOrd="0" parTransId="{9AFF5F84-4A12-4596-9D10-5B304BA61743}" sibTransId="{54AF60C3-3B3D-4BEF-8DC2-3CEFAD1A0EFE}"/>
    <dgm:cxn modelId="{FABB0CFC-86BC-473E-8810-B48B19F56760}" srcId="{05700D6A-61F5-4E53-9A83-1AA2E9D57E6F}" destId="{30FFA86D-4C0F-4C24-82EA-599A4E21AAE9}" srcOrd="2" destOrd="0" parTransId="{F65BA9D0-0BAE-427B-879B-879B2F503A50}" sibTransId="{C7332AB2-BD80-4AFB-ADE6-0C8DC9156FF5}"/>
    <dgm:cxn modelId="{4C0AC976-34E8-4E21-A3C1-82280710B498}" type="presParOf" srcId="{616FF82E-ED8A-41F5-BD1A-C951FE1598EF}" destId="{E14E3B59-2704-49A5-9D5B-071CD987D13E}" srcOrd="0" destOrd="0" presId="urn:microsoft.com/office/officeart/2005/8/layout/hList1"/>
    <dgm:cxn modelId="{2AB4A269-C51A-4628-BC4C-2580D714643A}" type="presParOf" srcId="{E14E3B59-2704-49A5-9D5B-071CD987D13E}" destId="{C4C77435-F1CF-4877-88D7-6E8357ED8E0D}" srcOrd="0" destOrd="0" presId="urn:microsoft.com/office/officeart/2005/8/layout/hList1"/>
    <dgm:cxn modelId="{D01DEF6E-3F0D-4AC9-A213-F842624C7C2F}" type="presParOf" srcId="{E14E3B59-2704-49A5-9D5B-071CD987D13E}" destId="{7FFC22F3-9812-45CF-A25D-C7B5293D47C2}" srcOrd="1" destOrd="0" presId="urn:microsoft.com/office/officeart/2005/8/layout/hList1"/>
    <dgm:cxn modelId="{DCB0F1F6-C557-457C-8DC3-0AD2C703AC9C}" type="presParOf" srcId="{616FF82E-ED8A-41F5-BD1A-C951FE1598EF}" destId="{E47CFBCE-2610-47CE-9823-1F8DDF759720}" srcOrd="1" destOrd="0" presId="urn:microsoft.com/office/officeart/2005/8/layout/hList1"/>
    <dgm:cxn modelId="{0DC46252-CB78-4E99-B89E-05F5C24E8DCD}" type="presParOf" srcId="{616FF82E-ED8A-41F5-BD1A-C951FE1598EF}" destId="{FB179A0B-A954-4361-ABCD-EAD2EAF03C35}" srcOrd="2" destOrd="0" presId="urn:microsoft.com/office/officeart/2005/8/layout/hList1"/>
    <dgm:cxn modelId="{20388EA0-C2D1-4F46-B764-FD036A92103F}" type="presParOf" srcId="{FB179A0B-A954-4361-ABCD-EAD2EAF03C35}" destId="{39360240-C6CD-4FD5-ACC3-F8FD204F46B7}" srcOrd="0" destOrd="0" presId="urn:microsoft.com/office/officeart/2005/8/layout/hList1"/>
    <dgm:cxn modelId="{2B7CE46A-989A-4367-8799-2F1591B05153}" type="presParOf" srcId="{FB179A0B-A954-4361-ABCD-EAD2EAF03C35}" destId="{3AD4EDF1-C1E7-41D0-A02B-CE0E3C99D80C}" srcOrd="1" destOrd="0" presId="urn:microsoft.com/office/officeart/2005/8/layout/hList1"/>
    <dgm:cxn modelId="{C7DEC4B9-CB7D-4D4D-9B6D-95D7FE7B7138}" type="presParOf" srcId="{616FF82E-ED8A-41F5-BD1A-C951FE1598EF}" destId="{66825275-D9E1-45C1-AAD8-02CC407E35D0}" srcOrd="3" destOrd="0" presId="urn:microsoft.com/office/officeart/2005/8/layout/hList1"/>
    <dgm:cxn modelId="{1A5E35AC-43F6-4D4E-AF66-C80997FD1DE8}" type="presParOf" srcId="{616FF82E-ED8A-41F5-BD1A-C951FE1598EF}" destId="{0A516363-5BE3-4679-9C0E-783E36567A8A}" srcOrd="4" destOrd="0" presId="urn:microsoft.com/office/officeart/2005/8/layout/hList1"/>
    <dgm:cxn modelId="{4596DAC0-A371-4B12-A7C2-D6F873F432B4}" type="presParOf" srcId="{0A516363-5BE3-4679-9C0E-783E36567A8A}" destId="{4B61E7D1-79A0-4A8E-B5F9-C48DAEDCE8D4}" srcOrd="0" destOrd="0" presId="urn:microsoft.com/office/officeart/2005/8/layout/hList1"/>
    <dgm:cxn modelId="{DB1973B4-E67A-4169-87D2-44045FB44B6F}" type="presParOf" srcId="{0A516363-5BE3-4679-9C0E-783E36567A8A}" destId="{421E3FFC-0401-4814-808A-1E3B21F1ECC3}" srcOrd="1" destOrd="0" presId="urn:microsoft.com/office/officeart/2005/8/layout/h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4C77435-F1CF-4877-88D7-6E8357ED8E0D}">
      <dsp:nvSpPr>
        <dsp:cNvPr id="0" name=""/>
        <dsp:cNvSpPr/>
      </dsp:nvSpPr>
      <dsp:spPr>
        <a:xfrm>
          <a:off x="3209" y="3297"/>
          <a:ext cx="3129273" cy="633600"/>
        </a:xfrm>
        <a:prstGeom prst="rect">
          <a:avLst/>
        </a:prstGeom>
        <a:gradFill flip="none" rotWithShape="1">
          <a:gsLst>
            <a:gs pos="0">
              <a:srgbClr val="00BEDC">
                <a:lumMod val="67000"/>
              </a:srgbClr>
            </a:gs>
            <a:gs pos="48000">
              <a:srgbClr val="00BEDC">
                <a:lumMod val="97000"/>
                <a:lumOff val="3000"/>
              </a:srgbClr>
            </a:gs>
            <a:gs pos="100000">
              <a:srgbClr val="00BEDC">
                <a:lumMod val="60000"/>
                <a:lumOff val="40000"/>
              </a:srgbClr>
            </a:gs>
          </a:gsLst>
          <a:lin ang="16200000" scaled="1"/>
          <a:tileRect/>
        </a:gradFill>
        <a:ln>
          <a:noFill/>
        </a:ln>
        <a:effectLst/>
      </dsp:spPr>
      <dsp:style>
        <a:lnRef idx="0">
          <a:scrgbClr r="0" g="0" b="0"/>
        </a:lnRef>
        <a:fillRef idx="0">
          <a:scrgbClr r="0" g="0" b="0"/>
        </a:fillRef>
        <a:effectRef idx="0">
          <a:scrgbClr r="0" g="0" b="0"/>
        </a:effectRef>
        <a:fontRef idx="minor">
          <a:schemeClr val="lt1"/>
        </a:fontRef>
      </dsp:style>
      <dsp:txBody>
        <a:bodyPr spcFirstLastPara="0" vert="horz" wrap="square" lIns="156464" tIns="89408" rIns="156464" bIns="89408" numCol="1" spcCol="1270" anchor="ctr" anchorCtr="0">
          <a:noAutofit/>
        </a:bodyPr>
        <a:lstStyle/>
        <a:p>
          <a:pPr marL="0" lvl="0" indent="0" algn="ctr" defTabSz="977900">
            <a:lnSpc>
              <a:spcPct val="90000"/>
            </a:lnSpc>
            <a:spcBef>
              <a:spcPct val="0"/>
            </a:spcBef>
            <a:spcAft>
              <a:spcPct val="35000"/>
            </a:spcAft>
            <a:buNone/>
          </a:pPr>
          <a:r>
            <a:rPr lang="en-US" sz="2200" b="1" i="0" kern="1200">
              <a:solidFill>
                <a:srgbClr val="000000">
                  <a:hueOff val="0"/>
                  <a:satOff val="0"/>
                  <a:lumOff val="0"/>
                  <a:alphaOff val="0"/>
                </a:srgbClr>
              </a:solidFill>
              <a:latin typeface="Arial"/>
              <a:ea typeface="+mn-ea"/>
              <a:cs typeface="+mn-cs"/>
            </a:rPr>
            <a:t>P2R Roles</a:t>
          </a:r>
          <a:endParaRPr lang="en-DE" sz="2200" kern="1200">
            <a:solidFill>
              <a:srgbClr val="000000">
                <a:hueOff val="0"/>
                <a:satOff val="0"/>
                <a:lumOff val="0"/>
                <a:alphaOff val="0"/>
              </a:srgbClr>
            </a:solidFill>
            <a:latin typeface="Arial"/>
            <a:ea typeface="+mn-ea"/>
            <a:cs typeface="+mn-cs"/>
          </a:endParaRPr>
        </a:p>
      </dsp:txBody>
      <dsp:txXfrm>
        <a:off x="3209" y="3297"/>
        <a:ext cx="3129273" cy="633600"/>
      </dsp:txXfrm>
    </dsp:sp>
    <dsp:sp modelId="{7FFC22F3-9812-45CF-A25D-C7B5293D47C2}">
      <dsp:nvSpPr>
        <dsp:cNvPr id="0" name=""/>
        <dsp:cNvSpPr/>
      </dsp:nvSpPr>
      <dsp:spPr>
        <a:xfrm>
          <a:off x="3209" y="636897"/>
          <a:ext cx="3129273" cy="3381840"/>
        </a:xfrm>
        <a:prstGeom prst="rect">
          <a:avLst/>
        </a:prstGeom>
        <a:solidFill>
          <a:sysClr val="window" lastClr="FFFFFF">
            <a:alpha val="90000"/>
            <a:tint val="40000"/>
            <a:hueOff val="0"/>
            <a:satOff val="0"/>
            <a:lumOff val="0"/>
            <a:alphaOff val="0"/>
          </a:sysClr>
        </a:solidFill>
        <a:ln w="6350" cap="flat" cmpd="sng" algn="ctr">
          <a:solidFill>
            <a:srgbClr val="0087BE">
              <a:alpha val="90000"/>
              <a:hueOff val="0"/>
              <a:satOff val="0"/>
              <a:lumOff val="0"/>
              <a:alphaOff val="0"/>
            </a:srgb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64008" tIns="64008" rIns="85344" bIns="96012" numCol="1" spcCol="1270" anchor="t" anchorCtr="0">
          <a:noAutofit/>
        </a:bodyPr>
        <a:lstStyle/>
        <a:p>
          <a:pPr marL="114300" lvl="1" indent="-114300" algn="l" defTabSz="533400">
            <a:lnSpc>
              <a:spcPct val="90000"/>
            </a:lnSpc>
            <a:spcBef>
              <a:spcPct val="0"/>
            </a:spcBef>
            <a:spcAft>
              <a:spcPct val="15000"/>
            </a:spcAft>
            <a:buFont typeface="Arial" panose="020B0604020202020204" pitchFamily="34" charset="0"/>
            <a:buChar char="•"/>
          </a:pPr>
          <a:r>
            <a:rPr lang="en-US" sz="1200" b="1" i="0" kern="1200">
              <a:solidFill>
                <a:srgbClr val="000000">
                  <a:hueOff val="0"/>
                  <a:satOff val="0"/>
                  <a:lumOff val="0"/>
                  <a:alphaOff val="0"/>
                </a:srgbClr>
              </a:solidFill>
              <a:latin typeface="Arial"/>
              <a:ea typeface="+mn-ea"/>
              <a:cs typeface="+mn-cs"/>
            </a:rPr>
            <a:t>Requisitioner</a:t>
          </a:r>
          <a:r>
            <a:rPr lang="en-US" sz="1200" b="0" i="0" kern="1200">
              <a:solidFill>
                <a:srgbClr val="000000">
                  <a:hueOff val="0"/>
                  <a:satOff val="0"/>
                  <a:lumOff val="0"/>
                  <a:alphaOff val="0"/>
                </a:srgbClr>
              </a:solidFill>
              <a:latin typeface="Arial"/>
              <a:ea typeface="+mn-ea"/>
              <a:cs typeface="+mn-cs"/>
            </a:rPr>
            <a:t>: Responsible for processing purchase requisitions (PR).</a:t>
          </a:r>
          <a:br>
            <a:rPr lang="en-US" sz="1200" b="0" i="0" kern="1200">
              <a:solidFill>
                <a:srgbClr val="000000">
                  <a:hueOff val="0"/>
                  <a:satOff val="0"/>
                  <a:lumOff val="0"/>
                  <a:alphaOff val="0"/>
                </a:srgbClr>
              </a:solidFill>
              <a:latin typeface="Arial"/>
              <a:ea typeface="+mn-ea"/>
              <a:cs typeface="+mn-cs"/>
            </a:rPr>
          </a:br>
          <a:r>
            <a:rPr lang="en-US" sz="1200" kern="1200">
              <a:solidFill>
                <a:srgbClr val="000000">
                  <a:hueOff val="0"/>
                  <a:satOff val="0"/>
                  <a:lumOff val="0"/>
                  <a:alphaOff val="0"/>
                </a:srgbClr>
              </a:solidFill>
              <a:latin typeface="Arial"/>
              <a:ea typeface="+mn-ea"/>
              <a:cs typeface="+mn-cs"/>
            </a:rPr>
            <a:t>Special OCI role based on country, company code &amp; purchasing </a:t>
          </a:r>
          <a:r>
            <a:rPr lang="en-US" sz="1200" kern="1200" err="1">
              <a:solidFill>
                <a:srgbClr val="000000">
                  <a:hueOff val="0"/>
                  <a:satOff val="0"/>
                  <a:lumOff val="0"/>
                  <a:alphaOff val="0"/>
                </a:srgbClr>
              </a:solidFill>
              <a:latin typeface="Arial"/>
              <a:ea typeface="+mn-ea"/>
              <a:cs typeface="+mn-cs"/>
            </a:rPr>
            <a:t>organi</a:t>
          </a:r>
          <a:r>
            <a:rPr lang="cs-CZ" sz="1200" kern="1200">
              <a:solidFill>
                <a:srgbClr val="000000">
                  <a:hueOff val="0"/>
                  <a:satOff val="0"/>
                  <a:lumOff val="0"/>
                  <a:alphaOff val="0"/>
                </a:srgbClr>
              </a:solidFill>
              <a:latin typeface="Arial"/>
              <a:ea typeface="+mn-ea"/>
              <a:cs typeface="+mn-cs"/>
            </a:rPr>
            <a:t>z</a:t>
          </a:r>
          <a:r>
            <a:rPr lang="en-US" sz="1200" kern="1200" err="1">
              <a:solidFill>
                <a:srgbClr val="000000">
                  <a:hueOff val="0"/>
                  <a:satOff val="0"/>
                  <a:lumOff val="0"/>
                  <a:alphaOff val="0"/>
                </a:srgbClr>
              </a:solidFill>
              <a:latin typeface="Arial"/>
              <a:ea typeface="+mn-ea"/>
              <a:cs typeface="+mn-cs"/>
            </a:rPr>
            <a:t>ation</a:t>
          </a:r>
          <a:r>
            <a:rPr lang="en-US" sz="1200" kern="1200">
              <a:solidFill>
                <a:srgbClr val="000000">
                  <a:hueOff val="0"/>
                  <a:satOff val="0"/>
                  <a:lumOff val="0"/>
                  <a:alphaOff val="0"/>
                </a:srgbClr>
              </a:solidFill>
              <a:latin typeface="Arial"/>
              <a:ea typeface="+mn-ea"/>
              <a:cs typeface="+mn-cs"/>
            </a:rPr>
            <a:t> combination.</a:t>
          </a:r>
          <a:endParaRPr lang="en-DE" sz="1200" kern="1200">
            <a:solidFill>
              <a:srgbClr val="000000">
                <a:hueOff val="0"/>
                <a:satOff val="0"/>
                <a:lumOff val="0"/>
                <a:alphaOff val="0"/>
              </a:srgbClr>
            </a:solidFill>
            <a:latin typeface="Arial"/>
            <a:ea typeface="+mn-ea"/>
            <a:cs typeface="+mn-cs"/>
          </a:endParaRPr>
        </a:p>
        <a:p>
          <a:pPr marL="114300" lvl="1" indent="-114300" algn="l" defTabSz="533400">
            <a:lnSpc>
              <a:spcPct val="90000"/>
            </a:lnSpc>
            <a:spcBef>
              <a:spcPct val="0"/>
            </a:spcBef>
            <a:spcAft>
              <a:spcPct val="15000"/>
            </a:spcAft>
            <a:buFont typeface="Arial" panose="020B0604020202020204" pitchFamily="34" charset="0"/>
            <a:buChar char="•"/>
          </a:pPr>
          <a:endParaRPr lang="en-DE" sz="1200" kern="1200">
            <a:solidFill>
              <a:srgbClr val="000000">
                <a:hueOff val="0"/>
                <a:satOff val="0"/>
                <a:lumOff val="0"/>
                <a:alphaOff val="0"/>
              </a:srgbClr>
            </a:solidFill>
            <a:latin typeface="Arial"/>
            <a:ea typeface="+mn-ea"/>
            <a:cs typeface="+mn-cs"/>
          </a:endParaRPr>
        </a:p>
        <a:p>
          <a:pPr marL="114300" lvl="1" indent="-114300" algn="l" defTabSz="533400">
            <a:lnSpc>
              <a:spcPct val="90000"/>
            </a:lnSpc>
            <a:spcBef>
              <a:spcPct val="0"/>
            </a:spcBef>
            <a:spcAft>
              <a:spcPct val="15000"/>
            </a:spcAft>
            <a:buFont typeface="Arial" panose="020B0604020202020204" pitchFamily="34" charset="0"/>
            <a:buChar char="•"/>
          </a:pPr>
          <a:r>
            <a:rPr lang="en-US" sz="1200" b="1" i="0" kern="1200">
              <a:solidFill>
                <a:srgbClr val="000000">
                  <a:hueOff val="0"/>
                  <a:satOff val="0"/>
                  <a:lumOff val="0"/>
                  <a:alphaOff val="0"/>
                </a:srgbClr>
              </a:solidFill>
              <a:latin typeface="Arial"/>
              <a:ea typeface="+mn-ea"/>
              <a:cs typeface="+mn-cs"/>
            </a:rPr>
            <a:t>Buyer</a:t>
          </a:r>
          <a:r>
            <a:rPr lang="en-US" sz="1200" b="0" i="0" kern="1200">
              <a:solidFill>
                <a:srgbClr val="000000">
                  <a:hueOff val="0"/>
                  <a:satOff val="0"/>
                  <a:lumOff val="0"/>
                  <a:alphaOff val="0"/>
                </a:srgbClr>
              </a:solidFill>
              <a:latin typeface="Arial"/>
              <a:ea typeface="+mn-ea"/>
              <a:cs typeface="+mn-cs"/>
            </a:rPr>
            <a:t>: Executes buying activities, such as retrieving quotes from suppliers and determining sources.</a:t>
          </a:r>
        </a:p>
        <a:p>
          <a:pPr marL="114300" lvl="1" indent="-114300" algn="l" defTabSz="533400">
            <a:lnSpc>
              <a:spcPct val="90000"/>
            </a:lnSpc>
            <a:spcBef>
              <a:spcPct val="0"/>
            </a:spcBef>
            <a:spcAft>
              <a:spcPct val="15000"/>
            </a:spcAft>
            <a:buFont typeface="Arial" panose="020B0604020202020204" pitchFamily="34" charset="0"/>
            <a:buChar char="•"/>
          </a:pPr>
          <a:endParaRPr lang="en-US" sz="1200" b="0" i="0" kern="1200">
            <a:solidFill>
              <a:srgbClr val="000000">
                <a:hueOff val="0"/>
                <a:satOff val="0"/>
                <a:lumOff val="0"/>
                <a:alphaOff val="0"/>
              </a:srgbClr>
            </a:solidFill>
            <a:latin typeface="Arial"/>
            <a:ea typeface="+mn-ea"/>
            <a:cs typeface="+mn-cs"/>
          </a:endParaRPr>
        </a:p>
        <a:p>
          <a:pPr marL="114300" lvl="1" indent="-114300" algn="l" defTabSz="533400">
            <a:lnSpc>
              <a:spcPct val="90000"/>
            </a:lnSpc>
            <a:spcBef>
              <a:spcPct val="0"/>
            </a:spcBef>
            <a:spcAft>
              <a:spcPct val="15000"/>
            </a:spcAft>
            <a:buFont typeface="Arial" panose="020B0604020202020204" pitchFamily="34" charset="0"/>
            <a:buChar char="•"/>
          </a:pPr>
          <a:r>
            <a:rPr lang="en-US" sz="1200" b="1" i="0" kern="1200">
              <a:solidFill>
                <a:srgbClr val="000000">
                  <a:hueOff val="0"/>
                  <a:satOff val="0"/>
                  <a:lumOff val="0"/>
                  <a:alphaOff val="0"/>
                </a:srgbClr>
              </a:solidFill>
              <a:latin typeface="Arial"/>
              <a:ea typeface="+mn-ea"/>
              <a:cs typeface="+mn-cs"/>
            </a:rPr>
            <a:t>Procurement Expert</a:t>
          </a:r>
          <a:r>
            <a:rPr lang="en-US" sz="1200" b="0" i="0" kern="1200">
              <a:solidFill>
                <a:srgbClr val="000000">
                  <a:hueOff val="0"/>
                  <a:satOff val="0"/>
                  <a:lumOff val="0"/>
                  <a:alphaOff val="0"/>
                </a:srgbClr>
              </a:solidFill>
              <a:latin typeface="Arial"/>
              <a:ea typeface="+mn-ea"/>
              <a:cs typeface="+mn-cs"/>
            </a:rPr>
            <a:t>: Validates and updates data in PO for specific use cases.</a:t>
          </a:r>
        </a:p>
        <a:p>
          <a:pPr marL="114300" lvl="1" indent="-114300" algn="l" defTabSz="533400">
            <a:lnSpc>
              <a:spcPct val="90000"/>
            </a:lnSpc>
            <a:spcBef>
              <a:spcPct val="0"/>
            </a:spcBef>
            <a:spcAft>
              <a:spcPct val="15000"/>
            </a:spcAft>
            <a:buFont typeface="Arial" panose="020B0604020202020204" pitchFamily="34" charset="0"/>
            <a:buChar char="•"/>
          </a:pPr>
          <a:endParaRPr lang="en-US" sz="1200" b="0" i="0" kern="1200">
            <a:solidFill>
              <a:srgbClr val="000000">
                <a:hueOff val="0"/>
                <a:satOff val="0"/>
                <a:lumOff val="0"/>
                <a:alphaOff val="0"/>
              </a:srgbClr>
            </a:solidFill>
            <a:latin typeface="Arial"/>
            <a:ea typeface="+mn-ea"/>
            <a:cs typeface="+mn-cs"/>
          </a:endParaRPr>
        </a:p>
        <a:p>
          <a:pPr marL="114300" lvl="1" indent="-114300" algn="l" defTabSz="533400">
            <a:lnSpc>
              <a:spcPct val="90000"/>
            </a:lnSpc>
            <a:spcBef>
              <a:spcPct val="0"/>
            </a:spcBef>
            <a:spcAft>
              <a:spcPct val="15000"/>
            </a:spcAft>
            <a:buFont typeface="Arial" panose="020B0604020202020204" pitchFamily="34" charset="0"/>
            <a:buChar char="•"/>
          </a:pPr>
          <a:r>
            <a:rPr lang="en-US" sz="1200" b="1" i="0" kern="1200">
              <a:solidFill>
                <a:srgbClr val="000000">
                  <a:hueOff val="0"/>
                  <a:satOff val="0"/>
                  <a:lumOff val="0"/>
                  <a:alphaOff val="0"/>
                </a:srgbClr>
              </a:solidFill>
              <a:latin typeface="Arial"/>
              <a:ea typeface="+mn-ea"/>
              <a:cs typeface="+mn-cs"/>
            </a:rPr>
            <a:t>Purchaser</a:t>
          </a:r>
          <a:r>
            <a:rPr lang="en-US" sz="1200" b="0" i="0" kern="1200">
              <a:solidFill>
                <a:srgbClr val="000000">
                  <a:hueOff val="0"/>
                  <a:satOff val="0"/>
                  <a:lumOff val="0"/>
                  <a:alphaOff val="0"/>
                </a:srgbClr>
              </a:solidFill>
              <a:latin typeface="Arial"/>
              <a:ea typeface="+mn-ea"/>
              <a:cs typeface="+mn-cs"/>
            </a:rPr>
            <a:t>: Handles PR processing and creates purchase orders (PO), order confirmations, and claims / returns.</a:t>
          </a:r>
        </a:p>
        <a:p>
          <a:pPr marL="114300" lvl="1" indent="-114300" algn="l" defTabSz="533400">
            <a:lnSpc>
              <a:spcPct val="90000"/>
            </a:lnSpc>
            <a:spcBef>
              <a:spcPct val="0"/>
            </a:spcBef>
            <a:spcAft>
              <a:spcPct val="15000"/>
            </a:spcAft>
            <a:buFont typeface="Arial" panose="020B0604020202020204" pitchFamily="34" charset="0"/>
            <a:buChar char="•"/>
          </a:pPr>
          <a:endParaRPr lang="en-US" sz="1200" b="0" i="0" kern="1200">
            <a:solidFill>
              <a:srgbClr val="000000">
                <a:hueOff val="0"/>
                <a:satOff val="0"/>
                <a:lumOff val="0"/>
                <a:alphaOff val="0"/>
              </a:srgbClr>
            </a:solidFill>
            <a:latin typeface="Arial"/>
            <a:ea typeface="+mn-ea"/>
            <a:cs typeface="+mn-cs"/>
          </a:endParaRPr>
        </a:p>
        <a:p>
          <a:pPr marL="114300" lvl="1" indent="-114300" algn="l" defTabSz="533400">
            <a:lnSpc>
              <a:spcPct val="90000"/>
            </a:lnSpc>
            <a:spcBef>
              <a:spcPct val="0"/>
            </a:spcBef>
            <a:spcAft>
              <a:spcPct val="15000"/>
            </a:spcAft>
            <a:buFont typeface="Arial" panose="020B0604020202020204" pitchFamily="34" charset="0"/>
            <a:buChar char="•"/>
          </a:pPr>
          <a:r>
            <a:rPr lang="en-US" sz="1200" b="1" i="0" kern="1200">
              <a:solidFill>
                <a:srgbClr val="000000">
                  <a:hueOff val="0"/>
                  <a:satOff val="0"/>
                  <a:lumOff val="0"/>
                  <a:alphaOff val="0"/>
                </a:srgbClr>
              </a:solidFill>
              <a:latin typeface="Arial"/>
              <a:ea typeface="+mn-ea"/>
              <a:cs typeface="+mn-cs"/>
            </a:rPr>
            <a:t>Approver</a:t>
          </a:r>
          <a:r>
            <a:rPr lang="en-US" sz="1200" b="0" i="0" kern="1200">
              <a:solidFill>
                <a:srgbClr val="000000">
                  <a:hueOff val="0"/>
                  <a:satOff val="0"/>
                  <a:lumOff val="0"/>
                  <a:alphaOff val="0"/>
                </a:srgbClr>
              </a:solidFill>
              <a:latin typeface="Arial"/>
              <a:ea typeface="+mn-ea"/>
              <a:cs typeface="+mn-cs"/>
            </a:rPr>
            <a:t>: Approves POs based on a signature mandate.</a:t>
          </a:r>
        </a:p>
      </dsp:txBody>
      <dsp:txXfrm>
        <a:off x="3209" y="636897"/>
        <a:ext cx="3129273" cy="3381840"/>
      </dsp:txXfrm>
    </dsp:sp>
    <dsp:sp modelId="{39360240-C6CD-4FD5-ACC3-F8FD204F46B7}">
      <dsp:nvSpPr>
        <dsp:cNvPr id="0" name=""/>
        <dsp:cNvSpPr/>
      </dsp:nvSpPr>
      <dsp:spPr>
        <a:xfrm>
          <a:off x="3570581" y="3297"/>
          <a:ext cx="3129273" cy="633600"/>
        </a:xfrm>
        <a:prstGeom prst="rect">
          <a:avLst/>
        </a:prstGeom>
        <a:gradFill flip="none" rotWithShape="1">
          <a:gsLst>
            <a:gs pos="0">
              <a:srgbClr val="00BEDC">
                <a:lumMod val="67000"/>
              </a:srgbClr>
            </a:gs>
            <a:gs pos="48000">
              <a:srgbClr val="00BEDC">
                <a:lumMod val="97000"/>
                <a:lumOff val="3000"/>
              </a:srgbClr>
            </a:gs>
            <a:gs pos="100000">
              <a:srgbClr val="00BEDC">
                <a:lumMod val="60000"/>
                <a:lumOff val="40000"/>
              </a:srgbClr>
            </a:gs>
          </a:gsLst>
          <a:lin ang="16200000" scaled="1"/>
          <a:tileRect/>
        </a:gradFill>
        <a:ln>
          <a:noFill/>
        </a:ln>
        <a:effectLst/>
      </dsp:spPr>
      <dsp:style>
        <a:lnRef idx="0">
          <a:scrgbClr r="0" g="0" b="0"/>
        </a:lnRef>
        <a:fillRef idx="0">
          <a:scrgbClr r="0" g="0" b="0"/>
        </a:fillRef>
        <a:effectRef idx="0">
          <a:scrgbClr r="0" g="0" b="0"/>
        </a:effectRef>
        <a:fontRef idx="minor">
          <a:schemeClr val="lt1"/>
        </a:fontRef>
      </dsp:style>
      <dsp:txBody>
        <a:bodyPr spcFirstLastPara="0" vert="horz" wrap="square" lIns="156464" tIns="89408" rIns="156464" bIns="89408" numCol="1" spcCol="1270" anchor="ctr" anchorCtr="0">
          <a:noAutofit/>
        </a:bodyPr>
        <a:lstStyle/>
        <a:p>
          <a:pPr marL="0" lvl="0" indent="0" algn="ctr" defTabSz="977900">
            <a:lnSpc>
              <a:spcPct val="90000"/>
            </a:lnSpc>
            <a:spcBef>
              <a:spcPct val="0"/>
            </a:spcBef>
            <a:spcAft>
              <a:spcPct val="35000"/>
            </a:spcAft>
            <a:buNone/>
          </a:pPr>
          <a:r>
            <a:rPr lang="en-US" sz="2200" b="1" i="0" kern="1200">
              <a:solidFill>
                <a:srgbClr val="000000">
                  <a:hueOff val="0"/>
                  <a:satOff val="0"/>
                  <a:lumOff val="0"/>
                  <a:alphaOff val="0"/>
                </a:srgbClr>
              </a:solidFill>
              <a:latin typeface="Arial"/>
              <a:ea typeface="+mn-ea"/>
              <a:cs typeface="+mn-cs"/>
            </a:rPr>
            <a:t>Organization Data</a:t>
          </a:r>
          <a:endParaRPr lang="en-DE" sz="2200" kern="1200">
            <a:solidFill>
              <a:srgbClr val="000000">
                <a:hueOff val="0"/>
                <a:satOff val="0"/>
                <a:lumOff val="0"/>
                <a:alphaOff val="0"/>
              </a:srgbClr>
            </a:solidFill>
            <a:latin typeface="Arial"/>
            <a:ea typeface="+mn-ea"/>
            <a:cs typeface="+mn-cs"/>
          </a:endParaRPr>
        </a:p>
      </dsp:txBody>
      <dsp:txXfrm>
        <a:off x="3570581" y="3297"/>
        <a:ext cx="3129273" cy="633600"/>
      </dsp:txXfrm>
    </dsp:sp>
    <dsp:sp modelId="{3AD4EDF1-C1E7-41D0-A02B-CE0E3C99D80C}">
      <dsp:nvSpPr>
        <dsp:cNvPr id="0" name=""/>
        <dsp:cNvSpPr/>
      </dsp:nvSpPr>
      <dsp:spPr>
        <a:xfrm>
          <a:off x="3570581" y="636897"/>
          <a:ext cx="3129273" cy="3381840"/>
        </a:xfrm>
        <a:prstGeom prst="rect">
          <a:avLst/>
        </a:prstGeom>
        <a:solidFill>
          <a:sysClr val="window" lastClr="FFFFFF">
            <a:alpha val="90000"/>
            <a:tint val="40000"/>
            <a:hueOff val="0"/>
            <a:satOff val="0"/>
            <a:lumOff val="0"/>
            <a:alphaOff val="0"/>
          </a:sysClr>
        </a:solidFill>
        <a:ln w="6350" cap="flat" cmpd="sng" algn="ctr">
          <a:solidFill>
            <a:srgbClr val="0087BE">
              <a:alpha val="90000"/>
              <a:hueOff val="0"/>
              <a:satOff val="0"/>
              <a:lumOff val="0"/>
              <a:alphaOff val="0"/>
            </a:srgb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64008" tIns="64008" rIns="85344" bIns="96012" numCol="1" spcCol="1270" anchor="t" anchorCtr="0">
          <a:noAutofit/>
        </a:bodyPr>
        <a:lstStyle/>
        <a:p>
          <a:pPr marL="114300" lvl="1" indent="-114300" algn="l" defTabSz="533400">
            <a:lnSpc>
              <a:spcPct val="90000"/>
            </a:lnSpc>
            <a:spcBef>
              <a:spcPct val="0"/>
            </a:spcBef>
            <a:spcAft>
              <a:spcPct val="15000"/>
            </a:spcAft>
            <a:buFont typeface="Arial" panose="020B0604020202020204" pitchFamily="34" charset="0"/>
            <a:buChar char="•"/>
          </a:pPr>
          <a:r>
            <a:rPr lang="en-US" sz="1200" b="1" i="0" kern="1200">
              <a:solidFill>
                <a:srgbClr val="000000">
                  <a:hueOff val="0"/>
                  <a:satOff val="0"/>
                  <a:lumOff val="0"/>
                  <a:alphaOff val="0"/>
                </a:srgbClr>
              </a:solidFill>
              <a:latin typeface="Arial"/>
              <a:ea typeface="+mn-ea"/>
              <a:cs typeface="+mn-cs"/>
            </a:rPr>
            <a:t>Purchasing Organization</a:t>
          </a:r>
          <a:r>
            <a:rPr lang="en-US" sz="1200" b="0" i="0" kern="1200">
              <a:solidFill>
                <a:srgbClr val="000000">
                  <a:hueOff val="0"/>
                  <a:satOff val="0"/>
                  <a:lumOff val="0"/>
                  <a:alphaOff val="0"/>
                </a:srgbClr>
              </a:solidFill>
              <a:latin typeface="Arial"/>
              <a:ea typeface="+mn-ea"/>
              <a:cs typeface="+mn-cs"/>
            </a:rPr>
            <a:t>:</a:t>
          </a:r>
          <a:endParaRPr lang="en-DE" sz="1200" kern="1200">
            <a:solidFill>
              <a:srgbClr val="000000">
                <a:hueOff val="0"/>
                <a:satOff val="0"/>
                <a:lumOff val="0"/>
                <a:alphaOff val="0"/>
              </a:srgbClr>
            </a:solidFill>
            <a:latin typeface="Arial"/>
            <a:ea typeface="+mn-ea"/>
            <a:cs typeface="+mn-cs"/>
          </a:endParaRPr>
        </a:p>
        <a:p>
          <a:pPr marL="228600" lvl="2" indent="-114300" algn="l" defTabSz="533400">
            <a:lnSpc>
              <a:spcPct val="90000"/>
            </a:lnSpc>
            <a:spcBef>
              <a:spcPct val="0"/>
            </a:spcBef>
            <a:spcAft>
              <a:spcPct val="15000"/>
            </a:spcAft>
            <a:buFont typeface="Arial" panose="020B0604020202020204" pitchFamily="34" charset="0"/>
            <a:buChar char="•"/>
          </a:pPr>
          <a:r>
            <a:rPr lang="en-US" sz="1200" b="0" i="0" kern="1200">
              <a:solidFill>
                <a:srgbClr val="000000">
                  <a:hueOff val="0"/>
                  <a:satOff val="0"/>
                  <a:lumOff val="0"/>
                  <a:alphaOff val="0"/>
                </a:srgbClr>
              </a:solidFill>
              <a:latin typeface="Arial"/>
              <a:ea typeface="+mn-ea"/>
              <a:cs typeface="+mn-cs"/>
            </a:rPr>
            <a:t>Includes No IM* purchasing organization.</a:t>
          </a:r>
          <a:endParaRPr lang="en-DE" sz="1200" kern="1200">
            <a:solidFill>
              <a:srgbClr val="000000">
                <a:hueOff val="0"/>
                <a:satOff val="0"/>
                <a:lumOff val="0"/>
                <a:alphaOff val="0"/>
              </a:srgbClr>
            </a:solidFill>
            <a:latin typeface="Arial"/>
            <a:ea typeface="+mn-ea"/>
            <a:cs typeface="+mn-cs"/>
          </a:endParaRPr>
        </a:p>
        <a:p>
          <a:pPr marL="228600" lvl="2" indent="-114300" algn="l" defTabSz="533400">
            <a:lnSpc>
              <a:spcPct val="90000"/>
            </a:lnSpc>
            <a:spcBef>
              <a:spcPct val="0"/>
            </a:spcBef>
            <a:spcAft>
              <a:spcPct val="15000"/>
            </a:spcAft>
            <a:buFont typeface="Arial" panose="020B0604020202020204" pitchFamily="34" charset="0"/>
            <a:buChar char="•"/>
          </a:pPr>
          <a:r>
            <a:rPr lang="en-US" sz="1200" b="0" i="0" kern="1200">
              <a:solidFill>
                <a:srgbClr val="000000">
                  <a:hueOff val="0"/>
                  <a:satOff val="0"/>
                  <a:lumOff val="0"/>
                  <a:alphaOff val="0"/>
                </a:srgbClr>
              </a:solidFill>
              <a:latin typeface="Arial"/>
              <a:ea typeface="+mn-ea"/>
              <a:cs typeface="+mn-cs"/>
            </a:rPr>
            <a:t>Purchasing organization per company code (SRE specific)</a:t>
          </a:r>
          <a:endParaRPr lang="en-DE" sz="1200" kern="1200">
            <a:solidFill>
              <a:srgbClr val="000000">
                <a:hueOff val="0"/>
                <a:satOff val="0"/>
                <a:lumOff val="0"/>
                <a:alphaOff val="0"/>
              </a:srgbClr>
            </a:solidFill>
            <a:latin typeface="Arial"/>
            <a:ea typeface="+mn-ea"/>
            <a:cs typeface="+mn-cs"/>
          </a:endParaRPr>
        </a:p>
        <a:p>
          <a:pPr marL="228600" lvl="2" indent="-114300" algn="l" defTabSz="533400">
            <a:lnSpc>
              <a:spcPct val="90000"/>
            </a:lnSpc>
            <a:spcBef>
              <a:spcPct val="0"/>
            </a:spcBef>
            <a:spcAft>
              <a:spcPct val="15000"/>
            </a:spcAft>
            <a:buFont typeface="Arial" panose="020B0604020202020204" pitchFamily="34" charset="0"/>
            <a:buChar char="•"/>
          </a:pPr>
          <a:endParaRPr lang="en-DE" sz="1200" kern="1200">
            <a:solidFill>
              <a:srgbClr val="000000">
                <a:hueOff val="0"/>
                <a:satOff val="0"/>
                <a:lumOff val="0"/>
                <a:alphaOff val="0"/>
              </a:srgbClr>
            </a:solidFill>
            <a:latin typeface="Arial"/>
            <a:ea typeface="+mn-ea"/>
            <a:cs typeface="+mn-cs"/>
          </a:endParaRPr>
        </a:p>
        <a:p>
          <a:pPr marL="114300" lvl="1" indent="-114300" algn="l" defTabSz="533400">
            <a:lnSpc>
              <a:spcPct val="90000"/>
            </a:lnSpc>
            <a:spcBef>
              <a:spcPct val="0"/>
            </a:spcBef>
            <a:spcAft>
              <a:spcPct val="15000"/>
            </a:spcAft>
            <a:buFont typeface="Arial" panose="020B0604020202020204" pitchFamily="34" charset="0"/>
            <a:buChar char="•"/>
          </a:pPr>
          <a:r>
            <a:rPr lang="en-US" sz="1200" b="1" i="0" kern="1200">
              <a:solidFill>
                <a:srgbClr val="000000">
                  <a:hueOff val="0"/>
                  <a:satOff val="0"/>
                  <a:lumOff val="0"/>
                  <a:alphaOff val="0"/>
                </a:srgbClr>
              </a:solidFill>
              <a:latin typeface="Arial"/>
              <a:ea typeface="+mn-ea"/>
              <a:cs typeface="+mn-cs"/>
            </a:rPr>
            <a:t>Purchasing Groups</a:t>
          </a:r>
          <a:r>
            <a:rPr lang="en-US" sz="1200" b="0" i="0" kern="1200">
              <a:solidFill>
                <a:srgbClr val="000000">
                  <a:hueOff val="0"/>
                  <a:satOff val="0"/>
                  <a:lumOff val="0"/>
                  <a:alphaOff val="0"/>
                </a:srgbClr>
              </a:solidFill>
              <a:latin typeface="Arial"/>
              <a:ea typeface="+mn-ea"/>
              <a:cs typeface="+mn-cs"/>
            </a:rPr>
            <a:t>: 2 types</a:t>
          </a:r>
          <a:endParaRPr lang="en-DE" sz="1200" strike="sngStrike" kern="1200" baseline="0">
            <a:solidFill>
              <a:srgbClr val="000000">
                <a:hueOff val="0"/>
                <a:satOff val="0"/>
                <a:lumOff val="0"/>
                <a:alphaOff val="0"/>
              </a:srgbClr>
            </a:solidFill>
            <a:latin typeface="Arial"/>
            <a:ea typeface="+mn-ea"/>
            <a:cs typeface="+mn-cs"/>
          </a:endParaRPr>
        </a:p>
        <a:p>
          <a:pPr marL="228600" lvl="2" indent="-114300" algn="l" defTabSz="533400">
            <a:lnSpc>
              <a:spcPct val="90000"/>
            </a:lnSpc>
            <a:spcBef>
              <a:spcPct val="0"/>
            </a:spcBef>
            <a:spcAft>
              <a:spcPct val="15000"/>
            </a:spcAft>
            <a:buFont typeface="Arial" panose="020B0604020202020204" pitchFamily="34" charset="0"/>
            <a:buChar char="•"/>
          </a:pPr>
          <a:r>
            <a:rPr lang="en-US" sz="1200" b="0" i="0" kern="1200">
              <a:solidFill>
                <a:srgbClr val="000000">
                  <a:hueOff val="0"/>
                  <a:satOff val="0"/>
                  <a:lumOff val="0"/>
                  <a:alphaOff val="0"/>
                </a:srgbClr>
              </a:solidFill>
              <a:latin typeface="Arial"/>
              <a:ea typeface="+mn-ea"/>
              <a:cs typeface="+mn-cs"/>
            </a:rPr>
            <a:t>Functional Group (</a:t>
          </a:r>
          <a:r>
            <a:rPr lang="en-US" sz="1200" b="0" i="0" kern="1200">
              <a:solidFill>
                <a:srgbClr val="009CBD"/>
              </a:solidFill>
              <a:latin typeface="Arial"/>
              <a:ea typeface="+mn-ea"/>
              <a:cs typeface="+mn-cs"/>
            </a:rPr>
            <a:t>F</a:t>
          </a:r>
          <a:r>
            <a:rPr lang="en-US" sz="1200" b="0" i="1" kern="1200">
              <a:solidFill>
                <a:srgbClr val="009CBD"/>
              </a:solidFill>
              <a:latin typeface="Arial"/>
              <a:ea typeface="+mn-ea"/>
              <a:cs typeface="+mn-cs"/>
            </a:rPr>
            <a:t>XX</a:t>
          </a:r>
          <a:r>
            <a:rPr lang="en-US" sz="1200" b="0" i="0" kern="1200">
              <a:solidFill>
                <a:srgbClr val="000000">
                  <a:hueOff val="0"/>
                  <a:satOff val="0"/>
                  <a:lumOff val="0"/>
                  <a:alphaOff val="0"/>
                </a:srgbClr>
              </a:solidFill>
              <a:latin typeface="Arial"/>
              <a:ea typeface="+mn-ea"/>
              <a:cs typeface="+mn-cs"/>
            </a:rPr>
            <a:t>).</a:t>
          </a:r>
          <a:endParaRPr lang="en-DE" sz="1200" strike="sngStrike" kern="1200" baseline="0">
            <a:solidFill>
              <a:srgbClr val="000000">
                <a:hueOff val="0"/>
                <a:satOff val="0"/>
                <a:lumOff val="0"/>
                <a:alphaOff val="0"/>
              </a:srgbClr>
            </a:solidFill>
            <a:latin typeface="Arial"/>
            <a:ea typeface="+mn-ea"/>
            <a:cs typeface="+mn-cs"/>
          </a:endParaRPr>
        </a:p>
        <a:p>
          <a:pPr marL="228600" lvl="2" indent="-114300" algn="l" defTabSz="533400">
            <a:lnSpc>
              <a:spcPct val="90000"/>
            </a:lnSpc>
            <a:spcBef>
              <a:spcPct val="0"/>
            </a:spcBef>
            <a:spcAft>
              <a:spcPct val="15000"/>
            </a:spcAft>
            <a:buFont typeface="Arial" panose="020B0604020202020204" pitchFamily="34" charset="0"/>
            <a:buChar char="•"/>
          </a:pPr>
          <a:r>
            <a:rPr lang="en-US" sz="1200" b="0" i="0" kern="1200">
              <a:solidFill>
                <a:srgbClr val="000000">
                  <a:hueOff val="0"/>
                  <a:satOff val="0"/>
                  <a:lumOff val="0"/>
                  <a:alphaOff val="0"/>
                </a:srgbClr>
              </a:solidFill>
              <a:latin typeface="Arial"/>
              <a:ea typeface="+mn-ea"/>
              <a:cs typeface="+mn-cs"/>
            </a:rPr>
            <a:t>Individual Group (</a:t>
          </a:r>
          <a:r>
            <a:rPr lang="en-US" sz="1200" b="0" i="0" kern="1200">
              <a:solidFill>
                <a:srgbClr val="009CBD"/>
              </a:solidFill>
              <a:latin typeface="Arial"/>
              <a:ea typeface="+mn-ea"/>
              <a:cs typeface="+mn-cs"/>
            </a:rPr>
            <a:t>I</a:t>
          </a:r>
          <a:r>
            <a:rPr lang="en-US" sz="1200" b="0" i="1" kern="1200">
              <a:solidFill>
                <a:srgbClr val="009CBD"/>
              </a:solidFill>
              <a:latin typeface="Arial"/>
              <a:ea typeface="+mn-ea"/>
              <a:cs typeface="+mn-cs"/>
            </a:rPr>
            <a:t>XX</a:t>
          </a:r>
          <a:r>
            <a:rPr lang="en-US" sz="1200" b="0" i="0" kern="1200">
              <a:solidFill>
                <a:srgbClr val="000000">
                  <a:hueOff val="0"/>
                  <a:satOff val="0"/>
                  <a:lumOff val="0"/>
                  <a:alphaOff val="0"/>
                </a:srgbClr>
              </a:solidFill>
              <a:latin typeface="Arial"/>
              <a:ea typeface="+mn-ea"/>
              <a:cs typeface="+mn-cs"/>
            </a:rPr>
            <a:t>)</a:t>
          </a:r>
        </a:p>
        <a:p>
          <a:pPr marL="228600" lvl="2" indent="-114300" algn="l" defTabSz="533400">
            <a:lnSpc>
              <a:spcPct val="90000"/>
            </a:lnSpc>
            <a:spcBef>
              <a:spcPct val="0"/>
            </a:spcBef>
            <a:spcAft>
              <a:spcPct val="15000"/>
            </a:spcAft>
            <a:buFont typeface="Arial" panose="020B0604020202020204" pitchFamily="34" charset="0"/>
            <a:buChar char="•"/>
          </a:pPr>
          <a:endParaRPr lang="en-US" sz="1200" b="0" i="0" kern="1200">
            <a:solidFill>
              <a:srgbClr val="000000">
                <a:hueOff val="0"/>
                <a:satOff val="0"/>
                <a:lumOff val="0"/>
                <a:alphaOff val="0"/>
              </a:srgbClr>
            </a:solidFill>
            <a:latin typeface="Arial"/>
            <a:ea typeface="+mn-ea"/>
            <a:cs typeface="+mn-cs"/>
          </a:endParaRPr>
        </a:p>
        <a:p>
          <a:pPr marL="114300" lvl="1" indent="-114300" algn="l" defTabSz="533400">
            <a:lnSpc>
              <a:spcPct val="90000"/>
            </a:lnSpc>
            <a:spcBef>
              <a:spcPct val="0"/>
            </a:spcBef>
            <a:spcAft>
              <a:spcPct val="15000"/>
            </a:spcAft>
            <a:buFont typeface="Arial" panose="020B0604020202020204" pitchFamily="34" charset="0"/>
            <a:buChar char="•"/>
          </a:pPr>
          <a:r>
            <a:rPr lang="en-US" sz="1200" b="1" i="0" kern="1200">
              <a:solidFill>
                <a:srgbClr val="000000">
                  <a:hueOff val="0"/>
                  <a:satOff val="0"/>
                  <a:lumOff val="0"/>
                  <a:alphaOff val="0"/>
                </a:srgbClr>
              </a:solidFill>
              <a:latin typeface="Arial"/>
              <a:ea typeface="+mn-ea"/>
              <a:cs typeface="+mn-cs"/>
            </a:rPr>
            <a:t>ARE 426Q Org Data</a:t>
          </a:r>
        </a:p>
        <a:p>
          <a:pPr marL="228600" lvl="2" indent="-114300" algn="l" defTabSz="533400">
            <a:lnSpc>
              <a:spcPct val="90000"/>
            </a:lnSpc>
            <a:spcBef>
              <a:spcPct val="0"/>
            </a:spcBef>
            <a:spcAft>
              <a:spcPct val="15000"/>
            </a:spcAft>
            <a:buFont typeface="Arial" panose="020B0604020202020204" pitchFamily="34" charset="0"/>
            <a:buChar char="•"/>
          </a:pPr>
          <a:r>
            <a:rPr lang="en-US" sz="1200" b="0" i="0" kern="1200">
              <a:solidFill>
                <a:srgbClr val="000000">
                  <a:hueOff val="0"/>
                  <a:satOff val="0"/>
                  <a:lumOff val="0"/>
                  <a:alphaOff val="0"/>
                </a:srgbClr>
              </a:solidFill>
              <a:latin typeface="Arial"/>
              <a:ea typeface="+mn-ea"/>
              <a:cs typeface="+mn-cs"/>
            </a:rPr>
            <a:t>AUN / company code: 3003</a:t>
          </a:r>
        </a:p>
        <a:p>
          <a:pPr marL="228600" lvl="2" indent="-114300" algn="l" defTabSz="533400">
            <a:lnSpc>
              <a:spcPct val="90000"/>
            </a:lnSpc>
            <a:spcBef>
              <a:spcPct val="0"/>
            </a:spcBef>
            <a:spcAft>
              <a:spcPct val="15000"/>
            </a:spcAft>
            <a:buFont typeface="Arial" panose="020B0604020202020204" pitchFamily="34" charset="0"/>
            <a:buChar char="•"/>
          </a:pPr>
          <a:r>
            <a:rPr lang="en-US" sz="1200" b="0" i="0" kern="1200">
              <a:solidFill>
                <a:srgbClr val="000000">
                  <a:hueOff val="0"/>
                  <a:satOff val="0"/>
                  <a:lumOff val="0"/>
                  <a:alphaOff val="0"/>
                </a:srgbClr>
              </a:solidFill>
              <a:latin typeface="Arial"/>
              <a:ea typeface="+mn-ea"/>
              <a:cs typeface="+mn-cs"/>
            </a:rPr>
            <a:t>Purchasing organization: </a:t>
          </a:r>
          <a:r>
            <a:rPr lang="en-US" sz="1200" b="0" i="0" kern="1200">
              <a:solidFill>
                <a:srgbClr val="000000"/>
              </a:solidFill>
              <a:latin typeface="Arial"/>
              <a:ea typeface="+mn-ea"/>
              <a:cs typeface="+mn-cs"/>
            </a:rPr>
            <a:t>C300</a:t>
          </a:r>
        </a:p>
        <a:p>
          <a:pPr marL="228600" lvl="2" indent="-114300" algn="l" defTabSz="533400">
            <a:lnSpc>
              <a:spcPct val="90000"/>
            </a:lnSpc>
            <a:spcBef>
              <a:spcPct val="0"/>
            </a:spcBef>
            <a:spcAft>
              <a:spcPct val="15000"/>
            </a:spcAft>
            <a:buFont typeface="Arial" panose="020B0604020202020204" pitchFamily="34" charset="0"/>
            <a:buChar char="•"/>
          </a:pPr>
          <a:r>
            <a:rPr lang="en-US" sz="1200" b="0" i="0" kern="1200">
              <a:solidFill>
                <a:srgbClr val="000000">
                  <a:hueOff val="0"/>
                  <a:satOff val="0"/>
                  <a:lumOff val="0"/>
                  <a:alphaOff val="0"/>
                </a:srgbClr>
              </a:solidFill>
              <a:latin typeface="Arial"/>
              <a:ea typeface="+mn-ea"/>
              <a:cs typeface="+mn-cs"/>
            </a:rPr>
            <a:t>Plant: C300</a:t>
          </a:r>
        </a:p>
        <a:p>
          <a:pPr marL="228600" lvl="2" indent="-114300" algn="l" defTabSz="533400">
            <a:lnSpc>
              <a:spcPct val="90000"/>
            </a:lnSpc>
            <a:spcBef>
              <a:spcPct val="0"/>
            </a:spcBef>
            <a:spcAft>
              <a:spcPct val="15000"/>
            </a:spcAft>
            <a:buFont typeface="Arial" panose="020B0604020202020204" pitchFamily="34" charset="0"/>
            <a:buChar char="•"/>
          </a:pPr>
          <a:r>
            <a:rPr lang="en-US" sz="1200" b="0" i="0" kern="1200">
              <a:solidFill>
                <a:srgbClr val="000000">
                  <a:hueOff val="0"/>
                  <a:satOff val="0"/>
                  <a:lumOff val="0"/>
                  <a:alphaOff val="0"/>
                </a:srgbClr>
              </a:solidFill>
              <a:latin typeface="Arial"/>
              <a:ea typeface="+mn-ea"/>
              <a:cs typeface="+mn-cs"/>
            </a:rPr>
            <a:t>Purchasing groups:</a:t>
          </a:r>
        </a:p>
        <a:p>
          <a:pPr marL="342900" lvl="3" indent="-114300" algn="l" defTabSz="533400">
            <a:lnSpc>
              <a:spcPct val="90000"/>
            </a:lnSpc>
            <a:spcBef>
              <a:spcPct val="0"/>
            </a:spcBef>
            <a:spcAft>
              <a:spcPct val="15000"/>
            </a:spcAft>
            <a:buFont typeface="Arial" panose="020B0604020202020204" pitchFamily="34" charset="0"/>
            <a:buChar char="•"/>
          </a:pPr>
          <a:r>
            <a:rPr lang="en-US" sz="1200" b="0" i="0" kern="1200">
              <a:solidFill>
                <a:srgbClr val="000000">
                  <a:hueOff val="0"/>
                  <a:satOff val="0"/>
                  <a:lumOff val="0"/>
                  <a:alphaOff val="0"/>
                </a:srgbClr>
              </a:solidFill>
              <a:latin typeface="Arial"/>
              <a:ea typeface="+mn-ea"/>
              <a:cs typeface="+mn-cs"/>
            </a:rPr>
            <a:t>Functional group: F01</a:t>
          </a:r>
        </a:p>
        <a:p>
          <a:pPr marL="342900" lvl="3" indent="-114300" algn="l" defTabSz="533400">
            <a:lnSpc>
              <a:spcPct val="90000"/>
            </a:lnSpc>
            <a:spcBef>
              <a:spcPct val="0"/>
            </a:spcBef>
            <a:spcAft>
              <a:spcPct val="15000"/>
            </a:spcAft>
            <a:buFont typeface="Arial" panose="020B0604020202020204" pitchFamily="34" charset="0"/>
            <a:buChar char="•"/>
          </a:pPr>
          <a:r>
            <a:rPr lang="en-US" sz="1200" b="0" i="0" kern="1200">
              <a:solidFill>
                <a:srgbClr val="000000">
                  <a:hueOff val="0"/>
                  <a:satOff val="0"/>
                  <a:lumOff val="0"/>
                  <a:alphaOff val="0"/>
                </a:srgbClr>
              </a:solidFill>
              <a:latin typeface="Arial"/>
              <a:ea typeface="+mn-ea"/>
              <a:cs typeface="+mn-cs"/>
            </a:rPr>
            <a:t>Individual group: I01, I02, …</a:t>
          </a:r>
          <a:endParaRPr lang="en-US" sz="1200" b="0" i="0" strike="sngStrike" kern="1200" baseline="0">
            <a:solidFill>
              <a:srgbClr val="000000">
                <a:hueOff val="0"/>
                <a:satOff val="0"/>
                <a:lumOff val="0"/>
                <a:alphaOff val="0"/>
              </a:srgbClr>
            </a:solidFill>
            <a:highlight>
              <a:srgbClr val="FFFF00"/>
            </a:highlight>
            <a:latin typeface="Arial"/>
            <a:ea typeface="+mn-ea"/>
            <a:cs typeface="+mn-cs"/>
          </a:endParaRPr>
        </a:p>
      </dsp:txBody>
      <dsp:txXfrm>
        <a:off x="3570581" y="636897"/>
        <a:ext cx="3129273" cy="3381840"/>
      </dsp:txXfrm>
    </dsp:sp>
    <dsp:sp modelId="{4B61E7D1-79A0-4A8E-B5F9-C48DAEDCE8D4}">
      <dsp:nvSpPr>
        <dsp:cNvPr id="0" name=""/>
        <dsp:cNvSpPr/>
      </dsp:nvSpPr>
      <dsp:spPr>
        <a:xfrm>
          <a:off x="7137953" y="3297"/>
          <a:ext cx="3129273" cy="633600"/>
        </a:xfrm>
        <a:prstGeom prst="rect">
          <a:avLst/>
        </a:prstGeom>
        <a:gradFill flip="none" rotWithShape="1">
          <a:gsLst>
            <a:gs pos="0">
              <a:srgbClr val="00BEDC">
                <a:lumMod val="67000"/>
              </a:srgbClr>
            </a:gs>
            <a:gs pos="48000">
              <a:srgbClr val="00BEDC">
                <a:lumMod val="97000"/>
                <a:lumOff val="3000"/>
              </a:srgbClr>
            </a:gs>
            <a:gs pos="100000">
              <a:srgbClr val="00BEDC">
                <a:lumMod val="60000"/>
                <a:lumOff val="40000"/>
              </a:srgbClr>
            </a:gs>
          </a:gsLst>
          <a:lin ang="16200000" scaled="1"/>
          <a:tileRect/>
        </a:gradFill>
        <a:ln>
          <a:noFill/>
        </a:ln>
        <a:effectLst/>
      </dsp:spPr>
      <dsp:style>
        <a:lnRef idx="0">
          <a:scrgbClr r="0" g="0" b="0"/>
        </a:lnRef>
        <a:fillRef idx="0">
          <a:scrgbClr r="0" g="0" b="0"/>
        </a:fillRef>
        <a:effectRef idx="0">
          <a:scrgbClr r="0" g="0" b="0"/>
        </a:effectRef>
        <a:fontRef idx="minor">
          <a:schemeClr val="lt1"/>
        </a:fontRef>
      </dsp:style>
      <dsp:txBody>
        <a:bodyPr spcFirstLastPara="0" vert="horz" wrap="square" lIns="156464" tIns="89408" rIns="156464" bIns="89408" numCol="1" spcCol="1270" anchor="ctr" anchorCtr="0">
          <a:noAutofit/>
        </a:bodyPr>
        <a:lstStyle/>
        <a:p>
          <a:pPr marL="0" lvl="0" indent="0" algn="ctr" defTabSz="977900">
            <a:lnSpc>
              <a:spcPct val="90000"/>
            </a:lnSpc>
            <a:spcBef>
              <a:spcPct val="0"/>
            </a:spcBef>
            <a:spcAft>
              <a:spcPct val="35000"/>
            </a:spcAft>
            <a:buNone/>
          </a:pPr>
          <a:r>
            <a:rPr lang="en-US" sz="2200" b="1" kern="1200">
              <a:solidFill>
                <a:srgbClr val="000000">
                  <a:hueOff val="0"/>
                  <a:satOff val="0"/>
                  <a:lumOff val="0"/>
                  <a:alphaOff val="0"/>
                </a:srgbClr>
              </a:solidFill>
              <a:latin typeface="Arial"/>
              <a:ea typeface="+mn-ea"/>
              <a:cs typeface="+mn-cs"/>
            </a:rPr>
            <a:t>Technical  Details</a:t>
          </a:r>
          <a:endParaRPr lang="en-DE" sz="2200" b="1" kern="1200">
            <a:solidFill>
              <a:srgbClr val="000000">
                <a:hueOff val="0"/>
                <a:satOff val="0"/>
                <a:lumOff val="0"/>
                <a:alphaOff val="0"/>
              </a:srgbClr>
            </a:solidFill>
            <a:latin typeface="Arial"/>
            <a:ea typeface="+mn-ea"/>
            <a:cs typeface="+mn-cs"/>
          </a:endParaRPr>
        </a:p>
      </dsp:txBody>
      <dsp:txXfrm>
        <a:off x="7137953" y="3297"/>
        <a:ext cx="3129273" cy="633600"/>
      </dsp:txXfrm>
    </dsp:sp>
    <dsp:sp modelId="{421E3FFC-0401-4814-808A-1E3B21F1ECC3}">
      <dsp:nvSpPr>
        <dsp:cNvPr id="0" name=""/>
        <dsp:cNvSpPr/>
      </dsp:nvSpPr>
      <dsp:spPr>
        <a:xfrm>
          <a:off x="7137953" y="636897"/>
          <a:ext cx="3129273" cy="3381840"/>
        </a:xfrm>
        <a:prstGeom prst="rect">
          <a:avLst/>
        </a:prstGeom>
        <a:solidFill>
          <a:sysClr val="window" lastClr="FFFFFF">
            <a:alpha val="90000"/>
            <a:tint val="40000"/>
            <a:hueOff val="0"/>
            <a:satOff val="0"/>
            <a:lumOff val="0"/>
            <a:alphaOff val="0"/>
          </a:sysClr>
        </a:solidFill>
        <a:ln w="6350" cap="flat" cmpd="sng" algn="ctr">
          <a:solidFill>
            <a:srgbClr val="0087BE">
              <a:alpha val="90000"/>
              <a:hueOff val="0"/>
              <a:satOff val="0"/>
              <a:lumOff val="0"/>
              <a:alphaOff val="0"/>
            </a:srgb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64008" tIns="64008" rIns="85344" bIns="96012" numCol="1" spcCol="1270" anchor="t" anchorCtr="0">
          <a:noAutofit/>
        </a:bodyPr>
        <a:lstStyle/>
        <a:p>
          <a:pPr marL="114300" lvl="1" indent="-114300" algn="l" defTabSz="533400">
            <a:lnSpc>
              <a:spcPct val="90000"/>
            </a:lnSpc>
            <a:spcBef>
              <a:spcPct val="0"/>
            </a:spcBef>
            <a:spcAft>
              <a:spcPct val="15000"/>
            </a:spcAft>
            <a:buFont typeface="Arial" panose="020B0604020202020204" pitchFamily="34" charset="0"/>
            <a:buChar char="•"/>
          </a:pPr>
          <a:r>
            <a:rPr lang="en-US" sz="1200" b="1" i="0" kern="1200">
              <a:solidFill>
                <a:srgbClr val="000000">
                  <a:hueOff val="0"/>
                  <a:satOff val="0"/>
                  <a:lumOff val="0"/>
                  <a:alphaOff val="0"/>
                </a:srgbClr>
              </a:solidFill>
              <a:latin typeface="Arial"/>
              <a:ea typeface="+mn-ea"/>
              <a:cs typeface="+mn-cs"/>
            </a:rPr>
            <a:t>Document Types in S4P:</a:t>
          </a:r>
          <a:endParaRPr lang="en-DE" sz="1200" kern="1200">
            <a:solidFill>
              <a:srgbClr val="000000">
                <a:hueOff val="0"/>
                <a:satOff val="0"/>
                <a:lumOff val="0"/>
                <a:alphaOff val="0"/>
              </a:srgbClr>
            </a:solidFill>
            <a:latin typeface="Arial"/>
            <a:ea typeface="+mn-ea"/>
            <a:cs typeface="+mn-cs"/>
          </a:endParaRPr>
        </a:p>
        <a:p>
          <a:pPr marL="228600" lvl="2" indent="-114300" algn="l" defTabSz="533400">
            <a:lnSpc>
              <a:spcPct val="90000"/>
            </a:lnSpc>
            <a:spcBef>
              <a:spcPct val="0"/>
            </a:spcBef>
            <a:spcAft>
              <a:spcPct val="15000"/>
            </a:spcAft>
            <a:buFont typeface="Arial" panose="020B0604020202020204" pitchFamily="34" charset="0"/>
            <a:buChar char="•"/>
          </a:pPr>
          <a:r>
            <a:rPr lang="en-US" sz="1200" b="0" i="0" kern="1200">
              <a:solidFill>
                <a:srgbClr val="000000">
                  <a:hueOff val="0"/>
                  <a:satOff val="0"/>
                  <a:lumOff val="0"/>
                  <a:alphaOff val="0"/>
                </a:srgbClr>
              </a:solidFill>
              <a:latin typeface="Arial"/>
              <a:ea typeface="+mn-ea"/>
              <a:cs typeface="+mn-cs"/>
            </a:rPr>
            <a:t>Standard purchase requisition: NB</a:t>
          </a:r>
        </a:p>
        <a:p>
          <a:pPr marL="228600" lvl="2" indent="-114300" algn="l" defTabSz="533400">
            <a:lnSpc>
              <a:spcPct val="90000"/>
            </a:lnSpc>
            <a:spcBef>
              <a:spcPct val="0"/>
            </a:spcBef>
            <a:spcAft>
              <a:spcPct val="15000"/>
            </a:spcAft>
            <a:buFont typeface="Arial" panose="020B0604020202020204" pitchFamily="34" charset="0"/>
            <a:buChar char="•"/>
          </a:pPr>
          <a:r>
            <a:rPr lang="en-US" sz="1200" b="0" i="0" kern="1200">
              <a:solidFill>
                <a:srgbClr val="000000">
                  <a:hueOff val="0"/>
                  <a:satOff val="0"/>
                  <a:lumOff val="0"/>
                  <a:alphaOff val="0"/>
                </a:srgbClr>
              </a:solidFill>
              <a:latin typeface="Arial"/>
              <a:ea typeface="+mn-ea"/>
              <a:cs typeface="+mn-cs"/>
            </a:rPr>
            <a:t>Framework purchase requisition: FO</a:t>
          </a:r>
        </a:p>
        <a:p>
          <a:pPr marL="228600" lvl="2" indent="-114300" algn="l" defTabSz="533400">
            <a:lnSpc>
              <a:spcPct val="90000"/>
            </a:lnSpc>
            <a:spcBef>
              <a:spcPct val="0"/>
            </a:spcBef>
            <a:spcAft>
              <a:spcPct val="15000"/>
            </a:spcAft>
            <a:buFont typeface="Arial" panose="020B0604020202020204" pitchFamily="34" charset="0"/>
            <a:buChar char="•"/>
          </a:pPr>
          <a:r>
            <a:rPr lang="en-US" sz="1200" b="0" i="0" kern="1200">
              <a:solidFill>
                <a:srgbClr val="000000">
                  <a:hueOff val="0"/>
                  <a:satOff val="0"/>
                  <a:lumOff val="0"/>
                  <a:alphaOff val="0"/>
                </a:srgbClr>
              </a:solidFill>
              <a:latin typeface="Arial"/>
              <a:ea typeface="+mn-ea"/>
              <a:cs typeface="+mn-cs"/>
            </a:rPr>
            <a:t>Standard purchase order: </a:t>
          </a:r>
          <a:r>
            <a:rPr lang="en-US" sz="1200" b="0" i="0" kern="1200">
              <a:solidFill>
                <a:srgbClr val="009CBD"/>
              </a:solidFill>
              <a:latin typeface="Arial"/>
              <a:ea typeface="+mn-ea"/>
              <a:cs typeface="+mn-cs"/>
            </a:rPr>
            <a:t>YDNB</a:t>
          </a:r>
        </a:p>
        <a:p>
          <a:pPr marL="228600" lvl="2" indent="-114300" algn="l" defTabSz="533400">
            <a:lnSpc>
              <a:spcPct val="90000"/>
            </a:lnSpc>
            <a:spcBef>
              <a:spcPct val="0"/>
            </a:spcBef>
            <a:spcAft>
              <a:spcPct val="15000"/>
            </a:spcAft>
            <a:buFont typeface="Arial" panose="020B0604020202020204" pitchFamily="34" charset="0"/>
            <a:buChar char="•"/>
          </a:pPr>
          <a:r>
            <a:rPr lang="en-US" sz="1200" b="0" i="0" kern="1200">
              <a:solidFill>
                <a:srgbClr val="000000">
                  <a:hueOff val="0"/>
                  <a:satOff val="0"/>
                  <a:lumOff val="0"/>
                  <a:alphaOff val="0"/>
                </a:srgbClr>
              </a:solidFill>
              <a:latin typeface="Arial"/>
              <a:ea typeface="+mn-ea"/>
              <a:cs typeface="+mn-cs"/>
            </a:rPr>
            <a:t>Framework purchase order: </a:t>
          </a:r>
          <a:r>
            <a:rPr lang="en-US" sz="1200" b="0" i="0" kern="1200">
              <a:solidFill>
                <a:srgbClr val="009CBD"/>
              </a:solidFill>
              <a:latin typeface="Arial"/>
              <a:ea typeface="+mn-ea"/>
              <a:cs typeface="+mn-cs"/>
            </a:rPr>
            <a:t>YDFO</a:t>
          </a:r>
          <a:r>
            <a:rPr lang="en-US" sz="1200" b="0" i="0" kern="1200">
              <a:solidFill>
                <a:srgbClr val="000000">
                  <a:hueOff val="0"/>
                  <a:satOff val="0"/>
                  <a:lumOff val="0"/>
                  <a:alphaOff val="0"/>
                </a:srgbClr>
              </a:solidFill>
              <a:latin typeface="Arial"/>
              <a:ea typeface="+mn-ea"/>
              <a:cs typeface="+mn-cs"/>
            </a:rPr>
            <a:t> </a:t>
          </a:r>
        </a:p>
        <a:p>
          <a:pPr marL="228600" lvl="2" indent="-114300" algn="l" defTabSz="533400">
            <a:lnSpc>
              <a:spcPct val="90000"/>
            </a:lnSpc>
            <a:spcBef>
              <a:spcPct val="0"/>
            </a:spcBef>
            <a:spcAft>
              <a:spcPct val="15000"/>
            </a:spcAft>
            <a:buFont typeface="Arial" panose="020B0604020202020204" pitchFamily="34" charset="0"/>
            <a:buChar char="•"/>
          </a:pPr>
          <a:endParaRPr lang="en-US" sz="1200" b="0" i="0" kern="1200">
            <a:solidFill>
              <a:srgbClr val="000000">
                <a:hueOff val="0"/>
                <a:satOff val="0"/>
                <a:lumOff val="0"/>
                <a:alphaOff val="0"/>
              </a:srgbClr>
            </a:solidFill>
            <a:latin typeface="Arial"/>
            <a:ea typeface="+mn-ea"/>
            <a:cs typeface="+mn-cs"/>
          </a:endParaRPr>
        </a:p>
        <a:p>
          <a:pPr marL="114300" lvl="1" indent="-114300" algn="l" defTabSz="533400">
            <a:lnSpc>
              <a:spcPct val="90000"/>
            </a:lnSpc>
            <a:spcBef>
              <a:spcPct val="0"/>
            </a:spcBef>
            <a:spcAft>
              <a:spcPct val="15000"/>
            </a:spcAft>
            <a:buFont typeface="Arial" panose="020B0604020202020204" pitchFamily="34" charset="0"/>
            <a:buChar char="•"/>
          </a:pPr>
          <a:r>
            <a:rPr lang="en-US" sz="1200" b="1" i="0" kern="1200">
              <a:solidFill>
                <a:srgbClr val="000000">
                  <a:hueOff val="0"/>
                  <a:satOff val="0"/>
                  <a:lumOff val="0"/>
                  <a:alphaOff val="0"/>
                </a:srgbClr>
              </a:solidFill>
              <a:latin typeface="Arial"/>
              <a:ea typeface="+mn-ea"/>
              <a:cs typeface="+mn-cs"/>
            </a:rPr>
            <a:t>PO Output </a:t>
          </a:r>
          <a:r>
            <a:rPr lang="cs-CZ" sz="1200" b="1" i="0" kern="1200">
              <a:solidFill>
                <a:srgbClr val="000000">
                  <a:hueOff val="0"/>
                  <a:satOff val="0"/>
                  <a:lumOff val="0"/>
                  <a:alphaOff val="0"/>
                </a:srgbClr>
              </a:solidFill>
              <a:latin typeface="Arial"/>
              <a:ea typeface="+mn-ea"/>
              <a:cs typeface="+mn-cs"/>
            </a:rPr>
            <a:t>Medium</a:t>
          </a:r>
          <a:endParaRPr lang="en-DE" sz="1200" kern="1200">
            <a:solidFill>
              <a:srgbClr val="000000">
                <a:hueOff val="0"/>
                <a:satOff val="0"/>
                <a:lumOff val="0"/>
                <a:alphaOff val="0"/>
              </a:srgbClr>
            </a:solidFill>
            <a:latin typeface="Arial"/>
            <a:ea typeface="+mn-ea"/>
            <a:cs typeface="+mn-cs"/>
          </a:endParaRPr>
        </a:p>
        <a:p>
          <a:pPr marL="228600" lvl="2" indent="-114300" algn="l" defTabSz="533400">
            <a:lnSpc>
              <a:spcPct val="90000"/>
            </a:lnSpc>
            <a:spcBef>
              <a:spcPct val="0"/>
            </a:spcBef>
            <a:spcAft>
              <a:spcPct val="15000"/>
            </a:spcAft>
            <a:buFont typeface="Arial" panose="020B0604020202020204" pitchFamily="34" charset="0"/>
            <a:buChar char="•"/>
          </a:pPr>
          <a:r>
            <a:rPr lang="en-US" sz="1200" b="0" i="0" kern="1200">
              <a:solidFill>
                <a:srgbClr val="000000">
                  <a:hueOff val="0"/>
                  <a:satOff val="0"/>
                  <a:lumOff val="0"/>
                  <a:alphaOff val="0"/>
                </a:srgbClr>
              </a:solidFill>
              <a:latin typeface="Arial"/>
              <a:ea typeface="+mn-ea"/>
              <a:cs typeface="+mn-cs"/>
            </a:rPr>
            <a:t>EDI (6)</a:t>
          </a:r>
        </a:p>
        <a:p>
          <a:pPr marL="228600" lvl="2" indent="-114300" algn="l" defTabSz="533400">
            <a:lnSpc>
              <a:spcPct val="90000"/>
            </a:lnSpc>
            <a:spcBef>
              <a:spcPct val="0"/>
            </a:spcBef>
            <a:spcAft>
              <a:spcPct val="15000"/>
            </a:spcAft>
            <a:buFont typeface="Arial" panose="020B0604020202020204" pitchFamily="34" charset="0"/>
            <a:buChar char="•"/>
          </a:pPr>
          <a:r>
            <a:rPr lang="en-US" sz="1200" b="0" i="0" kern="1200">
              <a:solidFill>
                <a:srgbClr val="000000">
                  <a:hueOff val="0"/>
                  <a:satOff val="0"/>
                  <a:lumOff val="0"/>
                  <a:alphaOff val="0"/>
                </a:srgbClr>
              </a:solidFill>
              <a:latin typeface="Arial"/>
              <a:ea typeface="+mn-ea"/>
              <a:cs typeface="+mn-cs"/>
            </a:rPr>
            <a:t>Print (1)</a:t>
          </a:r>
        </a:p>
        <a:p>
          <a:pPr marL="228600" lvl="2" indent="-114300" algn="l" defTabSz="533400">
            <a:lnSpc>
              <a:spcPct val="90000"/>
            </a:lnSpc>
            <a:spcBef>
              <a:spcPct val="0"/>
            </a:spcBef>
            <a:spcAft>
              <a:spcPct val="15000"/>
            </a:spcAft>
            <a:buFont typeface="Arial" panose="020B0604020202020204" pitchFamily="34" charset="0"/>
            <a:buChar char="•"/>
          </a:pPr>
          <a:r>
            <a:rPr lang="en-US" sz="1200" b="0" i="0" kern="1200">
              <a:solidFill>
                <a:srgbClr val="000000">
                  <a:hueOff val="0"/>
                  <a:satOff val="0"/>
                  <a:lumOff val="0"/>
                  <a:alphaOff val="0"/>
                </a:srgbClr>
              </a:solidFill>
              <a:latin typeface="Arial"/>
              <a:ea typeface="+mn-ea"/>
              <a:cs typeface="+mn-cs"/>
            </a:rPr>
            <a:t>Email (5)</a:t>
          </a:r>
        </a:p>
        <a:p>
          <a:pPr marL="114300" lvl="1" indent="-114300" algn="l" defTabSz="533400">
            <a:lnSpc>
              <a:spcPct val="90000"/>
            </a:lnSpc>
            <a:spcBef>
              <a:spcPct val="0"/>
            </a:spcBef>
            <a:spcAft>
              <a:spcPct val="15000"/>
            </a:spcAft>
            <a:buFont typeface="Arial" panose="020B0604020202020204" pitchFamily="34" charset="0"/>
            <a:buChar char="•"/>
          </a:pPr>
          <a:endParaRPr lang="en-US" sz="1200" b="0" i="0" kern="1200">
            <a:solidFill>
              <a:srgbClr val="000000">
                <a:hueOff val="0"/>
                <a:satOff val="0"/>
                <a:lumOff val="0"/>
                <a:alphaOff val="0"/>
              </a:srgbClr>
            </a:solidFill>
            <a:latin typeface="Arial"/>
            <a:ea typeface="+mn-ea"/>
            <a:cs typeface="+mn-cs"/>
          </a:endParaRPr>
        </a:p>
        <a:p>
          <a:pPr marL="114300" lvl="1" indent="-114300" algn="l" defTabSz="533400">
            <a:lnSpc>
              <a:spcPct val="90000"/>
            </a:lnSpc>
            <a:spcBef>
              <a:spcPct val="0"/>
            </a:spcBef>
            <a:spcAft>
              <a:spcPct val="15000"/>
            </a:spcAft>
            <a:buFont typeface="Arial" panose="020B0604020202020204" pitchFamily="34" charset="0"/>
            <a:buChar char="•"/>
          </a:pPr>
          <a:r>
            <a:rPr lang="en-US" sz="1200" b="1" i="0" kern="1200">
              <a:solidFill>
                <a:srgbClr val="000000">
                  <a:hueOff val="0"/>
                  <a:satOff val="0"/>
                  <a:lumOff val="0"/>
                  <a:alphaOff val="0"/>
                </a:srgbClr>
              </a:solidFill>
              <a:latin typeface="Arial"/>
              <a:ea typeface="+mn-ea"/>
              <a:cs typeface="+mn-cs"/>
            </a:rPr>
            <a:t>Release Strategies (technical step)</a:t>
          </a:r>
          <a:endParaRPr lang="en-US" sz="1200" b="0" i="0" kern="1200">
            <a:solidFill>
              <a:srgbClr val="000000">
                <a:hueOff val="0"/>
                <a:satOff val="0"/>
                <a:lumOff val="0"/>
                <a:alphaOff val="0"/>
              </a:srgbClr>
            </a:solidFill>
            <a:latin typeface="Arial"/>
            <a:ea typeface="+mn-ea"/>
            <a:cs typeface="+mn-cs"/>
          </a:endParaRPr>
        </a:p>
        <a:p>
          <a:pPr marL="228600" lvl="2" indent="-114300" algn="l" defTabSz="533400">
            <a:lnSpc>
              <a:spcPct val="90000"/>
            </a:lnSpc>
            <a:spcBef>
              <a:spcPct val="0"/>
            </a:spcBef>
            <a:spcAft>
              <a:spcPct val="15000"/>
            </a:spcAft>
            <a:buFont typeface="Arial" panose="020B0604020202020204" pitchFamily="34" charset="0"/>
            <a:buChar char="•"/>
          </a:pPr>
          <a:r>
            <a:rPr lang="en-US" sz="1200" b="0" i="0" kern="1200">
              <a:solidFill>
                <a:srgbClr val="000000">
                  <a:hueOff val="0"/>
                  <a:satOff val="0"/>
                  <a:lumOff val="0"/>
                  <a:alphaOff val="0"/>
                </a:srgbClr>
              </a:solidFill>
              <a:latin typeface="Arial"/>
              <a:ea typeface="+mn-ea"/>
              <a:cs typeface="+mn-cs"/>
            </a:rPr>
            <a:t>PR release strategy: </a:t>
          </a:r>
          <a:r>
            <a:rPr lang="en-US" sz="1200" b="0" i="0" kern="1200">
              <a:solidFill>
                <a:srgbClr val="009CBD"/>
              </a:solidFill>
              <a:latin typeface="Arial"/>
              <a:ea typeface="+mn-ea"/>
              <a:cs typeface="+mn-cs"/>
            </a:rPr>
            <a:t>Y3</a:t>
          </a:r>
          <a:r>
            <a:rPr lang="en-US" sz="1200" b="0" i="0" kern="1200">
              <a:solidFill>
                <a:srgbClr val="000000">
                  <a:hueOff val="0"/>
                  <a:satOff val="0"/>
                  <a:lumOff val="0"/>
                  <a:alphaOff val="0"/>
                </a:srgbClr>
              </a:solidFill>
              <a:latin typeface="Arial"/>
              <a:ea typeface="+mn-ea"/>
              <a:cs typeface="+mn-cs"/>
            </a:rPr>
            <a:t> with one step</a:t>
          </a:r>
        </a:p>
        <a:p>
          <a:pPr marL="228600" lvl="2" indent="-114300" algn="l" defTabSz="533400">
            <a:lnSpc>
              <a:spcPct val="90000"/>
            </a:lnSpc>
            <a:spcBef>
              <a:spcPct val="0"/>
            </a:spcBef>
            <a:spcAft>
              <a:spcPct val="15000"/>
            </a:spcAft>
            <a:buFont typeface="Arial" panose="020B0604020202020204" pitchFamily="34" charset="0"/>
            <a:buChar char="•"/>
          </a:pPr>
          <a:r>
            <a:rPr lang="en-US" sz="1200" b="0" i="0" kern="1200">
              <a:solidFill>
                <a:srgbClr val="000000">
                  <a:hueOff val="0"/>
                  <a:satOff val="0"/>
                  <a:lumOff val="0"/>
                  <a:alphaOff val="0"/>
                </a:srgbClr>
              </a:solidFill>
              <a:latin typeface="Arial"/>
              <a:ea typeface="+mn-ea"/>
              <a:cs typeface="+mn-cs"/>
            </a:rPr>
            <a:t>PO release strategy: </a:t>
          </a:r>
          <a:r>
            <a:rPr lang="en-US" sz="1200" b="0" i="0" kern="1200">
              <a:solidFill>
                <a:srgbClr val="009CBD"/>
              </a:solidFill>
              <a:latin typeface="Arial"/>
              <a:ea typeface="+mn-ea"/>
              <a:cs typeface="+mn-cs"/>
            </a:rPr>
            <a:t>Y4</a:t>
          </a:r>
          <a:r>
            <a:rPr lang="en-US" sz="1200" b="0" i="0" kern="1200">
              <a:solidFill>
                <a:srgbClr val="000000">
                  <a:hueOff val="0"/>
                  <a:satOff val="0"/>
                  <a:lumOff val="0"/>
                  <a:alphaOff val="0"/>
                </a:srgbClr>
              </a:solidFill>
              <a:latin typeface="Arial"/>
              <a:ea typeface="+mn-ea"/>
              <a:cs typeface="+mn-cs"/>
            </a:rPr>
            <a:t> with one Step</a:t>
          </a:r>
        </a:p>
      </dsp:txBody>
      <dsp:txXfrm>
        <a:off x="7137953" y="636897"/>
        <a:ext cx="3129273" cy="3381840"/>
      </dsp:txXfrm>
    </dsp:sp>
  </dsp:spTree>
</dsp:drawing>
</file>

<file path=ppt/diagrams/layout1.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3" Type="http://schemas.openxmlformats.org/officeDocument/2006/relationships/image" Target="../media/image16.svg"/><Relationship Id="rId2" Type="http://schemas.openxmlformats.org/officeDocument/2006/relationships/image" Target="../media/image15.png"/><Relationship Id="rId1" Type="http://schemas.openxmlformats.org/officeDocument/2006/relationships/theme" Target="../theme/theme7.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a:extLst>
              <a:ext uri="{FF2B5EF4-FFF2-40B4-BE49-F238E27FC236}">
                <a16:creationId xmlns:a16="http://schemas.microsoft.com/office/drawing/2014/main" id="{9A8492AF-21D1-4EA9-B88E-2B2469E5B0BF}"/>
              </a:ext>
            </a:extLst>
          </p:cNvPr>
          <p:cNvSpPr>
            <a:spLocks noGrp="1"/>
          </p:cNvSpPr>
          <p:nvPr>
            <p:ph type="hdr" sz="quarter"/>
          </p:nvPr>
        </p:nvSpPr>
        <p:spPr>
          <a:xfrm>
            <a:off x="0" y="0"/>
            <a:ext cx="4363200" cy="360000"/>
          </a:xfrm>
          <a:prstGeom prst="rect">
            <a:avLst/>
          </a:prstGeom>
        </p:spPr>
        <p:txBody>
          <a:bodyPr vert="horz" lIns="91440" tIns="45720" rIns="91440" bIns="45720" rtlCol="0"/>
          <a:lstStyle>
            <a:lvl1pPr algn="l">
              <a:defRPr sz="1200"/>
            </a:lvl1pPr>
          </a:lstStyle>
          <a:p>
            <a:endParaRPr lang="en-US" sz="1050" b="1"/>
          </a:p>
        </p:txBody>
      </p:sp>
      <p:sp>
        <p:nvSpPr>
          <p:cNvPr id="3" name="Date">
            <a:extLst>
              <a:ext uri="{FF2B5EF4-FFF2-40B4-BE49-F238E27FC236}">
                <a16:creationId xmlns:a16="http://schemas.microsoft.com/office/drawing/2014/main" id="{F2C5CF11-9AB8-4366-83D6-4A911EAE67AA}"/>
              </a:ext>
            </a:extLst>
          </p:cNvPr>
          <p:cNvSpPr>
            <a:spLocks noGrp="1"/>
          </p:cNvSpPr>
          <p:nvPr>
            <p:ph type="dt" sz="quarter" idx="1"/>
          </p:nvPr>
        </p:nvSpPr>
        <p:spPr>
          <a:xfrm>
            <a:off x="5086800" y="0"/>
            <a:ext cx="1771200" cy="360000"/>
          </a:xfrm>
          <a:prstGeom prst="rect">
            <a:avLst/>
          </a:prstGeom>
        </p:spPr>
        <p:txBody>
          <a:bodyPr vert="horz" lIns="91440" tIns="45720" rIns="91440" bIns="45720" rtlCol="0"/>
          <a:lstStyle>
            <a:lvl1pPr algn="r">
              <a:defRPr sz="1200"/>
            </a:lvl1pPr>
          </a:lstStyle>
          <a:p>
            <a:fld id="{FEF1F2B9-B350-4061-A6D1-2A3340A8623F}" type="datetimeFigureOut">
              <a:rPr lang="en-US" sz="1050" smtClean="0"/>
              <a:t>8/30/2025</a:t>
            </a:fld>
            <a:endParaRPr lang="en-US" sz="1050"/>
          </a:p>
        </p:txBody>
      </p:sp>
      <p:sp>
        <p:nvSpPr>
          <p:cNvPr id="4" name="Footer Placeholder">
            <a:extLst>
              <a:ext uri="{FF2B5EF4-FFF2-40B4-BE49-F238E27FC236}">
                <a16:creationId xmlns:a16="http://schemas.microsoft.com/office/drawing/2014/main" id="{9797856F-D8D3-4EDB-AD63-B3F84321424C}"/>
              </a:ext>
            </a:extLst>
          </p:cNvPr>
          <p:cNvSpPr>
            <a:spLocks noGrp="1"/>
          </p:cNvSpPr>
          <p:nvPr>
            <p:ph type="ftr" sz="quarter" idx="2"/>
          </p:nvPr>
        </p:nvSpPr>
        <p:spPr>
          <a:xfrm>
            <a:off x="0" y="8784000"/>
            <a:ext cx="4363200" cy="360000"/>
          </a:xfrm>
          <a:prstGeom prst="rect">
            <a:avLst/>
          </a:prstGeom>
        </p:spPr>
        <p:txBody>
          <a:bodyPr vert="horz" lIns="91440" tIns="45720" rIns="91440" bIns="45720" rtlCol="0" anchor="b"/>
          <a:lstStyle>
            <a:lvl1pPr algn="l">
              <a:defRPr sz="1200"/>
            </a:lvl1pPr>
          </a:lstStyle>
          <a:p>
            <a:endParaRPr lang="en-US" sz="1050"/>
          </a:p>
        </p:txBody>
      </p:sp>
      <p:sp>
        <p:nvSpPr>
          <p:cNvPr id="5" name="Slide Number Placeholder">
            <a:extLst>
              <a:ext uri="{FF2B5EF4-FFF2-40B4-BE49-F238E27FC236}">
                <a16:creationId xmlns:a16="http://schemas.microsoft.com/office/drawing/2014/main" id="{DA566997-7A2F-418F-AC55-BAC678F9F134}"/>
              </a:ext>
            </a:extLst>
          </p:cNvPr>
          <p:cNvSpPr>
            <a:spLocks noGrp="1"/>
          </p:cNvSpPr>
          <p:nvPr>
            <p:ph type="sldNum" sz="quarter" idx="3"/>
          </p:nvPr>
        </p:nvSpPr>
        <p:spPr>
          <a:xfrm>
            <a:off x="5086800" y="8784000"/>
            <a:ext cx="1771200" cy="360000"/>
          </a:xfrm>
          <a:prstGeom prst="rect">
            <a:avLst/>
          </a:prstGeom>
        </p:spPr>
        <p:txBody>
          <a:bodyPr vert="horz" lIns="91440" tIns="45720" rIns="91440" bIns="45720" rtlCol="0" anchor="b"/>
          <a:lstStyle>
            <a:lvl1pPr algn="r">
              <a:defRPr sz="1200"/>
            </a:lvl1pPr>
          </a:lstStyle>
          <a:p>
            <a:r>
              <a:rPr lang="en-US" sz="1050" b="1">
                <a:solidFill>
                  <a:schemeClr val="accent2"/>
                </a:solidFill>
              </a:rPr>
              <a:t>Hand out</a:t>
            </a:r>
            <a:r>
              <a:rPr lang="en-US" sz="1050">
                <a:solidFill>
                  <a:schemeClr val="accent2"/>
                </a:solidFill>
              </a:rPr>
              <a:t> </a:t>
            </a:r>
            <a:fld id="{C92BABF8-1341-4DCB-864A-D83C08BEEAE4}" type="slidenum">
              <a:rPr lang="en-US" sz="1050" smtClean="0"/>
              <a:t>‹#›</a:t>
            </a:fld>
            <a:endParaRPr lang="en-US" sz="1050"/>
          </a:p>
        </p:txBody>
      </p:sp>
      <p:pic>
        <p:nvPicPr>
          <p:cNvPr id="6" name="Siemens logo">
            <a:extLst>
              <a:ext uri="{FF2B5EF4-FFF2-40B4-BE49-F238E27FC236}">
                <a16:creationId xmlns:a16="http://schemas.microsoft.com/office/drawing/2014/main" id="{C5A460D9-E760-498F-8A06-286EB0B001C9}"/>
              </a:ext>
            </a:extLst>
          </p:cNvPr>
          <p:cNvPicPr>
            <a:picLocks noChangeAspect="1"/>
          </p:cNvPicPr>
          <p:nvPr/>
        </p:nvPicPr>
        <p:blipFill>
          <a:blip r:embed="rId2" cstate="email">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2853000" y="550800"/>
            <a:ext cx="1152000" cy="183168"/>
          </a:xfrm>
          <a:prstGeom prst="rect">
            <a:avLst/>
          </a:prstGeom>
        </p:spPr>
      </p:pic>
    </p:spTree>
    <p:extLst>
      <p:ext uri="{BB962C8B-B14F-4D97-AF65-F5344CB8AC3E}">
        <p14:creationId xmlns:p14="http://schemas.microsoft.com/office/powerpoint/2010/main" val="135978340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6.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xfrm>
            <a:off x="0" y="0"/>
            <a:ext cx="4363200" cy="360000"/>
          </a:xfrm>
          <a:prstGeom prst="rect">
            <a:avLst/>
          </a:prstGeom>
        </p:spPr>
        <p:txBody>
          <a:bodyPr vert="horz" lIns="91440" tIns="45720" rIns="91440" bIns="45720" rtlCol="0"/>
          <a:lstStyle>
            <a:lvl1pPr algn="l">
              <a:defRPr sz="1050" b="1"/>
            </a:lvl1pPr>
          </a:lstStyle>
          <a:p>
            <a:endParaRPr lang="en-US"/>
          </a:p>
        </p:txBody>
      </p:sp>
      <p:sp>
        <p:nvSpPr>
          <p:cNvPr id="3" name="Date"/>
          <p:cNvSpPr>
            <a:spLocks noGrp="1"/>
          </p:cNvSpPr>
          <p:nvPr>
            <p:ph type="dt" idx="1"/>
          </p:nvPr>
        </p:nvSpPr>
        <p:spPr>
          <a:xfrm>
            <a:off x="5086800" y="0"/>
            <a:ext cx="1771200" cy="360000"/>
          </a:xfrm>
          <a:prstGeom prst="rect">
            <a:avLst/>
          </a:prstGeom>
        </p:spPr>
        <p:txBody>
          <a:bodyPr vert="horz" lIns="91440" tIns="45720" rIns="91440" bIns="45720" rtlCol="0"/>
          <a:lstStyle>
            <a:lvl1pPr algn="r">
              <a:defRPr sz="1050"/>
            </a:lvl1pPr>
          </a:lstStyle>
          <a:p>
            <a:fld id="{76FBC1AF-E4C9-412F-9B6D-66CD520F95DB}" type="datetimeFigureOut">
              <a:rPr lang="en-US" smtClean="0"/>
              <a:pPr/>
              <a:t>8/28/2025</a:t>
            </a:fld>
            <a:endParaRPr lang="en-US"/>
          </a:p>
        </p:txBody>
      </p:sp>
      <p:sp>
        <p:nvSpPr>
          <p:cNvPr id="4" name="Slide Image Placeholder"/>
          <p:cNvSpPr>
            <a:spLocks noGrp="1" noRot="1" noChangeAspect="1"/>
          </p:cNvSpPr>
          <p:nvPr>
            <p:ph type="sldImg" idx="2"/>
          </p:nvPr>
        </p:nvSpPr>
        <p:spPr>
          <a:xfrm>
            <a:off x="406800" y="619200"/>
            <a:ext cx="6048000" cy="3402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p:cNvSpPr>
            <a:spLocks noGrp="1"/>
          </p:cNvSpPr>
          <p:nvPr>
            <p:ph type="body" sz="quarter" idx="3"/>
          </p:nvPr>
        </p:nvSpPr>
        <p:spPr>
          <a:xfrm>
            <a:off x="406800" y="4575600"/>
            <a:ext cx="6048000" cy="3960000"/>
          </a:xfrm>
          <a:prstGeom prst="rect">
            <a:avLst/>
          </a:prstGeom>
        </p:spPr>
        <p:txBody>
          <a:bodyPr vert="horz" lIns="0" tIns="0" rIns="0" bIns="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 level</a:t>
            </a:r>
          </a:p>
          <a:p>
            <a:pPr lvl="8"/>
            <a:r>
              <a:rPr lang="en-US"/>
              <a:t>Ninth level</a:t>
            </a:r>
          </a:p>
        </p:txBody>
      </p:sp>
      <p:sp>
        <p:nvSpPr>
          <p:cNvPr id="6" name="Footer Placeholder"/>
          <p:cNvSpPr>
            <a:spLocks noGrp="1"/>
          </p:cNvSpPr>
          <p:nvPr>
            <p:ph type="ftr" sz="quarter" idx="4"/>
          </p:nvPr>
        </p:nvSpPr>
        <p:spPr>
          <a:xfrm>
            <a:off x="0" y="8784000"/>
            <a:ext cx="4363200" cy="360000"/>
          </a:xfrm>
          <a:prstGeom prst="rect">
            <a:avLst/>
          </a:prstGeom>
        </p:spPr>
        <p:txBody>
          <a:bodyPr vert="horz" lIns="91440" tIns="45720" rIns="91440" bIns="45720" rtlCol="0" anchor="b"/>
          <a:lstStyle>
            <a:lvl1pPr algn="l">
              <a:defRPr sz="1050"/>
            </a:lvl1pPr>
          </a:lstStyle>
          <a:p>
            <a:endParaRPr lang="en-US"/>
          </a:p>
        </p:txBody>
      </p:sp>
      <p:sp>
        <p:nvSpPr>
          <p:cNvPr id="7" name="Slide Number Placeholder"/>
          <p:cNvSpPr>
            <a:spLocks noGrp="1"/>
          </p:cNvSpPr>
          <p:nvPr>
            <p:ph type="sldNum" sz="quarter" idx="5"/>
          </p:nvPr>
        </p:nvSpPr>
        <p:spPr>
          <a:xfrm>
            <a:off x="5086800" y="8784000"/>
            <a:ext cx="1771200" cy="360000"/>
          </a:xfrm>
          <a:prstGeom prst="rect">
            <a:avLst/>
          </a:prstGeom>
        </p:spPr>
        <p:txBody>
          <a:bodyPr vert="horz" lIns="91440" tIns="45720" rIns="91440" bIns="45720" rtlCol="0" anchor="b"/>
          <a:lstStyle>
            <a:lvl1pPr algn="r">
              <a:defRPr sz="1050"/>
            </a:lvl1pPr>
          </a:lstStyle>
          <a:p>
            <a:r>
              <a:rPr lang="en-US" b="1">
                <a:solidFill>
                  <a:schemeClr val="accent2"/>
                </a:solidFill>
              </a:rPr>
              <a:t>Notes</a:t>
            </a:r>
            <a:r>
              <a:rPr lang="en-US"/>
              <a:t> </a:t>
            </a:r>
            <a:fld id="{E76C657F-0E32-4130-ADDA-66B81138A76A}" type="slidenum">
              <a:rPr lang="en-US" smtClean="0"/>
              <a:pPr/>
              <a:t>‹#›</a:t>
            </a:fld>
            <a:endParaRPr lang="en-US"/>
          </a:p>
        </p:txBody>
      </p:sp>
    </p:spTree>
    <p:extLst>
      <p:ext uri="{BB962C8B-B14F-4D97-AF65-F5344CB8AC3E}">
        <p14:creationId xmlns:p14="http://schemas.microsoft.com/office/powerpoint/2010/main" val="527306072"/>
      </p:ext>
    </p:extLst>
  </p:cSld>
  <p:clrMap bg1="lt1" tx1="dk1" bg2="lt2" tx2="dk2" accent1="accent1" accent2="accent2" accent3="accent3" accent4="accent4" accent5="accent5" accent6="accent6" hlink="hlink" folHlink="folHlink"/>
  <p:notesStyle>
    <a:lvl1pPr marL="0" algn="l" defTabSz="914400" rtl="0" eaLnBrk="1" latinLnBrk="0" hangingPunct="1">
      <a:spcAft>
        <a:spcPts val="600"/>
      </a:spcAft>
      <a:defRPr sz="1200" kern="1200">
        <a:solidFill>
          <a:schemeClr val="tx1"/>
        </a:solidFill>
        <a:latin typeface="+mn-lt"/>
        <a:ea typeface="+mn-ea"/>
        <a:cs typeface="+mn-cs"/>
      </a:defRPr>
    </a:lvl1pPr>
    <a:lvl2pPr marL="144000" indent="-144000" algn="l" defTabSz="914400" rtl="0" eaLnBrk="1" latinLnBrk="0" hangingPunct="1">
      <a:spcAft>
        <a:spcPts val="300"/>
      </a:spcAft>
      <a:buClr>
        <a:schemeClr val="accent1"/>
      </a:buClr>
      <a:buFont typeface="Arial" panose="020B0604020202020204" pitchFamily="34" charset="0"/>
      <a:buChar char="•"/>
      <a:defRPr sz="1200" kern="1200">
        <a:solidFill>
          <a:schemeClr val="tx1"/>
        </a:solidFill>
        <a:latin typeface="+mn-lt"/>
        <a:ea typeface="+mn-ea"/>
        <a:cs typeface="+mn-cs"/>
      </a:defRPr>
    </a:lvl2pPr>
    <a:lvl3pPr marL="288000" indent="-144000" algn="l" defTabSz="914400" rtl="0" eaLnBrk="1" latinLnBrk="0" hangingPunct="1">
      <a:spcAft>
        <a:spcPts val="300"/>
      </a:spcAft>
      <a:buClr>
        <a:schemeClr val="accent1"/>
      </a:buClr>
      <a:buFont typeface="Arial" panose="020B0604020202020204" pitchFamily="34" charset="0"/>
      <a:buChar char="•"/>
      <a:defRPr sz="1200" kern="1200">
        <a:solidFill>
          <a:schemeClr val="tx1"/>
        </a:solidFill>
        <a:latin typeface="+mn-lt"/>
        <a:ea typeface="+mn-ea"/>
        <a:cs typeface="+mn-cs"/>
      </a:defRPr>
    </a:lvl3pPr>
    <a:lvl4pPr marL="432000" indent="-144000" algn="l" defTabSz="914400" rtl="0" eaLnBrk="1" latinLnBrk="0" hangingPunct="1">
      <a:spcAft>
        <a:spcPts val="300"/>
      </a:spcAft>
      <a:buClr>
        <a:schemeClr val="accent1"/>
      </a:buClr>
      <a:buFont typeface="Arial" panose="020B0604020202020204" pitchFamily="34" charset="0"/>
      <a:buChar char="•"/>
      <a:defRPr sz="1200" kern="1200">
        <a:solidFill>
          <a:schemeClr val="tx1"/>
        </a:solidFill>
        <a:latin typeface="+mn-lt"/>
        <a:ea typeface="+mn-ea"/>
        <a:cs typeface="+mn-cs"/>
      </a:defRPr>
    </a:lvl4pPr>
    <a:lvl5pPr marL="576000" indent="-144000" algn="l" defTabSz="914400" rtl="0" eaLnBrk="1" latinLnBrk="0" hangingPunct="1">
      <a:spcAft>
        <a:spcPts val="300"/>
      </a:spcAft>
      <a:buClr>
        <a:schemeClr val="accent1"/>
      </a:buClr>
      <a:buFont typeface="Arial" panose="020B0604020202020204" pitchFamily="34" charset="0"/>
      <a:buChar char="•"/>
      <a:defRPr sz="1200" kern="1200">
        <a:solidFill>
          <a:schemeClr val="tx1"/>
        </a:solidFill>
        <a:latin typeface="+mn-lt"/>
        <a:ea typeface="+mn-ea"/>
        <a:cs typeface="+mn-cs"/>
      </a:defRPr>
    </a:lvl5pPr>
    <a:lvl6pPr marL="720000" indent="-144000" algn="l" defTabSz="914400" rtl="0" eaLnBrk="1" latinLnBrk="0" hangingPunct="1">
      <a:spcAft>
        <a:spcPts val="300"/>
      </a:spcAft>
      <a:buClr>
        <a:schemeClr val="accent1"/>
      </a:buClr>
      <a:buFont typeface="Arial" panose="020B0604020202020204" pitchFamily="34" charset="0"/>
      <a:buChar char="•"/>
      <a:defRPr sz="1200" kern="1200">
        <a:solidFill>
          <a:schemeClr val="tx1"/>
        </a:solidFill>
        <a:latin typeface="+mn-lt"/>
        <a:ea typeface="+mn-ea"/>
        <a:cs typeface="+mn-cs"/>
      </a:defRPr>
    </a:lvl6pPr>
    <a:lvl7pPr marL="864000" indent="-144000" algn="l" defTabSz="914400" rtl="0" eaLnBrk="1" latinLnBrk="0" hangingPunct="1">
      <a:spcAft>
        <a:spcPts val="300"/>
      </a:spcAft>
      <a:buClr>
        <a:schemeClr val="accent1"/>
      </a:buClr>
      <a:buFont typeface="Arial" panose="020B0604020202020204" pitchFamily="34" charset="0"/>
      <a:buChar char="•"/>
      <a:defRPr sz="1200" kern="1200">
        <a:solidFill>
          <a:schemeClr val="tx1"/>
        </a:solidFill>
        <a:latin typeface="+mn-lt"/>
        <a:ea typeface="+mn-ea"/>
        <a:cs typeface="+mn-cs"/>
      </a:defRPr>
    </a:lvl7pPr>
    <a:lvl8pPr marL="1008000" indent="-144000" algn="l" defTabSz="914400" rtl="0" eaLnBrk="1" latinLnBrk="0" hangingPunct="1">
      <a:spcAft>
        <a:spcPts val="300"/>
      </a:spcAft>
      <a:buClr>
        <a:schemeClr val="accent1"/>
      </a:buClr>
      <a:buFont typeface="Arial" panose="020B0604020202020204" pitchFamily="34" charset="0"/>
      <a:buChar char="•"/>
      <a:defRPr sz="1200" kern="1200">
        <a:solidFill>
          <a:schemeClr val="tx1"/>
        </a:solidFill>
        <a:latin typeface="+mn-lt"/>
        <a:ea typeface="+mn-ea"/>
        <a:cs typeface="+mn-cs"/>
      </a:defRPr>
    </a:lvl8pPr>
    <a:lvl9pPr marL="1152000" indent="-144000" algn="l" defTabSz="914400" rtl="0" eaLnBrk="1" latinLnBrk="0" hangingPunct="1">
      <a:spcAft>
        <a:spcPts val="300"/>
      </a:spcAft>
      <a:buClr>
        <a:schemeClr val="accent1"/>
      </a:buClr>
      <a:buFont typeface="Arial" panose="020B0604020202020204" pitchFamily="34" charset="0"/>
      <a:buChar char="•"/>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98.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99.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100.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101.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103.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104.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105.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106.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107.xml"/><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2" Type="http://schemas.openxmlformats.org/officeDocument/2006/relationships/slide" Target="../slides/slide108.xml"/><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2" Type="http://schemas.openxmlformats.org/officeDocument/2006/relationships/slide" Target="../slides/slide109.xml"/><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2" Type="http://schemas.openxmlformats.org/officeDocument/2006/relationships/slide" Target="../slides/slide110.xml"/><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2" Type="http://schemas.openxmlformats.org/officeDocument/2006/relationships/slide" Target="../slides/slide111.xml"/><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2" Type="http://schemas.openxmlformats.org/officeDocument/2006/relationships/slide" Target="../slides/slide113.xml"/><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2" Type="http://schemas.openxmlformats.org/officeDocument/2006/relationships/slide" Target="../slides/slide114.xml"/><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2" Type="http://schemas.openxmlformats.org/officeDocument/2006/relationships/slide" Target="../slides/slide115.xml"/><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2" Type="http://schemas.openxmlformats.org/officeDocument/2006/relationships/slide" Target="../slides/slide117.xml"/><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2" Type="http://schemas.openxmlformats.org/officeDocument/2006/relationships/slide" Target="../slides/slide118.xml"/><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2" Type="http://schemas.openxmlformats.org/officeDocument/2006/relationships/slide" Target="../slides/slide119.xml"/><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2" Type="http://schemas.openxmlformats.org/officeDocument/2006/relationships/slide" Target="../slides/slide120.xml"/><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2" Type="http://schemas.openxmlformats.org/officeDocument/2006/relationships/slide" Target="../slides/slide121.xml"/><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2" Type="http://schemas.openxmlformats.org/officeDocument/2006/relationships/slide" Target="../slides/slide122.xml"/><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2" Type="http://schemas.openxmlformats.org/officeDocument/2006/relationships/slide" Target="../slides/slide1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a:xfrm>
            <a:off x="406400" y="619125"/>
            <a:ext cx="6048375" cy="3402013"/>
          </a:xfrm>
        </p:spPr>
      </p:sp>
      <p:sp>
        <p:nvSpPr>
          <p:cNvPr id="3" name="Notizenplatzhalter 2"/>
          <p:cNvSpPr>
            <a:spLocks noGrp="1"/>
          </p:cNvSpPr>
          <p:nvPr>
            <p:ph type="body" idx="1"/>
          </p:nvPr>
        </p:nvSpPr>
        <p:spPr/>
        <p:txBody>
          <a:bodyPr/>
          <a:lstStyle/>
          <a:p>
            <a:r>
              <a:rPr lang="de-DE"/>
              <a:t>Naming </a:t>
            </a:r>
            <a:r>
              <a:rPr lang="de-DE" err="1"/>
              <a:t>convention</a:t>
            </a:r>
            <a:r>
              <a:rPr lang="de-DE"/>
              <a:t> </a:t>
            </a:r>
            <a:r>
              <a:rPr lang="de-DE" err="1"/>
              <a:t>for</a:t>
            </a:r>
            <a:r>
              <a:rPr lang="de-DE"/>
              <a:t> </a:t>
            </a:r>
            <a:r>
              <a:rPr lang="de-DE" err="1"/>
              <a:t>course</a:t>
            </a:r>
            <a:r>
              <a:rPr lang="de-DE"/>
              <a:t> ID:</a:t>
            </a:r>
          </a:p>
          <a:p>
            <a:endParaRPr lang="de-DE"/>
          </a:p>
          <a:p>
            <a:r>
              <a:rPr lang="de-DE"/>
              <a:t>Digit1 and 2: SAP Module</a:t>
            </a:r>
          </a:p>
          <a:p>
            <a:r>
              <a:rPr lang="de-DE"/>
              <a:t>Digit 3-5: </a:t>
            </a:r>
            <a:r>
              <a:rPr lang="de-DE" err="1"/>
              <a:t>consecutive</a:t>
            </a:r>
            <a:r>
              <a:rPr lang="de-DE"/>
              <a:t> </a:t>
            </a:r>
            <a:r>
              <a:rPr lang="de-DE" err="1"/>
              <a:t>numbering</a:t>
            </a:r>
            <a:r>
              <a:rPr lang="de-DE"/>
              <a:t> in </a:t>
            </a:r>
            <a:r>
              <a:rPr lang="de-DE" err="1"/>
              <a:t>steps</a:t>
            </a:r>
            <a:r>
              <a:rPr lang="de-DE"/>
              <a:t> </a:t>
            </a:r>
            <a:r>
              <a:rPr lang="de-DE" err="1"/>
              <a:t>of</a:t>
            </a:r>
            <a:r>
              <a:rPr lang="de-DE"/>
              <a:t> 10</a:t>
            </a:r>
          </a:p>
          <a:p>
            <a:r>
              <a:rPr lang="de-DE"/>
              <a:t>Course </a:t>
            </a:r>
            <a:r>
              <a:rPr lang="de-DE" err="1"/>
              <a:t>titel</a:t>
            </a:r>
            <a:r>
              <a:rPr lang="de-DE"/>
              <a:t> </a:t>
            </a:r>
            <a:r>
              <a:rPr lang="de-DE" err="1"/>
              <a:t>should</a:t>
            </a:r>
            <a:r>
              <a:rPr lang="de-DE"/>
              <a:t> </a:t>
            </a:r>
            <a:r>
              <a:rPr lang="de-DE" err="1"/>
              <a:t>indicate</a:t>
            </a:r>
            <a:r>
              <a:rPr lang="de-DE"/>
              <a:t> </a:t>
            </a:r>
            <a:r>
              <a:rPr lang="de-DE" err="1"/>
              <a:t>the</a:t>
            </a:r>
            <a:r>
              <a:rPr lang="de-DE"/>
              <a:t> </a:t>
            </a:r>
            <a:r>
              <a:rPr lang="de-DE" err="1"/>
              <a:t>content</a:t>
            </a:r>
            <a:r>
              <a:rPr lang="de-DE"/>
              <a:t> / </a:t>
            </a:r>
            <a:r>
              <a:rPr lang="de-DE" err="1"/>
              <a:t>should</a:t>
            </a:r>
            <a:r>
              <a:rPr lang="de-DE"/>
              <a:t> </a:t>
            </a:r>
            <a:r>
              <a:rPr lang="de-DE" err="1"/>
              <a:t>be</a:t>
            </a:r>
            <a:r>
              <a:rPr lang="de-DE"/>
              <a:t> </a:t>
            </a:r>
            <a:r>
              <a:rPr lang="de-DE" err="1"/>
              <a:t>kept</a:t>
            </a:r>
            <a:r>
              <a:rPr lang="de-DE"/>
              <a:t> </a:t>
            </a:r>
            <a:r>
              <a:rPr lang="de-DE" err="1"/>
              <a:t>short</a:t>
            </a:r>
            <a:endParaRPr lang="de-DE"/>
          </a:p>
        </p:txBody>
      </p:sp>
      <p:sp>
        <p:nvSpPr>
          <p:cNvPr id="4" name="Foliennummernplatzhalter 3"/>
          <p:cNvSpPr>
            <a:spLocks noGrp="1"/>
          </p:cNvSpPr>
          <p:nvPr>
            <p:ph type="sldNum" sz="quarter" idx="5"/>
          </p:nvPr>
        </p:nvSpPr>
        <p:spPr/>
        <p:txBody>
          <a:bodyPr/>
          <a:lstStyle/>
          <a:p>
            <a:r>
              <a:rPr lang="en-US" b="1">
                <a:solidFill>
                  <a:schemeClr val="accent2"/>
                </a:solidFill>
              </a:rPr>
              <a:t>Notes</a:t>
            </a:r>
            <a:r>
              <a:rPr lang="en-US"/>
              <a:t> </a:t>
            </a:r>
            <a:fld id="{E76C657F-0E32-4130-ADDA-66B81138A76A}" type="slidenum">
              <a:rPr lang="en-US" smtClean="0"/>
              <a:pPr/>
              <a:t>2</a:t>
            </a:fld>
            <a:endParaRPr lang="en-US"/>
          </a:p>
        </p:txBody>
      </p:sp>
    </p:spTree>
    <p:extLst>
      <p:ext uri="{BB962C8B-B14F-4D97-AF65-F5344CB8AC3E}">
        <p14:creationId xmlns:p14="http://schemas.microsoft.com/office/powerpoint/2010/main" val="348618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a:xfrm>
            <a:off x="406400" y="619125"/>
            <a:ext cx="6048375" cy="3402013"/>
          </a:xfrm>
        </p:spPr>
      </p:sp>
      <p:sp>
        <p:nvSpPr>
          <p:cNvPr id="3" name="Notizenplatzhalter 2"/>
          <p:cNvSpPr>
            <a:spLocks noGrp="1"/>
          </p:cNvSpPr>
          <p:nvPr>
            <p:ph type="body" idx="1"/>
          </p:nvPr>
        </p:nvSpPr>
        <p:spPr/>
        <p:txBody>
          <a:bodyPr/>
          <a:lstStyle/>
          <a:p>
            <a:r>
              <a:rPr lang="de-DE" err="1"/>
              <a:t>You</a:t>
            </a:r>
            <a:r>
              <a:rPr lang="de-DE"/>
              <a:t> </a:t>
            </a:r>
            <a:r>
              <a:rPr lang="de-DE" err="1"/>
              <a:t>should</a:t>
            </a:r>
            <a:r>
              <a:rPr lang="de-DE"/>
              <a:t> </a:t>
            </a:r>
            <a:r>
              <a:rPr lang="de-DE" err="1"/>
              <a:t>add</a:t>
            </a:r>
            <a:r>
              <a:rPr lang="de-DE"/>
              <a:t> </a:t>
            </a:r>
            <a:r>
              <a:rPr lang="de-DE" err="1"/>
              <a:t>measurable</a:t>
            </a:r>
            <a:r>
              <a:rPr lang="de-DE"/>
              <a:t> </a:t>
            </a:r>
            <a:r>
              <a:rPr lang="de-DE" err="1"/>
              <a:t>objectives</a:t>
            </a:r>
            <a:r>
              <a:rPr lang="de-DE"/>
              <a:t>, such </a:t>
            </a:r>
            <a:r>
              <a:rPr lang="de-DE" err="1"/>
              <a:t>as</a:t>
            </a:r>
            <a:r>
              <a:rPr lang="de-DE"/>
              <a:t> </a:t>
            </a:r>
            <a:r>
              <a:rPr lang="de-DE" err="1"/>
              <a:t>explain</a:t>
            </a:r>
            <a:r>
              <a:rPr lang="de-DE"/>
              <a:t>, </a:t>
            </a:r>
            <a:r>
              <a:rPr lang="de-DE" err="1"/>
              <a:t>post</a:t>
            </a:r>
            <a:r>
              <a:rPr lang="de-DE"/>
              <a:t>.</a:t>
            </a:r>
          </a:p>
          <a:p>
            <a:r>
              <a:rPr lang="de-DE"/>
              <a:t>Do not </a:t>
            </a:r>
            <a:r>
              <a:rPr lang="de-DE" err="1"/>
              <a:t>use</a:t>
            </a:r>
            <a:r>
              <a:rPr lang="de-DE"/>
              <a:t> „</a:t>
            </a:r>
            <a:r>
              <a:rPr lang="de-DE" err="1"/>
              <a:t>understand</a:t>
            </a:r>
            <a:r>
              <a:rPr lang="de-DE"/>
              <a:t>“.</a:t>
            </a:r>
          </a:p>
        </p:txBody>
      </p:sp>
      <p:sp>
        <p:nvSpPr>
          <p:cNvPr id="4" name="Foliennummernplatzhalter 3"/>
          <p:cNvSpPr>
            <a:spLocks noGrp="1"/>
          </p:cNvSpPr>
          <p:nvPr>
            <p:ph type="sldNum" sz="quarter" idx="5"/>
          </p:nvPr>
        </p:nvSpPr>
        <p:spPr/>
        <p:txBody>
          <a:bodyPr/>
          <a:lstStyle/>
          <a:p>
            <a:r>
              <a:rPr lang="en-US" b="1">
                <a:solidFill>
                  <a:schemeClr val="accent2"/>
                </a:solidFill>
              </a:rPr>
              <a:t>Notes</a:t>
            </a:r>
            <a:r>
              <a:rPr lang="en-US"/>
              <a:t> </a:t>
            </a:r>
            <a:fld id="{E76C657F-0E32-4130-ADDA-66B81138A76A}" type="slidenum">
              <a:rPr lang="en-US" smtClean="0"/>
              <a:pPr/>
              <a:t>3</a:t>
            </a:fld>
            <a:endParaRPr lang="en-US"/>
          </a:p>
        </p:txBody>
      </p:sp>
    </p:spTree>
    <p:extLst>
      <p:ext uri="{BB962C8B-B14F-4D97-AF65-F5344CB8AC3E}">
        <p14:creationId xmlns:p14="http://schemas.microsoft.com/office/powerpoint/2010/main" val="118095226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a:xfrm>
            <a:off x="406400" y="619125"/>
            <a:ext cx="6048375" cy="3402013"/>
          </a:xfrm>
        </p:spPr>
      </p:sp>
      <p:sp>
        <p:nvSpPr>
          <p:cNvPr id="3" name="Notizenplatzhalter 2"/>
          <p:cNvSpPr>
            <a:spLocks noGrp="1"/>
          </p:cNvSpPr>
          <p:nvPr>
            <p:ph type="body" idx="1"/>
          </p:nvPr>
        </p:nvSpPr>
        <p:spPr/>
        <p:txBody>
          <a:bodyPr/>
          <a:lstStyle/>
          <a:p>
            <a:r>
              <a:rPr lang="de-DE" err="1"/>
              <a:t>You</a:t>
            </a:r>
            <a:r>
              <a:rPr lang="de-DE"/>
              <a:t> </a:t>
            </a:r>
            <a:r>
              <a:rPr lang="de-DE" err="1"/>
              <a:t>should</a:t>
            </a:r>
            <a:r>
              <a:rPr lang="de-DE"/>
              <a:t> </a:t>
            </a:r>
            <a:r>
              <a:rPr lang="de-DE" err="1"/>
              <a:t>add</a:t>
            </a:r>
            <a:r>
              <a:rPr lang="de-DE"/>
              <a:t> </a:t>
            </a:r>
            <a:r>
              <a:rPr lang="de-DE" err="1"/>
              <a:t>measurable</a:t>
            </a:r>
            <a:r>
              <a:rPr lang="de-DE"/>
              <a:t> </a:t>
            </a:r>
            <a:r>
              <a:rPr lang="de-DE" err="1"/>
              <a:t>objectives</a:t>
            </a:r>
            <a:r>
              <a:rPr lang="de-DE"/>
              <a:t>, such </a:t>
            </a:r>
            <a:r>
              <a:rPr lang="de-DE" err="1"/>
              <a:t>as</a:t>
            </a:r>
            <a:r>
              <a:rPr lang="de-DE"/>
              <a:t> </a:t>
            </a:r>
            <a:r>
              <a:rPr lang="de-DE" err="1"/>
              <a:t>explain</a:t>
            </a:r>
            <a:r>
              <a:rPr lang="de-DE"/>
              <a:t>, </a:t>
            </a:r>
            <a:r>
              <a:rPr lang="de-DE" err="1"/>
              <a:t>post</a:t>
            </a:r>
            <a:r>
              <a:rPr lang="de-DE"/>
              <a:t>.</a:t>
            </a:r>
          </a:p>
          <a:p>
            <a:r>
              <a:rPr lang="de-DE"/>
              <a:t>Do not </a:t>
            </a:r>
            <a:r>
              <a:rPr lang="de-DE" err="1"/>
              <a:t>use</a:t>
            </a:r>
            <a:r>
              <a:rPr lang="de-DE"/>
              <a:t> „</a:t>
            </a:r>
            <a:r>
              <a:rPr lang="de-DE" err="1"/>
              <a:t>understand</a:t>
            </a:r>
            <a:r>
              <a:rPr lang="de-DE"/>
              <a:t>“.</a:t>
            </a:r>
          </a:p>
        </p:txBody>
      </p:sp>
      <p:sp>
        <p:nvSpPr>
          <p:cNvPr id="4" name="Foliennummernplatzhalter 3"/>
          <p:cNvSpPr>
            <a:spLocks noGrp="1"/>
          </p:cNvSpPr>
          <p:nvPr>
            <p:ph type="sldNum" sz="quarter" idx="5"/>
          </p:nvPr>
        </p:nvSpPr>
        <p:spPr/>
        <p:txBody>
          <a:bodyPr/>
          <a:lstStyle/>
          <a:p>
            <a:r>
              <a:rPr lang="en-US" b="1">
                <a:solidFill>
                  <a:schemeClr val="accent2"/>
                </a:solidFill>
              </a:rPr>
              <a:t>Notes</a:t>
            </a:r>
            <a:r>
              <a:rPr lang="en-US"/>
              <a:t> </a:t>
            </a:r>
            <a:fld id="{E76C657F-0E32-4130-ADDA-66B81138A76A}" type="slidenum">
              <a:rPr lang="en-US" smtClean="0"/>
              <a:pPr/>
              <a:t>4</a:t>
            </a:fld>
            <a:endParaRPr lang="en-US"/>
          </a:p>
        </p:txBody>
      </p:sp>
    </p:spTree>
    <p:extLst>
      <p:ext uri="{BB962C8B-B14F-4D97-AF65-F5344CB8AC3E}">
        <p14:creationId xmlns:p14="http://schemas.microsoft.com/office/powerpoint/2010/main" val="118095226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a:xfrm>
            <a:off x="406400" y="619125"/>
            <a:ext cx="6048375" cy="3402013"/>
          </a:xfrm>
        </p:spPr>
      </p:sp>
      <p:sp>
        <p:nvSpPr>
          <p:cNvPr id="3" name="Notizenplatzhalt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600"/>
              </a:spcAft>
              <a:buClrTx/>
              <a:buSzTx/>
              <a:buFontTx/>
              <a:buNone/>
              <a:tabLst/>
              <a:defRPr/>
            </a:pPr>
            <a:r>
              <a:rPr lang="de-DE"/>
              <a:t>Target </a:t>
            </a:r>
            <a:r>
              <a:rPr lang="de-DE" err="1"/>
              <a:t>group</a:t>
            </a:r>
            <a:r>
              <a:rPr lang="de-DE"/>
              <a:t>: </a:t>
            </a:r>
            <a:r>
              <a:rPr lang="de-DE" err="1"/>
              <a:t>user</a:t>
            </a:r>
            <a:r>
              <a:rPr lang="de-DE"/>
              <a:t> </a:t>
            </a:r>
            <a:r>
              <a:rPr lang="de-DE" err="1"/>
              <a:t>roles</a:t>
            </a:r>
            <a:r>
              <a:rPr lang="de-DE"/>
              <a:t>, </a:t>
            </a:r>
            <a:r>
              <a:rPr lang="de-DE" err="1"/>
              <a:t>no</a:t>
            </a:r>
            <a:r>
              <a:rPr lang="de-DE"/>
              <a:t> SAP </a:t>
            </a:r>
            <a:r>
              <a:rPr lang="de-DE" err="1"/>
              <a:t>authorization</a:t>
            </a:r>
            <a:r>
              <a:rPr lang="de-DE"/>
              <a:t> </a:t>
            </a:r>
            <a:r>
              <a:rPr lang="de-DE" err="1"/>
              <a:t>roles</a:t>
            </a:r>
            <a:endParaRPr lang="de-DE"/>
          </a:p>
          <a:p>
            <a:endParaRPr lang="de-DE"/>
          </a:p>
        </p:txBody>
      </p:sp>
      <p:sp>
        <p:nvSpPr>
          <p:cNvPr id="4" name="Foliennummernplatzhalter 3"/>
          <p:cNvSpPr>
            <a:spLocks noGrp="1"/>
          </p:cNvSpPr>
          <p:nvPr>
            <p:ph type="sldNum" sz="quarter" idx="5"/>
          </p:nvPr>
        </p:nvSpPr>
        <p:spPr/>
        <p:txBody>
          <a:bodyPr/>
          <a:lstStyle/>
          <a:p>
            <a:r>
              <a:rPr lang="en-US" b="1">
                <a:solidFill>
                  <a:schemeClr val="accent2"/>
                </a:solidFill>
              </a:rPr>
              <a:t>Notes</a:t>
            </a:r>
            <a:r>
              <a:rPr lang="en-US"/>
              <a:t> </a:t>
            </a:r>
            <a:fld id="{E76C657F-0E32-4130-ADDA-66B81138A76A}" type="slidenum">
              <a:rPr lang="en-US" smtClean="0"/>
              <a:pPr/>
              <a:t>5</a:t>
            </a:fld>
            <a:endParaRPr lang="en-US"/>
          </a:p>
        </p:txBody>
      </p:sp>
    </p:spTree>
    <p:extLst>
      <p:ext uri="{BB962C8B-B14F-4D97-AF65-F5344CB8AC3E}">
        <p14:creationId xmlns:p14="http://schemas.microsoft.com/office/powerpoint/2010/main" val="346525870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a:xfrm>
            <a:off x="406400" y="619125"/>
            <a:ext cx="6048375" cy="3402013"/>
          </a:xfrm>
        </p:spPr>
      </p:sp>
      <p:sp>
        <p:nvSpPr>
          <p:cNvPr id="3" name="Notizenplatzhalter 2"/>
          <p:cNvSpPr>
            <a:spLocks noGrp="1"/>
          </p:cNvSpPr>
          <p:nvPr>
            <p:ph type="body" idx="1"/>
          </p:nvPr>
        </p:nvSpPr>
        <p:spPr/>
        <p:txBody>
          <a:bodyPr/>
          <a:lstStyle/>
          <a:p>
            <a:r>
              <a:rPr lang="en-US"/>
              <a:t>Delete agenda item boxes which are not used.</a:t>
            </a:r>
          </a:p>
        </p:txBody>
      </p:sp>
      <p:sp>
        <p:nvSpPr>
          <p:cNvPr id="4" name="Foliennummernplatzhalter 3"/>
          <p:cNvSpPr>
            <a:spLocks noGrp="1"/>
          </p:cNvSpPr>
          <p:nvPr>
            <p:ph type="sldNum" sz="quarter" idx="5"/>
          </p:nvPr>
        </p:nvSpPr>
        <p:spPr/>
        <p:txBody>
          <a:bodyPr/>
          <a:lstStyle/>
          <a:p>
            <a:r>
              <a:rPr lang="en-US" b="1">
                <a:solidFill>
                  <a:schemeClr val="accent2"/>
                </a:solidFill>
              </a:rPr>
              <a:t>Notes</a:t>
            </a:r>
            <a:r>
              <a:rPr lang="en-US"/>
              <a:t> </a:t>
            </a:r>
            <a:fld id="{E76C657F-0E32-4130-ADDA-66B81138A76A}" type="slidenum">
              <a:rPr lang="en-US" smtClean="0"/>
              <a:pPr/>
              <a:t>6</a:t>
            </a:fld>
            <a:endParaRPr lang="en-US"/>
          </a:p>
        </p:txBody>
      </p:sp>
    </p:spTree>
    <p:extLst>
      <p:ext uri="{BB962C8B-B14F-4D97-AF65-F5344CB8AC3E}">
        <p14:creationId xmlns:p14="http://schemas.microsoft.com/office/powerpoint/2010/main" val="264350722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043F3F-17B0-58B4-2A47-890DF77F8FC2}"/>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8D9EBACD-3173-F839-33B6-87B31E1C29EF}"/>
              </a:ext>
            </a:extLst>
          </p:cNvPr>
          <p:cNvSpPr>
            <a:spLocks noGrp="1" noRot="1" noChangeAspect="1"/>
          </p:cNvSpPr>
          <p:nvPr>
            <p:ph type="sldImg"/>
          </p:nvPr>
        </p:nvSpPr>
        <p:spPr>
          <a:xfrm>
            <a:off x="406400" y="619125"/>
            <a:ext cx="6048375" cy="3402013"/>
          </a:xfrm>
        </p:spPr>
      </p:sp>
      <p:sp>
        <p:nvSpPr>
          <p:cNvPr id="3" name="Notizenplatzhalter 2">
            <a:extLst>
              <a:ext uri="{FF2B5EF4-FFF2-40B4-BE49-F238E27FC236}">
                <a16:creationId xmlns:a16="http://schemas.microsoft.com/office/drawing/2014/main" id="{56D01315-6290-2BDB-A8A5-19260799F288}"/>
              </a:ext>
            </a:extLst>
          </p:cNvPr>
          <p:cNvSpPr>
            <a:spLocks noGrp="1"/>
          </p:cNvSpPr>
          <p:nvPr>
            <p:ph type="body" idx="1"/>
          </p:nvPr>
        </p:nvSpPr>
        <p:spPr/>
        <p:txBody>
          <a:bodyPr/>
          <a:lstStyle/>
          <a:p>
            <a:r>
              <a:rPr lang="en-US"/>
              <a:t>Delete agenda item boxes which are not used.</a:t>
            </a:r>
          </a:p>
        </p:txBody>
      </p:sp>
      <p:sp>
        <p:nvSpPr>
          <p:cNvPr id="4" name="Foliennummernplatzhalter 3">
            <a:extLst>
              <a:ext uri="{FF2B5EF4-FFF2-40B4-BE49-F238E27FC236}">
                <a16:creationId xmlns:a16="http://schemas.microsoft.com/office/drawing/2014/main" id="{2C15EB14-B6FB-AF3E-C3AA-D45884E12930}"/>
              </a:ext>
            </a:extLst>
          </p:cNvPr>
          <p:cNvSpPr>
            <a:spLocks noGrp="1"/>
          </p:cNvSpPr>
          <p:nvPr>
            <p:ph type="sldNum" sz="quarter" idx="5"/>
          </p:nvPr>
        </p:nvSpPr>
        <p:spPr/>
        <p:txBody>
          <a:bodyPr/>
          <a:lstStyle/>
          <a:p>
            <a:r>
              <a:rPr lang="en-US" b="1">
                <a:solidFill>
                  <a:schemeClr val="accent2"/>
                </a:solidFill>
              </a:rPr>
              <a:t>Notes</a:t>
            </a:r>
            <a:r>
              <a:rPr lang="en-US"/>
              <a:t> </a:t>
            </a:r>
            <a:fld id="{E76C657F-0E32-4130-ADDA-66B81138A76A}" type="slidenum">
              <a:rPr lang="en-US" smtClean="0"/>
              <a:pPr/>
              <a:t>7</a:t>
            </a:fld>
            <a:endParaRPr lang="en-US"/>
          </a:p>
        </p:txBody>
      </p:sp>
    </p:spTree>
    <p:extLst>
      <p:ext uri="{BB962C8B-B14F-4D97-AF65-F5344CB8AC3E}">
        <p14:creationId xmlns:p14="http://schemas.microsoft.com/office/powerpoint/2010/main" val="143733166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a:xfrm>
            <a:off x="406400" y="619125"/>
            <a:ext cx="6048375" cy="3402013"/>
          </a:xfrm>
        </p:spPr>
      </p:sp>
      <p:sp>
        <p:nvSpPr>
          <p:cNvPr id="3" name="Notizenplatzhalter 2"/>
          <p:cNvSpPr>
            <a:spLocks noGrp="1"/>
          </p:cNvSpPr>
          <p:nvPr>
            <p:ph type="body" idx="1"/>
          </p:nvPr>
        </p:nvSpPr>
        <p:spPr/>
        <p:txBody>
          <a:bodyPr/>
          <a:lstStyle/>
          <a:p>
            <a:endParaRPr lang="de-DE"/>
          </a:p>
        </p:txBody>
      </p:sp>
      <p:sp>
        <p:nvSpPr>
          <p:cNvPr id="4" name="Foliennummernplatzhalter 3"/>
          <p:cNvSpPr>
            <a:spLocks noGrp="1"/>
          </p:cNvSpPr>
          <p:nvPr>
            <p:ph type="sldNum" sz="quarter" idx="5"/>
          </p:nvPr>
        </p:nvSpPr>
        <p:spPr/>
        <p:txBody>
          <a:bodyPr/>
          <a:lstStyle/>
          <a:p>
            <a:r>
              <a:rPr lang="en-US" b="1">
                <a:solidFill>
                  <a:schemeClr val="accent2"/>
                </a:solidFill>
              </a:rPr>
              <a:t>Notes</a:t>
            </a:r>
            <a:r>
              <a:rPr lang="en-US"/>
              <a:t> </a:t>
            </a:r>
            <a:fld id="{E76C657F-0E32-4130-ADDA-66B81138A76A}" type="slidenum">
              <a:rPr lang="en-US" smtClean="0"/>
              <a:pPr/>
              <a:t>9</a:t>
            </a:fld>
            <a:endParaRPr lang="en-US"/>
          </a:p>
        </p:txBody>
      </p:sp>
    </p:spTree>
    <p:extLst>
      <p:ext uri="{BB962C8B-B14F-4D97-AF65-F5344CB8AC3E}">
        <p14:creationId xmlns:p14="http://schemas.microsoft.com/office/powerpoint/2010/main" val="342762240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5DB466-9A20-C886-97BF-3423726539DF}"/>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1DF5A80B-B691-EC64-1C7A-BFFD30CC0B12}"/>
              </a:ext>
            </a:extLst>
          </p:cNvPr>
          <p:cNvSpPr>
            <a:spLocks noGrp="1" noRot="1" noChangeAspect="1"/>
          </p:cNvSpPr>
          <p:nvPr>
            <p:ph type="sldImg"/>
          </p:nvPr>
        </p:nvSpPr>
        <p:spPr>
          <a:xfrm>
            <a:off x="406400" y="619125"/>
            <a:ext cx="6048375" cy="3402013"/>
          </a:xfrm>
        </p:spPr>
      </p:sp>
      <p:sp>
        <p:nvSpPr>
          <p:cNvPr id="3" name="Notizenplatzhalter 2">
            <a:extLst>
              <a:ext uri="{FF2B5EF4-FFF2-40B4-BE49-F238E27FC236}">
                <a16:creationId xmlns:a16="http://schemas.microsoft.com/office/drawing/2014/main" id="{4156C54B-45ED-BB5F-17A3-F6EC88F94E0F}"/>
              </a:ext>
            </a:extLst>
          </p:cNvPr>
          <p:cNvSpPr>
            <a:spLocks noGrp="1"/>
          </p:cNvSpPr>
          <p:nvPr>
            <p:ph type="body" idx="1"/>
          </p:nvPr>
        </p:nvSpPr>
        <p:spPr/>
        <p:txBody>
          <a:bodyPr/>
          <a:lstStyle/>
          <a:p>
            <a:endParaRPr lang="de-DE"/>
          </a:p>
        </p:txBody>
      </p:sp>
      <p:sp>
        <p:nvSpPr>
          <p:cNvPr id="4" name="Foliennummernplatzhalter 3">
            <a:extLst>
              <a:ext uri="{FF2B5EF4-FFF2-40B4-BE49-F238E27FC236}">
                <a16:creationId xmlns:a16="http://schemas.microsoft.com/office/drawing/2014/main" id="{E192D388-B9D1-9850-0427-C66FF0D0F510}"/>
              </a:ext>
            </a:extLst>
          </p:cNvPr>
          <p:cNvSpPr>
            <a:spLocks noGrp="1"/>
          </p:cNvSpPr>
          <p:nvPr>
            <p:ph type="sldNum" sz="quarter" idx="5"/>
          </p:nvPr>
        </p:nvSpPr>
        <p:spPr/>
        <p:txBody>
          <a:bodyPr/>
          <a:lstStyle/>
          <a:p>
            <a:r>
              <a:rPr lang="en-US" b="1">
                <a:solidFill>
                  <a:schemeClr val="accent2"/>
                </a:solidFill>
              </a:rPr>
              <a:t>Notes</a:t>
            </a:r>
            <a:r>
              <a:rPr lang="en-US"/>
              <a:t> </a:t>
            </a:r>
            <a:fld id="{E76C657F-0E32-4130-ADDA-66B81138A76A}" type="slidenum">
              <a:rPr lang="en-US" smtClean="0"/>
              <a:pPr/>
              <a:t>10</a:t>
            </a:fld>
            <a:endParaRPr lang="en-US"/>
          </a:p>
        </p:txBody>
      </p:sp>
    </p:spTree>
    <p:extLst>
      <p:ext uri="{BB962C8B-B14F-4D97-AF65-F5344CB8AC3E}">
        <p14:creationId xmlns:p14="http://schemas.microsoft.com/office/powerpoint/2010/main" val="66627082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D47D5C-6CDC-C6D2-18D8-D9E7F618A0B4}"/>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E86B213D-9B6B-39DA-06F4-44F972FDD2E6}"/>
              </a:ext>
            </a:extLst>
          </p:cNvPr>
          <p:cNvSpPr>
            <a:spLocks noGrp="1" noRot="1" noChangeAspect="1"/>
          </p:cNvSpPr>
          <p:nvPr>
            <p:ph type="sldImg"/>
          </p:nvPr>
        </p:nvSpPr>
        <p:spPr>
          <a:xfrm>
            <a:off x="406400" y="619125"/>
            <a:ext cx="6048375" cy="3402013"/>
          </a:xfrm>
        </p:spPr>
      </p:sp>
      <p:sp>
        <p:nvSpPr>
          <p:cNvPr id="3" name="Notizenplatzhalter 2">
            <a:extLst>
              <a:ext uri="{FF2B5EF4-FFF2-40B4-BE49-F238E27FC236}">
                <a16:creationId xmlns:a16="http://schemas.microsoft.com/office/drawing/2014/main" id="{582DC2A3-4E6F-40B1-A7B3-05EEA1F6236A}"/>
              </a:ext>
            </a:extLst>
          </p:cNvPr>
          <p:cNvSpPr>
            <a:spLocks noGrp="1"/>
          </p:cNvSpPr>
          <p:nvPr>
            <p:ph type="body" idx="1"/>
          </p:nvPr>
        </p:nvSpPr>
        <p:spPr/>
        <p:txBody>
          <a:bodyPr/>
          <a:lstStyle/>
          <a:p>
            <a:endParaRPr lang="de-DE"/>
          </a:p>
        </p:txBody>
      </p:sp>
      <p:sp>
        <p:nvSpPr>
          <p:cNvPr id="4" name="Foliennummernplatzhalter 3">
            <a:extLst>
              <a:ext uri="{FF2B5EF4-FFF2-40B4-BE49-F238E27FC236}">
                <a16:creationId xmlns:a16="http://schemas.microsoft.com/office/drawing/2014/main" id="{B48DC8E2-8496-98A6-37C1-2019ADF9F790}"/>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50" b="1" i="0" u="none" strike="noStrike" kern="1200" cap="none" spc="0" normalizeH="0" baseline="0" noProof="0">
                <a:ln>
                  <a:noFill/>
                </a:ln>
                <a:solidFill>
                  <a:srgbClr val="00D7A0"/>
                </a:solidFill>
                <a:effectLst/>
                <a:uLnTx/>
                <a:uFillTx/>
                <a:latin typeface="Arial"/>
                <a:ea typeface="+mn-ea"/>
                <a:cs typeface="+mn-cs"/>
              </a:rPr>
              <a:t>Notes</a:t>
            </a:r>
            <a:r>
              <a:rPr kumimoji="0" lang="en-US" sz="1050" b="0" i="0" u="none" strike="noStrike" kern="1200" cap="none" spc="0" normalizeH="0" baseline="0" noProof="0">
                <a:ln>
                  <a:noFill/>
                </a:ln>
                <a:solidFill>
                  <a:srgbClr val="000000"/>
                </a:solidFill>
                <a:effectLst/>
                <a:uLnTx/>
                <a:uFillTx/>
                <a:latin typeface="Arial"/>
                <a:ea typeface="+mn-ea"/>
                <a:cs typeface="+mn-cs"/>
              </a:rPr>
              <a:t> </a:t>
            </a:r>
            <a:fld id="{E76C657F-0E32-4130-ADDA-66B81138A76A}" type="slidenum">
              <a:rPr kumimoji="0" lang="en-US" sz="1050" b="0" i="0" u="none" strike="noStrike" kern="1200" cap="none" spc="0" normalizeH="0" baseline="0" noProof="0" smtClean="0">
                <a:ln>
                  <a:noFill/>
                </a:ln>
                <a:solidFill>
                  <a:srgbClr val="000000"/>
                </a:solidFill>
                <a:effectLst/>
                <a:uLnTx/>
                <a:uFillTx/>
                <a:latin typeface="Arial"/>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14</a:t>
            </a:fld>
            <a:endParaRPr kumimoji="0" lang="en-US" sz="1050" b="0" i="0" u="none" strike="noStrike" kern="1200" cap="none" spc="0" normalizeH="0" baseline="0" noProof="0">
              <a:ln>
                <a:noFill/>
              </a:ln>
              <a:solidFill>
                <a:srgbClr val="000000"/>
              </a:solidFill>
              <a:effectLst/>
              <a:uLnTx/>
              <a:uFillTx/>
              <a:latin typeface="Arial"/>
              <a:ea typeface="+mn-ea"/>
              <a:cs typeface="+mn-cs"/>
            </a:endParaRPr>
          </a:p>
        </p:txBody>
      </p:sp>
    </p:spTree>
    <p:extLst>
      <p:ext uri="{BB962C8B-B14F-4D97-AF65-F5344CB8AC3E}">
        <p14:creationId xmlns:p14="http://schemas.microsoft.com/office/powerpoint/2010/main" val="97025053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726252-4440-D97E-5564-37451F695487}"/>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6CA44F9E-7892-C377-37A2-4E50A06EE6BE}"/>
              </a:ext>
            </a:extLst>
          </p:cNvPr>
          <p:cNvSpPr>
            <a:spLocks noGrp="1" noRot="1" noChangeAspect="1"/>
          </p:cNvSpPr>
          <p:nvPr>
            <p:ph type="sldImg"/>
          </p:nvPr>
        </p:nvSpPr>
        <p:spPr>
          <a:xfrm>
            <a:off x="406400" y="619125"/>
            <a:ext cx="6048375" cy="3402013"/>
          </a:xfrm>
        </p:spPr>
      </p:sp>
      <p:sp>
        <p:nvSpPr>
          <p:cNvPr id="3" name="Notizenplatzhalter 2">
            <a:extLst>
              <a:ext uri="{FF2B5EF4-FFF2-40B4-BE49-F238E27FC236}">
                <a16:creationId xmlns:a16="http://schemas.microsoft.com/office/drawing/2014/main" id="{14C58046-8425-ACEE-52ED-DD4830597568}"/>
              </a:ext>
            </a:extLst>
          </p:cNvPr>
          <p:cNvSpPr>
            <a:spLocks noGrp="1"/>
          </p:cNvSpPr>
          <p:nvPr>
            <p:ph type="body" idx="1"/>
          </p:nvPr>
        </p:nvSpPr>
        <p:spPr/>
        <p:txBody>
          <a:bodyPr/>
          <a:lstStyle/>
          <a:p>
            <a:endParaRPr lang="de-DE"/>
          </a:p>
        </p:txBody>
      </p:sp>
      <p:sp>
        <p:nvSpPr>
          <p:cNvPr id="4" name="Foliennummernplatzhalter 3">
            <a:extLst>
              <a:ext uri="{FF2B5EF4-FFF2-40B4-BE49-F238E27FC236}">
                <a16:creationId xmlns:a16="http://schemas.microsoft.com/office/drawing/2014/main" id="{BC8715FB-A49C-195A-FD51-8899226A99C2}"/>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50" b="1" i="0" u="none" strike="noStrike" kern="1200" cap="none" spc="0" normalizeH="0" baseline="0" noProof="0">
                <a:ln>
                  <a:noFill/>
                </a:ln>
                <a:solidFill>
                  <a:srgbClr val="00D7A0"/>
                </a:solidFill>
                <a:effectLst/>
                <a:uLnTx/>
                <a:uFillTx/>
                <a:latin typeface="Arial"/>
                <a:ea typeface="+mn-ea"/>
                <a:cs typeface="+mn-cs"/>
              </a:rPr>
              <a:t>Notes</a:t>
            </a:r>
            <a:r>
              <a:rPr kumimoji="0" lang="en-US" sz="1050" b="0" i="0" u="none" strike="noStrike" kern="1200" cap="none" spc="0" normalizeH="0" baseline="0" noProof="0">
                <a:ln>
                  <a:noFill/>
                </a:ln>
                <a:solidFill>
                  <a:srgbClr val="000000"/>
                </a:solidFill>
                <a:effectLst/>
                <a:uLnTx/>
                <a:uFillTx/>
                <a:latin typeface="Arial"/>
                <a:ea typeface="+mn-ea"/>
                <a:cs typeface="+mn-cs"/>
              </a:rPr>
              <a:t> </a:t>
            </a:r>
            <a:fld id="{E76C657F-0E32-4130-ADDA-66B81138A76A}" type="slidenum">
              <a:rPr kumimoji="0" lang="en-US" sz="1050" b="0" i="0" u="none" strike="noStrike" kern="1200" cap="none" spc="0" normalizeH="0" baseline="0" noProof="0" smtClean="0">
                <a:ln>
                  <a:noFill/>
                </a:ln>
                <a:solidFill>
                  <a:srgbClr val="000000"/>
                </a:solidFill>
                <a:effectLst/>
                <a:uLnTx/>
                <a:uFillTx/>
                <a:latin typeface="Arial"/>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16</a:t>
            </a:fld>
            <a:endParaRPr kumimoji="0" lang="en-US" sz="1050" b="0" i="0" u="none" strike="noStrike" kern="1200" cap="none" spc="0" normalizeH="0" baseline="0" noProof="0">
              <a:ln>
                <a:noFill/>
              </a:ln>
              <a:solidFill>
                <a:srgbClr val="000000"/>
              </a:solidFill>
              <a:effectLst/>
              <a:uLnTx/>
              <a:uFillTx/>
              <a:latin typeface="Arial"/>
              <a:ea typeface="+mn-ea"/>
              <a:cs typeface="+mn-cs"/>
            </a:endParaRPr>
          </a:p>
        </p:txBody>
      </p:sp>
    </p:spTree>
    <p:extLst>
      <p:ext uri="{BB962C8B-B14F-4D97-AF65-F5344CB8AC3E}">
        <p14:creationId xmlns:p14="http://schemas.microsoft.com/office/powerpoint/2010/main" val="317197273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A60965-A4B3-5995-FFCC-F7330487C66E}"/>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8C2DD76B-D852-1150-175E-FF10C673D3B8}"/>
              </a:ext>
            </a:extLst>
          </p:cNvPr>
          <p:cNvSpPr>
            <a:spLocks noGrp="1" noRot="1" noChangeAspect="1"/>
          </p:cNvSpPr>
          <p:nvPr>
            <p:ph type="sldImg"/>
          </p:nvPr>
        </p:nvSpPr>
        <p:spPr>
          <a:xfrm>
            <a:off x="406400" y="619125"/>
            <a:ext cx="6048375" cy="3402013"/>
          </a:xfrm>
        </p:spPr>
      </p:sp>
      <p:sp>
        <p:nvSpPr>
          <p:cNvPr id="3" name="Notizenplatzhalter 2">
            <a:extLst>
              <a:ext uri="{FF2B5EF4-FFF2-40B4-BE49-F238E27FC236}">
                <a16:creationId xmlns:a16="http://schemas.microsoft.com/office/drawing/2014/main" id="{66C98198-2599-79BD-F238-1C20AF1E6ECC}"/>
              </a:ext>
            </a:extLst>
          </p:cNvPr>
          <p:cNvSpPr>
            <a:spLocks noGrp="1"/>
          </p:cNvSpPr>
          <p:nvPr>
            <p:ph type="body" idx="1"/>
          </p:nvPr>
        </p:nvSpPr>
        <p:spPr/>
        <p:txBody>
          <a:bodyPr/>
          <a:lstStyle/>
          <a:p>
            <a:endParaRPr lang="de-DE"/>
          </a:p>
        </p:txBody>
      </p:sp>
      <p:sp>
        <p:nvSpPr>
          <p:cNvPr id="4" name="Foliennummernplatzhalter 3">
            <a:extLst>
              <a:ext uri="{FF2B5EF4-FFF2-40B4-BE49-F238E27FC236}">
                <a16:creationId xmlns:a16="http://schemas.microsoft.com/office/drawing/2014/main" id="{44537237-D328-B11B-15BD-02D3C8C40D80}"/>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50" b="1" i="0" u="none" strike="noStrike" kern="1200" cap="none" spc="0" normalizeH="0" baseline="0" noProof="0">
                <a:ln>
                  <a:noFill/>
                </a:ln>
                <a:solidFill>
                  <a:srgbClr val="00D7A0"/>
                </a:solidFill>
                <a:effectLst/>
                <a:uLnTx/>
                <a:uFillTx/>
                <a:latin typeface="Arial"/>
                <a:ea typeface="+mn-ea"/>
                <a:cs typeface="+mn-cs"/>
              </a:rPr>
              <a:t>Notes</a:t>
            </a:r>
            <a:r>
              <a:rPr kumimoji="0" lang="en-US" sz="1050" b="0" i="0" u="none" strike="noStrike" kern="1200" cap="none" spc="0" normalizeH="0" baseline="0" noProof="0">
                <a:ln>
                  <a:noFill/>
                </a:ln>
                <a:solidFill>
                  <a:srgbClr val="000000"/>
                </a:solidFill>
                <a:effectLst/>
                <a:uLnTx/>
                <a:uFillTx/>
                <a:latin typeface="Arial"/>
                <a:ea typeface="+mn-ea"/>
                <a:cs typeface="+mn-cs"/>
              </a:rPr>
              <a:t> </a:t>
            </a:r>
            <a:fld id="{E76C657F-0E32-4130-ADDA-66B81138A76A}" type="slidenum">
              <a:rPr kumimoji="0" lang="en-US" sz="1050" b="0" i="0" u="none" strike="noStrike" kern="1200" cap="none" spc="0" normalizeH="0" baseline="0" noProof="0" smtClean="0">
                <a:ln>
                  <a:noFill/>
                </a:ln>
                <a:solidFill>
                  <a:srgbClr val="000000"/>
                </a:solidFill>
                <a:effectLst/>
                <a:uLnTx/>
                <a:uFillTx/>
                <a:latin typeface="Arial"/>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17</a:t>
            </a:fld>
            <a:endParaRPr kumimoji="0" lang="en-US" sz="1050" b="0" i="0" u="none" strike="noStrike" kern="1200" cap="none" spc="0" normalizeH="0" baseline="0" noProof="0">
              <a:ln>
                <a:noFill/>
              </a:ln>
              <a:solidFill>
                <a:srgbClr val="000000"/>
              </a:solidFill>
              <a:effectLst/>
              <a:uLnTx/>
              <a:uFillTx/>
              <a:latin typeface="Arial"/>
              <a:ea typeface="+mn-ea"/>
              <a:cs typeface="+mn-cs"/>
            </a:endParaRPr>
          </a:p>
        </p:txBody>
      </p:sp>
    </p:spTree>
    <p:extLst>
      <p:ext uri="{BB962C8B-B14F-4D97-AF65-F5344CB8AC3E}">
        <p14:creationId xmlns:p14="http://schemas.microsoft.com/office/powerpoint/2010/main" val="190622138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0F585E-6095-863A-6FA5-1F2947079F85}"/>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7E99D91D-204A-CAE1-2BA7-0937276E1EC0}"/>
              </a:ext>
            </a:extLst>
          </p:cNvPr>
          <p:cNvSpPr>
            <a:spLocks noGrp="1" noRot="1" noChangeAspect="1"/>
          </p:cNvSpPr>
          <p:nvPr>
            <p:ph type="sldImg"/>
          </p:nvPr>
        </p:nvSpPr>
        <p:spPr>
          <a:xfrm>
            <a:off x="406400" y="619125"/>
            <a:ext cx="6048375" cy="3402013"/>
          </a:xfrm>
        </p:spPr>
      </p:sp>
      <p:sp>
        <p:nvSpPr>
          <p:cNvPr id="3" name="Notizenplatzhalter 2">
            <a:extLst>
              <a:ext uri="{FF2B5EF4-FFF2-40B4-BE49-F238E27FC236}">
                <a16:creationId xmlns:a16="http://schemas.microsoft.com/office/drawing/2014/main" id="{D26EE6DD-349F-4917-6020-6E560B0F1EBC}"/>
              </a:ext>
            </a:extLst>
          </p:cNvPr>
          <p:cNvSpPr>
            <a:spLocks noGrp="1"/>
          </p:cNvSpPr>
          <p:nvPr>
            <p:ph type="body" idx="1"/>
          </p:nvPr>
        </p:nvSpPr>
        <p:spPr/>
        <p:txBody>
          <a:bodyPr/>
          <a:lstStyle/>
          <a:p>
            <a:endParaRPr lang="de-DE"/>
          </a:p>
        </p:txBody>
      </p:sp>
      <p:sp>
        <p:nvSpPr>
          <p:cNvPr id="4" name="Foliennummernplatzhalter 3">
            <a:extLst>
              <a:ext uri="{FF2B5EF4-FFF2-40B4-BE49-F238E27FC236}">
                <a16:creationId xmlns:a16="http://schemas.microsoft.com/office/drawing/2014/main" id="{0E5267BF-3C01-12A6-B988-0523B13FA594}"/>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50" b="1" i="0" u="none" strike="noStrike" kern="1200" cap="none" spc="0" normalizeH="0" baseline="0" noProof="0">
                <a:ln>
                  <a:noFill/>
                </a:ln>
                <a:solidFill>
                  <a:srgbClr val="00D7A0"/>
                </a:solidFill>
                <a:effectLst/>
                <a:uLnTx/>
                <a:uFillTx/>
                <a:latin typeface="Arial"/>
                <a:ea typeface="+mn-ea"/>
                <a:cs typeface="+mn-cs"/>
              </a:rPr>
              <a:t>Notes</a:t>
            </a:r>
            <a:r>
              <a:rPr kumimoji="0" lang="en-US" sz="1050" b="0" i="0" u="none" strike="noStrike" kern="1200" cap="none" spc="0" normalizeH="0" baseline="0" noProof="0">
                <a:ln>
                  <a:noFill/>
                </a:ln>
                <a:solidFill>
                  <a:srgbClr val="000000"/>
                </a:solidFill>
                <a:effectLst/>
                <a:uLnTx/>
                <a:uFillTx/>
                <a:latin typeface="Arial"/>
                <a:ea typeface="+mn-ea"/>
                <a:cs typeface="+mn-cs"/>
              </a:rPr>
              <a:t> </a:t>
            </a:r>
            <a:fld id="{E76C657F-0E32-4130-ADDA-66B81138A76A}" type="slidenum">
              <a:rPr kumimoji="0" lang="en-US" sz="1050" b="0" i="0" u="none" strike="noStrike" kern="1200" cap="none" spc="0" normalizeH="0" baseline="0" noProof="0" smtClean="0">
                <a:ln>
                  <a:noFill/>
                </a:ln>
                <a:solidFill>
                  <a:srgbClr val="000000"/>
                </a:solidFill>
                <a:effectLst/>
                <a:uLnTx/>
                <a:uFillTx/>
                <a:latin typeface="Arial"/>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18</a:t>
            </a:fld>
            <a:endParaRPr kumimoji="0" lang="en-US" sz="1050" b="0" i="0" u="none" strike="noStrike" kern="1200" cap="none" spc="0" normalizeH="0" baseline="0" noProof="0">
              <a:ln>
                <a:noFill/>
              </a:ln>
              <a:solidFill>
                <a:srgbClr val="000000"/>
              </a:solidFill>
              <a:effectLst/>
              <a:uLnTx/>
              <a:uFillTx/>
              <a:latin typeface="Arial"/>
              <a:ea typeface="+mn-ea"/>
              <a:cs typeface="+mn-cs"/>
            </a:endParaRPr>
          </a:p>
        </p:txBody>
      </p:sp>
    </p:spTree>
    <p:extLst>
      <p:ext uri="{BB962C8B-B14F-4D97-AF65-F5344CB8AC3E}">
        <p14:creationId xmlns:p14="http://schemas.microsoft.com/office/powerpoint/2010/main" val="332556537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B7366F-011A-F2B6-95D8-364D29E3073D}"/>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B70C385C-730B-F9A3-F080-0B443ECBBDEC}"/>
              </a:ext>
            </a:extLst>
          </p:cNvPr>
          <p:cNvSpPr>
            <a:spLocks noGrp="1" noRot="1" noChangeAspect="1"/>
          </p:cNvSpPr>
          <p:nvPr>
            <p:ph type="sldImg"/>
          </p:nvPr>
        </p:nvSpPr>
        <p:spPr>
          <a:xfrm>
            <a:off x="406400" y="619125"/>
            <a:ext cx="6048375" cy="3402013"/>
          </a:xfrm>
        </p:spPr>
      </p:sp>
      <p:sp>
        <p:nvSpPr>
          <p:cNvPr id="3" name="Notizenplatzhalter 2">
            <a:extLst>
              <a:ext uri="{FF2B5EF4-FFF2-40B4-BE49-F238E27FC236}">
                <a16:creationId xmlns:a16="http://schemas.microsoft.com/office/drawing/2014/main" id="{37E78EDC-DA12-9792-EEA4-48F55587FBBF}"/>
              </a:ext>
            </a:extLst>
          </p:cNvPr>
          <p:cNvSpPr>
            <a:spLocks noGrp="1"/>
          </p:cNvSpPr>
          <p:nvPr>
            <p:ph type="body" idx="1"/>
          </p:nvPr>
        </p:nvSpPr>
        <p:spPr/>
        <p:txBody>
          <a:bodyPr/>
          <a:lstStyle/>
          <a:p>
            <a:endParaRPr lang="de-DE"/>
          </a:p>
        </p:txBody>
      </p:sp>
      <p:sp>
        <p:nvSpPr>
          <p:cNvPr id="4" name="Foliennummernplatzhalter 3">
            <a:extLst>
              <a:ext uri="{FF2B5EF4-FFF2-40B4-BE49-F238E27FC236}">
                <a16:creationId xmlns:a16="http://schemas.microsoft.com/office/drawing/2014/main" id="{070085B6-0A31-3A00-D88C-AF3AD2B55362}"/>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50" b="1" i="0" u="none" strike="noStrike" kern="1200" cap="none" spc="0" normalizeH="0" baseline="0" noProof="0">
                <a:ln>
                  <a:noFill/>
                </a:ln>
                <a:solidFill>
                  <a:srgbClr val="00D7A0"/>
                </a:solidFill>
                <a:effectLst/>
                <a:uLnTx/>
                <a:uFillTx/>
                <a:latin typeface="Arial"/>
                <a:ea typeface="+mn-ea"/>
                <a:cs typeface="+mn-cs"/>
              </a:rPr>
              <a:t>Notes</a:t>
            </a:r>
            <a:r>
              <a:rPr kumimoji="0" lang="en-US" sz="1050" b="0" i="0" u="none" strike="noStrike" kern="1200" cap="none" spc="0" normalizeH="0" baseline="0" noProof="0">
                <a:ln>
                  <a:noFill/>
                </a:ln>
                <a:solidFill>
                  <a:srgbClr val="000000"/>
                </a:solidFill>
                <a:effectLst/>
                <a:uLnTx/>
                <a:uFillTx/>
                <a:latin typeface="Arial"/>
                <a:ea typeface="+mn-ea"/>
                <a:cs typeface="+mn-cs"/>
              </a:rPr>
              <a:t> </a:t>
            </a:r>
            <a:fld id="{E76C657F-0E32-4130-ADDA-66B81138A76A}" type="slidenum">
              <a:rPr kumimoji="0" lang="en-US" sz="1050" b="0" i="0" u="none" strike="noStrike" kern="1200" cap="none" spc="0" normalizeH="0" baseline="0" noProof="0" smtClean="0">
                <a:ln>
                  <a:noFill/>
                </a:ln>
                <a:solidFill>
                  <a:srgbClr val="000000"/>
                </a:solidFill>
                <a:effectLst/>
                <a:uLnTx/>
                <a:uFillTx/>
                <a:latin typeface="Arial"/>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19</a:t>
            </a:fld>
            <a:endParaRPr kumimoji="0" lang="en-US" sz="1050" b="0" i="0" u="none" strike="noStrike" kern="1200" cap="none" spc="0" normalizeH="0" baseline="0" noProof="0">
              <a:ln>
                <a:noFill/>
              </a:ln>
              <a:solidFill>
                <a:srgbClr val="000000"/>
              </a:solidFill>
              <a:effectLst/>
              <a:uLnTx/>
              <a:uFillTx/>
              <a:latin typeface="Arial"/>
              <a:ea typeface="+mn-ea"/>
              <a:cs typeface="+mn-cs"/>
            </a:endParaRPr>
          </a:p>
        </p:txBody>
      </p:sp>
    </p:spTree>
    <p:extLst>
      <p:ext uri="{BB962C8B-B14F-4D97-AF65-F5344CB8AC3E}">
        <p14:creationId xmlns:p14="http://schemas.microsoft.com/office/powerpoint/2010/main" val="30719542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3A7942-8AEE-4DAE-84A1-0E9AC4403AED}"/>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07826081-42BE-2765-C877-6D484A2960E6}"/>
              </a:ext>
            </a:extLst>
          </p:cNvPr>
          <p:cNvSpPr>
            <a:spLocks noGrp="1" noRot="1" noChangeAspect="1"/>
          </p:cNvSpPr>
          <p:nvPr>
            <p:ph type="sldImg"/>
          </p:nvPr>
        </p:nvSpPr>
        <p:spPr>
          <a:xfrm>
            <a:off x="406400" y="619125"/>
            <a:ext cx="6048375" cy="3402013"/>
          </a:xfrm>
        </p:spPr>
      </p:sp>
      <p:sp>
        <p:nvSpPr>
          <p:cNvPr id="3" name="Notizenplatzhalter 2">
            <a:extLst>
              <a:ext uri="{FF2B5EF4-FFF2-40B4-BE49-F238E27FC236}">
                <a16:creationId xmlns:a16="http://schemas.microsoft.com/office/drawing/2014/main" id="{3528CCB4-A5BD-5F8E-8CDE-11380312686C}"/>
              </a:ext>
            </a:extLst>
          </p:cNvPr>
          <p:cNvSpPr>
            <a:spLocks noGrp="1"/>
          </p:cNvSpPr>
          <p:nvPr>
            <p:ph type="body" idx="1"/>
          </p:nvPr>
        </p:nvSpPr>
        <p:spPr/>
        <p:txBody>
          <a:bodyPr/>
          <a:lstStyle/>
          <a:p>
            <a:endParaRPr lang="de-DE"/>
          </a:p>
        </p:txBody>
      </p:sp>
      <p:sp>
        <p:nvSpPr>
          <p:cNvPr id="4" name="Foliennummernplatzhalter 3">
            <a:extLst>
              <a:ext uri="{FF2B5EF4-FFF2-40B4-BE49-F238E27FC236}">
                <a16:creationId xmlns:a16="http://schemas.microsoft.com/office/drawing/2014/main" id="{C8A29B71-669C-E7E1-2610-2F587E282BA8}"/>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50" b="1" i="0" u="none" strike="noStrike" kern="1200" cap="none" spc="0" normalizeH="0" baseline="0" noProof="0">
                <a:ln>
                  <a:noFill/>
                </a:ln>
                <a:solidFill>
                  <a:srgbClr val="00D7A0"/>
                </a:solidFill>
                <a:effectLst/>
                <a:uLnTx/>
                <a:uFillTx/>
                <a:latin typeface="Arial"/>
                <a:ea typeface="+mn-ea"/>
                <a:cs typeface="+mn-cs"/>
              </a:rPr>
              <a:t>Notes</a:t>
            </a:r>
            <a:r>
              <a:rPr kumimoji="0" lang="en-US" sz="1050" b="0" i="0" u="none" strike="noStrike" kern="1200" cap="none" spc="0" normalizeH="0" baseline="0" noProof="0">
                <a:ln>
                  <a:noFill/>
                </a:ln>
                <a:solidFill>
                  <a:srgbClr val="000000"/>
                </a:solidFill>
                <a:effectLst/>
                <a:uLnTx/>
                <a:uFillTx/>
                <a:latin typeface="Arial"/>
                <a:ea typeface="+mn-ea"/>
                <a:cs typeface="+mn-cs"/>
              </a:rPr>
              <a:t> </a:t>
            </a:r>
            <a:fld id="{E76C657F-0E32-4130-ADDA-66B81138A76A}" type="slidenum">
              <a:rPr kumimoji="0" lang="en-US" sz="1050" b="0" i="0" u="none" strike="noStrike" kern="1200" cap="none" spc="0" normalizeH="0" baseline="0" noProof="0" smtClean="0">
                <a:ln>
                  <a:noFill/>
                </a:ln>
                <a:solidFill>
                  <a:srgbClr val="000000"/>
                </a:solidFill>
                <a:effectLst/>
                <a:uLnTx/>
                <a:uFillTx/>
                <a:latin typeface="Arial"/>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20</a:t>
            </a:fld>
            <a:endParaRPr kumimoji="0" lang="en-US" sz="1050" b="0" i="0" u="none" strike="noStrike" kern="1200" cap="none" spc="0" normalizeH="0" baseline="0" noProof="0">
              <a:ln>
                <a:noFill/>
              </a:ln>
              <a:solidFill>
                <a:srgbClr val="000000"/>
              </a:solidFill>
              <a:effectLst/>
              <a:uLnTx/>
              <a:uFillTx/>
              <a:latin typeface="Arial"/>
              <a:ea typeface="+mn-ea"/>
              <a:cs typeface="+mn-cs"/>
            </a:endParaRPr>
          </a:p>
        </p:txBody>
      </p:sp>
    </p:spTree>
    <p:extLst>
      <p:ext uri="{BB962C8B-B14F-4D97-AF65-F5344CB8AC3E}">
        <p14:creationId xmlns:p14="http://schemas.microsoft.com/office/powerpoint/2010/main" val="126655954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3F3556-4C72-D346-9148-FED8ED17EBA3}"/>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28903087-64DC-280C-E859-B1F452552C78}"/>
              </a:ext>
            </a:extLst>
          </p:cNvPr>
          <p:cNvSpPr>
            <a:spLocks noGrp="1" noRot="1" noChangeAspect="1"/>
          </p:cNvSpPr>
          <p:nvPr>
            <p:ph type="sldImg"/>
          </p:nvPr>
        </p:nvSpPr>
        <p:spPr>
          <a:xfrm>
            <a:off x="406400" y="619125"/>
            <a:ext cx="6048375" cy="3402013"/>
          </a:xfrm>
        </p:spPr>
      </p:sp>
      <p:sp>
        <p:nvSpPr>
          <p:cNvPr id="3" name="Notizenplatzhalter 2">
            <a:extLst>
              <a:ext uri="{FF2B5EF4-FFF2-40B4-BE49-F238E27FC236}">
                <a16:creationId xmlns:a16="http://schemas.microsoft.com/office/drawing/2014/main" id="{67D89351-B67D-C629-C86C-36D10AB145FB}"/>
              </a:ext>
            </a:extLst>
          </p:cNvPr>
          <p:cNvSpPr>
            <a:spLocks noGrp="1"/>
          </p:cNvSpPr>
          <p:nvPr>
            <p:ph type="body" idx="1"/>
          </p:nvPr>
        </p:nvSpPr>
        <p:spPr/>
        <p:txBody>
          <a:bodyPr/>
          <a:lstStyle/>
          <a:p>
            <a:endParaRPr lang="de-DE"/>
          </a:p>
        </p:txBody>
      </p:sp>
      <p:sp>
        <p:nvSpPr>
          <p:cNvPr id="4" name="Foliennummernplatzhalter 3">
            <a:extLst>
              <a:ext uri="{FF2B5EF4-FFF2-40B4-BE49-F238E27FC236}">
                <a16:creationId xmlns:a16="http://schemas.microsoft.com/office/drawing/2014/main" id="{2F22E704-E854-D334-C537-43DBC539E2F4}"/>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50" b="1" i="0" u="none" strike="noStrike" kern="1200" cap="none" spc="0" normalizeH="0" baseline="0" noProof="0">
                <a:ln>
                  <a:noFill/>
                </a:ln>
                <a:solidFill>
                  <a:srgbClr val="00D7A0"/>
                </a:solidFill>
                <a:effectLst/>
                <a:uLnTx/>
                <a:uFillTx/>
                <a:latin typeface="Arial"/>
                <a:ea typeface="+mn-ea"/>
                <a:cs typeface="+mn-cs"/>
              </a:rPr>
              <a:t>Notes</a:t>
            </a:r>
            <a:r>
              <a:rPr kumimoji="0" lang="en-US" sz="1050" b="0" i="0" u="none" strike="noStrike" kern="1200" cap="none" spc="0" normalizeH="0" baseline="0" noProof="0">
                <a:ln>
                  <a:noFill/>
                </a:ln>
                <a:solidFill>
                  <a:srgbClr val="000000"/>
                </a:solidFill>
                <a:effectLst/>
                <a:uLnTx/>
                <a:uFillTx/>
                <a:latin typeface="Arial"/>
                <a:ea typeface="+mn-ea"/>
                <a:cs typeface="+mn-cs"/>
              </a:rPr>
              <a:t> </a:t>
            </a:r>
            <a:fld id="{E76C657F-0E32-4130-ADDA-66B81138A76A}" type="slidenum">
              <a:rPr kumimoji="0" lang="en-US" sz="1050" b="0" i="0" u="none" strike="noStrike" kern="1200" cap="none" spc="0" normalizeH="0" baseline="0" noProof="0" smtClean="0">
                <a:ln>
                  <a:noFill/>
                </a:ln>
                <a:solidFill>
                  <a:srgbClr val="000000"/>
                </a:solidFill>
                <a:effectLst/>
                <a:uLnTx/>
                <a:uFillTx/>
                <a:latin typeface="Arial"/>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21</a:t>
            </a:fld>
            <a:endParaRPr kumimoji="0" lang="en-US" sz="1050" b="0" i="0" u="none" strike="noStrike" kern="1200" cap="none" spc="0" normalizeH="0" baseline="0" noProof="0">
              <a:ln>
                <a:noFill/>
              </a:ln>
              <a:solidFill>
                <a:srgbClr val="000000"/>
              </a:solidFill>
              <a:effectLst/>
              <a:uLnTx/>
              <a:uFillTx/>
              <a:latin typeface="Arial"/>
              <a:ea typeface="+mn-ea"/>
              <a:cs typeface="+mn-cs"/>
            </a:endParaRPr>
          </a:p>
        </p:txBody>
      </p:sp>
    </p:spTree>
    <p:extLst>
      <p:ext uri="{BB962C8B-B14F-4D97-AF65-F5344CB8AC3E}">
        <p14:creationId xmlns:p14="http://schemas.microsoft.com/office/powerpoint/2010/main" val="284192306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2CF6DA-54A0-9072-5938-6A91DA7DDFD5}"/>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BB8C097A-ED3C-5E09-B1C5-4608F71DBC85}"/>
              </a:ext>
            </a:extLst>
          </p:cNvPr>
          <p:cNvSpPr>
            <a:spLocks noGrp="1" noRot="1" noChangeAspect="1"/>
          </p:cNvSpPr>
          <p:nvPr>
            <p:ph type="sldImg"/>
          </p:nvPr>
        </p:nvSpPr>
        <p:spPr>
          <a:xfrm>
            <a:off x="406400" y="619125"/>
            <a:ext cx="6048375" cy="3402013"/>
          </a:xfrm>
        </p:spPr>
      </p:sp>
      <p:sp>
        <p:nvSpPr>
          <p:cNvPr id="3" name="Notizenplatzhalter 2">
            <a:extLst>
              <a:ext uri="{FF2B5EF4-FFF2-40B4-BE49-F238E27FC236}">
                <a16:creationId xmlns:a16="http://schemas.microsoft.com/office/drawing/2014/main" id="{5191C429-84CF-5B55-A497-D31461CCE517}"/>
              </a:ext>
            </a:extLst>
          </p:cNvPr>
          <p:cNvSpPr>
            <a:spLocks noGrp="1"/>
          </p:cNvSpPr>
          <p:nvPr>
            <p:ph type="body" idx="1"/>
          </p:nvPr>
        </p:nvSpPr>
        <p:spPr/>
        <p:txBody>
          <a:bodyPr/>
          <a:lstStyle/>
          <a:p>
            <a:endParaRPr lang="de-DE"/>
          </a:p>
        </p:txBody>
      </p:sp>
      <p:sp>
        <p:nvSpPr>
          <p:cNvPr id="4" name="Foliennummernplatzhalter 3">
            <a:extLst>
              <a:ext uri="{FF2B5EF4-FFF2-40B4-BE49-F238E27FC236}">
                <a16:creationId xmlns:a16="http://schemas.microsoft.com/office/drawing/2014/main" id="{A5D8B57A-E38A-FF65-029B-5F5E9FBDE43C}"/>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50" b="1" i="0" u="none" strike="noStrike" kern="1200" cap="none" spc="0" normalizeH="0" baseline="0" noProof="0">
                <a:ln>
                  <a:noFill/>
                </a:ln>
                <a:solidFill>
                  <a:srgbClr val="00D7A0"/>
                </a:solidFill>
                <a:effectLst/>
                <a:uLnTx/>
                <a:uFillTx/>
                <a:latin typeface="Arial"/>
                <a:ea typeface="+mn-ea"/>
                <a:cs typeface="+mn-cs"/>
              </a:rPr>
              <a:t>Notes</a:t>
            </a:r>
            <a:r>
              <a:rPr kumimoji="0" lang="en-US" sz="1050" b="0" i="0" u="none" strike="noStrike" kern="1200" cap="none" spc="0" normalizeH="0" baseline="0" noProof="0">
                <a:ln>
                  <a:noFill/>
                </a:ln>
                <a:solidFill>
                  <a:srgbClr val="000000"/>
                </a:solidFill>
                <a:effectLst/>
                <a:uLnTx/>
                <a:uFillTx/>
                <a:latin typeface="Arial"/>
                <a:ea typeface="+mn-ea"/>
                <a:cs typeface="+mn-cs"/>
              </a:rPr>
              <a:t> </a:t>
            </a:r>
            <a:fld id="{E76C657F-0E32-4130-ADDA-66B81138A76A}" type="slidenum">
              <a:rPr kumimoji="0" lang="en-US" sz="1050" b="0" i="0" u="none" strike="noStrike" kern="1200" cap="none" spc="0" normalizeH="0" baseline="0" noProof="0" smtClean="0">
                <a:ln>
                  <a:noFill/>
                </a:ln>
                <a:solidFill>
                  <a:srgbClr val="000000"/>
                </a:solidFill>
                <a:effectLst/>
                <a:uLnTx/>
                <a:uFillTx/>
                <a:latin typeface="Arial"/>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22</a:t>
            </a:fld>
            <a:endParaRPr kumimoji="0" lang="en-US" sz="1050" b="0" i="0" u="none" strike="noStrike" kern="1200" cap="none" spc="0" normalizeH="0" baseline="0" noProof="0">
              <a:ln>
                <a:noFill/>
              </a:ln>
              <a:solidFill>
                <a:srgbClr val="000000"/>
              </a:solidFill>
              <a:effectLst/>
              <a:uLnTx/>
              <a:uFillTx/>
              <a:latin typeface="Arial"/>
              <a:ea typeface="+mn-ea"/>
              <a:cs typeface="+mn-cs"/>
            </a:endParaRPr>
          </a:p>
        </p:txBody>
      </p:sp>
    </p:spTree>
    <p:extLst>
      <p:ext uri="{BB962C8B-B14F-4D97-AF65-F5344CB8AC3E}">
        <p14:creationId xmlns:p14="http://schemas.microsoft.com/office/powerpoint/2010/main" val="259335482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CCE355-0E04-4F59-B000-D6B1015C5803}"/>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796B417B-9B97-D2B6-CD56-08DAC6CB5DE2}"/>
              </a:ext>
            </a:extLst>
          </p:cNvPr>
          <p:cNvSpPr>
            <a:spLocks noGrp="1" noRot="1" noChangeAspect="1"/>
          </p:cNvSpPr>
          <p:nvPr>
            <p:ph type="sldImg"/>
          </p:nvPr>
        </p:nvSpPr>
        <p:spPr>
          <a:xfrm>
            <a:off x="406400" y="619125"/>
            <a:ext cx="6048375" cy="3402013"/>
          </a:xfrm>
        </p:spPr>
      </p:sp>
      <p:sp>
        <p:nvSpPr>
          <p:cNvPr id="3" name="Notizenplatzhalter 2">
            <a:extLst>
              <a:ext uri="{FF2B5EF4-FFF2-40B4-BE49-F238E27FC236}">
                <a16:creationId xmlns:a16="http://schemas.microsoft.com/office/drawing/2014/main" id="{3E912F5F-D722-B061-60BF-4FAB0266F46F}"/>
              </a:ext>
            </a:extLst>
          </p:cNvPr>
          <p:cNvSpPr>
            <a:spLocks noGrp="1"/>
          </p:cNvSpPr>
          <p:nvPr>
            <p:ph type="body" idx="1"/>
          </p:nvPr>
        </p:nvSpPr>
        <p:spPr/>
        <p:txBody>
          <a:bodyPr/>
          <a:lstStyle/>
          <a:p>
            <a:endParaRPr lang="de-DE"/>
          </a:p>
        </p:txBody>
      </p:sp>
      <p:sp>
        <p:nvSpPr>
          <p:cNvPr id="4" name="Foliennummernplatzhalter 3">
            <a:extLst>
              <a:ext uri="{FF2B5EF4-FFF2-40B4-BE49-F238E27FC236}">
                <a16:creationId xmlns:a16="http://schemas.microsoft.com/office/drawing/2014/main" id="{0931FFDF-5147-53FA-075B-56F8345E635F}"/>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50" b="1" i="0" u="none" strike="noStrike" kern="1200" cap="none" spc="0" normalizeH="0" baseline="0" noProof="0">
                <a:ln>
                  <a:noFill/>
                </a:ln>
                <a:solidFill>
                  <a:srgbClr val="00D7A0"/>
                </a:solidFill>
                <a:effectLst/>
                <a:uLnTx/>
                <a:uFillTx/>
                <a:latin typeface="Arial"/>
                <a:ea typeface="+mn-ea"/>
                <a:cs typeface="+mn-cs"/>
              </a:rPr>
              <a:t>Notes</a:t>
            </a:r>
            <a:r>
              <a:rPr kumimoji="0" lang="en-US" sz="1050" b="0" i="0" u="none" strike="noStrike" kern="1200" cap="none" spc="0" normalizeH="0" baseline="0" noProof="0">
                <a:ln>
                  <a:noFill/>
                </a:ln>
                <a:solidFill>
                  <a:srgbClr val="000000"/>
                </a:solidFill>
                <a:effectLst/>
                <a:uLnTx/>
                <a:uFillTx/>
                <a:latin typeface="Arial"/>
                <a:ea typeface="+mn-ea"/>
                <a:cs typeface="+mn-cs"/>
              </a:rPr>
              <a:t> </a:t>
            </a:r>
            <a:fld id="{E76C657F-0E32-4130-ADDA-66B81138A76A}" type="slidenum">
              <a:rPr kumimoji="0" lang="en-US" sz="1050" b="0" i="0" u="none" strike="noStrike" kern="1200" cap="none" spc="0" normalizeH="0" baseline="0" noProof="0" smtClean="0">
                <a:ln>
                  <a:noFill/>
                </a:ln>
                <a:solidFill>
                  <a:srgbClr val="000000"/>
                </a:solidFill>
                <a:effectLst/>
                <a:uLnTx/>
                <a:uFillTx/>
                <a:latin typeface="Arial"/>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23</a:t>
            </a:fld>
            <a:endParaRPr kumimoji="0" lang="en-US" sz="1050" b="0" i="0" u="none" strike="noStrike" kern="1200" cap="none" spc="0" normalizeH="0" baseline="0" noProof="0">
              <a:ln>
                <a:noFill/>
              </a:ln>
              <a:solidFill>
                <a:srgbClr val="000000"/>
              </a:solidFill>
              <a:effectLst/>
              <a:uLnTx/>
              <a:uFillTx/>
              <a:latin typeface="Arial"/>
              <a:ea typeface="+mn-ea"/>
              <a:cs typeface="+mn-cs"/>
            </a:endParaRPr>
          </a:p>
        </p:txBody>
      </p:sp>
    </p:spTree>
    <p:extLst>
      <p:ext uri="{BB962C8B-B14F-4D97-AF65-F5344CB8AC3E}">
        <p14:creationId xmlns:p14="http://schemas.microsoft.com/office/powerpoint/2010/main" val="406938307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6FB648-389A-FE34-F148-E0FF0DDD0213}"/>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AA1BDF86-75B7-7FC3-1B4E-BF31D06A4EE0}"/>
              </a:ext>
            </a:extLst>
          </p:cNvPr>
          <p:cNvSpPr>
            <a:spLocks noGrp="1" noRot="1" noChangeAspect="1"/>
          </p:cNvSpPr>
          <p:nvPr>
            <p:ph type="sldImg"/>
          </p:nvPr>
        </p:nvSpPr>
        <p:spPr>
          <a:xfrm>
            <a:off x="406400" y="619125"/>
            <a:ext cx="6048375" cy="3402013"/>
          </a:xfrm>
        </p:spPr>
      </p:sp>
      <p:sp>
        <p:nvSpPr>
          <p:cNvPr id="3" name="Notizenplatzhalter 2">
            <a:extLst>
              <a:ext uri="{FF2B5EF4-FFF2-40B4-BE49-F238E27FC236}">
                <a16:creationId xmlns:a16="http://schemas.microsoft.com/office/drawing/2014/main" id="{697D1581-5489-6117-5187-C3C9FCCC86A1}"/>
              </a:ext>
            </a:extLst>
          </p:cNvPr>
          <p:cNvSpPr>
            <a:spLocks noGrp="1"/>
          </p:cNvSpPr>
          <p:nvPr>
            <p:ph type="body" idx="1"/>
          </p:nvPr>
        </p:nvSpPr>
        <p:spPr/>
        <p:txBody>
          <a:bodyPr/>
          <a:lstStyle/>
          <a:p>
            <a:endParaRPr lang="de-DE"/>
          </a:p>
        </p:txBody>
      </p:sp>
      <p:sp>
        <p:nvSpPr>
          <p:cNvPr id="4" name="Foliennummernplatzhalter 3">
            <a:extLst>
              <a:ext uri="{FF2B5EF4-FFF2-40B4-BE49-F238E27FC236}">
                <a16:creationId xmlns:a16="http://schemas.microsoft.com/office/drawing/2014/main" id="{765EF5FF-4D3C-A317-4D2C-B2F10258121E}"/>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50" b="1" i="0" u="none" strike="noStrike" kern="1200" cap="none" spc="0" normalizeH="0" baseline="0" noProof="0">
                <a:ln>
                  <a:noFill/>
                </a:ln>
                <a:solidFill>
                  <a:srgbClr val="00D7A0"/>
                </a:solidFill>
                <a:effectLst/>
                <a:uLnTx/>
                <a:uFillTx/>
                <a:latin typeface="Arial"/>
                <a:ea typeface="+mn-ea"/>
                <a:cs typeface="+mn-cs"/>
              </a:rPr>
              <a:t>Notes</a:t>
            </a:r>
            <a:r>
              <a:rPr kumimoji="0" lang="en-US" sz="1050" b="0" i="0" u="none" strike="noStrike" kern="1200" cap="none" spc="0" normalizeH="0" baseline="0" noProof="0">
                <a:ln>
                  <a:noFill/>
                </a:ln>
                <a:solidFill>
                  <a:srgbClr val="000000"/>
                </a:solidFill>
                <a:effectLst/>
                <a:uLnTx/>
                <a:uFillTx/>
                <a:latin typeface="Arial"/>
                <a:ea typeface="+mn-ea"/>
                <a:cs typeface="+mn-cs"/>
              </a:rPr>
              <a:t> </a:t>
            </a:r>
            <a:fld id="{E76C657F-0E32-4130-ADDA-66B81138A76A}" type="slidenum">
              <a:rPr kumimoji="0" lang="en-US" sz="1050" b="0" i="0" u="none" strike="noStrike" kern="1200" cap="none" spc="0" normalizeH="0" baseline="0" noProof="0" smtClean="0">
                <a:ln>
                  <a:noFill/>
                </a:ln>
                <a:solidFill>
                  <a:srgbClr val="000000"/>
                </a:solidFill>
                <a:effectLst/>
                <a:uLnTx/>
                <a:uFillTx/>
                <a:latin typeface="Arial"/>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25</a:t>
            </a:fld>
            <a:endParaRPr kumimoji="0" lang="en-US" sz="1050" b="0" i="0" u="none" strike="noStrike" kern="1200" cap="none" spc="0" normalizeH="0" baseline="0" noProof="0">
              <a:ln>
                <a:noFill/>
              </a:ln>
              <a:solidFill>
                <a:srgbClr val="000000"/>
              </a:solidFill>
              <a:effectLst/>
              <a:uLnTx/>
              <a:uFillTx/>
              <a:latin typeface="Arial"/>
              <a:ea typeface="+mn-ea"/>
              <a:cs typeface="+mn-cs"/>
            </a:endParaRPr>
          </a:p>
        </p:txBody>
      </p:sp>
    </p:spTree>
    <p:extLst>
      <p:ext uri="{BB962C8B-B14F-4D97-AF65-F5344CB8AC3E}">
        <p14:creationId xmlns:p14="http://schemas.microsoft.com/office/powerpoint/2010/main" val="72053337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A9CF45-B01C-3BF1-2B1C-66BB8B40F369}"/>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EEA78A03-A67D-1866-09D9-A13C8B6FB8C0}"/>
              </a:ext>
            </a:extLst>
          </p:cNvPr>
          <p:cNvSpPr>
            <a:spLocks noGrp="1" noRot="1" noChangeAspect="1"/>
          </p:cNvSpPr>
          <p:nvPr>
            <p:ph type="sldImg"/>
          </p:nvPr>
        </p:nvSpPr>
        <p:spPr>
          <a:xfrm>
            <a:off x="406400" y="619125"/>
            <a:ext cx="6048375" cy="3402013"/>
          </a:xfrm>
        </p:spPr>
      </p:sp>
      <p:sp>
        <p:nvSpPr>
          <p:cNvPr id="3" name="Notizenplatzhalter 2">
            <a:extLst>
              <a:ext uri="{FF2B5EF4-FFF2-40B4-BE49-F238E27FC236}">
                <a16:creationId xmlns:a16="http://schemas.microsoft.com/office/drawing/2014/main" id="{8586F741-1BD4-09EE-5041-B1358ECE6383}"/>
              </a:ext>
            </a:extLst>
          </p:cNvPr>
          <p:cNvSpPr>
            <a:spLocks noGrp="1"/>
          </p:cNvSpPr>
          <p:nvPr>
            <p:ph type="body" idx="1"/>
          </p:nvPr>
        </p:nvSpPr>
        <p:spPr/>
        <p:txBody>
          <a:bodyPr/>
          <a:lstStyle/>
          <a:p>
            <a:endParaRPr lang="de-DE"/>
          </a:p>
        </p:txBody>
      </p:sp>
      <p:sp>
        <p:nvSpPr>
          <p:cNvPr id="4" name="Foliennummernplatzhalter 3">
            <a:extLst>
              <a:ext uri="{FF2B5EF4-FFF2-40B4-BE49-F238E27FC236}">
                <a16:creationId xmlns:a16="http://schemas.microsoft.com/office/drawing/2014/main" id="{6BB889DE-96EF-2B0C-8E11-4AF45A3CD6AC}"/>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50" b="1" i="0" u="none" strike="noStrike" kern="1200" cap="none" spc="0" normalizeH="0" baseline="0" noProof="0">
                <a:ln>
                  <a:noFill/>
                </a:ln>
                <a:solidFill>
                  <a:srgbClr val="00D7A0"/>
                </a:solidFill>
                <a:effectLst/>
                <a:uLnTx/>
                <a:uFillTx/>
                <a:latin typeface="Arial"/>
                <a:ea typeface="+mn-ea"/>
                <a:cs typeface="+mn-cs"/>
              </a:rPr>
              <a:t>Notes</a:t>
            </a:r>
            <a:r>
              <a:rPr kumimoji="0" lang="en-US" sz="1050" b="0" i="0" u="none" strike="noStrike" kern="1200" cap="none" spc="0" normalizeH="0" baseline="0" noProof="0">
                <a:ln>
                  <a:noFill/>
                </a:ln>
                <a:solidFill>
                  <a:srgbClr val="000000"/>
                </a:solidFill>
                <a:effectLst/>
                <a:uLnTx/>
                <a:uFillTx/>
                <a:latin typeface="Arial"/>
                <a:ea typeface="+mn-ea"/>
                <a:cs typeface="+mn-cs"/>
              </a:rPr>
              <a:t> </a:t>
            </a:r>
            <a:fld id="{E76C657F-0E32-4130-ADDA-66B81138A76A}" type="slidenum">
              <a:rPr kumimoji="0" lang="en-US" sz="1050" b="0" i="0" u="none" strike="noStrike" kern="1200" cap="none" spc="0" normalizeH="0" baseline="0" noProof="0" smtClean="0">
                <a:ln>
                  <a:noFill/>
                </a:ln>
                <a:solidFill>
                  <a:srgbClr val="000000"/>
                </a:solidFill>
                <a:effectLst/>
                <a:uLnTx/>
                <a:uFillTx/>
                <a:latin typeface="Arial"/>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26</a:t>
            </a:fld>
            <a:endParaRPr kumimoji="0" lang="en-US" sz="1050" b="0" i="0" u="none" strike="noStrike" kern="1200" cap="none" spc="0" normalizeH="0" baseline="0" noProof="0">
              <a:ln>
                <a:noFill/>
              </a:ln>
              <a:solidFill>
                <a:srgbClr val="000000"/>
              </a:solidFill>
              <a:effectLst/>
              <a:uLnTx/>
              <a:uFillTx/>
              <a:latin typeface="Arial"/>
              <a:ea typeface="+mn-ea"/>
              <a:cs typeface="+mn-cs"/>
            </a:endParaRPr>
          </a:p>
        </p:txBody>
      </p:sp>
    </p:spTree>
    <p:extLst>
      <p:ext uri="{BB962C8B-B14F-4D97-AF65-F5344CB8AC3E}">
        <p14:creationId xmlns:p14="http://schemas.microsoft.com/office/powerpoint/2010/main" val="177825227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79C0C2-2DA1-C5DE-4E03-1FFF77F0E16B}"/>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B36A6242-696D-DF53-446E-EDCAA6847B5E}"/>
              </a:ext>
            </a:extLst>
          </p:cNvPr>
          <p:cNvSpPr>
            <a:spLocks noGrp="1" noRot="1" noChangeAspect="1"/>
          </p:cNvSpPr>
          <p:nvPr>
            <p:ph type="sldImg"/>
          </p:nvPr>
        </p:nvSpPr>
        <p:spPr>
          <a:xfrm>
            <a:off x="406400" y="619125"/>
            <a:ext cx="6048375" cy="3402013"/>
          </a:xfrm>
        </p:spPr>
      </p:sp>
      <p:sp>
        <p:nvSpPr>
          <p:cNvPr id="3" name="Notizenplatzhalter 2">
            <a:extLst>
              <a:ext uri="{FF2B5EF4-FFF2-40B4-BE49-F238E27FC236}">
                <a16:creationId xmlns:a16="http://schemas.microsoft.com/office/drawing/2014/main" id="{03150E93-A511-7A79-8483-F976FD318D4A}"/>
              </a:ext>
            </a:extLst>
          </p:cNvPr>
          <p:cNvSpPr>
            <a:spLocks noGrp="1"/>
          </p:cNvSpPr>
          <p:nvPr>
            <p:ph type="body" idx="1"/>
          </p:nvPr>
        </p:nvSpPr>
        <p:spPr/>
        <p:txBody>
          <a:bodyPr/>
          <a:lstStyle/>
          <a:p>
            <a:endParaRPr lang="de-DE"/>
          </a:p>
        </p:txBody>
      </p:sp>
      <p:sp>
        <p:nvSpPr>
          <p:cNvPr id="4" name="Foliennummernplatzhalter 3">
            <a:extLst>
              <a:ext uri="{FF2B5EF4-FFF2-40B4-BE49-F238E27FC236}">
                <a16:creationId xmlns:a16="http://schemas.microsoft.com/office/drawing/2014/main" id="{0F61B3DE-0B8B-FBEB-32FB-29FD7CAEBE96}"/>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50" b="1" i="0" u="none" strike="noStrike" kern="1200" cap="none" spc="0" normalizeH="0" baseline="0" noProof="0">
                <a:ln>
                  <a:noFill/>
                </a:ln>
                <a:solidFill>
                  <a:srgbClr val="00D7A0"/>
                </a:solidFill>
                <a:effectLst/>
                <a:uLnTx/>
                <a:uFillTx/>
                <a:latin typeface="Arial"/>
                <a:ea typeface="+mn-ea"/>
                <a:cs typeface="+mn-cs"/>
              </a:rPr>
              <a:t>Notes</a:t>
            </a:r>
            <a:r>
              <a:rPr kumimoji="0" lang="en-US" sz="1050" b="0" i="0" u="none" strike="noStrike" kern="1200" cap="none" spc="0" normalizeH="0" baseline="0" noProof="0">
                <a:ln>
                  <a:noFill/>
                </a:ln>
                <a:solidFill>
                  <a:srgbClr val="000000"/>
                </a:solidFill>
                <a:effectLst/>
                <a:uLnTx/>
                <a:uFillTx/>
                <a:latin typeface="Arial"/>
                <a:ea typeface="+mn-ea"/>
                <a:cs typeface="+mn-cs"/>
              </a:rPr>
              <a:t> </a:t>
            </a:r>
            <a:fld id="{E76C657F-0E32-4130-ADDA-66B81138A76A}" type="slidenum">
              <a:rPr kumimoji="0" lang="en-US" sz="1050" b="0" i="0" u="none" strike="noStrike" kern="1200" cap="none" spc="0" normalizeH="0" baseline="0" noProof="0" smtClean="0">
                <a:ln>
                  <a:noFill/>
                </a:ln>
                <a:solidFill>
                  <a:srgbClr val="000000"/>
                </a:solidFill>
                <a:effectLst/>
                <a:uLnTx/>
                <a:uFillTx/>
                <a:latin typeface="Arial"/>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27</a:t>
            </a:fld>
            <a:endParaRPr kumimoji="0" lang="en-US" sz="1050" b="0" i="0" u="none" strike="noStrike" kern="1200" cap="none" spc="0" normalizeH="0" baseline="0" noProof="0">
              <a:ln>
                <a:noFill/>
              </a:ln>
              <a:solidFill>
                <a:srgbClr val="000000"/>
              </a:solidFill>
              <a:effectLst/>
              <a:uLnTx/>
              <a:uFillTx/>
              <a:latin typeface="Arial"/>
              <a:ea typeface="+mn-ea"/>
              <a:cs typeface="+mn-cs"/>
            </a:endParaRPr>
          </a:p>
        </p:txBody>
      </p:sp>
    </p:spTree>
    <p:extLst>
      <p:ext uri="{BB962C8B-B14F-4D97-AF65-F5344CB8AC3E}">
        <p14:creationId xmlns:p14="http://schemas.microsoft.com/office/powerpoint/2010/main" val="95206376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19CD91-6BD6-B14B-5BBD-6FF8EFEED5A8}"/>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698358CF-30D9-EDA3-3587-1636E9889A75}"/>
              </a:ext>
            </a:extLst>
          </p:cNvPr>
          <p:cNvSpPr>
            <a:spLocks noGrp="1" noRot="1" noChangeAspect="1"/>
          </p:cNvSpPr>
          <p:nvPr>
            <p:ph type="sldImg"/>
          </p:nvPr>
        </p:nvSpPr>
        <p:spPr>
          <a:xfrm>
            <a:off x="406400" y="619125"/>
            <a:ext cx="6048375" cy="3402013"/>
          </a:xfrm>
        </p:spPr>
      </p:sp>
      <p:sp>
        <p:nvSpPr>
          <p:cNvPr id="3" name="Notizenplatzhalter 2">
            <a:extLst>
              <a:ext uri="{FF2B5EF4-FFF2-40B4-BE49-F238E27FC236}">
                <a16:creationId xmlns:a16="http://schemas.microsoft.com/office/drawing/2014/main" id="{810D80BD-A21B-8E8F-1AA0-8212CDC8A5C2}"/>
              </a:ext>
            </a:extLst>
          </p:cNvPr>
          <p:cNvSpPr>
            <a:spLocks noGrp="1"/>
          </p:cNvSpPr>
          <p:nvPr>
            <p:ph type="body" idx="1"/>
          </p:nvPr>
        </p:nvSpPr>
        <p:spPr/>
        <p:txBody>
          <a:bodyPr/>
          <a:lstStyle/>
          <a:p>
            <a:endParaRPr lang="de-DE"/>
          </a:p>
        </p:txBody>
      </p:sp>
      <p:sp>
        <p:nvSpPr>
          <p:cNvPr id="4" name="Foliennummernplatzhalter 3">
            <a:extLst>
              <a:ext uri="{FF2B5EF4-FFF2-40B4-BE49-F238E27FC236}">
                <a16:creationId xmlns:a16="http://schemas.microsoft.com/office/drawing/2014/main" id="{E9E7DBD1-5C3C-9D83-477B-6B7BC08EE217}"/>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50" b="1" i="0" u="none" strike="noStrike" kern="1200" cap="none" spc="0" normalizeH="0" baseline="0" noProof="0">
                <a:ln>
                  <a:noFill/>
                </a:ln>
                <a:solidFill>
                  <a:srgbClr val="00D7A0"/>
                </a:solidFill>
                <a:effectLst/>
                <a:uLnTx/>
                <a:uFillTx/>
                <a:latin typeface="Arial"/>
                <a:ea typeface="+mn-ea"/>
                <a:cs typeface="+mn-cs"/>
              </a:rPr>
              <a:t>Notes</a:t>
            </a:r>
            <a:r>
              <a:rPr kumimoji="0" lang="en-US" sz="1050" b="0" i="0" u="none" strike="noStrike" kern="1200" cap="none" spc="0" normalizeH="0" baseline="0" noProof="0">
                <a:ln>
                  <a:noFill/>
                </a:ln>
                <a:solidFill>
                  <a:srgbClr val="000000"/>
                </a:solidFill>
                <a:effectLst/>
                <a:uLnTx/>
                <a:uFillTx/>
                <a:latin typeface="Arial"/>
                <a:ea typeface="+mn-ea"/>
                <a:cs typeface="+mn-cs"/>
              </a:rPr>
              <a:t> </a:t>
            </a:r>
            <a:fld id="{E76C657F-0E32-4130-ADDA-66B81138A76A}" type="slidenum">
              <a:rPr kumimoji="0" lang="en-US" sz="1050" b="0" i="0" u="none" strike="noStrike" kern="1200" cap="none" spc="0" normalizeH="0" baseline="0" noProof="0" smtClean="0">
                <a:ln>
                  <a:noFill/>
                </a:ln>
                <a:solidFill>
                  <a:srgbClr val="000000"/>
                </a:solidFill>
                <a:effectLst/>
                <a:uLnTx/>
                <a:uFillTx/>
                <a:latin typeface="Arial"/>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28</a:t>
            </a:fld>
            <a:endParaRPr kumimoji="0" lang="en-US" sz="1050" b="0" i="0" u="none" strike="noStrike" kern="1200" cap="none" spc="0" normalizeH="0" baseline="0" noProof="0">
              <a:ln>
                <a:noFill/>
              </a:ln>
              <a:solidFill>
                <a:srgbClr val="000000"/>
              </a:solidFill>
              <a:effectLst/>
              <a:uLnTx/>
              <a:uFillTx/>
              <a:latin typeface="Arial"/>
              <a:ea typeface="+mn-ea"/>
              <a:cs typeface="+mn-cs"/>
            </a:endParaRPr>
          </a:p>
        </p:txBody>
      </p:sp>
    </p:spTree>
    <p:extLst>
      <p:ext uri="{BB962C8B-B14F-4D97-AF65-F5344CB8AC3E}">
        <p14:creationId xmlns:p14="http://schemas.microsoft.com/office/powerpoint/2010/main" val="1003368632"/>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C7A51F-9CBD-D26D-C341-141DA4C85C47}"/>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441A3F1D-83B1-27A8-A3A2-B6B1B283510E}"/>
              </a:ext>
            </a:extLst>
          </p:cNvPr>
          <p:cNvSpPr>
            <a:spLocks noGrp="1" noRot="1" noChangeAspect="1"/>
          </p:cNvSpPr>
          <p:nvPr>
            <p:ph type="sldImg"/>
          </p:nvPr>
        </p:nvSpPr>
        <p:spPr>
          <a:xfrm>
            <a:off x="406400" y="619125"/>
            <a:ext cx="6048375" cy="3402013"/>
          </a:xfrm>
        </p:spPr>
      </p:sp>
      <p:sp>
        <p:nvSpPr>
          <p:cNvPr id="3" name="Notizenplatzhalter 2">
            <a:extLst>
              <a:ext uri="{FF2B5EF4-FFF2-40B4-BE49-F238E27FC236}">
                <a16:creationId xmlns:a16="http://schemas.microsoft.com/office/drawing/2014/main" id="{40503E2D-C242-1CE4-1F38-CCF9DC33D490}"/>
              </a:ext>
            </a:extLst>
          </p:cNvPr>
          <p:cNvSpPr>
            <a:spLocks noGrp="1"/>
          </p:cNvSpPr>
          <p:nvPr>
            <p:ph type="body" idx="1"/>
          </p:nvPr>
        </p:nvSpPr>
        <p:spPr/>
        <p:txBody>
          <a:bodyPr/>
          <a:lstStyle/>
          <a:p>
            <a:endParaRPr lang="de-DE"/>
          </a:p>
        </p:txBody>
      </p:sp>
      <p:sp>
        <p:nvSpPr>
          <p:cNvPr id="4" name="Foliennummernplatzhalter 3">
            <a:extLst>
              <a:ext uri="{FF2B5EF4-FFF2-40B4-BE49-F238E27FC236}">
                <a16:creationId xmlns:a16="http://schemas.microsoft.com/office/drawing/2014/main" id="{8EDA71E2-D9B4-2962-021B-DF12F6F6CC46}"/>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50" b="1" i="0" u="none" strike="noStrike" kern="1200" cap="none" spc="0" normalizeH="0" baseline="0" noProof="0">
                <a:ln>
                  <a:noFill/>
                </a:ln>
                <a:solidFill>
                  <a:srgbClr val="00D7A0"/>
                </a:solidFill>
                <a:effectLst/>
                <a:uLnTx/>
                <a:uFillTx/>
                <a:latin typeface="Arial"/>
                <a:ea typeface="+mn-ea"/>
                <a:cs typeface="+mn-cs"/>
              </a:rPr>
              <a:t>Notes</a:t>
            </a:r>
            <a:r>
              <a:rPr kumimoji="0" lang="en-US" sz="1050" b="0" i="0" u="none" strike="noStrike" kern="1200" cap="none" spc="0" normalizeH="0" baseline="0" noProof="0">
                <a:ln>
                  <a:noFill/>
                </a:ln>
                <a:solidFill>
                  <a:srgbClr val="000000"/>
                </a:solidFill>
                <a:effectLst/>
                <a:uLnTx/>
                <a:uFillTx/>
                <a:latin typeface="Arial"/>
                <a:ea typeface="+mn-ea"/>
                <a:cs typeface="+mn-cs"/>
              </a:rPr>
              <a:t> </a:t>
            </a:r>
            <a:fld id="{E76C657F-0E32-4130-ADDA-66B81138A76A}" type="slidenum">
              <a:rPr kumimoji="0" lang="en-US" sz="1050" b="0" i="0" u="none" strike="noStrike" kern="1200" cap="none" spc="0" normalizeH="0" baseline="0" noProof="0" smtClean="0">
                <a:ln>
                  <a:noFill/>
                </a:ln>
                <a:solidFill>
                  <a:srgbClr val="000000"/>
                </a:solidFill>
                <a:effectLst/>
                <a:uLnTx/>
                <a:uFillTx/>
                <a:latin typeface="Arial"/>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29</a:t>
            </a:fld>
            <a:endParaRPr kumimoji="0" lang="en-US" sz="1050" b="0" i="0" u="none" strike="noStrike" kern="1200" cap="none" spc="0" normalizeH="0" baseline="0" noProof="0">
              <a:ln>
                <a:noFill/>
              </a:ln>
              <a:solidFill>
                <a:srgbClr val="000000"/>
              </a:solidFill>
              <a:effectLst/>
              <a:uLnTx/>
              <a:uFillTx/>
              <a:latin typeface="Arial"/>
              <a:ea typeface="+mn-ea"/>
              <a:cs typeface="+mn-cs"/>
            </a:endParaRPr>
          </a:p>
        </p:txBody>
      </p:sp>
    </p:spTree>
    <p:extLst>
      <p:ext uri="{BB962C8B-B14F-4D97-AF65-F5344CB8AC3E}">
        <p14:creationId xmlns:p14="http://schemas.microsoft.com/office/powerpoint/2010/main" val="327394464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9CD26C-020D-25D2-8B93-3E9D3D8F23DE}"/>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8C57F964-FCB1-CE79-ED65-944CF054AD14}"/>
              </a:ext>
            </a:extLst>
          </p:cNvPr>
          <p:cNvSpPr>
            <a:spLocks noGrp="1" noRot="1" noChangeAspect="1"/>
          </p:cNvSpPr>
          <p:nvPr>
            <p:ph type="sldImg"/>
          </p:nvPr>
        </p:nvSpPr>
        <p:spPr>
          <a:xfrm>
            <a:off x="406400" y="619125"/>
            <a:ext cx="6048375" cy="3402013"/>
          </a:xfrm>
        </p:spPr>
      </p:sp>
      <p:sp>
        <p:nvSpPr>
          <p:cNvPr id="3" name="Notizenplatzhalter 2">
            <a:extLst>
              <a:ext uri="{FF2B5EF4-FFF2-40B4-BE49-F238E27FC236}">
                <a16:creationId xmlns:a16="http://schemas.microsoft.com/office/drawing/2014/main" id="{E29A0690-D6D6-D63A-0DCC-33EB2FE6BF12}"/>
              </a:ext>
            </a:extLst>
          </p:cNvPr>
          <p:cNvSpPr>
            <a:spLocks noGrp="1"/>
          </p:cNvSpPr>
          <p:nvPr>
            <p:ph type="body" idx="1"/>
          </p:nvPr>
        </p:nvSpPr>
        <p:spPr/>
        <p:txBody>
          <a:bodyPr/>
          <a:lstStyle/>
          <a:p>
            <a:endParaRPr lang="de-DE"/>
          </a:p>
        </p:txBody>
      </p:sp>
      <p:sp>
        <p:nvSpPr>
          <p:cNvPr id="4" name="Foliennummernplatzhalter 3">
            <a:extLst>
              <a:ext uri="{FF2B5EF4-FFF2-40B4-BE49-F238E27FC236}">
                <a16:creationId xmlns:a16="http://schemas.microsoft.com/office/drawing/2014/main" id="{E1FC2BAE-8B41-C87A-E5FC-8E24096404EE}"/>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50" b="1" i="0" u="none" strike="noStrike" kern="1200" cap="none" spc="0" normalizeH="0" baseline="0" noProof="0">
                <a:ln>
                  <a:noFill/>
                </a:ln>
                <a:solidFill>
                  <a:srgbClr val="00D7A0"/>
                </a:solidFill>
                <a:effectLst/>
                <a:uLnTx/>
                <a:uFillTx/>
                <a:latin typeface="Arial"/>
                <a:ea typeface="+mn-ea"/>
                <a:cs typeface="+mn-cs"/>
              </a:rPr>
              <a:t>Notes</a:t>
            </a:r>
            <a:r>
              <a:rPr kumimoji="0" lang="en-US" sz="1050" b="0" i="0" u="none" strike="noStrike" kern="1200" cap="none" spc="0" normalizeH="0" baseline="0" noProof="0">
                <a:ln>
                  <a:noFill/>
                </a:ln>
                <a:solidFill>
                  <a:srgbClr val="000000"/>
                </a:solidFill>
                <a:effectLst/>
                <a:uLnTx/>
                <a:uFillTx/>
                <a:latin typeface="Arial"/>
                <a:ea typeface="+mn-ea"/>
                <a:cs typeface="+mn-cs"/>
              </a:rPr>
              <a:t> </a:t>
            </a:r>
            <a:fld id="{E76C657F-0E32-4130-ADDA-66B81138A76A}" type="slidenum">
              <a:rPr kumimoji="0" lang="en-US" sz="1050" b="0" i="0" u="none" strike="noStrike" kern="1200" cap="none" spc="0" normalizeH="0" baseline="0" noProof="0" smtClean="0">
                <a:ln>
                  <a:noFill/>
                </a:ln>
                <a:solidFill>
                  <a:srgbClr val="000000"/>
                </a:solidFill>
                <a:effectLst/>
                <a:uLnTx/>
                <a:uFillTx/>
                <a:latin typeface="Arial"/>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30</a:t>
            </a:fld>
            <a:endParaRPr kumimoji="0" lang="en-US" sz="1050" b="0" i="0" u="none" strike="noStrike" kern="1200" cap="none" spc="0" normalizeH="0" baseline="0" noProof="0">
              <a:ln>
                <a:noFill/>
              </a:ln>
              <a:solidFill>
                <a:srgbClr val="000000"/>
              </a:solidFill>
              <a:effectLst/>
              <a:uLnTx/>
              <a:uFillTx/>
              <a:latin typeface="Arial"/>
              <a:ea typeface="+mn-ea"/>
              <a:cs typeface="+mn-cs"/>
            </a:endParaRPr>
          </a:p>
        </p:txBody>
      </p:sp>
    </p:spTree>
    <p:extLst>
      <p:ext uri="{BB962C8B-B14F-4D97-AF65-F5344CB8AC3E}">
        <p14:creationId xmlns:p14="http://schemas.microsoft.com/office/powerpoint/2010/main" val="4072023177"/>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312726-847C-17C0-764B-27B47061DA77}"/>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DC22D045-1A80-A80A-9CD9-4DA59B05E4FF}"/>
              </a:ext>
            </a:extLst>
          </p:cNvPr>
          <p:cNvSpPr>
            <a:spLocks noGrp="1" noRot="1" noChangeAspect="1"/>
          </p:cNvSpPr>
          <p:nvPr>
            <p:ph type="sldImg"/>
          </p:nvPr>
        </p:nvSpPr>
        <p:spPr>
          <a:xfrm>
            <a:off x="406400" y="619125"/>
            <a:ext cx="6048375" cy="3402013"/>
          </a:xfrm>
        </p:spPr>
      </p:sp>
      <p:sp>
        <p:nvSpPr>
          <p:cNvPr id="3" name="Notizenplatzhalter 2">
            <a:extLst>
              <a:ext uri="{FF2B5EF4-FFF2-40B4-BE49-F238E27FC236}">
                <a16:creationId xmlns:a16="http://schemas.microsoft.com/office/drawing/2014/main" id="{10E43610-D114-4AAC-A19F-556E1B8E2600}"/>
              </a:ext>
            </a:extLst>
          </p:cNvPr>
          <p:cNvSpPr>
            <a:spLocks noGrp="1"/>
          </p:cNvSpPr>
          <p:nvPr>
            <p:ph type="body" idx="1"/>
          </p:nvPr>
        </p:nvSpPr>
        <p:spPr/>
        <p:txBody>
          <a:bodyPr/>
          <a:lstStyle/>
          <a:p>
            <a:endParaRPr lang="de-DE"/>
          </a:p>
        </p:txBody>
      </p:sp>
      <p:sp>
        <p:nvSpPr>
          <p:cNvPr id="4" name="Foliennummernplatzhalter 3">
            <a:extLst>
              <a:ext uri="{FF2B5EF4-FFF2-40B4-BE49-F238E27FC236}">
                <a16:creationId xmlns:a16="http://schemas.microsoft.com/office/drawing/2014/main" id="{A12FC09C-EB70-C3CB-7462-A81239E633B8}"/>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50" b="1" i="0" u="none" strike="noStrike" kern="1200" cap="none" spc="0" normalizeH="0" baseline="0" noProof="0">
                <a:ln>
                  <a:noFill/>
                </a:ln>
                <a:solidFill>
                  <a:srgbClr val="00D7A0"/>
                </a:solidFill>
                <a:effectLst/>
                <a:uLnTx/>
                <a:uFillTx/>
                <a:latin typeface="Arial"/>
                <a:ea typeface="+mn-ea"/>
                <a:cs typeface="+mn-cs"/>
              </a:rPr>
              <a:t>Notes</a:t>
            </a:r>
            <a:r>
              <a:rPr kumimoji="0" lang="en-US" sz="1050" b="0" i="0" u="none" strike="noStrike" kern="1200" cap="none" spc="0" normalizeH="0" baseline="0" noProof="0">
                <a:ln>
                  <a:noFill/>
                </a:ln>
                <a:solidFill>
                  <a:srgbClr val="000000"/>
                </a:solidFill>
                <a:effectLst/>
                <a:uLnTx/>
                <a:uFillTx/>
                <a:latin typeface="Arial"/>
                <a:ea typeface="+mn-ea"/>
                <a:cs typeface="+mn-cs"/>
              </a:rPr>
              <a:t> </a:t>
            </a:r>
            <a:fld id="{E76C657F-0E32-4130-ADDA-66B81138A76A}" type="slidenum">
              <a:rPr kumimoji="0" lang="en-US" sz="1050" b="0" i="0" u="none" strike="noStrike" kern="1200" cap="none" spc="0" normalizeH="0" baseline="0" noProof="0" smtClean="0">
                <a:ln>
                  <a:noFill/>
                </a:ln>
                <a:solidFill>
                  <a:srgbClr val="000000"/>
                </a:solidFill>
                <a:effectLst/>
                <a:uLnTx/>
                <a:uFillTx/>
                <a:latin typeface="Arial"/>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32</a:t>
            </a:fld>
            <a:endParaRPr kumimoji="0" lang="en-US" sz="1050" b="0" i="0" u="none" strike="noStrike" kern="1200" cap="none" spc="0" normalizeH="0" baseline="0" noProof="0">
              <a:ln>
                <a:noFill/>
              </a:ln>
              <a:solidFill>
                <a:srgbClr val="000000"/>
              </a:solidFill>
              <a:effectLst/>
              <a:uLnTx/>
              <a:uFillTx/>
              <a:latin typeface="Arial"/>
              <a:ea typeface="+mn-ea"/>
              <a:cs typeface="+mn-cs"/>
            </a:endParaRPr>
          </a:p>
        </p:txBody>
      </p:sp>
    </p:spTree>
    <p:extLst>
      <p:ext uri="{BB962C8B-B14F-4D97-AF65-F5344CB8AC3E}">
        <p14:creationId xmlns:p14="http://schemas.microsoft.com/office/powerpoint/2010/main" val="235729335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a:xfrm>
            <a:off x="406400" y="619125"/>
            <a:ext cx="6048375" cy="3402013"/>
          </a:xfrm>
        </p:spPr>
      </p:sp>
      <p:sp>
        <p:nvSpPr>
          <p:cNvPr id="3" name="Notizenplatzhalter 2"/>
          <p:cNvSpPr>
            <a:spLocks noGrp="1"/>
          </p:cNvSpPr>
          <p:nvPr>
            <p:ph type="body" idx="1"/>
          </p:nvPr>
        </p:nvSpPr>
        <p:spPr/>
        <p:txBody>
          <a:bodyPr/>
          <a:lstStyle/>
          <a:p>
            <a:endParaRPr lang="de-DE"/>
          </a:p>
        </p:txBody>
      </p:sp>
      <p:sp>
        <p:nvSpPr>
          <p:cNvPr id="4" name="Foliennummernplatzhalter 3"/>
          <p:cNvSpPr>
            <a:spLocks noGrp="1"/>
          </p:cNvSpPr>
          <p:nvPr>
            <p:ph type="sldNum" sz="quarter" idx="5"/>
          </p:nvPr>
        </p:nvSpPr>
        <p:spPr/>
        <p:txBody>
          <a:bodyPr/>
          <a:lstStyle/>
          <a:p>
            <a:r>
              <a:rPr lang="en-US" b="1">
                <a:solidFill>
                  <a:schemeClr val="accent2"/>
                </a:solidFill>
              </a:rPr>
              <a:t>Notes</a:t>
            </a:r>
            <a:r>
              <a:rPr lang="en-US"/>
              <a:t> </a:t>
            </a:r>
            <a:fld id="{E76C657F-0E32-4130-ADDA-66B81138A76A}" type="slidenum">
              <a:rPr lang="en-US" smtClean="0"/>
              <a:pPr/>
              <a:t>38</a:t>
            </a:fld>
            <a:endParaRPr lang="en-US"/>
          </a:p>
        </p:txBody>
      </p:sp>
    </p:spTree>
    <p:extLst>
      <p:ext uri="{BB962C8B-B14F-4D97-AF65-F5344CB8AC3E}">
        <p14:creationId xmlns:p14="http://schemas.microsoft.com/office/powerpoint/2010/main" val="2773701702"/>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a:xfrm>
            <a:off x="406400" y="619125"/>
            <a:ext cx="6048375" cy="3402013"/>
          </a:xfrm>
        </p:spPr>
      </p:sp>
      <p:sp>
        <p:nvSpPr>
          <p:cNvPr id="3" name="Notizenplatzhalter 2"/>
          <p:cNvSpPr>
            <a:spLocks noGrp="1"/>
          </p:cNvSpPr>
          <p:nvPr>
            <p:ph type="body" idx="1"/>
          </p:nvPr>
        </p:nvSpPr>
        <p:spPr/>
        <p:txBody>
          <a:bodyPr/>
          <a:lstStyle/>
          <a:p>
            <a:endParaRPr lang="de-DE"/>
          </a:p>
        </p:txBody>
      </p:sp>
      <p:sp>
        <p:nvSpPr>
          <p:cNvPr id="4" name="Foliennummernplatzhalter 3"/>
          <p:cNvSpPr>
            <a:spLocks noGrp="1"/>
          </p:cNvSpPr>
          <p:nvPr>
            <p:ph type="sldNum" sz="quarter" idx="5"/>
          </p:nvPr>
        </p:nvSpPr>
        <p:spPr/>
        <p:txBody>
          <a:bodyPr/>
          <a:lstStyle/>
          <a:p>
            <a:r>
              <a:rPr lang="en-US" b="1">
                <a:solidFill>
                  <a:schemeClr val="accent2"/>
                </a:solidFill>
              </a:rPr>
              <a:t>Notes</a:t>
            </a:r>
            <a:r>
              <a:rPr lang="en-US"/>
              <a:t> </a:t>
            </a:r>
            <a:fld id="{E76C657F-0E32-4130-ADDA-66B81138A76A}" type="slidenum">
              <a:rPr lang="en-US" smtClean="0"/>
              <a:pPr/>
              <a:t>39</a:t>
            </a:fld>
            <a:endParaRPr lang="en-US"/>
          </a:p>
        </p:txBody>
      </p:sp>
    </p:spTree>
    <p:extLst>
      <p:ext uri="{BB962C8B-B14F-4D97-AF65-F5344CB8AC3E}">
        <p14:creationId xmlns:p14="http://schemas.microsoft.com/office/powerpoint/2010/main" val="2323671046"/>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1FC83D-5609-2118-8B71-407ED9E6DE05}"/>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7942363F-A022-D958-0825-B44AD4B51578}"/>
              </a:ext>
            </a:extLst>
          </p:cNvPr>
          <p:cNvSpPr>
            <a:spLocks noGrp="1" noRot="1" noChangeAspect="1"/>
          </p:cNvSpPr>
          <p:nvPr>
            <p:ph type="sldImg"/>
          </p:nvPr>
        </p:nvSpPr>
        <p:spPr>
          <a:xfrm>
            <a:off x="406400" y="619125"/>
            <a:ext cx="6048375" cy="3402013"/>
          </a:xfrm>
        </p:spPr>
      </p:sp>
      <p:sp>
        <p:nvSpPr>
          <p:cNvPr id="3" name="Notizenplatzhalter 2">
            <a:extLst>
              <a:ext uri="{FF2B5EF4-FFF2-40B4-BE49-F238E27FC236}">
                <a16:creationId xmlns:a16="http://schemas.microsoft.com/office/drawing/2014/main" id="{047AAD67-A3D9-E88A-5668-75D1E2150DB6}"/>
              </a:ext>
            </a:extLst>
          </p:cNvPr>
          <p:cNvSpPr>
            <a:spLocks noGrp="1"/>
          </p:cNvSpPr>
          <p:nvPr>
            <p:ph type="body" idx="1"/>
          </p:nvPr>
        </p:nvSpPr>
        <p:spPr/>
        <p:txBody>
          <a:bodyPr/>
          <a:lstStyle/>
          <a:p>
            <a:endParaRPr lang="de-DE"/>
          </a:p>
        </p:txBody>
      </p:sp>
      <p:sp>
        <p:nvSpPr>
          <p:cNvPr id="4" name="Foliennummernplatzhalter 3">
            <a:extLst>
              <a:ext uri="{FF2B5EF4-FFF2-40B4-BE49-F238E27FC236}">
                <a16:creationId xmlns:a16="http://schemas.microsoft.com/office/drawing/2014/main" id="{D468DE2F-F226-06A3-1444-C8A6BB22DFD0}"/>
              </a:ext>
            </a:extLst>
          </p:cNvPr>
          <p:cNvSpPr>
            <a:spLocks noGrp="1"/>
          </p:cNvSpPr>
          <p:nvPr>
            <p:ph type="sldNum" sz="quarter" idx="5"/>
          </p:nvPr>
        </p:nvSpPr>
        <p:spPr/>
        <p:txBody>
          <a:bodyPr/>
          <a:lstStyle/>
          <a:p>
            <a:r>
              <a:rPr lang="en-US" b="1">
                <a:solidFill>
                  <a:schemeClr val="accent2"/>
                </a:solidFill>
              </a:rPr>
              <a:t>Notes</a:t>
            </a:r>
            <a:r>
              <a:rPr lang="en-US"/>
              <a:t> </a:t>
            </a:r>
            <a:fld id="{E76C657F-0E32-4130-ADDA-66B81138A76A}" type="slidenum">
              <a:rPr lang="en-US" smtClean="0"/>
              <a:pPr/>
              <a:t>40</a:t>
            </a:fld>
            <a:endParaRPr lang="en-US"/>
          </a:p>
        </p:txBody>
      </p:sp>
    </p:spTree>
    <p:extLst>
      <p:ext uri="{BB962C8B-B14F-4D97-AF65-F5344CB8AC3E}">
        <p14:creationId xmlns:p14="http://schemas.microsoft.com/office/powerpoint/2010/main" val="3943793432"/>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F7AE45-79EA-99F1-3156-81A4BBB23BED}"/>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998C9B40-EDE1-E945-3A0A-C857C3ED6A77}"/>
              </a:ext>
            </a:extLst>
          </p:cNvPr>
          <p:cNvSpPr>
            <a:spLocks noGrp="1" noRot="1" noChangeAspect="1"/>
          </p:cNvSpPr>
          <p:nvPr>
            <p:ph type="sldImg"/>
          </p:nvPr>
        </p:nvSpPr>
        <p:spPr>
          <a:xfrm>
            <a:off x="406400" y="619125"/>
            <a:ext cx="6048375" cy="3402013"/>
          </a:xfrm>
        </p:spPr>
      </p:sp>
      <p:sp>
        <p:nvSpPr>
          <p:cNvPr id="3" name="Notizenplatzhalter 2">
            <a:extLst>
              <a:ext uri="{FF2B5EF4-FFF2-40B4-BE49-F238E27FC236}">
                <a16:creationId xmlns:a16="http://schemas.microsoft.com/office/drawing/2014/main" id="{ED2D71AA-4E0A-D0D4-7DDF-4245A5B2105F}"/>
              </a:ext>
            </a:extLst>
          </p:cNvPr>
          <p:cNvSpPr>
            <a:spLocks noGrp="1"/>
          </p:cNvSpPr>
          <p:nvPr>
            <p:ph type="body" idx="1"/>
          </p:nvPr>
        </p:nvSpPr>
        <p:spPr/>
        <p:txBody>
          <a:bodyPr/>
          <a:lstStyle/>
          <a:p>
            <a:endParaRPr lang="de-DE"/>
          </a:p>
        </p:txBody>
      </p:sp>
      <p:sp>
        <p:nvSpPr>
          <p:cNvPr id="4" name="Foliennummernplatzhalter 3">
            <a:extLst>
              <a:ext uri="{FF2B5EF4-FFF2-40B4-BE49-F238E27FC236}">
                <a16:creationId xmlns:a16="http://schemas.microsoft.com/office/drawing/2014/main" id="{7098B636-74BB-1522-BA1F-CD30C445D682}"/>
              </a:ext>
            </a:extLst>
          </p:cNvPr>
          <p:cNvSpPr>
            <a:spLocks noGrp="1"/>
          </p:cNvSpPr>
          <p:nvPr>
            <p:ph type="sldNum" sz="quarter" idx="5"/>
          </p:nvPr>
        </p:nvSpPr>
        <p:spPr/>
        <p:txBody>
          <a:bodyPr/>
          <a:lstStyle/>
          <a:p>
            <a:r>
              <a:rPr lang="en-US" b="1">
                <a:solidFill>
                  <a:schemeClr val="accent2"/>
                </a:solidFill>
              </a:rPr>
              <a:t>Notes</a:t>
            </a:r>
            <a:r>
              <a:rPr lang="en-US"/>
              <a:t> </a:t>
            </a:r>
            <a:fld id="{E76C657F-0E32-4130-ADDA-66B81138A76A}" type="slidenum">
              <a:rPr lang="en-US" smtClean="0"/>
              <a:pPr/>
              <a:t>41</a:t>
            </a:fld>
            <a:endParaRPr lang="en-US"/>
          </a:p>
        </p:txBody>
      </p:sp>
    </p:spTree>
    <p:extLst>
      <p:ext uri="{BB962C8B-B14F-4D97-AF65-F5344CB8AC3E}">
        <p14:creationId xmlns:p14="http://schemas.microsoft.com/office/powerpoint/2010/main" val="2040888369"/>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BEF7AF-87B2-63B7-F3B1-027BCD0D5237}"/>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066579CA-58CE-711E-7DC8-90FE999B5423}"/>
              </a:ext>
            </a:extLst>
          </p:cNvPr>
          <p:cNvSpPr>
            <a:spLocks noGrp="1" noRot="1" noChangeAspect="1"/>
          </p:cNvSpPr>
          <p:nvPr>
            <p:ph type="sldImg"/>
          </p:nvPr>
        </p:nvSpPr>
        <p:spPr>
          <a:xfrm>
            <a:off x="406400" y="619125"/>
            <a:ext cx="6048375" cy="3402013"/>
          </a:xfrm>
        </p:spPr>
      </p:sp>
      <p:sp>
        <p:nvSpPr>
          <p:cNvPr id="3" name="Notizenplatzhalter 2">
            <a:extLst>
              <a:ext uri="{FF2B5EF4-FFF2-40B4-BE49-F238E27FC236}">
                <a16:creationId xmlns:a16="http://schemas.microsoft.com/office/drawing/2014/main" id="{B2228943-4290-4E1C-4B6F-1E076C744FE3}"/>
              </a:ext>
            </a:extLst>
          </p:cNvPr>
          <p:cNvSpPr>
            <a:spLocks noGrp="1"/>
          </p:cNvSpPr>
          <p:nvPr>
            <p:ph type="body" idx="1"/>
          </p:nvPr>
        </p:nvSpPr>
        <p:spPr/>
        <p:txBody>
          <a:bodyPr/>
          <a:lstStyle/>
          <a:p>
            <a:endParaRPr lang="de-DE"/>
          </a:p>
        </p:txBody>
      </p:sp>
      <p:sp>
        <p:nvSpPr>
          <p:cNvPr id="4" name="Foliennummernplatzhalter 3">
            <a:extLst>
              <a:ext uri="{FF2B5EF4-FFF2-40B4-BE49-F238E27FC236}">
                <a16:creationId xmlns:a16="http://schemas.microsoft.com/office/drawing/2014/main" id="{7ABADEC9-70A9-FF52-79A7-40E35C2E5098}"/>
              </a:ext>
            </a:extLst>
          </p:cNvPr>
          <p:cNvSpPr>
            <a:spLocks noGrp="1"/>
          </p:cNvSpPr>
          <p:nvPr>
            <p:ph type="sldNum" sz="quarter" idx="5"/>
          </p:nvPr>
        </p:nvSpPr>
        <p:spPr/>
        <p:txBody>
          <a:bodyPr/>
          <a:lstStyle/>
          <a:p>
            <a:r>
              <a:rPr lang="en-US" b="1">
                <a:solidFill>
                  <a:schemeClr val="accent2"/>
                </a:solidFill>
              </a:rPr>
              <a:t>Notes</a:t>
            </a:r>
            <a:r>
              <a:rPr lang="en-US"/>
              <a:t> </a:t>
            </a:r>
            <a:fld id="{E76C657F-0E32-4130-ADDA-66B81138A76A}" type="slidenum">
              <a:rPr lang="en-US" smtClean="0"/>
              <a:pPr/>
              <a:t>42</a:t>
            </a:fld>
            <a:endParaRPr lang="en-US"/>
          </a:p>
        </p:txBody>
      </p:sp>
    </p:spTree>
    <p:extLst>
      <p:ext uri="{BB962C8B-B14F-4D97-AF65-F5344CB8AC3E}">
        <p14:creationId xmlns:p14="http://schemas.microsoft.com/office/powerpoint/2010/main" val="1526557848"/>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B0F966-1D8E-FF4E-3A53-ABE22DE9C812}"/>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8FFA2917-24A1-D084-32BB-1AAA8195851F}"/>
              </a:ext>
            </a:extLst>
          </p:cNvPr>
          <p:cNvSpPr>
            <a:spLocks noGrp="1" noRot="1" noChangeAspect="1"/>
          </p:cNvSpPr>
          <p:nvPr>
            <p:ph type="sldImg"/>
          </p:nvPr>
        </p:nvSpPr>
        <p:spPr>
          <a:xfrm>
            <a:off x="406400" y="619125"/>
            <a:ext cx="6048375" cy="3402013"/>
          </a:xfrm>
        </p:spPr>
      </p:sp>
      <p:sp>
        <p:nvSpPr>
          <p:cNvPr id="3" name="Notizenplatzhalter 2">
            <a:extLst>
              <a:ext uri="{FF2B5EF4-FFF2-40B4-BE49-F238E27FC236}">
                <a16:creationId xmlns:a16="http://schemas.microsoft.com/office/drawing/2014/main" id="{FA0ACFCD-84FB-1B04-43A3-DDA551BCBC3D}"/>
              </a:ext>
            </a:extLst>
          </p:cNvPr>
          <p:cNvSpPr>
            <a:spLocks noGrp="1"/>
          </p:cNvSpPr>
          <p:nvPr>
            <p:ph type="body" idx="1"/>
          </p:nvPr>
        </p:nvSpPr>
        <p:spPr/>
        <p:txBody>
          <a:bodyPr/>
          <a:lstStyle/>
          <a:p>
            <a:endParaRPr lang="de-DE"/>
          </a:p>
        </p:txBody>
      </p:sp>
      <p:sp>
        <p:nvSpPr>
          <p:cNvPr id="4" name="Foliennummernplatzhalter 3">
            <a:extLst>
              <a:ext uri="{FF2B5EF4-FFF2-40B4-BE49-F238E27FC236}">
                <a16:creationId xmlns:a16="http://schemas.microsoft.com/office/drawing/2014/main" id="{595EEBC9-A4AE-72A8-BC5B-D93B00B0CE6E}"/>
              </a:ext>
            </a:extLst>
          </p:cNvPr>
          <p:cNvSpPr>
            <a:spLocks noGrp="1"/>
          </p:cNvSpPr>
          <p:nvPr>
            <p:ph type="sldNum" sz="quarter" idx="5"/>
          </p:nvPr>
        </p:nvSpPr>
        <p:spPr/>
        <p:txBody>
          <a:bodyPr/>
          <a:lstStyle/>
          <a:p>
            <a:r>
              <a:rPr lang="en-US" b="1">
                <a:solidFill>
                  <a:schemeClr val="accent2"/>
                </a:solidFill>
              </a:rPr>
              <a:t>Notes</a:t>
            </a:r>
            <a:r>
              <a:rPr lang="en-US"/>
              <a:t> </a:t>
            </a:r>
            <a:fld id="{E76C657F-0E32-4130-ADDA-66B81138A76A}" type="slidenum">
              <a:rPr lang="en-US" smtClean="0"/>
              <a:pPr/>
              <a:t>43</a:t>
            </a:fld>
            <a:endParaRPr lang="en-US"/>
          </a:p>
        </p:txBody>
      </p:sp>
    </p:spTree>
    <p:extLst>
      <p:ext uri="{BB962C8B-B14F-4D97-AF65-F5344CB8AC3E}">
        <p14:creationId xmlns:p14="http://schemas.microsoft.com/office/powerpoint/2010/main" val="2872464128"/>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54C10A-8D27-EE76-7C0D-2CA561FC6D45}"/>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85592F9B-D1EC-4B37-B25F-3758452EC020}"/>
              </a:ext>
            </a:extLst>
          </p:cNvPr>
          <p:cNvSpPr>
            <a:spLocks noGrp="1" noRot="1" noChangeAspect="1"/>
          </p:cNvSpPr>
          <p:nvPr>
            <p:ph type="sldImg"/>
          </p:nvPr>
        </p:nvSpPr>
        <p:spPr>
          <a:xfrm>
            <a:off x="406400" y="619125"/>
            <a:ext cx="6048375" cy="3402013"/>
          </a:xfrm>
        </p:spPr>
      </p:sp>
      <p:sp>
        <p:nvSpPr>
          <p:cNvPr id="3" name="Notizenplatzhalter 2">
            <a:extLst>
              <a:ext uri="{FF2B5EF4-FFF2-40B4-BE49-F238E27FC236}">
                <a16:creationId xmlns:a16="http://schemas.microsoft.com/office/drawing/2014/main" id="{809B9675-1B85-5E4E-3D8C-91A2B1E57A76}"/>
              </a:ext>
            </a:extLst>
          </p:cNvPr>
          <p:cNvSpPr>
            <a:spLocks noGrp="1"/>
          </p:cNvSpPr>
          <p:nvPr>
            <p:ph type="body" idx="1"/>
          </p:nvPr>
        </p:nvSpPr>
        <p:spPr/>
        <p:txBody>
          <a:bodyPr/>
          <a:lstStyle/>
          <a:p>
            <a:endParaRPr lang="de-DE"/>
          </a:p>
        </p:txBody>
      </p:sp>
      <p:sp>
        <p:nvSpPr>
          <p:cNvPr id="4" name="Foliennummernplatzhalter 3">
            <a:extLst>
              <a:ext uri="{FF2B5EF4-FFF2-40B4-BE49-F238E27FC236}">
                <a16:creationId xmlns:a16="http://schemas.microsoft.com/office/drawing/2014/main" id="{E48C2E68-5A8C-3E7E-20D6-320D068408CB}"/>
              </a:ext>
            </a:extLst>
          </p:cNvPr>
          <p:cNvSpPr>
            <a:spLocks noGrp="1"/>
          </p:cNvSpPr>
          <p:nvPr>
            <p:ph type="sldNum" sz="quarter" idx="5"/>
          </p:nvPr>
        </p:nvSpPr>
        <p:spPr/>
        <p:txBody>
          <a:bodyPr/>
          <a:lstStyle/>
          <a:p>
            <a:r>
              <a:rPr lang="en-US" b="1">
                <a:solidFill>
                  <a:schemeClr val="accent2"/>
                </a:solidFill>
              </a:rPr>
              <a:t>Notes</a:t>
            </a:r>
            <a:r>
              <a:rPr lang="en-US"/>
              <a:t> </a:t>
            </a:r>
            <a:fld id="{E76C657F-0E32-4130-ADDA-66B81138A76A}" type="slidenum">
              <a:rPr lang="en-US" smtClean="0"/>
              <a:pPr/>
              <a:t>44</a:t>
            </a:fld>
            <a:endParaRPr lang="en-US"/>
          </a:p>
        </p:txBody>
      </p:sp>
    </p:spTree>
    <p:extLst>
      <p:ext uri="{BB962C8B-B14F-4D97-AF65-F5344CB8AC3E}">
        <p14:creationId xmlns:p14="http://schemas.microsoft.com/office/powerpoint/2010/main" val="824214558"/>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F85650-D731-2895-7F78-7D06BAE902C9}"/>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2F3C3AD6-94AC-9655-23A4-181D5302EC8B}"/>
              </a:ext>
            </a:extLst>
          </p:cNvPr>
          <p:cNvSpPr>
            <a:spLocks noGrp="1" noRot="1" noChangeAspect="1"/>
          </p:cNvSpPr>
          <p:nvPr>
            <p:ph type="sldImg"/>
          </p:nvPr>
        </p:nvSpPr>
        <p:spPr>
          <a:xfrm>
            <a:off x="406400" y="619125"/>
            <a:ext cx="6048375" cy="3402013"/>
          </a:xfrm>
        </p:spPr>
      </p:sp>
      <p:sp>
        <p:nvSpPr>
          <p:cNvPr id="3" name="Notizenplatzhalter 2">
            <a:extLst>
              <a:ext uri="{FF2B5EF4-FFF2-40B4-BE49-F238E27FC236}">
                <a16:creationId xmlns:a16="http://schemas.microsoft.com/office/drawing/2014/main" id="{528862D6-454D-8C4B-B348-4BEDD251020F}"/>
              </a:ext>
            </a:extLst>
          </p:cNvPr>
          <p:cNvSpPr>
            <a:spLocks noGrp="1"/>
          </p:cNvSpPr>
          <p:nvPr>
            <p:ph type="body" idx="1"/>
          </p:nvPr>
        </p:nvSpPr>
        <p:spPr/>
        <p:txBody>
          <a:bodyPr/>
          <a:lstStyle/>
          <a:p>
            <a:endParaRPr lang="de-DE"/>
          </a:p>
        </p:txBody>
      </p:sp>
      <p:sp>
        <p:nvSpPr>
          <p:cNvPr id="4" name="Foliennummernplatzhalter 3">
            <a:extLst>
              <a:ext uri="{FF2B5EF4-FFF2-40B4-BE49-F238E27FC236}">
                <a16:creationId xmlns:a16="http://schemas.microsoft.com/office/drawing/2014/main" id="{1B5FDDA2-D16C-1009-D407-BAC9729E1134}"/>
              </a:ext>
            </a:extLst>
          </p:cNvPr>
          <p:cNvSpPr>
            <a:spLocks noGrp="1"/>
          </p:cNvSpPr>
          <p:nvPr>
            <p:ph type="sldNum" sz="quarter" idx="5"/>
          </p:nvPr>
        </p:nvSpPr>
        <p:spPr/>
        <p:txBody>
          <a:bodyPr/>
          <a:lstStyle/>
          <a:p>
            <a:r>
              <a:rPr lang="en-US" b="1">
                <a:solidFill>
                  <a:schemeClr val="accent2"/>
                </a:solidFill>
              </a:rPr>
              <a:t>Notes</a:t>
            </a:r>
            <a:r>
              <a:rPr lang="en-US"/>
              <a:t> </a:t>
            </a:r>
            <a:fld id="{E76C657F-0E32-4130-ADDA-66B81138A76A}" type="slidenum">
              <a:rPr lang="en-US" smtClean="0"/>
              <a:pPr/>
              <a:t>45</a:t>
            </a:fld>
            <a:endParaRPr lang="en-US"/>
          </a:p>
        </p:txBody>
      </p:sp>
    </p:spTree>
    <p:extLst>
      <p:ext uri="{BB962C8B-B14F-4D97-AF65-F5344CB8AC3E}">
        <p14:creationId xmlns:p14="http://schemas.microsoft.com/office/powerpoint/2010/main" val="3647842563"/>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A29971-AB4F-133E-A98C-B1705F339659}"/>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38009BFB-B1EE-84F0-615D-25A56F69999A}"/>
              </a:ext>
            </a:extLst>
          </p:cNvPr>
          <p:cNvSpPr>
            <a:spLocks noGrp="1" noRot="1" noChangeAspect="1"/>
          </p:cNvSpPr>
          <p:nvPr>
            <p:ph type="sldImg"/>
          </p:nvPr>
        </p:nvSpPr>
        <p:spPr>
          <a:xfrm>
            <a:off x="406400" y="619125"/>
            <a:ext cx="6048375" cy="3402013"/>
          </a:xfrm>
        </p:spPr>
      </p:sp>
      <p:sp>
        <p:nvSpPr>
          <p:cNvPr id="3" name="Notizenplatzhalter 2">
            <a:extLst>
              <a:ext uri="{FF2B5EF4-FFF2-40B4-BE49-F238E27FC236}">
                <a16:creationId xmlns:a16="http://schemas.microsoft.com/office/drawing/2014/main" id="{097173D8-BCBB-4DEE-56EA-E9A337E37090}"/>
              </a:ext>
            </a:extLst>
          </p:cNvPr>
          <p:cNvSpPr>
            <a:spLocks noGrp="1"/>
          </p:cNvSpPr>
          <p:nvPr>
            <p:ph type="body" idx="1"/>
          </p:nvPr>
        </p:nvSpPr>
        <p:spPr/>
        <p:txBody>
          <a:bodyPr/>
          <a:lstStyle/>
          <a:p>
            <a:endParaRPr lang="de-DE"/>
          </a:p>
        </p:txBody>
      </p:sp>
      <p:sp>
        <p:nvSpPr>
          <p:cNvPr id="4" name="Foliennummernplatzhalter 3">
            <a:extLst>
              <a:ext uri="{FF2B5EF4-FFF2-40B4-BE49-F238E27FC236}">
                <a16:creationId xmlns:a16="http://schemas.microsoft.com/office/drawing/2014/main" id="{30E26F4E-3CA7-3653-C556-5F4D6A61B086}"/>
              </a:ext>
            </a:extLst>
          </p:cNvPr>
          <p:cNvSpPr>
            <a:spLocks noGrp="1"/>
          </p:cNvSpPr>
          <p:nvPr>
            <p:ph type="sldNum" sz="quarter" idx="5"/>
          </p:nvPr>
        </p:nvSpPr>
        <p:spPr/>
        <p:txBody>
          <a:bodyPr/>
          <a:lstStyle/>
          <a:p>
            <a:r>
              <a:rPr lang="en-US" b="1">
                <a:solidFill>
                  <a:schemeClr val="accent2"/>
                </a:solidFill>
              </a:rPr>
              <a:t>Notes</a:t>
            </a:r>
            <a:r>
              <a:rPr lang="en-US"/>
              <a:t> </a:t>
            </a:r>
            <a:fld id="{E76C657F-0E32-4130-ADDA-66B81138A76A}" type="slidenum">
              <a:rPr lang="en-US" smtClean="0"/>
              <a:pPr/>
              <a:t>46</a:t>
            </a:fld>
            <a:endParaRPr lang="en-US"/>
          </a:p>
        </p:txBody>
      </p:sp>
    </p:spTree>
    <p:extLst>
      <p:ext uri="{BB962C8B-B14F-4D97-AF65-F5344CB8AC3E}">
        <p14:creationId xmlns:p14="http://schemas.microsoft.com/office/powerpoint/2010/main" val="162796035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43B2C9-D9F8-BC76-4366-BC8E62E52DA4}"/>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C3E49C24-24C2-F5D8-3CCC-0C15C3A79B8E}"/>
              </a:ext>
            </a:extLst>
          </p:cNvPr>
          <p:cNvSpPr>
            <a:spLocks noGrp="1" noRot="1" noChangeAspect="1"/>
          </p:cNvSpPr>
          <p:nvPr>
            <p:ph type="sldImg"/>
          </p:nvPr>
        </p:nvSpPr>
        <p:spPr>
          <a:xfrm>
            <a:off x="406400" y="619125"/>
            <a:ext cx="6048375" cy="3402013"/>
          </a:xfrm>
        </p:spPr>
      </p:sp>
      <p:sp>
        <p:nvSpPr>
          <p:cNvPr id="3" name="Notizenplatzhalter 2">
            <a:extLst>
              <a:ext uri="{FF2B5EF4-FFF2-40B4-BE49-F238E27FC236}">
                <a16:creationId xmlns:a16="http://schemas.microsoft.com/office/drawing/2014/main" id="{CC8E2727-E3D6-4DD2-8F72-7A6C52984E7F}"/>
              </a:ext>
            </a:extLst>
          </p:cNvPr>
          <p:cNvSpPr>
            <a:spLocks noGrp="1"/>
          </p:cNvSpPr>
          <p:nvPr>
            <p:ph type="body" idx="1"/>
          </p:nvPr>
        </p:nvSpPr>
        <p:spPr/>
        <p:txBody>
          <a:bodyPr/>
          <a:lstStyle/>
          <a:p>
            <a:endParaRPr lang="de-DE"/>
          </a:p>
        </p:txBody>
      </p:sp>
      <p:sp>
        <p:nvSpPr>
          <p:cNvPr id="4" name="Foliennummernplatzhalter 3">
            <a:extLst>
              <a:ext uri="{FF2B5EF4-FFF2-40B4-BE49-F238E27FC236}">
                <a16:creationId xmlns:a16="http://schemas.microsoft.com/office/drawing/2014/main" id="{FE1BCD7F-F2BE-7B59-B40F-0159DC14F3E5}"/>
              </a:ext>
            </a:extLst>
          </p:cNvPr>
          <p:cNvSpPr>
            <a:spLocks noGrp="1"/>
          </p:cNvSpPr>
          <p:nvPr>
            <p:ph type="sldNum" sz="quarter" idx="5"/>
          </p:nvPr>
        </p:nvSpPr>
        <p:spPr/>
        <p:txBody>
          <a:bodyPr/>
          <a:lstStyle/>
          <a:p>
            <a:r>
              <a:rPr lang="en-US" b="1">
                <a:solidFill>
                  <a:schemeClr val="accent2"/>
                </a:solidFill>
              </a:rPr>
              <a:t>Notes</a:t>
            </a:r>
            <a:r>
              <a:rPr lang="en-US"/>
              <a:t> </a:t>
            </a:r>
            <a:fld id="{E76C657F-0E32-4130-ADDA-66B81138A76A}" type="slidenum">
              <a:rPr lang="en-US" smtClean="0"/>
              <a:pPr/>
              <a:t>47</a:t>
            </a:fld>
            <a:endParaRPr lang="en-US"/>
          </a:p>
        </p:txBody>
      </p:sp>
    </p:spTree>
    <p:extLst>
      <p:ext uri="{BB962C8B-B14F-4D97-AF65-F5344CB8AC3E}">
        <p14:creationId xmlns:p14="http://schemas.microsoft.com/office/powerpoint/2010/main" val="3114373927"/>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7A6536-DD29-4731-F84B-30AC7B30E9A5}"/>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40853A7B-B944-FE49-6059-654C439F34CC}"/>
              </a:ext>
            </a:extLst>
          </p:cNvPr>
          <p:cNvSpPr>
            <a:spLocks noGrp="1" noRot="1" noChangeAspect="1"/>
          </p:cNvSpPr>
          <p:nvPr>
            <p:ph type="sldImg"/>
          </p:nvPr>
        </p:nvSpPr>
        <p:spPr>
          <a:xfrm>
            <a:off x="406400" y="619125"/>
            <a:ext cx="6048375" cy="3402013"/>
          </a:xfrm>
        </p:spPr>
      </p:sp>
      <p:sp>
        <p:nvSpPr>
          <p:cNvPr id="3" name="Notizenplatzhalter 2">
            <a:extLst>
              <a:ext uri="{FF2B5EF4-FFF2-40B4-BE49-F238E27FC236}">
                <a16:creationId xmlns:a16="http://schemas.microsoft.com/office/drawing/2014/main" id="{96951A30-F94A-EE25-72FB-9260516DB2B9}"/>
              </a:ext>
            </a:extLst>
          </p:cNvPr>
          <p:cNvSpPr>
            <a:spLocks noGrp="1"/>
          </p:cNvSpPr>
          <p:nvPr>
            <p:ph type="body" idx="1"/>
          </p:nvPr>
        </p:nvSpPr>
        <p:spPr/>
        <p:txBody>
          <a:bodyPr/>
          <a:lstStyle/>
          <a:p>
            <a:endParaRPr lang="de-DE"/>
          </a:p>
        </p:txBody>
      </p:sp>
      <p:sp>
        <p:nvSpPr>
          <p:cNvPr id="4" name="Foliennummernplatzhalter 3">
            <a:extLst>
              <a:ext uri="{FF2B5EF4-FFF2-40B4-BE49-F238E27FC236}">
                <a16:creationId xmlns:a16="http://schemas.microsoft.com/office/drawing/2014/main" id="{BD806871-BE86-A4F2-5996-F22CC99EE020}"/>
              </a:ext>
            </a:extLst>
          </p:cNvPr>
          <p:cNvSpPr>
            <a:spLocks noGrp="1"/>
          </p:cNvSpPr>
          <p:nvPr>
            <p:ph type="sldNum" sz="quarter" idx="5"/>
          </p:nvPr>
        </p:nvSpPr>
        <p:spPr/>
        <p:txBody>
          <a:bodyPr/>
          <a:lstStyle/>
          <a:p>
            <a:r>
              <a:rPr lang="en-US" b="1">
                <a:solidFill>
                  <a:schemeClr val="accent2"/>
                </a:solidFill>
              </a:rPr>
              <a:t>Notes</a:t>
            </a:r>
            <a:r>
              <a:rPr lang="en-US"/>
              <a:t> </a:t>
            </a:r>
            <a:fld id="{E76C657F-0E32-4130-ADDA-66B81138A76A}" type="slidenum">
              <a:rPr lang="en-US" smtClean="0"/>
              <a:pPr/>
              <a:t>48</a:t>
            </a:fld>
            <a:endParaRPr lang="en-US"/>
          </a:p>
        </p:txBody>
      </p:sp>
    </p:spTree>
    <p:extLst>
      <p:ext uri="{BB962C8B-B14F-4D97-AF65-F5344CB8AC3E}">
        <p14:creationId xmlns:p14="http://schemas.microsoft.com/office/powerpoint/2010/main" val="48865123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74EB18-5AF7-8239-D6D7-EE983F95C994}"/>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A68DA46D-5F0F-4A68-CFE8-D3B6B3623EF8}"/>
              </a:ext>
            </a:extLst>
          </p:cNvPr>
          <p:cNvSpPr>
            <a:spLocks noGrp="1" noRot="1" noChangeAspect="1"/>
          </p:cNvSpPr>
          <p:nvPr>
            <p:ph type="sldImg"/>
          </p:nvPr>
        </p:nvSpPr>
        <p:spPr>
          <a:xfrm>
            <a:off x="406400" y="619125"/>
            <a:ext cx="6048375" cy="3402013"/>
          </a:xfrm>
        </p:spPr>
      </p:sp>
      <p:sp>
        <p:nvSpPr>
          <p:cNvPr id="3" name="Notizenplatzhalter 2">
            <a:extLst>
              <a:ext uri="{FF2B5EF4-FFF2-40B4-BE49-F238E27FC236}">
                <a16:creationId xmlns:a16="http://schemas.microsoft.com/office/drawing/2014/main" id="{22A37784-51F7-FB0D-3C0C-0A7066BE5F48}"/>
              </a:ext>
            </a:extLst>
          </p:cNvPr>
          <p:cNvSpPr>
            <a:spLocks noGrp="1"/>
          </p:cNvSpPr>
          <p:nvPr>
            <p:ph type="body" idx="1"/>
          </p:nvPr>
        </p:nvSpPr>
        <p:spPr/>
        <p:txBody>
          <a:bodyPr/>
          <a:lstStyle/>
          <a:p>
            <a:endParaRPr lang="de-DE"/>
          </a:p>
        </p:txBody>
      </p:sp>
      <p:sp>
        <p:nvSpPr>
          <p:cNvPr id="4" name="Foliennummernplatzhalter 3">
            <a:extLst>
              <a:ext uri="{FF2B5EF4-FFF2-40B4-BE49-F238E27FC236}">
                <a16:creationId xmlns:a16="http://schemas.microsoft.com/office/drawing/2014/main" id="{20186411-BCF8-2957-90AC-6CAEDD6F67A1}"/>
              </a:ext>
            </a:extLst>
          </p:cNvPr>
          <p:cNvSpPr>
            <a:spLocks noGrp="1"/>
          </p:cNvSpPr>
          <p:nvPr>
            <p:ph type="sldNum" sz="quarter" idx="5"/>
          </p:nvPr>
        </p:nvSpPr>
        <p:spPr/>
        <p:txBody>
          <a:bodyPr/>
          <a:lstStyle/>
          <a:p>
            <a:r>
              <a:rPr lang="en-US" b="1">
                <a:solidFill>
                  <a:schemeClr val="accent2"/>
                </a:solidFill>
              </a:rPr>
              <a:t>Notes</a:t>
            </a:r>
            <a:r>
              <a:rPr lang="en-US"/>
              <a:t> </a:t>
            </a:r>
            <a:fld id="{E76C657F-0E32-4130-ADDA-66B81138A76A}" type="slidenum">
              <a:rPr lang="en-US" smtClean="0"/>
              <a:pPr/>
              <a:t>49</a:t>
            </a:fld>
            <a:endParaRPr lang="en-US"/>
          </a:p>
        </p:txBody>
      </p:sp>
    </p:spTree>
    <p:extLst>
      <p:ext uri="{BB962C8B-B14F-4D97-AF65-F5344CB8AC3E}">
        <p14:creationId xmlns:p14="http://schemas.microsoft.com/office/powerpoint/2010/main" val="2269348844"/>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EEC9B1-410E-3530-AF23-A36AC5F3BFBF}"/>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B601313E-1B96-30BA-41A3-2F555E5187B9}"/>
              </a:ext>
            </a:extLst>
          </p:cNvPr>
          <p:cNvSpPr>
            <a:spLocks noGrp="1" noRot="1" noChangeAspect="1"/>
          </p:cNvSpPr>
          <p:nvPr>
            <p:ph type="sldImg"/>
          </p:nvPr>
        </p:nvSpPr>
        <p:spPr>
          <a:xfrm>
            <a:off x="406400" y="619125"/>
            <a:ext cx="6048375" cy="3402013"/>
          </a:xfrm>
        </p:spPr>
      </p:sp>
      <p:sp>
        <p:nvSpPr>
          <p:cNvPr id="3" name="Notizenplatzhalter 2">
            <a:extLst>
              <a:ext uri="{FF2B5EF4-FFF2-40B4-BE49-F238E27FC236}">
                <a16:creationId xmlns:a16="http://schemas.microsoft.com/office/drawing/2014/main" id="{2CC2A7FD-0AED-3C7F-239A-CE901165AAEE}"/>
              </a:ext>
            </a:extLst>
          </p:cNvPr>
          <p:cNvSpPr>
            <a:spLocks noGrp="1"/>
          </p:cNvSpPr>
          <p:nvPr>
            <p:ph type="body" idx="1"/>
          </p:nvPr>
        </p:nvSpPr>
        <p:spPr/>
        <p:txBody>
          <a:bodyPr/>
          <a:lstStyle/>
          <a:p>
            <a:endParaRPr lang="de-DE"/>
          </a:p>
        </p:txBody>
      </p:sp>
      <p:sp>
        <p:nvSpPr>
          <p:cNvPr id="4" name="Foliennummernplatzhalter 3">
            <a:extLst>
              <a:ext uri="{FF2B5EF4-FFF2-40B4-BE49-F238E27FC236}">
                <a16:creationId xmlns:a16="http://schemas.microsoft.com/office/drawing/2014/main" id="{FF6C3548-23AE-585C-F0AA-A3C30EB042FD}"/>
              </a:ext>
            </a:extLst>
          </p:cNvPr>
          <p:cNvSpPr>
            <a:spLocks noGrp="1"/>
          </p:cNvSpPr>
          <p:nvPr>
            <p:ph type="sldNum" sz="quarter" idx="5"/>
          </p:nvPr>
        </p:nvSpPr>
        <p:spPr/>
        <p:txBody>
          <a:bodyPr/>
          <a:lstStyle/>
          <a:p>
            <a:r>
              <a:rPr lang="en-US" b="1">
                <a:solidFill>
                  <a:schemeClr val="accent2"/>
                </a:solidFill>
              </a:rPr>
              <a:t>Notes</a:t>
            </a:r>
            <a:r>
              <a:rPr lang="en-US"/>
              <a:t> </a:t>
            </a:r>
            <a:fld id="{E76C657F-0E32-4130-ADDA-66B81138A76A}" type="slidenum">
              <a:rPr lang="en-US" smtClean="0"/>
              <a:pPr/>
              <a:t>50</a:t>
            </a:fld>
            <a:endParaRPr lang="en-US"/>
          </a:p>
        </p:txBody>
      </p:sp>
    </p:spTree>
    <p:extLst>
      <p:ext uri="{BB962C8B-B14F-4D97-AF65-F5344CB8AC3E}">
        <p14:creationId xmlns:p14="http://schemas.microsoft.com/office/powerpoint/2010/main" val="2488892902"/>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E2734E-938F-4F25-9AC8-6096A5A36103}"/>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2D69A575-4B27-0A04-BC1F-B6CBA6D538BD}"/>
              </a:ext>
            </a:extLst>
          </p:cNvPr>
          <p:cNvSpPr>
            <a:spLocks noGrp="1" noRot="1" noChangeAspect="1"/>
          </p:cNvSpPr>
          <p:nvPr>
            <p:ph type="sldImg"/>
          </p:nvPr>
        </p:nvSpPr>
        <p:spPr>
          <a:xfrm>
            <a:off x="406400" y="619125"/>
            <a:ext cx="6048375" cy="3402013"/>
          </a:xfrm>
        </p:spPr>
      </p:sp>
      <p:sp>
        <p:nvSpPr>
          <p:cNvPr id="3" name="Notizenplatzhalter 2">
            <a:extLst>
              <a:ext uri="{FF2B5EF4-FFF2-40B4-BE49-F238E27FC236}">
                <a16:creationId xmlns:a16="http://schemas.microsoft.com/office/drawing/2014/main" id="{EE018B30-2222-E10F-9E4D-A37C1F04DB01}"/>
              </a:ext>
            </a:extLst>
          </p:cNvPr>
          <p:cNvSpPr>
            <a:spLocks noGrp="1"/>
          </p:cNvSpPr>
          <p:nvPr>
            <p:ph type="body" idx="1"/>
          </p:nvPr>
        </p:nvSpPr>
        <p:spPr/>
        <p:txBody>
          <a:bodyPr/>
          <a:lstStyle/>
          <a:p>
            <a:endParaRPr lang="de-DE"/>
          </a:p>
        </p:txBody>
      </p:sp>
      <p:sp>
        <p:nvSpPr>
          <p:cNvPr id="4" name="Foliennummernplatzhalter 3">
            <a:extLst>
              <a:ext uri="{FF2B5EF4-FFF2-40B4-BE49-F238E27FC236}">
                <a16:creationId xmlns:a16="http://schemas.microsoft.com/office/drawing/2014/main" id="{32212F33-8EFD-31BC-58A4-D7B69BAC119A}"/>
              </a:ext>
            </a:extLst>
          </p:cNvPr>
          <p:cNvSpPr>
            <a:spLocks noGrp="1"/>
          </p:cNvSpPr>
          <p:nvPr>
            <p:ph type="sldNum" sz="quarter" idx="5"/>
          </p:nvPr>
        </p:nvSpPr>
        <p:spPr/>
        <p:txBody>
          <a:bodyPr/>
          <a:lstStyle/>
          <a:p>
            <a:r>
              <a:rPr lang="en-US" b="1">
                <a:solidFill>
                  <a:schemeClr val="accent2"/>
                </a:solidFill>
              </a:rPr>
              <a:t>Notes</a:t>
            </a:r>
            <a:r>
              <a:rPr lang="en-US"/>
              <a:t> </a:t>
            </a:r>
            <a:fld id="{E76C657F-0E32-4130-ADDA-66B81138A76A}" type="slidenum">
              <a:rPr lang="en-US" smtClean="0"/>
              <a:pPr/>
              <a:t>51</a:t>
            </a:fld>
            <a:endParaRPr lang="en-US"/>
          </a:p>
        </p:txBody>
      </p:sp>
    </p:spTree>
    <p:extLst>
      <p:ext uri="{BB962C8B-B14F-4D97-AF65-F5344CB8AC3E}">
        <p14:creationId xmlns:p14="http://schemas.microsoft.com/office/powerpoint/2010/main" val="125231104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9C3941-ED3B-657E-57F4-A26A1A9891AF}"/>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FB58F388-FC89-9DFD-52E4-2639FB51852B}"/>
              </a:ext>
            </a:extLst>
          </p:cNvPr>
          <p:cNvSpPr>
            <a:spLocks noGrp="1" noRot="1" noChangeAspect="1"/>
          </p:cNvSpPr>
          <p:nvPr>
            <p:ph type="sldImg"/>
          </p:nvPr>
        </p:nvSpPr>
        <p:spPr>
          <a:xfrm>
            <a:off x="406400" y="619125"/>
            <a:ext cx="6048375" cy="3402013"/>
          </a:xfrm>
        </p:spPr>
      </p:sp>
      <p:sp>
        <p:nvSpPr>
          <p:cNvPr id="3" name="Notizenplatzhalter 2">
            <a:extLst>
              <a:ext uri="{FF2B5EF4-FFF2-40B4-BE49-F238E27FC236}">
                <a16:creationId xmlns:a16="http://schemas.microsoft.com/office/drawing/2014/main" id="{7657FCF8-D8DA-2CDC-51AF-3B3C31338C2D}"/>
              </a:ext>
            </a:extLst>
          </p:cNvPr>
          <p:cNvSpPr>
            <a:spLocks noGrp="1"/>
          </p:cNvSpPr>
          <p:nvPr>
            <p:ph type="body" idx="1"/>
          </p:nvPr>
        </p:nvSpPr>
        <p:spPr/>
        <p:txBody>
          <a:bodyPr/>
          <a:lstStyle/>
          <a:p>
            <a:endParaRPr lang="de-DE"/>
          </a:p>
        </p:txBody>
      </p:sp>
      <p:sp>
        <p:nvSpPr>
          <p:cNvPr id="4" name="Foliennummernplatzhalter 3">
            <a:extLst>
              <a:ext uri="{FF2B5EF4-FFF2-40B4-BE49-F238E27FC236}">
                <a16:creationId xmlns:a16="http://schemas.microsoft.com/office/drawing/2014/main" id="{5055C31A-DBC8-F011-09C9-78EBA56BA5D7}"/>
              </a:ext>
            </a:extLst>
          </p:cNvPr>
          <p:cNvSpPr>
            <a:spLocks noGrp="1"/>
          </p:cNvSpPr>
          <p:nvPr>
            <p:ph type="sldNum" sz="quarter" idx="5"/>
          </p:nvPr>
        </p:nvSpPr>
        <p:spPr/>
        <p:txBody>
          <a:bodyPr/>
          <a:lstStyle/>
          <a:p>
            <a:r>
              <a:rPr lang="en-US" b="1">
                <a:solidFill>
                  <a:schemeClr val="accent2"/>
                </a:solidFill>
              </a:rPr>
              <a:t>Notes</a:t>
            </a:r>
            <a:r>
              <a:rPr lang="en-US"/>
              <a:t> </a:t>
            </a:r>
            <a:fld id="{E76C657F-0E32-4130-ADDA-66B81138A76A}" type="slidenum">
              <a:rPr lang="en-US" smtClean="0"/>
              <a:pPr/>
              <a:t>52</a:t>
            </a:fld>
            <a:endParaRPr lang="en-US"/>
          </a:p>
        </p:txBody>
      </p:sp>
    </p:spTree>
    <p:extLst>
      <p:ext uri="{BB962C8B-B14F-4D97-AF65-F5344CB8AC3E}">
        <p14:creationId xmlns:p14="http://schemas.microsoft.com/office/powerpoint/2010/main" val="1173670399"/>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30648F-DFE1-DC30-2221-3FEF52602DEE}"/>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D5A1989D-796A-B99C-406E-36E141746F8D}"/>
              </a:ext>
            </a:extLst>
          </p:cNvPr>
          <p:cNvSpPr>
            <a:spLocks noGrp="1" noRot="1" noChangeAspect="1"/>
          </p:cNvSpPr>
          <p:nvPr>
            <p:ph type="sldImg"/>
          </p:nvPr>
        </p:nvSpPr>
        <p:spPr>
          <a:xfrm>
            <a:off x="406400" y="619125"/>
            <a:ext cx="6048375" cy="3402013"/>
          </a:xfrm>
        </p:spPr>
      </p:sp>
      <p:sp>
        <p:nvSpPr>
          <p:cNvPr id="3" name="Notizenplatzhalter 2">
            <a:extLst>
              <a:ext uri="{FF2B5EF4-FFF2-40B4-BE49-F238E27FC236}">
                <a16:creationId xmlns:a16="http://schemas.microsoft.com/office/drawing/2014/main" id="{E35A50B4-4801-325E-3750-4C3A19ED369F}"/>
              </a:ext>
            </a:extLst>
          </p:cNvPr>
          <p:cNvSpPr>
            <a:spLocks noGrp="1"/>
          </p:cNvSpPr>
          <p:nvPr>
            <p:ph type="body" idx="1"/>
          </p:nvPr>
        </p:nvSpPr>
        <p:spPr/>
        <p:txBody>
          <a:bodyPr/>
          <a:lstStyle/>
          <a:p>
            <a:endParaRPr lang="de-DE"/>
          </a:p>
        </p:txBody>
      </p:sp>
      <p:sp>
        <p:nvSpPr>
          <p:cNvPr id="4" name="Foliennummernplatzhalter 3">
            <a:extLst>
              <a:ext uri="{FF2B5EF4-FFF2-40B4-BE49-F238E27FC236}">
                <a16:creationId xmlns:a16="http://schemas.microsoft.com/office/drawing/2014/main" id="{162B30C1-B636-7C25-2071-C429F5A618F8}"/>
              </a:ext>
            </a:extLst>
          </p:cNvPr>
          <p:cNvSpPr>
            <a:spLocks noGrp="1"/>
          </p:cNvSpPr>
          <p:nvPr>
            <p:ph type="sldNum" sz="quarter" idx="5"/>
          </p:nvPr>
        </p:nvSpPr>
        <p:spPr/>
        <p:txBody>
          <a:bodyPr/>
          <a:lstStyle/>
          <a:p>
            <a:r>
              <a:rPr lang="en-US" b="1">
                <a:solidFill>
                  <a:schemeClr val="accent2"/>
                </a:solidFill>
              </a:rPr>
              <a:t>Notes</a:t>
            </a:r>
            <a:r>
              <a:rPr lang="en-US"/>
              <a:t> </a:t>
            </a:r>
            <a:fld id="{E76C657F-0E32-4130-ADDA-66B81138A76A}" type="slidenum">
              <a:rPr lang="en-US" smtClean="0"/>
              <a:pPr/>
              <a:t>53</a:t>
            </a:fld>
            <a:endParaRPr lang="en-US"/>
          </a:p>
        </p:txBody>
      </p:sp>
    </p:spTree>
    <p:extLst>
      <p:ext uri="{BB962C8B-B14F-4D97-AF65-F5344CB8AC3E}">
        <p14:creationId xmlns:p14="http://schemas.microsoft.com/office/powerpoint/2010/main" val="2172842347"/>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1F0E2B-2AA7-E912-8A21-CAFF10948BF5}"/>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E5D18ADB-7535-75E0-3796-737EEF126AA5}"/>
              </a:ext>
            </a:extLst>
          </p:cNvPr>
          <p:cNvSpPr>
            <a:spLocks noGrp="1" noRot="1" noChangeAspect="1"/>
          </p:cNvSpPr>
          <p:nvPr>
            <p:ph type="sldImg"/>
          </p:nvPr>
        </p:nvSpPr>
        <p:spPr>
          <a:xfrm>
            <a:off x="406400" y="619125"/>
            <a:ext cx="6048375" cy="3402013"/>
          </a:xfrm>
        </p:spPr>
      </p:sp>
      <p:sp>
        <p:nvSpPr>
          <p:cNvPr id="3" name="Notizenplatzhalter 2">
            <a:extLst>
              <a:ext uri="{FF2B5EF4-FFF2-40B4-BE49-F238E27FC236}">
                <a16:creationId xmlns:a16="http://schemas.microsoft.com/office/drawing/2014/main" id="{8C0196EA-C642-0D29-2225-9150428C75CB}"/>
              </a:ext>
            </a:extLst>
          </p:cNvPr>
          <p:cNvSpPr>
            <a:spLocks noGrp="1"/>
          </p:cNvSpPr>
          <p:nvPr>
            <p:ph type="body" idx="1"/>
          </p:nvPr>
        </p:nvSpPr>
        <p:spPr/>
        <p:txBody>
          <a:bodyPr/>
          <a:lstStyle/>
          <a:p>
            <a:endParaRPr lang="de-DE"/>
          </a:p>
        </p:txBody>
      </p:sp>
      <p:sp>
        <p:nvSpPr>
          <p:cNvPr id="4" name="Foliennummernplatzhalter 3">
            <a:extLst>
              <a:ext uri="{FF2B5EF4-FFF2-40B4-BE49-F238E27FC236}">
                <a16:creationId xmlns:a16="http://schemas.microsoft.com/office/drawing/2014/main" id="{A5AB2475-1566-9659-227A-01B80CC1ED23}"/>
              </a:ext>
            </a:extLst>
          </p:cNvPr>
          <p:cNvSpPr>
            <a:spLocks noGrp="1"/>
          </p:cNvSpPr>
          <p:nvPr>
            <p:ph type="sldNum" sz="quarter" idx="5"/>
          </p:nvPr>
        </p:nvSpPr>
        <p:spPr/>
        <p:txBody>
          <a:bodyPr/>
          <a:lstStyle/>
          <a:p>
            <a:r>
              <a:rPr lang="en-US" b="1">
                <a:solidFill>
                  <a:schemeClr val="accent2"/>
                </a:solidFill>
              </a:rPr>
              <a:t>Notes</a:t>
            </a:r>
            <a:r>
              <a:rPr lang="en-US"/>
              <a:t> </a:t>
            </a:r>
            <a:fld id="{E76C657F-0E32-4130-ADDA-66B81138A76A}" type="slidenum">
              <a:rPr lang="en-US" smtClean="0"/>
              <a:pPr/>
              <a:t>54</a:t>
            </a:fld>
            <a:endParaRPr lang="en-US"/>
          </a:p>
        </p:txBody>
      </p:sp>
    </p:spTree>
    <p:extLst>
      <p:ext uri="{BB962C8B-B14F-4D97-AF65-F5344CB8AC3E}">
        <p14:creationId xmlns:p14="http://schemas.microsoft.com/office/powerpoint/2010/main" val="2982538470"/>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8DEE81-EEEC-3F19-007B-94B1281250B2}"/>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7D31D4AF-B6C3-74C2-CF09-03225D90BEC8}"/>
              </a:ext>
            </a:extLst>
          </p:cNvPr>
          <p:cNvSpPr>
            <a:spLocks noGrp="1" noRot="1" noChangeAspect="1"/>
          </p:cNvSpPr>
          <p:nvPr>
            <p:ph type="sldImg"/>
          </p:nvPr>
        </p:nvSpPr>
        <p:spPr>
          <a:xfrm>
            <a:off x="406400" y="619125"/>
            <a:ext cx="6048375" cy="3402013"/>
          </a:xfrm>
        </p:spPr>
      </p:sp>
      <p:sp>
        <p:nvSpPr>
          <p:cNvPr id="3" name="Notizenplatzhalter 2">
            <a:extLst>
              <a:ext uri="{FF2B5EF4-FFF2-40B4-BE49-F238E27FC236}">
                <a16:creationId xmlns:a16="http://schemas.microsoft.com/office/drawing/2014/main" id="{AAC41939-A6F5-CD43-2BD1-86DE62086625}"/>
              </a:ext>
            </a:extLst>
          </p:cNvPr>
          <p:cNvSpPr>
            <a:spLocks noGrp="1"/>
          </p:cNvSpPr>
          <p:nvPr>
            <p:ph type="body" idx="1"/>
          </p:nvPr>
        </p:nvSpPr>
        <p:spPr/>
        <p:txBody>
          <a:bodyPr/>
          <a:lstStyle/>
          <a:p>
            <a:endParaRPr lang="de-DE"/>
          </a:p>
        </p:txBody>
      </p:sp>
      <p:sp>
        <p:nvSpPr>
          <p:cNvPr id="4" name="Foliennummernplatzhalter 3">
            <a:extLst>
              <a:ext uri="{FF2B5EF4-FFF2-40B4-BE49-F238E27FC236}">
                <a16:creationId xmlns:a16="http://schemas.microsoft.com/office/drawing/2014/main" id="{0DB324D0-FAD1-B62F-155B-161EA2E6609E}"/>
              </a:ext>
            </a:extLst>
          </p:cNvPr>
          <p:cNvSpPr>
            <a:spLocks noGrp="1"/>
          </p:cNvSpPr>
          <p:nvPr>
            <p:ph type="sldNum" sz="quarter" idx="5"/>
          </p:nvPr>
        </p:nvSpPr>
        <p:spPr/>
        <p:txBody>
          <a:bodyPr/>
          <a:lstStyle/>
          <a:p>
            <a:r>
              <a:rPr lang="en-US" b="1">
                <a:solidFill>
                  <a:schemeClr val="accent2"/>
                </a:solidFill>
              </a:rPr>
              <a:t>Notes</a:t>
            </a:r>
            <a:r>
              <a:rPr lang="en-US"/>
              <a:t> </a:t>
            </a:r>
            <a:fld id="{E76C657F-0E32-4130-ADDA-66B81138A76A}" type="slidenum">
              <a:rPr lang="en-US" smtClean="0"/>
              <a:pPr/>
              <a:t>55</a:t>
            </a:fld>
            <a:endParaRPr lang="en-US"/>
          </a:p>
        </p:txBody>
      </p:sp>
    </p:spTree>
    <p:extLst>
      <p:ext uri="{BB962C8B-B14F-4D97-AF65-F5344CB8AC3E}">
        <p14:creationId xmlns:p14="http://schemas.microsoft.com/office/powerpoint/2010/main" val="3642710060"/>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97056C-B4B0-83AD-323D-2BDC41D0C82C}"/>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73642AD0-BE07-8A22-3B18-E99755A5410D}"/>
              </a:ext>
            </a:extLst>
          </p:cNvPr>
          <p:cNvSpPr>
            <a:spLocks noGrp="1" noRot="1" noChangeAspect="1"/>
          </p:cNvSpPr>
          <p:nvPr>
            <p:ph type="sldImg"/>
          </p:nvPr>
        </p:nvSpPr>
        <p:spPr>
          <a:xfrm>
            <a:off x="406400" y="619125"/>
            <a:ext cx="6048375" cy="3402013"/>
          </a:xfrm>
        </p:spPr>
      </p:sp>
      <p:sp>
        <p:nvSpPr>
          <p:cNvPr id="3" name="Notizenplatzhalter 2">
            <a:extLst>
              <a:ext uri="{FF2B5EF4-FFF2-40B4-BE49-F238E27FC236}">
                <a16:creationId xmlns:a16="http://schemas.microsoft.com/office/drawing/2014/main" id="{1CA51D01-B7E5-0510-0898-8E3B23CB5408}"/>
              </a:ext>
            </a:extLst>
          </p:cNvPr>
          <p:cNvSpPr>
            <a:spLocks noGrp="1"/>
          </p:cNvSpPr>
          <p:nvPr>
            <p:ph type="body" idx="1"/>
          </p:nvPr>
        </p:nvSpPr>
        <p:spPr/>
        <p:txBody>
          <a:bodyPr/>
          <a:lstStyle/>
          <a:p>
            <a:endParaRPr lang="de-DE"/>
          </a:p>
        </p:txBody>
      </p:sp>
      <p:sp>
        <p:nvSpPr>
          <p:cNvPr id="4" name="Foliennummernplatzhalter 3">
            <a:extLst>
              <a:ext uri="{FF2B5EF4-FFF2-40B4-BE49-F238E27FC236}">
                <a16:creationId xmlns:a16="http://schemas.microsoft.com/office/drawing/2014/main" id="{4B14EBE1-5D7F-524B-0FFA-C9428EA7A23B}"/>
              </a:ext>
            </a:extLst>
          </p:cNvPr>
          <p:cNvSpPr>
            <a:spLocks noGrp="1"/>
          </p:cNvSpPr>
          <p:nvPr>
            <p:ph type="sldNum" sz="quarter" idx="5"/>
          </p:nvPr>
        </p:nvSpPr>
        <p:spPr/>
        <p:txBody>
          <a:bodyPr/>
          <a:lstStyle/>
          <a:p>
            <a:r>
              <a:rPr lang="en-US" b="1">
                <a:solidFill>
                  <a:schemeClr val="accent2"/>
                </a:solidFill>
              </a:rPr>
              <a:t>Notes</a:t>
            </a:r>
            <a:r>
              <a:rPr lang="en-US"/>
              <a:t> </a:t>
            </a:r>
            <a:fld id="{E76C657F-0E32-4130-ADDA-66B81138A76A}" type="slidenum">
              <a:rPr lang="en-US" smtClean="0"/>
              <a:pPr/>
              <a:t>56</a:t>
            </a:fld>
            <a:endParaRPr lang="en-US"/>
          </a:p>
        </p:txBody>
      </p:sp>
    </p:spTree>
    <p:extLst>
      <p:ext uri="{BB962C8B-B14F-4D97-AF65-F5344CB8AC3E}">
        <p14:creationId xmlns:p14="http://schemas.microsoft.com/office/powerpoint/2010/main" val="69771551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7D4A67-14EB-B412-4DC4-2ECEB140F8D9}"/>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93A8F015-E813-4DCC-94D3-FCCB3BE9F43E}"/>
              </a:ext>
            </a:extLst>
          </p:cNvPr>
          <p:cNvSpPr>
            <a:spLocks noGrp="1" noRot="1" noChangeAspect="1"/>
          </p:cNvSpPr>
          <p:nvPr>
            <p:ph type="sldImg"/>
          </p:nvPr>
        </p:nvSpPr>
        <p:spPr>
          <a:xfrm>
            <a:off x="406400" y="619125"/>
            <a:ext cx="6048375" cy="3402013"/>
          </a:xfrm>
        </p:spPr>
      </p:sp>
      <p:sp>
        <p:nvSpPr>
          <p:cNvPr id="3" name="Notizenplatzhalter 2">
            <a:extLst>
              <a:ext uri="{FF2B5EF4-FFF2-40B4-BE49-F238E27FC236}">
                <a16:creationId xmlns:a16="http://schemas.microsoft.com/office/drawing/2014/main" id="{BE50BB1D-B5E4-8A6C-D595-8D75E6F207AF}"/>
              </a:ext>
            </a:extLst>
          </p:cNvPr>
          <p:cNvSpPr>
            <a:spLocks noGrp="1"/>
          </p:cNvSpPr>
          <p:nvPr>
            <p:ph type="body" idx="1"/>
          </p:nvPr>
        </p:nvSpPr>
        <p:spPr/>
        <p:txBody>
          <a:bodyPr/>
          <a:lstStyle/>
          <a:p>
            <a:endParaRPr lang="de-DE"/>
          </a:p>
        </p:txBody>
      </p:sp>
      <p:sp>
        <p:nvSpPr>
          <p:cNvPr id="4" name="Foliennummernplatzhalter 3">
            <a:extLst>
              <a:ext uri="{FF2B5EF4-FFF2-40B4-BE49-F238E27FC236}">
                <a16:creationId xmlns:a16="http://schemas.microsoft.com/office/drawing/2014/main" id="{E2B6D77D-E0D1-3AFC-FE64-224FE6E25139}"/>
              </a:ext>
            </a:extLst>
          </p:cNvPr>
          <p:cNvSpPr>
            <a:spLocks noGrp="1"/>
          </p:cNvSpPr>
          <p:nvPr>
            <p:ph type="sldNum" sz="quarter" idx="5"/>
          </p:nvPr>
        </p:nvSpPr>
        <p:spPr/>
        <p:txBody>
          <a:bodyPr/>
          <a:lstStyle/>
          <a:p>
            <a:r>
              <a:rPr lang="en-US" b="1">
                <a:solidFill>
                  <a:schemeClr val="accent2"/>
                </a:solidFill>
              </a:rPr>
              <a:t>Notes</a:t>
            </a:r>
            <a:r>
              <a:rPr lang="en-US"/>
              <a:t> </a:t>
            </a:r>
            <a:fld id="{E76C657F-0E32-4130-ADDA-66B81138A76A}" type="slidenum">
              <a:rPr lang="en-US" smtClean="0"/>
              <a:pPr/>
              <a:t>57</a:t>
            </a:fld>
            <a:endParaRPr lang="en-US"/>
          </a:p>
        </p:txBody>
      </p:sp>
    </p:spTree>
    <p:extLst>
      <p:ext uri="{BB962C8B-B14F-4D97-AF65-F5344CB8AC3E}">
        <p14:creationId xmlns:p14="http://schemas.microsoft.com/office/powerpoint/2010/main" val="2074605873"/>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95BEAA-1EAE-C1E8-F8E5-0E94FCE2E785}"/>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69D645CD-46EB-D0C6-C64D-A050F57380B1}"/>
              </a:ext>
            </a:extLst>
          </p:cNvPr>
          <p:cNvSpPr>
            <a:spLocks noGrp="1" noRot="1" noChangeAspect="1"/>
          </p:cNvSpPr>
          <p:nvPr>
            <p:ph type="sldImg"/>
          </p:nvPr>
        </p:nvSpPr>
        <p:spPr>
          <a:xfrm>
            <a:off x="406400" y="619125"/>
            <a:ext cx="6048375" cy="3402013"/>
          </a:xfrm>
        </p:spPr>
      </p:sp>
      <p:sp>
        <p:nvSpPr>
          <p:cNvPr id="3" name="Notizenplatzhalter 2">
            <a:extLst>
              <a:ext uri="{FF2B5EF4-FFF2-40B4-BE49-F238E27FC236}">
                <a16:creationId xmlns:a16="http://schemas.microsoft.com/office/drawing/2014/main" id="{422A4700-5779-7F72-8C67-D55FC5B53791}"/>
              </a:ext>
            </a:extLst>
          </p:cNvPr>
          <p:cNvSpPr>
            <a:spLocks noGrp="1"/>
          </p:cNvSpPr>
          <p:nvPr>
            <p:ph type="body" idx="1"/>
          </p:nvPr>
        </p:nvSpPr>
        <p:spPr/>
        <p:txBody>
          <a:bodyPr/>
          <a:lstStyle/>
          <a:p>
            <a:endParaRPr lang="de-DE"/>
          </a:p>
        </p:txBody>
      </p:sp>
      <p:sp>
        <p:nvSpPr>
          <p:cNvPr id="4" name="Foliennummernplatzhalter 3">
            <a:extLst>
              <a:ext uri="{FF2B5EF4-FFF2-40B4-BE49-F238E27FC236}">
                <a16:creationId xmlns:a16="http://schemas.microsoft.com/office/drawing/2014/main" id="{079AE969-0CC1-38E0-3A8B-AAD1EFB41A34}"/>
              </a:ext>
            </a:extLst>
          </p:cNvPr>
          <p:cNvSpPr>
            <a:spLocks noGrp="1"/>
          </p:cNvSpPr>
          <p:nvPr>
            <p:ph type="sldNum" sz="quarter" idx="5"/>
          </p:nvPr>
        </p:nvSpPr>
        <p:spPr/>
        <p:txBody>
          <a:bodyPr/>
          <a:lstStyle/>
          <a:p>
            <a:r>
              <a:rPr lang="en-US" b="1">
                <a:solidFill>
                  <a:schemeClr val="accent2"/>
                </a:solidFill>
              </a:rPr>
              <a:t>Notes</a:t>
            </a:r>
            <a:r>
              <a:rPr lang="en-US"/>
              <a:t> </a:t>
            </a:r>
            <a:fld id="{E76C657F-0E32-4130-ADDA-66B81138A76A}" type="slidenum">
              <a:rPr lang="en-US" smtClean="0"/>
              <a:pPr/>
              <a:t>58</a:t>
            </a:fld>
            <a:endParaRPr lang="en-US"/>
          </a:p>
        </p:txBody>
      </p:sp>
    </p:spTree>
    <p:extLst>
      <p:ext uri="{BB962C8B-B14F-4D97-AF65-F5344CB8AC3E}">
        <p14:creationId xmlns:p14="http://schemas.microsoft.com/office/powerpoint/2010/main" val="2894464062"/>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70FAEB-C6D1-242E-7816-9143FD95D5C8}"/>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91B06118-F9E0-6DCB-92D1-7D0B02570557}"/>
              </a:ext>
            </a:extLst>
          </p:cNvPr>
          <p:cNvSpPr>
            <a:spLocks noGrp="1" noRot="1" noChangeAspect="1"/>
          </p:cNvSpPr>
          <p:nvPr>
            <p:ph type="sldImg"/>
          </p:nvPr>
        </p:nvSpPr>
        <p:spPr>
          <a:xfrm>
            <a:off x="406400" y="619125"/>
            <a:ext cx="6048375" cy="3402013"/>
          </a:xfrm>
        </p:spPr>
      </p:sp>
      <p:sp>
        <p:nvSpPr>
          <p:cNvPr id="3" name="Notizenplatzhalter 2">
            <a:extLst>
              <a:ext uri="{FF2B5EF4-FFF2-40B4-BE49-F238E27FC236}">
                <a16:creationId xmlns:a16="http://schemas.microsoft.com/office/drawing/2014/main" id="{FB6F1C69-9DAC-C4E7-9455-D5B0991A0050}"/>
              </a:ext>
            </a:extLst>
          </p:cNvPr>
          <p:cNvSpPr>
            <a:spLocks noGrp="1"/>
          </p:cNvSpPr>
          <p:nvPr>
            <p:ph type="body" idx="1"/>
          </p:nvPr>
        </p:nvSpPr>
        <p:spPr/>
        <p:txBody>
          <a:bodyPr/>
          <a:lstStyle/>
          <a:p>
            <a:endParaRPr lang="de-DE"/>
          </a:p>
        </p:txBody>
      </p:sp>
      <p:sp>
        <p:nvSpPr>
          <p:cNvPr id="4" name="Foliennummernplatzhalter 3">
            <a:extLst>
              <a:ext uri="{FF2B5EF4-FFF2-40B4-BE49-F238E27FC236}">
                <a16:creationId xmlns:a16="http://schemas.microsoft.com/office/drawing/2014/main" id="{217DC6C9-E853-1D69-CDD6-7781CC6EBE3E}"/>
              </a:ext>
            </a:extLst>
          </p:cNvPr>
          <p:cNvSpPr>
            <a:spLocks noGrp="1"/>
          </p:cNvSpPr>
          <p:nvPr>
            <p:ph type="sldNum" sz="quarter" idx="5"/>
          </p:nvPr>
        </p:nvSpPr>
        <p:spPr/>
        <p:txBody>
          <a:bodyPr/>
          <a:lstStyle/>
          <a:p>
            <a:r>
              <a:rPr lang="en-US" b="1">
                <a:solidFill>
                  <a:schemeClr val="accent2"/>
                </a:solidFill>
              </a:rPr>
              <a:t>Notes</a:t>
            </a:r>
            <a:r>
              <a:rPr lang="en-US"/>
              <a:t> </a:t>
            </a:r>
            <a:fld id="{E76C657F-0E32-4130-ADDA-66B81138A76A}" type="slidenum">
              <a:rPr lang="en-US" smtClean="0"/>
              <a:pPr/>
              <a:t>59</a:t>
            </a:fld>
            <a:endParaRPr lang="en-US"/>
          </a:p>
        </p:txBody>
      </p:sp>
    </p:spTree>
    <p:extLst>
      <p:ext uri="{BB962C8B-B14F-4D97-AF65-F5344CB8AC3E}">
        <p14:creationId xmlns:p14="http://schemas.microsoft.com/office/powerpoint/2010/main" val="1690138985"/>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04A48D-C720-248A-562F-985397173BB9}"/>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46ADD41C-6912-50CC-2823-382205CC4DDA}"/>
              </a:ext>
            </a:extLst>
          </p:cNvPr>
          <p:cNvSpPr>
            <a:spLocks noGrp="1" noRot="1" noChangeAspect="1"/>
          </p:cNvSpPr>
          <p:nvPr>
            <p:ph type="sldImg"/>
          </p:nvPr>
        </p:nvSpPr>
        <p:spPr>
          <a:xfrm>
            <a:off x="406400" y="619125"/>
            <a:ext cx="6048375" cy="3402013"/>
          </a:xfrm>
        </p:spPr>
      </p:sp>
      <p:sp>
        <p:nvSpPr>
          <p:cNvPr id="3" name="Notizenplatzhalter 2">
            <a:extLst>
              <a:ext uri="{FF2B5EF4-FFF2-40B4-BE49-F238E27FC236}">
                <a16:creationId xmlns:a16="http://schemas.microsoft.com/office/drawing/2014/main" id="{830FDF41-E0A4-3E9C-A42C-1FD920D0AC8A}"/>
              </a:ext>
            </a:extLst>
          </p:cNvPr>
          <p:cNvSpPr>
            <a:spLocks noGrp="1"/>
          </p:cNvSpPr>
          <p:nvPr>
            <p:ph type="body" idx="1"/>
          </p:nvPr>
        </p:nvSpPr>
        <p:spPr/>
        <p:txBody>
          <a:bodyPr/>
          <a:lstStyle/>
          <a:p>
            <a:endParaRPr lang="de-DE"/>
          </a:p>
        </p:txBody>
      </p:sp>
      <p:sp>
        <p:nvSpPr>
          <p:cNvPr id="4" name="Foliennummernplatzhalter 3">
            <a:extLst>
              <a:ext uri="{FF2B5EF4-FFF2-40B4-BE49-F238E27FC236}">
                <a16:creationId xmlns:a16="http://schemas.microsoft.com/office/drawing/2014/main" id="{CAD1C6F1-E16A-5112-6D43-8650FB6E10D7}"/>
              </a:ext>
            </a:extLst>
          </p:cNvPr>
          <p:cNvSpPr>
            <a:spLocks noGrp="1"/>
          </p:cNvSpPr>
          <p:nvPr>
            <p:ph type="sldNum" sz="quarter" idx="5"/>
          </p:nvPr>
        </p:nvSpPr>
        <p:spPr/>
        <p:txBody>
          <a:bodyPr/>
          <a:lstStyle/>
          <a:p>
            <a:r>
              <a:rPr lang="en-US" b="1">
                <a:solidFill>
                  <a:schemeClr val="accent2"/>
                </a:solidFill>
              </a:rPr>
              <a:t>Notes</a:t>
            </a:r>
            <a:r>
              <a:rPr lang="en-US"/>
              <a:t> </a:t>
            </a:r>
            <a:fld id="{E76C657F-0E32-4130-ADDA-66B81138A76A}" type="slidenum">
              <a:rPr lang="en-US" smtClean="0"/>
              <a:pPr/>
              <a:t>60</a:t>
            </a:fld>
            <a:endParaRPr lang="en-US"/>
          </a:p>
        </p:txBody>
      </p:sp>
    </p:spTree>
    <p:extLst>
      <p:ext uri="{BB962C8B-B14F-4D97-AF65-F5344CB8AC3E}">
        <p14:creationId xmlns:p14="http://schemas.microsoft.com/office/powerpoint/2010/main" val="2584473256"/>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ACECB8-811B-DF86-3D40-A9EB4144EE33}"/>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3AD6A60A-F15D-F965-5C4B-62BAC7AAAB58}"/>
              </a:ext>
            </a:extLst>
          </p:cNvPr>
          <p:cNvSpPr>
            <a:spLocks noGrp="1" noRot="1" noChangeAspect="1"/>
          </p:cNvSpPr>
          <p:nvPr>
            <p:ph type="sldImg"/>
          </p:nvPr>
        </p:nvSpPr>
        <p:spPr>
          <a:xfrm>
            <a:off x="406400" y="619125"/>
            <a:ext cx="6048375" cy="3402013"/>
          </a:xfrm>
        </p:spPr>
      </p:sp>
      <p:sp>
        <p:nvSpPr>
          <p:cNvPr id="3" name="Notizenplatzhalter 2">
            <a:extLst>
              <a:ext uri="{FF2B5EF4-FFF2-40B4-BE49-F238E27FC236}">
                <a16:creationId xmlns:a16="http://schemas.microsoft.com/office/drawing/2014/main" id="{D18E6D1F-BF9B-D910-09B5-963A9E36DECA}"/>
              </a:ext>
            </a:extLst>
          </p:cNvPr>
          <p:cNvSpPr>
            <a:spLocks noGrp="1"/>
          </p:cNvSpPr>
          <p:nvPr>
            <p:ph type="body" idx="1"/>
          </p:nvPr>
        </p:nvSpPr>
        <p:spPr/>
        <p:txBody>
          <a:bodyPr/>
          <a:lstStyle/>
          <a:p>
            <a:endParaRPr lang="de-DE"/>
          </a:p>
        </p:txBody>
      </p:sp>
      <p:sp>
        <p:nvSpPr>
          <p:cNvPr id="4" name="Foliennummernplatzhalter 3">
            <a:extLst>
              <a:ext uri="{FF2B5EF4-FFF2-40B4-BE49-F238E27FC236}">
                <a16:creationId xmlns:a16="http://schemas.microsoft.com/office/drawing/2014/main" id="{15B9FA6E-27E0-8C19-9399-AD063F8D6A0F}"/>
              </a:ext>
            </a:extLst>
          </p:cNvPr>
          <p:cNvSpPr>
            <a:spLocks noGrp="1"/>
          </p:cNvSpPr>
          <p:nvPr>
            <p:ph type="sldNum" sz="quarter" idx="5"/>
          </p:nvPr>
        </p:nvSpPr>
        <p:spPr/>
        <p:txBody>
          <a:bodyPr/>
          <a:lstStyle/>
          <a:p>
            <a:r>
              <a:rPr lang="en-US" b="1">
                <a:solidFill>
                  <a:schemeClr val="accent2"/>
                </a:solidFill>
              </a:rPr>
              <a:t>Notes</a:t>
            </a:r>
            <a:r>
              <a:rPr lang="en-US"/>
              <a:t> </a:t>
            </a:r>
            <a:fld id="{E76C657F-0E32-4130-ADDA-66B81138A76A}" type="slidenum">
              <a:rPr lang="en-US" smtClean="0"/>
              <a:pPr/>
              <a:t>61</a:t>
            </a:fld>
            <a:endParaRPr lang="en-US"/>
          </a:p>
        </p:txBody>
      </p:sp>
    </p:spTree>
    <p:extLst>
      <p:ext uri="{BB962C8B-B14F-4D97-AF65-F5344CB8AC3E}">
        <p14:creationId xmlns:p14="http://schemas.microsoft.com/office/powerpoint/2010/main" val="1464139658"/>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8ADD35-F12D-16AC-A0AB-698C5EFDAA35}"/>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A538525D-66B3-96B6-1CA0-E8697C28C682}"/>
              </a:ext>
            </a:extLst>
          </p:cNvPr>
          <p:cNvSpPr>
            <a:spLocks noGrp="1" noRot="1" noChangeAspect="1"/>
          </p:cNvSpPr>
          <p:nvPr>
            <p:ph type="sldImg"/>
          </p:nvPr>
        </p:nvSpPr>
        <p:spPr>
          <a:xfrm>
            <a:off x="406400" y="619125"/>
            <a:ext cx="6048375" cy="3402013"/>
          </a:xfrm>
        </p:spPr>
      </p:sp>
      <p:sp>
        <p:nvSpPr>
          <p:cNvPr id="3" name="Notizenplatzhalter 2">
            <a:extLst>
              <a:ext uri="{FF2B5EF4-FFF2-40B4-BE49-F238E27FC236}">
                <a16:creationId xmlns:a16="http://schemas.microsoft.com/office/drawing/2014/main" id="{C990A556-4C0D-4CEA-88B8-B7AFDD3A4116}"/>
              </a:ext>
            </a:extLst>
          </p:cNvPr>
          <p:cNvSpPr>
            <a:spLocks noGrp="1"/>
          </p:cNvSpPr>
          <p:nvPr>
            <p:ph type="body" idx="1"/>
          </p:nvPr>
        </p:nvSpPr>
        <p:spPr/>
        <p:txBody>
          <a:bodyPr/>
          <a:lstStyle/>
          <a:p>
            <a:endParaRPr lang="de-DE"/>
          </a:p>
        </p:txBody>
      </p:sp>
      <p:sp>
        <p:nvSpPr>
          <p:cNvPr id="4" name="Foliennummernplatzhalter 3">
            <a:extLst>
              <a:ext uri="{FF2B5EF4-FFF2-40B4-BE49-F238E27FC236}">
                <a16:creationId xmlns:a16="http://schemas.microsoft.com/office/drawing/2014/main" id="{ED9D2E14-B115-F84C-60EE-310E264D5981}"/>
              </a:ext>
            </a:extLst>
          </p:cNvPr>
          <p:cNvSpPr>
            <a:spLocks noGrp="1"/>
          </p:cNvSpPr>
          <p:nvPr>
            <p:ph type="sldNum" sz="quarter" idx="5"/>
          </p:nvPr>
        </p:nvSpPr>
        <p:spPr/>
        <p:txBody>
          <a:bodyPr/>
          <a:lstStyle/>
          <a:p>
            <a:r>
              <a:rPr lang="en-US" b="1">
                <a:solidFill>
                  <a:schemeClr val="accent2"/>
                </a:solidFill>
              </a:rPr>
              <a:t>Notes</a:t>
            </a:r>
            <a:r>
              <a:rPr lang="en-US"/>
              <a:t> </a:t>
            </a:r>
            <a:fld id="{E76C657F-0E32-4130-ADDA-66B81138A76A}" type="slidenum">
              <a:rPr lang="en-US" smtClean="0"/>
              <a:pPr/>
              <a:t>62</a:t>
            </a:fld>
            <a:endParaRPr lang="en-US"/>
          </a:p>
        </p:txBody>
      </p:sp>
    </p:spTree>
    <p:extLst>
      <p:ext uri="{BB962C8B-B14F-4D97-AF65-F5344CB8AC3E}">
        <p14:creationId xmlns:p14="http://schemas.microsoft.com/office/powerpoint/2010/main" val="1250439715"/>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AA4461-AC62-73AB-B995-C314C95A587F}"/>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E37B2F5B-4907-B1DE-C46E-A51B9209564C}"/>
              </a:ext>
            </a:extLst>
          </p:cNvPr>
          <p:cNvSpPr>
            <a:spLocks noGrp="1" noRot="1" noChangeAspect="1"/>
          </p:cNvSpPr>
          <p:nvPr>
            <p:ph type="sldImg"/>
          </p:nvPr>
        </p:nvSpPr>
        <p:spPr>
          <a:xfrm>
            <a:off x="406400" y="619125"/>
            <a:ext cx="6048375" cy="3402013"/>
          </a:xfrm>
        </p:spPr>
      </p:sp>
      <p:sp>
        <p:nvSpPr>
          <p:cNvPr id="3" name="Notizenplatzhalter 2">
            <a:extLst>
              <a:ext uri="{FF2B5EF4-FFF2-40B4-BE49-F238E27FC236}">
                <a16:creationId xmlns:a16="http://schemas.microsoft.com/office/drawing/2014/main" id="{A5999BF3-8CE8-43C3-F895-66460611E1D2}"/>
              </a:ext>
            </a:extLst>
          </p:cNvPr>
          <p:cNvSpPr>
            <a:spLocks noGrp="1"/>
          </p:cNvSpPr>
          <p:nvPr>
            <p:ph type="body" idx="1"/>
          </p:nvPr>
        </p:nvSpPr>
        <p:spPr/>
        <p:txBody>
          <a:bodyPr/>
          <a:lstStyle/>
          <a:p>
            <a:endParaRPr lang="de-DE"/>
          </a:p>
        </p:txBody>
      </p:sp>
      <p:sp>
        <p:nvSpPr>
          <p:cNvPr id="4" name="Foliennummernplatzhalter 3">
            <a:extLst>
              <a:ext uri="{FF2B5EF4-FFF2-40B4-BE49-F238E27FC236}">
                <a16:creationId xmlns:a16="http://schemas.microsoft.com/office/drawing/2014/main" id="{A70C30BA-9172-901E-6AF7-1D023B1C9708}"/>
              </a:ext>
            </a:extLst>
          </p:cNvPr>
          <p:cNvSpPr>
            <a:spLocks noGrp="1"/>
          </p:cNvSpPr>
          <p:nvPr>
            <p:ph type="sldNum" sz="quarter" idx="5"/>
          </p:nvPr>
        </p:nvSpPr>
        <p:spPr/>
        <p:txBody>
          <a:bodyPr/>
          <a:lstStyle/>
          <a:p>
            <a:r>
              <a:rPr lang="en-US" b="1">
                <a:solidFill>
                  <a:schemeClr val="accent2"/>
                </a:solidFill>
              </a:rPr>
              <a:t>Notes</a:t>
            </a:r>
            <a:r>
              <a:rPr lang="en-US"/>
              <a:t> </a:t>
            </a:r>
            <a:fld id="{E76C657F-0E32-4130-ADDA-66B81138A76A}" type="slidenum">
              <a:rPr lang="en-US" smtClean="0"/>
              <a:pPr/>
              <a:t>63</a:t>
            </a:fld>
            <a:endParaRPr lang="en-US"/>
          </a:p>
        </p:txBody>
      </p:sp>
    </p:spTree>
    <p:extLst>
      <p:ext uri="{BB962C8B-B14F-4D97-AF65-F5344CB8AC3E}">
        <p14:creationId xmlns:p14="http://schemas.microsoft.com/office/powerpoint/2010/main" val="585440270"/>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6625C9-4DE5-C489-86B6-6D45EE9F9CB2}"/>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5B267AEE-0F61-63F9-B462-9717465BBDCE}"/>
              </a:ext>
            </a:extLst>
          </p:cNvPr>
          <p:cNvSpPr>
            <a:spLocks noGrp="1" noRot="1" noChangeAspect="1"/>
          </p:cNvSpPr>
          <p:nvPr>
            <p:ph type="sldImg"/>
          </p:nvPr>
        </p:nvSpPr>
        <p:spPr>
          <a:xfrm>
            <a:off x="406400" y="619125"/>
            <a:ext cx="6048375" cy="3402013"/>
          </a:xfrm>
        </p:spPr>
      </p:sp>
      <p:sp>
        <p:nvSpPr>
          <p:cNvPr id="3" name="Notizenplatzhalter 2">
            <a:extLst>
              <a:ext uri="{FF2B5EF4-FFF2-40B4-BE49-F238E27FC236}">
                <a16:creationId xmlns:a16="http://schemas.microsoft.com/office/drawing/2014/main" id="{CB412EC8-D961-5C18-8F9F-783D09D8F6C7}"/>
              </a:ext>
            </a:extLst>
          </p:cNvPr>
          <p:cNvSpPr>
            <a:spLocks noGrp="1"/>
          </p:cNvSpPr>
          <p:nvPr>
            <p:ph type="body" idx="1"/>
          </p:nvPr>
        </p:nvSpPr>
        <p:spPr/>
        <p:txBody>
          <a:bodyPr/>
          <a:lstStyle/>
          <a:p>
            <a:endParaRPr lang="de-DE"/>
          </a:p>
        </p:txBody>
      </p:sp>
      <p:sp>
        <p:nvSpPr>
          <p:cNvPr id="4" name="Foliennummernplatzhalter 3">
            <a:extLst>
              <a:ext uri="{FF2B5EF4-FFF2-40B4-BE49-F238E27FC236}">
                <a16:creationId xmlns:a16="http://schemas.microsoft.com/office/drawing/2014/main" id="{B097935A-CA49-77BC-D225-CA55853E3A80}"/>
              </a:ext>
            </a:extLst>
          </p:cNvPr>
          <p:cNvSpPr>
            <a:spLocks noGrp="1"/>
          </p:cNvSpPr>
          <p:nvPr>
            <p:ph type="sldNum" sz="quarter" idx="5"/>
          </p:nvPr>
        </p:nvSpPr>
        <p:spPr/>
        <p:txBody>
          <a:bodyPr/>
          <a:lstStyle/>
          <a:p>
            <a:r>
              <a:rPr lang="en-US" b="1">
                <a:solidFill>
                  <a:schemeClr val="accent2"/>
                </a:solidFill>
              </a:rPr>
              <a:t>Notes</a:t>
            </a:r>
            <a:r>
              <a:rPr lang="en-US"/>
              <a:t> </a:t>
            </a:r>
            <a:fld id="{E76C657F-0E32-4130-ADDA-66B81138A76A}" type="slidenum">
              <a:rPr lang="en-US" smtClean="0"/>
              <a:pPr/>
              <a:t>64</a:t>
            </a:fld>
            <a:endParaRPr lang="en-US"/>
          </a:p>
        </p:txBody>
      </p:sp>
    </p:spTree>
    <p:extLst>
      <p:ext uri="{BB962C8B-B14F-4D97-AF65-F5344CB8AC3E}">
        <p14:creationId xmlns:p14="http://schemas.microsoft.com/office/powerpoint/2010/main" val="3872500129"/>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7F084F-D032-EA59-C163-4C6DDA7E0488}"/>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23E748A0-B0EE-BD42-4CD0-D5B087B55DF5}"/>
              </a:ext>
            </a:extLst>
          </p:cNvPr>
          <p:cNvSpPr>
            <a:spLocks noGrp="1" noRot="1" noChangeAspect="1"/>
          </p:cNvSpPr>
          <p:nvPr>
            <p:ph type="sldImg"/>
          </p:nvPr>
        </p:nvSpPr>
        <p:spPr>
          <a:xfrm>
            <a:off x="406400" y="619125"/>
            <a:ext cx="6048375" cy="3402013"/>
          </a:xfrm>
        </p:spPr>
      </p:sp>
      <p:sp>
        <p:nvSpPr>
          <p:cNvPr id="3" name="Notizenplatzhalter 2">
            <a:extLst>
              <a:ext uri="{FF2B5EF4-FFF2-40B4-BE49-F238E27FC236}">
                <a16:creationId xmlns:a16="http://schemas.microsoft.com/office/drawing/2014/main" id="{BFAECF7B-51B9-2A33-87DC-A93DE349B33F}"/>
              </a:ext>
            </a:extLst>
          </p:cNvPr>
          <p:cNvSpPr>
            <a:spLocks noGrp="1"/>
          </p:cNvSpPr>
          <p:nvPr>
            <p:ph type="body" idx="1"/>
          </p:nvPr>
        </p:nvSpPr>
        <p:spPr/>
        <p:txBody>
          <a:bodyPr/>
          <a:lstStyle/>
          <a:p>
            <a:endParaRPr lang="de-DE"/>
          </a:p>
        </p:txBody>
      </p:sp>
      <p:sp>
        <p:nvSpPr>
          <p:cNvPr id="4" name="Foliennummernplatzhalter 3">
            <a:extLst>
              <a:ext uri="{FF2B5EF4-FFF2-40B4-BE49-F238E27FC236}">
                <a16:creationId xmlns:a16="http://schemas.microsoft.com/office/drawing/2014/main" id="{40FE23DD-E11F-EACF-8A73-9CB00C4527F0}"/>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50" b="1" i="0" u="none" strike="noStrike" kern="1200" cap="none" spc="0" normalizeH="0" baseline="0" noProof="0">
                <a:ln>
                  <a:noFill/>
                </a:ln>
                <a:solidFill>
                  <a:srgbClr val="00D7A0"/>
                </a:solidFill>
                <a:effectLst/>
                <a:uLnTx/>
                <a:uFillTx/>
                <a:latin typeface="Arial"/>
                <a:ea typeface="+mn-ea"/>
                <a:cs typeface="+mn-cs"/>
              </a:rPr>
              <a:t>Notes</a:t>
            </a:r>
            <a:r>
              <a:rPr kumimoji="0" lang="en-US" sz="1050" b="0" i="0" u="none" strike="noStrike" kern="1200" cap="none" spc="0" normalizeH="0" baseline="0" noProof="0">
                <a:ln>
                  <a:noFill/>
                </a:ln>
                <a:solidFill>
                  <a:srgbClr val="000000"/>
                </a:solidFill>
                <a:effectLst/>
                <a:uLnTx/>
                <a:uFillTx/>
                <a:latin typeface="Arial"/>
                <a:ea typeface="+mn-ea"/>
                <a:cs typeface="+mn-cs"/>
              </a:rPr>
              <a:t> </a:t>
            </a:r>
            <a:fld id="{E76C657F-0E32-4130-ADDA-66B81138A76A}" type="slidenum">
              <a:rPr kumimoji="0" lang="en-US" sz="1050" b="0" i="0" u="none" strike="noStrike" kern="1200" cap="none" spc="0" normalizeH="0" baseline="0" noProof="0" smtClean="0">
                <a:ln>
                  <a:noFill/>
                </a:ln>
                <a:solidFill>
                  <a:srgbClr val="000000"/>
                </a:solidFill>
                <a:effectLst/>
                <a:uLnTx/>
                <a:uFillTx/>
                <a:latin typeface="Arial"/>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66</a:t>
            </a:fld>
            <a:endParaRPr kumimoji="0" lang="en-US" sz="1050" b="0" i="0" u="none" strike="noStrike" kern="1200" cap="none" spc="0" normalizeH="0" baseline="0" noProof="0">
              <a:ln>
                <a:noFill/>
              </a:ln>
              <a:solidFill>
                <a:srgbClr val="000000"/>
              </a:solidFill>
              <a:effectLst/>
              <a:uLnTx/>
              <a:uFillTx/>
              <a:latin typeface="Arial"/>
              <a:ea typeface="+mn-ea"/>
              <a:cs typeface="+mn-cs"/>
            </a:endParaRPr>
          </a:p>
        </p:txBody>
      </p:sp>
    </p:spTree>
    <p:extLst>
      <p:ext uri="{BB962C8B-B14F-4D97-AF65-F5344CB8AC3E}">
        <p14:creationId xmlns:p14="http://schemas.microsoft.com/office/powerpoint/2010/main" val="1062194954"/>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C8C537-0F12-1D59-B070-54433E03E8AF}"/>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2D30EC5C-076A-70F4-DF9E-76D2F2FB2810}"/>
              </a:ext>
            </a:extLst>
          </p:cNvPr>
          <p:cNvSpPr>
            <a:spLocks noGrp="1" noRot="1" noChangeAspect="1"/>
          </p:cNvSpPr>
          <p:nvPr>
            <p:ph type="sldImg"/>
          </p:nvPr>
        </p:nvSpPr>
        <p:spPr>
          <a:xfrm>
            <a:off x="406400" y="619125"/>
            <a:ext cx="6048375" cy="3402013"/>
          </a:xfrm>
        </p:spPr>
      </p:sp>
      <p:sp>
        <p:nvSpPr>
          <p:cNvPr id="3" name="Notizenplatzhalter 2">
            <a:extLst>
              <a:ext uri="{FF2B5EF4-FFF2-40B4-BE49-F238E27FC236}">
                <a16:creationId xmlns:a16="http://schemas.microsoft.com/office/drawing/2014/main" id="{D93F1920-5DA7-B887-8A02-C0B8913AFAA3}"/>
              </a:ext>
            </a:extLst>
          </p:cNvPr>
          <p:cNvSpPr>
            <a:spLocks noGrp="1"/>
          </p:cNvSpPr>
          <p:nvPr>
            <p:ph type="body" idx="1"/>
          </p:nvPr>
        </p:nvSpPr>
        <p:spPr/>
        <p:txBody>
          <a:bodyPr/>
          <a:lstStyle/>
          <a:p>
            <a:endParaRPr lang="de-DE"/>
          </a:p>
        </p:txBody>
      </p:sp>
      <p:sp>
        <p:nvSpPr>
          <p:cNvPr id="4" name="Foliennummernplatzhalter 3">
            <a:extLst>
              <a:ext uri="{FF2B5EF4-FFF2-40B4-BE49-F238E27FC236}">
                <a16:creationId xmlns:a16="http://schemas.microsoft.com/office/drawing/2014/main" id="{D9B4A519-FD04-898A-5743-65CE10661FA2}"/>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50" b="1" i="0" u="none" strike="noStrike" kern="1200" cap="none" spc="0" normalizeH="0" baseline="0" noProof="0">
                <a:ln>
                  <a:noFill/>
                </a:ln>
                <a:solidFill>
                  <a:srgbClr val="00D7A0"/>
                </a:solidFill>
                <a:effectLst/>
                <a:uLnTx/>
                <a:uFillTx/>
                <a:latin typeface="Arial"/>
                <a:ea typeface="+mn-ea"/>
                <a:cs typeface="+mn-cs"/>
              </a:rPr>
              <a:t>Notes</a:t>
            </a:r>
            <a:r>
              <a:rPr kumimoji="0" lang="en-US" sz="1050" b="0" i="0" u="none" strike="noStrike" kern="1200" cap="none" spc="0" normalizeH="0" baseline="0" noProof="0">
                <a:ln>
                  <a:noFill/>
                </a:ln>
                <a:solidFill>
                  <a:srgbClr val="000000"/>
                </a:solidFill>
                <a:effectLst/>
                <a:uLnTx/>
                <a:uFillTx/>
                <a:latin typeface="Arial"/>
                <a:ea typeface="+mn-ea"/>
                <a:cs typeface="+mn-cs"/>
              </a:rPr>
              <a:t> </a:t>
            </a:r>
            <a:fld id="{E76C657F-0E32-4130-ADDA-66B81138A76A}" type="slidenum">
              <a:rPr kumimoji="0" lang="en-US" sz="1050" b="0" i="0" u="none" strike="noStrike" kern="1200" cap="none" spc="0" normalizeH="0" baseline="0" noProof="0" smtClean="0">
                <a:ln>
                  <a:noFill/>
                </a:ln>
                <a:solidFill>
                  <a:srgbClr val="000000"/>
                </a:solidFill>
                <a:effectLst/>
                <a:uLnTx/>
                <a:uFillTx/>
                <a:latin typeface="Arial"/>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67</a:t>
            </a:fld>
            <a:endParaRPr kumimoji="0" lang="en-US" sz="1050" b="0" i="0" u="none" strike="noStrike" kern="1200" cap="none" spc="0" normalizeH="0" baseline="0" noProof="0">
              <a:ln>
                <a:noFill/>
              </a:ln>
              <a:solidFill>
                <a:srgbClr val="000000"/>
              </a:solidFill>
              <a:effectLst/>
              <a:uLnTx/>
              <a:uFillTx/>
              <a:latin typeface="Arial"/>
              <a:ea typeface="+mn-ea"/>
              <a:cs typeface="+mn-cs"/>
            </a:endParaRPr>
          </a:p>
        </p:txBody>
      </p:sp>
    </p:spTree>
    <p:extLst>
      <p:ext uri="{BB962C8B-B14F-4D97-AF65-F5344CB8AC3E}">
        <p14:creationId xmlns:p14="http://schemas.microsoft.com/office/powerpoint/2010/main" val="3362585473"/>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798DB4-476C-6D1B-F147-12F978390A28}"/>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6A28EF60-338E-C0CE-5F7F-E3E0D9C7D0C7}"/>
              </a:ext>
            </a:extLst>
          </p:cNvPr>
          <p:cNvSpPr>
            <a:spLocks noGrp="1" noRot="1" noChangeAspect="1"/>
          </p:cNvSpPr>
          <p:nvPr>
            <p:ph type="sldImg"/>
          </p:nvPr>
        </p:nvSpPr>
        <p:spPr>
          <a:xfrm>
            <a:off x="406400" y="619125"/>
            <a:ext cx="6048375" cy="3402013"/>
          </a:xfrm>
        </p:spPr>
      </p:sp>
      <p:sp>
        <p:nvSpPr>
          <p:cNvPr id="3" name="Notizenplatzhalter 2">
            <a:extLst>
              <a:ext uri="{FF2B5EF4-FFF2-40B4-BE49-F238E27FC236}">
                <a16:creationId xmlns:a16="http://schemas.microsoft.com/office/drawing/2014/main" id="{3EEF478A-3CE7-3D13-18EA-2B4FD5871EA2}"/>
              </a:ext>
            </a:extLst>
          </p:cNvPr>
          <p:cNvSpPr>
            <a:spLocks noGrp="1"/>
          </p:cNvSpPr>
          <p:nvPr>
            <p:ph type="body" idx="1"/>
          </p:nvPr>
        </p:nvSpPr>
        <p:spPr/>
        <p:txBody>
          <a:bodyPr/>
          <a:lstStyle/>
          <a:p>
            <a:endParaRPr lang="de-DE"/>
          </a:p>
        </p:txBody>
      </p:sp>
      <p:sp>
        <p:nvSpPr>
          <p:cNvPr id="4" name="Foliennummernplatzhalter 3">
            <a:extLst>
              <a:ext uri="{FF2B5EF4-FFF2-40B4-BE49-F238E27FC236}">
                <a16:creationId xmlns:a16="http://schemas.microsoft.com/office/drawing/2014/main" id="{600E15B9-0967-C07F-7C92-7C94FEB41D81}"/>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50" b="1" i="0" u="none" strike="noStrike" kern="1200" cap="none" spc="0" normalizeH="0" baseline="0" noProof="0">
                <a:ln>
                  <a:noFill/>
                </a:ln>
                <a:solidFill>
                  <a:srgbClr val="00D7A0"/>
                </a:solidFill>
                <a:effectLst/>
                <a:uLnTx/>
                <a:uFillTx/>
                <a:latin typeface="Arial"/>
                <a:ea typeface="+mn-ea"/>
                <a:cs typeface="+mn-cs"/>
              </a:rPr>
              <a:t>Notes</a:t>
            </a:r>
            <a:r>
              <a:rPr kumimoji="0" lang="en-US" sz="1050" b="0" i="0" u="none" strike="noStrike" kern="1200" cap="none" spc="0" normalizeH="0" baseline="0" noProof="0">
                <a:ln>
                  <a:noFill/>
                </a:ln>
                <a:solidFill>
                  <a:srgbClr val="000000"/>
                </a:solidFill>
                <a:effectLst/>
                <a:uLnTx/>
                <a:uFillTx/>
                <a:latin typeface="Arial"/>
                <a:ea typeface="+mn-ea"/>
                <a:cs typeface="+mn-cs"/>
              </a:rPr>
              <a:t> </a:t>
            </a:r>
            <a:fld id="{E76C657F-0E32-4130-ADDA-66B81138A76A}" type="slidenum">
              <a:rPr kumimoji="0" lang="en-US" sz="1050" b="0" i="0" u="none" strike="noStrike" kern="1200" cap="none" spc="0" normalizeH="0" baseline="0" noProof="0" smtClean="0">
                <a:ln>
                  <a:noFill/>
                </a:ln>
                <a:solidFill>
                  <a:srgbClr val="000000"/>
                </a:solidFill>
                <a:effectLst/>
                <a:uLnTx/>
                <a:uFillTx/>
                <a:latin typeface="Arial"/>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68</a:t>
            </a:fld>
            <a:endParaRPr kumimoji="0" lang="en-US" sz="1050" b="0" i="0" u="none" strike="noStrike" kern="1200" cap="none" spc="0" normalizeH="0" baseline="0" noProof="0">
              <a:ln>
                <a:noFill/>
              </a:ln>
              <a:solidFill>
                <a:srgbClr val="000000"/>
              </a:solidFill>
              <a:effectLst/>
              <a:uLnTx/>
              <a:uFillTx/>
              <a:latin typeface="Arial"/>
              <a:ea typeface="+mn-ea"/>
              <a:cs typeface="+mn-cs"/>
            </a:endParaRPr>
          </a:p>
        </p:txBody>
      </p:sp>
    </p:spTree>
    <p:extLst>
      <p:ext uri="{BB962C8B-B14F-4D97-AF65-F5344CB8AC3E}">
        <p14:creationId xmlns:p14="http://schemas.microsoft.com/office/powerpoint/2010/main" val="3769620312"/>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531753-DC35-6D63-E47D-71678860C54C}"/>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BC80FE41-F473-E901-2B3B-D57B376AB231}"/>
              </a:ext>
            </a:extLst>
          </p:cNvPr>
          <p:cNvSpPr>
            <a:spLocks noGrp="1" noRot="1" noChangeAspect="1"/>
          </p:cNvSpPr>
          <p:nvPr>
            <p:ph type="sldImg"/>
          </p:nvPr>
        </p:nvSpPr>
        <p:spPr>
          <a:xfrm>
            <a:off x="406400" y="619125"/>
            <a:ext cx="6048375" cy="3402013"/>
          </a:xfrm>
        </p:spPr>
      </p:sp>
      <p:sp>
        <p:nvSpPr>
          <p:cNvPr id="3" name="Notizenplatzhalter 2">
            <a:extLst>
              <a:ext uri="{FF2B5EF4-FFF2-40B4-BE49-F238E27FC236}">
                <a16:creationId xmlns:a16="http://schemas.microsoft.com/office/drawing/2014/main" id="{ACA48523-3AC5-28B8-DE71-92328308BE6A}"/>
              </a:ext>
            </a:extLst>
          </p:cNvPr>
          <p:cNvSpPr>
            <a:spLocks noGrp="1"/>
          </p:cNvSpPr>
          <p:nvPr>
            <p:ph type="body" idx="1"/>
          </p:nvPr>
        </p:nvSpPr>
        <p:spPr/>
        <p:txBody>
          <a:bodyPr/>
          <a:lstStyle/>
          <a:p>
            <a:endParaRPr lang="de-DE"/>
          </a:p>
        </p:txBody>
      </p:sp>
      <p:sp>
        <p:nvSpPr>
          <p:cNvPr id="4" name="Foliennummernplatzhalter 3">
            <a:extLst>
              <a:ext uri="{FF2B5EF4-FFF2-40B4-BE49-F238E27FC236}">
                <a16:creationId xmlns:a16="http://schemas.microsoft.com/office/drawing/2014/main" id="{8EF4432F-7BF1-FB81-CD79-03D6DC1D311D}"/>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50" b="1" i="0" u="none" strike="noStrike" kern="1200" cap="none" spc="0" normalizeH="0" baseline="0" noProof="0">
                <a:ln>
                  <a:noFill/>
                </a:ln>
                <a:solidFill>
                  <a:srgbClr val="00D7A0"/>
                </a:solidFill>
                <a:effectLst/>
                <a:uLnTx/>
                <a:uFillTx/>
                <a:latin typeface="Arial"/>
                <a:ea typeface="+mn-ea"/>
                <a:cs typeface="+mn-cs"/>
              </a:rPr>
              <a:t>Notes</a:t>
            </a:r>
            <a:r>
              <a:rPr kumimoji="0" lang="en-US" sz="1050" b="0" i="0" u="none" strike="noStrike" kern="1200" cap="none" spc="0" normalizeH="0" baseline="0" noProof="0">
                <a:ln>
                  <a:noFill/>
                </a:ln>
                <a:solidFill>
                  <a:srgbClr val="000000"/>
                </a:solidFill>
                <a:effectLst/>
                <a:uLnTx/>
                <a:uFillTx/>
                <a:latin typeface="Arial"/>
                <a:ea typeface="+mn-ea"/>
                <a:cs typeface="+mn-cs"/>
              </a:rPr>
              <a:t> </a:t>
            </a:r>
            <a:fld id="{E76C657F-0E32-4130-ADDA-66B81138A76A}" type="slidenum">
              <a:rPr kumimoji="0" lang="en-US" sz="1050" b="0" i="0" u="none" strike="noStrike" kern="1200" cap="none" spc="0" normalizeH="0" baseline="0" noProof="0" smtClean="0">
                <a:ln>
                  <a:noFill/>
                </a:ln>
                <a:solidFill>
                  <a:srgbClr val="000000"/>
                </a:solidFill>
                <a:effectLst/>
                <a:uLnTx/>
                <a:uFillTx/>
                <a:latin typeface="Arial"/>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69</a:t>
            </a:fld>
            <a:endParaRPr kumimoji="0" lang="en-US" sz="1050" b="0" i="0" u="none" strike="noStrike" kern="1200" cap="none" spc="0" normalizeH="0" baseline="0" noProof="0">
              <a:ln>
                <a:noFill/>
              </a:ln>
              <a:solidFill>
                <a:srgbClr val="000000"/>
              </a:solidFill>
              <a:effectLst/>
              <a:uLnTx/>
              <a:uFillTx/>
              <a:latin typeface="Arial"/>
              <a:ea typeface="+mn-ea"/>
              <a:cs typeface="+mn-cs"/>
            </a:endParaRPr>
          </a:p>
        </p:txBody>
      </p:sp>
    </p:spTree>
    <p:extLst>
      <p:ext uri="{BB962C8B-B14F-4D97-AF65-F5344CB8AC3E}">
        <p14:creationId xmlns:p14="http://schemas.microsoft.com/office/powerpoint/2010/main" val="354867776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FA0890-0DA5-3170-078A-CC8414BE7C13}"/>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AFCD4091-8402-CE25-E03D-4A2C1EF0D2B4}"/>
              </a:ext>
            </a:extLst>
          </p:cNvPr>
          <p:cNvSpPr>
            <a:spLocks noGrp="1" noRot="1" noChangeAspect="1"/>
          </p:cNvSpPr>
          <p:nvPr>
            <p:ph type="sldImg"/>
          </p:nvPr>
        </p:nvSpPr>
        <p:spPr>
          <a:xfrm>
            <a:off x="406400" y="619125"/>
            <a:ext cx="6048375" cy="3402013"/>
          </a:xfrm>
        </p:spPr>
      </p:sp>
      <p:sp>
        <p:nvSpPr>
          <p:cNvPr id="3" name="Notizenplatzhalter 2">
            <a:extLst>
              <a:ext uri="{FF2B5EF4-FFF2-40B4-BE49-F238E27FC236}">
                <a16:creationId xmlns:a16="http://schemas.microsoft.com/office/drawing/2014/main" id="{BC97234F-1EF2-F0F8-6773-E106209A4625}"/>
              </a:ext>
            </a:extLst>
          </p:cNvPr>
          <p:cNvSpPr>
            <a:spLocks noGrp="1"/>
          </p:cNvSpPr>
          <p:nvPr>
            <p:ph type="body" idx="1"/>
          </p:nvPr>
        </p:nvSpPr>
        <p:spPr/>
        <p:txBody>
          <a:bodyPr/>
          <a:lstStyle/>
          <a:p>
            <a:endParaRPr lang="de-DE"/>
          </a:p>
        </p:txBody>
      </p:sp>
      <p:sp>
        <p:nvSpPr>
          <p:cNvPr id="4" name="Foliennummernplatzhalter 3">
            <a:extLst>
              <a:ext uri="{FF2B5EF4-FFF2-40B4-BE49-F238E27FC236}">
                <a16:creationId xmlns:a16="http://schemas.microsoft.com/office/drawing/2014/main" id="{578EC12D-5011-3EB6-CC10-DB41BFF3ADBA}"/>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50" b="1" i="0" u="none" strike="noStrike" kern="1200" cap="none" spc="0" normalizeH="0" baseline="0" noProof="0">
                <a:ln>
                  <a:noFill/>
                </a:ln>
                <a:solidFill>
                  <a:srgbClr val="00D7A0"/>
                </a:solidFill>
                <a:effectLst/>
                <a:uLnTx/>
                <a:uFillTx/>
                <a:latin typeface="Arial"/>
                <a:ea typeface="+mn-ea"/>
                <a:cs typeface="+mn-cs"/>
              </a:rPr>
              <a:t>Notes</a:t>
            </a:r>
            <a:r>
              <a:rPr kumimoji="0" lang="en-US" sz="1050" b="0" i="0" u="none" strike="noStrike" kern="1200" cap="none" spc="0" normalizeH="0" baseline="0" noProof="0">
                <a:ln>
                  <a:noFill/>
                </a:ln>
                <a:solidFill>
                  <a:srgbClr val="000000"/>
                </a:solidFill>
                <a:effectLst/>
                <a:uLnTx/>
                <a:uFillTx/>
                <a:latin typeface="Arial"/>
                <a:ea typeface="+mn-ea"/>
                <a:cs typeface="+mn-cs"/>
              </a:rPr>
              <a:t> </a:t>
            </a:r>
            <a:fld id="{E76C657F-0E32-4130-ADDA-66B81138A76A}" type="slidenum">
              <a:rPr kumimoji="0" lang="en-US" sz="1050" b="0" i="0" u="none" strike="noStrike" kern="1200" cap="none" spc="0" normalizeH="0" baseline="0" noProof="0" smtClean="0">
                <a:ln>
                  <a:noFill/>
                </a:ln>
                <a:solidFill>
                  <a:srgbClr val="000000"/>
                </a:solidFill>
                <a:effectLst/>
                <a:uLnTx/>
                <a:uFillTx/>
                <a:latin typeface="Arial"/>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70</a:t>
            </a:fld>
            <a:endParaRPr kumimoji="0" lang="en-US" sz="1050" b="0" i="0" u="none" strike="noStrike" kern="1200" cap="none" spc="0" normalizeH="0" baseline="0" noProof="0">
              <a:ln>
                <a:noFill/>
              </a:ln>
              <a:solidFill>
                <a:srgbClr val="000000"/>
              </a:solidFill>
              <a:effectLst/>
              <a:uLnTx/>
              <a:uFillTx/>
              <a:latin typeface="Arial"/>
              <a:ea typeface="+mn-ea"/>
              <a:cs typeface="+mn-cs"/>
            </a:endParaRPr>
          </a:p>
        </p:txBody>
      </p:sp>
    </p:spTree>
    <p:extLst>
      <p:ext uri="{BB962C8B-B14F-4D97-AF65-F5344CB8AC3E}">
        <p14:creationId xmlns:p14="http://schemas.microsoft.com/office/powerpoint/2010/main" val="3489225733"/>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EC0192-3292-17B0-946E-8303D99E8156}"/>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57EE5B46-AB12-3FD0-28C5-F387CCCD9E8F}"/>
              </a:ext>
            </a:extLst>
          </p:cNvPr>
          <p:cNvSpPr>
            <a:spLocks noGrp="1" noRot="1" noChangeAspect="1"/>
          </p:cNvSpPr>
          <p:nvPr>
            <p:ph type="sldImg"/>
          </p:nvPr>
        </p:nvSpPr>
        <p:spPr>
          <a:xfrm>
            <a:off x="406400" y="619125"/>
            <a:ext cx="6048375" cy="3402013"/>
          </a:xfrm>
        </p:spPr>
      </p:sp>
      <p:sp>
        <p:nvSpPr>
          <p:cNvPr id="3" name="Notizenplatzhalter 2">
            <a:extLst>
              <a:ext uri="{FF2B5EF4-FFF2-40B4-BE49-F238E27FC236}">
                <a16:creationId xmlns:a16="http://schemas.microsoft.com/office/drawing/2014/main" id="{2D67B4C9-D168-6EB6-D646-D9D7132D81AC}"/>
              </a:ext>
            </a:extLst>
          </p:cNvPr>
          <p:cNvSpPr>
            <a:spLocks noGrp="1"/>
          </p:cNvSpPr>
          <p:nvPr>
            <p:ph type="body" idx="1"/>
          </p:nvPr>
        </p:nvSpPr>
        <p:spPr/>
        <p:txBody>
          <a:bodyPr/>
          <a:lstStyle/>
          <a:p>
            <a:endParaRPr lang="de-DE"/>
          </a:p>
        </p:txBody>
      </p:sp>
      <p:sp>
        <p:nvSpPr>
          <p:cNvPr id="4" name="Foliennummernplatzhalter 3">
            <a:extLst>
              <a:ext uri="{FF2B5EF4-FFF2-40B4-BE49-F238E27FC236}">
                <a16:creationId xmlns:a16="http://schemas.microsoft.com/office/drawing/2014/main" id="{D1C4794F-C751-560F-B268-CDC2C2A1585D}"/>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50" b="1" i="0" u="none" strike="noStrike" kern="1200" cap="none" spc="0" normalizeH="0" baseline="0" noProof="0">
                <a:ln>
                  <a:noFill/>
                </a:ln>
                <a:solidFill>
                  <a:srgbClr val="00D7A0"/>
                </a:solidFill>
                <a:effectLst/>
                <a:uLnTx/>
                <a:uFillTx/>
                <a:latin typeface="Arial"/>
                <a:ea typeface="+mn-ea"/>
                <a:cs typeface="+mn-cs"/>
              </a:rPr>
              <a:t>Notes</a:t>
            </a:r>
            <a:r>
              <a:rPr kumimoji="0" lang="en-US" sz="1050" b="0" i="0" u="none" strike="noStrike" kern="1200" cap="none" spc="0" normalizeH="0" baseline="0" noProof="0">
                <a:ln>
                  <a:noFill/>
                </a:ln>
                <a:solidFill>
                  <a:srgbClr val="000000"/>
                </a:solidFill>
                <a:effectLst/>
                <a:uLnTx/>
                <a:uFillTx/>
                <a:latin typeface="Arial"/>
                <a:ea typeface="+mn-ea"/>
                <a:cs typeface="+mn-cs"/>
              </a:rPr>
              <a:t> </a:t>
            </a:r>
            <a:fld id="{E76C657F-0E32-4130-ADDA-66B81138A76A}" type="slidenum">
              <a:rPr kumimoji="0" lang="en-US" sz="1050" b="0" i="0" u="none" strike="noStrike" kern="1200" cap="none" spc="0" normalizeH="0" baseline="0" noProof="0" smtClean="0">
                <a:ln>
                  <a:noFill/>
                </a:ln>
                <a:solidFill>
                  <a:srgbClr val="000000"/>
                </a:solidFill>
                <a:effectLst/>
                <a:uLnTx/>
                <a:uFillTx/>
                <a:latin typeface="Arial"/>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71</a:t>
            </a:fld>
            <a:endParaRPr kumimoji="0" lang="en-US" sz="1050" b="0" i="0" u="none" strike="noStrike" kern="1200" cap="none" spc="0" normalizeH="0" baseline="0" noProof="0">
              <a:ln>
                <a:noFill/>
              </a:ln>
              <a:solidFill>
                <a:srgbClr val="000000"/>
              </a:solidFill>
              <a:effectLst/>
              <a:uLnTx/>
              <a:uFillTx/>
              <a:latin typeface="Arial"/>
              <a:ea typeface="+mn-ea"/>
              <a:cs typeface="+mn-cs"/>
            </a:endParaRPr>
          </a:p>
        </p:txBody>
      </p:sp>
    </p:spTree>
    <p:extLst>
      <p:ext uri="{BB962C8B-B14F-4D97-AF65-F5344CB8AC3E}">
        <p14:creationId xmlns:p14="http://schemas.microsoft.com/office/powerpoint/2010/main" val="2960650434"/>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16D52B-776C-40B4-5F10-2013331D910A}"/>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18B54B79-884A-D060-3BCE-DA6191E4916F}"/>
              </a:ext>
            </a:extLst>
          </p:cNvPr>
          <p:cNvSpPr>
            <a:spLocks noGrp="1" noRot="1" noChangeAspect="1"/>
          </p:cNvSpPr>
          <p:nvPr>
            <p:ph type="sldImg"/>
          </p:nvPr>
        </p:nvSpPr>
        <p:spPr>
          <a:xfrm>
            <a:off x="406400" y="619125"/>
            <a:ext cx="6048375" cy="3402013"/>
          </a:xfrm>
        </p:spPr>
      </p:sp>
      <p:sp>
        <p:nvSpPr>
          <p:cNvPr id="3" name="Notizenplatzhalter 2">
            <a:extLst>
              <a:ext uri="{FF2B5EF4-FFF2-40B4-BE49-F238E27FC236}">
                <a16:creationId xmlns:a16="http://schemas.microsoft.com/office/drawing/2014/main" id="{16085F0B-BA93-DAEC-8AE8-DCC5CC02D0DB}"/>
              </a:ext>
            </a:extLst>
          </p:cNvPr>
          <p:cNvSpPr>
            <a:spLocks noGrp="1"/>
          </p:cNvSpPr>
          <p:nvPr>
            <p:ph type="body" idx="1"/>
          </p:nvPr>
        </p:nvSpPr>
        <p:spPr/>
        <p:txBody>
          <a:bodyPr/>
          <a:lstStyle/>
          <a:p>
            <a:endParaRPr lang="de-DE"/>
          </a:p>
        </p:txBody>
      </p:sp>
      <p:sp>
        <p:nvSpPr>
          <p:cNvPr id="4" name="Foliennummernplatzhalter 3">
            <a:extLst>
              <a:ext uri="{FF2B5EF4-FFF2-40B4-BE49-F238E27FC236}">
                <a16:creationId xmlns:a16="http://schemas.microsoft.com/office/drawing/2014/main" id="{24F8B331-D4CB-3AE4-6B4D-C92B50F40EC8}"/>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50" b="1" i="0" u="none" strike="noStrike" kern="1200" cap="none" spc="0" normalizeH="0" baseline="0" noProof="0">
                <a:ln>
                  <a:noFill/>
                </a:ln>
                <a:solidFill>
                  <a:srgbClr val="00D7A0"/>
                </a:solidFill>
                <a:effectLst/>
                <a:uLnTx/>
                <a:uFillTx/>
                <a:latin typeface="Arial"/>
                <a:ea typeface="+mn-ea"/>
                <a:cs typeface="+mn-cs"/>
              </a:rPr>
              <a:t>Notes</a:t>
            </a:r>
            <a:r>
              <a:rPr kumimoji="0" lang="en-US" sz="1050" b="0" i="0" u="none" strike="noStrike" kern="1200" cap="none" spc="0" normalizeH="0" baseline="0" noProof="0">
                <a:ln>
                  <a:noFill/>
                </a:ln>
                <a:solidFill>
                  <a:srgbClr val="000000"/>
                </a:solidFill>
                <a:effectLst/>
                <a:uLnTx/>
                <a:uFillTx/>
                <a:latin typeface="Arial"/>
                <a:ea typeface="+mn-ea"/>
                <a:cs typeface="+mn-cs"/>
              </a:rPr>
              <a:t> </a:t>
            </a:r>
            <a:fld id="{E76C657F-0E32-4130-ADDA-66B81138A76A}" type="slidenum">
              <a:rPr kumimoji="0" lang="en-US" sz="1050" b="0" i="0" u="none" strike="noStrike" kern="1200" cap="none" spc="0" normalizeH="0" baseline="0" noProof="0" smtClean="0">
                <a:ln>
                  <a:noFill/>
                </a:ln>
                <a:solidFill>
                  <a:srgbClr val="000000"/>
                </a:solidFill>
                <a:effectLst/>
                <a:uLnTx/>
                <a:uFillTx/>
                <a:latin typeface="Arial"/>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72</a:t>
            </a:fld>
            <a:endParaRPr kumimoji="0" lang="en-US" sz="1050" b="0" i="0" u="none" strike="noStrike" kern="1200" cap="none" spc="0" normalizeH="0" baseline="0" noProof="0">
              <a:ln>
                <a:noFill/>
              </a:ln>
              <a:solidFill>
                <a:srgbClr val="000000"/>
              </a:solidFill>
              <a:effectLst/>
              <a:uLnTx/>
              <a:uFillTx/>
              <a:latin typeface="Arial"/>
              <a:ea typeface="+mn-ea"/>
              <a:cs typeface="+mn-cs"/>
            </a:endParaRPr>
          </a:p>
        </p:txBody>
      </p:sp>
    </p:spTree>
    <p:extLst>
      <p:ext uri="{BB962C8B-B14F-4D97-AF65-F5344CB8AC3E}">
        <p14:creationId xmlns:p14="http://schemas.microsoft.com/office/powerpoint/2010/main" val="1020313437"/>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C3EBE3-D640-C0B8-5BB7-E734CEE8CDD9}"/>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15138AF2-5DD5-5F9F-9F3E-FEB014E47638}"/>
              </a:ext>
            </a:extLst>
          </p:cNvPr>
          <p:cNvSpPr>
            <a:spLocks noGrp="1" noRot="1" noChangeAspect="1"/>
          </p:cNvSpPr>
          <p:nvPr>
            <p:ph type="sldImg"/>
          </p:nvPr>
        </p:nvSpPr>
        <p:spPr>
          <a:xfrm>
            <a:off x="406400" y="619125"/>
            <a:ext cx="6048375" cy="3402013"/>
          </a:xfrm>
        </p:spPr>
      </p:sp>
      <p:sp>
        <p:nvSpPr>
          <p:cNvPr id="3" name="Notizenplatzhalter 2">
            <a:extLst>
              <a:ext uri="{FF2B5EF4-FFF2-40B4-BE49-F238E27FC236}">
                <a16:creationId xmlns:a16="http://schemas.microsoft.com/office/drawing/2014/main" id="{B9586531-AAE3-F5B5-221E-9FE48375B5EF}"/>
              </a:ext>
            </a:extLst>
          </p:cNvPr>
          <p:cNvSpPr>
            <a:spLocks noGrp="1"/>
          </p:cNvSpPr>
          <p:nvPr>
            <p:ph type="body" idx="1"/>
          </p:nvPr>
        </p:nvSpPr>
        <p:spPr/>
        <p:txBody>
          <a:bodyPr/>
          <a:lstStyle/>
          <a:p>
            <a:endParaRPr lang="de-DE"/>
          </a:p>
        </p:txBody>
      </p:sp>
      <p:sp>
        <p:nvSpPr>
          <p:cNvPr id="4" name="Foliennummernplatzhalter 3">
            <a:extLst>
              <a:ext uri="{FF2B5EF4-FFF2-40B4-BE49-F238E27FC236}">
                <a16:creationId xmlns:a16="http://schemas.microsoft.com/office/drawing/2014/main" id="{8439EC39-8B14-AA45-3837-CD8502DDF89B}"/>
              </a:ext>
            </a:extLst>
          </p:cNvPr>
          <p:cNvSpPr>
            <a:spLocks noGrp="1"/>
          </p:cNvSpPr>
          <p:nvPr>
            <p:ph type="sldNum" sz="quarter" idx="5"/>
          </p:nvPr>
        </p:nvSpPr>
        <p:spPr/>
        <p:txBody>
          <a:bodyPr/>
          <a:lstStyle/>
          <a:p>
            <a:r>
              <a:rPr lang="en-US" b="1">
                <a:solidFill>
                  <a:schemeClr val="accent2"/>
                </a:solidFill>
              </a:rPr>
              <a:t>Notes</a:t>
            </a:r>
            <a:r>
              <a:rPr lang="en-US"/>
              <a:t> </a:t>
            </a:r>
            <a:fld id="{E76C657F-0E32-4130-ADDA-66B81138A76A}" type="slidenum">
              <a:rPr lang="en-US" smtClean="0"/>
              <a:pPr/>
              <a:t>74</a:t>
            </a:fld>
            <a:endParaRPr lang="en-US"/>
          </a:p>
        </p:txBody>
      </p:sp>
    </p:spTree>
    <p:extLst>
      <p:ext uri="{BB962C8B-B14F-4D97-AF65-F5344CB8AC3E}">
        <p14:creationId xmlns:p14="http://schemas.microsoft.com/office/powerpoint/2010/main" val="2811454378"/>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7DAD00-59D0-25F5-25B6-B230EF9B7485}"/>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60781422-9249-6274-D4F6-C30547916DCF}"/>
              </a:ext>
            </a:extLst>
          </p:cNvPr>
          <p:cNvSpPr>
            <a:spLocks noGrp="1" noRot="1" noChangeAspect="1"/>
          </p:cNvSpPr>
          <p:nvPr>
            <p:ph type="sldImg"/>
          </p:nvPr>
        </p:nvSpPr>
        <p:spPr>
          <a:xfrm>
            <a:off x="406400" y="619125"/>
            <a:ext cx="6048375" cy="3402013"/>
          </a:xfrm>
        </p:spPr>
      </p:sp>
      <p:sp>
        <p:nvSpPr>
          <p:cNvPr id="3" name="Notizenplatzhalter 2">
            <a:extLst>
              <a:ext uri="{FF2B5EF4-FFF2-40B4-BE49-F238E27FC236}">
                <a16:creationId xmlns:a16="http://schemas.microsoft.com/office/drawing/2014/main" id="{91D06DB4-BC24-610C-0256-B825C4777CF8}"/>
              </a:ext>
            </a:extLst>
          </p:cNvPr>
          <p:cNvSpPr>
            <a:spLocks noGrp="1"/>
          </p:cNvSpPr>
          <p:nvPr>
            <p:ph type="body" idx="1"/>
          </p:nvPr>
        </p:nvSpPr>
        <p:spPr/>
        <p:txBody>
          <a:bodyPr/>
          <a:lstStyle/>
          <a:p>
            <a:endParaRPr lang="de-DE"/>
          </a:p>
        </p:txBody>
      </p:sp>
      <p:sp>
        <p:nvSpPr>
          <p:cNvPr id="4" name="Foliennummernplatzhalter 3">
            <a:extLst>
              <a:ext uri="{FF2B5EF4-FFF2-40B4-BE49-F238E27FC236}">
                <a16:creationId xmlns:a16="http://schemas.microsoft.com/office/drawing/2014/main" id="{A08B3AA7-8E59-4665-4529-ACEDA4AFC3AF}"/>
              </a:ext>
            </a:extLst>
          </p:cNvPr>
          <p:cNvSpPr>
            <a:spLocks noGrp="1"/>
          </p:cNvSpPr>
          <p:nvPr>
            <p:ph type="sldNum" sz="quarter" idx="5"/>
          </p:nvPr>
        </p:nvSpPr>
        <p:spPr/>
        <p:txBody>
          <a:bodyPr/>
          <a:lstStyle/>
          <a:p>
            <a:r>
              <a:rPr lang="en-US" b="1">
                <a:solidFill>
                  <a:schemeClr val="accent2"/>
                </a:solidFill>
              </a:rPr>
              <a:t>Notes</a:t>
            </a:r>
            <a:r>
              <a:rPr lang="en-US"/>
              <a:t> </a:t>
            </a:r>
            <a:fld id="{E76C657F-0E32-4130-ADDA-66B81138A76A}" type="slidenum">
              <a:rPr lang="en-US" smtClean="0"/>
              <a:pPr/>
              <a:t>75</a:t>
            </a:fld>
            <a:endParaRPr lang="en-US"/>
          </a:p>
        </p:txBody>
      </p:sp>
    </p:spTree>
    <p:extLst>
      <p:ext uri="{BB962C8B-B14F-4D97-AF65-F5344CB8AC3E}">
        <p14:creationId xmlns:p14="http://schemas.microsoft.com/office/powerpoint/2010/main" val="196448171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34A378-09D5-AF55-FC71-15FECE7DB038}"/>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4ABF0FB4-C973-B7E6-5514-7D5733D961B5}"/>
              </a:ext>
            </a:extLst>
          </p:cNvPr>
          <p:cNvSpPr>
            <a:spLocks noGrp="1" noRot="1" noChangeAspect="1"/>
          </p:cNvSpPr>
          <p:nvPr>
            <p:ph type="sldImg"/>
          </p:nvPr>
        </p:nvSpPr>
        <p:spPr>
          <a:xfrm>
            <a:off x="406400" y="619125"/>
            <a:ext cx="6048375" cy="3402013"/>
          </a:xfrm>
        </p:spPr>
      </p:sp>
      <p:sp>
        <p:nvSpPr>
          <p:cNvPr id="3" name="Notizenplatzhalter 2">
            <a:extLst>
              <a:ext uri="{FF2B5EF4-FFF2-40B4-BE49-F238E27FC236}">
                <a16:creationId xmlns:a16="http://schemas.microsoft.com/office/drawing/2014/main" id="{59FE6395-4924-E505-4A06-4504D7C0F6D5}"/>
              </a:ext>
            </a:extLst>
          </p:cNvPr>
          <p:cNvSpPr>
            <a:spLocks noGrp="1"/>
          </p:cNvSpPr>
          <p:nvPr>
            <p:ph type="body" idx="1"/>
          </p:nvPr>
        </p:nvSpPr>
        <p:spPr/>
        <p:txBody>
          <a:bodyPr/>
          <a:lstStyle/>
          <a:p>
            <a:endParaRPr lang="de-DE"/>
          </a:p>
        </p:txBody>
      </p:sp>
      <p:sp>
        <p:nvSpPr>
          <p:cNvPr id="4" name="Foliennummernplatzhalter 3">
            <a:extLst>
              <a:ext uri="{FF2B5EF4-FFF2-40B4-BE49-F238E27FC236}">
                <a16:creationId xmlns:a16="http://schemas.microsoft.com/office/drawing/2014/main" id="{0EA4B78C-4807-4985-9841-17ED020B8FD5}"/>
              </a:ext>
            </a:extLst>
          </p:cNvPr>
          <p:cNvSpPr>
            <a:spLocks noGrp="1"/>
          </p:cNvSpPr>
          <p:nvPr>
            <p:ph type="sldNum" sz="quarter" idx="5"/>
          </p:nvPr>
        </p:nvSpPr>
        <p:spPr/>
        <p:txBody>
          <a:bodyPr/>
          <a:lstStyle/>
          <a:p>
            <a:r>
              <a:rPr lang="en-US" b="1">
                <a:solidFill>
                  <a:schemeClr val="accent2"/>
                </a:solidFill>
              </a:rPr>
              <a:t>Notes</a:t>
            </a:r>
            <a:r>
              <a:rPr lang="en-US"/>
              <a:t> </a:t>
            </a:r>
            <a:fld id="{E76C657F-0E32-4130-ADDA-66B81138A76A}" type="slidenum">
              <a:rPr lang="en-US" smtClean="0"/>
              <a:pPr/>
              <a:t>76</a:t>
            </a:fld>
            <a:endParaRPr lang="en-US"/>
          </a:p>
        </p:txBody>
      </p:sp>
    </p:spTree>
    <p:extLst>
      <p:ext uri="{BB962C8B-B14F-4D97-AF65-F5344CB8AC3E}">
        <p14:creationId xmlns:p14="http://schemas.microsoft.com/office/powerpoint/2010/main" val="3393269093"/>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521BC3-B3FE-3016-402B-727D3888F566}"/>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C3E407F0-3461-14AB-498F-68F6E04A9BD2}"/>
              </a:ext>
            </a:extLst>
          </p:cNvPr>
          <p:cNvSpPr>
            <a:spLocks noGrp="1" noRot="1" noChangeAspect="1"/>
          </p:cNvSpPr>
          <p:nvPr>
            <p:ph type="sldImg"/>
          </p:nvPr>
        </p:nvSpPr>
        <p:spPr>
          <a:xfrm>
            <a:off x="406400" y="619125"/>
            <a:ext cx="6048375" cy="3402013"/>
          </a:xfrm>
        </p:spPr>
      </p:sp>
      <p:sp>
        <p:nvSpPr>
          <p:cNvPr id="3" name="Notizenplatzhalter 2">
            <a:extLst>
              <a:ext uri="{FF2B5EF4-FFF2-40B4-BE49-F238E27FC236}">
                <a16:creationId xmlns:a16="http://schemas.microsoft.com/office/drawing/2014/main" id="{772BC06C-E82A-51B8-0570-3BFA5AEF2F68}"/>
              </a:ext>
            </a:extLst>
          </p:cNvPr>
          <p:cNvSpPr>
            <a:spLocks noGrp="1"/>
          </p:cNvSpPr>
          <p:nvPr>
            <p:ph type="body" idx="1"/>
          </p:nvPr>
        </p:nvSpPr>
        <p:spPr/>
        <p:txBody>
          <a:bodyPr/>
          <a:lstStyle/>
          <a:p>
            <a:endParaRPr lang="de-DE"/>
          </a:p>
        </p:txBody>
      </p:sp>
      <p:sp>
        <p:nvSpPr>
          <p:cNvPr id="4" name="Foliennummernplatzhalter 3">
            <a:extLst>
              <a:ext uri="{FF2B5EF4-FFF2-40B4-BE49-F238E27FC236}">
                <a16:creationId xmlns:a16="http://schemas.microsoft.com/office/drawing/2014/main" id="{E346AA1B-6F8C-A1FA-635F-BF4DDDAFFC0C}"/>
              </a:ext>
            </a:extLst>
          </p:cNvPr>
          <p:cNvSpPr>
            <a:spLocks noGrp="1"/>
          </p:cNvSpPr>
          <p:nvPr>
            <p:ph type="sldNum" sz="quarter" idx="5"/>
          </p:nvPr>
        </p:nvSpPr>
        <p:spPr/>
        <p:txBody>
          <a:bodyPr/>
          <a:lstStyle/>
          <a:p>
            <a:r>
              <a:rPr lang="en-US" b="1">
                <a:solidFill>
                  <a:schemeClr val="accent2"/>
                </a:solidFill>
              </a:rPr>
              <a:t>Notes</a:t>
            </a:r>
            <a:r>
              <a:rPr lang="en-US"/>
              <a:t> </a:t>
            </a:r>
            <a:fld id="{E76C657F-0E32-4130-ADDA-66B81138A76A}" type="slidenum">
              <a:rPr lang="en-US" smtClean="0"/>
              <a:pPr/>
              <a:t>77</a:t>
            </a:fld>
            <a:endParaRPr lang="en-US"/>
          </a:p>
        </p:txBody>
      </p:sp>
    </p:spTree>
    <p:extLst>
      <p:ext uri="{BB962C8B-B14F-4D97-AF65-F5344CB8AC3E}">
        <p14:creationId xmlns:p14="http://schemas.microsoft.com/office/powerpoint/2010/main" val="350476749"/>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BE327B-ACF2-81CA-1267-49D975C2202C}"/>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4BAA5148-BCC3-CC39-1E1B-9C573D06E930}"/>
              </a:ext>
            </a:extLst>
          </p:cNvPr>
          <p:cNvSpPr>
            <a:spLocks noGrp="1" noRot="1" noChangeAspect="1"/>
          </p:cNvSpPr>
          <p:nvPr>
            <p:ph type="sldImg"/>
          </p:nvPr>
        </p:nvSpPr>
        <p:spPr>
          <a:xfrm>
            <a:off x="406400" y="619125"/>
            <a:ext cx="6048375" cy="3402013"/>
          </a:xfrm>
        </p:spPr>
      </p:sp>
      <p:sp>
        <p:nvSpPr>
          <p:cNvPr id="3" name="Notizenplatzhalter 2">
            <a:extLst>
              <a:ext uri="{FF2B5EF4-FFF2-40B4-BE49-F238E27FC236}">
                <a16:creationId xmlns:a16="http://schemas.microsoft.com/office/drawing/2014/main" id="{6EAC2CC4-2639-B8F5-8192-8703C339EB00}"/>
              </a:ext>
            </a:extLst>
          </p:cNvPr>
          <p:cNvSpPr>
            <a:spLocks noGrp="1"/>
          </p:cNvSpPr>
          <p:nvPr>
            <p:ph type="body" idx="1"/>
          </p:nvPr>
        </p:nvSpPr>
        <p:spPr/>
        <p:txBody>
          <a:bodyPr/>
          <a:lstStyle/>
          <a:p>
            <a:endParaRPr lang="de-DE"/>
          </a:p>
        </p:txBody>
      </p:sp>
      <p:sp>
        <p:nvSpPr>
          <p:cNvPr id="4" name="Foliennummernplatzhalter 3">
            <a:extLst>
              <a:ext uri="{FF2B5EF4-FFF2-40B4-BE49-F238E27FC236}">
                <a16:creationId xmlns:a16="http://schemas.microsoft.com/office/drawing/2014/main" id="{115F836B-3145-0656-0B54-CB825CFAA746}"/>
              </a:ext>
            </a:extLst>
          </p:cNvPr>
          <p:cNvSpPr>
            <a:spLocks noGrp="1"/>
          </p:cNvSpPr>
          <p:nvPr>
            <p:ph type="sldNum" sz="quarter" idx="5"/>
          </p:nvPr>
        </p:nvSpPr>
        <p:spPr/>
        <p:txBody>
          <a:bodyPr/>
          <a:lstStyle/>
          <a:p>
            <a:r>
              <a:rPr lang="en-US" b="1">
                <a:solidFill>
                  <a:schemeClr val="accent2"/>
                </a:solidFill>
              </a:rPr>
              <a:t>Notes</a:t>
            </a:r>
            <a:r>
              <a:rPr lang="en-US"/>
              <a:t> </a:t>
            </a:r>
            <a:fld id="{E76C657F-0E32-4130-ADDA-66B81138A76A}" type="slidenum">
              <a:rPr lang="en-US" smtClean="0"/>
              <a:pPr/>
              <a:t>78</a:t>
            </a:fld>
            <a:endParaRPr lang="en-US"/>
          </a:p>
        </p:txBody>
      </p:sp>
    </p:spTree>
    <p:extLst>
      <p:ext uri="{BB962C8B-B14F-4D97-AF65-F5344CB8AC3E}">
        <p14:creationId xmlns:p14="http://schemas.microsoft.com/office/powerpoint/2010/main" val="2650565935"/>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B98877-5693-3DBE-E74F-91D385A540F4}"/>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24B5BAA9-3AB8-450D-48DB-5613217B09FF}"/>
              </a:ext>
            </a:extLst>
          </p:cNvPr>
          <p:cNvSpPr>
            <a:spLocks noGrp="1" noRot="1" noChangeAspect="1"/>
          </p:cNvSpPr>
          <p:nvPr>
            <p:ph type="sldImg"/>
          </p:nvPr>
        </p:nvSpPr>
        <p:spPr>
          <a:xfrm>
            <a:off x="406400" y="619125"/>
            <a:ext cx="6048375" cy="3402013"/>
          </a:xfrm>
        </p:spPr>
      </p:sp>
      <p:sp>
        <p:nvSpPr>
          <p:cNvPr id="3" name="Notizenplatzhalter 2">
            <a:extLst>
              <a:ext uri="{FF2B5EF4-FFF2-40B4-BE49-F238E27FC236}">
                <a16:creationId xmlns:a16="http://schemas.microsoft.com/office/drawing/2014/main" id="{514FF575-1E15-E8D3-173E-F386C1A975EA}"/>
              </a:ext>
            </a:extLst>
          </p:cNvPr>
          <p:cNvSpPr>
            <a:spLocks noGrp="1"/>
          </p:cNvSpPr>
          <p:nvPr>
            <p:ph type="body" idx="1"/>
          </p:nvPr>
        </p:nvSpPr>
        <p:spPr/>
        <p:txBody>
          <a:bodyPr/>
          <a:lstStyle/>
          <a:p>
            <a:endParaRPr lang="de-DE"/>
          </a:p>
        </p:txBody>
      </p:sp>
      <p:sp>
        <p:nvSpPr>
          <p:cNvPr id="4" name="Foliennummernplatzhalter 3">
            <a:extLst>
              <a:ext uri="{FF2B5EF4-FFF2-40B4-BE49-F238E27FC236}">
                <a16:creationId xmlns:a16="http://schemas.microsoft.com/office/drawing/2014/main" id="{5A694DAC-5C19-F95C-DCEE-CCCEBBBA8AED}"/>
              </a:ext>
            </a:extLst>
          </p:cNvPr>
          <p:cNvSpPr>
            <a:spLocks noGrp="1"/>
          </p:cNvSpPr>
          <p:nvPr>
            <p:ph type="sldNum" sz="quarter" idx="5"/>
          </p:nvPr>
        </p:nvSpPr>
        <p:spPr/>
        <p:txBody>
          <a:bodyPr/>
          <a:lstStyle/>
          <a:p>
            <a:r>
              <a:rPr lang="en-US" b="1">
                <a:solidFill>
                  <a:schemeClr val="accent2"/>
                </a:solidFill>
              </a:rPr>
              <a:t>Notes</a:t>
            </a:r>
            <a:r>
              <a:rPr lang="en-US"/>
              <a:t> </a:t>
            </a:r>
            <a:fld id="{E76C657F-0E32-4130-ADDA-66B81138A76A}" type="slidenum">
              <a:rPr lang="en-US" smtClean="0"/>
              <a:pPr/>
              <a:t>80</a:t>
            </a:fld>
            <a:endParaRPr lang="en-US"/>
          </a:p>
        </p:txBody>
      </p:sp>
    </p:spTree>
    <p:extLst>
      <p:ext uri="{BB962C8B-B14F-4D97-AF65-F5344CB8AC3E}">
        <p14:creationId xmlns:p14="http://schemas.microsoft.com/office/powerpoint/2010/main" val="2857947225"/>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AFB0C8-2738-3175-750D-66A06415121F}"/>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B907E2B0-700E-BDA3-3FB4-3A79D88ECD74}"/>
              </a:ext>
            </a:extLst>
          </p:cNvPr>
          <p:cNvSpPr>
            <a:spLocks noGrp="1" noRot="1" noChangeAspect="1"/>
          </p:cNvSpPr>
          <p:nvPr>
            <p:ph type="sldImg"/>
          </p:nvPr>
        </p:nvSpPr>
        <p:spPr>
          <a:xfrm>
            <a:off x="406400" y="619125"/>
            <a:ext cx="6048375" cy="3402013"/>
          </a:xfrm>
        </p:spPr>
      </p:sp>
      <p:sp>
        <p:nvSpPr>
          <p:cNvPr id="3" name="Notizenplatzhalter 2">
            <a:extLst>
              <a:ext uri="{FF2B5EF4-FFF2-40B4-BE49-F238E27FC236}">
                <a16:creationId xmlns:a16="http://schemas.microsoft.com/office/drawing/2014/main" id="{32D943C9-45BC-01FA-38D9-458A518666B7}"/>
              </a:ext>
            </a:extLst>
          </p:cNvPr>
          <p:cNvSpPr>
            <a:spLocks noGrp="1"/>
          </p:cNvSpPr>
          <p:nvPr>
            <p:ph type="body" idx="1"/>
          </p:nvPr>
        </p:nvSpPr>
        <p:spPr/>
        <p:txBody>
          <a:bodyPr/>
          <a:lstStyle/>
          <a:p>
            <a:endParaRPr lang="de-DE"/>
          </a:p>
        </p:txBody>
      </p:sp>
      <p:sp>
        <p:nvSpPr>
          <p:cNvPr id="4" name="Foliennummernplatzhalter 3">
            <a:extLst>
              <a:ext uri="{FF2B5EF4-FFF2-40B4-BE49-F238E27FC236}">
                <a16:creationId xmlns:a16="http://schemas.microsoft.com/office/drawing/2014/main" id="{44860DED-B8D5-60CA-FF96-3F12E583D4BE}"/>
              </a:ext>
            </a:extLst>
          </p:cNvPr>
          <p:cNvSpPr>
            <a:spLocks noGrp="1"/>
          </p:cNvSpPr>
          <p:nvPr>
            <p:ph type="sldNum" sz="quarter" idx="5"/>
          </p:nvPr>
        </p:nvSpPr>
        <p:spPr/>
        <p:txBody>
          <a:bodyPr/>
          <a:lstStyle/>
          <a:p>
            <a:r>
              <a:rPr lang="en-US" b="1">
                <a:solidFill>
                  <a:schemeClr val="accent2"/>
                </a:solidFill>
              </a:rPr>
              <a:t>Notes</a:t>
            </a:r>
            <a:r>
              <a:rPr lang="en-US"/>
              <a:t> </a:t>
            </a:r>
            <a:fld id="{E76C657F-0E32-4130-ADDA-66B81138A76A}" type="slidenum">
              <a:rPr lang="en-US" smtClean="0"/>
              <a:pPr/>
              <a:t>81</a:t>
            </a:fld>
            <a:endParaRPr lang="en-US"/>
          </a:p>
        </p:txBody>
      </p:sp>
    </p:spTree>
    <p:extLst>
      <p:ext uri="{BB962C8B-B14F-4D97-AF65-F5344CB8AC3E}">
        <p14:creationId xmlns:p14="http://schemas.microsoft.com/office/powerpoint/2010/main" val="1782119299"/>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909604-7807-BBA4-B114-005D53F4453F}"/>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3D00F142-D38B-9A50-8658-60686237876D}"/>
              </a:ext>
            </a:extLst>
          </p:cNvPr>
          <p:cNvSpPr>
            <a:spLocks noGrp="1" noRot="1" noChangeAspect="1"/>
          </p:cNvSpPr>
          <p:nvPr>
            <p:ph type="sldImg"/>
          </p:nvPr>
        </p:nvSpPr>
        <p:spPr>
          <a:xfrm>
            <a:off x="406400" y="619125"/>
            <a:ext cx="6048375" cy="3402013"/>
          </a:xfrm>
        </p:spPr>
      </p:sp>
      <p:sp>
        <p:nvSpPr>
          <p:cNvPr id="3" name="Notizenplatzhalter 2">
            <a:extLst>
              <a:ext uri="{FF2B5EF4-FFF2-40B4-BE49-F238E27FC236}">
                <a16:creationId xmlns:a16="http://schemas.microsoft.com/office/drawing/2014/main" id="{21B46521-D4B0-6278-83DB-A37B8A579697}"/>
              </a:ext>
            </a:extLst>
          </p:cNvPr>
          <p:cNvSpPr>
            <a:spLocks noGrp="1"/>
          </p:cNvSpPr>
          <p:nvPr>
            <p:ph type="body" idx="1"/>
          </p:nvPr>
        </p:nvSpPr>
        <p:spPr/>
        <p:txBody>
          <a:bodyPr/>
          <a:lstStyle/>
          <a:p>
            <a:endParaRPr lang="de-DE"/>
          </a:p>
        </p:txBody>
      </p:sp>
      <p:sp>
        <p:nvSpPr>
          <p:cNvPr id="4" name="Foliennummernplatzhalter 3">
            <a:extLst>
              <a:ext uri="{FF2B5EF4-FFF2-40B4-BE49-F238E27FC236}">
                <a16:creationId xmlns:a16="http://schemas.microsoft.com/office/drawing/2014/main" id="{705E051C-E4BF-7C04-CFC1-34DC8A274677}"/>
              </a:ext>
            </a:extLst>
          </p:cNvPr>
          <p:cNvSpPr>
            <a:spLocks noGrp="1"/>
          </p:cNvSpPr>
          <p:nvPr>
            <p:ph type="sldNum" sz="quarter" idx="5"/>
          </p:nvPr>
        </p:nvSpPr>
        <p:spPr/>
        <p:txBody>
          <a:bodyPr/>
          <a:lstStyle/>
          <a:p>
            <a:r>
              <a:rPr lang="en-US" b="1">
                <a:solidFill>
                  <a:schemeClr val="accent2"/>
                </a:solidFill>
              </a:rPr>
              <a:t>Notes</a:t>
            </a:r>
            <a:r>
              <a:rPr lang="en-US"/>
              <a:t> </a:t>
            </a:r>
            <a:fld id="{E76C657F-0E32-4130-ADDA-66B81138A76A}" type="slidenum">
              <a:rPr lang="en-US" smtClean="0"/>
              <a:pPr/>
              <a:t>82</a:t>
            </a:fld>
            <a:endParaRPr lang="en-US"/>
          </a:p>
        </p:txBody>
      </p:sp>
    </p:spTree>
    <p:extLst>
      <p:ext uri="{BB962C8B-B14F-4D97-AF65-F5344CB8AC3E}">
        <p14:creationId xmlns:p14="http://schemas.microsoft.com/office/powerpoint/2010/main" val="233055236"/>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0E3166-CD2D-C4BE-40B9-835503D82E8D}"/>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1F13DF9E-E719-169D-42DE-A9A28EF84981}"/>
              </a:ext>
            </a:extLst>
          </p:cNvPr>
          <p:cNvSpPr>
            <a:spLocks noGrp="1" noRot="1" noChangeAspect="1"/>
          </p:cNvSpPr>
          <p:nvPr>
            <p:ph type="sldImg"/>
          </p:nvPr>
        </p:nvSpPr>
        <p:spPr>
          <a:xfrm>
            <a:off x="406400" y="619125"/>
            <a:ext cx="6048375" cy="3402013"/>
          </a:xfrm>
        </p:spPr>
      </p:sp>
      <p:sp>
        <p:nvSpPr>
          <p:cNvPr id="3" name="Notizenplatzhalter 2">
            <a:extLst>
              <a:ext uri="{FF2B5EF4-FFF2-40B4-BE49-F238E27FC236}">
                <a16:creationId xmlns:a16="http://schemas.microsoft.com/office/drawing/2014/main" id="{73F17688-D6C9-1E73-CEF4-F03310354224}"/>
              </a:ext>
            </a:extLst>
          </p:cNvPr>
          <p:cNvSpPr>
            <a:spLocks noGrp="1"/>
          </p:cNvSpPr>
          <p:nvPr>
            <p:ph type="body" idx="1"/>
          </p:nvPr>
        </p:nvSpPr>
        <p:spPr/>
        <p:txBody>
          <a:bodyPr/>
          <a:lstStyle/>
          <a:p>
            <a:endParaRPr lang="de-DE"/>
          </a:p>
        </p:txBody>
      </p:sp>
      <p:sp>
        <p:nvSpPr>
          <p:cNvPr id="4" name="Foliennummernplatzhalter 3">
            <a:extLst>
              <a:ext uri="{FF2B5EF4-FFF2-40B4-BE49-F238E27FC236}">
                <a16:creationId xmlns:a16="http://schemas.microsoft.com/office/drawing/2014/main" id="{B59BC38F-4286-8CC4-7706-7D850D7EE9B0}"/>
              </a:ext>
            </a:extLst>
          </p:cNvPr>
          <p:cNvSpPr>
            <a:spLocks noGrp="1"/>
          </p:cNvSpPr>
          <p:nvPr>
            <p:ph type="sldNum" sz="quarter" idx="5"/>
          </p:nvPr>
        </p:nvSpPr>
        <p:spPr/>
        <p:txBody>
          <a:bodyPr/>
          <a:lstStyle/>
          <a:p>
            <a:r>
              <a:rPr lang="en-US" b="1">
                <a:solidFill>
                  <a:schemeClr val="accent2"/>
                </a:solidFill>
              </a:rPr>
              <a:t>Notes</a:t>
            </a:r>
            <a:r>
              <a:rPr lang="en-US"/>
              <a:t> </a:t>
            </a:r>
            <a:fld id="{E76C657F-0E32-4130-ADDA-66B81138A76A}" type="slidenum">
              <a:rPr lang="en-US" smtClean="0"/>
              <a:pPr/>
              <a:t>83</a:t>
            </a:fld>
            <a:endParaRPr lang="en-US"/>
          </a:p>
        </p:txBody>
      </p:sp>
    </p:spTree>
    <p:extLst>
      <p:ext uri="{BB962C8B-B14F-4D97-AF65-F5344CB8AC3E}">
        <p14:creationId xmlns:p14="http://schemas.microsoft.com/office/powerpoint/2010/main" val="39625212"/>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0F9E6A-0299-7D59-476A-7E9083DA87E0}"/>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4A444E97-40B1-329F-485A-A2F109E596FB}"/>
              </a:ext>
            </a:extLst>
          </p:cNvPr>
          <p:cNvSpPr>
            <a:spLocks noGrp="1" noRot="1" noChangeAspect="1"/>
          </p:cNvSpPr>
          <p:nvPr>
            <p:ph type="sldImg"/>
          </p:nvPr>
        </p:nvSpPr>
        <p:spPr>
          <a:xfrm>
            <a:off x="406400" y="619125"/>
            <a:ext cx="6048375" cy="3402013"/>
          </a:xfrm>
        </p:spPr>
      </p:sp>
      <p:sp>
        <p:nvSpPr>
          <p:cNvPr id="3" name="Notizenplatzhalter 2">
            <a:extLst>
              <a:ext uri="{FF2B5EF4-FFF2-40B4-BE49-F238E27FC236}">
                <a16:creationId xmlns:a16="http://schemas.microsoft.com/office/drawing/2014/main" id="{9C16BBA7-4F85-1BF3-1FA4-282AA47FCEDD}"/>
              </a:ext>
            </a:extLst>
          </p:cNvPr>
          <p:cNvSpPr>
            <a:spLocks noGrp="1"/>
          </p:cNvSpPr>
          <p:nvPr>
            <p:ph type="body" idx="1"/>
          </p:nvPr>
        </p:nvSpPr>
        <p:spPr/>
        <p:txBody>
          <a:bodyPr/>
          <a:lstStyle/>
          <a:p>
            <a:endParaRPr lang="de-DE"/>
          </a:p>
        </p:txBody>
      </p:sp>
      <p:sp>
        <p:nvSpPr>
          <p:cNvPr id="4" name="Foliennummernplatzhalter 3">
            <a:extLst>
              <a:ext uri="{FF2B5EF4-FFF2-40B4-BE49-F238E27FC236}">
                <a16:creationId xmlns:a16="http://schemas.microsoft.com/office/drawing/2014/main" id="{F80CEC9F-E977-F702-B619-C0270250754E}"/>
              </a:ext>
            </a:extLst>
          </p:cNvPr>
          <p:cNvSpPr>
            <a:spLocks noGrp="1"/>
          </p:cNvSpPr>
          <p:nvPr>
            <p:ph type="sldNum" sz="quarter" idx="5"/>
          </p:nvPr>
        </p:nvSpPr>
        <p:spPr/>
        <p:txBody>
          <a:bodyPr/>
          <a:lstStyle/>
          <a:p>
            <a:r>
              <a:rPr lang="en-US" b="1">
                <a:solidFill>
                  <a:schemeClr val="accent2"/>
                </a:solidFill>
              </a:rPr>
              <a:t>Notes</a:t>
            </a:r>
            <a:r>
              <a:rPr lang="en-US"/>
              <a:t> </a:t>
            </a:r>
            <a:fld id="{E76C657F-0E32-4130-ADDA-66B81138A76A}" type="slidenum">
              <a:rPr lang="en-US" smtClean="0"/>
              <a:pPr/>
              <a:t>84</a:t>
            </a:fld>
            <a:endParaRPr lang="en-US"/>
          </a:p>
        </p:txBody>
      </p:sp>
    </p:spTree>
    <p:extLst>
      <p:ext uri="{BB962C8B-B14F-4D97-AF65-F5344CB8AC3E}">
        <p14:creationId xmlns:p14="http://schemas.microsoft.com/office/powerpoint/2010/main" val="2667544560"/>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672D0B-DB60-A180-2C2D-35DC8C2974AE}"/>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6516747F-12D8-6F02-19EB-E59DE654BC48}"/>
              </a:ext>
            </a:extLst>
          </p:cNvPr>
          <p:cNvSpPr>
            <a:spLocks noGrp="1" noRot="1" noChangeAspect="1"/>
          </p:cNvSpPr>
          <p:nvPr>
            <p:ph type="sldImg"/>
          </p:nvPr>
        </p:nvSpPr>
        <p:spPr>
          <a:xfrm>
            <a:off x="406400" y="619125"/>
            <a:ext cx="6048375" cy="3402013"/>
          </a:xfrm>
        </p:spPr>
      </p:sp>
      <p:sp>
        <p:nvSpPr>
          <p:cNvPr id="3" name="Notizenplatzhalter 2">
            <a:extLst>
              <a:ext uri="{FF2B5EF4-FFF2-40B4-BE49-F238E27FC236}">
                <a16:creationId xmlns:a16="http://schemas.microsoft.com/office/drawing/2014/main" id="{55F20EA6-CCBC-38FF-E71F-02EE19CB2766}"/>
              </a:ext>
            </a:extLst>
          </p:cNvPr>
          <p:cNvSpPr>
            <a:spLocks noGrp="1"/>
          </p:cNvSpPr>
          <p:nvPr>
            <p:ph type="body" idx="1"/>
          </p:nvPr>
        </p:nvSpPr>
        <p:spPr/>
        <p:txBody>
          <a:bodyPr/>
          <a:lstStyle/>
          <a:p>
            <a:endParaRPr lang="de-DE"/>
          </a:p>
        </p:txBody>
      </p:sp>
      <p:sp>
        <p:nvSpPr>
          <p:cNvPr id="4" name="Foliennummernplatzhalter 3">
            <a:extLst>
              <a:ext uri="{FF2B5EF4-FFF2-40B4-BE49-F238E27FC236}">
                <a16:creationId xmlns:a16="http://schemas.microsoft.com/office/drawing/2014/main" id="{2EA3909D-2BEA-81EE-A55D-696349B37F01}"/>
              </a:ext>
            </a:extLst>
          </p:cNvPr>
          <p:cNvSpPr>
            <a:spLocks noGrp="1"/>
          </p:cNvSpPr>
          <p:nvPr>
            <p:ph type="sldNum" sz="quarter" idx="5"/>
          </p:nvPr>
        </p:nvSpPr>
        <p:spPr/>
        <p:txBody>
          <a:bodyPr/>
          <a:lstStyle/>
          <a:p>
            <a:r>
              <a:rPr lang="en-US" b="1">
                <a:solidFill>
                  <a:schemeClr val="accent2"/>
                </a:solidFill>
              </a:rPr>
              <a:t>Notes</a:t>
            </a:r>
            <a:r>
              <a:rPr lang="en-US"/>
              <a:t> </a:t>
            </a:r>
            <a:fld id="{E76C657F-0E32-4130-ADDA-66B81138A76A}" type="slidenum">
              <a:rPr lang="en-US" smtClean="0"/>
              <a:pPr/>
              <a:t>85</a:t>
            </a:fld>
            <a:endParaRPr lang="en-US"/>
          </a:p>
        </p:txBody>
      </p:sp>
    </p:spTree>
    <p:extLst>
      <p:ext uri="{BB962C8B-B14F-4D97-AF65-F5344CB8AC3E}">
        <p14:creationId xmlns:p14="http://schemas.microsoft.com/office/powerpoint/2010/main" val="3601993161"/>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64A802-593A-1422-915A-A8EAE1C83AA6}"/>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90D132EE-13C6-4FC1-0F1E-5B3962093370}"/>
              </a:ext>
            </a:extLst>
          </p:cNvPr>
          <p:cNvSpPr>
            <a:spLocks noGrp="1" noRot="1" noChangeAspect="1"/>
          </p:cNvSpPr>
          <p:nvPr>
            <p:ph type="sldImg"/>
          </p:nvPr>
        </p:nvSpPr>
        <p:spPr>
          <a:xfrm>
            <a:off x="406400" y="619125"/>
            <a:ext cx="6048375" cy="3402013"/>
          </a:xfrm>
        </p:spPr>
      </p:sp>
      <p:sp>
        <p:nvSpPr>
          <p:cNvPr id="3" name="Notizenplatzhalter 2">
            <a:extLst>
              <a:ext uri="{FF2B5EF4-FFF2-40B4-BE49-F238E27FC236}">
                <a16:creationId xmlns:a16="http://schemas.microsoft.com/office/drawing/2014/main" id="{E24E009C-2321-C447-04AE-8E14AFD6879C}"/>
              </a:ext>
            </a:extLst>
          </p:cNvPr>
          <p:cNvSpPr>
            <a:spLocks noGrp="1"/>
          </p:cNvSpPr>
          <p:nvPr>
            <p:ph type="body" idx="1"/>
          </p:nvPr>
        </p:nvSpPr>
        <p:spPr/>
        <p:txBody>
          <a:bodyPr/>
          <a:lstStyle/>
          <a:p>
            <a:endParaRPr lang="de-DE"/>
          </a:p>
        </p:txBody>
      </p:sp>
      <p:sp>
        <p:nvSpPr>
          <p:cNvPr id="4" name="Foliennummernplatzhalter 3">
            <a:extLst>
              <a:ext uri="{FF2B5EF4-FFF2-40B4-BE49-F238E27FC236}">
                <a16:creationId xmlns:a16="http://schemas.microsoft.com/office/drawing/2014/main" id="{6565EF2A-C108-34D0-CFDF-FB6EC0387030}"/>
              </a:ext>
            </a:extLst>
          </p:cNvPr>
          <p:cNvSpPr>
            <a:spLocks noGrp="1"/>
          </p:cNvSpPr>
          <p:nvPr>
            <p:ph type="sldNum" sz="quarter" idx="5"/>
          </p:nvPr>
        </p:nvSpPr>
        <p:spPr/>
        <p:txBody>
          <a:bodyPr/>
          <a:lstStyle/>
          <a:p>
            <a:r>
              <a:rPr lang="en-US" b="1">
                <a:solidFill>
                  <a:schemeClr val="accent2"/>
                </a:solidFill>
              </a:rPr>
              <a:t>Notes</a:t>
            </a:r>
            <a:r>
              <a:rPr lang="en-US"/>
              <a:t> </a:t>
            </a:r>
            <a:fld id="{E76C657F-0E32-4130-ADDA-66B81138A76A}" type="slidenum">
              <a:rPr lang="en-US" smtClean="0"/>
              <a:pPr/>
              <a:t>86</a:t>
            </a:fld>
            <a:endParaRPr lang="en-US"/>
          </a:p>
        </p:txBody>
      </p:sp>
    </p:spTree>
    <p:extLst>
      <p:ext uri="{BB962C8B-B14F-4D97-AF65-F5344CB8AC3E}">
        <p14:creationId xmlns:p14="http://schemas.microsoft.com/office/powerpoint/2010/main" val="1592957394"/>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294CDA-5503-4A48-82DE-2D9F5D697E2A}"/>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5AC2E712-EADE-D366-15AD-DD15205DCF7B}"/>
              </a:ext>
            </a:extLst>
          </p:cNvPr>
          <p:cNvSpPr>
            <a:spLocks noGrp="1" noRot="1" noChangeAspect="1"/>
          </p:cNvSpPr>
          <p:nvPr>
            <p:ph type="sldImg"/>
          </p:nvPr>
        </p:nvSpPr>
        <p:spPr>
          <a:xfrm>
            <a:off x="406400" y="619125"/>
            <a:ext cx="6048375" cy="3402013"/>
          </a:xfrm>
        </p:spPr>
      </p:sp>
      <p:sp>
        <p:nvSpPr>
          <p:cNvPr id="3" name="Notizenplatzhalter 2">
            <a:extLst>
              <a:ext uri="{FF2B5EF4-FFF2-40B4-BE49-F238E27FC236}">
                <a16:creationId xmlns:a16="http://schemas.microsoft.com/office/drawing/2014/main" id="{6FCFB03E-D48C-44DA-3CF7-9A86A4527A37}"/>
              </a:ext>
            </a:extLst>
          </p:cNvPr>
          <p:cNvSpPr>
            <a:spLocks noGrp="1"/>
          </p:cNvSpPr>
          <p:nvPr>
            <p:ph type="body" idx="1"/>
          </p:nvPr>
        </p:nvSpPr>
        <p:spPr/>
        <p:txBody>
          <a:bodyPr/>
          <a:lstStyle/>
          <a:p>
            <a:endParaRPr lang="de-DE"/>
          </a:p>
        </p:txBody>
      </p:sp>
      <p:sp>
        <p:nvSpPr>
          <p:cNvPr id="4" name="Foliennummernplatzhalter 3">
            <a:extLst>
              <a:ext uri="{FF2B5EF4-FFF2-40B4-BE49-F238E27FC236}">
                <a16:creationId xmlns:a16="http://schemas.microsoft.com/office/drawing/2014/main" id="{FC4BD992-E2DB-07CE-B4E6-2675B7910B9A}"/>
              </a:ext>
            </a:extLst>
          </p:cNvPr>
          <p:cNvSpPr>
            <a:spLocks noGrp="1"/>
          </p:cNvSpPr>
          <p:nvPr>
            <p:ph type="sldNum" sz="quarter" idx="5"/>
          </p:nvPr>
        </p:nvSpPr>
        <p:spPr/>
        <p:txBody>
          <a:bodyPr/>
          <a:lstStyle/>
          <a:p>
            <a:r>
              <a:rPr lang="en-US" b="1">
                <a:solidFill>
                  <a:schemeClr val="accent2"/>
                </a:solidFill>
              </a:rPr>
              <a:t>Notes</a:t>
            </a:r>
            <a:r>
              <a:rPr lang="en-US"/>
              <a:t> </a:t>
            </a:r>
            <a:fld id="{E76C657F-0E32-4130-ADDA-66B81138A76A}" type="slidenum">
              <a:rPr lang="en-US" smtClean="0"/>
              <a:pPr/>
              <a:t>87</a:t>
            </a:fld>
            <a:endParaRPr lang="en-US"/>
          </a:p>
        </p:txBody>
      </p:sp>
    </p:spTree>
    <p:extLst>
      <p:ext uri="{BB962C8B-B14F-4D97-AF65-F5344CB8AC3E}">
        <p14:creationId xmlns:p14="http://schemas.microsoft.com/office/powerpoint/2010/main" val="2158838845"/>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06F943-4B4B-57CA-1CB7-C91887589985}"/>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38E59163-3DDF-EE9F-22DC-DEEA87B17421}"/>
              </a:ext>
            </a:extLst>
          </p:cNvPr>
          <p:cNvSpPr>
            <a:spLocks noGrp="1" noRot="1" noChangeAspect="1"/>
          </p:cNvSpPr>
          <p:nvPr>
            <p:ph type="sldImg"/>
          </p:nvPr>
        </p:nvSpPr>
        <p:spPr>
          <a:xfrm>
            <a:off x="406400" y="619125"/>
            <a:ext cx="6048375" cy="3402013"/>
          </a:xfrm>
        </p:spPr>
      </p:sp>
      <p:sp>
        <p:nvSpPr>
          <p:cNvPr id="3" name="Notizenplatzhalter 2">
            <a:extLst>
              <a:ext uri="{FF2B5EF4-FFF2-40B4-BE49-F238E27FC236}">
                <a16:creationId xmlns:a16="http://schemas.microsoft.com/office/drawing/2014/main" id="{466D9A64-8252-2DE2-1768-E1BDBF341C34}"/>
              </a:ext>
            </a:extLst>
          </p:cNvPr>
          <p:cNvSpPr>
            <a:spLocks noGrp="1"/>
          </p:cNvSpPr>
          <p:nvPr>
            <p:ph type="body" idx="1"/>
          </p:nvPr>
        </p:nvSpPr>
        <p:spPr/>
        <p:txBody>
          <a:bodyPr/>
          <a:lstStyle/>
          <a:p>
            <a:endParaRPr lang="de-DE"/>
          </a:p>
        </p:txBody>
      </p:sp>
      <p:sp>
        <p:nvSpPr>
          <p:cNvPr id="4" name="Foliennummernplatzhalter 3">
            <a:extLst>
              <a:ext uri="{FF2B5EF4-FFF2-40B4-BE49-F238E27FC236}">
                <a16:creationId xmlns:a16="http://schemas.microsoft.com/office/drawing/2014/main" id="{1988A875-228D-3B3B-59FC-2E3C945980DA}"/>
              </a:ext>
            </a:extLst>
          </p:cNvPr>
          <p:cNvSpPr>
            <a:spLocks noGrp="1"/>
          </p:cNvSpPr>
          <p:nvPr>
            <p:ph type="sldNum" sz="quarter" idx="5"/>
          </p:nvPr>
        </p:nvSpPr>
        <p:spPr/>
        <p:txBody>
          <a:bodyPr/>
          <a:lstStyle/>
          <a:p>
            <a:r>
              <a:rPr lang="en-US" b="1">
                <a:solidFill>
                  <a:schemeClr val="accent2"/>
                </a:solidFill>
              </a:rPr>
              <a:t>Notes</a:t>
            </a:r>
            <a:r>
              <a:rPr lang="en-US"/>
              <a:t> </a:t>
            </a:r>
            <a:fld id="{E76C657F-0E32-4130-ADDA-66B81138A76A}" type="slidenum">
              <a:rPr lang="en-US" smtClean="0"/>
              <a:pPr/>
              <a:t>88</a:t>
            </a:fld>
            <a:endParaRPr lang="en-US"/>
          </a:p>
        </p:txBody>
      </p:sp>
    </p:spTree>
    <p:extLst>
      <p:ext uri="{BB962C8B-B14F-4D97-AF65-F5344CB8AC3E}">
        <p14:creationId xmlns:p14="http://schemas.microsoft.com/office/powerpoint/2010/main" val="2342540511"/>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7C443D-39D1-EA1B-E789-6D3382F881D9}"/>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0C032C20-09E8-3EC8-7884-EB36B3EA2EA6}"/>
              </a:ext>
            </a:extLst>
          </p:cNvPr>
          <p:cNvSpPr>
            <a:spLocks noGrp="1" noRot="1" noChangeAspect="1"/>
          </p:cNvSpPr>
          <p:nvPr>
            <p:ph type="sldImg"/>
          </p:nvPr>
        </p:nvSpPr>
        <p:spPr>
          <a:xfrm>
            <a:off x="406400" y="619125"/>
            <a:ext cx="6048375" cy="3402013"/>
          </a:xfrm>
        </p:spPr>
      </p:sp>
      <p:sp>
        <p:nvSpPr>
          <p:cNvPr id="3" name="Notizenplatzhalter 2">
            <a:extLst>
              <a:ext uri="{FF2B5EF4-FFF2-40B4-BE49-F238E27FC236}">
                <a16:creationId xmlns:a16="http://schemas.microsoft.com/office/drawing/2014/main" id="{E9F75A2C-0F10-5DE7-C408-2AC24A304FC5}"/>
              </a:ext>
            </a:extLst>
          </p:cNvPr>
          <p:cNvSpPr>
            <a:spLocks noGrp="1"/>
          </p:cNvSpPr>
          <p:nvPr>
            <p:ph type="body" idx="1"/>
          </p:nvPr>
        </p:nvSpPr>
        <p:spPr/>
        <p:txBody>
          <a:bodyPr/>
          <a:lstStyle/>
          <a:p>
            <a:endParaRPr lang="de-DE"/>
          </a:p>
        </p:txBody>
      </p:sp>
      <p:sp>
        <p:nvSpPr>
          <p:cNvPr id="4" name="Foliennummernplatzhalter 3">
            <a:extLst>
              <a:ext uri="{FF2B5EF4-FFF2-40B4-BE49-F238E27FC236}">
                <a16:creationId xmlns:a16="http://schemas.microsoft.com/office/drawing/2014/main" id="{7ADF581A-37BB-66BE-1D58-7844D9492281}"/>
              </a:ext>
            </a:extLst>
          </p:cNvPr>
          <p:cNvSpPr>
            <a:spLocks noGrp="1"/>
          </p:cNvSpPr>
          <p:nvPr>
            <p:ph type="sldNum" sz="quarter" idx="5"/>
          </p:nvPr>
        </p:nvSpPr>
        <p:spPr/>
        <p:txBody>
          <a:bodyPr/>
          <a:lstStyle/>
          <a:p>
            <a:r>
              <a:rPr lang="en-US" b="1">
                <a:solidFill>
                  <a:schemeClr val="accent2"/>
                </a:solidFill>
              </a:rPr>
              <a:t>Notes</a:t>
            </a:r>
            <a:r>
              <a:rPr lang="en-US"/>
              <a:t> </a:t>
            </a:r>
            <a:fld id="{E76C657F-0E32-4130-ADDA-66B81138A76A}" type="slidenum">
              <a:rPr lang="en-US" smtClean="0"/>
              <a:pPr/>
              <a:t>89</a:t>
            </a:fld>
            <a:endParaRPr lang="en-US"/>
          </a:p>
        </p:txBody>
      </p:sp>
    </p:spTree>
    <p:extLst>
      <p:ext uri="{BB962C8B-B14F-4D97-AF65-F5344CB8AC3E}">
        <p14:creationId xmlns:p14="http://schemas.microsoft.com/office/powerpoint/2010/main" val="2343310958"/>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5F02A5-CA9D-D4F3-6FCD-40E3AD61AA77}"/>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6A52AC05-FFDD-A159-220A-EF23C4380903}"/>
              </a:ext>
            </a:extLst>
          </p:cNvPr>
          <p:cNvSpPr>
            <a:spLocks noGrp="1" noRot="1" noChangeAspect="1"/>
          </p:cNvSpPr>
          <p:nvPr>
            <p:ph type="sldImg"/>
          </p:nvPr>
        </p:nvSpPr>
        <p:spPr>
          <a:xfrm>
            <a:off x="406400" y="619125"/>
            <a:ext cx="6048375" cy="3402013"/>
          </a:xfrm>
        </p:spPr>
      </p:sp>
      <p:sp>
        <p:nvSpPr>
          <p:cNvPr id="3" name="Notizenplatzhalter 2">
            <a:extLst>
              <a:ext uri="{FF2B5EF4-FFF2-40B4-BE49-F238E27FC236}">
                <a16:creationId xmlns:a16="http://schemas.microsoft.com/office/drawing/2014/main" id="{67E60574-7D42-4470-BE7C-E1F13091D611}"/>
              </a:ext>
            </a:extLst>
          </p:cNvPr>
          <p:cNvSpPr>
            <a:spLocks noGrp="1"/>
          </p:cNvSpPr>
          <p:nvPr>
            <p:ph type="body" idx="1"/>
          </p:nvPr>
        </p:nvSpPr>
        <p:spPr/>
        <p:txBody>
          <a:bodyPr/>
          <a:lstStyle/>
          <a:p>
            <a:endParaRPr lang="de-DE"/>
          </a:p>
        </p:txBody>
      </p:sp>
      <p:sp>
        <p:nvSpPr>
          <p:cNvPr id="4" name="Foliennummernplatzhalter 3">
            <a:extLst>
              <a:ext uri="{FF2B5EF4-FFF2-40B4-BE49-F238E27FC236}">
                <a16:creationId xmlns:a16="http://schemas.microsoft.com/office/drawing/2014/main" id="{0BB28339-FF1B-E92E-3CAC-3FEDF244D656}"/>
              </a:ext>
            </a:extLst>
          </p:cNvPr>
          <p:cNvSpPr>
            <a:spLocks noGrp="1"/>
          </p:cNvSpPr>
          <p:nvPr>
            <p:ph type="sldNum" sz="quarter" idx="5"/>
          </p:nvPr>
        </p:nvSpPr>
        <p:spPr/>
        <p:txBody>
          <a:bodyPr/>
          <a:lstStyle/>
          <a:p>
            <a:r>
              <a:rPr lang="en-US" b="1">
                <a:solidFill>
                  <a:schemeClr val="accent2"/>
                </a:solidFill>
              </a:rPr>
              <a:t>Notes</a:t>
            </a:r>
            <a:r>
              <a:rPr lang="en-US"/>
              <a:t> </a:t>
            </a:r>
            <a:fld id="{E76C657F-0E32-4130-ADDA-66B81138A76A}" type="slidenum">
              <a:rPr lang="en-US" smtClean="0"/>
              <a:pPr/>
              <a:t>91</a:t>
            </a:fld>
            <a:endParaRPr lang="en-US"/>
          </a:p>
        </p:txBody>
      </p:sp>
    </p:spTree>
    <p:extLst>
      <p:ext uri="{BB962C8B-B14F-4D97-AF65-F5344CB8AC3E}">
        <p14:creationId xmlns:p14="http://schemas.microsoft.com/office/powerpoint/2010/main" val="2704286519"/>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8A90C8-8E54-9991-B7BA-16A106C65B84}"/>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6A159BD8-A69D-89A5-3040-7772C5D49875}"/>
              </a:ext>
            </a:extLst>
          </p:cNvPr>
          <p:cNvSpPr>
            <a:spLocks noGrp="1" noRot="1" noChangeAspect="1"/>
          </p:cNvSpPr>
          <p:nvPr>
            <p:ph type="sldImg"/>
          </p:nvPr>
        </p:nvSpPr>
        <p:spPr>
          <a:xfrm>
            <a:off x="406400" y="619125"/>
            <a:ext cx="6048375" cy="3402013"/>
          </a:xfrm>
        </p:spPr>
      </p:sp>
      <p:sp>
        <p:nvSpPr>
          <p:cNvPr id="3" name="Notizenplatzhalter 2">
            <a:extLst>
              <a:ext uri="{FF2B5EF4-FFF2-40B4-BE49-F238E27FC236}">
                <a16:creationId xmlns:a16="http://schemas.microsoft.com/office/drawing/2014/main" id="{19E277FA-4BFB-9111-96FD-AE79A988AD67}"/>
              </a:ext>
            </a:extLst>
          </p:cNvPr>
          <p:cNvSpPr>
            <a:spLocks noGrp="1"/>
          </p:cNvSpPr>
          <p:nvPr>
            <p:ph type="body" idx="1"/>
          </p:nvPr>
        </p:nvSpPr>
        <p:spPr/>
        <p:txBody>
          <a:bodyPr/>
          <a:lstStyle/>
          <a:p>
            <a:endParaRPr lang="de-DE"/>
          </a:p>
        </p:txBody>
      </p:sp>
      <p:sp>
        <p:nvSpPr>
          <p:cNvPr id="4" name="Foliennummernplatzhalter 3">
            <a:extLst>
              <a:ext uri="{FF2B5EF4-FFF2-40B4-BE49-F238E27FC236}">
                <a16:creationId xmlns:a16="http://schemas.microsoft.com/office/drawing/2014/main" id="{AC7269E3-2EC9-660A-5735-3F12D5B2C9D4}"/>
              </a:ext>
            </a:extLst>
          </p:cNvPr>
          <p:cNvSpPr>
            <a:spLocks noGrp="1"/>
          </p:cNvSpPr>
          <p:nvPr>
            <p:ph type="sldNum" sz="quarter" idx="5"/>
          </p:nvPr>
        </p:nvSpPr>
        <p:spPr/>
        <p:txBody>
          <a:bodyPr/>
          <a:lstStyle/>
          <a:p>
            <a:r>
              <a:rPr lang="en-US" b="1">
                <a:solidFill>
                  <a:schemeClr val="accent2"/>
                </a:solidFill>
              </a:rPr>
              <a:t>Notes</a:t>
            </a:r>
            <a:r>
              <a:rPr lang="en-US"/>
              <a:t> </a:t>
            </a:r>
            <a:fld id="{E76C657F-0E32-4130-ADDA-66B81138A76A}" type="slidenum">
              <a:rPr lang="en-US" smtClean="0"/>
              <a:pPr/>
              <a:t>92</a:t>
            </a:fld>
            <a:endParaRPr lang="en-US"/>
          </a:p>
        </p:txBody>
      </p:sp>
    </p:spTree>
    <p:extLst>
      <p:ext uri="{BB962C8B-B14F-4D97-AF65-F5344CB8AC3E}">
        <p14:creationId xmlns:p14="http://schemas.microsoft.com/office/powerpoint/2010/main" val="647898862"/>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8459C0-07E3-406D-C40C-0E58CB33F809}"/>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456D3B3D-0DB5-C01C-8C86-C59BC73C05F8}"/>
              </a:ext>
            </a:extLst>
          </p:cNvPr>
          <p:cNvSpPr>
            <a:spLocks noGrp="1" noRot="1" noChangeAspect="1"/>
          </p:cNvSpPr>
          <p:nvPr>
            <p:ph type="sldImg"/>
          </p:nvPr>
        </p:nvSpPr>
        <p:spPr>
          <a:xfrm>
            <a:off x="406400" y="619125"/>
            <a:ext cx="6048375" cy="3402013"/>
          </a:xfrm>
        </p:spPr>
      </p:sp>
      <p:sp>
        <p:nvSpPr>
          <p:cNvPr id="3" name="Notizenplatzhalter 2">
            <a:extLst>
              <a:ext uri="{FF2B5EF4-FFF2-40B4-BE49-F238E27FC236}">
                <a16:creationId xmlns:a16="http://schemas.microsoft.com/office/drawing/2014/main" id="{18F7FD31-8C8D-D79C-EDBF-D313EF51A93D}"/>
              </a:ext>
            </a:extLst>
          </p:cNvPr>
          <p:cNvSpPr>
            <a:spLocks noGrp="1"/>
          </p:cNvSpPr>
          <p:nvPr>
            <p:ph type="body" idx="1"/>
          </p:nvPr>
        </p:nvSpPr>
        <p:spPr/>
        <p:txBody>
          <a:bodyPr/>
          <a:lstStyle/>
          <a:p>
            <a:endParaRPr lang="de-DE"/>
          </a:p>
        </p:txBody>
      </p:sp>
      <p:sp>
        <p:nvSpPr>
          <p:cNvPr id="4" name="Foliennummernplatzhalter 3">
            <a:extLst>
              <a:ext uri="{FF2B5EF4-FFF2-40B4-BE49-F238E27FC236}">
                <a16:creationId xmlns:a16="http://schemas.microsoft.com/office/drawing/2014/main" id="{A8EF9C0A-D2D4-B153-C408-D9D9672AB96E}"/>
              </a:ext>
            </a:extLst>
          </p:cNvPr>
          <p:cNvSpPr>
            <a:spLocks noGrp="1"/>
          </p:cNvSpPr>
          <p:nvPr>
            <p:ph type="sldNum" sz="quarter" idx="5"/>
          </p:nvPr>
        </p:nvSpPr>
        <p:spPr/>
        <p:txBody>
          <a:bodyPr/>
          <a:lstStyle/>
          <a:p>
            <a:r>
              <a:rPr lang="en-US" b="1">
                <a:solidFill>
                  <a:schemeClr val="accent2"/>
                </a:solidFill>
              </a:rPr>
              <a:t>Notes</a:t>
            </a:r>
            <a:r>
              <a:rPr lang="en-US"/>
              <a:t> </a:t>
            </a:r>
            <a:fld id="{E76C657F-0E32-4130-ADDA-66B81138A76A}" type="slidenum">
              <a:rPr lang="en-US" smtClean="0"/>
              <a:pPr/>
              <a:t>93</a:t>
            </a:fld>
            <a:endParaRPr lang="en-US"/>
          </a:p>
        </p:txBody>
      </p:sp>
    </p:spTree>
    <p:extLst>
      <p:ext uri="{BB962C8B-B14F-4D97-AF65-F5344CB8AC3E}">
        <p14:creationId xmlns:p14="http://schemas.microsoft.com/office/powerpoint/2010/main" val="3137962947"/>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F54E83-5601-496D-493A-77DC5DF2C275}"/>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B7C6CF43-76ED-694E-B72F-D0FA7B946B13}"/>
              </a:ext>
            </a:extLst>
          </p:cNvPr>
          <p:cNvSpPr>
            <a:spLocks noGrp="1" noRot="1" noChangeAspect="1"/>
          </p:cNvSpPr>
          <p:nvPr>
            <p:ph type="sldImg"/>
          </p:nvPr>
        </p:nvSpPr>
        <p:spPr>
          <a:xfrm>
            <a:off x="406400" y="619125"/>
            <a:ext cx="6048375" cy="3402013"/>
          </a:xfrm>
        </p:spPr>
      </p:sp>
      <p:sp>
        <p:nvSpPr>
          <p:cNvPr id="3" name="Notizenplatzhalter 2">
            <a:extLst>
              <a:ext uri="{FF2B5EF4-FFF2-40B4-BE49-F238E27FC236}">
                <a16:creationId xmlns:a16="http://schemas.microsoft.com/office/drawing/2014/main" id="{8CD6980E-A21D-4271-D4EA-DBCDF1E35358}"/>
              </a:ext>
            </a:extLst>
          </p:cNvPr>
          <p:cNvSpPr>
            <a:spLocks noGrp="1"/>
          </p:cNvSpPr>
          <p:nvPr>
            <p:ph type="body" idx="1"/>
          </p:nvPr>
        </p:nvSpPr>
        <p:spPr/>
        <p:txBody>
          <a:bodyPr/>
          <a:lstStyle/>
          <a:p>
            <a:endParaRPr lang="de-DE"/>
          </a:p>
        </p:txBody>
      </p:sp>
      <p:sp>
        <p:nvSpPr>
          <p:cNvPr id="4" name="Foliennummernplatzhalter 3">
            <a:extLst>
              <a:ext uri="{FF2B5EF4-FFF2-40B4-BE49-F238E27FC236}">
                <a16:creationId xmlns:a16="http://schemas.microsoft.com/office/drawing/2014/main" id="{E7D0F1D4-38CE-BE02-8040-41B11F9EDC83}"/>
              </a:ext>
            </a:extLst>
          </p:cNvPr>
          <p:cNvSpPr>
            <a:spLocks noGrp="1"/>
          </p:cNvSpPr>
          <p:nvPr>
            <p:ph type="sldNum" sz="quarter" idx="5"/>
          </p:nvPr>
        </p:nvSpPr>
        <p:spPr/>
        <p:txBody>
          <a:bodyPr/>
          <a:lstStyle/>
          <a:p>
            <a:r>
              <a:rPr lang="en-US" b="1">
                <a:solidFill>
                  <a:schemeClr val="accent2"/>
                </a:solidFill>
              </a:rPr>
              <a:t>Notes</a:t>
            </a:r>
            <a:r>
              <a:rPr lang="en-US"/>
              <a:t> </a:t>
            </a:r>
            <a:fld id="{E76C657F-0E32-4130-ADDA-66B81138A76A}" type="slidenum">
              <a:rPr lang="en-US" smtClean="0"/>
              <a:pPr/>
              <a:t>98</a:t>
            </a:fld>
            <a:endParaRPr lang="en-US"/>
          </a:p>
        </p:txBody>
      </p:sp>
    </p:spTree>
    <p:extLst>
      <p:ext uri="{BB962C8B-B14F-4D97-AF65-F5344CB8AC3E}">
        <p14:creationId xmlns:p14="http://schemas.microsoft.com/office/powerpoint/2010/main" val="3237126176"/>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C7A51F-9CBD-D26D-C341-141DA4C85C47}"/>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441A3F1D-83B1-27A8-A3A2-B6B1B283510E}"/>
              </a:ext>
            </a:extLst>
          </p:cNvPr>
          <p:cNvSpPr>
            <a:spLocks noGrp="1" noRot="1" noChangeAspect="1"/>
          </p:cNvSpPr>
          <p:nvPr>
            <p:ph type="sldImg"/>
          </p:nvPr>
        </p:nvSpPr>
        <p:spPr>
          <a:xfrm>
            <a:off x="406400" y="619125"/>
            <a:ext cx="6048375" cy="3402013"/>
          </a:xfrm>
        </p:spPr>
      </p:sp>
      <p:sp>
        <p:nvSpPr>
          <p:cNvPr id="3" name="Notizenplatzhalter 2">
            <a:extLst>
              <a:ext uri="{FF2B5EF4-FFF2-40B4-BE49-F238E27FC236}">
                <a16:creationId xmlns:a16="http://schemas.microsoft.com/office/drawing/2014/main" id="{40503E2D-C242-1CE4-1F38-CCF9DC33D490}"/>
              </a:ext>
            </a:extLst>
          </p:cNvPr>
          <p:cNvSpPr>
            <a:spLocks noGrp="1"/>
          </p:cNvSpPr>
          <p:nvPr>
            <p:ph type="body" idx="1"/>
          </p:nvPr>
        </p:nvSpPr>
        <p:spPr/>
        <p:txBody>
          <a:bodyPr/>
          <a:lstStyle/>
          <a:p>
            <a:endParaRPr lang="de-DE"/>
          </a:p>
        </p:txBody>
      </p:sp>
      <p:sp>
        <p:nvSpPr>
          <p:cNvPr id="4" name="Foliennummernplatzhalter 3">
            <a:extLst>
              <a:ext uri="{FF2B5EF4-FFF2-40B4-BE49-F238E27FC236}">
                <a16:creationId xmlns:a16="http://schemas.microsoft.com/office/drawing/2014/main" id="{8EDA71E2-D9B4-2962-021B-DF12F6F6CC46}"/>
              </a:ext>
            </a:extLst>
          </p:cNvPr>
          <p:cNvSpPr>
            <a:spLocks noGrp="1"/>
          </p:cNvSpPr>
          <p:nvPr>
            <p:ph type="sldNum" sz="quarter" idx="5"/>
          </p:nvPr>
        </p:nvSpPr>
        <p:spPr/>
        <p:txBody>
          <a:bodyPr/>
          <a:lstStyle/>
          <a:p>
            <a:r>
              <a:rPr lang="en-US" b="1">
                <a:solidFill>
                  <a:schemeClr val="accent2"/>
                </a:solidFill>
              </a:rPr>
              <a:t>Notes</a:t>
            </a:r>
            <a:r>
              <a:rPr lang="en-US"/>
              <a:t> </a:t>
            </a:r>
            <a:fld id="{E76C657F-0E32-4130-ADDA-66B81138A76A}" type="slidenum">
              <a:rPr lang="en-US" smtClean="0"/>
              <a:pPr/>
              <a:t>99</a:t>
            </a:fld>
            <a:endParaRPr lang="en-US"/>
          </a:p>
        </p:txBody>
      </p:sp>
    </p:spTree>
    <p:extLst>
      <p:ext uri="{BB962C8B-B14F-4D97-AF65-F5344CB8AC3E}">
        <p14:creationId xmlns:p14="http://schemas.microsoft.com/office/powerpoint/2010/main" val="3273944642"/>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1DD9FA-25DD-98B3-88A6-0B13BEC5246A}"/>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4C3885F1-33A0-BC02-5383-315DE0ED9067}"/>
              </a:ext>
            </a:extLst>
          </p:cNvPr>
          <p:cNvSpPr>
            <a:spLocks noGrp="1" noRot="1" noChangeAspect="1"/>
          </p:cNvSpPr>
          <p:nvPr>
            <p:ph type="sldImg"/>
          </p:nvPr>
        </p:nvSpPr>
        <p:spPr>
          <a:xfrm>
            <a:off x="406400" y="619125"/>
            <a:ext cx="6048375" cy="3402013"/>
          </a:xfrm>
        </p:spPr>
      </p:sp>
      <p:sp>
        <p:nvSpPr>
          <p:cNvPr id="3" name="Notizenplatzhalter 2">
            <a:extLst>
              <a:ext uri="{FF2B5EF4-FFF2-40B4-BE49-F238E27FC236}">
                <a16:creationId xmlns:a16="http://schemas.microsoft.com/office/drawing/2014/main" id="{2A642CE5-D4B4-CE72-85E5-FD71780FE319}"/>
              </a:ext>
            </a:extLst>
          </p:cNvPr>
          <p:cNvSpPr>
            <a:spLocks noGrp="1"/>
          </p:cNvSpPr>
          <p:nvPr>
            <p:ph type="body" idx="1"/>
          </p:nvPr>
        </p:nvSpPr>
        <p:spPr/>
        <p:txBody>
          <a:bodyPr/>
          <a:lstStyle/>
          <a:p>
            <a:endParaRPr lang="de-DE"/>
          </a:p>
        </p:txBody>
      </p:sp>
      <p:sp>
        <p:nvSpPr>
          <p:cNvPr id="4" name="Foliennummernplatzhalter 3">
            <a:extLst>
              <a:ext uri="{FF2B5EF4-FFF2-40B4-BE49-F238E27FC236}">
                <a16:creationId xmlns:a16="http://schemas.microsoft.com/office/drawing/2014/main" id="{8CFFA3E4-FBF1-FCC3-A80D-7BBB37FBF46E}"/>
              </a:ext>
            </a:extLst>
          </p:cNvPr>
          <p:cNvSpPr>
            <a:spLocks noGrp="1"/>
          </p:cNvSpPr>
          <p:nvPr>
            <p:ph type="sldNum" sz="quarter" idx="5"/>
          </p:nvPr>
        </p:nvSpPr>
        <p:spPr/>
        <p:txBody>
          <a:bodyPr/>
          <a:lstStyle/>
          <a:p>
            <a:r>
              <a:rPr lang="en-US" b="1">
                <a:solidFill>
                  <a:schemeClr val="accent2"/>
                </a:solidFill>
              </a:rPr>
              <a:t>Notes</a:t>
            </a:r>
            <a:r>
              <a:rPr lang="en-US"/>
              <a:t> </a:t>
            </a:r>
            <a:fld id="{E76C657F-0E32-4130-ADDA-66B81138A76A}" type="slidenum">
              <a:rPr lang="en-US" smtClean="0"/>
              <a:pPr/>
              <a:t>100</a:t>
            </a:fld>
            <a:endParaRPr lang="en-US"/>
          </a:p>
        </p:txBody>
      </p:sp>
    </p:spTree>
    <p:extLst>
      <p:ext uri="{BB962C8B-B14F-4D97-AF65-F5344CB8AC3E}">
        <p14:creationId xmlns:p14="http://schemas.microsoft.com/office/powerpoint/2010/main" val="3159249319"/>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F5B8A1-1A50-AD6A-8203-2084CBB0F57F}"/>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DE8CC89F-3318-60E0-5641-E011E2F1439C}"/>
              </a:ext>
            </a:extLst>
          </p:cNvPr>
          <p:cNvSpPr>
            <a:spLocks noGrp="1" noRot="1" noChangeAspect="1"/>
          </p:cNvSpPr>
          <p:nvPr>
            <p:ph type="sldImg"/>
          </p:nvPr>
        </p:nvSpPr>
        <p:spPr>
          <a:xfrm>
            <a:off x="406400" y="619125"/>
            <a:ext cx="6048375" cy="3402013"/>
          </a:xfrm>
        </p:spPr>
      </p:sp>
      <p:sp>
        <p:nvSpPr>
          <p:cNvPr id="3" name="Notizenplatzhalter 2">
            <a:extLst>
              <a:ext uri="{FF2B5EF4-FFF2-40B4-BE49-F238E27FC236}">
                <a16:creationId xmlns:a16="http://schemas.microsoft.com/office/drawing/2014/main" id="{0EB1114E-7444-D23E-291C-D2113FBEA26B}"/>
              </a:ext>
            </a:extLst>
          </p:cNvPr>
          <p:cNvSpPr>
            <a:spLocks noGrp="1"/>
          </p:cNvSpPr>
          <p:nvPr>
            <p:ph type="body" idx="1"/>
          </p:nvPr>
        </p:nvSpPr>
        <p:spPr/>
        <p:txBody>
          <a:bodyPr/>
          <a:lstStyle/>
          <a:p>
            <a:endParaRPr lang="de-DE"/>
          </a:p>
        </p:txBody>
      </p:sp>
      <p:sp>
        <p:nvSpPr>
          <p:cNvPr id="4" name="Foliennummernplatzhalter 3">
            <a:extLst>
              <a:ext uri="{FF2B5EF4-FFF2-40B4-BE49-F238E27FC236}">
                <a16:creationId xmlns:a16="http://schemas.microsoft.com/office/drawing/2014/main" id="{7A6254F9-DB33-E88D-E842-73088BAB0DF7}"/>
              </a:ext>
            </a:extLst>
          </p:cNvPr>
          <p:cNvSpPr>
            <a:spLocks noGrp="1"/>
          </p:cNvSpPr>
          <p:nvPr>
            <p:ph type="sldNum" sz="quarter" idx="5"/>
          </p:nvPr>
        </p:nvSpPr>
        <p:spPr/>
        <p:txBody>
          <a:bodyPr/>
          <a:lstStyle/>
          <a:p>
            <a:r>
              <a:rPr lang="en-US" b="1">
                <a:solidFill>
                  <a:schemeClr val="accent2"/>
                </a:solidFill>
              </a:rPr>
              <a:t>Notes</a:t>
            </a:r>
            <a:r>
              <a:rPr lang="en-US"/>
              <a:t> </a:t>
            </a:r>
            <a:fld id="{E76C657F-0E32-4130-ADDA-66B81138A76A}" type="slidenum">
              <a:rPr lang="en-US" smtClean="0"/>
              <a:pPr/>
              <a:t>101</a:t>
            </a:fld>
            <a:endParaRPr lang="en-US"/>
          </a:p>
        </p:txBody>
      </p:sp>
    </p:spTree>
    <p:extLst>
      <p:ext uri="{BB962C8B-B14F-4D97-AF65-F5344CB8AC3E}">
        <p14:creationId xmlns:p14="http://schemas.microsoft.com/office/powerpoint/2010/main" val="1784481013"/>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80B654-7E64-B432-066A-8C1A3EA4F2B3}"/>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57C2DE16-C3E6-0061-EEFA-A8693162F4D7}"/>
              </a:ext>
            </a:extLst>
          </p:cNvPr>
          <p:cNvSpPr>
            <a:spLocks noGrp="1" noRot="1" noChangeAspect="1"/>
          </p:cNvSpPr>
          <p:nvPr>
            <p:ph type="sldImg"/>
          </p:nvPr>
        </p:nvSpPr>
        <p:spPr>
          <a:xfrm>
            <a:off x="406400" y="619125"/>
            <a:ext cx="6048375" cy="3402013"/>
          </a:xfrm>
        </p:spPr>
      </p:sp>
      <p:sp>
        <p:nvSpPr>
          <p:cNvPr id="3" name="Notizenplatzhalter 2">
            <a:extLst>
              <a:ext uri="{FF2B5EF4-FFF2-40B4-BE49-F238E27FC236}">
                <a16:creationId xmlns:a16="http://schemas.microsoft.com/office/drawing/2014/main" id="{D9555FFC-A411-7F2A-D1B6-B7AF27488CD0}"/>
              </a:ext>
            </a:extLst>
          </p:cNvPr>
          <p:cNvSpPr>
            <a:spLocks noGrp="1"/>
          </p:cNvSpPr>
          <p:nvPr>
            <p:ph type="body" idx="1"/>
          </p:nvPr>
        </p:nvSpPr>
        <p:spPr/>
        <p:txBody>
          <a:bodyPr/>
          <a:lstStyle/>
          <a:p>
            <a:endParaRPr lang="de-DE"/>
          </a:p>
        </p:txBody>
      </p:sp>
      <p:sp>
        <p:nvSpPr>
          <p:cNvPr id="4" name="Foliennummernplatzhalter 3">
            <a:extLst>
              <a:ext uri="{FF2B5EF4-FFF2-40B4-BE49-F238E27FC236}">
                <a16:creationId xmlns:a16="http://schemas.microsoft.com/office/drawing/2014/main" id="{1F0E3E40-DCD1-437F-534E-DDBECE655152}"/>
              </a:ext>
            </a:extLst>
          </p:cNvPr>
          <p:cNvSpPr>
            <a:spLocks noGrp="1"/>
          </p:cNvSpPr>
          <p:nvPr>
            <p:ph type="sldNum" sz="quarter" idx="5"/>
          </p:nvPr>
        </p:nvSpPr>
        <p:spPr/>
        <p:txBody>
          <a:bodyPr/>
          <a:lstStyle/>
          <a:p>
            <a:r>
              <a:rPr lang="en-US" b="1">
                <a:solidFill>
                  <a:schemeClr val="accent2"/>
                </a:solidFill>
              </a:rPr>
              <a:t>Notes</a:t>
            </a:r>
            <a:r>
              <a:rPr lang="en-US"/>
              <a:t> </a:t>
            </a:r>
            <a:fld id="{E76C657F-0E32-4130-ADDA-66B81138A76A}" type="slidenum">
              <a:rPr lang="en-US" smtClean="0"/>
              <a:pPr/>
              <a:t>103</a:t>
            </a:fld>
            <a:endParaRPr lang="en-US"/>
          </a:p>
        </p:txBody>
      </p:sp>
    </p:spTree>
    <p:extLst>
      <p:ext uri="{BB962C8B-B14F-4D97-AF65-F5344CB8AC3E}">
        <p14:creationId xmlns:p14="http://schemas.microsoft.com/office/powerpoint/2010/main" val="3847517095"/>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C9FA9F-3364-4B6E-B994-689571F3C913}"/>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BBB89AC1-5E3A-6587-3C04-FBCAB56F5E19}"/>
              </a:ext>
            </a:extLst>
          </p:cNvPr>
          <p:cNvSpPr>
            <a:spLocks noGrp="1" noRot="1" noChangeAspect="1"/>
          </p:cNvSpPr>
          <p:nvPr>
            <p:ph type="sldImg"/>
          </p:nvPr>
        </p:nvSpPr>
        <p:spPr>
          <a:xfrm>
            <a:off x="406400" y="619125"/>
            <a:ext cx="6048375" cy="3402013"/>
          </a:xfrm>
        </p:spPr>
      </p:sp>
      <p:sp>
        <p:nvSpPr>
          <p:cNvPr id="3" name="Notizenplatzhalter 2">
            <a:extLst>
              <a:ext uri="{FF2B5EF4-FFF2-40B4-BE49-F238E27FC236}">
                <a16:creationId xmlns:a16="http://schemas.microsoft.com/office/drawing/2014/main" id="{3184E48E-4A19-0068-F73B-D854F18CEA74}"/>
              </a:ext>
            </a:extLst>
          </p:cNvPr>
          <p:cNvSpPr>
            <a:spLocks noGrp="1"/>
          </p:cNvSpPr>
          <p:nvPr>
            <p:ph type="body" idx="1"/>
          </p:nvPr>
        </p:nvSpPr>
        <p:spPr/>
        <p:txBody>
          <a:bodyPr/>
          <a:lstStyle/>
          <a:p>
            <a:endParaRPr lang="de-DE"/>
          </a:p>
        </p:txBody>
      </p:sp>
      <p:sp>
        <p:nvSpPr>
          <p:cNvPr id="4" name="Foliennummernplatzhalter 3">
            <a:extLst>
              <a:ext uri="{FF2B5EF4-FFF2-40B4-BE49-F238E27FC236}">
                <a16:creationId xmlns:a16="http://schemas.microsoft.com/office/drawing/2014/main" id="{35BFEC9A-6CC4-61DE-E0D9-4C3DC9405716}"/>
              </a:ext>
            </a:extLst>
          </p:cNvPr>
          <p:cNvSpPr>
            <a:spLocks noGrp="1"/>
          </p:cNvSpPr>
          <p:nvPr>
            <p:ph type="sldNum" sz="quarter" idx="5"/>
          </p:nvPr>
        </p:nvSpPr>
        <p:spPr/>
        <p:txBody>
          <a:bodyPr/>
          <a:lstStyle/>
          <a:p>
            <a:r>
              <a:rPr lang="en-US" b="1">
                <a:solidFill>
                  <a:schemeClr val="accent2"/>
                </a:solidFill>
              </a:rPr>
              <a:t>Notes</a:t>
            </a:r>
            <a:r>
              <a:rPr lang="en-US"/>
              <a:t> </a:t>
            </a:r>
            <a:fld id="{E76C657F-0E32-4130-ADDA-66B81138A76A}" type="slidenum">
              <a:rPr lang="en-US" smtClean="0"/>
              <a:pPr/>
              <a:t>104</a:t>
            </a:fld>
            <a:endParaRPr lang="en-US"/>
          </a:p>
        </p:txBody>
      </p:sp>
    </p:spTree>
    <p:extLst>
      <p:ext uri="{BB962C8B-B14F-4D97-AF65-F5344CB8AC3E}">
        <p14:creationId xmlns:p14="http://schemas.microsoft.com/office/powerpoint/2010/main" val="4220059365"/>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08BC9C-6BB1-DECB-63E4-DC5F64F06499}"/>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E17E96D1-CA5B-0140-3522-260A906707DF}"/>
              </a:ext>
            </a:extLst>
          </p:cNvPr>
          <p:cNvSpPr>
            <a:spLocks noGrp="1" noRot="1" noChangeAspect="1"/>
          </p:cNvSpPr>
          <p:nvPr>
            <p:ph type="sldImg"/>
          </p:nvPr>
        </p:nvSpPr>
        <p:spPr>
          <a:xfrm>
            <a:off x="406400" y="619125"/>
            <a:ext cx="6048375" cy="3402013"/>
          </a:xfrm>
        </p:spPr>
      </p:sp>
      <p:sp>
        <p:nvSpPr>
          <p:cNvPr id="3" name="Notizenplatzhalter 2">
            <a:extLst>
              <a:ext uri="{FF2B5EF4-FFF2-40B4-BE49-F238E27FC236}">
                <a16:creationId xmlns:a16="http://schemas.microsoft.com/office/drawing/2014/main" id="{36F7A03C-ED87-0BBD-325C-26BF80791C66}"/>
              </a:ext>
            </a:extLst>
          </p:cNvPr>
          <p:cNvSpPr>
            <a:spLocks noGrp="1"/>
          </p:cNvSpPr>
          <p:nvPr>
            <p:ph type="body" idx="1"/>
          </p:nvPr>
        </p:nvSpPr>
        <p:spPr/>
        <p:txBody>
          <a:bodyPr/>
          <a:lstStyle/>
          <a:p>
            <a:endParaRPr lang="de-DE"/>
          </a:p>
        </p:txBody>
      </p:sp>
      <p:sp>
        <p:nvSpPr>
          <p:cNvPr id="4" name="Foliennummernplatzhalter 3">
            <a:extLst>
              <a:ext uri="{FF2B5EF4-FFF2-40B4-BE49-F238E27FC236}">
                <a16:creationId xmlns:a16="http://schemas.microsoft.com/office/drawing/2014/main" id="{B2924B61-5AE7-6FB8-5E54-8FFC1B3C1482}"/>
              </a:ext>
            </a:extLst>
          </p:cNvPr>
          <p:cNvSpPr>
            <a:spLocks noGrp="1"/>
          </p:cNvSpPr>
          <p:nvPr>
            <p:ph type="sldNum" sz="quarter" idx="5"/>
          </p:nvPr>
        </p:nvSpPr>
        <p:spPr/>
        <p:txBody>
          <a:bodyPr/>
          <a:lstStyle/>
          <a:p>
            <a:r>
              <a:rPr lang="en-US" b="1">
                <a:solidFill>
                  <a:schemeClr val="accent2"/>
                </a:solidFill>
              </a:rPr>
              <a:t>Notes</a:t>
            </a:r>
            <a:r>
              <a:rPr lang="en-US"/>
              <a:t> </a:t>
            </a:r>
            <a:fld id="{E76C657F-0E32-4130-ADDA-66B81138A76A}" type="slidenum">
              <a:rPr lang="en-US" smtClean="0"/>
              <a:pPr/>
              <a:t>105</a:t>
            </a:fld>
            <a:endParaRPr lang="en-US"/>
          </a:p>
        </p:txBody>
      </p:sp>
    </p:spTree>
    <p:extLst>
      <p:ext uri="{BB962C8B-B14F-4D97-AF65-F5344CB8AC3E}">
        <p14:creationId xmlns:p14="http://schemas.microsoft.com/office/powerpoint/2010/main" val="252134115"/>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F858DE-9DA8-9665-6A33-63AFB2C6AB1B}"/>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DAE2E46A-D93B-CD11-91F5-D06A2A1C2D23}"/>
              </a:ext>
            </a:extLst>
          </p:cNvPr>
          <p:cNvSpPr>
            <a:spLocks noGrp="1" noRot="1" noChangeAspect="1"/>
          </p:cNvSpPr>
          <p:nvPr>
            <p:ph type="sldImg"/>
          </p:nvPr>
        </p:nvSpPr>
        <p:spPr>
          <a:xfrm>
            <a:off x="406400" y="619125"/>
            <a:ext cx="6048375" cy="3402013"/>
          </a:xfrm>
        </p:spPr>
      </p:sp>
      <p:sp>
        <p:nvSpPr>
          <p:cNvPr id="3" name="Notizenplatzhalter 2">
            <a:extLst>
              <a:ext uri="{FF2B5EF4-FFF2-40B4-BE49-F238E27FC236}">
                <a16:creationId xmlns:a16="http://schemas.microsoft.com/office/drawing/2014/main" id="{DAC226C8-6CDC-70B2-FB54-46919B1DA7C4}"/>
              </a:ext>
            </a:extLst>
          </p:cNvPr>
          <p:cNvSpPr>
            <a:spLocks noGrp="1"/>
          </p:cNvSpPr>
          <p:nvPr>
            <p:ph type="body" idx="1"/>
          </p:nvPr>
        </p:nvSpPr>
        <p:spPr/>
        <p:txBody>
          <a:bodyPr/>
          <a:lstStyle/>
          <a:p>
            <a:endParaRPr lang="de-DE"/>
          </a:p>
        </p:txBody>
      </p:sp>
      <p:sp>
        <p:nvSpPr>
          <p:cNvPr id="4" name="Foliennummernplatzhalter 3">
            <a:extLst>
              <a:ext uri="{FF2B5EF4-FFF2-40B4-BE49-F238E27FC236}">
                <a16:creationId xmlns:a16="http://schemas.microsoft.com/office/drawing/2014/main" id="{50710842-90A1-5CFB-BF5D-D70A2ACE31FF}"/>
              </a:ext>
            </a:extLst>
          </p:cNvPr>
          <p:cNvSpPr>
            <a:spLocks noGrp="1"/>
          </p:cNvSpPr>
          <p:nvPr>
            <p:ph type="sldNum" sz="quarter" idx="5"/>
          </p:nvPr>
        </p:nvSpPr>
        <p:spPr/>
        <p:txBody>
          <a:bodyPr/>
          <a:lstStyle/>
          <a:p>
            <a:r>
              <a:rPr lang="en-US" b="1">
                <a:solidFill>
                  <a:schemeClr val="accent2"/>
                </a:solidFill>
              </a:rPr>
              <a:t>Notes</a:t>
            </a:r>
            <a:r>
              <a:rPr lang="en-US"/>
              <a:t> </a:t>
            </a:r>
            <a:fld id="{E76C657F-0E32-4130-ADDA-66B81138A76A}" type="slidenum">
              <a:rPr lang="en-US" smtClean="0"/>
              <a:pPr/>
              <a:t>106</a:t>
            </a:fld>
            <a:endParaRPr lang="en-US"/>
          </a:p>
        </p:txBody>
      </p:sp>
    </p:spTree>
    <p:extLst>
      <p:ext uri="{BB962C8B-B14F-4D97-AF65-F5344CB8AC3E}">
        <p14:creationId xmlns:p14="http://schemas.microsoft.com/office/powerpoint/2010/main" val="2243907443"/>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3EA691-B9EC-30E0-0B86-1184763C03CE}"/>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7988FFCF-C5E1-2F68-DFF3-C57C00B7E9A8}"/>
              </a:ext>
            </a:extLst>
          </p:cNvPr>
          <p:cNvSpPr>
            <a:spLocks noGrp="1" noRot="1" noChangeAspect="1"/>
          </p:cNvSpPr>
          <p:nvPr>
            <p:ph type="sldImg"/>
          </p:nvPr>
        </p:nvSpPr>
        <p:spPr>
          <a:xfrm>
            <a:off x="406400" y="619125"/>
            <a:ext cx="6048375" cy="3402013"/>
          </a:xfrm>
        </p:spPr>
      </p:sp>
      <p:sp>
        <p:nvSpPr>
          <p:cNvPr id="3" name="Notizenplatzhalter 2">
            <a:extLst>
              <a:ext uri="{FF2B5EF4-FFF2-40B4-BE49-F238E27FC236}">
                <a16:creationId xmlns:a16="http://schemas.microsoft.com/office/drawing/2014/main" id="{C085B65D-6C13-EC98-FCAA-023B4B60341B}"/>
              </a:ext>
            </a:extLst>
          </p:cNvPr>
          <p:cNvSpPr>
            <a:spLocks noGrp="1"/>
          </p:cNvSpPr>
          <p:nvPr>
            <p:ph type="body" idx="1"/>
          </p:nvPr>
        </p:nvSpPr>
        <p:spPr/>
        <p:txBody>
          <a:bodyPr/>
          <a:lstStyle/>
          <a:p>
            <a:endParaRPr lang="de-DE"/>
          </a:p>
        </p:txBody>
      </p:sp>
      <p:sp>
        <p:nvSpPr>
          <p:cNvPr id="4" name="Foliennummernplatzhalter 3">
            <a:extLst>
              <a:ext uri="{FF2B5EF4-FFF2-40B4-BE49-F238E27FC236}">
                <a16:creationId xmlns:a16="http://schemas.microsoft.com/office/drawing/2014/main" id="{0A81C1E1-1931-B43E-8542-584F50AC577F}"/>
              </a:ext>
            </a:extLst>
          </p:cNvPr>
          <p:cNvSpPr>
            <a:spLocks noGrp="1"/>
          </p:cNvSpPr>
          <p:nvPr>
            <p:ph type="sldNum" sz="quarter" idx="5"/>
          </p:nvPr>
        </p:nvSpPr>
        <p:spPr/>
        <p:txBody>
          <a:bodyPr/>
          <a:lstStyle/>
          <a:p>
            <a:r>
              <a:rPr lang="en-US" b="1">
                <a:solidFill>
                  <a:schemeClr val="accent2"/>
                </a:solidFill>
              </a:rPr>
              <a:t>Notes</a:t>
            </a:r>
            <a:r>
              <a:rPr lang="en-US"/>
              <a:t> </a:t>
            </a:r>
            <a:fld id="{E76C657F-0E32-4130-ADDA-66B81138A76A}" type="slidenum">
              <a:rPr lang="en-US" smtClean="0"/>
              <a:pPr/>
              <a:t>107</a:t>
            </a:fld>
            <a:endParaRPr lang="en-US"/>
          </a:p>
        </p:txBody>
      </p:sp>
    </p:spTree>
    <p:extLst>
      <p:ext uri="{BB962C8B-B14F-4D97-AF65-F5344CB8AC3E}">
        <p14:creationId xmlns:p14="http://schemas.microsoft.com/office/powerpoint/2010/main" val="458500965"/>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BC1C1F-1CAF-68F1-306E-DDBF1032FE48}"/>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88B4E167-A6D7-2F44-0FE3-DF9FC28D42BA}"/>
              </a:ext>
            </a:extLst>
          </p:cNvPr>
          <p:cNvSpPr>
            <a:spLocks noGrp="1" noRot="1" noChangeAspect="1"/>
          </p:cNvSpPr>
          <p:nvPr>
            <p:ph type="sldImg"/>
          </p:nvPr>
        </p:nvSpPr>
        <p:spPr>
          <a:xfrm>
            <a:off x="406400" y="619125"/>
            <a:ext cx="6048375" cy="3402013"/>
          </a:xfrm>
        </p:spPr>
      </p:sp>
      <p:sp>
        <p:nvSpPr>
          <p:cNvPr id="3" name="Notizenplatzhalter 2">
            <a:extLst>
              <a:ext uri="{FF2B5EF4-FFF2-40B4-BE49-F238E27FC236}">
                <a16:creationId xmlns:a16="http://schemas.microsoft.com/office/drawing/2014/main" id="{20D62064-933E-1E9C-C36F-F02C7F30110E}"/>
              </a:ext>
            </a:extLst>
          </p:cNvPr>
          <p:cNvSpPr>
            <a:spLocks noGrp="1"/>
          </p:cNvSpPr>
          <p:nvPr>
            <p:ph type="body" idx="1"/>
          </p:nvPr>
        </p:nvSpPr>
        <p:spPr/>
        <p:txBody>
          <a:bodyPr/>
          <a:lstStyle/>
          <a:p>
            <a:endParaRPr lang="de-DE"/>
          </a:p>
        </p:txBody>
      </p:sp>
      <p:sp>
        <p:nvSpPr>
          <p:cNvPr id="4" name="Foliennummernplatzhalter 3">
            <a:extLst>
              <a:ext uri="{FF2B5EF4-FFF2-40B4-BE49-F238E27FC236}">
                <a16:creationId xmlns:a16="http://schemas.microsoft.com/office/drawing/2014/main" id="{5FE94140-4122-83E5-CAED-1F2F3A9160AC}"/>
              </a:ext>
            </a:extLst>
          </p:cNvPr>
          <p:cNvSpPr>
            <a:spLocks noGrp="1"/>
          </p:cNvSpPr>
          <p:nvPr>
            <p:ph type="sldNum" sz="quarter" idx="5"/>
          </p:nvPr>
        </p:nvSpPr>
        <p:spPr/>
        <p:txBody>
          <a:bodyPr/>
          <a:lstStyle/>
          <a:p>
            <a:r>
              <a:rPr lang="en-US" b="1">
                <a:solidFill>
                  <a:schemeClr val="accent2"/>
                </a:solidFill>
              </a:rPr>
              <a:t>Notes</a:t>
            </a:r>
            <a:r>
              <a:rPr lang="en-US"/>
              <a:t> </a:t>
            </a:r>
            <a:fld id="{E76C657F-0E32-4130-ADDA-66B81138A76A}" type="slidenum">
              <a:rPr lang="en-US" smtClean="0"/>
              <a:pPr/>
              <a:t>108</a:t>
            </a:fld>
            <a:endParaRPr lang="en-US"/>
          </a:p>
        </p:txBody>
      </p:sp>
    </p:spTree>
    <p:extLst>
      <p:ext uri="{BB962C8B-B14F-4D97-AF65-F5344CB8AC3E}">
        <p14:creationId xmlns:p14="http://schemas.microsoft.com/office/powerpoint/2010/main" val="1715089758"/>
      </p:ext>
    </p:extLst>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58E812-6B08-1CB9-436D-9A9E09429A25}"/>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CC54E360-260D-230A-6D63-98320DB47B14}"/>
              </a:ext>
            </a:extLst>
          </p:cNvPr>
          <p:cNvSpPr>
            <a:spLocks noGrp="1" noRot="1" noChangeAspect="1"/>
          </p:cNvSpPr>
          <p:nvPr>
            <p:ph type="sldImg"/>
          </p:nvPr>
        </p:nvSpPr>
        <p:spPr>
          <a:xfrm>
            <a:off x="406400" y="619125"/>
            <a:ext cx="6048375" cy="3402013"/>
          </a:xfrm>
        </p:spPr>
      </p:sp>
      <p:sp>
        <p:nvSpPr>
          <p:cNvPr id="3" name="Notizenplatzhalter 2">
            <a:extLst>
              <a:ext uri="{FF2B5EF4-FFF2-40B4-BE49-F238E27FC236}">
                <a16:creationId xmlns:a16="http://schemas.microsoft.com/office/drawing/2014/main" id="{C0055431-146C-0F89-D2A5-42D01E4FCE98}"/>
              </a:ext>
            </a:extLst>
          </p:cNvPr>
          <p:cNvSpPr>
            <a:spLocks noGrp="1"/>
          </p:cNvSpPr>
          <p:nvPr>
            <p:ph type="body" idx="1"/>
          </p:nvPr>
        </p:nvSpPr>
        <p:spPr/>
        <p:txBody>
          <a:bodyPr/>
          <a:lstStyle/>
          <a:p>
            <a:endParaRPr lang="de-DE"/>
          </a:p>
        </p:txBody>
      </p:sp>
      <p:sp>
        <p:nvSpPr>
          <p:cNvPr id="4" name="Foliennummernplatzhalter 3">
            <a:extLst>
              <a:ext uri="{FF2B5EF4-FFF2-40B4-BE49-F238E27FC236}">
                <a16:creationId xmlns:a16="http://schemas.microsoft.com/office/drawing/2014/main" id="{8B3EA11A-36C2-18CF-47E7-2553A7FA1308}"/>
              </a:ext>
            </a:extLst>
          </p:cNvPr>
          <p:cNvSpPr>
            <a:spLocks noGrp="1"/>
          </p:cNvSpPr>
          <p:nvPr>
            <p:ph type="sldNum" sz="quarter" idx="5"/>
          </p:nvPr>
        </p:nvSpPr>
        <p:spPr/>
        <p:txBody>
          <a:bodyPr/>
          <a:lstStyle/>
          <a:p>
            <a:r>
              <a:rPr lang="en-US" b="1">
                <a:solidFill>
                  <a:schemeClr val="accent2"/>
                </a:solidFill>
              </a:rPr>
              <a:t>Notes</a:t>
            </a:r>
            <a:r>
              <a:rPr lang="en-US"/>
              <a:t> </a:t>
            </a:r>
            <a:fld id="{E76C657F-0E32-4130-ADDA-66B81138A76A}" type="slidenum">
              <a:rPr lang="en-US" smtClean="0"/>
              <a:pPr/>
              <a:t>109</a:t>
            </a:fld>
            <a:endParaRPr lang="en-US"/>
          </a:p>
        </p:txBody>
      </p:sp>
    </p:spTree>
    <p:extLst>
      <p:ext uri="{BB962C8B-B14F-4D97-AF65-F5344CB8AC3E}">
        <p14:creationId xmlns:p14="http://schemas.microsoft.com/office/powerpoint/2010/main" val="2106623029"/>
      </p:ext>
    </p:extLst>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D998E3-6AE6-FBFC-A0F0-B4D763062091}"/>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9B1B5A8F-8E5C-C3F3-E684-6229EE058395}"/>
              </a:ext>
            </a:extLst>
          </p:cNvPr>
          <p:cNvSpPr>
            <a:spLocks noGrp="1" noRot="1" noChangeAspect="1"/>
          </p:cNvSpPr>
          <p:nvPr>
            <p:ph type="sldImg"/>
          </p:nvPr>
        </p:nvSpPr>
        <p:spPr>
          <a:xfrm>
            <a:off x="406400" y="619125"/>
            <a:ext cx="6048375" cy="3402013"/>
          </a:xfrm>
        </p:spPr>
      </p:sp>
      <p:sp>
        <p:nvSpPr>
          <p:cNvPr id="3" name="Notizenplatzhalter 2">
            <a:extLst>
              <a:ext uri="{FF2B5EF4-FFF2-40B4-BE49-F238E27FC236}">
                <a16:creationId xmlns:a16="http://schemas.microsoft.com/office/drawing/2014/main" id="{53988393-7349-1D37-CE4F-477B5C0E6DA7}"/>
              </a:ext>
            </a:extLst>
          </p:cNvPr>
          <p:cNvSpPr>
            <a:spLocks noGrp="1"/>
          </p:cNvSpPr>
          <p:nvPr>
            <p:ph type="body" idx="1"/>
          </p:nvPr>
        </p:nvSpPr>
        <p:spPr/>
        <p:txBody>
          <a:bodyPr/>
          <a:lstStyle/>
          <a:p>
            <a:endParaRPr lang="de-DE"/>
          </a:p>
        </p:txBody>
      </p:sp>
      <p:sp>
        <p:nvSpPr>
          <p:cNvPr id="4" name="Foliennummernplatzhalter 3">
            <a:extLst>
              <a:ext uri="{FF2B5EF4-FFF2-40B4-BE49-F238E27FC236}">
                <a16:creationId xmlns:a16="http://schemas.microsoft.com/office/drawing/2014/main" id="{174583C0-0315-FB04-310E-80B55E5283C3}"/>
              </a:ext>
            </a:extLst>
          </p:cNvPr>
          <p:cNvSpPr>
            <a:spLocks noGrp="1"/>
          </p:cNvSpPr>
          <p:nvPr>
            <p:ph type="sldNum" sz="quarter" idx="5"/>
          </p:nvPr>
        </p:nvSpPr>
        <p:spPr/>
        <p:txBody>
          <a:bodyPr/>
          <a:lstStyle/>
          <a:p>
            <a:r>
              <a:rPr lang="en-US" b="1">
                <a:solidFill>
                  <a:schemeClr val="accent2"/>
                </a:solidFill>
              </a:rPr>
              <a:t>Notes</a:t>
            </a:r>
            <a:r>
              <a:rPr lang="en-US"/>
              <a:t> </a:t>
            </a:r>
            <a:fld id="{E76C657F-0E32-4130-ADDA-66B81138A76A}" type="slidenum">
              <a:rPr lang="en-US" smtClean="0"/>
              <a:pPr/>
              <a:t>110</a:t>
            </a:fld>
            <a:endParaRPr lang="en-US"/>
          </a:p>
        </p:txBody>
      </p:sp>
    </p:spTree>
    <p:extLst>
      <p:ext uri="{BB962C8B-B14F-4D97-AF65-F5344CB8AC3E}">
        <p14:creationId xmlns:p14="http://schemas.microsoft.com/office/powerpoint/2010/main" val="608850181"/>
      </p:ext>
    </p:extLst>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308F77-36D1-FA98-7DA3-EEFD2B51DE6E}"/>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730F2294-82EC-AAAB-3BAD-C1304F4F1CA7}"/>
              </a:ext>
            </a:extLst>
          </p:cNvPr>
          <p:cNvSpPr>
            <a:spLocks noGrp="1" noRot="1" noChangeAspect="1"/>
          </p:cNvSpPr>
          <p:nvPr>
            <p:ph type="sldImg"/>
          </p:nvPr>
        </p:nvSpPr>
        <p:spPr>
          <a:xfrm>
            <a:off x="406400" y="619125"/>
            <a:ext cx="6048375" cy="3402013"/>
          </a:xfrm>
        </p:spPr>
      </p:sp>
      <p:sp>
        <p:nvSpPr>
          <p:cNvPr id="3" name="Notizenplatzhalter 2">
            <a:extLst>
              <a:ext uri="{FF2B5EF4-FFF2-40B4-BE49-F238E27FC236}">
                <a16:creationId xmlns:a16="http://schemas.microsoft.com/office/drawing/2014/main" id="{F6F3F6FF-1698-0A96-52BD-EFC22A2A2162}"/>
              </a:ext>
            </a:extLst>
          </p:cNvPr>
          <p:cNvSpPr>
            <a:spLocks noGrp="1"/>
          </p:cNvSpPr>
          <p:nvPr>
            <p:ph type="body" idx="1"/>
          </p:nvPr>
        </p:nvSpPr>
        <p:spPr/>
        <p:txBody>
          <a:bodyPr/>
          <a:lstStyle/>
          <a:p>
            <a:endParaRPr lang="de-DE"/>
          </a:p>
        </p:txBody>
      </p:sp>
      <p:sp>
        <p:nvSpPr>
          <p:cNvPr id="4" name="Foliennummernplatzhalter 3">
            <a:extLst>
              <a:ext uri="{FF2B5EF4-FFF2-40B4-BE49-F238E27FC236}">
                <a16:creationId xmlns:a16="http://schemas.microsoft.com/office/drawing/2014/main" id="{2375448E-3049-87E5-4307-6FFF33765E17}"/>
              </a:ext>
            </a:extLst>
          </p:cNvPr>
          <p:cNvSpPr>
            <a:spLocks noGrp="1"/>
          </p:cNvSpPr>
          <p:nvPr>
            <p:ph type="sldNum" sz="quarter" idx="5"/>
          </p:nvPr>
        </p:nvSpPr>
        <p:spPr/>
        <p:txBody>
          <a:bodyPr/>
          <a:lstStyle/>
          <a:p>
            <a:r>
              <a:rPr lang="en-US" b="1">
                <a:solidFill>
                  <a:schemeClr val="accent2"/>
                </a:solidFill>
              </a:rPr>
              <a:t>Notes</a:t>
            </a:r>
            <a:r>
              <a:rPr lang="en-US"/>
              <a:t> </a:t>
            </a:r>
            <a:fld id="{E76C657F-0E32-4130-ADDA-66B81138A76A}" type="slidenum">
              <a:rPr lang="en-US" smtClean="0"/>
              <a:pPr/>
              <a:t>111</a:t>
            </a:fld>
            <a:endParaRPr lang="en-US"/>
          </a:p>
        </p:txBody>
      </p:sp>
    </p:spTree>
    <p:extLst>
      <p:ext uri="{BB962C8B-B14F-4D97-AF65-F5344CB8AC3E}">
        <p14:creationId xmlns:p14="http://schemas.microsoft.com/office/powerpoint/2010/main" val="1691421200"/>
      </p:ext>
    </p:extLst>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92AE0D-E9E2-E6CA-FE53-387F75907A0B}"/>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9A981663-F6E3-99C9-FBC0-229B88E6502E}"/>
              </a:ext>
            </a:extLst>
          </p:cNvPr>
          <p:cNvSpPr>
            <a:spLocks noGrp="1" noRot="1" noChangeAspect="1"/>
          </p:cNvSpPr>
          <p:nvPr>
            <p:ph type="sldImg"/>
          </p:nvPr>
        </p:nvSpPr>
        <p:spPr>
          <a:xfrm>
            <a:off x="406400" y="619125"/>
            <a:ext cx="6048375" cy="3402013"/>
          </a:xfrm>
        </p:spPr>
      </p:sp>
      <p:sp>
        <p:nvSpPr>
          <p:cNvPr id="3" name="Notizenplatzhalter 2">
            <a:extLst>
              <a:ext uri="{FF2B5EF4-FFF2-40B4-BE49-F238E27FC236}">
                <a16:creationId xmlns:a16="http://schemas.microsoft.com/office/drawing/2014/main" id="{5EF94E16-EE08-ED80-32F5-7A53CE5537B8}"/>
              </a:ext>
            </a:extLst>
          </p:cNvPr>
          <p:cNvSpPr>
            <a:spLocks noGrp="1"/>
          </p:cNvSpPr>
          <p:nvPr>
            <p:ph type="body" idx="1"/>
          </p:nvPr>
        </p:nvSpPr>
        <p:spPr/>
        <p:txBody>
          <a:bodyPr/>
          <a:lstStyle/>
          <a:p>
            <a:endParaRPr lang="de-DE"/>
          </a:p>
        </p:txBody>
      </p:sp>
      <p:sp>
        <p:nvSpPr>
          <p:cNvPr id="4" name="Foliennummernplatzhalter 3">
            <a:extLst>
              <a:ext uri="{FF2B5EF4-FFF2-40B4-BE49-F238E27FC236}">
                <a16:creationId xmlns:a16="http://schemas.microsoft.com/office/drawing/2014/main" id="{B4E7E078-FFD1-EB39-F478-AD85837B4638}"/>
              </a:ext>
            </a:extLst>
          </p:cNvPr>
          <p:cNvSpPr>
            <a:spLocks noGrp="1"/>
          </p:cNvSpPr>
          <p:nvPr>
            <p:ph type="sldNum" sz="quarter" idx="5"/>
          </p:nvPr>
        </p:nvSpPr>
        <p:spPr/>
        <p:txBody>
          <a:bodyPr/>
          <a:lstStyle/>
          <a:p>
            <a:r>
              <a:rPr lang="en-US" b="1">
                <a:solidFill>
                  <a:schemeClr val="accent2"/>
                </a:solidFill>
              </a:rPr>
              <a:t>Notes</a:t>
            </a:r>
            <a:r>
              <a:rPr lang="en-US"/>
              <a:t> </a:t>
            </a:r>
            <a:fld id="{E76C657F-0E32-4130-ADDA-66B81138A76A}" type="slidenum">
              <a:rPr lang="en-US" smtClean="0"/>
              <a:pPr/>
              <a:t>113</a:t>
            </a:fld>
            <a:endParaRPr lang="en-US"/>
          </a:p>
        </p:txBody>
      </p:sp>
    </p:spTree>
    <p:extLst>
      <p:ext uri="{BB962C8B-B14F-4D97-AF65-F5344CB8AC3E}">
        <p14:creationId xmlns:p14="http://schemas.microsoft.com/office/powerpoint/2010/main" val="4044012093"/>
      </p:ext>
    </p:extLst>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EA24A8-4820-4BED-2987-E6E05E5D4295}"/>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4099D6BA-3D7E-0231-1B99-59B2BB36A760}"/>
              </a:ext>
            </a:extLst>
          </p:cNvPr>
          <p:cNvSpPr>
            <a:spLocks noGrp="1" noRot="1" noChangeAspect="1"/>
          </p:cNvSpPr>
          <p:nvPr>
            <p:ph type="sldImg"/>
          </p:nvPr>
        </p:nvSpPr>
        <p:spPr>
          <a:xfrm>
            <a:off x="406400" y="619125"/>
            <a:ext cx="6048375" cy="3402013"/>
          </a:xfrm>
        </p:spPr>
      </p:sp>
      <p:sp>
        <p:nvSpPr>
          <p:cNvPr id="3" name="Notizenplatzhalter 2">
            <a:extLst>
              <a:ext uri="{FF2B5EF4-FFF2-40B4-BE49-F238E27FC236}">
                <a16:creationId xmlns:a16="http://schemas.microsoft.com/office/drawing/2014/main" id="{E65AD371-15E5-641C-F1D0-407BFB5E4124}"/>
              </a:ext>
            </a:extLst>
          </p:cNvPr>
          <p:cNvSpPr>
            <a:spLocks noGrp="1"/>
          </p:cNvSpPr>
          <p:nvPr>
            <p:ph type="body" idx="1"/>
          </p:nvPr>
        </p:nvSpPr>
        <p:spPr/>
        <p:txBody>
          <a:bodyPr/>
          <a:lstStyle/>
          <a:p>
            <a:endParaRPr lang="de-DE"/>
          </a:p>
        </p:txBody>
      </p:sp>
      <p:sp>
        <p:nvSpPr>
          <p:cNvPr id="4" name="Foliennummernplatzhalter 3">
            <a:extLst>
              <a:ext uri="{FF2B5EF4-FFF2-40B4-BE49-F238E27FC236}">
                <a16:creationId xmlns:a16="http://schemas.microsoft.com/office/drawing/2014/main" id="{9F5BA10D-C1F5-AC45-B142-D131A1F66209}"/>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50" b="1" i="0" u="none" strike="noStrike" kern="1200" cap="none" spc="0" normalizeH="0" baseline="0" noProof="0">
                <a:ln>
                  <a:noFill/>
                </a:ln>
                <a:solidFill>
                  <a:srgbClr val="00D7A0"/>
                </a:solidFill>
                <a:effectLst/>
                <a:uLnTx/>
                <a:uFillTx/>
                <a:latin typeface="Arial"/>
                <a:ea typeface="+mn-ea"/>
                <a:cs typeface="+mn-cs"/>
              </a:rPr>
              <a:t>Notes</a:t>
            </a:r>
            <a:r>
              <a:rPr kumimoji="0" lang="en-US" sz="1050" b="0" i="0" u="none" strike="noStrike" kern="1200" cap="none" spc="0" normalizeH="0" baseline="0" noProof="0">
                <a:ln>
                  <a:noFill/>
                </a:ln>
                <a:solidFill>
                  <a:srgbClr val="000000"/>
                </a:solidFill>
                <a:effectLst/>
                <a:uLnTx/>
                <a:uFillTx/>
                <a:latin typeface="Arial"/>
                <a:ea typeface="+mn-ea"/>
                <a:cs typeface="+mn-cs"/>
              </a:rPr>
              <a:t> </a:t>
            </a:r>
            <a:fld id="{E76C657F-0E32-4130-ADDA-66B81138A76A}" type="slidenum">
              <a:rPr kumimoji="0" lang="en-US" sz="1050" b="0" i="0" u="none" strike="noStrike" kern="1200" cap="none" spc="0" normalizeH="0" baseline="0" noProof="0" smtClean="0">
                <a:ln>
                  <a:noFill/>
                </a:ln>
                <a:solidFill>
                  <a:srgbClr val="000000"/>
                </a:solidFill>
                <a:effectLst/>
                <a:uLnTx/>
                <a:uFillTx/>
                <a:latin typeface="Arial"/>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114</a:t>
            </a:fld>
            <a:endParaRPr kumimoji="0" lang="en-US" sz="1050" b="0" i="0" u="none" strike="noStrike" kern="1200" cap="none" spc="0" normalizeH="0" baseline="0" noProof="0">
              <a:ln>
                <a:noFill/>
              </a:ln>
              <a:solidFill>
                <a:srgbClr val="000000"/>
              </a:solidFill>
              <a:effectLst/>
              <a:uLnTx/>
              <a:uFillTx/>
              <a:latin typeface="Arial"/>
              <a:ea typeface="+mn-ea"/>
              <a:cs typeface="+mn-cs"/>
            </a:endParaRPr>
          </a:p>
        </p:txBody>
      </p:sp>
    </p:spTree>
    <p:extLst>
      <p:ext uri="{BB962C8B-B14F-4D97-AF65-F5344CB8AC3E}">
        <p14:creationId xmlns:p14="http://schemas.microsoft.com/office/powerpoint/2010/main" val="474061883"/>
      </p:ext>
    </p:extLst>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69B8A3-43D4-6CD1-A992-DCE15F32EE64}"/>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3857DE96-73AF-6B0D-EFB8-9CBFA37CC42B}"/>
              </a:ext>
            </a:extLst>
          </p:cNvPr>
          <p:cNvSpPr>
            <a:spLocks noGrp="1" noRot="1" noChangeAspect="1"/>
          </p:cNvSpPr>
          <p:nvPr>
            <p:ph type="sldImg"/>
          </p:nvPr>
        </p:nvSpPr>
        <p:spPr>
          <a:xfrm>
            <a:off x="406400" y="619125"/>
            <a:ext cx="6048375" cy="3402013"/>
          </a:xfrm>
        </p:spPr>
      </p:sp>
      <p:sp>
        <p:nvSpPr>
          <p:cNvPr id="3" name="Notizenplatzhalter 2">
            <a:extLst>
              <a:ext uri="{FF2B5EF4-FFF2-40B4-BE49-F238E27FC236}">
                <a16:creationId xmlns:a16="http://schemas.microsoft.com/office/drawing/2014/main" id="{32A0D32F-1AE1-DC41-F534-CD3251631DC2}"/>
              </a:ext>
            </a:extLst>
          </p:cNvPr>
          <p:cNvSpPr>
            <a:spLocks noGrp="1"/>
          </p:cNvSpPr>
          <p:nvPr>
            <p:ph type="body" idx="1"/>
          </p:nvPr>
        </p:nvSpPr>
        <p:spPr/>
        <p:txBody>
          <a:bodyPr/>
          <a:lstStyle/>
          <a:p>
            <a:endParaRPr lang="de-DE"/>
          </a:p>
        </p:txBody>
      </p:sp>
      <p:sp>
        <p:nvSpPr>
          <p:cNvPr id="4" name="Foliennummernplatzhalter 3">
            <a:extLst>
              <a:ext uri="{FF2B5EF4-FFF2-40B4-BE49-F238E27FC236}">
                <a16:creationId xmlns:a16="http://schemas.microsoft.com/office/drawing/2014/main" id="{946ABD30-9BDD-5307-1618-A40AB5B9AEB3}"/>
              </a:ext>
            </a:extLst>
          </p:cNvPr>
          <p:cNvSpPr>
            <a:spLocks noGrp="1"/>
          </p:cNvSpPr>
          <p:nvPr>
            <p:ph type="sldNum" sz="quarter" idx="5"/>
          </p:nvPr>
        </p:nvSpPr>
        <p:spPr/>
        <p:txBody>
          <a:bodyPr/>
          <a:lstStyle/>
          <a:p>
            <a:r>
              <a:rPr lang="en-US" b="1">
                <a:solidFill>
                  <a:schemeClr val="accent2"/>
                </a:solidFill>
              </a:rPr>
              <a:t>Notes</a:t>
            </a:r>
            <a:r>
              <a:rPr lang="en-US"/>
              <a:t> </a:t>
            </a:r>
            <a:fld id="{E76C657F-0E32-4130-ADDA-66B81138A76A}" type="slidenum">
              <a:rPr lang="en-US" smtClean="0"/>
              <a:pPr/>
              <a:t>115</a:t>
            </a:fld>
            <a:endParaRPr lang="en-US"/>
          </a:p>
        </p:txBody>
      </p:sp>
    </p:spTree>
    <p:extLst>
      <p:ext uri="{BB962C8B-B14F-4D97-AF65-F5344CB8AC3E}">
        <p14:creationId xmlns:p14="http://schemas.microsoft.com/office/powerpoint/2010/main" val="1467497363"/>
      </p:ext>
    </p:extLst>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A2A3B5-747B-3341-8288-FB03486D0C01}"/>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8B4A278E-1CA5-6D58-8ED1-2F1A30930104}"/>
              </a:ext>
            </a:extLst>
          </p:cNvPr>
          <p:cNvSpPr>
            <a:spLocks noGrp="1" noRot="1" noChangeAspect="1"/>
          </p:cNvSpPr>
          <p:nvPr>
            <p:ph type="sldImg"/>
          </p:nvPr>
        </p:nvSpPr>
        <p:spPr>
          <a:xfrm>
            <a:off x="406400" y="619125"/>
            <a:ext cx="6048375" cy="3402013"/>
          </a:xfrm>
        </p:spPr>
      </p:sp>
      <p:sp>
        <p:nvSpPr>
          <p:cNvPr id="3" name="Notizenplatzhalter 2">
            <a:extLst>
              <a:ext uri="{FF2B5EF4-FFF2-40B4-BE49-F238E27FC236}">
                <a16:creationId xmlns:a16="http://schemas.microsoft.com/office/drawing/2014/main" id="{3A68BF8C-9326-2C79-6092-E83A5A08385A}"/>
              </a:ext>
            </a:extLst>
          </p:cNvPr>
          <p:cNvSpPr>
            <a:spLocks noGrp="1"/>
          </p:cNvSpPr>
          <p:nvPr>
            <p:ph type="body" idx="1"/>
          </p:nvPr>
        </p:nvSpPr>
        <p:spPr/>
        <p:txBody>
          <a:bodyPr/>
          <a:lstStyle/>
          <a:p>
            <a:endParaRPr lang="de-DE"/>
          </a:p>
        </p:txBody>
      </p:sp>
      <p:sp>
        <p:nvSpPr>
          <p:cNvPr id="4" name="Foliennummernplatzhalter 3">
            <a:extLst>
              <a:ext uri="{FF2B5EF4-FFF2-40B4-BE49-F238E27FC236}">
                <a16:creationId xmlns:a16="http://schemas.microsoft.com/office/drawing/2014/main" id="{9A06E7A8-C989-B527-9049-3724D009C6EB}"/>
              </a:ext>
            </a:extLst>
          </p:cNvPr>
          <p:cNvSpPr>
            <a:spLocks noGrp="1"/>
          </p:cNvSpPr>
          <p:nvPr>
            <p:ph type="sldNum" sz="quarter" idx="5"/>
          </p:nvPr>
        </p:nvSpPr>
        <p:spPr/>
        <p:txBody>
          <a:bodyPr/>
          <a:lstStyle/>
          <a:p>
            <a:r>
              <a:rPr lang="en-US" b="1">
                <a:solidFill>
                  <a:schemeClr val="accent2"/>
                </a:solidFill>
              </a:rPr>
              <a:t>Notes</a:t>
            </a:r>
            <a:r>
              <a:rPr lang="en-US"/>
              <a:t> </a:t>
            </a:r>
            <a:fld id="{E76C657F-0E32-4130-ADDA-66B81138A76A}" type="slidenum">
              <a:rPr lang="en-US" smtClean="0"/>
              <a:pPr/>
              <a:t>117</a:t>
            </a:fld>
            <a:endParaRPr lang="en-US"/>
          </a:p>
        </p:txBody>
      </p:sp>
    </p:spTree>
    <p:extLst>
      <p:ext uri="{BB962C8B-B14F-4D97-AF65-F5344CB8AC3E}">
        <p14:creationId xmlns:p14="http://schemas.microsoft.com/office/powerpoint/2010/main" val="3396136696"/>
      </p:ext>
    </p:extLst>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2D5366-B7B6-FF1B-536B-1E2CE38E5F70}"/>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A5ED3288-3323-2FA1-BC05-A4D74BEAA9BB}"/>
              </a:ext>
            </a:extLst>
          </p:cNvPr>
          <p:cNvSpPr>
            <a:spLocks noGrp="1" noRot="1" noChangeAspect="1"/>
          </p:cNvSpPr>
          <p:nvPr>
            <p:ph type="sldImg"/>
          </p:nvPr>
        </p:nvSpPr>
        <p:spPr>
          <a:xfrm>
            <a:off x="406400" y="619125"/>
            <a:ext cx="6048375" cy="3402013"/>
          </a:xfrm>
        </p:spPr>
      </p:sp>
      <p:sp>
        <p:nvSpPr>
          <p:cNvPr id="3" name="Notizenplatzhalter 2">
            <a:extLst>
              <a:ext uri="{FF2B5EF4-FFF2-40B4-BE49-F238E27FC236}">
                <a16:creationId xmlns:a16="http://schemas.microsoft.com/office/drawing/2014/main" id="{DF46806C-447A-0419-2E22-2BDC6AEFE549}"/>
              </a:ext>
            </a:extLst>
          </p:cNvPr>
          <p:cNvSpPr>
            <a:spLocks noGrp="1"/>
          </p:cNvSpPr>
          <p:nvPr>
            <p:ph type="body" idx="1"/>
          </p:nvPr>
        </p:nvSpPr>
        <p:spPr/>
        <p:txBody>
          <a:bodyPr/>
          <a:lstStyle/>
          <a:p>
            <a:endParaRPr lang="de-DE"/>
          </a:p>
        </p:txBody>
      </p:sp>
      <p:sp>
        <p:nvSpPr>
          <p:cNvPr id="4" name="Foliennummernplatzhalter 3">
            <a:extLst>
              <a:ext uri="{FF2B5EF4-FFF2-40B4-BE49-F238E27FC236}">
                <a16:creationId xmlns:a16="http://schemas.microsoft.com/office/drawing/2014/main" id="{93204E32-E9BF-D3A9-84C5-C6206806F7B1}"/>
              </a:ext>
            </a:extLst>
          </p:cNvPr>
          <p:cNvSpPr>
            <a:spLocks noGrp="1"/>
          </p:cNvSpPr>
          <p:nvPr>
            <p:ph type="sldNum" sz="quarter" idx="5"/>
          </p:nvPr>
        </p:nvSpPr>
        <p:spPr/>
        <p:txBody>
          <a:bodyPr/>
          <a:lstStyle/>
          <a:p>
            <a:r>
              <a:rPr lang="en-US" b="1">
                <a:solidFill>
                  <a:schemeClr val="accent2"/>
                </a:solidFill>
              </a:rPr>
              <a:t>Notes</a:t>
            </a:r>
            <a:r>
              <a:rPr lang="en-US"/>
              <a:t> </a:t>
            </a:r>
            <a:fld id="{E76C657F-0E32-4130-ADDA-66B81138A76A}" type="slidenum">
              <a:rPr lang="en-US" smtClean="0"/>
              <a:pPr/>
              <a:t>118</a:t>
            </a:fld>
            <a:endParaRPr lang="en-US"/>
          </a:p>
        </p:txBody>
      </p:sp>
    </p:spTree>
    <p:extLst>
      <p:ext uri="{BB962C8B-B14F-4D97-AF65-F5344CB8AC3E}">
        <p14:creationId xmlns:p14="http://schemas.microsoft.com/office/powerpoint/2010/main" val="503572093"/>
      </p:ext>
    </p:extLst>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08EEFA-55DE-0FB8-81C3-6FCBDFA35397}"/>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14F29ADE-2BC7-DEE2-AF65-39E9DAC5901F}"/>
              </a:ext>
            </a:extLst>
          </p:cNvPr>
          <p:cNvSpPr>
            <a:spLocks noGrp="1" noRot="1" noChangeAspect="1"/>
          </p:cNvSpPr>
          <p:nvPr>
            <p:ph type="sldImg"/>
          </p:nvPr>
        </p:nvSpPr>
        <p:spPr>
          <a:xfrm>
            <a:off x="406400" y="619125"/>
            <a:ext cx="6048375" cy="3402013"/>
          </a:xfrm>
        </p:spPr>
      </p:sp>
      <p:sp>
        <p:nvSpPr>
          <p:cNvPr id="3" name="Notizenplatzhalter 2">
            <a:extLst>
              <a:ext uri="{FF2B5EF4-FFF2-40B4-BE49-F238E27FC236}">
                <a16:creationId xmlns:a16="http://schemas.microsoft.com/office/drawing/2014/main" id="{515ABB3F-3896-B76A-EB08-945876200713}"/>
              </a:ext>
            </a:extLst>
          </p:cNvPr>
          <p:cNvSpPr>
            <a:spLocks noGrp="1"/>
          </p:cNvSpPr>
          <p:nvPr>
            <p:ph type="body" idx="1"/>
          </p:nvPr>
        </p:nvSpPr>
        <p:spPr/>
        <p:txBody>
          <a:bodyPr/>
          <a:lstStyle/>
          <a:p>
            <a:endParaRPr lang="de-DE"/>
          </a:p>
        </p:txBody>
      </p:sp>
      <p:sp>
        <p:nvSpPr>
          <p:cNvPr id="4" name="Foliennummernplatzhalter 3">
            <a:extLst>
              <a:ext uri="{FF2B5EF4-FFF2-40B4-BE49-F238E27FC236}">
                <a16:creationId xmlns:a16="http://schemas.microsoft.com/office/drawing/2014/main" id="{573B9195-2110-14DF-FCC2-143274542488}"/>
              </a:ext>
            </a:extLst>
          </p:cNvPr>
          <p:cNvSpPr>
            <a:spLocks noGrp="1"/>
          </p:cNvSpPr>
          <p:nvPr>
            <p:ph type="sldNum" sz="quarter" idx="5"/>
          </p:nvPr>
        </p:nvSpPr>
        <p:spPr/>
        <p:txBody>
          <a:bodyPr/>
          <a:lstStyle/>
          <a:p>
            <a:r>
              <a:rPr lang="en-US" b="1">
                <a:solidFill>
                  <a:schemeClr val="accent2"/>
                </a:solidFill>
              </a:rPr>
              <a:t>Notes</a:t>
            </a:r>
            <a:r>
              <a:rPr lang="en-US"/>
              <a:t> </a:t>
            </a:r>
            <a:fld id="{E76C657F-0E32-4130-ADDA-66B81138A76A}" type="slidenum">
              <a:rPr lang="en-US" smtClean="0"/>
              <a:pPr/>
              <a:t>119</a:t>
            </a:fld>
            <a:endParaRPr lang="en-US"/>
          </a:p>
        </p:txBody>
      </p:sp>
    </p:spTree>
    <p:extLst>
      <p:ext uri="{BB962C8B-B14F-4D97-AF65-F5344CB8AC3E}">
        <p14:creationId xmlns:p14="http://schemas.microsoft.com/office/powerpoint/2010/main" val="3453714399"/>
      </p:ext>
    </p:extLst>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A3DB07-2279-84D3-9A8D-BD3DDD8A4E97}"/>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59FFC264-3ED3-98CF-74EE-8328DDCDFA1E}"/>
              </a:ext>
            </a:extLst>
          </p:cNvPr>
          <p:cNvSpPr>
            <a:spLocks noGrp="1" noRot="1" noChangeAspect="1"/>
          </p:cNvSpPr>
          <p:nvPr>
            <p:ph type="sldImg"/>
          </p:nvPr>
        </p:nvSpPr>
        <p:spPr>
          <a:xfrm>
            <a:off x="406400" y="619125"/>
            <a:ext cx="6048375" cy="3402013"/>
          </a:xfrm>
        </p:spPr>
      </p:sp>
      <p:sp>
        <p:nvSpPr>
          <p:cNvPr id="3" name="Notizenplatzhalter 2">
            <a:extLst>
              <a:ext uri="{FF2B5EF4-FFF2-40B4-BE49-F238E27FC236}">
                <a16:creationId xmlns:a16="http://schemas.microsoft.com/office/drawing/2014/main" id="{1400CA30-90B3-6814-D5EA-08D74FB97AB4}"/>
              </a:ext>
            </a:extLst>
          </p:cNvPr>
          <p:cNvSpPr>
            <a:spLocks noGrp="1"/>
          </p:cNvSpPr>
          <p:nvPr>
            <p:ph type="body" idx="1"/>
          </p:nvPr>
        </p:nvSpPr>
        <p:spPr/>
        <p:txBody>
          <a:bodyPr/>
          <a:lstStyle/>
          <a:p>
            <a:endParaRPr lang="de-DE"/>
          </a:p>
        </p:txBody>
      </p:sp>
      <p:sp>
        <p:nvSpPr>
          <p:cNvPr id="4" name="Foliennummernplatzhalter 3">
            <a:extLst>
              <a:ext uri="{FF2B5EF4-FFF2-40B4-BE49-F238E27FC236}">
                <a16:creationId xmlns:a16="http://schemas.microsoft.com/office/drawing/2014/main" id="{75DD2B34-11C1-FDE6-CA61-0EBB0F2E696D}"/>
              </a:ext>
            </a:extLst>
          </p:cNvPr>
          <p:cNvSpPr>
            <a:spLocks noGrp="1"/>
          </p:cNvSpPr>
          <p:nvPr>
            <p:ph type="sldNum" sz="quarter" idx="5"/>
          </p:nvPr>
        </p:nvSpPr>
        <p:spPr/>
        <p:txBody>
          <a:bodyPr/>
          <a:lstStyle/>
          <a:p>
            <a:r>
              <a:rPr lang="en-US" b="1">
                <a:solidFill>
                  <a:schemeClr val="accent2"/>
                </a:solidFill>
              </a:rPr>
              <a:t>Notes</a:t>
            </a:r>
            <a:r>
              <a:rPr lang="en-US"/>
              <a:t> </a:t>
            </a:r>
            <a:fld id="{E76C657F-0E32-4130-ADDA-66B81138A76A}" type="slidenum">
              <a:rPr lang="en-US" smtClean="0"/>
              <a:pPr/>
              <a:t>120</a:t>
            </a:fld>
            <a:endParaRPr lang="en-US"/>
          </a:p>
        </p:txBody>
      </p:sp>
    </p:spTree>
    <p:extLst>
      <p:ext uri="{BB962C8B-B14F-4D97-AF65-F5344CB8AC3E}">
        <p14:creationId xmlns:p14="http://schemas.microsoft.com/office/powerpoint/2010/main" val="554395356"/>
      </p:ext>
    </p:extLst>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B6385F-35D9-52C4-9C38-5AB396214E86}"/>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1FFAE2CD-E33E-5564-8ABE-74FF6714576B}"/>
              </a:ext>
            </a:extLst>
          </p:cNvPr>
          <p:cNvSpPr>
            <a:spLocks noGrp="1" noRot="1" noChangeAspect="1"/>
          </p:cNvSpPr>
          <p:nvPr>
            <p:ph type="sldImg"/>
          </p:nvPr>
        </p:nvSpPr>
        <p:spPr>
          <a:xfrm>
            <a:off x="406400" y="619125"/>
            <a:ext cx="6048375" cy="3402013"/>
          </a:xfrm>
        </p:spPr>
      </p:sp>
      <p:sp>
        <p:nvSpPr>
          <p:cNvPr id="3" name="Notizenplatzhalter 2">
            <a:extLst>
              <a:ext uri="{FF2B5EF4-FFF2-40B4-BE49-F238E27FC236}">
                <a16:creationId xmlns:a16="http://schemas.microsoft.com/office/drawing/2014/main" id="{3927E957-E528-56E7-FBBC-B9E3639277B4}"/>
              </a:ext>
            </a:extLst>
          </p:cNvPr>
          <p:cNvSpPr>
            <a:spLocks noGrp="1"/>
          </p:cNvSpPr>
          <p:nvPr>
            <p:ph type="body" idx="1"/>
          </p:nvPr>
        </p:nvSpPr>
        <p:spPr/>
        <p:txBody>
          <a:bodyPr/>
          <a:lstStyle/>
          <a:p>
            <a:endParaRPr lang="de-DE"/>
          </a:p>
        </p:txBody>
      </p:sp>
      <p:sp>
        <p:nvSpPr>
          <p:cNvPr id="4" name="Foliennummernplatzhalter 3">
            <a:extLst>
              <a:ext uri="{FF2B5EF4-FFF2-40B4-BE49-F238E27FC236}">
                <a16:creationId xmlns:a16="http://schemas.microsoft.com/office/drawing/2014/main" id="{057862BF-53F7-9F81-204A-1ADF97488096}"/>
              </a:ext>
            </a:extLst>
          </p:cNvPr>
          <p:cNvSpPr>
            <a:spLocks noGrp="1"/>
          </p:cNvSpPr>
          <p:nvPr>
            <p:ph type="sldNum" sz="quarter" idx="5"/>
          </p:nvPr>
        </p:nvSpPr>
        <p:spPr/>
        <p:txBody>
          <a:bodyPr/>
          <a:lstStyle/>
          <a:p>
            <a:r>
              <a:rPr lang="en-US" b="1">
                <a:solidFill>
                  <a:schemeClr val="accent2"/>
                </a:solidFill>
              </a:rPr>
              <a:t>Notes</a:t>
            </a:r>
            <a:r>
              <a:rPr lang="en-US"/>
              <a:t> </a:t>
            </a:r>
            <a:fld id="{E76C657F-0E32-4130-ADDA-66B81138A76A}" type="slidenum">
              <a:rPr lang="en-US" smtClean="0"/>
              <a:pPr/>
              <a:t>121</a:t>
            </a:fld>
            <a:endParaRPr lang="en-US"/>
          </a:p>
        </p:txBody>
      </p:sp>
    </p:spTree>
    <p:extLst>
      <p:ext uri="{BB962C8B-B14F-4D97-AF65-F5344CB8AC3E}">
        <p14:creationId xmlns:p14="http://schemas.microsoft.com/office/powerpoint/2010/main" val="3363818138"/>
      </p:ext>
    </p:extLst>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DB3D2F-205E-3BFC-DD8C-B4F806EE192F}"/>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3442AD8A-6CF0-09A7-3201-5214B27F0172}"/>
              </a:ext>
            </a:extLst>
          </p:cNvPr>
          <p:cNvSpPr>
            <a:spLocks noGrp="1" noRot="1" noChangeAspect="1"/>
          </p:cNvSpPr>
          <p:nvPr>
            <p:ph type="sldImg"/>
          </p:nvPr>
        </p:nvSpPr>
        <p:spPr>
          <a:xfrm>
            <a:off x="406400" y="619125"/>
            <a:ext cx="6048375" cy="3402013"/>
          </a:xfrm>
        </p:spPr>
      </p:sp>
      <p:sp>
        <p:nvSpPr>
          <p:cNvPr id="3" name="Notizenplatzhalter 2">
            <a:extLst>
              <a:ext uri="{FF2B5EF4-FFF2-40B4-BE49-F238E27FC236}">
                <a16:creationId xmlns:a16="http://schemas.microsoft.com/office/drawing/2014/main" id="{D3AD71DA-02D9-6482-1207-A5372EFB0B81}"/>
              </a:ext>
            </a:extLst>
          </p:cNvPr>
          <p:cNvSpPr>
            <a:spLocks noGrp="1"/>
          </p:cNvSpPr>
          <p:nvPr>
            <p:ph type="body" idx="1"/>
          </p:nvPr>
        </p:nvSpPr>
        <p:spPr/>
        <p:txBody>
          <a:bodyPr/>
          <a:lstStyle/>
          <a:p>
            <a:endParaRPr lang="de-DE"/>
          </a:p>
        </p:txBody>
      </p:sp>
      <p:sp>
        <p:nvSpPr>
          <p:cNvPr id="4" name="Foliennummernplatzhalter 3">
            <a:extLst>
              <a:ext uri="{FF2B5EF4-FFF2-40B4-BE49-F238E27FC236}">
                <a16:creationId xmlns:a16="http://schemas.microsoft.com/office/drawing/2014/main" id="{ABC18810-BC3C-91BC-606F-253128DAB13C}"/>
              </a:ext>
            </a:extLst>
          </p:cNvPr>
          <p:cNvSpPr>
            <a:spLocks noGrp="1"/>
          </p:cNvSpPr>
          <p:nvPr>
            <p:ph type="sldNum" sz="quarter" idx="5"/>
          </p:nvPr>
        </p:nvSpPr>
        <p:spPr/>
        <p:txBody>
          <a:bodyPr/>
          <a:lstStyle/>
          <a:p>
            <a:r>
              <a:rPr lang="en-US" b="1">
                <a:solidFill>
                  <a:schemeClr val="accent2"/>
                </a:solidFill>
              </a:rPr>
              <a:t>Notes</a:t>
            </a:r>
            <a:r>
              <a:rPr lang="en-US"/>
              <a:t> </a:t>
            </a:r>
            <a:fld id="{E76C657F-0E32-4130-ADDA-66B81138A76A}" type="slidenum">
              <a:rPr lang="en-US" smtClean="0"/>
              <a:pPr/>
              <a:t>122</a:t>
            </a:fld>
            <a:endParaRPr lang="en-US"/>
          </a:p>
        </p:txBody>
      </p:sp>
    </p:spTree>
    <p:extLst>
      <p:ext uri="{BB962C8B-B14F-4D97-AF65-F5344CB8AC3E}">
        <p14:creationId xmlns:p14="http://schemas.microsoft.com/office/powerpoint/2010/main" val="4273393574"/>
      </p:ext>
    </p:extLst>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a:xfrm>
            <a:off x="406400" y="619125"/>
            <a:ext cx="6048375" cy="3402013"/>
          </a:xfrm>
        </p:spPr>
      </p:sp>
      <p:sp>
        <p:nvSpPr>
          <p:cNvPr id="3" name="Notizenplatzhalter 2"/>
          <p:cNvSpPr>
            <a:spLocks noGrp="1"/>
          </p:cNvSpPr>
          <p:nvPr>
            <p:ph type="body" idx="1"/>
          </p:nvPr>
        </p:nvSpPr>
        <p:spPr/>
        <p:txBody>
          <a:bodyPr/>
          <a:lstStyle/>
          <a:p>
            <a:endParaRPr lang="de-DE"/>
          </a:p>
        </p:txBody>
      </p:sp>
      <p:sp>
        <p:nvSpPr>
          <p:cNvPr id="4" name="Foliennummernplatzhalter 3"/>
          <p:cNvSpPr>
            <a:spLocks noGrp="1"/>
          </p:cNvSpPr>
          <p:nvPr>
            <p:ph type="sldNum" sz="quarter" idx="5"/>
          </p:nvPr>
        </p:nvSpPr>
        <p:spPr/>
        <p:txBody>
          <a:bodyPr/>
          <a:lstStyle/>
          <a:p>
            <a:r>
              <a:rPr lang="en-US" b="1">
                <a:solidFill>
                  <a:schemeClr val="accent2"/>
                </a:solidFill>
              </a:rPr>
              <a:t>Notes</a:t>
            </a:r>
            <a:r>
              <a:rPr lang="en-US"/>
              <a:t> </a:t>
            </a:r>
            <a:fld id="{E76C657F-0E32-4130-ADDA-66B81138A76A}" type="slidenum">
              <a:rPr lang="en-US" smtClean="0"/>
              <a:pPr/>
              <a:t>123</a:t>
            </a:fld>
            <a:endParaRPr lang="en-US"/>
          </a:p>
        </p:txBody>
      </p:sp>
    </p:spTree>
    <p:extLst>
      <p:ext uri="{BB962C8B-B14F-4D97-AF65-F5344CB8AC3E}">
        <p14:creationId xmlns:p14="http://schemas.microsoft.com/office/powerpoint/2010/main" val="2692538864"/>
      </p:ext>
    </p:extLst>
  </p:cSld>
  <p:clrMapOvr>
    <a:masterClrMapping/>
  </p:clrMapOvr>
</p:notes>
</file>

<file path=ppt/slideLayouts/_rels/slideLayout1.xml.rels><?xml version="1.0" encoding="UTF-8" standalone="yes"?>
<Relationships xmlns="http://schemas.openxmlformats.org/package/2006/relationships"><Relationship Id="rId8" Type="http://schemas.openxmlformats.org/officeDocument/2006/relationships/image" Target="../media/image5.png"/><Relationship Id="rId3" Type="http://schemas.openxmlformats.org/officeDocument/2006/relationships/oleObject" Target="../embeddings/oleObject2.bin"/><Relationship Id="rId7" Type="http://schemas.openxmlformats.org/officeDocument/2006/relationships/image" Target="../media/image4.svg"/><Relationship Id="rId2" Type="http://schemas.openxmlformats.org/officeDocument/2006/relationships/slideMaster" Target="../slideMasters/slideMaster1.xml"/><Relationship Id="rId1" Type="http://schemas.openxmlformats.org/officeDocument/2006/relationships/tags" Target="../tags/tag3.xml"/><Relationship Id="rId6" Type="http://schemas.openxmlformats.org/officeDocument/2006/relationships/image" Target="../media/image3.png"/><Relationship Id="rId5" Type="http://schemas.openxmlformats.org/officeDocument/2006/relationships/image" Target="../media/image2.jpeg"/><Relationship Id="rId10" Type="http://schemas.openxmlformats.org/officeDocument/2006/relationships/image" Target="../media/image7.png"/><Relationship Id="rId4" Type="http://schemas.openxmlformats.org/officeDocument/2006/relationships/image" Target="../media/image1.emf"/><Relationship Id="rId9" Type="http://schemas.openxmlformats.org/officeDocument/2006/relationships/image" Target="../media/image6.svg"/></Relationships>
</file>

<file path=ppt/slideLayouts/_rels/slideLayout2.xml.rels><?xml version="1.0" encoding="UTF-8" standalone="yes"?>
<Relationships xmlns="http://schemas.openxmlformats.org/package/2006/relationships"><Relationship Id="rId8" Type="http://schemas.openxmlformats.org/officeDocument/2006/relationships/image" Target="../media/image3.png"/><Relationship Id="rId3" Type="http://schemas.openxmlformats.org/officeDocument/2006/relationships/oleObject" Target="../embeddings/oleObject3.bin"/><Relationship Id="rId7" Type="http://schemas.openxmlformats.org/officeDocument/2006/relationships/image" Target="../media/image8.jpeg"/><Relationship Id="rId2" Type="http://schemas.openxmlformats.org/officeDocument/2006/relationships/slideMaster" Target="../slideMasters/slideMaster1.xml"/><Relationship Id="rId1" Type="http://schemas.openxmlformats.org/officeDocument/2006/relationships/tags" Target="../tags/tag4.xml"/><Relationship Id="rId6" Type="http://schemas.openxmlformats.org/officeDocument/2006/relationships/image" Target="../media/image6.svg"/><Relationship Id="rId5" Type="http://schemas.openxmlformats.org/officeDocument/2006/relationships/image" Target="../media/image5.png"/><Relationship Id="rId10" Type="http://schemas.openxmlformats.org/officeDocument/2006/relationships/image" Target="../media/image9.png"/><Relationship Id="rId4" Type="http://schemas.openxmlformats.org/officeDocument/2006/relationships/image" Target="../media/image1.emf"/><Relationship Id="rId9" Type="http://schemas.openxmlformats.org/officeDocument/2006/relationships/image" Target="../media/image4.svg"/></Relationships>
</file>

<file path=ppt/slideLayouts/_rels/slideLayout3.xml.rels><?xml version="1.0" encoding="UTF-8" standalone="yes"?>
<Relationships xmlns="http://schemas.openxmlformats.org/package/2006/relationships"><Relationship Id="rId8" Type="http://schemas.openxmlformats.org/officeDocument/2006/relationships/image" Target="../media/image6.svg"/><Relationship Id="rId3" Type="http://schemas.openxmlformats.org/officeDocument/2006/relationships/oleObject" Target="../embeddings/oleObject4.bin"/><Relationship Id="rId7" Type="http://schemas.openxmlformats.org/officeDocument/2006/relationships/image" Target="../media/image5.png"/><Relationship Id="rId2" Type="http://schemas.openxmlformats.org/officeDocument/2006/relationships/slideMaster" Target="../slideMasters/slideMaster1.xml"/><Relationship Id="rId1" Type="http://schemas.openxmlformats.org/officeDocument/2006/relationships/tags" Target="../tags/tag5.xml"/><Relationship Id="rId6" Type="http://schemas.openxmlformats.org/officeDocument/2006/relationships/image" Target="../media/image11.svg"/><Relationship Id="rId5" Type="http://schemas.openxmlformats.org/officeDocument/2006/relationships/image" Target="../media/image10.png"/><Relationship Id="rId10" Type="http://schemas.openxmlformats.org/officeDocument/2006/relationships/image" Target="../media/image7.png"/><Relationship Id="rId4" Type="http://schemas.openxmlformats.org/officeDocument/2006/relationships/image" Target="../media/image1.emf"/><Relationship Id="rId9" Type="http://schemas.openxmlformats.org/officeDocument/2006/relationships/image" Target="../media/image12.jpeg"/></Relationships>
</file>

<file path=ppt/slideLayouts/_rels/slideLayout4.xml.rels><?xml version="1.0" encoding="UTF-8" standalone="yes"?>
<Relationships xmlns="http://schemas.openxmlformats.org/package/2006/relationships"><Relationship Id="rId8" Type="http://schemas.openxmlformats.org/officeDocument/2006/relationships/image" Target="../media/image16.svg"/><Relationship Id="rId3" Type="http://schemas.openxmlformats.org/officeDocument/2006/relationships/oleObject" Target="../embeddings/oleObject5.bin"/><Relationship Id="rId7" Type="http://schemas.openxmlformats.org/officeDocument/2006/relationships/image" Target="../media/image15.png"/><Relationship Id="rId2" Type="http://schemas.openxmlformats.org/officeDocument/2006/relationships/slideMaster" Target="../slideMasters/slideMaster1.xml"/><Relationship Id="rId1" Type="http://schemas.openxmlformats.org/officeDocument/2006/relationships/tags" Target="../tags/tag6.xml"/><Relationship Id="rId6" Type="http://schemas.openxmlformats.org/officeDocument/2006/relationships/image" Target="../media/image14.svg"/><Relationship Id="rId5" Type="http://schemas.openxmlformats.org/officeDocument/2006/relationships/image" Target="../media/image13.png"/><Relationship Id="rId10" Type="http://schemas.openxmlformats.org/officeDocument/2006/relationships/image" Target="../media/image9.png"/><Relationship Id="rId4" Type="http://schemas.openxmlformats.org/officeDocument/2006/relationships/image" Target="../media/image1.emf"/><Relationship Id="rId9" Type="http://schemas.openxmlformats.org/officeDocument/2006/relationships/image" Target="../media/image17.jpeg"/></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8.png"/><Relationship Id="rId1" Type="http://schemas.openxmlformats.org/officeDocument/2006/relationships/slideMaster" Target="../slideMasters/slideMaster1.xml"/><Relationship Id="rId5" Type="http://schemas.openxmlformats.org/officeDocument/2006/relationships/image" Target="../media/image19.png"/><Relationship Id="rId4" Type="http://schemas.openxmlformats.org/officeDocument/2006/relationships/image" Target="../media/image6.svg"/></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20.jpeg"/><Relationship Id="rId1" Type="http://schemas.openxmlformats.org/officeDocument/2006/relationships/slideMaster" Target="../slideMasters/slideMaster1.xml"/><Relationship Id="rId5" Type="http://schemas.openxmlformats.org/officeDocument/2006/relationships/image" Target="../media/image19.png"/><Relationship Id="rId4" Type="http://schemas.openxmlformats.org/officeDocument/2006/relationships/image" Target="../media/image16.svg"/></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21.jpeg"/><Relationship Id="rId1" Type="http://schemas.openxmlformats.org/officeDocument/2006/relationships/slideMaster" Target="../slideMasters/slideMaster1.xml"/><Relationship Id="rId5" Type="http://schemas.openxmlformats.org/officeDocument/2006/relationships/image" Target="../media/image19.png"/><Relationship Id="rId4" Type="http://schemas.openxmlformats.org/officeDocument/2006/relationships/image" Target="../media/image16.svg"/></Relationships>
</file>

<file path=ppt/slideLayouts/_rels/slideLayout8.xml.rels><?xml version="1.0" encoding="UTF-8" standalone="yes"?>
<Relationships xmlns="http://schemas.openxmlformats.org/package/2006/relationships"><Relationship Id="rId3" Type="http://schemas.openxmlformats.org/officeDocument/2006/relationships/oleObject" Target="../embeddings/oleObject6.bin"/><Relationship Id="rId7" Type="http://schemas.openxmlformats.org/officeDocument/2006/relationships/image" Target="../media/image22.png"/><Relationship Id="rId2" Type="http://schemas.openxmlformats.org/officeDocument/2006/relationships/slideMaster" Target="../slideMasters/slideMaster1.xml"/><Relationship Id="rId1" Type="http://schemas.openxmlformats.org/officeDocument/2006/relationships/tags" Target="../tags/tag7.xml"/><Relationship Id="rId6" Type="http://schemas.openxmlformats.org/officeDocument/2006/relationships/image" Target="../media/image16.svg"/><Relationship Id="rId5" Type="http://schemas.openxmlformats.org/officeDocument/2006/relationships/image" Target="../media/image15.png"/><Relationship Id="rId4" Type="http://schemas.openxmlformats.org/officeDocument/2006/relationships/image" Target="../media/image1.emf"/></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6.svg"/><Relationship Id="rId2" Type="http://schemas.openxmlformats.org/officeDocument/2006/relationships/image" Target="../media/image15.png"/><Relationship Id="rId1" Type="http://schemas.openxmlformats.org/officeDocument/2006/relationships/slideMaster" Target="../slideMasters/slideMaster1.xml"/><Relationship Id="rId4" Type="http://schemas.openxmlformats.org/officeDocument/2006/relationships/image" Target="../media/image22.png"/></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23.jpeg"/><Relationship Id="rId1" Type="http://schemas.openxmlformats.org/officeDocument/2006/relationships/slideMaster" Target="../slideMasters/slideMaster1.xml"/><Relationship Id="rId5" Type="http://schemas.openxmlformats.org/officeDocument/2006/relationships/image" Target="../media/image22.png"/><Relationship Id="rId4" Type="http://schemas.openxmlformats.org/officeDocument/2006/relationships/image" Target="../media/image6.svg"/></Relationships>
</file>

<file path=ppt/slideLayouts/_rels/slideLayout11.xml.rels><?xml version="1.0" encoding="UTF-8" standalone="yes"?>
<Relationships xmlns="http://schemas.openxmlformats.org/package/2006/relationships"><Relationship Id="rId3" Type="http://schemas.openxmlformats.org/officeDocument/2006/relationships/oleObject" Target="../embeddings/oleObject7.bin"/><Relationship Id="rId7" Type="http://schemas.openxmlformats.org/officeDocument/2006/relationships/image" Target="../media/image22.png"/><Relationship Id="rId2" Type="http://schemas.openxmlformats.org/officeDocument/2006/relationships/slideMaster" Target="../slideMasters/slideMaster1.xml"/><Relationship Id="rId1" Type="http://schemas.openxmlformats.org/officeDocument/2006/relationships/tags" Target="../tags/tag8.xml"/><Relationship Id="rId6" Type="http://schemas.openxmlformats.org/officeDocument/2006/relationships/image" Target="../media/image6.svg"/><Relationship Id="rId5" Type="http://schemas.openxmlformats.org/officeDocument/2006/relationships/image" Target="../media/image5.png"/><Relationship Id="rId4" Type="http://schemas.openxmlformats.org/officeDocument/2006/relationships/image" Target="../media/image1.emf"/></Relationships>
</file>

<file path=ppt/slideLayouts/_rels/slideLayout12.xml.rels><?xml version="1.0" encoding="UTF-8" standalone="yes"?>
<Relationships xmlns="http://schemas.openxmlformats.org/package/2006/relationships"><Relationship Id="rId3" Type="http://schemas.openxmlformats.org/officeDocument/2006/relationships/oleObject" Target="../embeddings/oleObject8.bin"/><Relationship Id="rId7" Type="http://schemas.openxmlformats.org/officeDocument/2006/relationships/image" Target="../media/image22.png"/><Relationship Id="rId2" Type="http://schemas.openxmlformats.org/officeDocument/2006/relationships/slideMaster" Target="../slideMasters/slideMaster1.xml"/><Relationship Id="rId1" Type="http://schemas.openxmlformats.org/officeDocument/2006/relationships/tags" Target="../tags/tag9.xml"/><Relationship Id="rId6" Type="http://schemas.openxmlformats.org/officeDocument/2006/relationships/image" Target="../media/image6.svg"/><Relationship Id="rId5" Type="http://schemas.openxmlformats.org/officeDocument/2006/relationships/image" Target="../media/image5.png"/><Relationship Id="rId4" Type="http://schemas.openxmlformats.org/officeDocument/2006/relationships/image" Target="../media/image1.emf"/></Relationships>
</file>

<file path=ppt/slideLayouts/_rels/slideLayout13.xml.rels><?xml version="1.0" encoding="UTF-8" standalone="yes"?>
<Relationships xmlns="http://schemas.openxmlformats.org/package/2006/relationships"><Relationship Id="rId8" Type="http://schemas.openxmlformats.org/officeDocument/2006/relationships/image" Target="../media/image22.png"/><Relationship Id="rId3" Type="http://schemas.openxmlformats.org/officeDocument/2006/relationships/oleObject" Target="../embeddings/oleObject9.bin"/><Relationship Id="rId7" Type="http://schemas.openxmlformats.org/officeDocument/2006/relationships/image" Target="../media/image6.svg"/><Relationship Id="rId2" Type="http://schemas.openxmlformats.org/officeDocument/2006/relationships/slideMaster" Target="../slideMasters/slideMaster1.xml"/><Relationship Id="rId1" Type="http://schemas.openxmlformats.org/officeDocument/2006/relationships/tags" Target="../tags/tag10.xml"/><Relationship Id="rId6" Type="http://schemas.openxmlformats.org/officeDocument/2006/relationships/image" Target="../media/image5.png"/><Relationship Id="rId5" Type="http://schemas.openxmlformats.org/officeDocument/2006/relationships/image" Target="../media/image24.jpeg"/><Relationship Id="rId4" Type="http://schemas.openxmlformats.org/officeDocument/2006/relationships/image" Target="../media/image1.emf"/></Relationships>
</file>

<file path=ppt/slideLayouts/_rels/slideLayout14.xml.rels><?xml version="1.0" encoding="UTF-8" standalone="yes"?>
<Relationships xmlns="http://schemas.openxmlformats.org/package/2006/relationships"><Relationship Id="rId8" Type="http://schemas.openxmlformats.org/officeDocument/2006/relationships/image" Target="../media/image22.png"/><Relationship Id="rId3" Type="http://schemas.openxmlformats.org/officeDocument/2006/relationships/oleObject" Target="../embeddings/oleObject10.bin"/><Relationship Id="rId7" Type="http://schemas.openxmlformats.org/officeDocument/2006/relationships/image" Target="../media/image6.svg"/><Relationship Id="rId2" Type="http://schemas.openxmlformats.org/officeDocument/2006/relationships/slideMaster" Target="../slideMasters/slideMaster1.xml"/><Relationship Id="rId1" Type="http://schemas.openxmlformats.org/officeDocument/2006/relationships/tags" Target="../tags/tag11.xml"/><Relationship Id="rId6" Type="http://schemas.openxmlformats.org/officeDocument/2006/relationships/image" Target="../media/image5.png"/><Relationship Id="rId5" Type="http://schemas.openxmlformats.org/officeDocument/2006/relationships/image" Target="../media/image24.jpeg"/><Relationship Id="rId4" Type="http://schemas.openxmlformats.org/officeDocument/2006/relationships/image" Target="../media/image1.emf"/></Relationships>
</file>

<file path=ppt/slideLayouts/_rels/slideLayout15.xml.rels><?xml version="1.0" encoding="UTF-8" standalone="yes"?>
<Relationships xmlns="http://schemas.openxmlformats.org/package/2006/relationships"><Relationship Id="rId8" Type="http://schemas.openxmlformats.org/officeDocument/2006/relationships/image" Target="../media/image6.svg"/><Relationship Id="rId3" Type="http://schemas.openxmlformats.org/officeDocument/2006/relationships/oleObject" Target="../embeddings/oleObject11.bin"/><Relationship Id="rId7" Type="http://schemas.openxmlformats.org/officeDocument/2006/relationships/image" Target="../media/image5.png"/><Relationship Id="rId2" Type="http://schemas.openxmlformats.org/officeDocument/2006/relationships/slideMaster" Target="../slideMasters/slideMaster1.xml"/><Relationship Id="rId1" Type="http://schemas.openxmlformats.org/officeDocument/2006/relationships/tags" Target="../tags/tag12.xml"/><Relationship Id="rId6" Type="http://schemas.openxmlformats.org/officeDocument/2006/relationships/image" Target="../media/image26.svg"/><Relationship Id="rId5" Type="http://schemas.openxmlformats.org/officeDocument/2006/relationships/image" Target="../media/image25.png"/><Relationship Id="rId4" Type="http://schemas.openxmlformats.org/officeDocument/2006/relationships/image" Target="../media/image1.emf"/><Relationship Id="rId9" Type="http://schemas.openxmlformats.org/officeDocument/2006/relationships/image" Target="../media/image7.png"/></Relationships>
</file>

<file path=ppt/slideLayouts/_rels/slideLayout16.xml.rels><?xml version="1.0" encoding="UTF-8" standalone="yes"?>
<Relationships xmlns="http://schemas.openxmlformats.org/package/2006/relationships"><Relationship Id="rId8" Type="http://schemas.openxmlformats.org/officeDocument/2006/relationships/image" Target="../media/image5.png"/><Relationship Id="rId3" Type="http://schemas.openxmlformats.org/officeDocument/2006/relationships/oleObject" Target="../embeddings/oleObject12.bin"/><Relationship Id="rId7" Type="http://schemas.openxmlformats.org/officeDocument/2006/relationships/image" Target="../media/image26.svg"/><Relationship Id="rId2" Type="http://schemas.openxmlformats.org/officeDocument/2006/relationships/slideMaster" Target="../slideMasters/slideMaster1.xml"/><Relationship Id="rId1" Type="http://schemas.openxmlformats.org/officeDocument/2006/relationships/tags" Target="../tags/tag13.xml"/><Relationship Id="rId6" Type="http://schemas.openxmlformats.org/officeDocument/2006/relationships/image" Target="../media/image25.png"/><Relationship Id="rId5" Type="http://schemas.openxmlformats.org/officeDocument/2006/relationships/image" Target="../media/image8.jpeg"/><Relationship Id="rId10" Type="http://schemas.openxmlformats.org/officeDocument/2006/relationships/image" Target="../media/image9.png"/><Relationship Id="rId4" Type="http://schemas.openxmlformats.org/officeDocument/2006/relationships/image" Target="../media/image1.emf"/><Relationship Id="rId9" Type="http://schemas.openxmlformats.org/officeDocument/2006/relationships/image" Target="../media/image6.svg"/></Relationships>
</file>

<file path=ppt/slideLayouts/_rels/slideLayout17.xml.rels><?xml version="1.0" encoding="UTF-8" standalone="yes"?>
<Relationships xmlns="http://schemas.openxmlformats.org/package/2006/relationships"><Relationship Id="rId3" Type="http://schemas.openxmlformats.org/officeDocument/2006/relationships/tags" Target="../tags/tag15.xml"/><Relationship Id="rId2" Type="http://schemas.openxmlformats.org/officeDocument/2006/relationships/tags" Target="../tags/tag14.xml"/><Relationship Id="rId1" Type="http://schemas.openxmlformats.org/officeDocument/2006/relationships/customXml" Target="../../customXml/item2.xml"/><Relationship Id="rId5" Type="http://schemas.openxmlformats.org/officeDocument/2006/relationships/image" Target="../media/image27.wmf"/><Relationship Id="rId4"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27.wmf"/><Relationship Id="rId2" Type="http://schemas.openxmlformats.org/officeDocument/2006/relationships/slideMaster" Target="../slideMasters/slideMaster1.xml"/><Relationship Id="rId1" Type="http://schemas.openxmlformats.org/officeDocument/2006/relationships/tags" Target="../tags/tag16.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1.xml"/><Relationship Id="rId4" Type="http://schemas.openxmlformats.org/officeDocument/2006/relationships/image" Target="../media/image28.jpeg"/></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2.xml"/><Relationship Id="rId4" Type="http://schemas.openxmlformats.org/officeDocument/2006/relationships/image" Target="../media/image28.jpeg"/></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2.xml"/><Relationship Id="rId4" Type="http://schemas.openxmlformats.org/officeDocument/2006/relationships/image" Target="../media/image28.jpeg"/></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2.xml"/><Relationship Id="rId4" Type="http://schemas.openxmlformats.org/officeDocument/2006/relationships/image" Target="../media/image28.jpeg"/></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2.xml"/><Relationship Id="rId4" Type="http://schemas.openxmlformats.org/officeDocument/2006/relationships/image" Target="../media/image28.jpeg"/></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23.jpeg"/><Relationship Id="rId1" Type="http://schemas.openxmlformats.org/officeDocument/2006/relationships/slideMaster" Target="../slideMasters/slideMaster2.xml"/><Relationship Id="rId4" Type="http://schemas.openxmlformats.org/officeDocument/2006/relationships/image" Target="../media/image6.svg"/></Relationships>
</file>

<file path=ppt/slideLayouts/_rels/slideLayout2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31.jpeg"/><Relationship Id="rId1" Type="http://schemas.openxmlformats.org/officeDocument/2006/relationships/slideMaster" Target="../slideMasters/slideMaster2.xml"/><Relationship Id="rId4" Type="http://schemas.openxmlformats.org/officeDocument/2006/relationships/image" Target="../media/image6.svg"/></Relationships>
</file>

<file path=ppt/slideLayouts/_rels/slideLayout29.xml.rels><?xml version="1.0" encoding="UTF-8" standalone="yes"?>
<Relationships xmlns="http://schemas.openxmlformats.org/package/2006/relationships"><Relationship Id="rId3" Type="http://schemas.openxmlformats.org/officeDocument/2006/relationships/image" Target="../media/image16.svg"/><Relationship Id="rId2" Type="http://schemas.openxmlformats.org/officeDocument/2006/relationships/image" Target="../media/image15.png"/><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3" Type="http://schemas.openxmlformats.org/officeDocument/2006/relationships/oleObject" Target="../embeddings/oleObject14.bin"/><Relationship Id="rId7" Type="http://schemas.openxmlformats.org/officeDocument/2006/relationships/image" Target="../media/image16.svg"/><Relationship Id="rId2" Type="http://schemas.openxmlformats.org/officeDocument/2006/relationships/slideMaster" Target="../slideMasters/slideMaster2.xml"/><Relationship Id="rId1" Type="http://schemas.openxmlformats.org/officeDocument/2006/relationships/tags" Target="../tags/tag18.xml"/><Relationship Id="rId6" Type="http://schemas.openxmlformats.org/officeDocument/2006/relationships/image" Target="../media/image15.png"/><Relationship Id="rId5" Type="http://schemas.openxmlformats.org/officeDocument/2006/relationships/image" Target="../media/image30.png"/><Relationship Id="rId4" Type="http://schemas.openxmlformats.org/officeDocument/2006/relationships/image" Target="../media/image29.emf"/></Relationships>
</file>

<file path=ppt/slideLayouts/_rels/slideLayout31.xml.rels><?xml version="1.0" encoding="UTF-8" standalone="yes"?>
<Relationships xmlns="http://schemas.openxmlformats.org/package/2006/relationships"><Relationship Id="rId3" Type="http://schemas.openxmlformats.org/officeDocument/2006/relationships/oleObject" Target="../embeddings/oleObject15.bin"/><Relationship Id="rId2" Type="http://schemas.openxmlformats.org/officeDocument/2006/relationships/slideMaster" Target="../slideMasters/slideMaster2.xml"/><Relationship Id="rId1" Type="http://schemas.openxmlformats.org/officeDocument/2006/relationships/tags" Target="../tags/tag19.xml"/><Relationship Id="rId6" Type="http://schemas.openxmlformats.org/officeDocument/2006/relationships/image" Target="../media/image6.svg"/><Relationship Id="rId5" Type="http://schemas.openxmlformats.org/officeDocument/2006/relationships/image" Target="../media/image5.png"/><Relationship Id="rId4" Type="http://schemas.openxmlformats.org/officeDocument/2006/relationships/image" Target="../media/image29.emf"/></Relationships>
</file>

<file path=ppt/slideLayouts/_rels/slideLayout32.xml.rels><?xml version="1.0" encoding="UTF-8" standalone="yes"?>
<Relationships xmlns="http://schemas.openxmlformats.org/package/2006/relationships"><Relationship Id="rId3" Type="http://schemas.openxmlformats.org/officeDocument/2006/relationships/oleObject" Target="../embeddings/oleObject16.bin"/><Relationship Id="rId7" Type="http://schemas.openxmlformats.org/officeDocument/2006/relationships/image" Target="../media/image30.png"/><Relationship Id="rId2" Type="http://schemas.openxmlformats.org/officeDocument/2006/relationships/slideMaster" Target="../slideMasters/slideMaster2.xml"/><Relationship Id="rId1" Type="http://schemas.openxmlformats.org/officeDocument/2006/relationships/tags" Target="../tags/tag20.xml"/><Relationship Id="rId6" Type="http://schemas.openxmlformats.org/officeDocument/2006/relationships/image" Target="../media/image16.svg"/><Relationship Id="rId5" Type="http://schemas.openxmlformats.org/officeDocument/2006/relationships/image" Target="../media/image15.png"/><Relationship Id="rId4" Type="http://schemas.openxmlformats.org/officeDocument/2006/relationships/image" Target="../media/image29.emf"/></Relationships>
</file>

<file path=ppt/slideLayouts/_rels/slideLayout33.xml.rels><?xml version="1.0" encoding="UTF-8" standalone="yes"?>
<Relationships xmlns="http://schemas.openxmlformats.org/package/2006/relationships"><Relationship Id="rId3" Type="http://schemas.openxmlformats.org/officeDocument/2006/relationships/oleObject" Target="../embeddings/oleObject17.bin"/><Relationship Id="rId2" Type="http://schemas.openxmlformats.org/officeDocument/2006/relationships/slideMaster" Target="../slideMasters/slideMaster2.xml"/><Relationship Id="rId1" Type="http://schemas.openxmlformats.org/officeDocument/2006/relationships/tags" Target="../tags/tag21.xml"/><Relationship Id="rId6" Type="http://schemas.openxmlformats.org/officeDocument/2006/relationships/image" Target="../media/image6.svg"/><Relationship Id="rId5" Type="http://schemas.openxmlformats.org/officeDocument/2006/relationships/image" Target="../media/image5.png"/><Relationship Id="rId4" Type="http://schemas.openxmlformats.org/officeDocument/2006/relationships/image" Target="../media/image29.emf"/></Relationships>
</file>

<file path=ppt/slideLayouts/_rels/slideLayout34.xml.rels><?xml version="1.0" encoding="UTF-8" standalone="yes"?>
<Relationships xmlns="http://schemas.openxmlformats.org/package/2006/relationships"><Relationship Id="rId3" Type="http://schemas.openxmlformats.org/officeDocument/2006/relationships/oleObject" Target="../embeddings/oleObject18.bin"/><Relationship Id="rId7" Type="http://schemas.openxmlformats.org/officeDocument/2006/relationships/image" Target="../media/image22.png"/><Relationship Id="rId2" Type="http://schemas.openxmlformats.org/officeDocument/2006/relationships/slideMaster" Target="../slideMasters/slideMaster2.xml"/><Relationship Id="rId1" Type="http://schemas.openxmlformats.org/officeDocument/2006/relationships/tags" Target="../tags/tag22.xml"/><Relationship Id="rId6" Type="http://schemas.openxmlformats.org/officeDocument/2006/relationships/image" Target="../media/image6.svg"/><Relationship Id="rId5" Type="http://schemas.openxmlformats.org/officeDocument/2006/relationships/image" Target="../media/image5.png"/><Relationship Id="rId4" Type="http://schemas.openxmlformats.org/officeDocument/2006/relationships/image" Target="../media/image1.emf"/></Relationships>
</file>

<file path=ppt/slideLayouts/_rels/slideLayout35.xml.rels><?xml version="1.0" encoding="UTF-8" standalone="yes"?>
<Relationships xmlns="http://schemas.openxmlformats.org/package/2006/relationships"><Relationship Id="rId3" Type="http://schemas.openxmlformats.org/officeDocument/2006/relationships/oleObject" Target="../embeddings/oleObject19.bin"/><Relationship Id="rId2" Type="http://schemas.openxmlformats.org/officeDocument/2006/relationships/slideMaster" Target="../slideMasters/slideMaster2.xml"/><Relationship Id="rId1" Type="http://schemas.openxmlformats.org/officeDocument/2006/relationships/tags" Target="../tags/tag23.xml"/><Relationship Id="rId6" Type="http://schemas.openxmlformats.org/officeDocument/2006/relationships/image" Target="../media/image6.svg"/><Relationship Id="rId5" Type="http://schemas.openxmlformats.org/officeDocument/2006/relationships/image" Target="../media/image5.png"/><Relationship Id="rId4" Type="http://schemas.openxmlformats.org/officeDocument/2006/relationships/image" Target="../media/image29.emf"/></Relationships>
</file>

<file path=ppt/slideLayouts/_rels/slideLayout36.xml.rels><?xml version="1.0" encoding="UTF-8" standalone="yes"?>
<Relationships xmlns="http://schemas.openxmlformats.org/package/2006/relationships"><Relationship Id="rId3" Type="http://schemas.openxmlformats.org/officeDocument/2006/relationships/oleObject" Target="../embeddings/oleObject20.bin"/><Relationship Id="rId7" Type="http://schemas.openxmlformats.org/officeDocument/2006/relationships/image" Target="../media/image30.png"/><Relationship Id="rId2" Type="http://schemas.openxmlformats.org/officeDocument/2006/relationships/slideMaster" Target="../slideMasters/slideMaster2.xml"/><Relationship Id="rId1" Type="http://schemas.openxmlformats.org/officeDocument/2006/relationships/tags" Target="../tags/tag24.xml"/><Relationship Id="rId6" Type="http://schemas.openxmlformats.org/officeDocument/2006/relationships/image" Target="../media/image16.svg"/><Relationship Id="rId5" Type="http://schemas.openxmlformats.org/officeDocument/2006/relationships/image" Target="../media/image15.png"/><Relationship Id="rId4" Type="http://schemas.openxmlformats.org/officeDocument/2006/relationships/image" Target="../media/image29.emf"/></Relationships>
</file>

<file path=ppt/slideLayouts/_rels/slideLayout37.xml.rels><?xml version="1.0" encoding="UTF-8" standalone="yes"?>
<Relationships xmlns="http://schemas.openxmlformats.org/package/2006/relationships"><Relationship Id="rId3" Type="http://schemas.openxmlformats.org/officeDocument/2006/relationships/oleObject" Target="../embeddings/oleObject21.bin"/><Relationship Id="rId7" Type="http://schemas.openxmlformats.org/officeDocument/2006/relationships/image" Target="../media/image30.png"/><Relationship Id="rId2" Type="http://schemas.openxmlformats.org/officeDocument/2006/relationships/slideMaster" Target="../slideMasters/slideMaster2.xml"/><Relationship Id="rId1" Type="http://schemas.openxmlformats.org/officeDocument/2006/relationships/tags" Target="../tags/tag25.xml"/><Relationship Id="rId6" Type="http://schemas.openxmlformats.org/officeDocument/2006/relationships/image" Target="../media/image16.svg"/><Relationship Id="rId5" Type="http://schemas.openxmlformats.org/officeDocument/2006/relationships/image" Target="../media/image15.png"/><Relationship Id="rId4" Type="http://schemas.openxmlformats.org/officeDocument/2006/relationships/image" Target="../media/image29.emf"/></Relationships>
</file>

<file path=ppt/slideLayouts/_rels/slideLayout38.xml.rels><?xml version="1.0" encoding="UTF-8" standalone="yes"?>
<Relationships xmlns="http://schemas.openxmlformats.org/package/2006/relationships"><Relationship Id="rId3" Type="http://schemas.openxmlformats.org/officeDocument/2006/relationships/oleObject" Target="../embeddings/oleObject22.bin"/><Relationship Id="rId7" Type="http://schemas.openxmlformats.org/officeDocument/2006/relationships/image" Target="../media/image30.png"/><Relationship Id="rId2" Type="http://schemas.openxmlformats.org/officeDocument/2006/relationships/slideMaster" Target="../slideMasters/slideMaster2.xml"/><Relationship Id="rId1" Type="http://schemas.openxmlformats.org/officeDocument/2006/relationships/tags" Target="../tags/tag26.xml"/><Relationship Id="rId6" Type="http://schemas.openxmlformats.org/officeDocument/2006/relationships/image" Target="../media/image16.svg"/><Relationship Id="rId5" Type="http://schemas.openxmlformats.org/officeDocument/2006/relationships/image" Target="../media/image15.png"/><Relationship Id="rId4" Type="http://schemas.openxmlformats.org/officeDocument/2006/relationships/image" Target="../media/image29.emf"/></Relationships>
</file>

<file path=ppt/slideLayouts/_rels/slideLayout39.xml.rels><?xml version="1.0" encoding="UTF-8" standalone="yes"?>
<Relationships xmlns="http://schemas.openxmlformats.org/package/2006/relationships"><Relationship Id="rId3" Type="http://schemas.openxmlformats.org/officeDocument/2006/relationships/oleObject" Target="../embeddings/oleObject23.bin"/><Relationship Id="rId7" Type="http://schemas.openxmlformats.org/officeDocument/2006/relationships/image" Target="../media/image30.png"/><Relationship Id="rId2" Type="http://schemas.openxmlformats.org/officeDocument/2006/relationships/slideMaster" Target="../slideMasters/slideMaster2.xml"/><Relationship Id="rId1" Type="http://schemas.openxmlformats.org/officeDocument/2006/relationships/tags" Target="../tags/tag27.xml"/><Relationship Id="rId6" Type="http://schemas.openxmlformats.org/officeDocument/2006/relationships/image" Target="../media/image16.svg"/><Relationship Id="rId5" Type="http://schemas.openxmlformats.org/officeDocument/2006/relationships/image" Target="../media/image15.png"/><Relationship Id="rId4" Type="http://schemas.openxmlformats.org/officeDocument/2006/relationships/image" Target="../media/image29.emf"/></Relationships>
</file>

<file path=ppt/slideLayouts/_rels/slideLayout40.xml.rels><?xml version="1.0" encoding="UTF-8" standalone="yes"?>
<Relationships xmlns="http://schemas.openxmlformats.org/package/2006/relationships"><Relationship Id="rId3" Type="http://schemas.openxmlformats.org/officeDocument/2006/relationships/oleObject" Target="../embeddings/oleObject24.bin"/><Relationship Id="rId7" Type="http://schemas.openxmlformats.org/officeDocument/2006/relationships/image" Target="../media/image30.png"/><Relationship Id="rId2" Type="http://schemas.openxmlformats.org/officeDocument/2006/relationships/slideMaster" Target="../slideMasters/slideMaster2.xml"/><Relationship Id="rId1" Type="http://schemas.openxmlformats.org/officeDocument/2006/relationships/tags" Target="../tags/tag28.xml"/><Relationship Id="rId6" Type="http://schemas.openxmlformats.org/officeDocument/2006/relationships/image" Target="../media/image16.svg"/><Relationship Id="rId5" Type="http://schemas.openxmlformats.org/officeDocument/2006/relationships/image" Target="../media/image15.png"/><Relationship Id="rId4" Type="http://schemas.openxmlformats.org/officeDocument/2006/relationships/image" Target="../media/image29.emf"/></Relationships>
</file>

<file path=ppt/slideLayouts/_rels/slideLayout41.xml.rels><?xml version="1.0" encoding="UTF-8" standalone="yes"?>
<Relationships xmlns="http://schemas.openxmlformats.org/package/2006/relationships"><Relationship Id="rId3" Type="http://schemas.openxmlformats.org/officeDocument/2006/relationships/oleObject" Target="../embeddings/oleObject25.bin"/><Relationship Id="rId7" Type="http://schemas.openxmlformats.org/officeDocument/2006/relationships/image" Target="../media/image30.png"/><Relationship Id="rId2" Type="http://schemas.openxmlformats.org/officeDocument/2006/relationships/slideMaster" Target="../slideMasters/slideMaster2.xml"/><Relationship Id="rId1" Type="http://schemas.openxmlformats.org/officeDocument/2006/relationships/tags" Target="../tags/tag29.xml"/><Relationship Id="rId6" Type="http://schemas.openxmlformats.org/officeDocument/2006/relationships/image" Target="../media/image16.svg"/><Relationship Id="rId5" Type="http://schemas.openxmlformats.org/officeDocument/2006/relationships/image" Target="../media/image15.png"/><Relationship Id="rId4" Type="http://schemas.openxmlformats.org/officeDocument/2006/relationships/image" Target="../media/image29.emf"/></Relationships>
</file>

<file path=ppt/slideLayouts/_rels/slideLayout42.xml.rels><?xml version="1.0" encoding="UTF-8" standalone="yes"?>
<Relationships xmlns="http://schemas.openxmlformats.org/package/2006/relationships"><Relationship Id="rId3" Type="http://schemas.openxmlformats.org/officeDocument/2006/relationships/oleObject" Target="../embeddings/oleObject26.bin"/><Relationship Id="rId7" Type="http://schemas.openxmlformats.org/officeDocument/2006/relationships/image" Target="../media/image30.png"/><Relationship Id="rId2" Type="http://schemas.openxmlformats.org/officeDocument/2006/relationships/slideMaster" Target="../slideMasters/slideMaster2.xml"/><Relationship Id="rId1" Type="http://schemas.openxmlformats.org/officeDocument/2006/relationships/tags" Target="../tags/tag30.xml"/><Relationship Id="rId6" Type="http://schemas.openxmlformats.org/officeDocument/2006/relationships/image" Target="../media/image16.svg"/><Relationship Id="rId5" Type="http://schemas.openxmlformats.org/officeDocument/2006/relationships/image" Target="../media/image15.png"/><Relationship Id="rId4" Type="http://schemas.openxmlformats.org/officeDocument/2006/relationships/image" Target="../media/image29.emf"/></Relationships>
</file>

<file path=ppt/slideLayouts/_rels/slideLayout43.xml.rels><?xml version="1.0" encoding="UTF-8" standalone="yes"?>
<Relationships xmlns="http://schemas.openxmlformats.org/package/2006/relationships"><Relationship Id="rId3" Type="http://schemas.openxmlformats.org/officeDocument/2006/relationships/oleObject" Target="../embeddings/oleObject27.bin"/><Relationship Id="rId7" Type="http://schemas.openxmlformats.org/officeDocument/2006/relationships/image" Target="../media/image30.png"/><Relationship Id="rId2" Type="http://schemas.openxmlformats.org/officeDocument/2006/relationships/slideMaster" Target="../slideMasters/slideMaster2.xml"/><Relationship Id="rId1" Type="http://schemas.openxmlformats.org/officeDocument/2006/relationships/tags" Target="../tags/tag31.xml"/><Relationship Id="rId6" Type="http://schemas.openxmlformats.org/officeDocument/2006/relationships/image" Target="../media/image16.svg"/><Relationship Id="rId5" Type="http://schemas.openxmlformats.org/officeDocument/2006/relationships/image" Target="../media/image15.png"/><Relationship Id="rId4" Type="http://schemas.openxmlformats.org/officeDocument/2006/relationships/image" Target="../media/image29.emf"/></Relationships>
</file>

<file path=ppt/slideLayouts/_rels/slideLayout44.xml.rels><?xml version="1.0" encoding="UTF-8" standalone="yes"?>
<Relationships xmlns="http://schemas.openxmlformats.org/package/2006/relationships"><Relationship Id="rId3" Type="http://schemas.openxmlformats.org/officeDocument/2006/relationships/oleObject" Target="../embeddings/oleObject28.bin"/><Relationship Id="rId2" Type="http://schemas.openxmlformats.org/officeDocument/2006/relationships/slideMaster" Target="../slideMasters/slideMaster2.xml"/><Relationship Id="rId1" Type="http://schemas.openxmlformats.org/officeDocument/2006/relationships/tags" Target="../tags/tag32.xml"/><Relationship Id="rId6" Type="http://schemas.openxmlformats.org/officeDocument/2006/relationships/image" Target="../media/image6.svg"/><Relationship Id="rId5" Type="http://schemas.openxmlformats.org/officeDocument/2006/relationships/image" Target="../media/image5.png"/><Relationship Id="rId4" Type="http://schemas.openxmlformats.org/officeDocument/2006/relationships/image" Target="../media/image29.emf"/></Relationships>
</file>

<file path=ppt/slideLayouts/_rels/slideLayout45.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46.xml.rels><?xml version="1.0" encoding="UTF-8" standalone="yes"?>
<Relationships xmlns="http://schemas.openxmlformats.org/package/2006/relationships"><Relationship Id="rId3" Type="http://schemas.openxmlformats.org/officeDocument/2006/relationships/oleObject" Target="../embeddings/oleObject29.bin"/><Relationship Id="rId7" Type="http://schemas.openxmlformats.org/officeDocument/2006/relationships/image" Target="../media/image30.png"/><Relationship Id="rId2" Type="http://schemas.openxmlformats.org/officeDocument/2006/relationships/slideMaster" Target="../slideMasters/slideMaster2.xml"/><Relationship Id="rId1" Type="http://schemas.openxmlformats.org/officeDocument/2006/relationships/tags" Target="../tags/tag33.xml"/><Relationship Id="rId6" Type="http://schemas.openxmlformats.org/officeDocument/2006/relationships/image" Target="../media/image16.svg"/><Relationship Id="rId5" Type="http://schemas.openxmlformats.org/officeDocument/2006/relationships/image" Target="../media/image15.png"/><Relationship Id="rId4" Type="http://schemas.openxmlformats.org/officeDocument/2006/relationships/image" Target="../media/image29.emf"/></Relationships>
</file>

<file path=ppt/slideLayouts/_rels/slideLayout47.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48.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3.xml"/><Relationship Id="rId4" Type="http://schemas.openxmlformats.org/officeDocument/2006/relationships/image" Target="../media/image28.jpeg"/></Relationships>
</file>

<file path=ppt/slideLayouts/_rels/slideLayout49.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3.xml"/><Relationship Id="rId4" Type="http://schemas.openxmlformats.org/officeDocument/2006/relationships/image" Target="../media/image28.jpeg"/></Relationships>
</file>

<file path=ppt/slideLayouts/_rels/slideLayout50.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3.xml"/><Relationship Id="rId4" Type="http://schemas.openxmlformats.org/officeDocument/2006/relationships/image" Target="../media/image28.jpeg"/></Relationships>
</file>

<file path=ppt/slideLayouts/_rels/slideLayout51.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3.xml"/><Relationship Id="rId4" Type="http://schemas.openxmlformats.org/officeDocument/2006/relationships/image" Target="../media/image28.jpeg"/></Relationships>
</file>

<file path=ppt/slideLayouts/_rels/slideLayout52.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3.xml"/></Relationships>
</file>

<file path=ppt/slideLayouts/_rels/slideLayout53.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3.xml"/></Relationships>
</file>

<file path=ppt/slideLayouts/_rels/slideLayout5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23.jpeg"/><Relationship Id="rId1" Type="http://schemas.openxmlformats.org/officeDocument/2006/relationships/slideMaster" Target="../slideMasters/slideMaster3.xml"/><Relationship Id="rId4" Type="http://schemas.openxmlformats.org/officeDocument/2006/relationships/image" Target="../media/image6.svg"/></Relationships>
</file>

<file path=ppt/slideLayouts/_rels/slideLayout5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31.jpeg"/><Relationship Id="rId1" Type="http://schemas.openxmlformats.org/officeDocument/2006/relationships/slideMaster" Target="../slideMasters/slideMaster3.xml"/><Relationship Id="rId4" Type="http://schemas.openxmlformats.org/officeDocument/2006/relationships/image" Target="../media/image6.svg"/></Relationships>
</file>

<file path=ppt/slideLayouts/_rels/slideLayout56.xml.rels><?xml version="1.0" encoding="UTF-8" standalone="yes"?>
<Relationships xmlns="http://schemas.openxmlformats.org/package/2006/relationships"><Relationship Id="rId3" Type="http://schemas.openxmlformats.org/officeDocument/2006/relationships/image" Target="../media/image16.svg"/><Relationship Id="rId2" Type="http://schemas.openxmlformats.org/officeDocument/2006/relationships/image" Target="../media/image15.png"/><Relationship Id="rId1" Type="http://schemas.openxmlformats.org/officeDocument/2006/relationships/slideMaster" Target="../slideMasters/slideMaster3.xml"/></Relationships>
</file>

<file path=ppt/slideLayouts/_rels/slideLayout57.xml.rels><?xml version="1.0" encoding="UTF-8" standalone="yes"?>
<Relationships xmlns="http://schemas.openxmlformats.org/package/2006/relationships"><Relationship Id="rId3" Type="http://schemas.openxmlformats.org/officeDocument/2006/relationships/oleObject" Target="../embeddings/oleObject14.bin"/><Relationship Id="rId7" Type="http://schemas.openxmlformats.org/officeDocument/2006/relationships/image" Target="../media/image16.svg"/><Relationship Id="rId2" Type="http://schemas.openxmlformats.org/officeDocument/2006/relationships/slideMaster" Target="../slideMasters/slideMaster3.xml"/><Relationship Id="rId1" Type="http://schemas.openxmlformats.org/officeDocument/2006/relationships/tags" Target="../tags/tag35.xml"/><Relationship Id="rId6" Type="http://schemas.openxmlformats.org/officeDocument/2006/relationships/image" Target="../media/image15.png"/><Relationship Id="rId5" Type="http://schemas.openxmlformats.org/officeDocument/2006/relationships/image" Target="../media/image30.png"/><Relationship Id="rId4" Type="http://schemas.openxmlformats.org/officeDocument/2006/relationships/image" Target="../media/image29.emf"/></Relationships>
</file>

<file path=ppt/slideLayouts/_rels/slideLayout58.xml.rels><?xml version="1.0" encoding="UTF-8" standalone="yes"?>
<Relationships xmlns="http://schemas.openxmlformats.org/package/2006/relationships"><Relationship Id="rId3" Type="http://schemas.openxmlformats.org/officeDocument/2006/relationships/oleObject" Target="../embeddings/oleObject15.bin"/><Relationship Id="rId2" Type="http://schemas.openxmlformats.org/officeDocument/2006/relationships/slideMaster" Target="../slideMasters/slideMaster3.xml"/><Relationship Id="rId1" Type="http://schemas.openxmlformats.org/officeDocument/2006/relationships/tags" Target="../tags/tag36.xml"/><Relationship Id="rId6" Type="http://schemas.openxmlformats.org/officeDocument/2006/relationships/image" Target="../media/image6.svg"/><Relationship Id="rId5" Type="http://schemas.openxmlformats.org/officeDocument/2006/relationships/image" Target="../media/image5.png"/><Relationship Id="rId4" Type="http://schemas.openxmlformats.org/officeDocument/2006/relationships/image" Target="../media/image29.emf"/></Relationships>
</file>

<file path=ppt/slideLayouts/_rels/slideLayout59.xml.rels><?xml version="1.0" encoding="UTF-8" standalone="yes"?>
<Relationships xmlns="http://schemas.openxmlformats.org/package/2006/relationships"><Relationship Id="rId3" Type="http://schemas.openxmlformats.org/officeDocument/2006/relationships/oleObject" Target="../embeddings/oleObject16.bin"/><Relationship Id="rId7" Type="http://schemas.openxmlformats.org/officeDocument/2006/relationships/image" Target="../media/image30.png"/><Relationship Id="rId2" Type="http://schemas.openxmlformats.org/officeDocument/2006/relationships/slideMaster" Target="../slideMasters/slideMaster3.xml"/><Relationship Id="rId1" Type="http://schemas.openxmlformats.org/officeDocument/2006/relationships/tags" Target="../tags/tag37.xml"/><Relationship Id="rId6" Type="http://schemas.openxmlformats.org/officeDocument/2006/relationships/image" Target="../media/image16.svg"/><Relationship Id="rId5" Type="http://schemas.openxmlformats.org/officeDocument/2006/relationships/image" Target="../media/image15.png"/><Relationship Id="rId4" Type="http://schemas.openxmlformats.org/officeDocument/2006/relationships/image" Target="../media/image29.emf"/></Relationships>
</file>

<file path=ppt/slideLayouts/_rels/slideLayout60.xml.rels><?xml version="1.0" encoding="UTF-8" standalone="yes"?>
<Relationships xmlns="http://schemas.openxmlformats.org/package/2006/relationships"><Relationship Id="rId3" Type="http://schemas.openxmlformats.org/officeDocument/2006/relationships/oleObject" Target="../embeddings/oleObject17.bin"/><Relationship Id="rId2" Type="http://schemas.openxmlformats.org/officeDocument/2006/relationships/slideMaster" Target="../slideMasters/slideMaster3.xml"/><Relationship Id="rId1" Type="http://schemas.openxmlformats.org/officeDocument/2006/relationships/tags" Target="../tags/tag38.xml"/><Relationship Id="rId6" Type="http://schemas.openxmlformats.org/officeDocument/2006/relationships/image" Target="../media/image6.svg"/><Relationship Id="rId5" Type="http://schemas.openxmlformats.org/officeDocument/2006/relationships/image" Target="../media/image5.png"/><Relationship Id="rId4" Type="http://schemas.openxmlformats.org/officeDocument/2006/relationships/image" Target="../media/image29.emf"/></Relationships>
</file>

<file path=ppt/slideLayouts/_rels/slideLayout61.xml.rels><?xml version="1.0" encoding="UTF-8" standalone="yes"?>
<Relationships xmlns="http://schemas.openxmlformats.org/package/2006/relationships"><Relationship Id="rId3" Type="http://schemas.openxmlformats.org/officeDocument/2006/relationships/oleObject" Target="../embeddings/oleObject18.bin"/><Relationship Id="rId7" Type="http://schemas.openxmlformats.org/officeDocument/2006/relationships/image" Target="../media/image22.png"/><Relationship Id="rId2" Type="http://schemas.openxmlformats.org/officeDocument/2006/relationships/slideMaster" Target="../slideMasters/slideMaster3.xml"/><Relationship Id="rId1" Type="http://schemas.openxmlformats.org/officeDocument/2006/relationships/tags" Target="../tags/tag39.xml"/><Relationship Id="rId6" Type="http://schemas.openxmlformats.org/officeDocument/2006/relationships/image" Target="../media/image6.svg"/><Relationship Id="rId5" Type="http://schemas.openxmlformats.org/officeDocument/2006/relationships/image" Target="../media/image5.png"/><Relationship Id="rId4" Type="http://schemas.openxmlformats.org/officeDocument/2006/relationships/image" Target="../media/image1.emf"/></Relationships>
</file>

<file path=ppt/slideLayouts/_rels/slideLayout62.xml.rels><?xml version="1.0" encoding="UTF-8" standalone="yes"?>
<Relationships xmlns="http://schemas.openxmlformats.org/package/2006/relationships"><Relationship Id="rId3" Type="http://schemas.openxmlformats.org/officeDocument/2006/relationships/oleObject" Target="../embeddings/oleObject19.bin"/><Relationship Id="rId2" Type="http://schemas.openxmlformats.org/officeDocument/2006/relationships/slideMaster" Target="../slideMasters/slideMaster3.xml"/><Relationship Id="rId1" Type="http://schemas.openxmlformats.org/officeDocument/2006/relationships/tags" Target="../tags/tag40.xml"/><Relationship Id="rId6" Type="http://schemas.openxmlformats.org/officeDocument/2006/relationships/image" Target="../media/image6.svg"/><Relationship Id="rId5" Type="http://schemas.openxmlformats.org/officeDocument/2006/relationships/image" Target="../media/image5.png"/><Relationship Id="rId4" Type="http://schemas.openxmlformats.org/officeDocument/2006/relationships/image" Target="../media/image29.emf"/></Relationships>
</file>

<file path=ppt/slideLayouts/_rels/slideLayout63.xml.rels><?xml version="1.0" encoding="UTF-8" standalone="yes"?>
<Relationships xmlns="http://schemas.openxmlformats.org/package/2006/relationships"><Relationship Id="rId3" Type="http://schemas.openxmlformats.org/officeDocument/2006/relationships/oleObject" Target="../embeddings/oleObject20.bin"/><Relationship Id="rId7" Type="http://schemas.openxmlformats.org/officeDocument/2006/relationships/image" Target="../media/image30.png"/><Relationship Id="rId2" Type="http://schemas.openxmlformats.org/officeDocument/2006/relationships/slideMaster" Target="../slideMasters/slideMaster3.xml"/><Relationship Id="rId1" Type="http://schemas.openxmlformats.org/officeDocument/2006/relationships/tags" Target="../tags/tag41.xml"/><Relationship Id="rId6" Type="http://schemas.openxmlformats.org/officeDocument/2006/relationships/image" Target="../media/image16.svg"/><Relationship Id="rId5" Type="http://schemas.openxmlformats.org/officeDocument/2006/relationships/image" Target="../media/image15.png"/><Relationship Id="rId4" Type="http://schemas.openxmlformats.org/officeDocument/2006/relationships/image" Target="../media/image29.emf"/></Relationships>
</file>

<file path=ppt/slideLayouts/_rels/slideLayout64.xml.rels><?xml version="1.0" encoding="UTF-8" standalone="yes"?>
<Relationships xmlns="http://schemas.openxmlformats.org/package/2006/relationships"><Relationship Id="rId3" Type="http://schemas.openxmlformats.org/officeDocument/2006/relationships/oleObject" Target="../embeddings/oleObject21.bin"/><Relationship Id="rId7" Type="http://schemas.openxmlformats.org/officeDocument/2006/relationships/image" Target="../media/image30.png"/><Relationship Id="rId2" Type="http://schemas.openxmlformats.org/officeDocument/2006/relationships/slideMaster" Target="../slideMasters/slideMaster3.xml"/><Relationship Id="rId1" Type="http://schemas.openxmlformats.org/officeDocument/2006/relationships/tags" Target="../tags/tag42.xml"/><Relationship Id="rId6" Type="http://schemas.openxmlformats.org/officeDocument/2006/relationships/image" Target="../media/image16.svg"/><Relationship Id="rId5" Type="http://schemas.openxmlformats.org/officeDocument/2006/relationships/image" Target="../media/image15.png"/><Relationship Id="rId4" Type="http://schemas.openxmlformats.org/officeDocument/2006/relationships/image" Target="../media/image29.emf"/></Relationships>
</file>

<file path=ppt/slideLayouts/_rels/slideLayout65.xml.rels><?xml version="1.0" encoding="UTF-8" standalone="yes"?>
<Relationships xmlns="http://schemas.openxmlformats.org/package/2006/relationships"><Relationship Id="rId3" Type="http://schemas.openxmlformats.org/officeDocument/2006/relationships/oleObject" Target="../embeddings/oleObject22.bin"/><Relationship Id="rId7" Type="http://schemas.openxmlformats.org/officeDocument/2006/relationships/image" Target="../media/image30.png"/><Relationship Id="rId2" Type="http://schemas.openxmlformats.org/officeDocument/2006/relationships/slideMaster" Target="../slideMasters/slideMaster3.xml"/><Relationship Id="rId1" Type="http://schemas.openxmlformats.org/officeDocument/2006/relationships/tags" Target="../tags/tag43.xml"/><Relationship Id="rId6" Type="http://schemas.openxmlformats.org/officeDocument/2006/relationships/image" Target="../media/image16.svg"/><Relationship Id="rId5" Type="http://schemas.openxmlformats.org/officeDocument/2006/relationships/image" Target="../media/image15.png"/><Relationship Id="rId4" Type="http://schemas.openxmlformats.org/officeDocument/2006/relationships/image" Target="../media/image29.emf"/></Relationships>
</file>

<file path=ppt/slideLayouts/_rels/slideLayout66.xml.rels><?xml version="1.0" encoding="UTF-8" standalone="yes"?>
<Relationships xmlns="http://schemas.openxmlformats.org/package/2006/relationships"><Relationship Id="rId3" Type="http://schemas.openxmlformats.org/officeDocument/2006/relationships/oleObject" Target="../embeddings/oleObject23.bin"/><Relationship Id="rId7" Type="http://schemas.openxmlformats.org/officeDocument/2006/relationships/image" Target="../media/image30.png"/><Relationship Id="rId2" Type="http://schemas.openxmlformats.org/officeDocument/2006/relationships/slideMaster" Target="../slideMasters/slideMaster3.xml"/><Relationship Id="rId1" Type="http://schemas.openxmlformats.org/officeDocument/2006/relationships/tags" Target="../tags/tag44.xml"/><Relationship Id="rId6" Type="http://schemas.openxmlformats.org/officeDocument/2006/relationships/image" Target="../media/image16.svg"/><Relationship Id="rId5" Type="http://schemas.openxmlformats.org/officeDocument/2006/relationships/image" Target="../media/image15.png"/><Relationship Id="rId4" Type="http://schemas.openxmlformats.org/officeDocument/2006/relationships/image" Target="../media/image29.emf"/></Relationships>
</file>

<file path=ppt/slideLayouts/_rels/slideLayout67.xml.rels><?xml version="1.0" encoding="UTF-8" standalone="yes"?>
<Relationships xmlns="http://schemas.openxmlformats.org/package/2006/relationships"><Relationship Id="rId3" Type="http://schemas.openxmlformats.org/officeDocument/2006/relationships/oleObject" Target="../embeddings/oleObject24.bin"/><Relationship Id="rId7" Type="http://schemas.openxmlformats.org/officeDocument/2006/relationships/image" Target="../media/image30.png"/><Relationship Id="rId2" Type="http://schemas.openxmlformats.org/officeDocument/2006/relationships/slideMaster" Target="../slideMasters/slideMaster3.xml"/><Relationship Id="rId1" Type="http://schemas.openxmlformats.org/officeDocument/2006/relationships/tags" Target="../tags/tag45.xml"/><Relationship Id="rId6" Type="http://schemas.openxmlformats.org/officeDocument/2006/relationships/image" Target="../media/image16.svg"/><Relationship Id="rId5" Type="http://schemas.openxmlformats.org/officeDocument/2006/relationships/image" Target="../media/image15.png"/><Relationship Id="rId4" Type="http://schemas.openxmlformats.org/officeDocument/2006/relationships/image" Target="../media/image29.emf"/></Relationships>
</file>

<file path=ppt/slideLayouts/_rels/slideLayout68.xml.rels><?xml version="1.0" encoding="UTF-8" standalone="yes"?>
<Relationships xmlns="http://schemas.openxmlformats.org/package/2006/relationships"><Relationship Id="rId3" Type="http://schemas.openxmlformats.org/officeDocument/2006/relationships/oleObject" Target="../embeddings/oleObject25.bin"/><Relationship Id="rId7" Type="http://schemas.openxmlformats.org/officeDocument/2006/relationships/image" Target="../media/image30.png"/><Relationship Id="rId2" Type="http://schemas.openxmlformats.org/officeDocument/2006/relationships/slideMaster" Target="../slideMasters/slideMaster3.xml"/><Relationship Id="rId1" Type="http://schemas.openxmlformats.org/officeDocument/2006/relationships/tags" Target="../tags/tag46.xml"/><Relationship Id="rId6" Type="http://schemas.openxmlformats.org/officeDocument/2006/relationships/image" Target="../media/image16.svg"/><Relationship Id="rId5" Type="http://schemas.openxmlformats.org/officeDocument/2006/relationships/image" Target="../media/image15.png"/><Relationship Id="rId4" Type="http://schemas.openxmlformats.org/officeDocument/2006/relationships/image" Target="../media/image29.emf"/></Relationships>
</file>

<file path=ppt/slideLayouts/_rels/slideLayout69.xml.rels><?xml version="1.0" encoding="UTF-8" standalone="yes"?>
<Relationships xmlns="http://schemas.openxmlformats.org/package/2006/relationships"><Relationship Id="rId3" Type="http://schemas.openxmlformats.org/officeDocument/2006/relationships/oleObject" Target="../embeddings/oleObject26.bin"/><Relationship Id="rId7" Type="http://schemas.openxmlformats.org/officeDocument/2006/relationships/image" Target="../media/image30.png"/><Relationship Id="rId2" Type="http://schemas.openxmlformats.org/officeDocument/2006/relationships/slideMaster" Target="../slideMasters/slideMaster3.xml"/><Relationship Id="rId1" Type="http://schemas.openxmlformats.org/officeDocument/2006/relationships/tags" Target="../tags/tag47.xml"/><Relationship Id="rId6" Type="http://schemas.openxmlformats.org/officeDocument/2006/relationships/image" Target="../media/image16.svg"/><Relationship Id="rId5" Type="http://schemas.openxmlformats.org/officeDocument/2006/relationships/image" Target="../media/image15.png"/><Relationship Id="rId4" Type="http://schemas.openxmlformats.org/officeDocument/2006/relationships/image" Target="../media/image29.emf"/></Relationships>
</file>

<file path=ppt/slideLayouts/_rels/slideLayout70.xml.rels><?xml version="1.0" encoding="UTF-8" standalone="yes"?>
<Relationships xmlns="http://schemas.openxmlformats.org/package/2006/relationships"><Relationship Id="rId3" Type="http://schemas.openxmlformats.org/officeDocument/2006/relationships/oleObject" Target="../embeddings/oleObject27.bin"/><Relationship Id="rId7" Type="http://schemas.openxmlformats.org/officeDocument/2006/relationships/image" Target="../media/image30.png"/><Relationship Id="rId2" Type="http://schemas.openxmlformats.org/officeDocument/2006/relationships/slideMaster" Target="../slideMasters/slideMaster3.xml"/><Relationship Id="rId1" Type="http://schemas.openxmlformats.org/officeDocument/2006/relationships/tags" Target="../tags/tag48.xml"/><Relationship Id="rId6" Type="http://schemas.openxmlformats.org/officeDocument/2006/relationships/image" Target="../media/image16.svg"/><Relationship Id="rId5" Type="http://schemas.openxmlformats.org/officeDocument/2006/relationships/image" Target="../media/image15.png"/><Relationship Id="rId4" Type="http://schemas.openxmlformats.org/officeDocument/2006/relationships/image" Target="../media/image29.emf"/></Relationships>
</file>

<file path=ppt/slideLayouts/_rels/slideLayout71.xml.rels><?xml version="1.0" encoding="UTF-8" standalone="yes"?>
<Relationships xmlns="http://schemas.openxmlformats.org/package/2006/relationships"><Relationship Id="rId3" Type="http://schemas.openxmlformats.org/officeDocument/2006/relationships/oleObject" Target="../embeddings/oleObject28.bin"/><Relationship Id="rId2" Type="http://schemas.openxmlformats.org/officeDocument/2006/relationships/slideMaster" Target="../slideMasters/slideMaster3.xml"/><Relationship Id="rId1" Type="http://schemas.openxmlformats.org/officeDocument/2006/relationships/tags" Target="../tags/tag49.xml"/><Relationship Id="rId6" Type="http://schemas.openxmlformats.org/officeDocument/2006/relationships/image" Target="../media/image6.svg"/><Relationship Id="rId5" Type="http://schemas.openxmlformats.org/officeDocument/2006/relationships/image" Target="../media/image5.png"/><Relationship Id="rId4" Type="http://schemas.openxmlformats.org/officeDocument/2006/relationships/image" Target="../media/image29.emf"/></Relationships>
</file>

<file path=ppt/slideLayouts/_rels/slideLayout72.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3.xml"/></Relationships>
</file>

<file path=ppt/slideLayouts/_rels/slideLayout73.xml.rels><?xml version="1.0" encoding="UTF-8" standalone="yes"?>
<Relationships xmlns="http://schemas.openxmlformats.org/package/2006/relationships"><Relationship Id="rId3" Type="http://schemas.openxmlformats.org/officeDocument/2006/relationships/oleObject" Target="../embeddings/oleObject29.bin"/><Relationship Id="rId7" Type="http://schemas.openxmlformats.org/officeDocument/2006/relationships/image" Target="../media/image30.png"/><Relationship Id="rId2" Type="http://schemas.openxmlformats.org/officeDocument/2006/relationships/slideMaster" Target="../slideMasters/slideMaster3.xml"/><Relationship Id="rId1" Type="http://schemas.openxmlformats.org/officeDocument/2006/relationships/tags" Target="../tags/tag50.xml"/><Relationship Id="rId6" Type="http://schemas.openxmlformats.org/officeDocument/2006/relationships/image" Target="../media/image16.svg"/><Relationship Id="rId5" Type="http://schemas.openxmlformats.org/officeDocument/2006/relationships/image" Target="../media/image15.png"/><Relationship Id="rId4" Type="http://schemas.openxmlformats.org/officeDocument/2006/relationships/image" Target="../media/image29.emf"/></Relationships>
</file>

<file path=ppt/slideLayouts/_rels/slideLayout74.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3.xml"/></Relationships>
</file>

<file path=ppt/slideLayouts/_rels/slideLayout75.xml.rels><?xml version="1.0" encoding="UTF-8" standalone="yes"?>
<Relationships xmlns="http://schemas.openxmlformats.org/package/2006/relationships"><Relationship Id="rId3" Type="http://schemas.openxmlformats.org/officeDocument/2006/relationships/image" Target="../media/image16.svg"/><Relationship Id="rId2" Type="http://schemas.openxmlformats.org/officeDocument/2006/relationships/image" Target="../media/image15.png"/><Relationship Id="rId1" Type="http://schemas.openxmlformats.org/officeDocument/2006/relationships/slideMaster" Target="../slideMasters/slideMaster3.xml"/></Relationships>
</file>

<file path=ppt/slideLayouts/_rels/slideLayout76.xml.rels><?xml version="1.0" encoding="UTF-8" standalone="yes"?>
<Relationships xmlns="http://schemas.openxmlformats.org/package/2006/relationships"><Relationship Id="rId8" Type="http://schemas.openxmlformats.org/officeDocument/2006/relationships/image" Target="../media/image5.png"/><Relationship Id="rId3" Type="http://schemas.openxmlformats.org/officeDocument/2006/relationships/oleObject" Target="../embeddings/oleObject2.bin"/><Relationship Id="rId7" Type="http://schemas.openxmlformats.org/officeDocument/2006/relationships/image" Target="../media/image4.svg"/><Relationship Id="rId2" Type="http://schemas.openxmlformats.org/officeDocument/2006/relationships/slideMaster" Target="../slideMasters/slideMaster4.xml"/><Relationship Id="rId1" Type="http://schemas.openxmlformats.org/officeDocument/2006/relationships/tags" Target="../tags/tag52.xml"/><Relationship Id="rId6" Type="http://schemas.openxmlformats.org/officeDocument/2006/relationships/image" Target="../media/image3.png"/><Relationship Id="rId5" Type="http://schemas.openxmlformats.org/officeDocument/2006/relationships/image" Target="../media/image2.jpeg"/><Relationship Id="rId10" Type="http://schemas.openxmlformats.org/officeDocument/2006/relationships/image" Target="../media/image7.png"/><Relationship Id="rId4" Type="http://schemas.openxmlformats.org/officeDocument/2006/relationships/image" Target="../media/image1.emf"/><Relationship Id="rId9" Type="http://schemas.openxmlformats.org/officeDocument/2006/relationships/image" Target="../media/image6.svg"/></Relationships>
</file>

<file path=ppt/slideLayouts/_rels/slideLayout77.xml.rels><?xml version="1.0" encoding="UTF-8" standalone="yes"?>
<Relationships xmlns="http://schemas.openxmlformats.org/package/2006/relationships"><Relationship Id="rId8" Type="http://schemas.openxmlformats.org/officeDocument/2006/relationships/image" Target="../media/image3.png"/><Relationship Id="rId3" Type="http://schemas.openxmlformats.org/officeDocument/2006/relationships/oleObject" Target="../embeddings/oleObject3.bin"/><Relationship Id="rId7" Type="http://schemas.openxmlformats.org/officeDocument/2006/relationships/image" Target="../media/image8.jpeg"/><Relationship Id="rId2" Type="http://schemas.openxmlformats.org/officeDocument/2006/relationships/slideMaster" Target="../slideMasters/slideMaster4.xml"/><Relationship Id="rId1" Type="http://schemas.openxmlformats.org/officeDocument/2006/relationships/tags" Target="../tags/tag53.xml"/><Relationship Id="rId6" Type="http://schemas.openxmlformats.org/officeDocument/2006/relationships/image" Target="../media/image6.svg"/><Relationship Id="rId5" Type="http://schemas.openxmlformats.org/officeDocument/2006/relationships/image" Target="../media/image5.png"/><Relationship Id="rId10" Type="http://schemas.openxmlformats.org/officeDocument/2006/relationships/image" Target="../media/image9.png"/><Relationship Id="rId4" Type="http://schemas.openxmlformats.org/officeDocument/2006/relationships/image" Target="../media/image1.emf"/><Relationship Id="rId9" Type="http://schemas.openxmlformats.org/officeDocument/2006/relationships/image" Target="../media/image4.svg"/></Relationships>
</file>

<file path=ppt/slideLayouts/_rels/slideLayout78.xml.rels><?xml version="1.0" encoding="UTF-8" standalone="yes"?>
<Relationships xmlns="http://schemas.openxmlformats.org/package/2006/relationships"><Relationship Id="rId8" Type="http://schemas.openxmlformats.org/officeDocument/2006/relationships/image" Target="../media/image6.svg"/><Relationship Id="rId3" Type="http://schemas.openxmlformats.org/officeDocument/2006/relationships/oleObject" Target="../embeddings/oleObject4.bin"/><Relationship Id="rId7" Type="http://schemas.openxmlformats.org/officeDocument/2006/relationships/image" Target="../media/image5.png"/><Relationship Id="rId2" Type="http://schemas.openxmlformats.org/officeDocument/2006/relationships/slideMaster" Target="../slideMasters/slideMaster4.xml"/><Relationship Id="rId1" Type="http://schemas.openxmlformats.org/officeDocument/2006/relationships/tags" Target="../tags/tag54.xml"/><Relationship Id="rId6" Type="http://schemas.openxmlformats.org/officeDocument/2006/relationships/image" Target="../media/image11.svg"/><Relationship Id="rId5" Type="http://schemas.openxmlformats.org/officeDocument/2006/relationships/image" Target="../media/image10.png"/><Relationship Id="rId10" Type="http://schemas.openxmlformats.org/officeDocument/2006/relationships/image" Target="../media/image7.png"/><Relationship Id="rId4" Type="http://schemas.openxmlformats.org/officeDocument/2006/relationships/image" Target="../media/image1.emf"/><Relationship Id="rId9" Type="http://schemas.openxmlformats.org/officeDocument/2006/relationships/image" Target="../media/image12.jpeg"/></Relationships>
</file>

<file path=ppt/slideLayouts/_rels/slideLayout79.xml.rels><?xml version="1.0" encoding="UTF-8" standalone="yes"?>
<Relationships xmlns="http://schemas.openxmlformats.org/package/2006/relationships"><Relationship Id="rId8" Type="http://schemas.openxmlformats.org/officeDocument/2006/relationships/image" Target="../media/image16.svg"/><Relationship Id="rId3" Type="http://schemas.openxmlformats.org/officeDocument/2006/relationships/oleObject" Target="../embeddings/oleObject5.bin"/><Relationship Id="rId7" Type="http://schemas.openxmlformats.org/officeDocument/2006/relationships/image" Target="../media/image15.png"/><Relationship Id="rId2" Type="http://schemas.openxmlformats.org/officeDocument/2006/relationships/slideMaster" Target="../slideMasters/slideMaster4.xml"/><Relationship Id="rId1" Type="http://schemas.openxmlformats.org/officeDocument/2006/relationships/tags" Target="../tags/tag55.xml"/><Relationship Id="rId6" Type="http://schemas.openxmlformats.org/officeDocument/2006/relationships/image" Target="../media/image14.svg"/><Relationship Id="rId5" Type="http://schemas.openxmlformats.org/officeDocument/2006/relationships/image" Target="../media/image13.png"/><Relationship Id="rId10" Type="http://schemas.openxmlformats.org/officeDocument/2006/relationships/image" Target="../media/image9.png"/><Relationship Id="rId4" Type="http://schemas.openxmlformats.org/officeDocument/2006/relationships/image" Target="../media/image1.emf"/><Relationship Id="rId9" Type="http://schemas.openxmlformats.org/officeDocument/2006/relationships/image" Target="../media/image17.jpeg"/></Relationships>
</file>

<file path=ppt/slideLayouts/_rels/slideLayout8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8.png"/><Relationship Id="rId1" Type="http://schemas.openxmlformats.org/officeDocument/2006/relationships/slideMaster" Target="../slideMasters/slideMaster4.xml"/><Relationship Id="rId5" Type="http://schemas.openxmlformats.org/officeDocument/2006/relationships/image" Target="../media/image19.png"/><Relationship Id="rId4" Type="http://schemas.openxmlformats.org/officeDocument/2006/relationships/image" Target="../media/image6.svg"/></Relationships>
</file>

<file path=ppt/slideLayouts/_rels/slideLayout8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20.jpeg"/><Relationship Id="rId1" Type="http://schemas.openxmlformats.org/officeDocument/2006/relationships/slideMaster" Target="../slideMasters/slideMaster4.xml"/><Relationship Id="rId5" Type="http://schemas.openxmlformats.org/officeDocument/2006/relationships/image" Target="../media/image19.png"/><Relationship Id="rId4" Type="http://schemas.openxmlformats.org/officeDocument/2006/relationships/image" Target="../media/image16.svg"/></Relationships>
</file>

<file path=ppt/slideLayouts/_rels/slideLayout8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21.jpeg"/><Relationship Id="rId1" Type="http://schemas.openxmlformats.org/officeDocument/2006/relationships/slideMaster" Target="../slideMasters/slideMaster4.xml"/><Relationship Id="rId5" Type="http://schemas.openxmlformats.org/officeDocument/2006/relationships/image" Target="../media/image19.png"/><Relationship Id="rId4" Type="http://schemas.openxmlformats.org/officeDocument/2006/relationships/image" Target="../media/image16.svg"/></Relationships>
</file>

<file path=ppt/slideLayouts/_rels/slideLayout83.xml.rels><?xml version="1.0" encoding="UTF-8" standalone="yes"?>
<Relationships xmlns="http://schemas.openxmlformats.org/package/2006/relationships"><Relationship Id="rId3" Type="http://schemas.openxmlformats.org/officeDocument/2006/relationships/oleObject" Target="../embeddings/oleObject6.bin"/><Relationship Id="rId7" Type="http://schemas.openxmlformats.org/officeDocument/2006/relationships/image" Target="../media/image22.png"/><Relationship Id="rId2" Type="http://schemas.openxmlformats.org/officeDocument/2006/relationships/slideMaster" Target="../slideMasters/slideMaster4.xml"/><Relationship Id="rId1" Type="http://schemas.openxmlformats.org/officeDocument/2006/relationships/tags" Target="../tags/tag56.xml"/><Relationship Id="rId6" Type="http://schemas.openxmlformats.org/officeDocument/2006/relationships/image" Target="../media/image16.svg"/><Relationship Id="rId5" Type="http://schemas.openxmlformats.org/officeDocument/2006/relationships/image" Target="../media/image15.png"/><Relationship Id="rId4" Type="http://schemas.openxmlformats.org/officeDocument/2006/relationships/image" Target="../media/image1.emf"/></Relationships>
</file>

<file path=ppt/slideLayouts/_rels/slideLayout84.xml.rels><?xml version="1.0" encoding="UTF-8" standalone="yes"?>
<Relationships xmlns="http://schemas.openxmlformats.org/package/2006/relationships"><Relationship Id="rId3" Type="http://schemas.openxmlformats.org/officeDocument/2006/relationships/image" Target="../media/image16.svg"/><Relationship Id="rId2" Type="http://schemas.openxmlformats.org/officeDocument/2006/relationships/image" Target="../media/image15.png"/><Relationship Id="rId1" Type="http://schemas.openxmlformats.org/officeDocument/2006/relationships/slideMaster" Target="../slideMasters/slideMaster4.xml"/><Relationship Id="rId4" Type="http://schemas.openxmlformats.org/officeDocument/2006/relationships/image" Target="../media/image22.png"/></Relationships>
</file>

<file path=ppt/slideLayouts/_rels/slideLayout8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23.jpeg"/><Relationship Id="rId1" Type="http://schemas.openxmlformats.org/officeDocument/2006/relationships/slideMaster" Target="../slideMasters/slideMaster4.xml"/><Relationship Id="rId5" Type="http://schemas.openxmlformats.org/officeDocument/2006/relationships/image" Target="../media/image22.png"/><Relationship Id="rId4" Type="http://schemas.openxmlformats.org/officeDocument/2006/relationships/image" Target="../media/image6.svg"/></Relationships>
</file>

<file path=ppt/slideLayouts/_rels/slideLayout86.xml.rels><?xml version="1.0" encoding="UTF-8" standalone="yes"?>
<Relationships xmlns="http://schemas.openxmlformats.org/package/2006/relationships"><Relationship Id="rId3" Type="http://schemas.openxmlformats.org/officeDocument/2006/relationships/oleObject" Target="../embeddings/oleObject7.bin"/><Relationship Id="rId7" Type="http://schemas.openxmlformats.org/officeDocument/2006/relationships/image" Target="../media/image22.png"/><Relationship Id="rId2" Type="http://schemas.openxmlformats.org/officeDocument/2006/relationships/slideMaster" Target="../slideMasters/slideMaster4.xml"/><Relationship Id="rId1" Type="http://schemas.openxmlformats.org/officeDocument/2006/relationships/tags" Target="../tags/tag57.xml"/><Relationship Id="rId6" Type="http://schemas.openxmlformats.org/officeDocument/2006/relationships/image" Target="../media/image6.svg"/><Relationship Id="rId5" Type="http://schemas.openxmlformats.org/officeDocument/2006/relationships/image" Target="../media/image5.png"/><Relationship Id="rId4" Type="http://schemas.openxmlformats.org/officeDocument/2006/relationships/image" Target="../media/image1.emf"/></Relationships>
</file>

<file path=ppt/slideLayouts/_rels/slideLayout87.xml.rels><?xml version="1.0" encoding="UTF-8" standalone="yes"?>
<Relationships xmlns="http://schemas.openxmlformats.org/package/2006/relationships"><Relationship Id="rId3" Type="http://schemas.openxmlformats.org/officeDocument/2006/relationships/oleObject" Target="../embeddings/oleObject8.bin"/><Relationship Id="rId7" Type="http://schemas.openxmlformats.org/officeDocument/2006/relationships/image" Target="../media/image22.png"/><Relationship Id="rId2" Type="http://schemas.openxmlformats.org/officeDocument/2006/relationships/slideMaster" Target="../slideMasters/slideMaster4.xml"/><Relationship Id="rId1" Type="http://schemas.openxmlformats.org/officeDocument/2006/relationships/tags" Target="../tags/tag58.xml"/><Relationship Id="rId6" Type="http://schemas.openxmlformats.org/officeDocument/2006/relationships/image" Target="../media/image6.svg"/><Relationship Id="rId5" Type="http://schemas.openxmlformats.org/officeDocument/2006/relationships/image" Target="../media/image5.png"/><Relationship Id="rId4" Type="http://schemas.openxmlformats.org/officeDocument/2006/relationships/image" Target="../media/image1.emf"/></Relationships>
</file>

<file path=ppt/slideLayouts/_rels/slideLayout88.xml.rels><?xml version="1.0" encoding="UTF-8" standalone="yes"?>
<Relationships xmlns="http://schemas.openxmlformats.org/package/2006/relationships"><Relationship Id="rId8" Type="http://schemas.openxmlformats.org/officeDocument/2006/relationships/image" Target="../media/image22.png"/><Relationship Id="rId3" Type="http://schemas.openxmlformats.org/officeDocument/2006/relationships/oleObject" Target="../embeddings/oleObject9.bin"/><Relationship Id="rId7" Type="http://schemas.openxmlformats.org/officeDocument/2006/relationships/image" Target="../media/image6.svg"/><Relationship Id="rId2" Type="http://schemas.openxmlformats.org/officeDocument/2006/relationships/slideMaster" Target="../slideMasters/slideMaster4.xml"/><Relationship Id="rId1" Type="http://schemas.openxmlformats.org/officeDocument/2006/relationships/tags" Target="../tags/tag59.xml"/><Relationship Id="rId6" Type="http://schemas.openxmlformats.org/officeDocument/2006/relationships/image" Target="../media/image5.png"/><Relationship Id="rId5" Type="http://schemas.openxmlformats.org/officeDocument/2006/relationships/image" Target="../media/image24.jpeg"/><Relationship Id="rId4" Type="http://schemas.openxmlformats.org/officeDocument/2006/relationships/image" Target="../media/image1.emf"/></Relationships>
</file>

<file path=ppt/slideLayouts/_rels/slideLayout89.xml.rels><?xml version="1.0" encoding="UTF-8" standalone="yes"?>
<Relationships xmlns="http://schemas.openxmlformats.org/package/2006/relationships"><Relationship Id="rId8" Type="http://schemas.openxmlformats.org/officeDocument/2006/relationships/image" Target="../media/image22.png"/><Relationship Id="rId3" Type="http://schemas.openxmlformats.org/officeDocument/2006/relationships/oleObject" Target="../embeddings/oleObject10.bin"/><Relationship Id="rId7" Type="http://schemas.openxmlformats.org/officeDocument/2006/relationships/image" Target="../media/image6.svg"/><Relationship Id="rId2" Type="http://schemas.openxmlformats.org/officeDocument/2006/relationships/slideMaster" Target="../slideMasters/slideMaster4.xml"/><Relationship Id="rId1" Type="http://schemas.openxmlformats.org/officeDocument/2006/relationships/tags" Target="../tags/tag60.xml"/><Relationship Id="rId6" Type="http://schemas.openxmlformats.org/officeDocument/2006/relationships/image" Target="../media/image5.png"/><Relationship Id="rId5" Type="http://schemas.openxmlformats.org/officeDocument/2006/relationships/image" Target="../media/image24.jpeg"/><Relationship Id="rId4" Type="http://schemas.openxmlformats.org/officeDocument/2006/relationships/image" Target="../media/image1.emf"/></Relationships>
</file>

<file path=ppt/slideLayouts/_rels/slideLayout90.xml.rels><?xml version="1.0" encoding="UTF-8" standalone="yes"?>
<Relationships xmlns="http://schemas.openxmlformats.org/package/2006/relationships"><Relationship Id="rId8" Type="http://schemas.openxmlformats.org/officeDocument/2006/relationships/image" Target="../media/image6.svg"/><Relationship Id="rId3" Type="http://schemas.openxmlformats.org/officeDocument/2006/relationships/oleObject" Target="../embeddings/oleObject11.bin"/><Relationship Id="rId7" Type="http://schemas.openxmlformats.org/officeDocument/2006/relationships/image" Target="../media/image5.png"/><Relationship Id="rId2" Type="http://schemas.openxmlformats.org/officeDocument/2006/relationships/slideMaster" Target="../slideMasters/slideMaster4.xml"/><Relationship Id="rId1" Type="http://schemas.openxmlformats.org/officeDocument/2006/relationships/tags" Target="../tags/tag61.xml"/><Relationship Id="rId6" Type="http://schemas.openxmlformats.org/officeDocument/2006/relationships/image" Target="../media/image26.svg"/><Relationship Id="rId5" Type="http://schemas.openxmlformats.org/officeDocument/2006/relationships/image" Target="../media/image25.png"/><Relationship Id="rId4" Type="http://schemas.openxmlformats.org/officeDocument/2006/relationships/image" Target="../media/image1.emf"/><Relationship Id="rId9" Type="http://schemas.openxmlformats.org/officeDocument/2006/relationships/image" Target="../media/image7.png"/></Relationships>
</file>

<file path=ppt/slideLayouts/_rels/slideLayout91.xml.rels><?xml version="1.0" encoding="UTF-8" standalone="yes"?>
<Relationships xmlns="http://schemas.openxmlformats.org/package/2006/relationships"><Relationship Id="rId8" Type="http://schemas.openxmlformats.org/officeDocument/2006/relationships/image" Target="../media/image5.png"/><Relationship Id="rId3" Type="http://schemas.openxmlformats.org/officeDocument/2006/relationships/oleObject" Target="../embeddings/oleObject12.bin"/><Relationship Id="rId7" Type="http://schemas.openxmlformats.org/officeDocument/2006/relationships/image" Target="../media/image26.svg"/><Relationship Id="rId2" Type="http://schemas.openxmlformats.org/officeDocument/2006/relationships/slideMaster" Target="../slideMasters/slideMaster4.xml"/><Relationship Id="rId1" Type="http://schemas.openxmlformats.org/officeDocument/2006/relationships/tags" Target="../tags/tag62.xml"/><Relationship Id="rId6" Type="http://schemas.openxmlformats.org/officeDocument/2006/relationships/image" Target="../media/image25.png"/><Relationship Id="rId5" Type="http://schemas.openxmlformats.org/officeDocument/2006/relationships/image" Target="../media/image8.jpeg"/><Relationship Id="rId10" Type="http://schemas.openxmlformats.org/officeDocument/2006/relationships/image" Target="../media/image9.png"/><Relationship Id="rId4" Type="http://schemas.openxmlformats.org/officeDocument/2006/relationships/image" Target="../media/image1.emf"/><Relationship Id="rId9" Type="http://schemas.openxmlformats.org/officeDocument/2006/relationships/image" Target="../media/image6.svg"/></Relationships>
</file>

<file path=ppt/slideLayouts/_rels/slideLayout92.xml.rels><?xml version="1.0" encoding="UTF-8" standalone="yes"?>
<Relationships xmlns="http://schemas.openxmlformats.org/package/2006/relationships"><Relationship Id="rId3" Type="http://schemas.openxmlformats.org/officeDocument/2006/relationships/tags" Target="../tags/tag64.xml"/><Relationship Id="rId2" Type="http://schemas.openxmlformats.org/officeDocument/2006/relationships/tags" Target="../tags/tag63.xml"/><Relationship Id="rId1" Type="http://schemas.openxmlformats.org/officeDocument/2006/relationships/customXml" Target="../../customXml/item3.xml"/><Relationship Id="rId5" Type="http://schemas.openxmlformats.org/officeDocument/2006/relationships/image" Target="../media/image27.wmf"/><Relationship Id="rId4" Type="http://schemas.openxmlformats.org/officeDocument/2006/relationships/slideMaster" Target="../slideMasters/slideMaster4.xml"/></Relationships>
</file>

<file path=ppt/slideLayouts/_rels/slideLayout93.xml.rels><?xml version="1.0" encoding="UTF-8" standalone="yes"?>
<Relationships xmlns="http://schemas.openxmlformats.org/package/2006/relationships"><Relationship Id="rId3" Type="http://schemas.openxmlformats.org/officeDocument/2006/relationships/image" Target="../media/image27.wmf"/><Relationship Id="rId2" Type="http://schemas.openxmlformats.org/officeDocument/2006/relationships/slideMaster" Target="../slideMasters/slideMaster4.xml"/><Relationship Id="rId1" Type="http://schemas.openxmlformats.org/officeDocument/2006/relationships/tags" Target="../tags/tag65.xml"/></Relationships>
</file>

<file path=ppt/slideLayouts/_rels/slideLayout94.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4.xml"/><Relationship Id="rId4" Type="http://schemas.openxmlformats.org/officeDocument/2006/relationships/image" Target="../media/image28.jpeg"/></Relationships>
</file>

<file path=ppt/slideLayouts/_rels/slideLayout95.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5.xml"/><Relationship Id="rId4" Type="http://schemas.openxmlformats.org/officeDocument/2006/relationships/image" Target="../media/image28.jpeg"/></Relationships>
</file>

<file path=ppt/slideLayouts/_rels/slideLayout96.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5.xml"/><Relationship Id="rId4" Type="http://schemas.openxmlformats.org/officeDocument/2006/relationships/image" Target="../media/image28.jpeg"/></Relationships>
</file>

<file path=ppt/slideLayouts/_rels/slideLayout97.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5.xml"/><Relationship Id="rId4" Type="http://schemas.openxmlformats.org/officeDocument/2006/relationships/image" Target="../media/image28.jpeg"/></Relationships>
</file>

<file path=ppt/slideLayouts/_rels/slideLayout98.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5.xml"/><Relationship Id="rId4" Type="http://schemas.openxmlformats.org/officeDocument/2006/relationships/image" Target="../media/image28.jpeg"/></Relationships>
</file>

<file path=ppt/slideLayouts/_rels/slideLayout99.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5.xml"/></Relationships>
</file>

<file path=ppt/slideLayouts/_rels/slideLayout100.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5.xml"/></Relationships>
</file>

<file path=ppt/slideLayouts/_rels/slideLayout10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23.jpeg"/><Relationship Id="rId1" Type="http://schemas.openxmlformats.org/officeDocument/2006/relationships/slideMaster" Target="../slideMasters/slideMaster5.xml"/><Relationship Id="rId4" Type="http://schemas.openxmlformats.org/officeDocument/2006/relationships/image" Target="../media/image6.svg"/></Relationships>
</file>

<file path=ppt/slideLayouts/_rels/slideLayout10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31.jpeg"/><Relationship Id="rId1" Type="http://schemas.openxmlformats.org/officeDocument/2006/relationships/slideMaster" Target="../slideMasters/slideMaster5.xml"/><Relationship Id="rId4" Type="http://schemas.openxmlformats.org/officeDocument/2006/relationships/image" Target="../media/image6.svg"/></Relationships>
</file>

<file path=ppt/slideLayouts/_rels/slideLayout103.xml.rels><?xml version="1.0" encoding="UTF-8" standalone="yes"?>
<Relationships xmlns="http://schemas.openxmlformats.org/package/2006/relationships"><Relationship Id="rId3" Type="http://schemas.openxmlformats.org/officeDocument/2006/relationships/image" Target="../media/image16.svg"/><Relationship Id="rId2" Type="http://schemas.openxmlformats.org/officeDocument/2006/relationships/image" Target="../media/image15.png"/><Relationship Id="rId1" Type="http://schemas.openxmlformats.org/officeDocument/2006/relationships/slideMaster" Target="../slideMasters/slideMaster5.xml"/></Relationships>
</file>

<file path=ppt/slideLayouts/_rels/slideLayout104.xml.rels><?xml version="1.0" encoding="UTF-8" standalone="yes"?>
<Relationships xmlns="http://schemas.openxmlformats.org/package/2006/relationships"><Relationship Id="rId3" Type="http://schemas.openxmlformats.org/officeDocument/2006/relationships/oleObject" Target="../embeddings/oleObject14.bin"/><Relationship Id="rId7" Type="http://schemas.openxmlformats.org/officeDocument/2006/relationships/image" Target="../media/image16.svg"/><Relationship Id="rId2" Type="http://schemas.openxmlformats.org/officeDocument/2006/relationships/slideMaster" Target="../slideMasters/slideMaster5.xml"/><Relationship Id="rId1" Type="http://schemas.openxmlformats.org/officeDocument/2006/relationships/tags" Target="../tags/tag67.xml"/><Relationship Id="rId6" Type="http://schemas.openxmlformats.org/officeDocument/2006/relationships/image" Target="../media/image15.png"/><Relationship Id="rId5" Type="http://schemas.openxmlformats.org/officeDocument/2006/relationships/image" Target="../media/image30.png"/><Relationship Id="rId4" Type="http://schemas.openxmlformats.org/officeDocument/2006/relationships/image" Target="../media/image29.emf"/></Relationships>
</file>

<file path=ppt/slideLayouts/_rels/slideLayout105.xml.rels><?xml version="1.0" encoding="UTF-8" standalone="yes"?>
<Relationships xmlns="http://schemas.openxmlformats.org/package/2006/relationships"><Relationship Id="rId3" Type="http://schemas.openxmlformats.org/officeDocument/2006/relationships/oleObject" Target="../embeddings/oleObject15.bin"/><Relationship Id="rId2" Type="http://schemas.openxmlformats.org/officeDocument/2006/relationships/slideMaster" Target="../slideMasters/slideMaster5.xml"/><Relationship Id="rId1" Type="http://schemas.openxmlformats.org/officeDocument/2006/relationships/tags" Target="../tags/tag68.xml"/><Relationship Id="rId6" Type="http://schemas.openxmlformats.org/officeDocument/2006/relationships/image" Target="../media/image6.svg"/><Relationship Id="rId5" Type="http://schemas.openxmlformats.org/officeDocument/2006/relationships/image" Target="../media/image5.png"/><Relationship Id="rId4" Type="http://schemas.openxmlformats.org/officeDocument/2006/relationships/image" Target="../media/image29.emf"/></Relationships>
</file>

<file path=ppt/slideLayouts/_rels/slideLayout106.xml.rels><?xml version="1.0" encoding="UTF-8" standalone="yes"?>
<Relationships xmlns="http://schemas.openxmlformats.org/package/2006/relationships"><Relationship Id="rId3" Type="http://schemas.openxmlformats.org/officeDocument/2006/relationships/oleObject" Target="../embeddings/oleObject16.bin"/><Relationship Id="rId7" Type="http://schemas.openxmlformats.org/officeDocument/2006/relationships/image" Target="../media/image30.png"/><Relationship Id="rId2" Type="http://schemas.openxmlformats.org/officeDocument/2006/relationships/slideMaster" Target="../slideMasters/slideMaster5.xml"/><Relationship Id="rId1" Type="http://schemas.openxmlformats.org/officeDocument/2006/relationships/tags" Target="../tags/tag69.xml"/><Relationship Id="rId6" Type="http://schemas.openxmlformats.org/officeDocument/2006/relationships/image" Target="../media/image16.svg"/><Relationship Id="rId5" Type="http://schemas.openxmlformats.org/officeDocument/2006/relationships/image" Target="../media/image15.png"/><Relationship Id="rId4" Type="http://schemas.openxmlformats.org/officeDocument/2006/relationships/image" Target="../media/image29.emf"/></Relationships>
</file>

<file path=ppt/slideLayouts/_rels/slideLayout107.xml.rels><?xml version="1.0" encoding="UTF-8" standalone="yes"?>
<Relationships xmlns="http://schemas.openxmlformats.org/package/2006/relationships"><Relationship Id="rId3" Type="http://schemas.openxmlformats.org/officeDocument/2006/relationships/oleObject" Target="../embeddings/oleObject17.bin"/><Relationship Id="rId2" Type="http://schemas.openxmlformats.org/officeDocument/2006/relationships/slideMaster" Target="../slideMasters/slideMaster5.xml"/><Relationship Id="rId1" Type="http://schemas.openxmlformats.org/officeDocument/2006/relationships/tags" Target="../tags/tag70.xml"/><Relationship Id="rId6" Type="http://schemas.openxmlformats.org/officeDocument/2006/relationships/image" Target="../media/image6.svg"/><Relationship Id="rId5" Type="http://schemas.openxmlformats.org/officeDocument/2006/relationships/image" Target="../media/image5.png"/><Relationship Id="rId4" Type="http://schemas.openxmlformats.org/officeDocument/2006/relationships/image" Target="../media/image29.emf"/></Relationships>
</file>

<file path=ppt/slideLayouts/_rels/slideLayout108.xml.rels><?xml version="1.0" encoding="UTF-8" standalone="yes"?>
<Relationships xmlns="http://schemas.openxmlformats.org/package/2006/relationships"><Relationship Id="rId3" Type="http://schemas.openxmlformats.org/officeDocument/2006/relationships/oleObject" Target="../embeddings/oleObject18.bin"/><Relationship Id="rId7" Type="http://schemas.openxmlformats.org/officeDocument/2006/relationships/image" Target="../media/image22.png"/><Relationship Id="rId2" Type="http://schemas.openxmlformats.org/officeDocument/2006/relationships/slideMaster" Target="../slideMasters/slideMaster5.xml"/><Relationship Id="rId1" Type="http://schemas.openxmlformats.org/officeDocument/2006/relationships/tags" Target="../tags/tag71.xml"/><Relationship Id="rId6" Type="http://schemas.openxmlformats.org/officeDocument/2006/relationships/image" Target="../media/image6.svg"/><Relationship Id="rId5" Type="http://schemas.openxmlformats.org/officeDocument/2006/relationships/image" Target="../media/image5.png"/><Relationship Id="rId4" Type="http://schemas.openxmlformats.org/officeDocument/2006/relationships/image" Target="../media/image1.emf"/></Relationships>
</file>

<file path=ppt/slideLayouts/_rels/slideLayout109.xml.rels><?xml version="1.0" encoding="UTF-8" standalone="yes"?>
<Relationships xmlns="http://schemas.openxmlformats.org/package/2006/relationships"><Relationship Id="rId3" Type="http://schemas.openxmlformats.org/officeDocument/2006/relationships/oleObject" Target="../embeddings/oleObject19.bin"/><Relationship Id="rId2" Type="http://schemas.openxmlformats.org/officeDocument/2006/relationships/slideMaster" Target="../slideMasters/slideMaster5.xml"/><Relationship Id="rId1" Type="http://schemas.openxmlformats.org/officeDocument/2006/relationships/tags" Target="../tags/tag72.xml"/><Relationship Id="rId6" Type="http://schemas.openxmlformats.org/officeDocument/2006/relationships/image" Target="../media/image6.svg"/><Relationship Id="rId5" Type="http://schemas.openxmlformats.org/officeDocument/2006/relationships/image" Target="../media/image5.png"/><Relationship Id="rId4" Type="http://schemas.openxmlformats.org/officeDocument/2006/relationships/image" Target="../media/image29.emf"/></Relationships>
</file>

<file path=ppt/slideLayouts/_rels/slideLayout110.xml.rels><?xml version="1.0" encoding="UTF-8" standalone="yes"?>
<Relationships xmlns="http://schemas.openxmlformats.org/package/2006/relationships"><Relationship Id="rId3" Type="http://schemas.openxmlformats.org/officeDocument/2006/relationships/oleObject" Target="../embeddings/oleObject20.bin"/><Relationship Id="rId7" Type="http://schemas.openxmlformats.org/officeDocument/2006/relationships/image" Target="../media/image30.png"/><Relationship Id="rId2" Type="http://schemas.openxmlformats.org/officeDocument/2006/relationships/slideMaster" Target="../slideMasters/slideMaster5.xml"/><Relationship Id="rId1" Type="http://schemas.openxmlformats.org/officeDocument/2006/relationships/tags" Target="../tags/tag73.xml"/><Relationship Id="rId6" Type="http://schemas.openxmlformats.org/officeDocument/2006/relationships/image" Target="../media/image16.svg"/><Relationship Id="rId5" Type="http://schemas.openxmlformats.org/officeDocument/2006/relationships/image" Target="../media/image15.png"/><Relationship Id="rId4" Type="http://schemas.openxmlformats.org/officeDocument/2006/relationships/image" Target="../media/image29.emf"/></Relationships>
</file>

<file path=ppt/slideLayouts/_rels/slideLayout111.xml.rels><?xml version="1.0" encoding="UTF-8" standalone="yes"?>
<Relationships xmlns="http://schemas.openxmlformats.org/package/2006/relationships"><Relationship Id="rId3" Type="http://schemas.openxmlformats.org/officeDocument/2006/relationships/oleObject" Target="../embeddings/oleObject21.bin"/><Relationship Id="rId7" Type="http://schemas.openxmlformats.org/officeDocument/2006/relationships/image" Target="../media/image30.png"/><Relationship Id="rId2" Type="http://schemas.openxmlformats.org/officeDocument/2006/relationships/slideMaster" Target="../slideMasters/slideMaster5.xml"/><Relationship Id="rId1" Type="http://schemas.openxmlformats.org/officeDocument/2006/relationships/tags" Target="../tags/tag74.xml"/><Relationship Id="rId6" Type="http://schemas.openxmlformats.org/officeDocument/2006/relationships/image" Target="../media/image16.svg"/><Relationship Id="rId5" Type="http://schemas.openxmlformats.org/officeDocument/2006/relationships/image" Target="../media/image15.png"/><Relationship Id="rId4" Type="http://schemas.openxmlformats.org/officeDocument/2006/relationships/image" Target="../media/image29.emf"/></Relationships>
</file>

<file path=ppt/slideLayouts/_rels/slideLayout112.xml.rels><?xml version="1.0" encoding="UTF-8" standalone="yes"?>
<Relationships xmlns="http://schemas.openxmlformats.org/package/2006/relationships"><Relationship Id="rId3" Type="http://schemas.openxmlformats.org/officeDocument/2006/relationships/oleObject" Target="../embeddings/oleObject22.bin"/><Relationship Id="rId7" Type="http://schemas.openxmlformats.org/officeDocument/2006/relationships/image" Target="../media/image30.png"/><Relationship Id="rId2" Type="http://schemas.openxmlformats.org/officeDocument/2006/relationships/slideMaster" Target="../slideMasters/slideMaster5.xml"/><Relationship Id="rId1" Type="http://schemas.openxmlformats.org/officeDocument/2006/relationships/tags" Target="../tags/tag75.xml"/><Relationship Id="rId6" Type="http://schemas.openxmlformats.org/officeDocument/2006/relationships/image" Target="../media/image16.svg"/><Relationship Id="rId5" Type="http://schemas.openxmlformats.org/officeDocument/2006/relationships/image" Target="../media/image15.png"/><Relationship Id="rId4" Type="http://schemas.openxmlformats.org/officeDocument/2006/relationships/image" Target="../media/image29.emf"/></Relationships>
</file>

<file path=ppt/slideLayouts/_rels/slideLayout113.xml.rels><?xml version="1.0" encoding="UTF-8" standalone="yes"?>
<Relationships xmlns="http://schemas.openxmlformats.org/package/2006/relationships"><Relationship Id="rId3" Type="http://schemas.openxmlformats.org/officeDocument/2006/relationships/oleObject" Target="../embeddings/oleObject23.bin"/><Relationship Id="rId7" Type="http://schemas.openxmlformats.org/officeDocument/2006/relationships/image" Target="../media/image30.png"/><Relationship Id="rId2" Type="http://schemas.openxmlformats.org/officeDocument/2006/relationships/slideMaster" Target="../slideMasters/slideMaster5.xml"/><Relationship Id="rId1" Type="http://schemas.openxmlformats.org/officeDocument/2006/relationships/tags" Target="../tags/tag76.xml"/><Relationship Id="rId6" Type="http://schemas.openxmlformats.org/officeDocument/2006/relationships/image" Target="../media/image16.svg"/><Relationship Id="rId5" Type="http://schemas.openxmlformats.org/officeDocument/2006/relationships/image" Target="../media/image15.png"/><Relationship Id="rId4" Type="http://schemas.openxmlformats.org/officeDocument/2006/relationships/image" Target="../media/image29.emf"/></Relationships>
</file>

<file path=ppt/slideLayouts/_rels/slideLayout114.xml.rels><?xml version="1.0" encoding="UTF-8" standalone="yes"?>
<Relationships xmlns="http://schemas.openxmlformats.org/package/2006/relationships"><Relationship Id="rId3" Type="http://schemas.openxmlformats.org/officeDocument/2006/relationships/oleObject" Target="../embeddings/oleObject24.bin"/><Relationship Id="rId7" Type="http://schemas.openxmlformats.org/officeDocument/2006/relationships/image" Target="../media/image30.png"/><Relationship Id="rId2" Type="http://schemas.openxmlformats.org/officeDocument/2006/relationships/slideMaster" Target="../slideMasters/slideMaster5.xml"/><Relationship Id="rId1" Type="http://schemas.openxmlformats.org/officeDocument/2006/relationships/tags" Target="../tags/tag77.xml"/><Relationship Id="rId6" Type="http://schemas.openxmlformats.org/officeDocument/2006/relationships/image" Target="../media/image16.svg"/><Relationship Id="rId5" Type="http://schemas.openxmlformats.org/officeDocument/2006/relationships/image" Target="../media/image15.png"/><Relationship Id="rId4" Type="http://schemas.openxmlformats.org/officeDocument/2006/relationships/image" Target="../media/image29.emf"/></Relationships>
</file>

<file path=ppt/slideLayouts/_rels/slideLayout115.xml.rels><?xml version="1.0" encoding="UTF-8" standalone="yes"?>
<Relationships xmlns="http://schemas.openxmlformats.org/package/2006/relationships"><Relationship Id="rId3" Type="http://schemas.openxmlformats.org/officeDocument/2006/relationships/oleObject" Target="../embeddings/oleObject25.bin"/><Relationship Id="rId7" Type="http://schemas.openxmlformats.org/officeDocument/2006/relationships/image" Target="../media/image30.png"/><Relationship Id="rId2" Type="http://schemas.openxmlformats.org/officeDocument/2006/relationships/slideMaster" Target="../slideMasters/slideMaster5.xml"/><Relationship Id="rId1" Type="http://schemas.openxmlformats.org/officeDocument/2006/relationships/tags" Target="../tags/tag78.xml"/><Relationship Id="rId6" Type="http://schemas.openxmlformats.org/officeDocument/2006/relationships/image" Target="../media/image16.svg"/><Relationship Id="rId5" Type="http://schemas.openxmlformats.org/officeDocument/2006/relationships/image" Target="../media/image15.png"/><Relationship Id="rId4" Type="http://schemas.openxmlformats.org/officeDocument/2006/relationships/image" Target="../media/image29.emf"/></Relationships>
</file>

<file path=ppt/slideLayouts/_rels/slideLayout116.xml.rels><?xml version="1.0" encoding="UTF-8" standalone="yes"?>
<Relationships xmlns="http://schemas.openxmlformats.org/package/2006/relationships"><Relationship Id="rId3" Type="http://schemas.openxmlformats.org/officeDocument/2006/relationships/oleObject" Target="../embeddings/oleObject26.bin"/><Relationship Id="rId7" Type="http://schemas.openxmlformats.org/officeDocument/2006/relationships/image" Target="../media/image30.png"/><Relationship Id="rId2" Type="http://schemas.openxmlformats.org/officeDocument/2006/relationships/slideMaster" Target="../slideMasters/slideMaster5.xml"/><Relationship Id="rId1" Type="http://schemas.openxmlformats.org/officeDocument/2006/relationships/tags" Target="../tags/tag79.xml"/><Relationship Id="rId6" Type="http://schemas.openxmlformats.org/officeDocument/2006/relationships/image" Target="../media/image16.svg"/><Relationship Id="rId5" Type="http://schemas.openxmlformats.org/officeDocument/2006/relationships/image" Target="../media/image15.png"/><Relationship Id="rId4" Type="http://schemas.openxmlformats.org/officeDocument/2006/relationships/image" Target="../media/image29.emf"/></Relationships>
</file>

<file path=ppt/slideLayouts/_rels/slideLayout117.xml.rels><?xml version="1.0" encoding="UTF-8" standalone="yes"?>
<Relationships xmlns="http://schemas.openxmlformats.org/package/2006/relationships"><Relationship Id="rId3" Type="http://schemas.openxmlformats.org/officeDocument/2006/relationships/oleObject" Target="../embeddings/oleObject27.bin"/><Relationship Id="rId7" Type="http://schemas.openxmlformats.org/officeDocument/2006/relationships/image" Target="../media/image30.png"/><Relationship Id="rId2" Type="http://schemas.openxmlformats.org/officeDocument/2006/relationships/slideMaster" Target="../slideMasters/slideMaster5.xml"/><Relationship Id="rId1" Type="http://schemas.openxmlformats.org/officeDocument/2006/relationships/tags" Target="../tags/tag80.xml"/><Relationship Id="rId6" Type="http://schemas.openxmlformats.org/officeDocument/2006/relationships/image" Target="../media/image16.svg"/><Relationship Id="rId5" Type="http://schemas.openxmlformats.org/officeDocument/2006/relationships/image" Target="../media/image15.png"/><Relationship Id="rId4" Type="http://schemas.openxmlformats.org/officeDocument/2006/relationships/image" Target="../media/image29.emf"/></Relationships>
</file>

<file path=ppt/slideLayouts/_rels/slideLayout118.xml.rels><?xml version="1.0" encoding="UTF-8" standalone="yes"?>
<Relationships xmlns="http://schemas.openxmlformats.org/package/2006/relationships"><Relationship Id="rId3" Type="http://schemas.openxmlformats.org/officeDocument/2006/relationships/oleObject" Target="../embeddings/oleObject28.bin"/><Relationship Id="rId2" Type="http://schemas.openxmlformats.org/officeDocument/2006/relationships/slideMaster" Target="../slideMasters/slideMaster5.xml"/><Relationship Id="rId1" Type="http://schemas.openxmlformats.org/officeDocument/2006/relationships/tags" Target="../tags/tag81.xml"/><Relationship Id="rId6" Type="http://schemas.openxmlformats.org/officeDocument/2006/relationships/image" Target="../media/image6.svg"/><Relationship Id="rId5" Type="http://schemas.openxmlformats.org/officeDocument/2006/relationships/image" Target="../media/image5.png"/><Relationship Id="rId4" Type="http://schemas.openxmlformats.org/officeDocument/2006/relationships/image" Target="../media/image29.emf"/></Relationships>
</file>

<file path=ppt/slideLayouts/_rels/slideLayout119.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5.xml"/></Relationships>
</file>

<file path=ppt/slideLayouts/_rels/slideLayout120.xml.rels><?xml version="1.0" encoding="UTF-8" standalone="yes"?>
<Relationships xmlns="http://schemas.openxmlformats.org/package/2006/relationships"><Relationship Id="rId3" Type="http://schemas.openxmlformats.org/officeDocument/2006/relationships/oleObject" Target="../embeddings/oleObject29.bin"/><Relationship Id="rId7" Type="http://schemas.openxmlformats.org/officeDocument/2006/relationships/image" Target="../media/image30.png"/><Relationship Id="rId2" Type="http://schemas.openxmlformats.org/officeDocument/2006/relationships/slideMaster" Target="../slideMasters/slideMaster5.xml"/><Relationship Id="rId1" Type="http://schemas.openxmlformats.org/officeDocument/2006/relationships/tags" Target="../tags/tag82.xml"/><Relationship Id="rId6" Type="http://schemas.openxmlformats.org/officeDocument/2006/relationships/image" Target="../media/image16.svg"/><Relationship Id="rId5" Type="http://schemas.openxmlformats.org/officeDocument/2006/relationships/image" Target="../media/image15.png"/><Relationship Id="rId4" Type="http://schemas.openxmlformats.org/officeDocument/2006/relationships/image" Target="../media/image29.emf"/></Relationships>
</file>

<file path=ppt/slideLayouts/_rels/slideLayout121.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5.xml"/></Relationships>
</file>

<file path=ppt/slideLayouts/_rels/slideLayout122.xml.rels><?xml version="1.0" encoding="UTF-8" standalone="yes"?>
<Relationships xmlns="http://schemas.openxmlformats.org/package/2006/relationships"><Relationship Id="rId3" Type="http://schemas.openxmlformats.org/officeDocument/2006/relationships/image" Target="../media/image16.svg"/><Relationship Id="rId2" Type="http://schemas.openxmlformats.org/officeDocument/2006/relationships/image" Target="../media/image15.png"/><Relationship Id="rId1" Type="http://schemas.openxmlformats.org/officeDocument/2006/relationships/slideMaster" Target="../slideMasters/slideMaster5.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Deep Blue 80pt">
    <p:bg>
      <p:bgRef idx="1001">
        <a:schemeClr val="bg2"/>
      </p:bgRef>
    </p:bg>
    <p:spTree>
      <p:nvGrpSpPr>
        <p:cNvPr id="1" name=""/>
        <p:cNvGrpSpPr/>
        <p:nvPr/>
      </p:nvGrpSpPr>
      <p:grpSpPr>
        <a:xfrm>
          <a:off x="0" y="0"/>
          <a:ext cx="0" cy="0"/>
          <a:chOff x="0" y="0"/>
          <a:chExt cx="0" cy="0"/>
        </a:xfrm>
      </p:grpSpPr>
      <p:graphicFrame>
        <p:nvGraphicFramePr>
          <p:cNvPr id="9" name="Object 8" hidden="1">
            <a:extLst>
              <a:ext uri="{FF2B5EF4-FFF2-40B4-BE49-F238E27FC236}">
                <a16:creationId xmlns:a16="http://schemas.microsoft.com/office/drawing/2014/main" id="{58955B58-5737-4989-767D-28D61F789DB5}"/>
              </a:ext>
            </a:extLst>
          </p:cNvPr>
          <p:cNvGraphicFramePr>
            <a:graphicFrameLocks noChangeAspect="1"/>
          </p:cNvGraphicFramePr>
          <p:nvPr userDrawn="1">
            <p:custDataLst>
              <p:tags r:id="rId1"/>
            </p:custDataLst>
            <p:extLst>
              <p:ext uri="{D42A27DB-BD31-4B8C-83A1-F6EECF244321}">
                <p14:modId xmlns:p14="http://schemas.microsoft.com/office/powerpoint/2010/main" val="71734516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Folie" r:id="rId3" imgW="737" imgH="737" progId="TCLayout.ActiveDocument.1">
                  <p:embed/>
                </p:oleObj>
              </mc:Choice>
              <mc:Fallback>
                <p:oleObj name="think-cell Folie" r:id="rId3" imgW="737" imgH="737" progId="TCLayout.ActiveDocument.1">
                  <p:embed/>
                  <p:pic>
                    <p:nvPicPr>
                      <p:cNvPr id="9" name="Object 8" hidden="1">
                        <a:extLst>
                          <a:ext uri="{FF2B5EF4-FFF2-40B4-BE49-F238E27FC236}">
                            <a16:creationId xmlns:a16="http://schemas.microsoft.com/office/drawing/2014/main" id="{58955B58-5737-4989-767D-28D61F789DB5}"/>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pic>
        <p:nvPicPr>
          <p:cNvPr id="6" name="Imagem 5" descr="Uma imagem com desfocagem, luz&#10;&#10;Descrição gerada automaticamente">
            <a:extLst>
              <a:ext uri="{FF2B5EF4-FFF2-40B4-BE49-F238E27FC236}">
                <a16:creationId xmlns:a16="http://schemas.microsoft.com/office/drawing/2014/main" id="{057677B5-08FD-5A04-C72A-5EE0D72161BA}"/>
              </a:ext>
            </a:extLst>
          </p:cNvPr>
          <p:cNvPicPr>
            <a:picLocks noChangeAspect="1"/>
          </p:cNvPicPr>
          <p:nvPr userDrawn="1"/>
        </p:nvPicPr>
        <p:blipFill>
          <a:blip r:embed="rId5" cstate="email">
            <a:extLst>
              <a:ext uri="{28A0092B-C50C-407E-A947-70E740481C1C}">
                <a14:useLocalDpi xmlns:a14="http://schemas.microsoft.com/office/drawing/2010/main"/>
              </a:ext>
            </a:extLst>
          </a:blip>
          <a:stretch>
            <a:fillRect/>
          </a:stretch>
        </p:blipFill>
        <p:spPr>
          <a:xfrm>
            <a:off x="0" y="0"/>
            <a:ext cx="12192000" cy="6858000"/>
          </a:xfrm>
          <a:prstGeom prst="rect">
            <a:avLst/>
          </a:prstGeom>
        </p:spPr>
      </p:pic>
      <p:sp>
        <p:nvSpPr>
          <p:cNvPr id="4" name="Title">
            <a:extLst>
              <a:ext uri="{FF2B5EF4-FFF2-40B4-BE49-F238E27FC236}">
                <a16:creationId xmlns:a16="http://schemas.microsoft.com/office/drawing/2014/main" id="{B3CAAA86-26BD-41E0-A26A-7AF592C3A34A}"/>
              </a:ext>
            </a:extLst>
          </p:cNvPr>
          <p:cNvSpPr>
            <a:spLocks noGrp="1"/>
          </p:cNvSpPr>
          <p:nvPr>
            <p:ph type="title"/>
          </p:nvPr>
        </p:nvSpPr>
        <p:spPr>
          <a:xfrm>
            <a:off x="410400" y="1414464"/>
            <a:ext cx="9288000" cy="738664"/>
          </a:xfrm>
          <a:blipFill dpi="0" rotWithShape="1">
            <a:blip r:embed="rId6" cstate="email">
              <a:extLst>
                <a:ext uri="{28A0092B-C50C-407E-A947-70E740481C1C}">
                  <a14:useLocalDpi xmlns:a14="http://schemas.microsoft.com/office/drawing/2010/main"/>
                </a:ext>
                <a:ext uri="{96DAC541-7B7A-43D3-8B79-37D633B846F1}">
                  <asvg:svgBlip xmlns:asvg="http://schemas.microsoft.com/office/drawing/2016/SVG/main" r:embed="rId7"/>
                </a:ext>
              </a:extLst>
            </a:blip>
            <a:srcRect/>
            <a:stretch>
              <a:fillRect b="700"/>
            </a:stretch>
          </a:blipFill>
        </p:spPr>
        <p:txBody>
          <a:bodyPr vert="horz" wrap="square" rIns="0" bIns="0" anchor="t" anchorCtr="0">
            <a:spAutoFit/>
          </a:bodyPr>
          <a:lstStyle>
            <a:lvl1pPr marL="266700" indent="0">
              <a:lnSpc>
                <a:spcPct val="100000"/>
              </a:lnSpc>
              <a:defRPr sz="4800">
                <a:solidFill>
                  <a:schemeClr val="tx1"/>
                </a:solidFill>
              </a:defRPr>
            </a:lvl1pPr>
          </a:lstStyle>
          <a:p>
            <a:r>
              <a:rPr lang="en-US"/>
              <a:t>Click to edit Master title style</a:t>
            </a:r>
          </a:p>
        </p:txBody>
      </p:sp>
      <p:sp>
        <p:nvSpPr>
          <p:cNvPr id="3" name="Subhead">
            <a:extLst>
              <a:ext uri="{FF2B5EF4-FFF2-40B4-BE49-F238E27FC236}">
                <a16:creationId xmlns:a16="http://schemas.microsoft.com/office/drawing/2014/main" id="{89304306-5233-4901-B576-444696A2EA33}"/>
              </a:ext>
            </a:extLst>
          </p:cNvPr>
          <p:cNvSpPr>
            <a:spLocks noGrp="1"/>
          </p:cNvSpPr>
          <p:nvPr>
            <p:ph type="subTitle" idx="1" hasCustomPrompt="1"/>
          </p:nvPr>
        </p:nvSpPr>
        <p:spPr>
          <a:xfrm>
            <a:off x="411163" y="3876677"/>
            <a:ext cx="9288000" cy="1930398"/>
          </a:xfrm>
          <a:prstGeom prst="rect">
            <a:avLst/>
          </a:prstGeom>
        </p:spPr>
        <p:txBody>
          <a:bodyPr lIns="0" tIns="349200">
            <a:noAutofit/>
          </a:bodyPr>
          <a:lstStyle>
            <a:lvl1pPr marL="0" indent="0" algn="l">
              <a:spcAft>
                <a:spcPts val="300"/>
              </a:spcAft>
              <a:buNone/>
              <a:defRPr sz="1800">
                <a:solidFill>
                  <a:schemeClr val="tx1"/>
                </a:solidFill>
              </a:defRPr>
            </a:lvl1pPr>
            <a:lvl2pPr marL="0" marR="0" indent="0" algn="l" defTabSz="914400" rtl="0" eaLnBrk="1" fontAlgn="auto" latinLnBrk="0" hangingPunct="1">
              <a:lnSpc>
                <a:spcPct val="110000"/>
              </a:lnSpc>
              <a:spcBef>
                <a:spcPts val="0"/>
              </a:spcBef>
              <a:spcAft>
                <a:spcPts val="300"/>
              </a:spcAft>
              <a:buClr>
                <a:schemeClr val="accent1"/>
              </a:buClr>
              <a:buSzTx/>
              <a:buFont typeface="Arial" panose="020B0604020202020204" pitchFamily="34" charset="0"/>
              <a:buNone/>
              <a:tabLst/>
              <a:defRPr sz="2400"/>
            </a:lvl2pPr>
            <a:lvl3pPr marL="0" indent="0" algn="l">
              <a:spcAft>
                <a:spcPts val="300"/>
              </a:spcAft>
              <a:buNone/>
              <a:defRPr sz="1600"/>
            </a:lvl3pPr>
            <a:lvl4pPr marL="0" indent="0" algn="l">
              <a:buNone/>
              <a:defRPr sz="1600"/>
            </a:lvl4pPr>
            <a:lvl5pPr marL="0" indent="0" algn="l">
              <a:buNone/>
              <a:defRPr sz="1600"/>
            </a:lvl5pPr>
            <a:lvl6pPr marL="0" indent="0" algn="l">
              <a:buNone/>
              <a:defRPr sz="1600"/>
            </a:lvl6pPr>
            <a:lvl7pPr marL="0" indent="0" algn="l">
              <a:buNone/>
              <a:defRPr sz="1600"/>
            </a:lvl7pPr>
            <a:lvl8pPr marL="0" indent="0" algn="l">
              <a:buNone/>
              <a:defRPr sz="1600"/>
            </a:lvl8pPr>
            <a:lvl9pPr marL="0" indent="0" algn="l">
              <a:buNone/>
              <a:defRPr sz="1600"/>
            </a:lvl9pPr>
          </a:lstStyle>
          <a:p>
            <a:r>
              <a:rPr lang="en-US"/>
              <a:t>Subhead for headline size</a:t>
            </a:r>
          </a:p>
        </p:txBody>
      </p:sp>
      <p:pic>
        <p:nvPicPr>
          <p:cNvPr id="10" name="Siemens Logo">
            <a:extLst>
              <a:ext uri="{FF2B5EF4-FFF2-40B4-BE49-F238E27FC236}">
                <a16:creationId xmlns:a16="http://schemas.microsoft.com/office/drawing/2014/main" id="{9A561178-96D2-407A-94C5-91A37401F657}"/>
              </a:ext>
            </a:extLst>
          </p:cNvPr>
          <p:cNvPicPr>
            <a:picLocks noChangeAspect="1"/>
          </p:cNvPicPr>
          <p:nvPr userDrawn="1"/>
        </p:nvPicPr>
        <p:blipFill>
          <a:blip r:embed="rId8" cstate="email">
            <a:extLst>
              <a:ext uri="{28A0092B-C50C-407E-A947-70E740481C1C}">
                <a14:useLocalDpi xmlns:a14="http://schemas.microsoft.com/office/drawing/2010/main"/>
              </a:ext>
              <a:ext uri="{96DAC541-7B7A-43D3-8B79-37D633B846F1}">
                <asvg:svgBlip xmlns:asvg="http://schemas.microsoft.com/office/drawing/2016/SVG/main" r:embed="rId9"/>
              </a:ext>
            </a:extLst>
          </a:blip>
          <a:srcRect/>
          <a:stretch/>
        </p:blipFill>
        <p:spPr>
          <a:xfrm>
            <a:off x="10274400" y="6364800"/>
            <a:ext cx="1512000" cy="240408"/>
          </a:xfrm>
          <a:prstGeom prst="rect">
            <a:avLst/>
          </a:prstGeom>
        </p:spPr>
      </p:pic>
      <p:pic>
        <p:nvPicPr>
          <p:cNvPr id="14" name="Imagem 11" descr="Uma imagem com texto&#10;&#10;Descrição gerada automaticamente">
            <a:extLst>
              <a:ext uri="{FF2B5EF4-FFF2-40B4-BE49-F238E27FC236}">
                <a16:creationId xmlns:a16="http://schemas.microsoft.com/office/drawing/2014/main" id="{470687E0-0E56-77CE-6F77-72060B508FBA}"/>
              </a:ext>
            </a:extLst>
          </p:cNvPr>
          <p:cNvPicPr>
            <a:picLocks noChangeAspect="1"/>
          </p:cNvPicPr>
          <p:nvPr userDrawn="1"/>
        </p:nvPicPr>
        <p:blipFill>
          <a:blip r:embed="rId10" cstate="email">
            <a:extLst>
              <a:ext uri="{28A0092B-C50C-407E-A947-70E740481C1C}">
                <a14:useLocalDpi xmlns:a14="http://schemas.microsoft.com/office/drawing/2010/main"/>
              </a:ext>
            </a:extLst>
          </a:blip>
          <a:stretch>
            <a:fillRect/>
          </a:stretch>
        </p:blipFill>
        <p:spPr>
          <a:xfrm>
            <a:off x="10766625" y="434578"/>
            <a:ext cx="1020343" cy="1020343"/>
          </a:xfrm>
          <a:prstGeom prst="rect">
            <a:avLst/>
          </a:prstGeom>
        </p:spPr>
      </p:pic>
    </p:spTree>
    <p:extLst>
      <p:ext uri="{BB962C8B-B14F-4D97-AF65-F5344CB8AC3E}">
        <p14:creationId xmlns:p14="http://schemas.microsoft.com/office/powerpoint/2010/main" val="2026250594"/>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259">
          <p15:clr>
            <a:srgbClr val="65CEFF"/>
          </p15:clr>
        </p15:guide>
        <p15:guide id="3" pos="6109">
          <p15:clr>
            <a:srgbClr val="65CEFF"/>
          </p15:clr>
        </p15:guide>
        <p15:guide id="4" pos="7425">
          <p15:clr>
            <a:srgbClr val="65CEFF"/>
          </p15:clr>
        </p15:guide>
        <p15:guide id="5" orient="horz" pos="891">
          <p15:clr>
            <a:srgbClr val="65CEFF"/>
          </p15:clr>
        </p15:guide>
        <p15:guide id="6" orient="horz" pos="3658">
          <p15:clr>
            <a:srgbClr val="65CEFF"/>
          </p15:clr>
        </p15:guide>
        <p15:guide id="7" orient="horz" pos="4157">
          <p15:clr>
            <a:srgbClr val="65CEFF"/>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Title Deep Blue 80pt">
    <p:bg>
      <p:bgRef idx="1001">
        <a:schemeClr val="bg2"/>
      </p:bgRef>
    </p:bg>
    <p:spTree>
      <p:nvGrpSpPr>
        <p:cNvPr id="1" name=""/>
        <p:cNvGrpSpPr/>
        <p:nvPr/>
      </p:nvGrpSpPr>
      <p:grpSpPr>
        <a:xfrm>
          <a:off x="0" y="0"/>
          <a:ext cx="0" cy="0"/>
          <a:chOff x="0" y="0"/>
          <a:chExt cx="0" cy="0"/>
        </a:xfrm>
      </p:grpSpPr>
      <p:graphicFrame>
        <p:nvGraphicFramePr>
          <p:cNvPr id="9" name="Object 8" hidden="1">
            <a:extLst>
              <a:ext uri="{FF2B5EF4-FFF2-40B4-BE49-F238E27FC236}">
                <a16:creationId xmlns:a16="http://schemas.microsoft.com/office/drawing/2014/main" id="{58955B58-5737-4989-767D-28D61F789DB5}"/>
              </a:ext>
            </a:extLst>
          </p:cNvPr>
          <p:cNvGraphicFramePr>
            <a:graphicFrameLocks noChangeAspect="1"/>
          </p:cNvGraphicFramePr>
          <p:nvPr userDrawn="1">
            <p:custDataLst>
              <p:tags r:id="rId1"/>
            </p:custDataLst>
            <p:extLst>
              <p:ext uri="{D42A27DB-BD31-4B8C-83A1-F6EECF244321}">
                <p14:modId xmlns:p14="http://schemas.microsoft.com/office/powerpoint/2010/main" val="192361028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Folie" r:id="rId3" imgW="737" imgH="737" progId="TCLayout.ActiveDocument.1">
                  <p:embed/>
                </p:oleObj>
              </mc:Choice>
              <mc:Fallback>
                <p:oleObj name="think-cell Folie" r:id="rId3" imgW="737" imgH="737" progId="TCLayout.ActiveDocument.1">
                  <p:embed/>
                  <p:pic>
                    <p:nvPicPr>
                      <p:cNvPr id="9" name="Object 8" hidden="1">
                        <a:extLst>
                          <a:ext uri="{FF2B5EF4-FFF2-40B4-BE49-F238E27FC236}">
                            <a16:creationId xmlns:a16="http://schemas.microsoft.com/office/drawing/2014/main" id="{58955B58-5737-4989-767D-28D61F789DB5}"/>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pic>
        <p:nvPicPr>
          <p:cNvPr id="10" name="Siemens Logo">
            <a:extLst>
              <a:ext uri="{FF2B5EF4-FFF2-40B4-BE49-F238E27FC236}">
                <a16:creationId xmlns:a16="http://schemas.microsoft.com/office/drawing/2014/main" id="{9A561178-96D2-407A-94C5-91A37401F657}"/>
              </a:ext>
            </a:extLst>
          </p:cNvPr>
          <p:cNvPicPr>
            <a:picLocks noChangeAspect="1"/>
          </p:cNvPicPr>
          <p:nvPr userDrawn="1"/>
        </p:nvPicPr>
        <p:blipFill>
          <a:blip r:embed="rId5" cstate="email">
            <a:extLst>
              <a:ext uri="{28A0092B-C50C-407E-A947-70E740481C1C}">
                <a14:useLocalDpi xmlns:a14="http://schemas.microsoft.com/office/drawing/2010/main"/>
              </a:ext>
              <a:ext uri="{96DAC541-7B7A-43D3-8B79-37D633B846F1}">
                <asvg:svgBlip xmlns:asvg="http://schemas.microsoft.com/office/drawing/2016/SVG/main" r:embed="rId6"/>
              </a:ext>
            </a:extLst>
          </a:blip>
          <a:srcRect/>
          <a:stretch/>
        </p:blipFill>
        <p:spPr>
          <a:xfrm>
            <a:off x="10274400" y="6364800"/>
            <a:ext cx="1512000" cy="240408"/>
          </a:xfrm>
          <a:prstGeom prst="rect">
            <a:avLst/>
          </a:prstGeom>
        </p:spPr>
      </p:pic>
      <p:pic>
        <p:nvPicPr>
          <p:cNvPr id="8" name="Imagem 6" descr="Uma imagem com desfocagem&#10;&#10;Descrição gerada automaticamente">
            <a:extLst>
              <a:ext uri="{FF2B5EF4-FFF2-40B4-BE49-F238E27FC236}">
                <a16:creationId xmlns:a16="http://schemas.microsoft.com/office/drawing/2014/main" id="{4527ED9B-E1EA-CEFA-DB7D-93AA30D59517}"/>
              </a:ext>
            </a:extLst>
          </p:cNvPr>
          <p:cNvPicPr>
            <a:picLocks noChangeAspect="1"/>
          </p:cNvPicPr>
          <p:nvPr userDrawn="1"/>
        </p:nvPicPr>
        <p:blipFill>
          <a:blip r:embed="rId7" cstate="email">
            <a:extLst>
              <a:ext uri="{28A0092B-C50C-407E-A947-70E740481C1C}">
                <a14:useLocalDpi xmlns:a14="http://schemas.microsoft.com/office/drawing/2010/main"/>
              </a:ext>
            </a:extLst>
          </a:blip>
          <a:stretch>
            <a:fillRect/>
          </a:stretch>
        </p:blipFill>
        <p:spPr>
          <a:xfrm>
            <a:off x="0" y="0"/>
            <a:ext cx="12192000" cy="6858000"/>
          </a:xfrm>
          <a:prstGeom prst="rect">
            <a:avLst/>
          </a:prstGeom>
        </p:spPr>
      </p:pic>
      <p:sp>
        <p:nvSpPr>
          <p:cNvPr id="4" name="Title">
            <a:extLst>
              <a:ext uri="{FF2B5EF4-FFF2-40B4-BE49-F238E27FC236}">
                <a16:creationId xmlns:a16="http://schemas.microsoft.com/office/drawing/2014/main" id="{B3CAAA86-26BD-41E0-A26A-7AF592C3A34A}"/>
              </a:ext>
            </a:extLst>
          </p:cNvPr>
          <p:cNvSpPr>
            <a:spLocks noGrp="1"/>
          </p:cNvSpPr>
          <p:nvPr>
            <p:ph type="title"/>
          </p:nvPr>
        </p:nvSpPr>
        <p:spPr>
          <a:xfrm>
            <a:off x="410400" y="1414464"/>
            <a:ext cx="9288000" cy="738664"/>
          </a:xfrm>
          <a:blipFill dpi="0" rotWithShape="1">
            <a:blip r:embed="rId8" cstate="email">
              <a:extLst>
                <a:ext uri="{28A0092B-C50C-407E-A947-70E740481C1C}">
                  <a14:useLocalDpi xmlns:a14="http://schemas.microsoft.com/office/drawing/2010/main"/>
                </a:ext>
                <a:ext uri="{96DAC541-7B7A-43D3-8B79-37D633B846F1}">
                  <asvg:svgBlip xmlns:asvg="http://schemas.microsoft.com/office/drawing/2016/SVG/main" r:embed="rId9"/>
                </a:ext>
              </a:extLst>
            </a:blip>
            <a:srcRect/>
            <a:stretch>
              <a:fillRect b="700"/>
            </a:stretch>
          </a:blipFill>
        </p:spPr>
        <p:txBody>
          <a:bodyPr vert="horz" wrap="square" rIns="0" bIns="0" anchor="t" anchorCtr="0">
            <a:spAutoFit/>
          </a:bodyPr>
          <a:lstStyle>
            <a:lvl1pPr marL="266700" indent="0">
              <a:lnSpc>
                <a:spcPct val="100000"/>
              </a:lnSpc>
              <a:defRPr sz="4800">
                <a:solidFill>
                  <a:srgbClr val="333353"/>
                </a:solidFill>
              </a:defRPr>
            </a:lvl1pPr>
          </a:lstStyle>
          <a:p>
            <a:r>
              <a:rPr lang="en-US"/>
              <a:t>Click to edit Master title style</a:t>
            </a:r>
          </a:p>
        </p:txBody>
      </p:sp>
      <p:sp>
        <p:nvSpPr>
          <p:cNvPr id="3" name="Subhead">
            <a:extLst>
              <a:ext uri="{FF2B5EF4-FFF2-40B4-BE49-F238E27FC236}">
                <a16:creationId xmlns:a16="http://schemas.microsoft.com/office/drawing/2014/main" id="{89304306-5233-4901-B576-444696A2EA33}"/>
              </a:ext>
            </a:extLst>
          </p:cNvPr>
          <p:cNvSpPr>
            <a:spLocks noGrp="1"/>
          </p:cNvSpPr>
          <p:nvPr>
            <p:ph type="subTitle" idx="1" hasCustomPrompt="1"/>
          </p:nvPr>
        </p:nvSpPr>
        <p:spPr>
          <a:xfrm>
            <a:off x="411163" y="3876677"/>
            <a:ext cx="9288000" cy="1930398"/>
          </a:xfrm>
          <a:prstGeom prst="rect">
            <a:avLst/>
          </a:prstGeom>
        </p:spPr>
        <p:txBody>
          <a:bodyPr lIns="0" tIns="349200">
            <a:noAutofit/>
          </a:bodyPr>
          <a:lstStyle>
            <a:lvl1pPr marL="0" indent="0" algn="l">
              <a:spcAft>
                <a:spcPts val="300"/>
              </a:spcAft>
              <a:buNone/>
              <a:defRPr sz="1800">
                <a:solidFill>
                  <a:srgbClr val="333353"/>
                </a:solidFill>
              </a:defRPr>
            </a:lvl1pPr>
            <a:lvl2pPr marL="0" marR="0" indent="0" algn="l" defTabSz="914400" rtl="0" eaLnBrk="1" fontAlgn="auto" latinLnBrk="0" hangingPunct="1">
              <a:lnSpc>
                <a:spcPct val="110000"/>
              </a:lnSpc>
              <a:spcBef>
                <a:spcPts val="0"/>
              </a:spcBef>
              <a:spcAft>
                <a:spcPts val="300"/>
              </a:spcAft>
              <a:buClr>
                <a:schemeClr val="accent1"/>
              </a:buClr>
              <a:buSzTx/>
              <a:buFont typeface="Arial" panose="020B0604020202020204" pitchFamily="34" charset="0"/>
              <a:buNone/>
              <a:tabLst/>
              <a:defRPr sz="2400"/>
            </a:lvl2pPr>
            <a:lvl3pPr marL="0" indent="0" algn="l">
              <a:spcAft>
                <a:spcPts val="300"/>
              </a:spcAft>
              <a:buNone/>
              <a:defRPr sz="1600"/>
            </a:lvl3pPr>
            <a:lvl4pPr marL="0" indent="0" algn="l">
              <a:buNone/>
              <a:defRPr sz="1600"/>
            </a:lvl4pPr>
            <a:lvl5pPr marL="0" indent="0" algn="l">
              <a:buNone/>
              <a:defRPr sz="1600"/>
            </a:lvl5pPr>
            <a:lvl6pPr marL="0" indent="0" algn="l">
              <a:buNone/>
              <a:defRPr sz="1600"/>
            </a:lvl6pPr>
            <a:lvl7pPr marL="0" indent="0" algn="l">
              <a:buNone/>
              <a:defRPr sz="1600"/>
            </a:lvl7pPr>
            <a:lvl8pPr marL="0" indent="0" algn="l">
              <a:buNone/>
              <a:defRPr sz="1600"/>
            </a:lvl8pPr>
            <a:lvl9pPr marL="0" indent="0" algn="l">
              <a:buNone/>
              <a:defRPr sz="1600"/>
            </a:lvl9pPr>
          </a:lstStyle>
          <a:p>
            <a:r>
              <a:rPr lang="en-US"/>
              <a:t>Subhead for headline size</a:t>
            </a:r>
          </a:p>
        </p:txBody>
      </p:sp>
      <p:pic>
        <p:nvPicPr>
          <p:cNvPr id="11" name="Imagem 3">
            <a:extLst>
              <a:ext uri="{FF2B5EF4-FFF2-40B4-BE49-F238E27FC236}">
                <a16:creationId xmlns:a16="http://schemas.microsoft.com/office/drawing/2014/main" id="{01537372-9ADD-E308-761B-EFE9A7079ED2}"/>
              </a:ext>
            </a:extLst>
          </p:cNvPr>
          <p:cNvPicPr>
            <a:picLocks noChangeAspect="1"/>
          </p:cNvPicPr>
          <p:nvPr userDrawn="1"/>
        </p:nvPicPr>
        <p:blipFill>
          <a:blip r:embed="rId10" cstate="email">
            <a:extLst>
              <a:ext uri="{28A0092B-C50C-407E-A947-70E740481C1C}">
                <a14:useLocalDpi xmlns:a14="http://schemas.microsoft.com/office/drawing/2010/main"/>
              </a:ext>
            </a:extLst>
          </a:blip>
          <a:stretch>
            <a:fillRect/>
          </a:stretch>
        </p:blipFill>
        <p:spPr>
          <a:xfrm>
            <a:off x="10761256" y="394120"/>
            <a:ext cx="1020344" cy="1020344"/>
          </a:xfrm>
          <a:prstGeom prst="rect">
            <a:avLst/>
          </a:prstGeom>
        </p:spPr>
      </p:pic>
    </p:spTree>
    <p:extLst>
      <p:ext uri="{BB962C8B-B14F-4D97-AF65-F5344CB8AC3E}">
        <p14:creationId xmlns:p14="http://schemas.microsoft.com/office/powerpoint/2010/main" val="3819967899"/>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259">
          <p15:clr>
            <a:srgbClr val="65CEFF"/>
          </p15:clr>
        </p15:guide>
        <p15:guide id="3" pos="6109">
          <p15:clr>
            <a:srgbClr val="65CEFF"/>
          </p15:clr>
        </p15:guide>
        <p15:guide id="4" pos="7425">
          <p15:clr>
            <a:srgbClr val="65CEFF"/>
          </p15:clr>
        </p15:guide>
        <p15:guide id="5" orient="horz" pos="891">
          <p15:clr>
            <a:srgbClr val="65CEFF"/>
          </p15:clr>
        </p15:guide>
        <p15:guide id="6" orient="horz" pos="3658">
          <p15:clr>
            <a:srgbClr val="65CEFF"/>
          </p15:clr>
        </p15:guide>
        <p15:guide id="7" orient="horz" pos="4157">
          <p15:clr>
            <a:srgbClr val="65CEFF"/>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picture dark 36pt">
    <p:bg>
      <p:bgRef idx="1001">
        <a:schemeClr val="bg2"/>
      </p:bgRef>
    </p:bg>
    <p:spTree>
      <p:nvGrpSpPr>
        <p:cNvPr id="1" name=""/>
        <p:cNvGrpSpPr/>
        <p:nvPr/>
      </p:nvGrpSpPr>
      <p:grpSpPr>
        <a:xfrm>
          <a:off x="0" y="0"/>
          <a:ext cx="0" cy="0"/>
          <a:chOff x="0" y="0"/>
          <a:chExt cx="0" cy="0"/>
        </a:xfrm>
      </p:grpSpPr>
      <p:graphicFrame>
        <p:nvGraphicFramePr>
          <p:cNvPr id="6" name="Object 5" hidden="1">
            <a:extLst>
              <a:ext uri="{FF2B5EF4-FFF2-40B4-BE49-F238E27FC236}">
                <a16:creationId xmlns:a16="http://schemas.microsoft.com/office/drawing/2014/main" id="{BDA9142D-61FC-1D78-DBD3-EF37A6F46471}"/>
              </a:ext>
            </a:extLst>
          </p:cNvPr>
          <p:cNvGraphicFramePr>
            <a:graphicFrameLocks noChangeAspect="1"/>
          </p:cNvGraphicFramePr>
          <p:nvPr userDrawn="1">
            <p:custDataLst>
              <p:tags r:id="rId1"/>
            </p:custDataLst>
            <p:extLst>
              <p:ext uri="{D42A27DB-BD31-4B8C-83A1-F6EECF244321}">
                <p14:modId xmlns:p14="http://schemas.microsoft.com/office/powerpoint/2010/main" val="397246698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Folie" r:id="rId3" imgW="737" imgH="737" progId="TCLayout.ActiveDocument.1">
                  <p:embed/>
                </p:oleObj>
              </mc:Choice>
              <mc:Fallback>
                <p:oleObj name="think-cell Folie" r:id="rId3" imgW="737" imgH="737" progId="TCLayout.ActiveDocument.1">
                  <p:embed/>
                  <p:pic>
                    <p:nvPicPr>
                      <p:cNvPr id="6" name="Object 5" hidden="1">
                        <a:extLst>
                          <a:ext uri="{FF2B5EF4-FFF2-40B4-BE49-F238E27FC236}">
                            <a16:creationId xmlns:a16="http://schemas.microsoft.com/office/drawing/2014/main" id="{BDA9142D-61FC-1D78-DBD3-EF37A6F46471}"/>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8" name="Picture Placeholder">
            <a:extLst>
              <a:ext uri="{FF2B5EF4-FFF2-40B4-BE49-F238E27FC236}">
                <a16:creationId xmlns:a16="http://schemas.microsoft.com/office/drawing/2014/main" id="{2FA76E44-9BA3-4B84-98F7-42C18A2A8BA0}"/>
              </a:ext>
            </a:extLst>
          </p:cNvPr>
          <p:cNvSpPr>
            <a:spLocks noGrp="1"/>
          </p:cNvSpPr>
          <p:nvPr>
            <p:ph type="pic" sz="quarter" idx="11" hasCustomPrompt="1"/>
          </p:nvPr>
        </p:nvSpPr>
        <p:spPr>
          <a:xfrm>
            <a:off x="0" y="0"/>
            <a:ext cx="12192000" cy="3502800"/>
          </a:xfrm>
          <a:solidFill>
            <a:schemeClr val="accent1"/>
          </a:solidFill>
        </p:spPr>
        <p:txBody>
          <a:bodyPr lIns="144000" tIns="108000" rIns="144000" bIns="108000"/>
          <a:lstStyle>
            <a:lvl1pPr marL="0" indent="0">
              <a:buNone/>
              <a:defRPr>
                <a:solidFill>
                  <a:schemeClr val="tx1"/>
                </a:solidFill>
              </a:defRPr>
            </a:lvl1pPr>
          </a:lstStyle>
          <a:p>
            <a:r>
              <a:rPr lang="en-US" noProof="0"/>
              <a:t>Title picture</a:t>
            </a:r>
          </a:p>
        </p:txBody>
      </p:sp>
      <p:sp>
        <p:nvSpPr>
          <p:cNvPr id="2" name="Title">
            <a:extLst>
              <a:ext uri="{FF2B5EF4-FFF2-40B4-BE49-F238E27FC236}">
                <a16:creationId xmlns:a16="http://schemas.microsoft.com/office/drawing/2014/main" id="{8620440E-BF1B-417E-87A5-35990130B3FF}"/>
              </a:ext>
            </a:extLst>
          </p:cNvPr>
          <p:cNvSpPr>
            <a:spLocks noGrp="1"/>
          </p:cNvSpPr>
          <p:nvPr>
            <p:ph type="title" hasCustomPrompt="1"/>
          </p:nvPr>
        </p:nvSpPr>
        <p:spPr>
          <a:xfrm>
            <a:off x="410401" y="3513300"/>
            <a:ext cx="9287638" cy="1477328"/>
          </a:xfrm>
          <a:blipFill dpi="0" rotWithShape="1">
            <a:blip r:embed="rId5" cstate="email">
              <a:extLst>
                <a:ext uri="{28A0092B-C50C-407E-A947-70E740481C1C}">
                  <a14:useLocalDpi xmlns:a14="http://schemas.microsoft.com/office/drawing/2010/main"/>
                </a:ext>
                <a:ext uri="{96DAC541-7B7A-43D3-8B79-37D633B846F1}">
                  <asvg:svgBlip xmlns:asvg="http://schemas.microsoft.com/office/drawing/2016/SVG/main" r:embed="rId6"/>
                </a:ext>
              </a:extLst>
            </a:blip>
            <a:srcRect/>
            <a:stretch>
              <a:fillRect t="-1000" b="500"/>
            </a:stretch>
          </a:blipFill>
        </p:spPr>
        <p:txBody>
          <a:bodyPr vert="horz" rIns="0" bIns="0" anchor="t">
            <a:spAutoFit/>
          </a:bodyPr>
          <a:lstStyle>
            <a:lvl1pPr marL="252000">
              <a:lnSpc>
                <a:spcPct val="100000"/>
              </a:lnSpc>
              <a:defRPr sz="4800">
                <a:solidFill>
                  <a:schemeClr val="tx1"/>
                </a:solidFill>
              </a:defRPr>
            </a:lvl1pPr>
          </a:lstStyle>
          <a:p>
            <a:r>
              <a:rPr lang="en-US"/>
              <a:t>Click to edit </a:t>
            </a:r>
            <a:br>
              <a:rPr lang="en-US"/>
            </a:br>
            <a:r>
              <a:rPr lang="en-US"/>
              <a:t>Master title style</a:t>
            </a:r>
          </a:p>
        </p:txBody>
      </p:sp>
      <p:sp>
        <p:nvSpPr>
          <p:cNvPr id="3" name="Subhead">
            <a:extLst>
              <a:ext uri="{FF2B5EF4-FFF2-40B4-BE49-F238E27FC236}">
                <a16:creationId xmlns:a16="http://schemas.microsoft.com/office/drawing/2014/main" id="{89304306-5233-4901-B576-444696A2EA33}"/>
              </a:ext>
            </a:extLst>
          </p:cNvPr>
          <p:cNvSpPr>
            <a:spLocks noGrp="1"/>
          </p:cNvSpPr>
          <p:nvPr>
            <p:ph type="subTitle" idx="1" hasCustomPrompt="1"/>
          </p:nvPr>
        </p:nvSpPr>
        <p:spPr>
          <a:xfrm>
            <a:off x="411162" y="5003842"/>
            <a:ext cx="9288000" cy="725445"/>
          </a:xfrm>
          <a:prstGeom prst="rect">
            <a:avLst/>
          </a:prstGeom>
        </p:spPr>
        <p:txBody>
          <a:bodyPr lIns="0" tIns="252000">
            <a:noAutofit/>
          </a:bodyPr>
          <a:lstStyle>
            <a:lvl1pPr marL="0" indent="0" algn="l">
              <a:spcAft>
                <a:spcPts val="300"/>
              </a:spcAft>
              <a:buNone/>
              <a:defRPr sz="1800">
                <a:solidFill>
                  <a:schemeClr val="tx1"/>
                </a:solidFill>
              </a:defRPr>
            </a:lvl1pPr>
            <a:lvl2pPr marL="0" indent="0" algn="l">
              <a:spcAft>
                <a:spcPts val="300"/>
              </a:spcAft>
              <a:buNone/>
              <a:defRPr sz="1400"/>
            </a:lvl2pPr>
            <a:lvl3pPr marL="0" indent="0" algn="l">
              <a:spcAft>
                <a:spcPts val="300"/>
              </a:spcAft>
              <a:buNone/>
              <a:defRPr sz="1400"/>
            </a:lvl3pPr>
            <a:lvl4pPr marL="0" indent="0" algn="l">
              <a:buNone/>
              <a:defRPr sz="1400"/>
            </a:lvl4pPr>
            <a:lvl5pPr marL="0" indent="0" algn="l">
              <a:buNone/>
              <a:defRPr sz="1400"/>
            </a:lvl5pPr>
            <a:lvl6pPr marL="0" indent="0" algn="l">
              <a:buNone/>
              <a:defRPr sz="1400"/>
            </a:lvl6pPr>
            <a:lvl7pPr marL="0" indent="0" algn="l">
              <a:buNone/>
              <a:defRPr sz="1400"/>
            </a:lvl7pPr>
            <a:lvl8pPr marL="0" indent="0" algn="l">
              <a:buNone/>
              <a:defRPr sz="1400"/>
            </a:lvl8pPr>
            <a:lvl9pPr marL="0" indent="0" algn="l">
              <a:buNone/>
              <a:defRPr sz="1400"/>
            </a:lvl9pPr>
          </a:lstStyle>
          <a:p>
            <a:pPr lvl="0"/>
            <a:r>
              <a:rPr lang="en-US"/>
              <a:t>Subhead for headline</a:t>
            </a:r>
          </a:p>
        </p:txBody>
      </p:sp>
      <p:sp>
        <p:nvSpPr>
          <p:cNvPr id="4" name="Footer Placeholder">
            <a:extLst>
              <a:ext uri="{FF2B5EF4-FFF2-40B4-BE49-F238E27FC236}">
                <a16:creationId xmlns:a16="http://schemas.microsoft.com/office/drawing/2014/main" id="{B61796B2-8510-42B4-A5F7-E1FE5FCE45A2}"/>
              </a:ext>
            </a:extLst>
          </p:cNvPr>
          <p:cNvSpPr>
            <a:spLocks noGrp="1"/>
          </p:cNvSpPr>
          <p:nvPr>
            <p:ph type="ftr" sz="quarter" idx="13"/>
          </p:nvPr>
        </p:nvSpPr>
        <p:spPr>
          <a:xfrm>
            <a:off x="411162" y="6310800"/>
            <a:ext cx="9288000" cy="547200"/>
          </a:xfrm>
        </p:spPr>
        <p:txBody>
          <a:bodyPr/>
          <a:lstStyle/>
          <a:p>
            <a:pPr>
              <a:lnSpc>
                <a:spcPct val="100000"/>
              </a:lnSpc>
            </a:pPr>
            <a:r>
              <a:rPr lang="en-US"/>
              <a:t>Restricted | © Siemens 2024 | SHERPA X | YYYY-MM-DD | Status: Published</a:t>
            </a:r>
          </a:p>
        </p:txBody>
      </p:sp>
      <p:pic>
        <p:nvPicPr>
          <p:cNvPr id="7" name="Siemens Logo">
            <a:extLst>
              <a:ext uri="{FF2B5EF4-FFF2-40B4-BE49-F238E27FC236}">
                <a16:creationId xmlns:a16="http://schemas.microsoft.com/office/drawing/2014/main" id="{3E4A7839-9F7E-47F2-83BA-F637AE096316}"/>
              </a:ext>
            </a:extLst>
          </p:cNvPr>
          <p:cNvPicPr>
            <a:picLocks noChangeAspect="1"/>
          </p:cNvPicPr>
          <p:nvPr userDrawn="1"/>
        </p:nvPicPr>
        <p:blipFill>
          <a:blip r:embed="rId7" cstate="email">
            <a:extLst>
              <a:ext uri="{28A0092B-C50C-407E-A947-70E740481C1C}">
                <a14:useLocalDpi xmlns:a14="http://schemas.microsoft.com/office/drawing/2010/main"/>
              </a:ext>
              <a:ext uri="{96DAC541-7B7A-43D3-8B79-37D633B846F1}">
                <asvg:svgBlip xmlns:asvg="http://schemas.microsoft.com/office/drawing/2016/SVG/main" r:embed="rId8"/>
              </a:ext>
            </a:extLst>
          </a:blip>
          <a:srcRect/>
          <a:stretch/>
        </p:blipFill>
        <p:spPr>
          <a:xfrm>
            <a:off x="10274400" y="6364800"/>
            <a:ext cx="1512000" cy="240408"/>
          </a:xfrm>
          <a:prstGeom prst="rect">
            <a:avLst/>
          </a:prstGeom>
        </p:spPr>
      </p:pic>
      <p:pic>
        <p:nvPicPr>
          <p:cNvPr id="9" name="Marcador de Posição da Imagem 9" descr="Uma imagem com desfocagem, luz&#10;&#10;Descrição gerada automaticamente">
            <a:extLst>
              <a:ext uri="{FF2B5EF4-FFF2-40B4-BE49-F238E27FC236}">
                <a16:creationId xmlns:a16="http://schemas.microsoft.com/office/drawing/2014/main" id="{5F15EDB4-559B-C94D-A06E-DD8AEA859D9E}"/>
              </a:ext>
            </a:extLst>
          </p:cNvPr>
          <p:cNvPicPr>
            <a:picLocks noChangeAspect="1"/>
          </p:cNvPicPr>
          <p:nvPr userDrawn="1"/>
        </p:nvPicPr>
        <p:blipFill rotWithShape="1">
          <a:blip r:embed="rId9" cstate="email">
            <a:extLst>
              <a:ext uri="{28A0092B-C50C-407E-A947-70E740481C1C}">
                <a14:useLocalDpi xmlns:a14="http://schemas.microsoft.com/office/drawing/2010/main"/>
              </a:ext>
            </a:extLst>
          </a:blip>
          <a:srcRect/>
          <a:stretch/>
        </p:blipFill>
        <p:spPr>
          <a:xfrm>
            <a:off x="0" y="0"/>
            <a:ext cx="12192000" cy="3502800"/>
          </a:xfrm>
          <a:prstGeom prst="rect">
            <a:avLst/>
          </a:prstGeom>
        </p:spPr>
      </p:pic>
      <p:pic>
        <p:nvPicPr>
          <p:cNvPr id="10" name="Imagem 11" descr="Uma imagem com texto&#10;&#10;Descrição gerada automaticamente">
            <a:extLst>
              <a:ext uri="{FF2B5EF4-FFF2-40B4-BE49-F238E27FC236}">
                <a16:creationId xmlns:a16="http://schemas.microsoft.com/office/drawing/2014/main" id="{2576FDD1-E3D7-E957-9CA7-288D86C03C3B}"/>
              </a:ext>
            </a:extLst>
          </p:cNvPr>
          <p:cNvPicPr>
            <a:picLocks noChangeAspect="1"/>
          </p:cNvPicPr>
          <p:nvPr userDrawn="1"/>
        </p:nvPicPr>
        <p:blipFill>
          <a:blip r:embed="rId10" cstate="email">
            <a:extLst>
              <a:ext uri="{28A0092B-C50C-407E-A947-70E740481C1C}">
                <a14:useLocalDpi xmlns:a14="http://schemas.microsoft.com/office/drawing/2010/main"/>
              </a:ext>
            </a:extLst>
          </a:blip>
          <a:stretch>
            <a:fillRect/>
          </a:stretch>
        </p:blipFill>
        <p:spPr>
          <a:xfrm>
            <a:off x="10766625" y="434578"/>
            <a:ext cx="1020343" cy="1020343"/>
          </a:xfrm>
          <a:prstGeom prst="rect">
            <a:avLst/>
          </a:prstGeom>
        </p:spPr>
      </p:pic>
    </p:spTree>
    <p:extLst>
      <p:ext uri="{BB962C8B-B14F-4D97-AF65-F5344CB8AC3E}">
        <p14:creationId xmlns:p14="http://schemas.microsoft.com/office/powerpoint/2010/main" val="1999428441"/>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259">
          <p15:clr>
            <a:srgbClr val="65CEFF"/>
          </p15:clr>
        </p15:guide>
        <p15:guide id="2" pos="6109">
          <p15:clr>
            <a:srgbClr val="65CEFF"/>
          </p15:clr>
        </p15:guide>
        <p15:guide id="3" pos="7423" userDrawn="1">
          <p15:clr>
            <a:srgbClr val="65CEFF"/>
          </p15:clr>
        </p15:guide>
        <p15:guide id="4" orient="horz" pos="913" userDrawn="1">
          <p15:clr>
            <a:srgbClr val="65CEFF"/>
          </p15:clr>
        </p15:guide>
        <p15:guide id="5" orient="horz" pos="3885">
          <p15:clr>
            <a:srgbClr val="65CEFF"/>
          </p15:clr>
        </p15:guide>
        <p15:guide id="6" orient="horz" pos="4157">
          <p15:clr>
            <a:srgbClr val="65CEFF"/>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picture light 48pt">
    <p:bg>
      <p:bgRef idx="1001">
        <a:schemeClr val="bg2"/>
      </p:bgRef>
    </p:bg>
    <p:spTree>
      <p:nvGrpSpPr>
        <p:cNvPr id="1" name=""/>
        <p:cNvGrpSpPr/>
        <p:nvPr/>
      </p:nvGrpSpPr>
      <p:grpSpPr>
        <a:xfrm>
          <a:off x="0" y="0"/>
          <a:ext cx="0" cy="0"/>
          <a:chOff x="0" y="0"/>
          <a:chExt cx="0" cy="0"/>
        </a:xfrm>
      </p:grpSpPr>
      <p:graphicFrame>
        <p:nvGraphicFramePr>
          <p:cNvPr id="6" name="Object 5" hidden="1">
            <a:extLst>
              <a:ext uri="{FF2B5EF4-FFF2-40B4-BE49-F238E27FC236}">
                <a16:creationId xmlns:a16="http://schemas.microsoft.com/office/drawing/2014/main" id="{C9DAEBE5-913A-8241-CA24-5CE86BD87408}"/>
              </a:ext>
            </a:extLst>
          </p:cNvPr>
          <p:cNvGraphicFramePr>
            <a:graphicFrameLocks noChangeAspect="1"/>
          </p:cNvGraphicFramePr>
          <p:nvPr userDrawn="1">
            <p:custDataLst>
              <p:tags r:id="rId1"/>
            </p:custDataLst>
            <p:extLst>
              <p:ext uri="{D42A27DB-BD31-4B8C-83A1-F6EECF244321}">
                <p14:modId xmlns:p14="http://schemas.microsoft.com/office/powerpoint/2010/main" val="2939485340"/>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Folie" r:id="rId3" imgW="737" imgH="737" progId="TCLayout.ActiveDocument.1">
                  <p:embed/>
                </p:oleObj>
              </mc:Choice>
              <mc:Fallback>
                <p:oleObj name="think-cell Folie" r:id="rId3" imgW="737" imgH="737" progId="TCLayout.ActiveDocument.1">
                  <p:embed/>
                  <p:pic>
                    <p:nvPicPr>
                      <p:cNvPr id="6" name="Object 5" hidden="1">
                        <a:extLst>
                          <a:ext uri="{FF2B5EF4-FFF2-40B4-BE49-F238E27FC236}">
                            <a16:creationId xmlns:a16="http://schemas.microsoft.com/office/drawing/2014/main" id="{C9DAEBE5-913A-8241-CA24-5CE86BD87408}"/>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a:extLst>
              <a:ext uri="{FF2B5EF4-FFF2-40B4-BE49-F238E27FC236}">
                <a16:creationId xmlns:a16="http://schemas.microsoft.com/office/drawing/2014/main" id="{8620440E-BF1B-417E-87A5-35990130B3FF}"/>
              </a:ext>
            </a:extLst>
          </p:cNvPr>
          <p:cNvSpPr>
            <a:spLocks noGrp="1"/>
          </p:cNvSpPr>
          <p:nvPr>
            <p:ph type="title" hasCustomPrompt="1"/>
          </p:nvPr>
        </p:nvSpPr>
        <p:spPr>
          <a:xfrm>
            <a:off x="410401" y="3780000"/>
            <a:ext cx="9287638" cy="1477328"/>
          </a:xfrm>
          <a:blipFill dpi="0" rotWithShape="1">
            <a:blip r:embed="rId5">
              <a:extLst>
                <a:ext uri="{96DAC541-7B7A-43D3-8B79-37D633B846F1}">
                  <asvg:svgBlip xmlns:asvg="http://schemas.microsoft.com/office/drawing/2016/SVG/main" r:embed="rId6"/>
                </a:ext>
              </a:extLst>
            </a:blip>
            <a:srcRect/>
            <a:stretch>
              <a:fillRect/>
            </a:stretch>
          </a:blipFill>
        </p:spPr>
        <p:txBody>
          <a:bodyPr vert="horz" rIns="0" bIns="0" anchor="t">
            <a:spAutoFit/>
          </a:bodyPr>
          <a:lstStyle>
            <a:lvl1pPr marL="266700" indent="0">
              <a:lnSpc>
                <a:spcPct val="100000"/>
              </a:lnSpc>
              <a:defRPr sz="4800">
                <a:solidFill>
                  <a:schemeClr val="tx1"/>
                </a:solidFill>
              </a:defRPr>
            </a:lvl1pPr>
          </a:lstStyle>
          <a:p>
            <a:r>
              <a:rPr lang="en-US"/>
              <a:t>Click to edit </a:t>
            </a:r>
            <a:br>
              <a:rPr lang="en-US"/>
            </a:br>
            <a:r>
              <a:rPr lang="en-US"/>
              <a:t>Master title style</a:t>
            </a:r>
          </a:p>
        </p:txBody>
      </p:sp>
      <p:sp>
        <p:nvSpPr>
          <p:cNvPr id="3" name="Subhead">
            <a:extLst>
              <a:ext uri="{FF2B5EF4-FFF2-40B4-BE49-F238E27FC236}">
                <a16:creationId xmlns:a16="http://schemas.microsoft.com/office/drawing/2014/main" id="{89304306-5233-4901-B576-444696A2EA33}"/>
              </a:ext>
            </a:extLst>
          </p:cNvPr>
          <p:cNvSpPr>
            <a:spLocks noGrp="1"/>
          </p:cNvSpPr>
          <p:nvPr>
            <p:ph type="subTitle" idx="1" hasCustomPrompt="1"/>
          </p:nvPr>
        </p:nvSpPr>
        <p:spPr>
          <a:xfrm>
            <a:off x="411162" y="5256000"/>
            <a:ext cx="9288000" cy="911438"/>
          </a:xfrm>
          <a:prstGeom prst="rect">
            <a:avLst/>
          </a:prstGeom>
        </p:spPr>
        <p:txBody>
          <a:bodyPr lIns="0" tIns="252000">
            <a:noAutofit/>
          </a:bodyPr>
          <a:lstStyle>
            <a:lvl1pPr marL="0" indent="0" algn="l">
              <a:spcAft>
                <a:spcPts val="300"/>
              </a:spcAft>
              <a:buNone/>
              <a:defRPr sz="1800">
                <a:solidFill>
                  <a:schemeClr val="tx1"/>
                </a:solidFill>
              </a:defRPr>
            </a:lvl1pPr>
            <a:lvl2pPr marL="0" indent="0" algn="l">
              <a:spcAft>
                <a:spcPts val="300"/>
              </a:spcAft>
              <a:buNone/>
              <a:defRPr sz="1600"/>
            </a:lvl2pPr>
            <a:lvl3pPr marL="0" indent="0" algn="l">
              <a:spcAft>
                <a:spcPts val="300"/>
              </a:spcAft>
              <a:buNone/>
              <a:defRPr sz="1400"/>
            </a:lvl3pPr>
            <a:lvl4pPr marL="0" indent="0" algn="l">
              <a:buNone/>
              <a:defRPr sz="1400"/>
            </a:lvl4pPr>
            <a:lvl5pPr marL="0" indent="0" algn="l">
              <a:buNone/>
              <a:defRPr sz="1400"/>
            </a:lvl5pPr>
            <a:lvl6pPr marL="0" indent="0" algn="l">
              <a:buNone/>
              <a:defRPr sz="1400"/>
            </a:lvl6pPr>
            <a:lvl7pPr marL="0" indent="0" algn="l">
              <a:buNone/>
              <a:defRPr sz="1400"/>
            </a:lvl7pPr>
            <a:lvl8pPr marL="0" indent="0" algn="l">
              <a:buNone/>
              <a:defRPr sz="1400"/>
            </a:lvl8pPr>
            <a:lvl9pPr marL="0" indent="0" algn="l">
              <a:buNone/>
              <a:defRPr sz="1400"/>
            </a:lvl9pPr>
          </a:lstStyle>
          <a:p>
            <a:r>
              <a:rPr lang="en-US"/>
              <a:t>Subhead for headline</a:t>
            </a:r>
          </a:p>
        </p:txBody>
      </p:sp>
      <p:sp>
        <p:nvSpPr>
          <p:cNvPr id="4" name="Footer Placeholder">
            <a:extLst>
              <a:ext uri="{FF2B5EF4-FFF2-40B4-BE49-F238E27FC236}">
                <a16:creationId xmlns:a16="http://schemas.microsoft.com/office/drawing/2014/main" id="{B61796B2-8510-42B4-A5F7-E1FE5FCE45A2}"/>
              </a:ext>
            </a:extLst>
          </p:cNvPr>
          <p:cNvSpPr>
            <a:spLocks noGrp="1"/>
          </p:cNvSpPr>
          <p:nvPr>
            <p:ph type="ftr" sz="quarter" idx="13"/>
          </p:nvPr>
        </p:nvSpPr>
        <p:spPr>
          <a:xfrm>
            <a:off x="411162" y="6310800"/>
            <a:ext cx="9288000" cy="547200"/>
          </a:xfrm>
        </p:spPr>
        <p:txBody>
          <a:bodyPr/>
          <a:lstStyle/>
          <a:p>
            <a:pPr>
              <a:lnSpc>
                <a:spcPct val="100000"/>
              </a:lnSpc>
            </a:pPr>
            <a:r>
              <a:rPr lang="en-US"/>
              <a:t>Restricted | © Siemens 2024 | SHERPA X | YYYY-MM-DD | Status: Published</a:t>
            </a:r>
          </a:p>
        </p:txBody>
      </p:sp>
      <p:pic>
        <p:nvPicPr>
          <p:cNvPr id="9" name="Siemens Logo">
            <a:extLst>
              <a:ext uri="{FF2B5EF4-FFF2-40B4-BE49-F238E27FC236}">
                <a16:creationId xmlns:a16="http://schemas.microsoft.com/office/drawing/2014/main" id="{46D369A7-07BD-4B91-9E53-807AAAF0C30C}"/>
              </a:ext>
            </a:extLst>
          </p:cNvPr>
          <p:cNvPicPr>
            <a:picLocks noChangeAspect="1"/>
          </p:cNvPicPr>
          <p:nvPr userDrawn="1"/>
        </p:nvPicPr>
        <p:blipFill>
          <a:blip r:embed="rId7" cstate="email">
            <a:extLst>
              <a:ext uri="{28A0092B-C50C-407E-A947-70E740481C1C}">
                <a14:useLocalDpi xmlns:a14="http://schemas.microsoft.com/office/drawing/2010/main"/>
              </a:ext>
              <a:ext uri="{96DAC541-7B7A-43D3-8B79-37D633B846F1}">
                <asvg:svgBlip xmlns:asvg="http://schemas.microsoft.com/office/drawing/2016/SVG/main" r:embed="rId8"/>
              </a:ext>
            </a:extLst>
          </a:blip>
          <a:stretch>
            <a:fillRect/>
          </a:stretch>
        </p:blipFill>
        <p:spPr>
          <a:xfrm>
            <a:off x="10274400" y="6364800"/>
            <a:ext cx="1512000" cy="240408"/>
          </a:xfrm>
          <a:prstGeom prst="rect">
            <a:avLst/>
          </a:prstGeom>
        </p:spPr>
      </p:pic>
      <p:pic>
        <p:nvPicPr>
          <p:cNvPr id="7" name="Marcador de Posição da Imagem 16">
            <a:extLst>
              <a:ext uri="{FF2B5EF4-FFF2-40B4-BE49-F238E27FC236}">
                <a16:creationId xmlns:a16="http://schemas.microsoft.com/office/drawing/2014/main" id="{6DC2A7B6-7C0C-B406-52C8-9592FE39864B}"/>
              </a:ext>
            </a:extLst>
          </p:cNvPr>
          <p:cNvPicPr>
            <a:picLocks noChangeAspect="1"/>
          </p:cNvPicPr>
          <p:nvPr userDrawn="1"/>
        </p:nvPicPr>
        <p:blipFill rotWithShape="1">
          <a:blip r:embed="rId9" cstate="email">
            <a:extLst>
              <a:ext uri="{28A0092B-C50C-407E-A947-70E740481C1C}">
                <a14:useLocalDpi xmlns:a14="http://schemas.microsoft.com/office/drawing/2010/main"/>
              </a:ext>
            </a:extLst>
          </a:blip>
          <a:srcRect/>
          <a:stretch/>
        </p:blipFill>
        <p:spPr>
          <a:xfrm rot="10800000">
            <a:off x="0" y="0"/>
            <a:ext cx="12192000" cy="3502800"/>
          </a:xfrm>
          <a:prstGeom prst="rect">
            <a:avLst/>
          </a:prstGeom>
        </p:spPr>
      </p:pic>
      <p:pic>
        <p:nvPicPr>
          <p:cNvPr id="11" name="Imagem 3">
            <a:extLst>
              <a:ext uri="{FF2B5EF4-FFF2-40B4-BE49-F238E27FC236}">
                <a16:creationId xmlns:a16="http://schemas.microsoft.com/office/drawing/2014/main" id="{94E41B82-DBEF-8C08-EA6A-1FE6A2A169BA}"/>
              </a:ext>
            </a:extLst>
          </p:cNvPr>
          <p:cNvPicPr>
            <a:picLocks noChangeAspect="1"/>
          </p:cNvPicPr>
          <p:nvPr userDrawn="1"/>
        </p:nvPicPr>
        <p:blipFill>
          <a:blip r:embed="rId10" cstate="email">
            <a:extLst>
              <a:ext uri="{28A0092B-C50C-407E-A947-70E740481C1C}">
                <a14:useLocalDpi xmlns:a14="http://schemas.microsoft.com/office/drawing/2010/main"/>
              </a:ext>
            </a:extLst>
          </a:blip>
          <a:stretch>
            <a:fillRect/>
          </a:stretch>
        </p:blipFill>
        <p:spPr>
          <a:xfrm>
            <a:off x="10761256" y="394120"/>
            <a:ext cx="1020344" cy="1020344"/>
          </a:xfrm>
          <a:prstGeom prst="rect">
            <a:avLst/>
          </a:prstGeom>
        </p:spPr>
      </p:pic>
    </p:spTree>
    <p:extLst>
      <p:ext uri="{BB962C8B-B14F-4D97-AF65-F5344CB8AC3E}">
        <p14:creationId xmlns:p14="http://schemas.microsoft.com/office/powerpoint/2010/main" val="912665376"/>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pos="259">
          <p15:clr>
            <a:srgbClr val="65CEFF"/>
          </p15:clr>
        </p15:guide>
        <p15:guide id="2" pos="6109">
          <p15:clr>
            <a:srgbClr val="65CEFF"/>
          </p15:clr>
        </p15:guide>
        <p15:guide id="3" pos="7425">
          <p15:clr>
            <a:srgbClr val="65CEFF"/>
          </p15:clr>
        </p15:guide>
        <p15:guide id="4" orient="horz" pos="2206">
          <p15:clr>
            <a:srgbClr val="65CEFF"/>
          </p15:clr>
        </p15:guide>
        <p15:guide id="5" orient="horz" pos="3885">
          <p15:clr>
            <a:srgbClr val="65CEFF"/>
          </p15:clr>
        </p15:guide>
        <p15:guide id="6" orient="horz" pos="4157">
          <p15:clr>
            <a:srgbClr val="65CEFF"/>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1_Table of contents / Agenda">
    <p:bg>
      <p:bgRef idx="1001">
        <a:schemeClr val="bg2"/>
      </p:bgRef>
    </p:bg>
    <p:spTree>
      <p:nvGrpSpPr>
        <p:cNvPr id="1" name=""/>
        <p:cNvGrpSpPr/>
        <p:nvPr/>
      </p:nvGrpSpPr>
      <p:grpSpPr>
        <a:xfrm>
          <a:off x="0" y="0"/>
          <a:ext cx="0" cy="0"/>
          <a:chOff x="0" y="0"/>
          <a:chExt cx="0" cy="0"/>
        </a:xfrm>
      </p:grpSpPr>
      <p:pic>
        <p:nvPicPr>
          <p:cNvPr id="4" name="Imagem 3">
            <a:extLst>
              <a:ext uri="{FF2B5EF4-FFF2-40B4-BE49-F238E27FC236}">
                <a16:creationId xmlns:a16="http://schemas.microsoft.com/office/drawing/2014/main" id="{CE514953-7A20-5A5F-E838-45AA221C6D35}"/>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0" y="0"/>
            <a:ext cx="12192000" cy="6858000"/>
          </a:xfrm>
          <a:prstGeom prst="rect">
            <a:avLst/>
          </a:prstGeom>
        </p:spPr>
      </p:pic>
      <p:sp>
        <p:nvSpPr>
          <p:cNvPr id="2" name="Title">
            <a:extLst>
              <a:ext uri="{FF2B5EF4-FFF2-40B4-BE49-F238E27FC236}">
                <a16:creationId xmlns:a16="http://schemas.microsoft.com/office/drawing/2014/main" id="{5CDB9E4A-37E0-45B2-BC93-C2EC503FB8F7}"/>
              </a:ext>
            </a:extLst>
          </p:cNvPr>
          <p:cNvSpPr>
            <a:spLocks noGrp="1"/>
          </p:cNvSpPr>
          <p:nvPr>
            <p:ph type="title"/>
          </p:nvPr>
        </p:nvSpPr>
        <p:spPr/>
        <p:txBody>
          <a:bodyPr/>
          <a:lstStyle>
            <a:lvl1pPr>
              <a:defRPr>
                <a:solidFill>
                  <a:schemeClr val="tx1"/>
                </a:solidFill>
              </a:defRPr>
            </a:lvl1pPr>
          </a:lstStyle>
          <a:p>
            <a:r>
              <a:rPr lang="en-US"/>
              <a:t>Click to edit Master title style</a:t>
            </a:r>
          </a:p>
        </p:txBody>
      </p:sp>
      <p:sp>
        <p:nvSpPr>
          <p:cNvPr id="5" name="Footer Placeholder">
            <a:extLst>
              <a:ext uri="{FF2B5EF4-FFF2-40B4-BE49-F238E27FC236}">
                <a16:creationId xmlns:a16="http://schemas.microsoft.com/office/drawing/2014/main" id="{16495290-0795-4AB1-8AEA-2BB786783622}"/>
              </a:ext>
            </a:extLst>
          </p:cNvPr>
          <p:cNvSpPr>
            <a:spLocks noGrp="1"/>
          </p:cNvSpPr>
          <p:nvPr>
            <p:ph type="ftr" sz="quarter" idx="10"/>
          </p:nvPr>
        </p:nvSpPr>
        <p:spPr/>
        <p:txBody>
          <a:bodyPr/>
          <a:lstStyle/>
          <a:p>
            <a:r>
              <a:rPr lang="en-US"/>
              <a:t>Restricted | © Siemens 2024 | SHERPA X | YYYY-MM-DD | Status: Published</a:t>
            </a:r>
          </a:p>
        </p:txBody>
      </p:sp>
      <p:sp>
        <p:nvSpPr>
          <p:cNvPr id="6" name="Slide Number Placeholder">
            <a:extLst>
              <a:ext uri="{FF2B5EF4-FFF2-40B4-BE49-F238E27FC236}">
                <a16:creationId xmlns:a16="http://schemas.microsoft.com/office/drawing/2014/main" id="{E8FC1C65-873A-4B8F-BB57-51EEBC35A1A9}"/>
              </a:ext>
            </a:extLst>
          </p:cNvPr>
          <p:cNvSpPr>
            <a:spLocks noGrp="1"/>
          </p:cNvSpPr>
          <p:nvPr>
            <p:ph type="sldNum" sz="quarter" idx="11"/>
          </p:nvPr>
        </p:nvSpPr>
        <p:spPr/>
        <p:txBody>
          <a:bodyPr/>
          <a:lstStyle/>
          <a:p>
            <a:r>
              <a:rPr lang="en-US"/>
              <a:t>Page </a:t>
            </a:r>
            <a:fld id="{15EBE321-CBB1-4E91-BD14-37C8D44326FB}" type="slidenum">
              <a:rPr lang="en-US" smtClean="0"/>
              <a:pPr/>
              <a:t>‹#›</a:t>
            </a:fld>
            <a:endParaRPr lang="en-US"/>
          </a:p>
        </p:txBody>
      </p:sp>
      <p:pic>
        <p:nvPicPr>
          <p:cNvPr id="7" name="Siemens Logo">
            <a:extLst>
              <a:ext uri="{FF2B5EF4-FFF2-40B4-BE49-F238E27FC236}">
                <a16:creationId xmlns:a16="http://schemas.microsoft.com/office/drawing/2014/main" id="{863976F1-B9C2-4217-A36A-7F1DCFF6EE2A}"/>
              </a:ext>
            </a:extLst>
          </p:cNvPr>
          <p:cNvPicPr>
            <a:picLocks noChangeAspect="1"/>
          </p:cNvPicPr>
          <p:nvPr userDrawn="1"/>
        </p:nvPicPr>
        <p:blipFill>
          <a:blip r:embed="rId3" cstate="email">
            <a:extLst>
              <a:ext uri="{28A0092B-C50C-407E-A947-70E740481C1C}">
                <a14:useLocalDpi xmlns:a14="http://schemas.microsoft.com/office/drawing/2010/main"/>
              </a:ext>
              <a:ext uri="{96DAC541-7B7A-43D3-8B79-37D633B846F1}">
                <asvg:svgBlip xmlns:asvg="http://schemas.microsoft.com/office/drawing/2016/SVG/main" r:embed="rId4"/>
              </a:ext>
            </a:extLst>
          </a:blip>
          <a:srcRect/>
          <a:stretch/>
        </p:blipFill>
        <p:spPr>
          <a:xfrm>
            <a:off x="10635188" y="6418800"/>
            <a:ext cx="1152000" cy="183168"/>
          </a:xfrm>
          <a:prstGeom prst="rect">
            <a:avLst/>
          </a:prstGeom>
        </p:spPr>
      </p:pic>
      <p:pic>
        <p:nvPicPr>
          <p:cNvPr id="8" name="Imagem 3">
            <a:extLst>
              <a:ext uri="{FF2B5EF4-FFF2-40B4-BE49-F238E27FC236}">
                <a16:creationId xmlns:a16="http://schemas.microsoft.com/office/drawing/2014/main" id="{C75745F4-DBF6-991F-46C5-ABC219B25442}"/>
              </a:ext>
            </a:extLst>
          </p:cNvPr>
          <p:cNvPicPr>
            <a:picLocks noChangeAspect="1"/>
          </p:cNvPicPr>
          <p:nvPr userDrawn="1"/>
        </p:nvPicPr>
        <p:blipFill>
          <a:blip r:embed="rId5" cstate="email">
            <a:extLst>
              <a:ext uri="{28A0092B-C50C-407E-A947-70E740481C1C}">
                <a14:useLocalDpi xmlns:a14="http://schemas.microsoft.com/office/drawing/2010/main"/>
              </a:ext>
            </a:extLst>
          </a:blip>
          <a:stretch>
            <a:fillRect/>
          </a:stretch>
        </p:blipFill>
        <p:spPr>
          <a:xfrm>
            <a:off x="11138881" y="425240"/>
            <a:ext cx="720000" cy="720000"/>
          </a:xfrm>
          <a:prstGeom prst="rect">
            <a:avLst/>
          </a:prstGeom>
        </p:spPr>
      </p:pic>
    </p:spTree>
    <p:extLst>
      <p:ext uri="{BB962C8B-B14F-4D97-AF65-F5344CB8AC3E}">
        <p14:creationId xmlns:p14="http://schemas.microsoft.com/office/powerpoint/2010/main" val="3816950063"/>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259">
          <p15:clr>
            <a:srgbClr val="65CEFF"/>
          </p15:clr>
        </p15:guide>
        <p15:guide id="9" pos="6472">
          <p15:clr>
            <a:srgbClr val="65CEFF"/>
          </p15:clr>
        </p15:guide>
        <p15:guide id="10" pos="7425">
          <p15:clr>
            <a:srgbClr val="65CEFF"/>
          </p15:clr>
        </p15:guide>
        <p15:guide id="12" orient="horz" pos="664">
          <p15:clr>
            <a:srgbClr val="65CEFF"/>
          </p15:clr>
        </p15:guide>
        <p15:guide id="13" orient="horz" pos="891">
          <p15:clr>
            <a:srgbClr val="65CEFF"/>
          </p15:clr>
        </p15:guide>
        <p15:guide id="16" orient="horz" pos="3658">
          <p15:clr>
            <a:srgbClr val="65CEFF"/>
          </p15:clr>
        </p15:guide>
        <p15:guide id="17" orient="horz" pos="3885">
          <p15:clr>
            <a:srgbClr val="65CEFF"/>
          </p15:clr>
        </p15:guide>
        <p15:guide id="18" orient="horz" pos="4157">
          <p15:clr>
            <a:srgbClr val="65CEFF"/>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1_Free Content">
    <p:spTree>
      <p:nvGrpSpPr>
        <p:cNvPr id="1" name=""/>
        <p:cNvGrpSpPr/>
        <p:nvPr/>
      </p:nvGrpSpPr>
      <p:grpSpPr>
        <a:xfrm>
          <a:off x="0" y="0"/>
          <a:ext cx="0" cy="0"/>
          <a:chOff x="0" y="0"/>
          <a:chExt cx="0" cy="0"/>
        </a:xfrm>
      </p:grpSpPr>
      <p:pic>
        <p:nvPicPr>
          <p:cNvPr id="4" name="Imagem 3">
            <a:extLst>
              <a:ext uri="{FF2B5EF4-FFF2-40B4-BE49-F238E27FC236}">
                <a16:creationId xmlns:a16="http://schemas.microsoft.com/office/drawing/2014/main" id="{F2D3DE62-962F-F8F3-CEEE-6642E98C7029}"/>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0" y="0"/>
            <a:ext cx="12192000" cy="6858000"/>
          </a:xfrm>
          <a:prstGeom prst="rect">
            <a:avLst/>
          </a:prstGeom>
        </p:spPr>
      </p:pic>
      <p:sp>
        <p:nvSpPr>
          <p:cNvPr id="2" name="Title">
            <a:extLst>
              <a:ext uri="{FF2B5EF4-FFF2-40B4-BE49-F238E27FC236}">
                <a16:creationId xmlns:a16="http://schemas.microsoft.com/office/drawing/2014/main" id="{5CDB9E4A-37E0-45B2-BC93-C2EC503FB8F7}"/>
              </a:ext>
            </a:extLst>
          </p:cNvPr>
          <p:cNvSpPr>
            <a:spLocks noGrp="1"/>
          </p:cNvSpPr>
          <p:nvPr>
            <p:ph type="title"/>
          </p:nvPr>
        </p:nvSpPr>
        <p:spPr/>
        <p:txBody>
          <a:bodyPr/>
          <a:lstStyle/>
          <a:p>
            <a:r>
              <a:rPr lang="en-US"/>
              <a:t>Click to edit Master title style</a:t>
            </a:r>
          </a:p>
        </p:txBody>
      </p:sp>
      <p:sp>
        <p:nvSpPr>
          <p:cNvPr id="9" name="Footer Placeholder">
            <a:extLst>
              <a:ext uri="{FF2B5EF4-FFF2-40B4-BE49-F238E27FC236}">
                <a16:creationId xmlns:a16="http://schemas.microsoft.com/office/drawing/2014/main" id="{8C6E0B19-DC70-4D19-9A56-05E87567F196}"/>
              </a:ext>
            </a:extLst>
          </p:cNvPr>
          <p:cNvSpPr>
            <a:spLocks noGrp="1"/>
          </p:cNvSpPr>
          <p:nvPr>
            <p:ph type="ftr" sz="quarter" idx="10"/>
          </p:nvPr>
        </p:nvSpPr>
        <p:spPr/>
        <p:txBody>
          <a:bodyPr/>
          <a:lstStyle/>
          <a:p>
            <a:pPr>
              <a:lnSpc>
                <a:spcPct val="100000"/>
              </a:lnSpc>
            </a:pPr>
            <a:r>
              <a:rPr lang="en-US"/>
              <a:t>Restricted | © Siemens 2024 | SHERPA X | YYYY-MM-DD | Status: Published</a:t>
            </a:r>
          </a:p>
        </p:txBody>
      </p:sp>
      <p:sp>
        <p:nvSpPr>
          <p:cNvPr id="10" name="Slide Number Placeholder">
            <a:extLst>
              <a:ext uri="{FF2B5EF4-FFF2-40B4-BE49-F238E27FC236}">
                <a16:creationId xmlns:a16="http://schemas.microsoft.com/office/drawing/2014/main" id="{D3DF1D7C-B467-46E9-B036-83EC1DBE711C}"/>
              </a:ext>
            </a:extLst>
          </p:cNvPr>
          <p:cNvSpPr>
            <a:spLocks noGrp="1"/>
          </p:cNvSpPr>
          <p:nvPr>
            <p:ph type="sldNum" sz="quarter" idx="11"/>
          </p:nvPr>
        </p:nvSpPr>
        <p:spPr/>
        <p:txBody>
          <a:bodyPr/>
          <a:lstStyle/>
          <a:p>
            <a:r>
              <a:rPr lang="en-US"/>
              <a:t>Page </a:t>
            </a:r>
            <a:fld id="{15EBE321-CBB1-4E91-BD14-37C8D44326FB}" type="slidenum">
              <a:rPr lang="en-US" smtClean="0"/>
              <a:pPr/>
              <a:t>‹#›</a:t>
            </a:fld>
            <a:endParaRPr lang="en-US"/>
          </a:p>
        </p:txBody>
      </p:sp>
      <p:pic>
        <p:nvPicPr>
          <p:cNvPr id="7" name="Siemens Logo">
            <a:extLst>
              <a:ext uri="{FF2B5EF4-FFF2-40B4-BE49-F238E27FC236}">
                <a16:creationId xmlns:a16="http://schemas.microsoft.com/office/drawing/2014/main" id="{E73DB6A8-F91C-4B87-ACAA-19A2D5EA21EF}"/>
              </a:ext>
            </a:extLst>
          </p:cNvPr>
          <p:cNvPicPr>
            <a:picLocks noChangeAspect="1"/>
          </p:cNvPicPr>
          <p:nvPr userDrawn="1"/>
        </p:nvPicPr>
        <p:blipFill>
          <a:blip r:embed="rId3" cstate="email">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10635188" y="6418800"/>
            <a:ext cx="1152000" cy="183168"/>
          </a:xfrm>
          <a:prstGeom prst="rect">
            <a:avLst/>
          </a:prstGeom>
        </p:spPr>
      </p:pic>
      <p:pic>
        <p:nvPicPr>
          <p:cNvPr id="11" name="Imagem 3">
            <a:extLst>
              <a:ext uri="{FF2B5EF4-FFF2-40B4-BE49-F238E27FC236}">
                <a16:creationId xmlns:a16="http://schemas.microsoft.com/office/drawing/2014/main" id="{0337E8F3-94E3-6072-B619-7852F5D2E790}"/>
              </a:ext>
            </a:extLst>
          </p:cNvPr>
          <p:cNvPicPr>
            <a:picLocks noChangeAspect="1"/>
          </p:cNvPicPr>
          <p:nvPr userDrawn="1"/>
        </p:nvPicPr>
        <p:blipFill>
          <a:blip r:embed="rId5" cstate="email">
            <a:extLst>
              <a:ext uri="{28A0092B-C50C-407E-A947-70E740481C1C}">
                <a14:useLocalDpi xmlns:a14="http://schemas.microsoft.com/office/drawing/2010/main"/>
              </a:ext>
            </a:extLst>
          </a:blip>
          <a:stretch>
            <a:fillRect/>
          </a:stretch>
        </p:blipFill>
        <p:spPr>
          <a:xfrm>
            <a:off x="11138881" y="425240"/>
            <a:ext cx="720000" cy="720000"/>
          </a:xfrm>
          <a:prstGeom prst="rect">
            <a:avLst/>
          </a:prstGeom>
        </p:spPr>
      </p:pic>
    </p:spTree>
    <p:extLst>
      <p:ext uri="{BB962C8B-B14F-4D97-AF65-F5344CB8AC3E}">
        <p14:creationId xmlns:p14="http://schemas.microsoft.com/office/powerpoint/2010/main" val="4151208131"/>
      </p:ext>
    </p:extLst>
  </p:cSld>
  <p:clrMapOvr>
    <a:masterClrMapping/>
  </p:clrMapOvr>
  <p:extLst>
    <p:ext uri="{DCECCB84-F9BA-43D5-87BE-67443E8EF086}">
      <p15:sldGuideLst xmlns:p15="http://schemas.microsoft.com/office/powerpoint/2012/main">
        <p15:guide id="1" pos="259" userDrawn="1">
          <p15:clr>
            <a:srgbClr val="65CEFF"/>
          </p15:clr>
        </p15:guide>
        <p15:guide id="2" pos="2526" userDrawn="1">
          <p15:clr>
            <a:srgbClr val="65CEFF"/>
          </p15:clr>
        </p15:guide>
        <p15:guide id="3" pos="2708" userDrawn="1">
          <p15:clr>
            <a:srgbClr val="65CEFF"/>
          </p15:clr>
        </p15:guide>
        <p15:guide id="4" pos="3705" userDrawn="1">
          <p15:clr>
            <a:srgbClr val="65CEFF"/>
          </p15:clr>
        </p15:guide>
        <p15:guide id="5" pos="3978" userDrawn="1">
          <p15:clr>
            <a:srgbClr val="65CEFF"/>
          </p15:clr>
        </p15:guide>
        <p15:guide id="7" pos="4975" userDrawn="1">
          <p15:clr>
            <a:srgbClr val="65CEFF"/>
          </p15:clr>
        </p15:guide>
        <p15:guide id="8" pos="5157" userDrawn="1">
          <p15:clr>
            <a:srgbClr val="65CEFF"/>
          </p15:clr>
        </p15:guide>
        <p15:guide id="9" pos="6472" userDrawn="1">
          <p15:clr>
            <a:srgbClr val="65CEFF"/>
          </p15:clr>
        </p15:guide>
        <p15:guide id="10" pos="7425" userDrawn="1">
          <p15:clr>
            <a:srgbClr val="65CEFF"/>
          </p15:clr>
        </p15:guide>
        <p15:guide id="11" orient="horz" pos="302" userDrawn="1">
          <p15:clr>
            <a:srgbClr val="65CEFF"/>
          </p15:clr>
        </p15:guide>
        <p15:guide id="12" orient="horz" pos="664" userDrawn="1">
          <p15:clr>
            <a:srgbClr val="65CEFF"/>
          </p15:clr>
        </p15:guide>
        <p15:guide id="13" orient="horz" pos="891" userDrawn="1">
          <p15:clr>
            <a:srgbClr val="65CEFF"/>
          </p15:clr>
        </p15:guide>
        <p15:guide id="14" orient="horz" pos="2206" userDrawn="1">
          <p15:clr>
            <a:srgbClr val="65CEFF"/>
          </p15:clr>
        </p15:guide>
        <p15:guide id="15" orient="horz" pos="2343" userDrawn="1">
          <p15:clr>
            <a:srgbClr val="65CEFF"/>
          </p15:clr>
        </p15:guide>
        <p15:guide id="16" orient="horz" pos="3658" userDrawn="1">
          <p15:clr>
            <a:srgbClr val="65CEFF"/>
          </p15:clr>
        </p15:guide>
        <p15:guide id="17" orient="horz" pos="3885" userDrawn="1">
          <p15:clr>
            <a:srgbClr val="65CEFF"/>
          </p15:clr>
        </p15:guide>
        <p15:guide id="18" orient="horz" pos="4157" userDrawn="1">
          <p15:clr>
            <a:srgbClr val="65CEFF"/>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2_Free Content">
    <p:spTree>
      <p:nvGrpSpPr>
        <p:cNvPr id="1" name=""/>
        <p:cNvGrpSpPr/>
        <p:nvPr/>
      </p:nvGrpSpPr>
      <p:grpSpPr>
        <a:xfrm>
          <a:off x="0" y="0"/>
          <a:ext cx="0" cy="0"/>
          <a:chOff x="0" y="0"/>
          <a:chExt cx="0" cy="0"/>
        </a:xfrm>
      </p:grpSpPr>
      <p:pic>
        <p:nvPicPr>
          <p:cNvPr id="5" name="Imagem 4">
            <a:extLst>
              <a:ext uri="{FF2B5EF4-FFF2-40B4-BE49-F238E27FC236}">
                <a16:creationId xmlns:a16="http://schemas.microsoft.com/office/drawing/2014/main" id="{C8E1A185-1B61-4F1A-2C51-C31254DB499D}"/>
              </a:ext>
            </a:extLst>
          </p:cNvPr>
          <p:cNvPicPr>
            <a:picLocks noChangeAspect="1"/>
          </p:cNvPicPr>
          <p:nvPr userDrawn="1"/>
        </p:nvPicPr>
        <p:blipFill>
          <a:blip r:embed="rId2" cstate="email">
            <a:alphaModFix amt="50000"/>
            <a:extLst>
              <a:ext uri="{28A0092B-C50C-407E-A947-70E740481C1C}">
                <a14:useLocalDpi xmlns:a14="http://schemas.microsoft.com/office/drawing/2010/main"/>
              </a:ext>
            </a:extLst>
          </a:blip>
          <a:stretch>
            <a:fillRect/>
          </a:stretch>
        </p:blipFill>
        <p:spPr>
          <a:xfrm>
            <a:off x="0" y="0"/>
            <a:ext cx="12192000" cy="6858000"/>
          </a:xfrm>
          <a:prstGeom prst="rect">
            <a:avLst/>
          </a:prstGeom>
        </p:spPr>
      </p:pic>
      <p:sp>
        <p:nvSpPr>
          <p:cNvPr id="2" name="Title">
            <a:extLst>
              <a:ext uri="{FF2B5EF4-FFF2-40B4-BE49-F238E27FC236}">
                <a16:creationId xmlns:a16="http://schemas.microsoft.com/office/drawing/2014/main" id="{5CDB9E4A-37E0-45B2-BC93-C2EC503FB8F7}"/>
              </a:ext>
            </a:extLst>
          </p:cNvPr>
          <p:cNvSpPr>
            <a:spLocks noGrp="1"/>
          </p:cNvSpPr>
          <p:nvPr>
            <p:ph type="title"/>
          </p:nvPr>
        </p:nvSpPr>
        <p:spPr/>
        <p:txBody>
          <a:bodyPr/>
          <a:lstStyle/>
          <a:p>
            <a:r>
              <a:rPr lang="en-US"/>
              <a:t>Click to edit Master title style</a:t>
            </a:r>
          </a:p>
        </p:txBody>
      </p:sp>
      <p:sp>
        <p:nvSpPr>
          <p:cNvPr id="9" name="Footer Placeholder">
            <a:extLst>
              <a:ext uri="{FF2B5EF4-FFF2-40B4-BE49-F238E27FC236}">
                <a16:creationId xmlns:a16="http://schemas.microsoft.com/office/drawing/2014/main" id="{8C6E0B19-DC70-4D19-9A56-05E87567F196}"/>
              </a:ext>
            </a:extLst>
          </p:cNvPr>
          <p:cNvSpPr>
            <a:spLocks noGrp="1"/>
          </p:cNvSpPr>
          <p:nvPr>
            <p:ph type="ftr" sz="quarter" idx="10"/>
          </p:nvPr>
        </p:nvSpPr>
        <p:spPr/>
        <p:txBody>
          <a:bodyPr/>
          <a:lstStyle/>
          <a:p>
            <a:pPr>
              <a:lnSpc>
                <a:spcPct val="100000"/>
              </a:lnSpc>
            </a:pPr>
            <a:r>
              <a:rPr lang="en-US"/>
              <a:t>Restricted | © Siemens 2024 | SHERPA X | YYYY-MM-DD | Status: Published</a:t>
            </a:r>
          </a:p>
        </p:txBody>
      </p:sp>
      <p:sp>
        <p:nvSpPr>
          <p:cNvPr id="10" name="Slide Number Placeholder">
            <a:extLst>
              <a:ext uri="{FF2B5EF4-FFF2-40B4-BE49-F238E27FC236}">
                <a16:creationId xmlns:a16="http://schemas.microsoft.com/office/drawing/2014/main" id="{D3DF1D7C-B467-46E9-B036-83EC1DBE711C}"/>
              </a:ext>
            </a:extLst>
          </p:cNvPr>
          <p:cNvSpPr>
            <a:spLocks noGrp="1"/>
          </p:cNvSpPr>
          <p:nvPr>
            <p:ph type="sldNum" sz="quarter" idx="11"/>
          </p:nvPr>
        </p:nvSpPr>
        <p:spPr/>
        <p:txBody>
          <a:bodyPr/>
          <a:lstStyle/>
          <a:p>
            <a:r>
              <a:rPr lang="en-US"/>
              <a:t>Page </a:t>
            </a:r>
            <a:fld id="{15EBE321-CBB1-4E91-BD14-37C8D44326FB}" type="slidenum">
              <a:rPr lang="en-US" smtClean="0"/>
              <a:pPr/>
              <a:t>‹#›</a:t>
            </a:fld>
            <a:endParaRPr lang="en-US"/>
          </a:p>
        </p:txBody>
      </p:sp>
      <p:pic>
        <p:nvPicPr>
          <p:cNvPr id="7" name="Siemens Logo">
            <a:extLst>
              <a:ext uri="{FF2B5EF4-FFF2-40B4-BE49-F238E27FC236}">
                <a16:creationId xmlns:a16="http://schemas.microsoft.com/office/drawing/2014/main" id="{E73DB6A8-F91C-4B87-ACAA-19A2D5EA21EF}"/>
              </a:ext>
            </a:extLst>
          </p:cNvPr>
          <p:cNvPicPr>
            <a:picLocks noChangeAspect="1"/>
          </p:cNvPicPr>
          <p:nvPr userDrawn="1"/>
        </p:nvPicPr>
        <p:blipFill>
          <a:blip r:embed="rId3" cstate="email">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10635188" y="6418800"/>
            <a:ext cx="1152000" cy="183168"/>
          </a:xfrm>
          <a:prstGeom prst="rect">
            <a:avLst/>
          </a:prstGeom>
        </p:spPr>
      </p:pic>
      <p:pic>
        <p:nvPicPr>
          <p:cNvPr id="11" name="Imagem 3">
            <a:extLst>
              <a:ext uri="{FF2B5EF4-FFF2-40B4-BE49-F238E27FC236}">
                <a16:creationId xmlns:a16="http://schemas.microsoft.com/office/drawing/2014/main" id="{88AE7532-99C9-E3DD-DFEC-F3FFFA9C004D}"/>
              </a:ext>
            </a:extLst>
          </p:cNvPr>
          <p:cNvPicPr>
            <a:picLocks noChangeAspect="1"/>
          </p:cNvPicPr>
          <p:nvPr userDrawn="1"/>
        </p:nvPicPr>
        <p:blipFill>
          <a:blip r:embed="rId5" cstate="email">
            <a:extLst>
              <a:ext uri="{28A0092B-C50C-407E-A947-70E740481C1C}">
                <a14:useLocalDpi xmlns:a14="http://schemas.microsoft.com/office/drawing/2010/main"/>
              </a:ext>
            </a:extLst>
          </a:blip>
          <a:stretch>
            <a:fillRect/>
          </a:stretch>
        </p:blipFill>
        <p:spPr>
          <a:xfrm>
            <a:off x="11138881" y="425240"/>
            <a:ext cx="720000" cy="720000"/>
          </a:xfrm>
          <a:prstGeom prst="rect">
            <a:avLst/>
          </a:prstGeom>
        </p:spPr>
      </p:pic>
    </p:spTree>
    <p:extLst>
      <p:ext uri="{BB962C8B-B14F-4D97-AF65-F5344CB8AC3E}">
        <p14:creationId xmlns:p14="http://schemas.microsoft.com/office/powerpoint/2010/main" val="2028411390"/>
      </p:ext>
    </p:extLst>
  </p:cSld>
  <p:clrMapOvr>
    <a:masterClrMapping/>
  </p:clrMapOvr>
  <p:extLst>
    <p:ext uri="{DCECCB84-F9BA-43D5-87BE-67443E8EF086}">
      <p15:sldGuideLst xmlns:p15="http://schemas.microsoft.com/office/powerpoint/2012/main">
        <p15:guide id="1" pos="259" userDrawn="1">
          <p15:clr>
            <a:srgbClr val="65CEFF"/>
          </p15:clr>
        </p15:guide>
        <p15:guide id="2" pos="2526" userDrawn="1">
          <p15:clr>
            <a:srgbClr val="65CEFF"/>
          </p15:clr>
        </p15:guide>
        <p15:guide id="3" pos="2708" userDrawn="1">
          <p15:clr>
            <a:srgbClr val="65CEFF"/>
          </p15:clr>
        </p15:guide>
        <p15:guide id="4" pos="3705" userDrawn="1">
          <p15:clr>
            <a:srgbClr val="65CEFF"/>
          </p15:clr>
        </p15:guide>
        <p15:guide id="5" pos="3978" userDrawn="1">
          <p15:clr>
            <a:srgbClr val="65CEFF"/>
          </p15:clr>
        </p15:guide>
        <p15:guide id="7" pos="4975" userDrawn="1">
          <p15:clr>
            <a:srgbClr val="65CEFF"/>
          </p15:clr>
        </p15:guide>
        <p15:guide id="8" pos="5157" userDrawn="1">
          <p15:clr>
            <a:srgbClr val="65CEFF"/>
          </p15:clr>
        </p15:guide>
        <p15:guide id="9" pos="6472" userDrawn="1">
          <p15:clr>
            <a:srgbClr val="65CEFF"/>
          </p15:clr>
        </p15:guide>
        <p15:guide id="10" pos="7425" userDrawn="1">
          <p15:clr>
            <a:srgbClr val="65CEFF"/>
          </p15:clr>
        </p15:guide>
        <p15:guide id="11" orient="horz" pos="302" userDrawn="1">
          <p15:clr>
            <a:srgbClr val="65CEFF"/>
          </p15:clr>
        </p15:guide>
        <p15:guide id="12" orient="horz" pos="664" userDrawn="1">
          <p15:clr>
            <a:srgbClr val="65CEFF"/>
          </p15:clr>
        </p15:guide>
        <p15:guide id="13" orient="horz" pos="891" userDrawn="1">
          <p15:clr>
            <a:srgbClr val="65CEFF"/>
          </p15:clr>
        </p15:guide>
        <p15:guide id="14" orient="horz" pos="2206" userDrawn="1">
          <p15:clr>
            <a:srgbClr val="65CEFF"/>
          </p15:clr>
        </p15:guide>
        <p15:guide id="15" orient="horz" pos="2343" userDrawn="1">
          <p15:clr>
            <a:srgbClr val="65CEFF"/>
          </p15:clr>
        </p15:guide>
        <p15:guide id="16" orient="horz" pos="3658" userDrawn="1">
          <p15:clr>
            <a:srgbClr val="65CEFF"/>
          </p15:clr>
        </p15:guide>
        <p15:guide id="17" orient="horz" pos="3885" userDrawn="1">
          <p15:clr>
            <a:srgbClr val="65CEFF"/>
          </p15:clr>
        </p15:guide>
        <p15:guide id="18" orient="horz" pos="4157" userDrawn="1">
          <p15:clr>
            <a:srgbClr val="65CEFF"/>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3_Free Content">
    <p:spTree>
      <p:nvGrpSpPr>
        <p:cNvPr id="1" name=""/>
        <p:cNvGrpSpPr/>
        <p:nvPr/>
      </p:nvGrpSpPr>
      <p:grpSpPr>
        <a:xfrm>
          <a:off x="0" y="0"/>
          <a:ext cx="0" cy="0"/>
          <a:chOff x="0" y="0"/>
          <a:chExt cx="0" cy="0"/>
        </a:xfrm>
      </p:grpSpPr>
      <p:graphicFrame>
        <p:nvGraphicFramePr>
          <p:cNvPr id="4" name="Object 3" hidden="1">
            <a:extLst>
              <a:ext uri="{FF2B5EF4-FFF2-40B4-BE49-F238E27FC236}">
                <a16:creationId xmlns:a16="http://schemas.microsoft.com/office/drawing/2014/main" id="{53B67FB6-D967-58C6-28C8-C6BC5ACA09BC}"/>
              </a:ext>
            </a:extLst>
          </p:cNvPr>
          <p:cNvGraphicFramePr>
            <a:graphicFrameLocks noChangeAspect="1"/>
          </p:cNvGraphicFramePr>
          <p:nvPr userDrawn="1">
            <p:custDataLst>
              <p:tags r:id="rId1"/>
            </p:custDataLst>
            <p:extLst>
              <p:ext uri="{D42A27DB-BD31-4B8C-83A1-F6EECF244321}">
                <p14:modId xmlns:p14="http://schemas.microsoft.com/office/powerpoint/2010/main" val="504739725"/>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Folie" r:id="rId3" imgW="737" imgH="737" progId="TCLayout.ActiveDocument.1">
                  <p:embed/>
                </p:oleObj>
              </mc:Choice>
              <mc:Fallback>
                <p:oleObj name="think-cell Folie" r:id="rId3" imgW="737" imgH="737" progId="TCLayout.ActiveDocument.1">
                  <p:embed/>
                  <p:pic>
                    <p:nvPicPr>
                      <p:cNvPr id="4" name="Object 3" hidden="1">
                        <a:extLst>
                          <a:ext uri="{FF2B5EF4-FFF2-40B4-BE49-F238E27FC236}">
                            <a16:creationId xmlns:a16="http://schemas.microsoft.com/office/drawing/2014/main" id="{53B67FB6-D967-58C6-28C8-C6BC5ACA09BC}"/>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9" name="Footer Placeholder">
            <a:extLst>
              <a:ext uri="{FF2B5EF4-FFF2-40B4-BE49-F238E27FC236}">
                <a16:creationId xmlns:a16="http://schemas.microsoft.com/office/drawing/2014/main" id="{8C6E0B19-DC70-4D19-9A56-05E87567F196}"/>
              </a:ext>
            </a:extLst>
          </p:cNvPr>
          <p:cNvSpPr>
            <a:spLocks noGrp="1"/>
          </p:cNvSpPr>
          <p:nvPr>
            <p:ph type="ftr" sz="quarter" idx="10"/>
          </p:nvPr>
        </p:nvSpPr>
        <p:spPr/>
        <p:txBody>
          <a:bodyPr/>
          <a:lstStyle/>
          <a:p>
            <a:pPr>
              <a:lnSpc>
                <a:spcPct val="100000"/>
              </a:lnSpc>
            </a:pPr>
            <a:r>
              <a:rPr lang="en-US"/>
              <a:t>Restricted | © Siemens 2024 | SHERPA X | YYYY-MM-DD | Status: Published</a:t>
            </a:r>
          </a:p>
        </p:txBody>
      </p:sp>
      <p:sp>
        <p:nvSpPr>
          <p:cNvPr id="10" name="Slide Number Placeholder">
            <a:extLst>
              <a:ext uri="{FF2B5EF4-FFF2-40B4-BE49-F238E27FC236}">
                <a16:creationId xmlns:a16="http://schemas.microsoft.com/office/drawing/2014/main" id="{D3DF1D7C-B467-46E9-B036-83EC1DBE711C}"/>
              </a:ext>
            </a:extLst>
          </p:cNvPr>
          <p:cNvSpPr>
            <a:spLocks noGrp="1"/>
          </p:cNvSpPr>
          <p:nvPr>
            <p:ph type="sldNum" sz="quarter" idx="11"/>
          </p:nvPr>
        </p:nvSpPr>
        <p:spPr/>
        <p:txBody>
          <a:bodyPr/>
          <a:lstStyle/>
          <a:p>
            <a:r>
              <a:rPr lang="en-US"/>
              <a:t>Page </a:t>
            </a:r>
            <a:fld id="{15EBE321-CBB1-4E91-BD14-37C8D44326FB}" type="slidenum">
              <a:rPr lang="en-US" smtClean="0"/>
              <a:pPr/>
              <a:t>‹#›</a:t>
            </a:fld>
            <a:endParaRPr lang="en-US"/>
          </a:p>
        </p:txBody>
      </p:sp>
      <p:pic>
        <p:nvPicPr>
          <p:cNvPr id="7" name="Siemens Logo">
            <a:extLst>
              <a:ext uri="{FF2B5EF4-FFF2-40B4-BE49-F238E27FC236}">
                <a16:creationId xmlns:a16="http://schemas.microsoft.com/office/drawing/2014/main" id="{E73DB6A8-F91C-4B87-ACAA-19A2D5EA21EF}"/>
              </a:ext>
            </a:extLst>
          </p:cNvPr>
          <p:cNvPicPr>
            <a:picLocks noChangeAspect="1"/>
          </p:cNvPicPr>
          <p:nvPr userDrawn="1"/>
        </p:nvPicPr>
        <p:blipFill>
          <a:blip r:embed="rId5" cstate="email">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p:blipFill>
        <p:spPr>
          <a:xfrm>
            <a:off x="10635188" y="6418800"/>
            <a:ext cx="1152000" cy="183168"/>
          </a:xfrm>
          <a:prstGeom prst="rect">
            <a:avLst/>
          </a:prstGeom>
        </p:spPr>
      </p:pic>
      <p:sp>
        <p:nvSpPr>
          <p:cNvPr id="2" name="Title">
            <a:extLst>
              <a:ext uri="{FF2B5EF4-FFF2-40B4-BE49-F238E27FC236}">
                <a16:creationId xmlns:a16="http://schemas.microsoft.com/office/drawing/2014/main" id="{5CDB9E4A-37E0-45B2-BC93-C2EC503FB8F7}"/>
              </a:ext>
            </a:extLst>
          </p:cNvPr>
          <p:cNvSpPr>
            <a:spLocks noGrp="1"/>
          </p:cNvSpPr>
          <p:nvPr>
            <p:ph type="title"/>
          </p:nvPr>
        </p:nvSpPr>
        <p:spPr/>
        <p:txBody>
          <a:bodyPr vert="horz"/>
          <a:lstStyle/>
          <a:p>
            <a:r>
              <a:rPr lang="en-US"/>
              <a:t>Click to edit Master title style</a:t>
            </a:r>
          </a:p>
        </p:txBody>
      </p:sp>
      <p:pic>
        <p:nvPicPr>
          <p:cNvPr id="3" name="Imagem 11" descr="Uma imagem com texto&#10;&#10;Descrição gerada automaticamente">
            <a:extLst>
              <a:ext uri="{FF2B5EF4-FFF2-40B4-BE49-F238E27FC236}">
                <a16:creationId xmlns:a16="http://schemas.microsoft.com/office/drawing/2014/main" id="{46DA044C-C1F4-92CC-11C1-DB043A5F9C0F}"/>
              </a:ext>
            </a:extLst>
          </p:cNvPr>
          <p:cNvPicPr>
            <a:picLocks noChangeAspect="1"/>
          </p:cNvPicPr>
          <p:nvPr userDrawn="1"/>
        </p:nvPicPr>
        <p:blipFill>
          <a:blip r:embed="rId7" cstate="email">
            <a:extLst>
              <a:ext uri="{28A0092B-C50C-407E-A947-70E740481C1C}">
                <a14:useLocalDpi xmlns:a14="http://schemas.microsoft.com/office/drawing/2010/main"/>
              </a:ext>
            </a:extLst>
          </a:blip>
          <a:stretch>
            <a:fillRect/>
          </a:stretch>
        </p:blipFill>
        <p:spPr>
          <a:xfrm>
            <a:off x="11138881" y="434578"/>
            <a:ext cx="720000" cy="720000"/>
          </a:xfrm>
          <a:prstGeom prst="rect">
            <a:avLst/>
          </a:prstGeom>
        </p:spPr>
      </p:pic>
    </p:spTree>
    <p:extLst>
      <p:ext uri="{BB962C8B-B14F-4D97-AF65-F5344CB8AC3E}">
        <p14:creationId xmlns:p14="http://schemas.microsoft.com/office/powerpoint/2010/main" val="3374795276"/>
      </p:ext>
    </p:extLst>
  </p:cSld>
  <p:clrMapOvr>
    <a:masterClrMapping/>
  </p:clrMapOvr>
  <p:extLst>
    <p:ext uri="{DCECCB84-F9BA-43D5-87BE-67443E8EF086}">
      <p15:sldGuideLst xmlns:p15="http://schemas.microsoft.com/office/powerpoint/2012/main">
        <p15:guide id="1" pos="259" userDrawn="1">
          <p15:clr>
            <a:srgbClr val="65CEFF"/>
          </p15:clr>
        </p15:guide>
        <p15:guide id="2" pos="2526" userDrawn="1">
          <p15:clr>
            <a:srgbClr val="65CEFF"/>
          </p15:clr>
        </p15:guide>
        <p15:guide id="3" pos="2708" userDrawn="1">
          <p15:clr>
            <a:srgbClr val="65CEFF"/>
          </p15:clr>
        </p15:guide>
        <p15:guide id="4" pos="3705" userDrawn="1">
          <p15:clr>
            <a:srgbClr val="65CEFF"/>
          </p15:clr>
        </p15:guide>
        <p15:guide id="5" pos="3978" userDrawn="1">
          <p15:clr>
            <a:srgbClr val="65CEFF"/>
          </p15:clr>
        </p15:guide>
        <p15:guide id="7" pos="4975" userDrawn="1">
          <p15:clr>
            <a:srgbClr val="65CEFF"/>
          </p15:clr>
        </p15:guide>
        <p15:guide id="8" pos="5157" userDrawn="1">
          <p15:clr>
            <a:srgbClr val="65CEFF"/>
          </p15:clr>
        </p15:guide>
        <p15:guide id="9" pos="6472" userDrawn="1">
          <p15:clr>
            <a:srgbClr val="65CEFF"/>
          </p15:clr>
        </p15:guide>
        <p15:guide id="10" pos="7425" userDrawn="1">
          <p15:clr>
            <a:srgbClr val="65CEFF"/>
          </p15:clr>
        </p15:guide>
        <p15:guide id="11" orient="horz" pos="302" userDrawn="1">
          <p15:clr>
            <a:srgbClr val="65CEFF"/>
          </p15:clr>
        </p15:guide>
        <p15:guide id="12" orient="horz" pos="664" userDrawn="1">
          <p15:clr>
            <a:srgbClr val="65CEFF"/>
          </p15:clr>
        </p15:guide>
        <p15:guide id="13" orient="horz" pos="891" userDrawn="1">
          <p15:clr>
            <a:srgbClr val="65CEFF"/>
          </p15:clr>
        </p15:guide>
        <p15:guide id="14" orient="horz" pos="2206" userDrawn="1">
          <p15:clr>
            <a:srgbClr val="65CEFF"/>
          </p15:clr>
        </p15:guide>
        <p15:guide id="15" orient="horz" pos="2343" userDrawn="1">
          <p15:clr>
            <a:srgbClr val="65CEFF"/>
          </p15:clr>
        </p15:guide>
        <p15:guide id="16" orient="horz" pos="3658" userDrawn="1">
          <p15:clr>
            <a:srgbClr val="65CEFF"/>
          </p15:clr>
        </p15:guide>
        <p15:guide id="17" orient="horz" pos="3885" userDrawn="1">
          <p15:clr>
            <a:srgbClr val="65CEFF"/>
          </p15:clr>
        </p15:guide>
        <p15:guide id="18" orient="horz" pos="4157" userDrawn="1">
          <p15:clr>
            <a:srgbClr val="65CEFF"/>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1_One object (small)">
    <p:spTree>
      <p:nvGrpSpPr>
        <p:cNvPr id="1" name=""/>
        <p:cNvGrpSpPr/>
        <p:nvPr/>
      </p:nvGrpSpPr>
      <p:grpSpPr>
        <a:xfrm>
          <a:off x="0" y="0"/>
          <a:ext cx="0" cy="0"/>
          <a:chOff x="0" y="0"/>
          <a:chExt cx="0" cy="0"/>
        </a:xfrm>
      </p:grpSpPr>
      <p:sp>
        <p:nvSpPr>
          <p:cNvPr id="7" name="Title">
            <a:extLst>
              <a:ext uri="{FF2B5EF4-FFF2-40B4-BE49-F238E27FC236}">
                <a16:creationId xmlns:a16="http://schemas.microsoft.com/office/drawing/2014/main" id="{9C4633C1-8D3E-45A5-A522-817574663A85}"/>
              </a:ext>
            </a:extLst>
          </p:cNvPr>
          <p:cNvSpPr>
            <a:spLocks noGrp="1"/>
          </p:cNvSpPr>
          <p:nvPr>
            <p:ph type="title"/>
          </p:nvPr>
        </p:nvSpPr>
        <p:spPr/>
        <p:txBody>
          <a:bodyPr/>
          <a:lstStyle/>
          <a:p>
            <a:r>
              <a:rPr lang="en-US"/>
              <a:t>Click to edit Master title style</a:t>
            </a:r>
          </a:p>
        </p:txBody>
      </p:sp>
      <p:sp>
        <p:nvSpPr>
          <p:cNvPr id="5" name="Footer Placeholder">
            <a:extLst>
              <a:ext uri="{FF2B5EF4-FFF2-40B4-BE49-F238E27FC236}">
                <a16:creationId xmlns:a16="http://schemas.microsoft.com/office/drawing/2014/main" id="{E519D384-FA09-4D60-95A8-589F157A93F4}"/>
              </a:ext>
            </a:extLst>
          </p:cNvPr>
          <p:cNvSpPr>
            <a:spLocks noGrp="1"/>
          </p:cNvSpPr>
          <p:nvPr>
            <p:ph type="ftr"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t>Restricted | © Siemens 2024 | SHERPA | YYYY-MM-DD | Status: Published</a:t>
            </a:r>
            <a:endParaRPr kumimoji="0" lang="en-US" sz="900" b="0" i="0" u="none" strike="noStrike" kern="1200" cap="none" spc="0" normalizeH="0" baseline="0" noProof="0">
              <a:ln>
                <a:noFill/>
              </a:ln>
              <a:effectLst/>
              <a:uLnTx/>
              <a:uFillTx/>
              <a:latin typeface="Arial"/>
              <a:ea typeface="+mn-ea"/>
              <a:cs typeface="+mn-cs"/>
            </a:endParaRPr>
          </a:p>
        </p:txBody>
      </p:sp>
      <p:sp>
        <p:nvSpPr>
          <p:cNvPr id="6" name="Slide Number Placeholder">
            <a:extLst>
              <a:ext uri="{FF2B5EF4-FFF2-40B4-BE49-F238E27FC236}">
                <a16:creationId xmlns:a16="http://schemas.microsoft.com/office/drawing/2014/main" id="{7B1666FD-2258-443A-846C-6C7533C61D5C}"/>
              </a:ext>
            </a:extLst>
          </p:cNvPr>
          <p:cNvSpPr>
            <a:spLocks noGrp="1"/>
          </p:cNvSpPr>
          <p:nvPr>
            <p:ph type="sldNum" sz="quarter" idx="11"/>
          </p:nvPr>
        </p:nvSpPr>
        <p:spPr/>
        <p:txBody>
          <a:bodyPr/>
          <a:lstStyle/>
          <a:p>
            <a:r>
              <a:rPr lang="en-US"/>
              <a:t>Page </a:t>
            </a:r>
            <a:fld id="{15EBE321-CBB1-4E91-BD14-37C8D44326FB}" type="slidenum">
              <a:rPr lang="en-US" smtClean="0"/>
              <a:pPr/>
              <a:t>‹#›</a:t>
            </a:fld>
            <a:endParaRPr lang="en-US"/>
          </a:p>
        </p:txBody>
      </p:sp>
      <p:pic>
        <p:nvPicPr>
          <p:cNvPr id="8" name="Siemens Logo">
            <a:extLst>
              <a:ext uri="{FF2B5EF4-FFF2-40B4-BE49-F238E27FC236}">
                <a16:creationId xmlns:a16="http://schemas.microsoft.com/office/drawing/2014/main" id="{91EB517C-C8FD-4E2E-B744-DB952E96B478}"/>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0635188" y="6418800"/>
            <a:ext cx="1152000" cy="183168"/>
          </a:xfrm>
          <a:prstGeom prst="rect">
            <a:avLst/>
          </a:prstGeom>
        </p:spPr>
      </p:pic>
      <p:pic>
        <p:nvPicPr>
          <p:cNvPr id="2" name="Imagem 11" descr="Uma imagem com texto&#10;&#10;Descrição gerada automaticamente">
            <a:extLst>
              <a:ext uri="{FF2B5EF4-FFF2-40B4-BE49-F238E27FC236}">
                <a16:creationId xmlns:a16="http://schemas.microsoft.com/office/drawing/2014/main" id="{B3A7CD38-172A-7ECD-8FF9-C720AA3C5107}"/>
              </a:ext>
            </a:extLst>
          </p:cNvPr>
          <p:cNvPicPr>
            <a:picLocks noChangeAspect="1"/>
          </p:cNvPicPr>
          <p:nvPr userDrawn="1"/>
        </p:nvPicPr>
        <p:blipFill>
          <a:blip r:embed="rId4" cstate="email">
            <a:extLst>
              <a:ext uri="{28A0092B-C50C-407E-A947-70E740481C1C}">
                <a14:useLocalDpi xmlns:a14="http://schemas.microsoft.com/office/drawing/2010/main"/>
              </a:ext>
            </a:extLst>
          </a:blip>
          <a:stretch>
            <a:fillRect/>
          </a:stretch>
        </p:blipFill>
        <p:spPr>
          <a:xfrm>
            <a:off x="11138881" y="434578"/>
            <a:ext cx="720000" cy="720000"/>
          </a:xfrm>
          <a:prstGeom prst="rect">
            <a:avLst/>
          </a:prstGeom>
        </p:spPr>
      </p:pic>
    </p:spTree>
    <p:extLst>
      <p:ext uri="{BB962C8B-B14F-4D97-AF65-F5344CB8AC3E}">
        <p14:creationId xmlns:p14="http://schemas.microsoft.com/office/powerpoint/2010/main" val="2749245242"/>
      </p:ext>
    </p:extLst>
  </p:cSld>
  <p:clrMapOvr>
    <a:masterClrMapping/>
  </p:clrMapOvr>
  <p:extLst>
    <p:ext uri="{DCECCB84-F9BA-43D5-87BE-67443E8EF086}">
      <p15:sldGuideLst xmlns:p15="http://schemas.microsoft.com/office/powerpoint/2012/main">
        <p15:guide id="1" pos="259">
          <p15:clr>
            <a:srgbClr val="65CEFF"/>
          </p15:clr>
        </p15:guide>
        <p15:guide id="2" pos="4794">
          <p15:clr>
            <a:srgbClr val="65CEFF"/>
          </p15:clr>
        </p15:guide>
        <p15:guide id="3" pos="6472">
          <p15:clr>
            <a:srgbClr val="65CEFF"/>
          </p15:clr>
        </p15:guide>
        <p15:guide id="4" pos="7425">
          <p15:clr>
            <a:srgbClr val="65CEFF"/>
          </p15:clr>
        </p15:guide>
        <p15:guide id="5" orient="horz" pos="302">
          <p15:clr>
            <a:srgbClr val="65CEFF"/>
          </p15:clr>
        </p15:guide>
        <p15:guide id="6" orient="horz" pos="664">
          <p15:clr>
            <a:srgbClr val="65CEFF"/>
          </p15:clr>
        </p15:guide>
        <p15:guide id="7" orient="horz" pos="891">
          <p15:clr>
            <a:srgbClr val="65CEFF"/>
          </p15:clr>
        </p15:guide>
        <p15:guide id="8" orient="horz" pos="3658">
          <p15:clr>
            <a:srgbClr val="65CEFF"/>
          </p15:clr>
        </p15:guide>
        <p15:guide id="9" orient="horz" pos="3885">
          <p15:clr>
            <a:srgbClr val="65CEFF"/>
          </p15:clr>
        </p15:guide>
        <p15:guide id="10" orient="horz" pos="4157">
          <p15:clr>
            <a:srgbClr val="65CEFF"/>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4_Full bleed color Deep Blue">
    <p:bg>
      <p:bgRef idx="1001">
        <a:schemeClr val="bg2"/>
      </p:bgRef>
    </p:bg>
    <p:spTree>
      <p:nvGrpSpPr>
        <p:cNvPr id="1" name=""/>
        <p:cNvGrpSpPr/>
        <p:nvPr/>
      </p:nvGrpSpPr>
      <p:grpSpPr>
        <a:xfrm>
          <a:off x="0" y="0"/>
          <a:ext cx="0" cy="0"/>
          <a:chOff x="0" y="0"/>
          <a:chExt cx="0" cy="0"/>
        </a:xfrm>
      </p:grpSpPr>
      <p:pic>
        <p:nvPicPr>
          <p:cNvPr id="8" name="Imagem 7">
            <a:extLst>
              <a:ext uri="{FF2B5EF4-FFF2-40B4-BE49-F238E27FC236}">
                <a16:creationId xmlns:a16="http://schemas.microsoft.com/office/drawing/2014/main" id="{C1BA3A57-3272-E502-0C9D-D019DB664470}"/>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0" y="0"/>
            <a:ext cx="12192000" cy="6858000"/>
          </a:xfrm>
          <a:prstGeom prst="rect">
            <a:avLst/>
          </a:prstGeom>
        </p:spPr>
      </p:pic>
      <p:pic>
        <p:nvPicPr>
          <p:cNvPr id="7" name="Siemens Logo">
            <a:extLst>
              <a:ext uri="{FF2B5EF4-FFF2-40B4-BE49-F238E27FC236}">
                <a16:creationId xmlns:a16="http://schemas.microsoft.com/office/drawing/2014/main" id="{863976F1-B9C2-4217-A36A-7F1DCFF6EE2A}"/>
              </a:ext>
            </a:extLst>
          </p:cNvPr>
          <p:cNvPicPr>
            <a:picLocks noChangeAspect="1"/>
          </p:cNvPicPr>
          <p:nvPr userDrawn="1"/>
        </p:nvPicPr>
        <p:blipFill>
          <a:blip r:embed="rId3" cstate="email">
            <a:extLst>
              <a:ext uri="{28A0092B-C50C-407E-A947-70E740481C1C}">
                <a14:useLocalDpi xmlns:a14="http://schemas.microsoft.com/office/drawing/2010/main"/>
              </a:ext>
              <a:ext uri="{96DAC541-7B7A-43D3-8B79-37D633B846F1}">
                <asvg:svgBlip xmlns:asvg="http://schemas.microsoft.com/office/drawing/2016/SVG/main" r:embed="rId4"/>
              </a:ext>
            </a:extLst>
          </a:blip>
          <a:srcRect/>
          <a:stretch/>
        </p:blipFill>
        <p:spPr>
          <a:xfrm>
            <a:off x="10635188" y="6418800"/>
            <a:ext cx="1152000" cy="183168"/>
          </a:xfrm>
          <a:prstGeom prst="rect">
            <a:avLst/>
          </a:prstGeom>
        </p:spPr>
      </p:pic>
      <p:sp>
        <p:nvSpPr>
          <p:cNvPr id="6" name="Footer Placeholder">
            <a:extLst>
              <a:ext uri="{FF2B5EF4-FFF2-40B4-BE49-F238E27FC236}">
                <a16:creationId xmlns:a16="http://schemas.microsoft.com/office/drawing/2014/main" id="{BAAECF9B-1B19-7E86-2130-2B9CC48AAD09}"/>
              </a:ext>
            </a:extLst>
          </p:cNvPr>
          <p:cNvSpPr>
            <a:spLocks noGrp="1"/>
          </p:cNvSpPr>
          <p:nvPr>
            <p:ph type="ftr" sz="quarter" idx="3"/>
          </p:nvPr>
        </p:nvSpPr>
        <p:spPr>
          <a:xfrm>
            <a:off x="1059160" y="6310800"/>
            <a:ext cx="9216000" cy="547200"/>
          </a:xfrm>
          <a:prstGeom prst="rect">
            <a:avLst/>
          </a:prstGeom>
        </p:spPr>
        <p:txBody>
          <a:bodyPr vert="horz" lIns="0" tIns="0" rIns="0" bIns="61200" rtlCol="0" anchor="ctr" anchorCtr="0"/>
          <a:lstStyle>
            <a:lvl1pPr algn="l">
              <a:lnSpc>
                <a:spcPct val="100000"/>
              </a:lnSpc>
              <a:defRPr sz="900">
                <a:solidFill>
                  <a:schemeClr val="tx1"/>
                </a:solidFill>
              </a:defRPr>
            </a:lvl1pPr>
          </a:lstStyle>
          <a:p>
            <a:r>
              <a:rPr lang="en-US"/>
              <a:t>Restricted | © Siemens 2024 | SHERPA X | YYYY-MM-DD | Status: Published</a:t>
            </a:r>
          </a:p>
        </p:txBody>
      </p:sp>
      <p:sp>
        <p:nvSpPr>
          <p:cNvPr id="9" name="Slide Number Placeholder">
            <a:extLst>
              <a:ext uri="{FF2B5EF4-FFF2-40B4-BE49-F238E27FC236}">
                <a16:creationId xmlns:a16="http://schemas.microsoft.com/office/drawing/2014/main" id="{43AA2F96-DE34-8D88-86AF-3A8AB02A2ACA}"/>
              </a:ext>
            </a:extLst>
          </p:cNvPr>
          <p:cNvSpPr>
            <a:spLocks noGrp="1"/>
          </p:cNvSpPr>
          <p:nvPr>
            <p:ph type="sldNum" sz="quarter" idx="4"/>
          </p:nvPr>
        </p:nvSpPr>
        <p:spPr>
          <a:xfrm>
            <a:off x="411162" y="6310800"/>
            <a:ext cx="648000" cy="547200"/>
          </a:xfrm>
          <a:prstGeom prst="rect">
            <a:avLst/>
          </a:prstGeom>
        </p:spPr>
        <p:txBody>
          <a:bodyPr vert="horz" lIns="0" tIns="0" rIns="0" bIns="61200" rtlCol="0" anchor="ctr" anchorCtr="0"/>
          <a:lstStyle>
            <a:lvl1pPr algn="l">
              <a:lnSpc>
                <a:spcPct val="100000"/>
              </a:lnSpc>
              <a:defRPr sz="900" b="1">
                <a:solidFill>
                  <a:schemeClr val="tx1"/>
                </a:solidFill>
              </a:defRPr>
            </a:lvl1pPr>
          </a:lstStyle>
          <a:p>
            <a:r>
              <a:rPr lang="en-US"/>
              <a:t>Page </a:t>
            </a:r>
            <a:fld id="{15EBE321-CBB1-4E91-BD14-37C8D44326FB}" type="slidenum">
              <a:rPr lang="en-US" smtClean="0"/>
              <a:pPr/>
              <a:t>‹#›</a:t>
            </a:fld>
            <a:endParaRPr lang="en-US"/>
          </a:p>
        </p:txBody>
      </p:sp>
      <p:pic>
        <p:nvPicPr>
          <p:cNvPr id="11" name="Imagem 11" descr="Uma imagem com texto&#10;&#10;Descrição gerada automaticamente">
            <a:extLst>
              <a:ext uri="{FF2B5EF4-FFF2-40B4-BE49-F238E27FC236}">
                <a16:creationId xmlns:a16="http://schemas.microsoft.com/office/drawing/2014/main" id="{FA75BA64-E606-C4C5-7FAB-0258619838D4}"/>
              </a:ext>
            </a:extLst>
          </p:cNvPr>
          <p:cNvPicPr>
            <a:picLocks noChangeAspect="1"/>
          </p:cNvPicPr>
          <p:nvPr userDrawn="1"/>
        </p:nvPicPr>
        <p:blipFill>
          <a:blip r:embed="rId5" cstate="email">
            <a:extLst>
              <a:ext uri="{28A0092B-C50C-407E-A947-70E740481C1C}">
                <a14:useLocalDpi xmlns:a14="http://schemas.microsoft.com/office/drawing/2010/main"/>
              </a:ext>
            </a:extLst>
          </a:blip>
          <a:stretch>
            <a:fillRect/>
          </a:stretch>
        </p:blipFill>
        <p:spPr>
          <a:xfrm>
            <a:off x="11138881" y="434578"/>
            <a:ext cx="720000" cy="720000"/>
          </a:xfrm>
          <a:prstGeom prst="rect">
            <a:avLst/>
          </a:prstGeom>
        </p:spPr>
      </p:pic>
    </p:spTree>
    <p:extLst>
      <p:ext uri="{BB962C8B-B14F-4D97-AF65-F5344CB8AC3E}">
        <p14:creationId xmlns:p14="http://schemas.microsoft.com/office/powerpoint/2010/main" val="3998126641"/>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259" userDrawn="1">
          <p15:clr>
            <a:srgbClr val="65CEFF"/>
          </p15:clr>
        </p15:guide>
        <p15:guide id="2" pos="2526" userDrawn="1">
          <p15:clr>
            <a:srgbClr val="65CEFF"/>
          </p15:clr>
        </p15:guide>
        <p15:guide id="3" pos="2708" userDrawn="1">
          <p15:clr>
            <a:srgbClr val="65CEFF"/>
          </p15:clr>
        </p15:guide>
        <p15:guide id="4" pos="3705" userDrawn="1">
          <p15:clr>
            <a:srgbClr val="65CEFF"/>
          </p15:clr>
        </p15:guide>
        <p15:guide id="5" pos="3978" userDrawn="1">
          <p15:clr>
            <a:srgbClr val="65CEFF"/>
          </p15:clr>
        </p15:guide>
        <p15:guide id="7" pos="4975" userDrawn="1">
          <p15:clr>
            <a:srgbClr val="65CEFF"/>
          </p15:clr>
        </p15:guide>
        <p15:guide id="8" pos="5157" userDrawn="1">
          <p15:clr>
            <a:srgbClr val="65CEFF"/>
          </p15:clr>
        </p15:guide>
        <p15:guide id="9" pos="6472" userDrawn="1">
          <p15:clr>
            <a:srgbClr val="65CEFF"/>
          </p15:clr>
        </p15:guide>
        <p15:guide id="10" pos="7425" userDrawn="1">
          <p15:clr>
            <a:srgbClr val="65CEFF"/>
          </p15:clr>
        </p15:guide>
        <p15:guide id="11" orient="horz" pos="302" userDrawn="1">
          <p15:clr>
            <a:srgbClr val="65CEFF"/>
          </p15:clr>
        </p15:guide>
        <p15:guide id="12" orient="horz" pos="664" userDrawn="1">
          <p15:clr>
            <a:srgbClr val="65CEFF"/>
          </p15:clr>
        </p15:guide>
        <p15:guide id="13" orient="horz" pos="891" userDrawn="1">
          <p15:clr>
            <a:srgbClr val="65CEFF"/>
          </p15:clr>
        </p15:guide>
        <p15:guide id="14" orient="horz" pos="2206" userDrawn="1">
          <p15:clr>
            <a:srgbClr val="65CEFF"/>
          </p15:clr>
        </p15:guide>
        <p15:guide id="15" orient="horz" pos="2343" userDrawn="1">
          <p15:clr>
            <a:srgbClr val="65CEFF"/>
          </p15:clr>
        </p15:guide>
        <p15:guide id="16" orient="horz" pos="3658" userDrawn="1">
          <p15:clr>
            <a:srgbClr val="65CEFF"/>
          </p15:clr>
        </p15:guide>
        <p15:guide id="17" orient="horz" pos="3885" userDrawn="1">
          <p15:clr>
            <a:srgbClr val="65CEFF"/>
          </p15:clr>
        </p15:guide>
        <p15:guide id="18" orient="horz" pos="4157" userDrawn="1">
          <p15:clr>
            <a:srgbClr val="65CEFF"/>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5_Full bleed color Deep Blue">
    <p:bg>
      <p:bgRef idx="1001">
        <a:schemeClr val="bg2"/>
      </p:bgRef>
    </p:bg>
    <p:spTree>
      <p:nvGrpSpPr>
        <p:cNvPr id="1" name=""/>
        <p:cNvGrpSpPr/>
        <p:nvPr/>
      </p:nvGrpSpPr>
      <p:grpSpPr>
        <a:xfrm>
          <a:off x="0" y="0"/>
          <a:ext cx="0" cy="0"/>
          <a:chOff x="0" y="0"/>
          <a:chExt cx="0" cy="0"/>
        </a:xfrm>
      </p:grpSpPr>
      <p:graphicFrame>
        <p:nvGraphicFramePr>
          <p:cNvPr id="4" name="Object 3" hidden="1">
            <a:extLst>
              <a:ext uri="{FF2B5EF4-FFF2-40B4-BE49-F238E27FC236}">
                <a16:creationId xmlns:a16="http://schemas.microsoft.com/office/drawing/2014/main" id="{5606C141-1512-A34C-D3C1-A7152EA18082}"/>
              </a:ext>
            </a:extLst>
          </p:cNvPr>
          <p:cNvGraphicFramePr>
            <a:graphicFrameLocks noChangeAspect="1"/>
          </p:cNvGraphicFramePr>
          <p:nvPr userDrawn="1">
            <p:custDataLst>
              <p:tags r:id="rId1"/>
            </p:custDataLst>
            <p:extLst>
              <p:ext uri="{D42A27DB-BD31-4B8C-83A1-F6EECF244321}">
                <p14:modId xmlns:p14="http://schemas.microsoft.com/office/powerpoint/2010/main" val="3373040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Folie" r:id="rId3" imgW="737" imgH="737" progId="TCLayout.ActiveDocument.1">
                  <p:embed/>
                </p:oleObj>
              </mc:Choice>
              <mc:Fallback>
                <p:oleObj name="think-cell Folie" r:id="rId3" imgW="737" imgH="737" progId="TCLayout.ActiveDocument.1">
                  <p:embed/>
                  <p:pic>
                    <p:nvPicPr>
                      <p:cNvPr id="4" name="Object 3" hidden="1">
                        <a:extLst>
                          <a:ext uri="{FF2B5EF4-FFF2-40B4-BE49-F238E27FC236}">
                            <a16:creationId xmlns:a16="http://schemas.microsoft.com/office/drawing/2014/main" id="{5606C141-1512-A34C-D3C1-A7152EA18082}"/>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3" name="Retângulo 2">
            <a:extLst>
              <a:ext uri="{FF2B5EF4-FFF2-40B4-BE49-F238E27FC236}">
                <a16:creationId xmlns:a16="http://schemas.microsoft.com/office/drawing/2014/main" id="{EAEE99BD-28E7-FE5E-FA77-0D47A3BA42F5}"/>
              </a:ext>
            </a:extLst>
          </p:cNvPr>
          <p:cNvSpPr/>
          <p:nvPr userDrawn="1"/>
        </p:nvSpPr>
        <p:spPr>
          <a:xfrm>
            <a:off x="0" y="0"/>
            <a:ext cx="12192000" cy="6858000"/>
          </a:xfrm>
          <a:prstGeom prst="rect">
            <a:avLst/>
          </a:prstGeom>
          <a:gradFill flip="none" rotWithShape="1">
            <a:gsLst>
              <a:gs pos="0">
                <a:srgbClr val="333255">
                  <a:alpha val="90000"/>
                </a:srgbClr>
              </a:gs>
              <a:gs pos="99000">
                <a:srgbClr val="0E0E35"/>
              </a:gs>
            </a:gsLst>
            <a:path path="circl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pPr algn="l"/>
            <a:endParaRPr lang="en-GB">
              <a:solidFill>
                <a:schemeClr val="tx1"/>
              </a:solidFill>
            </a:endParaRPr>
          </a:p>
        </p:txBody>
      </p:sp>
      <p:pic>
        <p:nvPicPr>
          <p:cNvPr id="7" name="Siemens Logo">
            <a:extLst>
              <a:ext uri="{FF2B5EF4-FFF2-40B4-BE49-F238E27FC236}">
                <a16:creationId xmlns:a16="http://schemas.microsoft.com/office/drawing/2014/main" id="{863976F1-B9C2-4217-A36A-7F1DCFF6EE2A}"/>
              </a:ext>
            </a:extLst>
          </p:cNvPr>
          <p:cNvPicPr>
            <a:picLocks noChangeAspect="1"/>
          </p:cNvPicPr>
          <p:nvPr userDrawn="1"/>
        </p:nvPicPr>
        <p:blipFill>
          <a:blip r:embed="rId5" cstate="email">
            <a:extLst>
              <a:ext uri="{28A0092B-C50C-407E-A947-70E740481C1C}">
                <a14:useLocalDpi xmlns:a14="http://schemas.microsoft.com/office/drawing/2010/main"/>
              </a:ext>
              <a:ext uri="{96DAC541-7B7A-43D3-8B79-37D633B846F1}">
                <asvg:svgBlip xmlns:asvg="http://schemas.microsoft.com/office/drawing/2016/SVG/main" r:embed="rId6"/>
              </a:ext>
            </a:extLst>
          </a:blip>
          <a:srcRect/>
          <a:stretch/>
        </p:blipFill>
        <p:spPr>
          <a:xfrm>
            <a:off x="10635188" y="6418800"/>
            <a:ext cx="1152000" cy="183168"/>
          </a:xfrm>
          <a:prstGeom prst="rect">
            <a:avLst/>
          </a:prstGeom>
        </p:spPr>
      </p:pic>
      <p:sp>
        <p:nvSpPr>
          <p:cNvPr id="8" name="Title Placeholder">
            <a:extLst>
              <a:ext uri="{FF2B5EF4-FFF2-40B4-BE49-F238E27FC236}">
                <a16:creationId xmlns:a16="http://schemas.microsoft.com/office/drawing/2014/main" id="{4315EF87-8232-406F-3929-2791AF0DD62F}"/>
              </a:ext>
            </a:extLst>
          </p:cNvPr>
          <p:cNvSpPr>
            <a:spLocks noGrp="1"/>
          </p:cNvSpPr>
          <p:nvPr>
            <p:ph type="title"/>
          </p:nvPr>
        </p:nvSpPr>
        <p:spPr>
          <a:xfrm>
            <a:off x="410400" y="478800"/>
            <a:ext cx="9863997" cy="576000"/>
          </a:xfrm>
          <a:prstGeom prst="rect">
            <a:avLst/>
          </a:prstGeom>
        </p:spPr>
        <p:txBody>
          <a:bodyPr vert="horz" lIns="0" tIns="0" rIns="324000" bIns="14400" rtlCol="0" anchor="b" anchorCtr="0">
            <a:noAutofit/>
          </a:bodyPr>
          <a:lstStyle>
            <a:lvl1pPr>
              <a:defRPr>
                <a:solidFill>
                  <a:schemeClr val="tx1"/>
                </a:solidFill>
              </a:defRPr>
            </a:lvl1pPr>
          </a:lstStyle>
          <a:p>
            <a:r>
              <a:rPr lang="en-US"/>
              <a:t>Click to edit Master title style</a:t>
            </a:r>
          </a:p>
        </p:txBody>
      </p:sp>
      <p:sp>
        <p:nvSpPr>
          <p:cNvPr id="10" name="Footer Placeholder">
            <a:extLst>
              <a:ext uri="{FF2B5EF4-FFF2-40B4-BE49-F238E27FC236}">
                <a16:creationId xmlns:a16="http://schemas.microsoft.com/office/drawing/2014/main" id="{A29C7FB6-EEF3-CCFA-F90F-B44B5967F6B9}"/>
              </a:ext>
            </a:extLst>
          </p:cNvPr>
          <p:cNvSpPr>
            <a:spLocks noGrp="1"/>
          </p:cNvSpPr>
          <p:nvPr>
            <p:ph type="ftr" sz="quarter" idx="3"/>
          </p:nvPr>
        </p:nvSpPr>
        <p:spPr>
          <a:xfrm>
            <a:off x="1059160" y="6310800"/>
            <a:ext cx="9216000" cy="547200"/>
          </a:xfrm>
          <a:prstGeom prst="rect">
            <a:avLst/>
          </a:prstGeom>
        </p:spPr>
        <p:txBody>
          <a:bodyPr vert="horz" lIns="0" tIns="0" rIns="0" bIns="61200" rtlCol="0" anchor="ctr" anchorCtr="0"/>
          <a:lstStyle>
            <a:lvl1pPr algn="l">
              <a:lnSpc>
                <a:spcPct val="100000"/>
              </a:lnSpc>
              <a:defRPr sz="900">
                <a:solidFill>
                  <a:schemeClr val="tx1"/>
                </a:solidFill>
              </a:defRPr>
            </a:lvl1pPr>
          </a:lstStyle>
          <a:p>
            <a:r>
              <a:rPr lang="en-US"/>
              <a:t>Restricted | © Siemens 2024 | SHERPA X | YYYY-MM-DD | Status: Published</a:t>
            </a:r>
          </a:p>
        </p:txBody>
      </p:sp>
      <p:sp>
        <p:nvSpPr>
          <p:cNvPr id="13" name="Slide Number Placeholder">
            <a:extLst>
              <a:ext uri="{FF2B5EF4-FFF2-40B4-BE49-F238E27FC236}">
                <a16:creationId xmlns:a16="http://schemas.microsoft.com/office/drawing/2014/main" id="{E217BFFA-CD11-26FB-EB1B-CAB5E139BBD3}"/>
              </a:ext>
            </a:extLst>
          </p:cNvPr>
          <p:cNvSpPr>
            <a:spLocks noGrp="1"/>
          </p:cNvSpPr>
          <p:nvPr>
            <p:ph type="sldNum" sz="quarter" idx="4"/>
          </p:nvPr>
        </p:nvSpPr>
        <p:spPr>
          <a:xfrm>
            <a:off x="411162" y="6310800"/>
            <a:ext cx="648000" cy="547200"/>
          </a:xfrm>
          <a:prstGeom prst="rect">
            <a:avLst/>
          </a:prstGeom>
        </p:spPr>
        <p:txBody>
          <a:bodyPr vert="horz" lIns="0" tIns="0" rIns="0" bIns="61200" rtlCol="0" anchor="ctr" anchorCtr="0"/>
          <a:lstStyle>
            <a:lvl1pPr algn="l">
              <a:lnSpc>
                <a:spcPct val="100000"/>
              </a:lnSpc>
              <a:defRPr sz="900" b="1">
                <a:solidFill>
                  <a:schemeClr val="tx1"/>
                </a:solidFill>
              </a:defRPr>
            </a:lvl1pPr>
          </a:lstStyle>
          <a:p>
            <a:r>
              <a:rPr lang="en-US"/>
              <a:t>Page </a:t>
            </a:r>
            <a:fld id="{15EBE321-CBB1-4E91-BD14-37C8D44326FB}" type="slidenum">
              <a:rPr lang="en-US" smtClean="0"/>
              <a:pPr/>
              <a:t>‹#›</a:t>
            </a:fld>
            <a:endParaRPr lang="en-US"/>
          </a:p>
        </p:txBody>
      </p:sp>
      <p:sp>
        <p:nvSpPr>
          <p:cNvPr id="9" name="Text Placeholder">
            <a:extLst>
              <a:ext uri="{FF2B5EF4-FFF2-40B4-BE49-F238E27FC236}">
                <a16:creationId xmlns:a16="http://schemas.microsoft.com/office/drawing/2014/main" id="{772FF5AB-0FAE-0388-A712-461177C35BD6}"/>
              </a:ext>
            </a:extLst>
          </p:cNvPr>
          <p:cNvSpPr>
            <a:spLocks noGrp="1"/>
          </p:cNvSpPr>
          <p:nvPr>
            <p:ph idx="1"/>
          </p:nvPr>
        </p:nvSpPr>
        <p:spPr>
          <a:xfrm>
            <a:off x="411161" y="1414800"/>
            <a:ext cx="7200000" cy="4536000"/>
          </a:xfrm>
          <a:prstGeom prst="rect">
            <a:avLst/>
          </a:prstGeom>
        </p:spPr>
        <p:txBody>
          <a:bodyPr vert="horz" lIns="0" tIns="0" rIns="0" bIns="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14" name="Imagem 11" descr="Uma imagem com texto&#10;&#10;Descrição gerada automaticamente">
            <a:extLst>
              <a:ext uri="{FF2B5EF4-FFF2-40B4-BE49-F238E27FC236}">
                <a16:creationId xmlns:a16="http://schemas.microsoft.com/office/drawing/2014/main" id="{0A0127EB-6D54-2C8F-08B0-DF83F9477FFB}"/>
              </a:ext>
            </a:extLst>
          </p:cNvPr>
          <p:cNvPicPr>
            <a:picLocks noChangeAspect="1"/>
          </p:cNvPicPr>
          <p:nvPr userDrawn="1"/>
        </p:nvPicPr>
        <p:blipFill>
          <a:blip r:embed="rId7" cstate="email">
            <a:extLst>
              <a:ext uri="{28A0092B-C50C-407E-A947-70E740481C1C}">
                <a14:useLocalDpi xmlns:a14="http://schemas.microsoft.com/office/drawing/2010/main"/>
              </a:ext>
            </a:extLst>
          </a:blip>
          <a:stretch>
            <a:fillRect/>
          </a:stretch>
        </p:blipFill>
        <p:spPr>
          <a:xfrm>
            <a:off x="11138881" y="434578"/>
            <a:ext cx="720000" cy="720000"/>
          </a:xfrm>
          <a:prstGeom prst="rect">
            <a:avLst/>
          </a:prstGeom>
        </p:spPr>
      </p:pic>
    </p:spTree>
    <p:extLst>
      <p:ext uri="{BB962C8B-B14F-4D97-AF65-F5344CB8AC3E}">
        <p14:creationId xmlns:p14="http://schemas.microsoft.com/office/powerpoint/2010/main" val="746405921"/>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259" userDrawn="1">
          <p15:clr>
            <a:srgbClr val="65CEFF"/>
          </p15:clr>
        </p15:guide>
        <p15:guide id="2" pos="2526" userDrawn="1">
          <p15:clr>
            <a:srgbClr val="65CEFF"/>
          </p15:clr>
        </p15:guide>
        <p15:guide id="3" pos="2708" userDrawn="1">
          <p15:clr>
            <a:srgbClr val="65CEFF"/>
          </p15:clr>
        </p15:guide>
        <p15:guide id="4" pos="3705" userDrawn="1">
          <p15:clr>
            <a:srgbClr val="65CEFF"/>
          </p15:clr>
        </p15:guide>
        <p15:guide id="5" pos="3978" userDrawn="1">
          <p15:clr>
            <a:srgbClr val="65CEFF"/>
          </p15:clr>
        </p15:guide>
        <p15:guide id="7" pos="4975" userDrawn="1">
          <p15:clr>
            <a:srgbClr val="65CEFF"/>
          </p15:clr>
        </p15:guide>
        <p15:guide id="8" pos="5157" userDrawn="1">
          <p15:clr>
            <a:srgbClr val="65CEFF"/>
          </p15:clr>
        </p15:guide>
        <p15:guide id="9" pos="6472" userDrawn="1">
          <p15:clr>
            <a:srgbClr val="65CEFF"/>
          </p15:clr>
        </p15:guide>
        <p15:guide id="10" pos="7425" userDrawn="1">
          <p15:clr>
            <a:srgbClr val="65CEFF"/>
          </p15:clr>
        </p15:guide>
        <p15:guide id="11" orient="horz" pos="302" userDrawn="1">
          <p15:clr>
            <a:srgbClr val="65CEFF"/>
          </p15:clr>
        </p15:guide>
        <p15:guide id="12" orient="horz" pos="664" userDrawn="1">
          <p15:clr>
            <a:srgbClr val="65CEFF"/>
          </p15:clr>
        </p15:guide>
        <p15:guide id="13" orient="horz" pos="891" userDrawn="1">
          <p15:clr>
            <a:srgbClr val="65CEFF"/>
          </p15:clr>
        </p15:guide>
        <p15:guide id="14" orient="horz" pos="2206" userDrawn="1">
          <p15:clr>
            <a:srgbClr val="65CEFF"/>
          </p15:clr>
        </p15:guide>
        <p15:guide id="15" orient="horz" pos="2343" userDrawn="1">
          <p15:clr>
            <a:srgbClr val="65CEFF"/>
          </p15:clr>
        </p15:guide>
        <p15:guide id="16" orient="horz" pos="3658" userDrawn="1">
          <p15:clr>
            <a:srgbClr val="65CEFF"/>
          </p15:clr>
        </p15:guide>
        <p15:guide id="17" orient="horz" pos="3885" userDrawn="1">
          <p15:clr>
            <a:srgbClr val="65CEFF"/>
          </p15:clr>
        </p15:guide>
        <p15:guide id="18" orient="horz" pos="4157" userDrawn="1">
          <p15:clr>
            <a:srgbClr val="65CEFF"/>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7_Full bleed color Deep Blue">
    <p:bg>
      <p:bgRef idx="1001">
        <a:schemeClr val="bg2"/>
      </p:bgRef>
    </p:bg>
    <p:spTree>
      <p:nvGrpSpPr>
        <p:cNvPr id="1" name=""/>
        <p:cNvGrpSpPr/>
        <p:nvPr/>
      </p:nvGrpSpPr>
      <p:grpSpPr>
        <a:xfrm>
          <a:off x="0" y="0"/>
          <a:ext cx="0" cy="0"/>
          <a:chOff x="0" y="0"/>
          <a:chExt cx="0" cy="0"/>
        </a:xfrm>
      </p:grpSpPr>
      <p:graphicFrame>
        <p:nvGraphicFramePr>
          <p:cNvPr id="4" name="Object 3" hidden="1">
            <a:extLst>
              <a:ext uri="{FF2B5EF4-FFF2-40B4-BE49-F238E27FC236}">
                <a16:creationId xmlns:a16="http://schemas.microsoft.com/office/drawing/2014/main" id="{5606C141-1512-A34C-D3C1-A7152EA18082}"/>
              </a:ext>
            </a:extLst>
          </p:cNvPr>
          <p:cNvGraphicFramePr>
            <a:graphicFrameLocks noChangeAspect="1"/>
          </p:cNvGraphicFramePr>
          <p:nvPr userDrawn="1">
            <p:custDataLst>
              <p:tags r:id="rId1"/>
            </p:custDataLst>
            <p:extLst>
              <p:ext uri="{D42A27DB-BD31-4B8C-83A1-F6EECF244321}">
                <p14:modId xmlns:p14="http://schemas.microsoft.com/office/powerpoint/2010/main" val="3373040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Folie" r:id="rId3" imgW="737" imgH="737" progId="TCLayout.ActiveDocument.1">
                  <p:embed/>
                </p:oleObj>
              </mc:Choice>
              <mc:Fallback>
                <p:oleObj name="think-cell Folie" r:id="rId3" imgW="737" imgH="737" progId="TCLayout.ActiveDocument.1">
                  <p:embed/>
                  <p:pic>
                    <p:nvPicPr>
                      <p:cNvPr id="4" name="Object 3" hidden="1">
                        <a:extLst>
                          <a:ext uri="{FF2B5EF4-FFF2-40B4-BE49-F238E27FC236}">
                            <a16:creationId xmlns:a16="http://schemas.microsoft.com/office/drawing/2014/main" id="{5606C141-1512-A34C-D3C1-A7152EA18082}"/>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3" name="Retângulo 2">
            <a:extLst>
              <a:ext uri="{FF2B5EF4-FFF2-40B4-BE49-F238E27FC236}">
                <a16:creationId xmlns:a16="http://schemas.microsoft.com/office/drawing/2014/main" id="{EAEE99BD-28E7-FE5E-FA77-0D47A3BA42F5}"/>
              </a:ext>
            </a:extLst>
          </p:cNvPr>
          <p:cNvSpPr/>
          <p:nvPr userDrawn="1"/>
        </p:nvSpPr>
        <p:spPr>
          <a:xfrm>
            <a:off x="0" y="0"/>
            <a:ext cx="12192000" cy="6858000"/>
          </a:xfrm>
          <a:prstGeom prst="rect">
            <a:avLst/>
          </a:prstGeom>
          <a:gradFill flip="none" rotWithShape="1">
            <a:gsLst>
              <a:gs pos="0">
                <a:srgbClr val="333255">
                  <a:alpha val="90000"/>
                </a:srgbClr>
              </a:gs>
              <a:gs pos="99000">
                <a:srgbClr val="0E0E35"/>
              </a:gs>
            </a:gsLst>
            <a:path path="circl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pPr algn="l"/>
            <a:endParaRPr lang="en-GB">
              <a:solidFill>
                <a:schemeClr val="tx1"/>
              </a:solidFill>
            </a:endParaRPr>
          </a:p>
        </p:txBody>
      </p:sp>
      <p:pic>
        <p:nvPicPr>
          <p:cNvPr id="7" name="Siemens Logo">
            <a:extLst>
              <a:ext uri="{FF2B5EF4-FFF2-40B4-BE49-F238E27FC236}">
                <a16:creationId xmlns:a16="http://schemas.microsoft.com/office/drawing/2014/main" id="{863976F1-B9C2-4217-A36A-7F1DCFF6EE2A}"/>
              </a:ext>
            </a:extLst>
          </p:cNvPr>
          <p:cNvPicPr>
            <a:picLocks noChangeAspect="1"/>
          </p:cNvPicPr>
          <p:nvPr userDrawn="1"/>
        </p:nvPicPr>
        <p:blipFill>
          <a:blip r:embed="rId5" cstate="email">
            <a:extLst>
              <a:ext uri="{28A0092B-C50C-407E-A947-70E740481C1C}">
                <a14:useLocalDpi xmlns:a14="http://schemas.microsoft.com/office/drawing/2010/main"/>
              </a:ext>
              <a:ext uri="{96DAC541-7B7A-43D3-8B79-37D633B846F1}">
                <asvg:svgBlip xmlns:asvg="http://schemas.microsoft.com/office/drawing/2016/SVG/main" r:embed="rId6"/>
              </a:ext>
            </a:extLst>
          </a:blip>
          <a:srcRect/>
          <a:stretch/>
        </p:blipFill>
        <p:spPr>
          <a:xfrm>
            <a:off x="10635188" y="6418800"/>
            <a:ext cx="1152000" cy="183168"/>
          </a:xfrm>
          <a:prstGeom prst="rect">
            <a:avLst/>
          </a:prstGeom>
        </p:spPr>
      </p:pic>
      <p:sp>
        <p:nvSpPr>
          <p:cNvPr id="8" name="Title Placeholder">
            <a:extLst>
              <a:ext uri="{FF2B5EF4-FFF2-40B4-BE49-F238E27FC236}">
                <a16:creationId xmlns:a16="http://schemas.microsoft.com/office/drawing/2014/main" id="{4315EF87-8232-406F-3929-2791AF0DD62F}"/>
              </a:ext>
            </a:extLst>
          </p:cNvPr>
          <p:cNvSpPr>
            <a:spLocks noGrp="1"/>
          </p:cNvSpPr>
          <p:nvPr>
            <p:ph type="title"/>
          </p:nvPr>
        </p:nvSpPr>
        <p:spPr>
          <a:xfrm>
            <a:off x="410400" y="478800"/>
            <a:ext cx="9863997" cy="576000"/>
          </a:xfrm>
          <a:prstGeom prst="rect">
            <a:avLst/>
          </a:prstGeom>
        </p:spPr>
        <p:txBody>
          <a:bodyPr vert="horz" lIns="0" tIns="0" rIns="324000" bIns="14400" rtlCol="0" anchor="b" anchorCtr="0">
            <a:noAutofit/>
          </a:bodyPr>
          <a:lstStyle>
            <a:lvl1pPr>
              <a:defRPr>
                <a:solidFill>
                  <a:schemeClr val="tx1"/>
                </a:solidFill>
              </a:defRPr>
            </a:lvl1pPr>
          </a:lstStyle>
          <a:p>
            <a:r>
              <a:rPr lang="en-US"/>
              <a:t>Click to edit Master title style</a:t>
            </a:r>
          </a:p>
        </p:txBody>
      </p:sp>
      <p:sp>
        <p:nvSpPr>
          <p:cNvPr id="10" name="Footer Placeholder">
            <a:extLst>
              <a:ext uri="{FF2B5EF4-FFF2-40B4-BE49-F238E27FC236}">
                <a16:creationId xmlns:a16="http://schemas.microsoft.com/office/drawing/2014/main" id="{A29C7FB6-EEF3-CCFA-F90F-B44B5967F6B9}"/>
              </a:ext>
            </a:extLst>
          </p:cNvPr>
          <p:cNvSpPr>
            <a:spLocks noGrp="1"/>
          </p:cNvSpPr>
          <p:nvPr>
            <p:ph type="ftr" sz="quarter" idx="3"/>
          </p:nvPr>
        </p:nvSpPr>
        <p:spPr>
          <a:xfrm>
            <a:off x="1059160" y="6310800"/>
            <a:ext cx="9216000" cy="547200"/>
          </a:xfrm>
          <a:prstGeom prst="rect">
            <a:avLst/>
          </a:prstGeom>
        </p:spPr>
        <p:txBody>
          <a:bodyPr vert="horz" lIns="0" tIns="0" rIns="0" bIns="61200" rtlCol="0" anchor="ctr" anchorCtr="0"/>
          <a:lstStyle>
            <a:lvl1pPr algn="l">
              <a:lnSpc>
                <a:spcPct val="100000"/>
              </a:lnSpc>
              <a:defRPr sz="900">
                <a:solidFill>
                  <a:schemeClr val="tx1"/>
                </a:solidFill>
              </a:defRPr>
            </a:lvl1pPr>
          </a:lstStyle>
          <a:p>
            <a:r>
              <a:rPr lang="en-US"/>
              <a:t>Restricted | © Siemens 2024 | SHERPA X | YYYY-MM-DD | Status: Published</a:t>
            </a:r>
          </a:p>
        </p:txBody>
      </p:sp>
      <p:sp>
        <p:nvSpPr>
          <p:cNvPr id="13" name="Slide Number Placeholder">
            <a:extLst>
              <a:ext uri="{FF2B5EF4-FFF2-40B4-BE49-F238E27FC236}">
                <a16:creationId xmlns:a16="http://schemas.microsoft.com/office/drawing/2014/main" id="{E217BFFA-CD11-26FB-EB1B-CAB5E139BBD3}"/>
              </a:ext>
            </a:extLst>
          </p:cNvPr>
          <p:cNvSpPr>
            <a:spLocks noGrp="1"/>
          </p:cNvSpPr>
          <p:nvPr>
            <p:ph type="sldNum" sz="quarter" idx="4"/>
          </p:nvPr>
        </p:nvSpPr>
        <p:spPr>
          <a:xfrm>
            <a:off x="411162" y="6310800"/>
            <a:ext cx="648000" cy="547200"/>
          </a:xfrm>
          <a:prstGeom prst="rect">
            <a:avLst/>
          </a:prstGeom>
        </p:spPr>
        <p:txBody>
          <a:bodyPr vert="horz" lIns="0" tIns="0" rIns="0" bIns="61200" rtlCol="0" anchor="ctr" anchorCtr="0"/>
          <a:lstStyle>
            <a:lvl1pPr algn="l">
              <a:lnSpc>
                <a:spcPct val="100000"/>
              </a:lnSpc>
              <a:defRPr sz="900" b="1">
                <a:solidFill>
                  <a:schemeClr val="tx1"/>
                </a:solidFill>
              </a:defRPr>
            </a:lvl1pPr>
          </a:lstStyle>
          <a:p>
            <a:r>
              <a:rPr lang="en-US"/>
              <a:t>Page </a:t>
            </a:r>
            <a:fld id="{15EBE321-CBB1-4E91-BD14-37C8D44326FB}" type="slidenum">
              <a:rPr lang="en-US" smtClean="0"/>
              <a:pPr/>
              <a:t>‹#›</a:t>
            </a:fld>
            <a:endParaRPr lang="en-US"/>
          </a:p>
        </p:txBody>
      </p:sp>
      <p:pic>
        <p:nvPicPr>
          <p:cNvPr id="14" name="Imagem 11" descr="Uma imagem com texto&#10;&#10;Descrição gerada automaticamente">
            <a:extLst>
              <a:ext uri="{FF2B5EF4-FFF2-40B4-BE49-F238E27FC236}">
                <a16:creationId xmlns:a16="http://schemas.microsoft.com/office/drawing/2014/main" id="{0A0127EB-6D54-2C8F-08B0-DF83F9477FFB}"/>
              </a:ext>
            </a:extLst>
          </p:cNvPr>
          <p:cNvPicPr>
            <a:picLocks noChangeAspect="1"/>
          </p:cNvPicPr>
          <p:nvPr userDrawn="1"/>
        </p:nvPicPr>
        <p:blipFill>
          <a:blip r:embed="rId7" cstate="email">
            <a:extLst>
              <a:ext uri="{28A0092B-C50C-407E-A947-70E740481C1C}">
                <a14:useLocalDpi xmlns:a14="http://schemas.microsoft.com/office/drawing/2010/main"/>
              </a:ext>
            </a:extLst>
          </a:blip>
          <a:stretch>
            <a:fillRect/>
          </a:stretch>
        </p:blipFill>
        <p:spPr>
          <a:xfrm>
            <a:off x="11138881" y="434578"/>
            <a:ext cx="720000" cy="720000"/>
          </a:xfrm>
          <a:prstGeom prst="rect">
            <a:avLst/>
          </a:prstGeom>
        </p:spPr>
      </p:pic>
    </p:spTree>
    <p:extLst>
      <p:ext uri="{BB962C8B-B14F-4D97-AF65-F5344CB8AC3E}">
        <p14:creationId xmlns:p14="http://schemas.microsoft.com/office/powerpoint/2010/main" val="2146774816"/>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259" userDrawn="1">
          <p15:clr>
            <a:srgbClr val="65CEFF"/>
          </p15:clr>
        </p15:guide>
        <p15:guide id="2" pos="2526" userDrawn="1">
          <p15:clr>
            <a:srgbClr val="65CEFF"/>
          </p15:clr>
        </p15:guide>
        <p15:guide id="3" pos="2708" userDrawn="1">
          <p15:clr>
            <a:srgbClr val="65CEFF"/>
          </p15:clr>
        </p15:guide>
        <p15:guide id="4" pos="3705" userDrawn="1">
          <p15:clr>
            <a:srgbClr val="65CEFF"/>
          </p15:clr>
        </p15:guide>
        <p15:guide id="5" pos="3978" userDrawn="1">
          <p15:clr>
            <a:srgbClr val="65CEFF"/>
          </p15:clr>
        </p15:guide>
        <p15:guide id="7" pos="4975" userDrawn="1">
          <p15:clr>
            <a:srgbClr val="65CEFF"/>
          </p15:clr>
        </p15:guide>
        <p15:guide id="8" pos="5157" userDrawn="1">
          <p15:clr>
            <a:srgbClr val="65CEFF"/>
          </p15:clr>
        </p15:guide>
        <p15:guide id="9" pos="6472" userDrawn="1">
          <p15:clr>
            <a:srgbClr val="65CEFF"/>
          </p15:clr>
        </p15:guide>
        <p15:guide id="10" pos="7425" userDrawn="1">
          <p15:clr>
            <a:srgbClr val="65CEFF"/>
          </p15:clr>
        </p15:guide>
        <p15:guide id="11" orient="horz" pos="302" userDrawn="1">
          <p15:clr>
            <a:srgbClr val="65CEFF"/>
          </p15:clr>
        </p15:guide>
        <p15:guide id="12" orient="horz" pos="664" userDrawn="1">
          <p15:clr>
            <a:srgbClr val="65CEFF"/>
          </p15:clr>
        </p15:guide>
        <p15:guide id="13" orient="horz" pos="891" userDrawn="1">
          <p15:clr>
            <a:srgbClr val="65CEFF"/>
          </p15:clr>
        </p15:guide>
        <p15:guide id="14" orient="horz" pos="2206" userDrawn="1">
          <p15:clr>
            <a:srgbClr val="65CEFF"/>
          </p15:clr>
        </p15:guide>
        <p15:guide id="15" orient="horz" pos="2343" userDrawn="1">
          <p15:clr>
            <a:srgbClr val="65CEFF"/>
          </p15:clr>
        </p15:guide>
        <p15:guide id="16" orient="horz" pos="3658" userDrawn="1">
          <p15:clr>
            <a:srgbClr val="65CEFF"/>
          </p15:clr>
        </p15:guide>
        <p15:guide id="17" orient="horz" pos="3885" userDrawn="1">
          <p15:clr>
            <a:srgbClr val="65CEFF"/>
          </p15:clr>
        </p15:guide>
        <p15:guide id="18" orient="horz" pos="4157" userDrawn="1">
          <p15:clr>
            <a:srgbClr val="65CEFF"/>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6_Full bleed color Deep Blue">
    <p:bg>
      <p:bgRef idx="1001">
        <a:schemeClr val="bg2"/>
      </p:bgRef>
    </p:bg>
    <p:spTree>
      <p:nvGrpSpPr>
        <p:cNvPr id="1" name=""/>
        <p:cNvGrpSpPr/>
        <p:nvPr/>
      </p:nvGrpSpPr>
      <p:grpSpPr>
        <a:xfrm>
          <a:off x="0" y="0"/>
          <a:ext cx="0" cy="0"/>
          <a:chOff x="0" y="0"/>
          <a:chExt cx="0" cy="0"/>
        </a:xfrm>
      </p:grpSpPr>
      <p:graphicFrame>
        <p:nvGraphicFramePr>
          <p:cNvPr id="4" name="Object 3" hidden="1">
            <a:extLst>
              <a:ext uri="{FF2B5EF4-FFF2-40B4-BE49-F238E27FC236}">
                <a16:creationId xmlns:a16="http://schemas.microsoft.com/office/drawing/2014/main" id="{7435F99E-0D58-606B-B2BE-15CB2B3CAED3}"/>
              </a:ext>
            </a:extLst>
          </p:cNvPr>
          <p:cNvGraphicFramePr>
            <a:graphicFrameLocks noChangeAspect="1"/>
          </p:cNvGraphicFramePr>
          <p:nvPr userDrawn="1">
            <p:custDataLst>
              <p:tags r:id="rId1"/>
            </p:custDataLst>
            <p:extLst>
              <p:ext uri="{D42A27DB-BD31-4B8C-83A1-F6EECF244321}">
                <p14:modId xmlns:p14="http://schemas.microsoft.com/office/powerpoint/2010/main" val="264413323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Folie" r:id="rId3" imgW="737" imgH="737" progId="TCLayout.ActiveDocument.1">
                  <p:embed/>
                </p:oleObj>
              </mc:Choice>
              <mc:Fallback>
                <p:oleObj name="think-cell Folie" r:id="rId3" imgW="737" imgH="737" progId="TCLayout.ActiveDocument.1">
                  <p:embed/>
                  <p:pic>
                    <p:nvPicPr>
                      <p:cNvPr id="4" name="Object 3" hidden="1">
                        <a:extLst>
                          <a:ext uri="{FF2B5EF4-FFF2-40B4-BE49-F238E27FC236}">
                            <a16:creationId xmlns:a16="http://schemas.microsoft.com/office/drawing/2014/main" id="{7435F99E-0D58-606B-B2BE-15CB2B3CAED3}"/>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pic>
        <p:nvPicPr>
          <p:cNvPr id="3" name="Imagem 2">
            <a:extLst>
              <a:ext uri="{FF2B5EF4-FFF2-40B4-BE49-F238E27FC236}">
                <a16:creationId xmlns:a16="http://schemas.microsoft.com/office/drawing/2014/main" id="{34A8614B-5E4A-CCE1-D748-E7B97938D477}"/>
              </a:ext>
            </a:extLst>
          </p:cNvPr>
          <p:cNvPicPr>
            <a:picLocks noChangeAspect="1"/>
          </p:cNvPicPr>
          <p:nvPr userDrawn="1"/>
        </p:nvPicPr>
        <p:blipFill>
          <a:blip r:embed="rId5" cstate="email">
            <a:alphaModFix amt="70000"/>
            <a:extLst>
              <a:ext uri="{28A0092B-C50C-407E-A947-70E740481C1C}">
                <a14:useLocalDpi xmlns:a14="http://schemas.microsoft.com/office/drawing/2010/main"/>
              </a:ext>
            </a:extLst>
          </a:blip>
          <a:stretch>
            <a:fillRect/>
          </a:stretch>
        </p:blipFill>
        <p:spPr>
          <a:xfrm>
            <a:off x="0" y="0"/>
            <a:ext cx="12192000" cy="6858000"/>
          </a:xfrm>
          <a:prstGeom prst="rect">
            <a:avLst/>
          </a:prstGeom>
        </p:spPr>
      </p:pic>
      <p:pic>
        <p:nvPicPr>
          <p:cNvPr id="7" name="Siemens Logo">
            <a:extLst>
              <a:ext uri="{FF2B5EF4-FFF2-40B4-BE49-F238E27FC236}">
                <a16:creationId xmlns:a16="http://schemas.microsoft.com/office/drawing/2014/main" id="{863976F1-B9C2-4217-A36A-7F1DCFF6EE2A}"/>
              </a:ext>
            </a:extLst>
          </p:cNvPr>
          <p:cNvPicPr>
            <a:picLocks noChangeAspect="1"/>
          </p:cNvPicPr>
          <p:nvPr userDrawn="1"/>
        </p:nvPicPr>
        <p:blipFill>
          <a:blip r:embed="rId6" cstate="email">
            <a:extLst>
              <a:ext uri="{28A0092B-C50C-407E-A947-70E740481C1C}">
                <a14:useLocalDpi xmlns:a14="http://schemas.microsoft.com/office/drawing/2010/main"/>
              </a:ext>
              <a:ext uri="{96DAC541-7B7A-43D3-8B79-37D633B846F1}">
                <asvg:svgBlip xmlns:asvg="http://schemas.microsoft.com/office/drawing/2016/SVG/main" r:embed="rId7"/>
              </a:ext>
            </a:extLst>
          </a:blip>
          <a:srcRect/>
          <a:stretch/>
        </p:blipFill>
        <p:spPr>
          <a:xfrm>
            <a:off x="10635188" y="6418800"/>
            <a:ext cx="1152000" cy="183168"/>
          </a:xfrm>
          <a:prstGeom prst="rect">
            <a:avLst/>
          </a:prstGeom>
        </p:spPr>
      </p:pic>
      <p:sp>
        <p:nvSpPr>
          <p:cNvPr id="8" name="Text Placeholder">
            <a:extLst>
              <a:ext uri="{FF2B5EF4-FFF2-40B4-BE49-F238E27FC236}">
                <a16:creationId xmlns:a16="http://schemas.microsoft.com/office/drawing/2014/main" id="{EB99411B-0925-84FB-4D1D-FC9EEF4F2BB6}"/>
              </a:ext>
            </a:extLst>
          </p:cNvPr>
          <p:cNvSpPr>
            <a:spLocks noGrp="1"/>
          </p:cNvSpPr>
          <p:nvPr>
            <p:ph idx="1"/>
          </p:nvPr>
        </p:nvSpPr>
        <p:spPr>
          <a:xfrm>
            <a:off x="411161" y="1414800"/>
            <a:ext cx="7200000" cy="4536000"/>
          </a:xfrm>
          <a:prstGeom prst="rect">
            <a:avLst/>
          </a:prstGeom>
        </p:spPr>
        <p:txBody>
          <a:bodyPr vert="horz" lIns="0" tIns="0" rIns="0" bIns="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itle Placeholder">
            <a:extLst>
              <a:ext uri="{FF2B5EF4-FFF2-40B4-BE49-F238E27FC236}">
                <a16:creationId xmlns:a16="http://schemas.microsoft.com/office/drawing/2014/main" id="{E60B6241-46E5-87F0-2C26-30E54B5DBB3E}"/>
              </a:ext>
            </a:extLst>
          </p:cNvPr>
          <p:cNvSpPr>
            <a:spLocks noGrp="1"/>
          </p:cNvSpPr>
          <p:nvPr>
            <p:ph type="title"/>
          </p:nvPr>
        </p:nvSpPr>
        <p:spPr>
          <a:xfrm>
            <a:off x="410400" y="478800"/>
            <a:ext cx="9863997" cy="576000"/>
          </a:xfrm>
          <a:prstGeom prst="rect">
            <a:avLst/>
          </a:prstGeom>
        </p:spPr>
        <p:txBody>
          <a:bodyPr vert="horz" lIns="0" tIns="0" rIns="324000" bIns="14400" rtlCol="0" anchor="b" anchorCtr="0">
            <a:noAutofit/>
          </a:bodyPr>
          <a:lstStyle>
            <a:lvl1pPr>
              <a:defRPr>
                <a:solidFill>
                  <a:schemeClr val="tx1"/>
                </a:solidFill>
              </a:defRPr>
            </a:lvl1pPr>
          </a:lstStyle>
          <a:p>
            <a:r>
              <a:rPr lang="en-US"/>
              <a:t>Click to edit Master title style</a:t>
            </a:r>
          </a:p>
        </p:txBody>
      </p:sp>
      <p:sp>
        <p:nvSpPr>
          <p:cNvPr id="13" name="Footer Placeholder">
            <a:extLst>
              <a:ext uri="{FF2B5EF4-FFF2-40B4-BE49-F238E27FC236}">
                <a16:creationId xmlns:a16="http://schemas.microsoft.com/office/drawing/2014/main" id="{909713C9-0953-E268-454B-9992E6DEF916}"/>
              </a:ext>
            </a:extLst>
          </p:cNvPr>
          <p:cNvSpPr>
            <a:spLocks noGrp="1"/>
          </p:cNvSpPr>
          <p:nvPr>
            <p:ph type="ftr" sz="quarter" idx="3"/>
          </p:nvPr>
        </p:nvSpPr>
        <p:spPr>
          <a:xfrm>
            <a:off x="1059160" y="6310800"/>
            <a:ext cx="9216000" cy="547200"/>
          </a:xfrm>
          <a:prstGeom prst="rect">
            <a:avLst/>
          </a:prstGeom>
        </p:spPr>
        <p:txBody>
          <a:bodyPr vert="horz" lIns="0" tIns="0" rIns="0" bIns="61200" rtlCol="0" anchor="ctr" anchorCtr="0"/>
          <a:lstStyle>
            <a:lvl1pPr algn="l">
              <a:lnSpc>
                <a:spcPct val="100000"/>
              </a:lnSpc>
              <a:defRPr sz="900">
                <a:solidFill>
                  <a:schemeClr val="tx1"/>
                </a:solidFill>
              </a:defRPr>
            </a:lvl1pPr>
          </a:lstStyle>
          <a:p>
            <a:r>
              <a:rPr lang="en-US"/>
              <a:t>Restricted | © Siemens 2024 | SHERPA X | YYYY-MM-DD | Status: Published</a:t>
            </a:r>
          </a:p>
        </p:txBody>
      </p:sp>
      <p:sp>
        <p:nvSpPr>
          <p:cNvPr id="14" name="Slide Number Placeholder">
            <a:extLst>
              <a:ext uri="{FF2B5EF4-FFF2-40B4-BE49-F238E27FC236}">
                <a16:creationId xmlns:a16="http://schemas.microsoft.com/office/drawing/2014/main" id="{D7C743A5-4AD4-1F7A-62AB-F0EBA2B17044}"/>
              </a:ext>
            </a:extLst>
          </p:cNvPr>
          <p:cNvSpPr>
            <a:spLocks noGrp="1"/>
          </p:cNvSpPr>
          <p:nvPr>
            <p:ph type="sldNum" sz="quarter" idx="4"/>
          </p:nvPr>
        </p:nvSpPr>
        <p:spPr>
          <a:xfrm>
            <a:off x="411162" y="6310800"/>
            <a:ext cx="648000" cy="547200"/>
          </a:xfrm>
          <a:prstGeom prst="rect">
            <a:avLst/>
          </a:prstGeom>
        </p:spPr>
        <p:txBody>
          <a:bodyPr vert="horz" lIns="0" tIns="0" rIns="0" bIns="61200" rtlCol="0" anchor="ctr" anchorCtr="0"/>
          <a:lstStyle>
            <a:lvl1pPr algn="l">
              <a:lnSpc>
                <a:spcPct val="100000"/>
              </a:lnSpc>
              <a:defRPr sz="900" b="1">
                <a:solidFill>
                  <a:schemeClr val="tx1"/>
                </a:solidFill>
              </a:defRPr>
            </a:lvl1pPr>
          </a:lstStyle>
          <a:p>
            <a:r>
              <a:rPr lang="en-US"/>
              <a:t>Page </a:t>
            </a:r>
            <a:fld id="{15EBE321-CBB1-4E91-BD14-37C8D44326FB}" type="slidenum">
              <a:rPr lang="en-US" smtClean="0"/>
              <a:pPr/>
              <a:t>‹#›</a:t>
            </a:fld>
            <a:endParaRPr lang="en-US"/>
          </a:p>
        </p:txBody>
      </p:sp>
      <p:pic>
        <p:nvPicPr>
          <p:cNvPr id="10" name="Imagem 11" descr="Uma imagem com texto&#10;&#10;Descrição gerada automaticamente">
            <a:extLst>
              <a:ext uri="{FF2B5EF4-FFF2-40B4-BE49-F238E27FC236}">
                <a16:creationId xmlns:a16="http://schemas.microsoft.com/office/drawing/2014/main" id="{350A0A31-9F78-0D85-3F40-D7C8C35E71A6}"/>
              </a:ext>
            </a:extLst>
          </p:cNvPr>
          <p:cNvPicPr>
            <a:picLocks noChangeAspect="1"/>
          </p:cNvPicPr>
          <p:nvPr userDrawn="1"/>
        </p:nvPicPr>
        <p:blipFill>
          <a:blip r:embed="rId8" cstate="email">
            <a:extLst>
              <a:ext uri="{28A0092B-C50C-407E-A947-70E740481C1C}">
                <a14:useLocalDpi xmlns:a14="http://schemas.microsoft.com/office/drawing/2010/main"/>
              </a:ext>
            </a:extLst>
          </a:blip>
          <a:stretch>
            <a:fillRect/>
          </a:stretch>
        </p:blipFill>
        <p:spPr>
          <a:xfrm>
            <a:off x="11138881" y="434578"/>
            <a:ext cx="720000" cy="720000"/>
          </a:xfrm>
          <a:prstGeom prst="rect">
            <a:avLst/>
          </a:prstGeom>
        </p:spPr>
      </p:pic>
    </p:spTree>
    <p:extLst>
      <p:ext uri="{BB962C8B-B14F-4D97-AF65-F5344CB8AC3E}">
        <p14:creationId xmlns:p14="http://schemas.microsoft.com/office/powerpoint/2010/main" val="1952487112"/>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259" userDrawn="1">
          <p15:clr>
            <a:srgbClr val="65CEFF"/>
          </p15:clr>
        </p15:guide>
        <p15:guide id="2" pos="2526" userDrawn="1">
          <p15:clr>
            <a:srgbClr val="65CEFF"/>
          </p15:clr>
        </p15:guide>
        <p15:guide id="3" pos="2708" userDrawn="1">
          <p15:clr>
            <a:srgbClr val="65CEFF"/>
          </p15:clr>
        </p15:guide>
        <p15:guide id="4" pos="3705" userDrawn="1">
          <p15:clr>
            <a:srgbClr val="65CEFF"/>
          </p15:clr>
        </p15:guide>
        <p15:guide id="5" pos="3978" userDrawn="1">
          <p15:clr>
            <a:srgbClr val="65CEFF"/>
          </p15:clr>
        </p15:guide>
        <p15:guide id="7" pos="4975" userDrawn="1">
          <p15:clr>
            <a:srgbClr val="65CEFF"/>
          </p15:clr>
        </p15:guide>
        <p15:guide id="8" pos="5157" userDrawn="1">
          <p15:clr>
            <a:srgbClr val="65CEFF"/>
          </p15:clr>
        </p15:guide>
        <p15:guide id="9" pos="6472" userDrawn="1">
          <p15:clr>
            <a:srgbClr val="65CEFF"/>
          </p15:clr>
        </p15:guide>
        <p15:guide id="10" pos="7425" userDrawn="1">
          <p15:clr>
            <a:srgbClr val="65CEFF"/>
          </p15:clr>
        </p15:guide>
        <p15:guide id="11" orient="horz" pos="302" userDrawn="1">
          <p15:clr>
            <a:srgbClr val="65CEFF"/>
          </p15:clr>
        </p15:guide>
        <p15:guide id="12" orient="horz" pos="664" userDrawn="1">
          <p15:clr>
            <a:srgbClr val="65CEFF"/>
          </p15:clr>
        </p15:guide>
        <p15:guide id="13" orient="horz" pos="891" userDrawn="1">
          <p15:clr>
            <a:srgbClr val="65CEFF"/>
          </p15:clr>
        </p15:guide>
        <p15:guide id="14" orient="horz" pos="2206" userDrawn="1">
          <p15:clr>
            <a:srgbClr val="65CEFF"/>
          </p15:clr>
        </p15:guide>
        <p15:guide id="15" orient="horz" pos="2343" userDrawn="1">
          <p15:clr>
            <a:srgbClr val="65CEFF"/>
          </p15:clr>
        </p15:guide>
        <p15:guide id="16" orient="horz" pos="3658" userDrawn="1">
          <p15:clr>
            <a:srgbClr val="65CEFF"/>
          </p15:clr>
        </p15:guide>
        <p15:guide id="17" orient="horz" pos="3885" userDrawn="1">
          <p15:clr>
            <a:srgbClr val="65CEFF"/>
          </p15:clr>
        </p15:guide>
        <p15:guide id="18" orient="horz" pos="4157" userDrawn="1">
          <p15:clr>
            <a:srgbClr val="65CEFF"/>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8_Full bleed color Deep Blue">
    <p:bg>
      <p:bgRef idx="1001">
        <a:schemeClr val="bg2"/>
      </p:bgRef>
    </p:bg>
    <p:spTree>
      <p:nvGrpSpPr>
        <p:cNvPr id="1" name=""/>
        <p:cNvGrpSpPr/>
        <p:nvPr/>
      </p:nvGrpSpPr>
      <p:grpSpPr>
        <a:xfrm>
          <a:off x="0" y="0"/>
          <a:ext cx="0" cy="0"/>
          <a:chOff x="0" y="0"/>
          <a:chExt cx="0" cy="0"/>
        </a:xfrm>
      </p:grpSpPr>
      <p:graphicFrame>
        <p:nvGraphicFramePr>
          <p:cNvPr id="4" name="Object 3" hidden="1">
            <a:extLst>
              <a:ext uri="{FF2B5EF4-FFF2-40B4-BE49-F238E27FC236}">
                <a16:creationId xmlns:a16="http://schemas.microsoft.com/office/drawing/2014/main" id="{7435F99E-0D58-606B-B2BE-15CB2B3CAED3}"/>
              </a:ext>
            </a:extLst>
          </p:cNvPr>
          <p:cNvGraphicFramePr>
            <a:graphicFrameLocks noChangeAspect="1"/>
          </p:cNvGraphicFramePr>
          <p:nvPr userDrawn="1">
            <p:custDataLst>
              <p:tags r:id="rId1"/>
            </p:custDataLst>
            <p:extLst>
              <p:ext uri="{D42A27DB-BD31-4B8C-83A1-F6EECF244321}">
                <p14:modId xmlns:p14="http://schemas.microsoft.com/office/powerpoint/2010/main" val="264413323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Folie" r:id="rId3" imgW="737" imgH="737" progId="TCLayout.ActiveDocument.1">
                  <p:embed/>
                </p:oleObj>
              </mc:Choice>
              <mc:Fallback>
                <p:oleObj name="think-cell Folie" r:id="rId3" imgW="737" imgH="737" progId="TCLayout.ActiveDocument.1">
                  <p:embed/>
                  <p:pic>
                    <p:nvPicPr>
                      <p:cNvPr id="4" name="Object 3" hidden="1">
                        <a:extLst>
                          <a:ext uri="{FF2B5EF4-FFF2-40B4-BE49-F238E27FC236}">
                            <a16:creationId xmlns:a16="http://schemas.microsoft.com/office/drawing/2014/main" id="{7435F99E-0D58-606B-B2BE-15CB2B3CAED3}"/>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pic>
        <p:nvPicPr>
          <p:cNvPr id="3" name="Imagem 2">
            <a:extLst>
              <a:ext uri="{FF2B5EF4-FFF2-40B4-BE49-F238E27FC236}">
                <a16:creationId xmlns:a16="http://schemas.microsoft.com/office/drawing/2014/main" id="{34A8614B-5E4A-CCE1-D748-E7B97938D477}"/>
              </a:ext>
            </a:extLst>
          </p:cNvPr>
          <p:cNvPicPr>
            <a:picLocks noChangeAspect="1"/>
          </p:cNvPicPr>
          <p:nvPr userDrawn="1"/>
        </p:nvPicPr>
        <p:blipFill>
          <a:blip r:embed="rId5" cstate="email">
            <a:alphaModFix amt="70000"/>
            <a:extLst>
              <a:ext uri="{28A0092B-C50C-407E-A947-70E740481C1C}">
                <a14:useLocalDpi xmlns:a14="http://schemas.microsoft.com/office/drawing/2010/main"/>
              </a:ext>
            </a:extLst>
          </a:blip>
          <a:stretch>
            <a:fillRect/>
          </a:stretch>
        </p:blipFill>
        <p:spPr>
          <a:xfrm>
            <a:off x="0" y="0"/>
            <a:ext cx="12192000" cy="6858000"/>
          </a:xfrm>
          <a:prstGeom prst="rect">
            <a:avLst/>
          </a:prstGeom>
        </p:spPr>
      </p:pic>
      <p:pic>
        <p:nvPicPr>
          <p:cNvPr id="7" name="Siemens Logo">
            <a:extLst>
              <a:ext uri="{FF2B5EF4-FFF2-40B4-BE49-F238E27FC236}">
                <a16:creationId xmlns:a16="http://schemas.microsoft.com/office/drawing/2014/main" id="{863976F1-B9C2-4217-A36A-7F1DCFF6EE2A}"/>
              </a:ext>
            </a:extLst>
          </p:cNvPr>
          <p:cNvPicPr>
            <a:picLocks noChangeAspect="1"/>
          </p:cNvPicPr>
          <p:nvPr userDrawn="1"/>
        </p:nvPicPr>
        <p:blipFill>
          <a:blip r:embed="rId6" cstate="email">
            <a:extLst>
              <a:ext uri="{28A0092B-C50C-407E-A947-70E740481C1C}">
                <a14:useLocalDpi xmlns:a14="http://schemas.microsoft.com/office/drawing/2010/main"/>
              </a:ext>
              <a:ext uri="{96DAC541-7B7A-43D3-8B79-37D633B846F1}">
                <asvg:svgBlip xmlns:asvg="http://schemas.microsoft.com/office/drawing/2016/SVG/main" r:embed="rId7"/>
              </a:ext>
            </a:extLst>
          </a:blip>
          <a:srcRect/>
          <a:stretch/>
        </p:blipFill>
        <p:spPr>
          <a:xfrm>
            <a:off x="10635188" y="6418800"/>
            <a:ext cx="1152000" cy="183168"/>
          </a:xfrm>
          <a:prstGeom prst="rect">
            <a:avLst/>
          </a:prstGeom>
        </p:spPr>
      </p:pic>
      <p:sp>
        <p:nvSpPr>
          <p:cNvPr id="6" name="Title Placeholder">
            <a:extLst>
              <a:ext uri="{FF2B5EF4-FFF2-40B4-BE49-F238E27FC236}">
                <a16:creationId xmlns:a16="http://schemas.microsoft.com/office/drawing/2014/main" id="{E60B6241-46E5-87F0-2C26-30E54B5DBB3E}"/>
              </a:ext>
            </a:extLst>
          </p:cNvPr>
          <p:cNvSpPr>
            <a:spLocks noGrp="1"/>
          </p:cNvSpPr>
          <p:nvPr>
            <p:ph type="title"/>
          </p:nvPr>
        </p:nvSpPr>
        <p:spPr>
          <a:xfrm>
            <a:off x="410400" y="478800"/>
            <a:ext cx="9863997" cy="576000"/>
          </a:xfrm>
          <a:prstGeom prst="rect">
            <a:avLst/>
          </a:prstGeom>
        </p:spPr>
        <p:txBody>
          <a:bodyPr vert="horz" lIns="0" tIns="0" rIns="324000" bIns="14400" rtlCol="0" anchor="b" anchorCtr="0">
            <a:noAutofit/>
          </a:bodyPr>
          <a:lstStyle>
            <a:lvl1pPr>
              <a:defRPr>
                <a:solidFill>
                  <a:schemeClr val="tx1"/>
                </a:solidFill>
              </a:defRPr>
            </a:lvl1pPr>
          </a:lstStyle>
          <a:p>
            <a:r>
              <a:rPr lang="en-US"/>
              <a:t>Click to edit Master title style</a:t>
            </a:r>
          </a:p>
        </p:txBody>
      </p:sp>
      <p:sp>
        <p:nvSpPr>
          <p:cNvPr id="13" name="Footer Placeholder">
            <a:extLst>
              <a:ext uri="{FF2B5EF4-FFF2-40B4-BE49-F238E27FC236}">
                <a16:creationId xmlns:a16="http://schemas.microsoft.com/office/drawing/2014/main" id="{909713C9-0953-E268-454B-9992E6DEF916}"/>
              </a:ext>
            </a:extLst>
          </p:cNvPr>
          <p:cNvSpPr>
            <a:spLocks noGrp="1"/>
          </p:cNvSpPr>
          <p:nvPr>
            <p:ph type="ftr" sz="quarter" idx="3"/>
          </p:nvPr>
        </p:nvSpPr>
        <p:spPr>
          <a:xfrm>
            <a:off x="1059160" y="6310800"/>
            <a:ext cx="9216000" cy="547200"/>
          </a:xfrm>
          <a:prstGeom prst="rect">
            <a:avLst/>
          </a:prstGeom>
        </p:spPr>
        <p:txBody>
          <a:bodyPr vert="horz" lIns="0" tIns="0" rIns="0" bIns="61200" rtlCol="0" anchor="ctr" anchorCtr="0"/>
          <a:lstStyle>
            <a:lvl1pPr algn="l">
              <a:lnSpc>
                <a:spcPct val="100000"/>
              </a:lnSpc>
              <a:defRPr sz="900">
                <a:solidFill>
                  <a:schemeClr val="tx1"/>
                </a:solidFill>
              </a:defRPr>
            </a:lvl1pPr>
          </a:lstStyle>
          <a:p>
            <a:r>
              <a:rPr lang="en-US"/>
              <a:t>Restricted | © Siemens 2024 | SHERPA X | YYYY-MM-DD | Status: Published</a:t>
            </a:r>
          </a:p>
        </p:txBody>
      </p:sp>
      <p:sp>
        <p:nvSpPr>
          <p:cNvPr id="14" name="Slide Number Placeholder">
            <a:extLst>
              <a:ext uri="{FF2B5EF4-FFF2-40B4-BE49-F238E27FC236}">
                <a16:creationId xmlns:a16="http://schemas.microsoft.com/office/drawing/2014/main" id="{D7C743A5-4AD4-1F7A-62AB-F0EBA2B17044}"/>
              </a:ext>
            </a:extLst>
          </p:cNvPr>
          <p:cNvSpPr>
            <a:spLocks noGrp="1"/>
          </p:cNvSpPr>
          <p:nvPr>
            <p:ph type="sldNum" sz="quarter" idx="4"/>
          </p:nvPr>
        </p:nvSpPr>
        <p:spPr>
          <a:xfrm>
            <a:off x="411162" y="6310800"/>
            <a:ext cx="648000" cy="547200"/>
          </a:xfrm>
          <a:prstGeom prst="rect">
            <a:avLst/>
          </a:prstGeom>
        </p:spPr>
        <p:txBody>
          <a:bodyPr vert="horz" lIns="0" tIns="0" rIns="0" bIns="61200" rtlCol="0" anchor="ctr" anchorCtr="0"/>
          <a:lstStyle>
            <a:lvl1pPr algn="l">
              <a:lnSpc>
                <a:spcPct val="100000"/>
              </a:lnSpc>
              <a:defRPr sz="900" b="1">
                <a:solidFill>
                  <a:schemeClr val="tx1"/>
                </a:solidFill>
              </a:defRPr>
            </a:lvl1pPr>
          </a:lstStyle>
          <a:p>
            <a:r>
              <a:rPr lang="en-US"/>
              <a:t>Page </a:t>
            </a:r>
            <a:fld id="{15EBE321-CBB1-4E91-BD14-37C8D44326FB}" type="slidenum">
              <a:rPr lang="en-US" smtClean="0"/>
              <a:pPr/>
              <a:t>‹#›</a:t>
            </a:fld>
            <a:endParaRPr lang="en-US"/>
          </a:p>
        </p:txBody>
      </p:sp>
      <p:pic>
        <p:nvPicPr>
          <p:cNvPr id="10" name="Imagem 11" descr="Uma imagem com texto&#10;&#10;Descrição gerada automaticamente">
            <a:extLst>
              <a:ext uri="{FF2B5EF4-FFF2-40B4-BE49-F238E27FC236}">
                <a16:creationId xmlns:a16="http://schemas.microsoft.com/office/drawing/2014/main" id="{350A0A31-9F78-0D85-3F40-D7C8C35E71A6}"/>
              </a:ext>
            </a:extLst>
          </p:cNvPr>
          <p:cNvPicPr>
            <a:picLocks noChangeAspect="1"/>
          </p:cNvPicPr>
          <p:nvPr userDrawn="1"/>
        </p:nvPicPr>
        <p:blipFill>
          <a:blip r:embed="rId8" cstate="email">
            <a:extLst>
              <a:ext uri="{28A0092B-C50C-407E-A947-70E740481C1C}">
                <a14:useLocalDpi xmlns:a14="http://schemas.microsoft.com/office/drawing/2010/main"/>
              </a:ext>
            </a:extLst>
          </a:blip>
          <a:stretch>
            <a:fillRect/>
          </a:stretch>
        </p:blipFill>
        <p:spPr>
          <a:xfrm>
            <a:off x="11138881" y="434578"/>
            <a:ext cx="720000" cy="720000"/>
          </a:xfrm>
          <a:prstGeom prst="rect">
            <a:avLst/>
          </a:prstGeom>
        </p:spPr>
      </p:pic>
    </p:spTree>
    <p:extLst>
      <p:ext uri="{BB962C8B-B14F-4D97-AF65-F5344CB8AC3E}">
        <p14:creationId xmlns:p14="http://schemas.microsoft.com/office/powerpoint/2010/main" val="1746883268"/>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259" userDrawn="1">
          <p15:clr>
            <a:srgbClr val="65CEFF"/>
          </p15:clr>
        </p15:guide>
        <p15:guide id="2" pos="2526" userDrawn="1">
          <p15:clr>
            <a:srgbClr val="65CEFF"/>
          </p15:clr>
        </p15:guide>
        <p15:guide id="3" pos="2708" userDrawn="1">
          <p15:clr>
            <a:srgbClr val="65CEFF"/>
          </p15:clr>
        </p15:guide>
        <p15:guide id="4" pos="3705" userDrawn="1">
          <p15:clr>
            <a:srgbClr val="65CEFF"/>
          </p15:clr>
        </p15:guide>
        <p15:guide id="5" pos="3978" userDrawn="1">
          <p15:clr>
            <a:srgbClr val="65CEFF"/>
          </p15:clr>
        </p15:guide>
        <p15:guide id="7" pos="4975" userDrawn="1">
          <p15:clr>
            <a:srgbClr val="65CEFF"/>
          </p15:clr>
        </p15:guide>
        <p15:guide id="8" pos="5157" userDrawn="1">
          <p15:clr>
            <a:srgbClr val="65CEFF"/>
          </p15:clr>
        </p15:guide>
        <p15:guide id="9" pos="6472" userDrawn="1">
          <p15:clr>
            <a:srgbClr val="65CEFF"/>
          </p15:clr>
        </p15:guide>
        <p15:guide id="10" pos="7425" userDrawn="1">
          <p15:clr>
            <a:srgbClr val="65CEFF"/>
          </p15:clr>
        </p15:guide>
        <p15:guide id="11" orient="horz" pos="302" userDrawn="1">
          <p15:clr>
            <a:srgbClr val="65CEFF"/>
          </p15:clr>
        </p15:guide>
        <p15:guide id="12" orient="horz" pos="664" userDrawn="1">
          <p15:clr>
            <a:srgbClr val="65CEFF"/>
          </p15:clr>
        </p15:guide>
        <p15:guide id="13" orient="horz" pos="891" userDrawn="1">
          <p15:clr>
            <a:srgbClr val="65CEFF"/>
          </p15:clr>
        </p15:guide>
        <p15:guide id="14" orient="horz" pos="2206" userDrawn="1">
          <p15:clr>
            <a:srgbClr val="65CEFF"/>
          </p15:clr>
        </p15:guide>
        <p15:guide id="15" orient="horz" pos="2343" userDrawn="1">
          <p15:clr>
            <a:srgbClr val="65CEFF"/>
          </p15:clr>
        </p15:guide>
        <p15:guide id="16" orient="horz" pos="3658" userDrawn="1">
          <p15:clr>
            <a:srgbClr val="65CEFF"/>
          </p15:clr>
        </p15:guide>
        <p15:guide id="17" orient="horz" pos="3885" userDrawn="1">
          <p15:clr>
            <a:srgbClr val="65CEFF"/>
          </p15:clr>
        </p15:guide>
        <p15:guide id="18" orient="horz" pos="4157" userDrawn="1">
          <p15:clr>
            <a:srgbClr val="65CEFF"/>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Contact">
    <p:bg>
      <p:bgRef idx="1001">
        <a:schemeClr val="bg2"/>
      </p:bgRef>
    </p:bg>
    <p:spTree>
      <p:nvGrpSpPr>
        <p:cNvPr id="1" name=""/>
        <p:cNvGrpSpPr/>
        <p:nvPr/>
      </p:nvGrpSpPr>
      <p:grpSpPr>
        <a:xfrm>
          <a:off x="0" y="0"/>
          <a:ext cx="0" cy="0"/>
          <a:chOff x="0" y="0"/>
          <a:chExt cx="0" cy="0"/>
        </a:xfrm>
      </p:grpSpPr>
      <p:graphicFrame>
        <p:nvGraphicFramePr>
          <p:cNvPr id="2" name="Object 1" hidden="1">
            <a:extLst>
              <a:ext uri="{FF2B5EF4-FFF2-40B4-BE49-F238E27FC236}">
                <a16:creationId xmlns:a16="http://schemas.microsoft.com/office/drawing/2014/main" id="{6C7E58C5-933D-6CCC-87EB-CC06097D6ADF}"/>
              </a:ext>
            </a:extLst>
          </p:cNvPr>
          <p:cNvGraphicFramePr>
            <a:graphicFrameLocks noChangeAspect="1"/>
          </p:cNvGraphicFramePr>
          <p:nvPr userDrawn="1">
            <p:custDataLst>
              <p:tags r:id="rId1"/>
            </p:custDataLst>
            <p:extLst>
              <p:ext uri="{D42A27DB-BD31-4B8C-83A1-F6EECF244321}">
                <p14:modId xmlns:p14="http://schemas.microsoft.com/office/powerpoint/2010/main" val="2665702034"/>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Folie" r:id="rId3" imgW="737" imgH="737" progId="TCLayout.ActiveDocument.1">
                  <p:embed/>
                </p:oleObj>
              </mc:Choice>
              <mc:Fallback>
                <p:oleObj name="think-cell Folie" r:id="rId3" imgW="737" imgH="737" progId="TCLayout.ActiveDocument.1">
                  <p:embed/>
                  <p:pic>
                    <p:nvPicPr>
                      <p:cNvPr id="2" name="Object 1" hidden="1">
                        <a:extLst>
                          <a:ext uri="{FF2B5EF4-FFF2-40B4-BE49-F238E27FC236}">
                            <a16:creationId xmlns:a16="http://schemas.microsoft.com/office/drawing/2014/main" id="{6C7E58C5-933D-6CCC-87EB-CC06097D6ADF}"/>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6" name="Title">
            <a:extLst>
              <a:ext uri="{FF2B5EF4-FFF2-40B4-BE49-F238E27FC236}">
                <a16:creationId xmlns:a16="http://schemas.microsoft.com/office/drawing/2014/main" id="{B29E3DA4-014E-4F3D-8186-84366ADFCB03}"/>
              </a:ext>
            </a:extLst>
          </p:cNvPr>
          <p:cNvSpPr>
            <a:spLocks noGrp="1"/>
          </p:cNvSpPr>
          <p:nvPr>
            <p:ph type="title" hasCustomPrompt="1"/>
          </p:nvPr>
        </p:nvSpPr>
        <p:spPr>
          <a:xfrm>
            <a:off x="411163" y="1234800"/>
            <a:ext cx="9863237" cy="1162523"/>
          </a:xfrm>
          <a:blipFill dpi="0" rotWithShape="1">
            <a:blip r:embed="rId5">
              <a:extLst>
                <a:ext uri="{96DAC541-7B7A-43D3-8B79-37D633B846F1}">
                  <asvg:svgBlip xmlns:asvg="http://schemas.microsoft.com/office/drawing/2016/SVG/main" r:embed="rId6"/>
                </a:ext>
              </a:extLst>
            </a:blip>
            <a:srcRect/>
            <a:stretch>
              <a:fillRect/>
            </a:stretch>
          </a:blipFill>
        </p:spPr>
        <p:txBody>
          <a:bodyPr vert="horz" wrap="square" lIns="0" tIns="54000" rIns="0" bIns="0" anchor="t" anchorCtr="0">
            <a:spAutoFit/>
          </a:bodyPr>
          <a:lstStyle>
            <a:lvl1pPr marL="266700" indent="0">
              <a:defRPr sz="8000">
                <a:solidFill>
                  <a:schemeClr val="tx1"/>
                </a:solidFill>
              </a:defRPr>
            </a:lvl1pPr>
          </a:lstStyle>
          <a:p>
            <a:r>
              <a:rPr lang="en-US"/>
              <a:t>Contact</a:t>
            </a:r>
          </a:p>
        </p:txBody>
      </p:sp>
      <p:sp>
        <p:nvSpPr>
          <p:cNvPr id="3" name="Copy">
            <a:extLst>
              <a:ext uri="{FF2B5EF4-FFF2-40B4-BE49-F238E27FC236}">
                <a16:creationId xmlns:a16="http://schemas.microsoft.com/office/drawing/2014/main" id="{89304306-5233-4901-B576-444696A2EA33}"/>
              </a:ext>
            </a:extLst>
          </p:cNvPr>
          <p:cNvSpPr>
            <a:spLocks noGrp="1"/>
          </p:cNvSpPr>
          <p:nvPr>
            <p:ph type="subTitle" idx="1" hasCustomPrompt="1"/>
          </p:nvPr>
        </p:nvSpPr>
        <p:spPr>
          <a:xfrm>
            <a:off x="1058400" y="2397324"/>
            <a:ext cx="9216000" cy="3409751"/>
          </a:xfrm>
          <a:prstGeom prst="rect">
            <a:avLst/>
          </a:prstGeom>
        </p:spPr>
        <p:txBody>
          <a:bodyPr tIns="108000">
            <a:noAutofit/>
          </a:bodyPr>
          <a:lstStyle>
            <a:lvl1pPr marL="0" indent="0" algn="l">
              <a:spcAft>
                <a:spcPts val="0"/>
              </a:spcAft>
              <a:buNone/>
              <a:defRPr sz="1400">
                <a:solidFill>
                  <a:schemeClr val="tx1"/>
                </a:solidFill>
              </a:defRPr>
            </a:lvl1pPr>
            <a:lvl2pPr marL="0" indent="0" algn="l">
              <a:spcBef>
                <a:spcPts val="600"/>
              </a:spcBef>
              <a:spcAft>
                <a:spcPts val="0"/>
              </a:spcAft>
              <a:buFont typeface="Arial" panose="020B0604020202020204" pitchFamily="34" charset="0"/>
              <a:buNone/>
              <a:defRPr sz="1400" b="1"/>
            </a:lvl2pPr>
            <a:lvl3pPr marL="180000" indent="-180000" algn="l">
              <a:spcAft>
                <a:spcPts val="0"/>
              </a:spcAft>
              <a:buFont typeface="Arial" panose="020B0604020202020204" pitchFamily="34" charset="0"/>
              <a:buChar char="•"/>
              <a:defRPr sz="1400" b="0"/>
            </a:lvl3pPr>
            <a:lvl4pPr marL="360000" indent="-180000" algn="l">
              <a:spcAft>
                <a:spcPts val="0"/>
              </a:spcAft>
              <a:buFont typeface="Arial" panose="020B0604020202020204" pitchFamily="34" charset="0"/>
              <a:buChar char="•"/>
              <a:defRPr sz="1400"/>
            </a:lvl4pPr>
            <a:lvl5pPr marL="360000" indent="-180000" algn="l">
              <a:spcAft>
                <a:spcPts val="0"/>
              </a:spcAft>
              <a:buFont typeface="Arial" panose="020B0604020202020204" pitchFamily="34" charset="0"/>
              <a:buChar char="•"/>
              <a:defRPr sz="1400" b="1"/>
            </a:lvl5pPr>
            <a:lvl6pPr marL="540000" indent="-180000" algn="l">
              <a:spcAft>
                <a:spcPts val="0"/>
              </a:spcAft>
              <a:buFont typeface="Arial" panose="020B0604020202020204" pitchFamily="34" charset="0"/>
              <a:buChar char="•"/>
              <a:defRPr sz="1400"/>
            </a:lvl6pPr>
            <a:lvl7pPr marL="540000" indent="-180000" algn="l">
              <a:spcAft>
                <a:spcPts val="0"/>
              </a:spcAft>
              <a:buFont typeface="Arial" panose="020B0604020202020204" pitchFamily="34" charset="0"/>
              <a:buChar char="•"/>
              <a:defRPr sz="1400" b="1"/>
            </a:lvl7pPr>
            <a:lvl8pPr marL="720000" indent="-180000" algn="l">
              <a:spcAft>
                <a:spcPts val="0"/>
              </a:spcAft>
              <a:buFont typeface="Arial" panose="020B0604020202020204" pitchFamily="34" charset="0"/>
              <a:buChar char="•"/>
              <a:defRPr sz="1400"/>
            </a:lvl8pPr>
            <a:lvl9pPr marL="720000" indent="-180000" algn="l">
              <a:spcAft>
                <a:spcPts val="0"/>
              </a:spcAft>
              <a:buFont typeface="Arial" panose="020B0604020202020204" pitchFamily="34" charset="0"/>
              <a:buChar char="•"/>
              <a:defRPr sz="1400" b="1"/>
            </a:lvl9pPr>
          </a:lstStyle>
          <a:p>
            <a:pPr lvl="0"/>
            <a:r>
              <a:rPr lang="en-US"/>
              <a:t>Click to edit the contact</a:t>
            </a:r>
          </a:p>
          <a:p>
            <a:pPr lvl="1"/>
            <a:r>
              <a:rPr lang="en-US"/>
              <a:t>Name etc.</a:t>
            </a:r>
          </a:p>
          <a:p>
            <a:pPr lvl="2"/>
            <a:r>
              <a:rPr lang="en-US"/>
              <a:t>Department etc.</a:t>
            </a:r>
          </a:p>
          <a:p>
            <a:pPr lvl="3"/>
            <a:r>
              <a:rPr lang="en-US"/>
              <a:t>subchapter</a:t>
            </a:r>
          </a:p>
          <a:p>
            <a:pPr lvl="4"/>
            <a:r>
              <a:rPr lang="en-US"/>
              <a:t>active subchapter</a:t>
            </a:r>
          </a:p>
        </p:txBody>
      </p:sp>
      <p:sp>
        <p:nvSpPr>
          <p:cNvPr id="8" name="Footer Placeholder">
            <a:extLst>
              <a:ext uri="{FF2B5EF4-FFF2-40B4-BE49-F238E27FC236}">
                <a16:creationId xmlns:a16="http://schemas.microsoft.com/office/drawing/2014/main" id="{3279A350-3BB2-4CA2-A422-8F5A951F6F64}"/>
              </a:ext>
            </a:extLst>
          </p:cNvPr>
          <p:cNvSpPr>
            <a:spLocks noGrp="1"/>
          </p:cNvSpPr>
          <p:nvPr>
            <p:ph type="ftr" sz="quarter" idx="10"/>
          </p:nvPr>
        </p:nvSpPr>
        <p:spPr/>
        <p:txBody>
          <a:bodyPr/>
          <a:lstStyle/>
          <a:p>
            <a:r>
              <a:rPr lang="en-US"/>
              <a:t>Restricted | © Siemens 2024 | SHERPA X | YYYY-MM-DD | Status: Published</a:t>
            </a:r>
          </a:p>
        </p:txBody>
      </p:sp>
      <p:sp>
        <p:nvSpPr>
          <p:cNvPr id="9" name="Slide Number Placeholder">
            <a:extLst>
              <a:ext uri="{FF2B5EF4-FFF2-40B4-BE49-F238E27FC236}">
                <a16:creationId xmlns:a16="http://schemas.microsoft.com/office/drawing/2014/main" id="{CFF9630D-791D-45AE-8E5E-36F747F599E9}"/>
              </a:ext>
            </a:extLst>
          </p:cNvPr>
          <p:cNvSpPr>
            <a:spLocks noGrp="1"/>
          </p:cNvSpPr>
          <p:nvPr>
            <p:ph type="sldNum" sz="quarter" idx="11"/>
          </p:nvPr>
        </p:nvSpPr>
        <p:spPr/>
        <p:txBody>
          <a:bodyPr/>
          <a:lstStyle/>
          <a:p>
            <a:r>
              <a:rPr lang="en-US"/>
              <a:t>Page </a:t>
            </a:r>
            <a:fld id="{15EBE321-CBB1-4E91-BD14-37C8D44326FB}" type="slidenum">
              <a:rPr lang="en-US" smtClean="0"/>
              <a:pPr/>
              <a:t>‹#›</a:t>
            </a:fld>
            <a:endParaRPr lang="en-US"/>
          </a:p>
        </p:txBody>
      </p:sp>
      <p:pic>
        <p:nvPicPr>
          <p:cNvPr id="10" name="Siemens Logo">
            <a:extLst>
              <a:ext uri="{FF2B5EF4-FFF2-40B4-BE49-F238E27FC236}">
                <a16:creationId xmlns:a16="http://schemas.microsoft.com/office/drawing/2014/main" id="{5FD2C39E-5D81-4A0E-9F45-909328900889}"/>
              </a:ext>
            </a:extLst>
          </p:cNvPr>
          <p:cNvPicPr>
            <a:picLocks noChangeAspect="1"/>
          </p:cNvPicPr>
          <p:nvPr userDrawn="1"/>
        </p:nvPicPr>
        <p:blipFill>
          <a:blip r:embed="rId7" cstate="email">
            <a:extLst>
              <a:ext uri="{28A0092B-C50C-407E-A947-70E740481C1C}">
                <a14:useLocalDpi xmlns:a14="http://schemas.microsoft.com/office/drawing/2010/main"/>
              </a:ext>
              <a:ext uri="{96DAC541-7B7A-43D3-8B79-37D633B846F1}">
                <asvg:svgBlip xmlns:asvg="http://schemas.microsoft.com/office/drawing/2016/SVG/main" r:embed="rId8"/>
              </a:ext>
            </a:extLst>
          </a:blip>
          <a:srcRect/>
          <a:stretch/>
        </p:blipFill>
        <p:spPr>
          <a:xfrm>
            <a:off x="10635188" y="6418800"/>
            <a:ext cx="1152000" cy="183168"/>
          </a:xfrm>
          <a:prstGeom prst="rect">
            <a:avLst/>
          </a:prstGeom>
        </p:spPr>
      </p:pic>
      <p:pic>
        <p:nvPicPr>
          <p:cNvPr id="12" name="Imagem 11" descr="Uma imagem com texto&#10;&#10;Descrição gerada automaticamente">
            <a:extLst>
              <a:ext uri="{FF2B5EF4-FFF2-40B4-BE49-F238E27FC236}">
                <a16:creationId xmlns:a16="http://schemas.microsoft.com/office/drawing/2014/main" id="{41B855CF-90A1-FA05-7B5A-90270D7B1927}"/>
              </a:ext>
            </a:extLst>
          </p:cNvPr>
          <p:cNvPicPr>
            <a:picLocks noChangeAspect="1"/>
          </p:cNvPicPr>
          <p:nvPr userDrawn="1"/>
        </p:nvPicPr>
        <p:blipFill>
          <a:blip r:embed="rId9" cstate="email">
            <a:extLst>
              <a:ext uri="{28A0092B-C50C-407E-A947-70E740481C1C}">
                <a14:useLocalDpi xmlns:a14="http://schemas.microsoft.com/office/drawing/2010/main"/>
              </a:ext>
            </a:extLst>
          </a:blip>
          <a:stretch>
            <a:fillRect/>
          </a:stretch>
        </p:blipFill>
        <p:spPr>
          <a:xfrm>
            <a:off x="10766625" y="434578"/>
            <a:ext cx="1020343" cy="1020343"/>
          </a:xfrm>
          <a:prstGeom prst="rect">
            <a:avLst/>
          </a:prstGeom>
        </p:spPr>
      </p:pic>
    </p:spTree>
    <p:extLst>
      <p:ext uri="{BB962C8B-B14F-4D97-AF65-F5344CB8AC3E}">
        <p14:creationId xmlns:p14="http://schemas.microsoft.com/office/powerpoint/2010/main" val="4100799088"/>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259" userDrawn="1">
          <p15:clr>
            <a:srgbClr val="65CEFF"/>
          </p15:clr>
        </p15:guide>
        <p15:guide id="2" pos="6472" userDrawn="1">
          <p15:clr>
            <a:srgbClr val="65CEFF"/>
          </p15:clr>
        </p15:guide>
        <p15:guide id="3" pos="7425" userDrawn="1">
          <p15:clr>
            <a:srgbClr val="65CEFF"/>
          </p15:clr>
        </p15:guide>
        <p15:guide id="4" orient="horz" pos="778" userDrawn="1">
          <p15:clr>
            <a:srgbClr val="65CEFF"/>
          </p15:clr>
        </p15:guide>
        <p15:guide id="5" orient="horz" pos="3658" userDrawn="1">
          <p15:clr>
            <a:srgbClr val="65CEFF"/>
          </p15:clr>
        </p15:guide>
        <p15:guide id="6" orient="horz" pos="4157" userDrawn="1">
          <p15:clr>
            <a:srgbClr val="65CEFF"/>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1_Contact">
    <p:bg>
      <p:bgRef idx="1001">
        <a:schemeClr val="bg2"/>
      </p:bgRef>
    </p:bg>
    <p:spTree>
      <p:nvGrpSpPr>
        <p:cNvPr id="1" name=""/>
        <p:cNvGrpSpPr/>
        <p:nvPr/>
      </p:nvGrpSpPr>
      <p:grpSpPr>
        <a:xfrm>
          <a:off x="0" y="0"/>
          <a:ext cx="0" cy="0"/>
          <a:chOff x="0" y="0"/>
          <a:chExt cx="0" cy="0"/>
        </a:xfrm>
      </p:grpSpPr>
      <p:graphicFrame>
        <p:nvGraphicFramePr>
          <p:cNvPr id="2" name="Object 1" hidden="1">
            <a:extLst>
              <a:ext uri="{FF2B5EF4-FFF2-40B4-BE49-F238E27FC236}">
                <a16:creationId xmlns:a16="http://schemas.microsoft.com/office/drawing/2014/main" id="{6C7E58C5-933D-6CCC-87EB-CC06097D6ADF}"/>
              </a:ext>
            </a:extLst>
          </p:cNvPr>
          <p:cNvGraphicFramePr>
            <a:graphicFrameLocks noChangeAspect="1"/>
          </p:cNvGraphicFramePr>
          <p:nvPr userDrawn="1">
            <p:custDataLst>
              <p:tags r:id="rId1"/>
            </p:custDataLst>
            <p:extLst>
              <p:ext uri="{D42A27DB-BD31-4B8C-83A1-F6EECF244321}">
                <p14:modId xmlns:p14="http://schemas.microsoft.com/office/powerpoint/2010/main" val="255825877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Folie" r:id="rId3" imgW="737" imgH="737" progId="TCLayout.ActiveDocument.1">
                  <p:embed/>
                </p:oleObj>
              </mc:Choice>
              <mc:Fallback>
                <p:oleObj name="think-cell Folie" r:id="rId3" imgW="737" imgH="737" progId="TCLayout.ActiveDocument.1">
                  <p:embed/>
                  <p:pic>
                    <p:nvPicPr>
                      <p:cNvPr id="2" name="Object 1" hidden="1">
                        <a:extLst>
                          <a:ext uri="{FF2B5EF4-FFF2-40B4-BE49-F238E27FC236}">
                            <a16:creationId xmlns:a16="http://schemas.microsoft.com/office/drawing/2014/main" id="{6C7E58C5-933D-6CCC-87EB-CC06097D6ADF}"/>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pic>
        <p:nvPicPr>
          <p:cNvPr id="13" name="Imagem 6" descr="Uma imagem com desfocagem&#10;&#10;Descrição gerada automaticamente">
            <a:extLst>
              <a:ext uri="{FF2B5EF4-FFF2-40B4-BE49-F238E27FC236}">
                <a16:creationId xmlns:a16="http://schemas.microsoft.com/office/drawing/2014/main" id="{3B53C884-C3F7-15D5-10B3-89D3A8885A28}"/>
              </a:ext>
            </a:extLst>
          </p:cNvPr>
          <p:cNvPicPr>
            <a:picLocks noChangeAspect="1"/>
          </p:cNvPicPr>
          <p:nvPr userDrawn="1"/>
        </p:nvPicPr>
        <p:blipFill>
          <a:blip r:embed="rId5" cstate="email">
            <a:extLst>
              <a:ext uri="{28A0092B-C50C-407E-A947-70E740481C1C}">
                <a14:useLocalDpi xmlns:a14="http://schemas.microsoft.com/office/drawing/2010/main"/>
              </a:ext>
            </a:extLst>
          </a:blip>
          <a:stretch>
            <a:fillRect/>
          </a:stretch>
        </p:blipFill>
        <p:spPr>
          <a:xfrm>
            <a:off x="0" y="0"/>
            <a:ext cx="12192000" cy="6858000"/>
          </a:xfrm>
          <a:prstGeom prst="rect">
            <a:avLst/>
          </a:prstGeom>
        </p:spPr>
      </p:pic>
      <p:sp>
        <p:nvSpPr>
          <p:cNvPr id="6" name="Title">
            <a:extLst>
              <a:ext uri="{FF2B5EF4-FFF2-40B4-BE49-F238E27FC236}">
                <a16:creationId xmlns:a16="http://schemas.microsoft.com/office/drawing/2014/main" id="{B29E3DA4-014E-4F3D-8186-84366ADFCB03}"/>
              </a:ext>
            </a:extLst>
          </p:cNvPr>
          <p:cNvSpPr>
            <a:spLocks noGrp="1"/>
          </p:cNvSpPr>
          <p:nvPr>
            <p:ph type="title" hasCustomPrompt="1"/>
          </p:nvPr>
        </p:nvSpPr>
        <p:spPr>
          <a:xfrm>
            <a:off x="411163" y="1234800"/>
            <a:ext cx="9863237" cy="1162523"/>
          </a:xfrm>
          <a:blipFill dpi="0" rotWithShape="1">
            <a:blip r:embed="rId6">
              <a:extLst>
                <a:ext uri="{96DAC541-7B7A-43D3-8B79-37D633B846F1}">
                  <asvg:svgBlip xmlns:asvg="http://schemas.microsoft.com/office/drawing/2016/SVG/main" r:embed="rId7"/>
                </a:ext>
              </a:extLst>
            </a:blip>
            <a:srcRect/>
            <a:stretch>
              <a:fillRect/>
            </a:stretch>
          </a:blipFill>
        </p:spPr>
        <p:txBody>
          <a:bodyPr vert="horz" wrap="square" lIns="0" tIns="54000" rIns="0" bIns="0" anchor="t" anchorCtr="0">
            <a:spAutoFit/>
          </a:bodyPr>
          <a:lstStyle>
            <a:lvl1pPr marL="266700" indent="0">
              <a:defRPr sz="8000">
                <a:solidFill>
                  <a:srgbClr val="333353"/>
                </a:solidFill>
              </a:defRPr>
            </a:lvl1pPr>
          </a:lstStyle>
          <a:p>
            <a:r>
              <a:rPr lang="en-US"/>
              <a:t>Contact</a:t>
            </a:r>
          </a:p>
        </p:txBody>
      </p:sp>
      <p:sp>
        <p:nvSpPr>
          <p:cNvPr id="3" name="Copy">
            <a:extLst>
              <a:ext uri="{FF2B5EF4-FFF2-40B4-BE49-F238E27FC236}">
                <a16:creationId xmlns:a16="http://schemas.microsoft.com/office/drawing/2014/main" id="{89304306-5233-4901-B576-444696A2EA33}"/>
              </a:ext>
            </a:extLst>
          </p:cNvPr>
          <p:cNvSpPr>
            <a:spLocks noGrp="1"/>
          </p:cNvSpPr>
          <p:nvPr>
            <p:ph type="subTitle" idx="1" hasCustomPrompt="1"/>
          </p:nvPr>
        </p:nvSpPr>
        <p:spPr>
          <a:xfrm>
            <a:off x="1058400" y="2397324"/>
            <a:ext cx="9216000" cy="3409751"/>
          </a:xfrm>
          <a:prstGeom prst="rect">
            <a:avLst/>
          </a:prstGeom>
        </p:spPr>
        <p:txBody>
          <a:bodyPr tIns="108000">
            <a:noAutofit/>
          </a:bodyPr>
          <a:lstStyle>
            <a:lvl1pPr marL="0" indent="0" algn="l">
              <a:spcAft>
                <a:spcPts val="0"/>
              </a:spcAft>
              <a:buNone/>
              <a:defRPr sz="1400">
                <a:solidFill>
                  <a:srgbClr val="333353"/>
                </a:solidFill>
              </a:defRPr>
            </a:lvl1pPr>
            <a:lvl2pPr marL="0" indent="0" algn="l">
              <a:spcBef>
                <a:spcPts val="600"/>
              </a:spcBef>
              <a:spcAft>
                <a:spcPts val="0"/>
              </a:spcAft>
              <a:buFont typeface="Arial" panose="020B0604020202020204" pitchFamily="34" charset="0"/>
              <a:buNone/>
              <a:defRPr sz="1400" b="1">
                <a:solidFill>
                  <a:srgbClr val="333353"/>
                </a:solidFill>
              </a:defRPr>
            </a:lvl2pPr>
            <a:lvl3pPr marL="180000" indent="-180000" algn="l">
              <a:spcAft>
                <a:spcPts val="0"/>
              </a:spcAft>
              <a:buFont typeface="Arial" panose="020B0604020202020204" pitchFamily="34" charset="0"/>
              <a:buChar char="•"/>
              <a:defRPr sz="1400" b="0">
                <a:solidFill>
                  <a:srgbClr val="333353"/>
                </a:solidFill>
              </a:defRPr>
            </a:lvl3pPr>
            <a:lvl4pPr marL="360000" indent="-180000" algn="l">
              <a:spcAft>
                <a:spcPts val="0"/>
              </a:spcAft>
              <a:buFont typeface="Arial" panose="020B0604020202020204" pitchFamily="34" charset="0"/>
              <a:buChar char="•"/>
              <a:defRPr sz="1400">
                <a:solidFill>
                  <a:srgbClr val="333353"/>
                </a:solidFill>
              </a:defRPr>
            </a:lvl4pPr>
            <a:lvl5pPr marL="360000" indent="-180000" algn="l">
              <a:spcAft>
                <a:spcPts val="0"/>
              </a:spcAft>
              <a:buFont typeface="Arial" panose="020B0604020202020204" pitchFamily="34" charset="0"/>
              <a:buChar char="•"/>
              <a:defRPr sz="1400" b="1">
                <a:solidFill>
                  <a:srgbClr val="333353"/>
                </a:solidFill>
              </a:defRPr>
            </a:lvl5pPr>
            <a:lvl6pPr marL="540000" indent="-180000" algn="l">
              <a:spcAft>
                <a:spcPts val="0"/>
              </a:spcAft>
              <a:buFont typeface="Arial" panose="020B0604020202020204" pitchFamily="34" charset="0"/>
              <a:buChar char="•"/>
              <a:defRPr sz="1400"/>
            </a:lvl6pPr>
            <a:lvl7pPr marL="540000" indent="-180000" algn="l">
              <a:spcAft>
                <a:spcPts val="0"/>
              </a:spcAft>
              <a:buFont typeface="Arial" panose="020B0604020202020204" pitchFamily="34" charset="0"/>
              <a:buChar char="•"/>
              <a:defRPr sz="1400" b="1"/>
            </a:lvl7pPr>
            <a:lvl8pPr marL="720000" indent="-180000" algn="l">
              <a:spcAft>
                <a:spcPts val="0"/>
              </a:spcAft>
              <a:buFont typeface="Arial" panose="020B0604020202020204" pitchFamily="34" charset="0"/>
              <a:buChar char="•"/>
              <a:defRPr sz="1400"/>
            </a:lvl8pPr>
            <a:lvl9pPr marL="720000" indent="-180000" algn="l">
              <a:spcAft>
                <a:spcPts val="0"/>
              </a:spcAft>
              <a:buFont typeface="Arial" panose="020B0604020202020204" pitchFamily="34" charset="0"/>
              <a:buChar char="•"/>
              <a:defRPr sz="1400" b="1"/>
            </a:lvl9pPr>
          </a:lstStyle>
          <a:p>
            <a:pPr lvl="0"/>
            <a:r>
              <a:rPr lang="en-US"/>
              <a:t>Click to edit the contact</a:t>
            </a:r>
          </a:p>
          <a:p>
            <a:pPr lvl="1"/>
            <a:r>
              <a:rPr lang="en-US"/>
              <a:t>Name etc.</a:t>
            </a:r>
          </a:p>
          <a:p>
            <a:pPr lvl="2"/>
            <a:r>
              <a:rPr lang="en-US"/>
              <a:t>Department etc.</a:t>
            </a:r>
          </a:p>
          <a:p>
            <a:pPr lvl="3"/>
            <a:r>
              <a:rPr lang="en-US"/>
              <a:t>subchapter</a:t>
            </a:r>
          </a:p>
          <a:p>
            <a:pPr lvl="4"/>
            <a:r>
              <a:rPr lang="en-US"/>
              <a:t>active subchapter</a:t>
            </a:r>
          </a:p>
        </p:txBody>
      </p:sp>
      <p:pic>
        <p:nvPicPr>
          <p:cNvPr id="10" name="Siemens Logo">
            <a:extLst>
              <a:ext uri="{FF2B5EF4-FFF2-40B4-BE49-F238E27FC236}">
                <a16:creationId xmlns:a16="http://schemas.microsoft.com/office/drawing/2014/main" id="{5FD2C39E-5D81-4A0E-9F45-909328900889}"/>
              </a:ext>
            </a:extLst>
          </p:cNvPr>
          <p:cNvPicPr>
            <a:picLocks noChangeAspect="1"/>
          </p:cNvPicPr>
          <p:nvPr userDrawn="1"/>
        </p:nvPicPr>
        <p:blipFill>
          <a:blip r:embed="rId8" cstate="email">
            <a:extLst>
              <a:ext uri="{28A0092B-C50C-407E-A947-70E740481C1C}">
                <a14:useLocalDpi xmlns:a14="http://schemas.microsoft.com/office/drawing/2010/main"/>
              </a:ext>
              <a:ext uri="{96DAC541-7B7A-43D3-8B79-37D633B846F1}">
                <asvg:svgBlip xmlns:asvg="http://schemas.microsoft.com/office/drawing/2016/SVG/main" r:embed="rId9"/>
              </a:ext>
            </a:extLst>
          </a:blip>
          <a:srcRect/>
          <a:stretch/>
        </p:blipFill>
        <p:spPr>
          <a:xfrm>
            <a:off x="10635188" y="6418800"/>
            <a:ext cx="1152000" cy="183168"/>
          </a:xfrm>
          <a:prstGeom prst="rect">
            <a:avLst/>
          </a:prstGeom>
        </p:spPr>
      </p:pic>
      <p:sp>
        <p:nvSpPr>
          <p:cNvPr id="8" name="Footer Placeholder">
            <a:extLst>
              <a:ext uri="{FF2B5EF4-FFF2-40B4-BE49-F238E27FC236}">
                <a16:creationId xmlns:a16="http://schemas.microsoft.com/office/drawing/2014/main" id="{3279A350-3BB2-4CA2-A422-8F5A951F6F64}"/>
              </a:ext>
            </a:extLst>
          </p:cNvPr>
          <p:cNvSpPr>
            <a:spLocks noGrp="1"/>
          </p:cNvSpPr>
          <p:nvPr>
            <p:ph type="ftr" sz="quarter" idx="10"/>
          </p:nvPr>
        </p:nvSpPr>
        <p:spPr/>
        <p:txBody>
          <a:bodyPr/>
          <a:lstStyle>
            <a:lvl1pPr>
              <a:defRPr>
                <a:solidFill>
                  <a:srgbClr val="333353"/>
                </a:solidFill>
              </a:defRPr>
            </a:lvl1pPr>
          </a:lstStyle>
          <a:p>
            <a:r>
              <a:rPr lang="en-US"/>
              <a:t>Restricted | © Siemens 2024 | SHERPA X | YYYY-MM-DD | Status: Published</a:t>
            </a:r>
          </a:p>
        </p:txBody>
      </p:sp>
      <p:sp>
        <p:nvSpPr>
          <p:cNvPr id="9" name="Slide Number Placeholder">
            <a:extLst>
              <a:ext uri="{FF2B5EF4-FFF2-40B4-BE49-F238E27FC236}">
                <a16:creationId xmlns:a16="http://schemas.microsoft.com/office/drawing/2014/main" id="{CFF9630D-791D-45AE-8E5E-36F747F599E9}"/>
              </a:ext>
            </a:extLst>
          </p:cNvPr>
          <p:cNvSpPr>
            <a:spLocks noGrp="1"/>
          </p:cNvSpPr>
          <p:nvPr>
            <p:ph type="sldNum" sz="quarter" idx="11"/>
          </p:nvPr>
        </p:nvSpPr>
        <p:spPr/>
        <p:txBody>
          <a:bodyPr/>
          <a:lstStyle>
            <a:lvl1pPr>
              <a:defRPr>
                <a:solidFill>
                  <a:srgbClr val="333353"/>
                </a:solidFill>
              </a:defRPr>
            </a:lvl1pPr>
          </a:lstStyle>
          <a:p>
            <a:r>
              <a:rPr lang="en-US"/>
              <a:t>Page </a:t>
            </a:r>
            <a:fld id="{15EBE321-CBB1-4E91-BD14-37C8D44326FB}" type="slidenum">
              <a:rPr lang="en-US" smtClean="0"/>
              <a:pPr/>
              <a:t>‹#›</a:t>
            </a:fld>
            <a:endParaRPr lang="en-US"/>
          </a:p>
        </p:txBody>
      </p:sp>
      <p:pic>
        <p:nvPicPr>
          <p:cNvPr id="14" name="Imagem 3">
            <a:extLst>
              <a:ext uri="{FF2B5EF4-FFF2-40B4-BE49-F238E27FC236}">
                <a16:creationId xmlns:a16="http://schemas.microsoft.com/office/drawing/2014/main" id="{466AC8DC-1FA1-943B-F402-1D584C9ED5A6}"/>
              </a:ext>
            </a:extLst>
          </p:cNvPr>
          <p:cNvPicPr>
            <a:picLocks noChangeAspect="1"/>
          </p:cNvPicPr>
          <p:nvPr userDrawn="1"/>
        </p:nvPicPr>
        <p:blipFill>
          <a:blip r:embed="rId10" cstate="email">
            <a:extLst>
              <a:ext uri="{28A0092B-C50C-407E-A947-70E740481C1C}">
                <a14:useLocalDpi xmlns:a14="http://schemas.microsoft.com/office/drawing/2010/main"/>
              </a:ext>
            </a:extLst>
          </a:blip>
          <a:stretch>
            <a:fillRect/>
          </a:stretch>
        </p:blipFill>
        <p:spPr>
          <a:xfrm>
            <a:off x="10761256" y="394120"/>
            <a:ext cx="1020344" cy="1020344"/>
          </a:xfrm>
          <a:prstGeom prst="rect">
            <a:avLst/>
          </a:prstGeom>
        </p:spPr>
      </p:pic>
    </p:spTree>
    <p:extLst>
      <p:ext uri="{BB962C8B-B14F-4D97-AF65-F5344CB8AC3E}">
        <p14:creationId xmlns:p14="http://schemas.microsoft.com/office/powerpoint/2010/main" val="2237243555"/>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259">
          <p15:clr>
            <a:srgbClr val="65CEFF"/>
          </p15:clr>
        </p15:guide>
        <p15:guide id="2" pos="6472">
          <p15:clr>
            <a:srgbClr val="65CEFF"/>
          </p15:clr>
        </p15:guide>
        <p15:guide id="3" pos="7425">
          <p15:clr>
            <a:srgbClr val="65CEFF"/>
          </p15:clr>
        </p15:guide>
        <p15:guide id="4" orient="horz" pos="778">
          <p15:clr>
            <a:srgbClr val="65CEFF"/>
          </p15:clr>
        </p15:guide>
        <p15:guide id="5" orient="horz" pos="3658">
          <p15:clr>
            <a:srgbClr val="65CEFF"/>
          </p15:clr>
        </p15:guide>
        <p15:guide id="6" orient="horz" pos="4157">
          <p15:clr>
            <a:srgbClr val="65CEFF"/>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One object (large)" type="obj">
  <p:cSld name="One object (large)">
    <p:spTree>
      <p:nvGrpSpPr>
        <p:cNvPr id="1" name=""/>
        <p:cNvGrpSpPr/>
        <p:nvPr/>
      </p:nvGrpSpPr>
      <p:grpSpPr>
        <a:xfrm>
          <a:off x="0" y="0"/>
          <a:ext cx="0" cy="0"/>
          <a:chOff x="0" y="0"/>
          <a:chExt cx="0" cy="0"/>
        </a:xfrm>
      </p:grpSpPr>
      <p:sp>
        <p:nvSpPr>
          <p:cNvPr id="2" name="cdtTitle 1 Id2"/>
          <p:cNvSpPr>
            <a:spLocks noGrp="1"/>
          </p:cNvSpPr>
          <p:nvPr>
            <p:ph type="title"/>
            <p:custDataLst>
              <p:tags r:id="rId2"/>
            </p:custDataLst>
          </p:nvPr>
        </p:nvSpPr>
        <p:spPr>
          <a:xfrm>
            <a:off x="0" y="-1"/>
            <a:ext cx="12192000" cy="1440000"/>
          </a:xfrm>
        </p:spPr>
        <p:txBody>
          <a:bodyPr/>
          <a:lstStyle/>
          <a:p>
            <a:r>
              <a:rPr lang="de-DE"/>
              <a:t>Titelmasterformat durch Klicken bearbeiten</a:t>
            </a:r>
            <a:endParaRPr lang="en-US"/>
          </a:p>
        </p:txBody>
      </p:sp>
      <p:sp>
        <p:nvSpPr>
          <p:cNvPr id="3" name="cdtContent Placeholder 2 Id3"/>
          <p:cNvSpPr>
            <a:spLocks noGrp="1"/>
          </p:cNvSpPr>
          <p:nvPr>
            <p:ph idx="1"/>
            <p:custDataLst>
              <p:tags r:id="rId3"/>
            </p:custDataLst>
          </p:nvPr>
        </p:nvSpPr>
        <p:spPr>
          <a:xfrm>
            <a:off x="626736" y="1440000"/>
            <a:ext cx="8204689" cy="4752000"/>
          </a:xfrm>
        </p:spPr>
        <p:txBody>
          <a:bodyPr/>
          <a:lstStyle>
            <a:lvl1pPr>
              <a:buFont typeface="Arial" pitchFamily="34" charset="0"/>
              <a:buNone/>
              <a:defRPr sz="1399"/>
            </a:lvl1pPr>
            <a:lvl2pPr>
              <a:defRPr sz="1399"/>
            </a:lvl2pPr>
            <a:lvl3pPr>
              <a:defRPr sz="1399"/>
            </a:lvl3pPr>
            <a:lvl4pPr>
              <a:defRPr sz="1399"/>
            </a:lvl4pPr>
            <a:lvl5pPr>
              <a:defRPr sz="1399"/>
            </a:lvl5pPr>
          </a:lstStyle>
          <a:p>
            <a:pPr lvl="0"/>
            <a:r>
              <a:rPr lang="en-US" err="1"/>
              <a:t>Textmasterformat</a:t>
            </a:r>
            <a:r>
              <a:rPr lang="en-US"/>
              <a:t> </a:t>
            </a:r>
            <a:r>
              <a:rPr lang="en-US" err="1"/>
              <a:t>bearbeiten</a:t>
            </a:r>
            <a:endParaRPr lang="en-US"/>
          </a:p>
          <a:p>
            <a:pPr lvl="1"/>
            <a:r>
              <a:rPr lang="en-US"/>
              <a:t>Second level</a:t>
            </a:r>
          </a:p>
          <a:p>
            <a:pPr lvl="2"/>
            <a:r>
              <a:rPr lang="en-US"/>
              <a:t>Third level</a:t>
            </a:r>
          </a:p>
          <a:p>
            <a:pPr lvl="3"/>
            <a:r>
              <a:rPr lang="en-US"/>
              <a:t>Fourth level</a:t>
            </a:r>
          </a:p>
          <a:p>
            <a:pPr lvl="4"/>
            <a:r>
              <a:rPr lang="en-US"/>
              <a:t>Fifth level</a:t>
            </a:r>
          </a:p>
        </p:txBody>
      </p:sp>
      <p:pic>
        <p:nvPicPr>
          <p:cNvPr id="34" name="Grafik 7"/>
          <p:cNvPicPr>
            <a:picLocks noChangeAspect="1"/>
          </p:cNvPicPr>
          <p:nvPr userDrawn="1"/>
        </p:nvPicPr>
        <p:blipFill>
          <a:blip r:embed="rId5" cstate="email">
            <a:extLst>
              <a:ext uri="{28A0092B-C50C-407E-A947-70E740481C1C}">
                <a14:useLocalDpi xmlns:a14="http://schemas.microsoft.com/office/drawing/2010/main"/>
              </a:ext>
            </a:extLst>
          </a:blip>
          <a:stretch>
            <a:fillRect/>
          </a:stretch>
        </p:blipFill>
        <p:spPr>
          <a:xfrm>
            <a:off x="9550775" y="324000"/>
            <a:ext cx="2158876" cy="913804"/>
          </a:xfrm>
          <a:prstGeom prst="rect">
            <a:avLst/>
          </a:prstGeom>
        </p:spPr>
      </p:pic>
    </p:spTree>
    <p:custDataLst>
      <p:custData r:id="rId1"/>
    </p:custDataLst>
    <p:extLst>
      <p:ext uri="{BB962C8B-B14F-4D97-AF65-F5344CB8AC3E}">
        <p14:creationId xmlns:p14="http://schemas.microsoft.com/office/powerpoint/2010/main" val="1303556770"/>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Free Content" type="titleOnly">
  <p:cSld name="Free Content">
    <p:spTree>
      <p:nvGrpSpPr>
        <p:cNvPr id="1" name=""/>
        <p:cNvGrpSpPr/>
        <p:nvPr/>
      </p:nvGrpSpPr>
      <p:grpSpPr>
        <a:xfrm>
          <a:off x="0" y="0"/>
          <a:ext cx="0" cy="0"/>
          <a:chOff x="0" y="0"/>
          <a:chExt cx="0" cy="0"/>
        </a:xfrm>
      </p:grpSpPr>
      <p:sp>
        <p:nvSpPr>
          <p:cNvPr id="2" name="cdtTitle 1 Id2"/>
          <p:cNvSpPr>
            <a:spLocks noGrp="1"/>
          </p:cNvSpPr>
          <p:nvPr>
            <p:ph type="title"/>
            <p:custDataLst>
              <p:tags r:id="rId1"/>
            </p:custDataLst>
          </p:nvPr>
        </p:nvSpPr>
        <p:spPr>
          <a:xfrm>
            <a:off x="0" y="0"/>
            <a:ext cx="12192000" cy="1440000"/>
          </a:xfrm>
          <a:noFill/>
          <a:ln w="9525">
            <a:noFill/>
            <a:miter lim="800000"/>
            <a:headEnd/>
            <a:tailEnd/>
          </a:ln>
        </p:spPr>
        <p:txBody>
          <a:bodyPr vert="horz" wrap="square" lIns="626400" tIns="432000" rIns="2124000" bIns="234000" numCol="1" anchor="t" anchorCtr="0" compatLnSpc="1">
            <a:prstTxWarp prst="textNoShape">
              <a:avLst/>
            </a:prstTxWarp>
          </a:bodyPr>
          <a:lstStyle>
            <a:lvl1pPr marL="0" marR="0" indent="0" algn="l" defTabSz="913486" rtl="0" eaLnBrk="1" fontAlgn="base" latinLnBrk="0" hangingPunct="1">
              <a:lnSpc>
                <a:spcPct val="100000"/>
              </a:lnSpc>
              <a:spcBef>
                <a:spcPct val="0"/>
              </a:spcBef>
              <a:spcAft>
                <a:spcPct val="0"/>
              </a:spcAft>
              <a:buClrTx/>
              <a:buSzTx/>
              <a:buFontTx/>
              <a:buNone/>
              <a:tabLst/>
              <a:defRPr lang="de-DE"/>
            </a:lvl1pPr>
          </a:lstStyle>
          <a:p>
            <a:pPr marL="0" marR="0" lvl="0" indent="0" algn="l" defTabSz="913486" rtl="0" eaLnBrk="1" fontAlgn="base" latinLnBrk="0" hangingPunct="1">
              <a:lnSpc>
                <a:spcPct val="100000"/>
              </a:lnSpc>
              <a:spcBef>
                <a:spcPct val="0"/>
              </a:spcBef>
              <a:spcAft>
                <a:spcPct val="0"/>
              </a:spcAft>
              <a:buClrTx/>
              <a:buSzTx/>
              <a:buFontTx/>
              <a:buNone/>
              <a:tabLst/>
              <a:defRPr/>
            </a:pPr>
            <a:r>
              <a:rPr lang="de-DE"/>
              <a:t>Titelmasterformat durch Klicken bearbeiten</a:t>
            </a:r>
            <a:endParaRPr kumimoji="0" lang="en-US" sz="1998" b="1" i="0" u="none" strike="noStrike" kern="0" cap="none" spc="0" normalizeH="0" baseline="0" noProof="0">
              <a:ln>
                <a:noFill/>
              </a:ln>
              <a:solidFill>
                <a:srgbClr val="000000"/>
              </a:solidFill>
              <a:effectLst/>
              <a:uLnTx/>
              <a:uFillTx/>
              <a:latin typeface="Arial" pitchFamily="34" charset="0"/>
              <a:ea typeface="+mj-ea"/>
              <a:cs typeface="Arial" pitchFamily="34" charset="0"/>
            </a:endParaRPr>
          </a:p>
        </p:txBody>
      </p:sp>
      <p:pic>
        <p:nvPicPr>
          <p:cNvPr id="33" name="Grafik 7"/>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9550775" y="324000"/>
            <a:ext cx="2158876" cy="913804"/>
          </a:xfrm>
          <a:prstGeom prst="rect">
            <a:avLst/>
          </a:prstGeom>
        </p:spPr>
      </p:pic>
    </p:spTree>
    <p:extLst>
      <p:ext uri="{BB962C8B-B14F-4D97-AF65-F5344CB8AC3E}">
        <p14:creationId xmlns:p14="http://schemas.microsoft.com/office/powerpoint/2010/main" val="2261752312"/>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Title picture dark 48pt">
    <p:bg>
      <p:bgRef idx="1001">
        <a:schemeClr val="bg2"/>
      </p:bgRef>
    </p:bg>
    <p:spTree>
      <p:nvGrpSpPr>
        <p:cNvPr id="1" name=""/>
        <p:cNvGrpSpPr/>
        <p:nvPr/>
      </p:nvGrpSpPr>
      <p:grpSpPr>
        <a:xfrm>
          <a:off x="0" y="0"/>
          <a:ext cx="0" cy="0"/>
          <a:chOff x="0" y="0"/>
          <a:chExt cx="0" cy="0"/>
        </a:xfrm>
      </p:grpSpPr>
      <p:sp>
        <p:nvSpPr>
          <p:cNvPr id="2" name="Title" descr="Headline of the presentation">
            <a:extLst>
              <a:ext uri="{FF2B5EF4-FFF2-40B4-BE49-F238E27FC236}">
                <a16:creationId xmlns:a16="http://schemas.microsoft.com/office/drawing/2014/main" id="{8620440E-BF1B-417E-87A5-35990130B3FF}"/>
              </a:ext>
            </a:extLst>
          </p:cNvPr>
          <p:cNvSpPr>
            <a:spLocks noGrp="1"/>
          </p:cNvSpPr>
          <p:nvPr>
            <p:ph type="title" hasCustomPrompt="1"/>
          </p:nvPr>
        </p:nvSpPr>
        <p:spPr bwMode="black">
          <a:xfrm>
            <a:off x="410401" y="3780000"/>
            <a:ext cx="9287638" cy="1477328"/>
          </a:xfrm>
          <a:noFill/>
        </p:spPr>
        <p:txBody>
          <a:bodyPr vert="horz" rIns="0" bIns="0" anchor="t">
            <a:spAutoFit/>
          </a:bodyPr>
          <a:lstStyle>
            <a:lvl1pPr marL="0">
              <a:lnSpc>
                <a:spcPct val="100000"/>
              </a:lnSpc>
              <a:defRPr sz="4800" b="0">
                <a:solidFill>
                  <a:schemeClr val="tx1"/>
                </a:solidFill>
              </a:defRPr>
            </a:lvl1pPr>
          </a:lstStyle>
          <a:p>
            <a:r>
              <a:rPr lang="en-US"/>
              <a:t>Title chart with picture, </a:t>
            </a:r>
            <a:br>
              <a:rPr lang="en-US"/>
            </a:br>
            <a:r>
              <a:rPr lang="en-US"/>
              <a:t>Arial Regular, 48 </a:t>
            </a:r>
            <a:r>
              <a:rPr lang="en-US" err="1"/>
              <a:t>pt</a:t>
            </a:r>
            <a:endParaRPr lang="en-US"/>
          </a:p>
        </p:txBody>
      </p:sp>
      <p:sp>
        <p:nvSpPr>
          <p:cNvPr id="3" name="Subhead" descr="Subheadline of the presentation">
            <a:extLst>
              <a:ext uri="{FF2B5EF4-FFF2-40B4-BE49-F238E27FC236}">
                <a16:creationId xmlns:a16="http://schemas.microsoft.com/office/drawing/2014/main" id="{89304306-5233-4901-B576-444696A2EA33}"/>
              </a:ext>
            </a:extLst>
          </p:cNvPr>
          <p:cNvSpPr>
            <a:spLocks noGrp="1"/>
          </p:cNvSpPr>
          <p:nvPr>
            <p:ph type="subTitle" idx="1" hasCustomPrompt="1"/>
          </p:nvPr>
        </p:nvSpPr>
        <p:spPr bwMode="black">
          <a:xfrm>
            <a:off x="411162" y="5256000"/>
            <a:ext cx="9288000" cy="911438"/>
          </a:xfrm>
          <a:prstGeom prst="rect">
            <a:avLst/>
          </a:prstGeom>
        </p:spPr>
        <p:txBody>
          <a:bodyPr lIns="0" tIns="252000">
            <a:noAutofit/>
          </a:bodyPr>
          <a:lstStyle>
            <a:lvl1pPr marL="0" indent="0" algn="l">
              <a:spcAft>
                <a:spcPts val="300"/>
              </a:spcAft>
              <a:buNone/>
              <a:defRPr sz="1800">
                <a:solidFill>
                  <a:schemeClr val="tx1"/>
                </a:solidFill>
              </a:defRPr>
            </a:lvl1pPr>
            <a:lvl2pPr marL="0" indent="0" algn="l">
              <a:spcAft>
                <a:spcPts val="300"/>
              </a:spcAft>
              <a:buNone/>
              <a:defRPr sz="1600"/>
            </a:lvl2pPr>
            <a:lvl3pPr marL="0" indent="0" algn="l">
              <a:spcAft>
                <a:spcPts val="300"/>
              </a:spcAft>
              <a:buNone/>
              <a:defRPr sz="1400"/>
            </a:lvl3pPr>
            <a:lvl4pPr marL="0" indent="0" algn="l">
              <a:buNone/>
              <a:defRPr sz="1400"/>
            </a:lvl4pPr>
            <a:lvl5pPr marL="0" indent="0" algn="l">
              <a:buNone/>
              <a:defRPr sz="1400"/>
            </a:lvl5pPr>
            <a:lvl6pPr marL="0" indent="0" algn="l">
              <a:buNone/>
              <a:defRPr sz="1400"/>
            </a:lvl6pPr>
            <a:lvl7pPr marL="0" indent="0" algn="l">
              <a:buNone/>
              <a:defRPr sz="1400"/>
            </a:lvl7pPr>
            <a:lvl8pPr marL="0" indent="0" algn="l">
              <a:buNone/>
              <a:defRPr sz="1400"/>
            </a:lvl8pPr>
            <a:lvl9pPr marL="0" indent="0" algn="l">
              <a:buNone/>
              <a:defRPr sz="1400"/>
            </a:lvl9pPr>
          </a:lstStyle>
          <a:p>
            <a:r>
              <a:rPr lang="en-US"/>
              <a:t>Subhead for headline size 48 </a:t>
            </a:r>
            <a:r>
              <a:rPr lang="en-US" err="1"/>
              <a:t>pt</a:t>
            </a:r>
            <a:endParaRPr lang="en-US"/>
          </a:p>
        </p:txBody>
      </p:sp>
      <p:pic>
        <p:nvPicPr>
          <p:cNvPr id="7" name="Siemens Logo" descr="Siemens logo">
            <a:extLst>
              <a:ext uri="{FF2B5EF4-FFF2-40B4-BE49-F238E27FC236}">
                <a16:creationId xmlns:a16="http://schemas.microsoft.com/office/drawing/2014/main" id="{3E4A7839-9F7E-47F2-83BA-F637AE096316}"/>
              </a:ext>
              <a:ext uri="{C183D7F6-B498-43B3-948B-1728B52AA6E4}">
                <adec:decorative xmlns:adec="http://schemas.microsoft.com/office/drawing/2017/decorative" val="0"/>
              </a:ext>
            </a:extLst>
          </p:cNvPr>
          <p:cNvPicPr>
            <a:picLocks noChangeAspect="1"/>
          </p:cNvPicPr>
          <p:nvPr userDrawn="1"/>
        </p:nvPicPr>
        <p:blipFill>
          <a:blip r:embed="rId2" cstate="email">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p:blipFill>
        <p:spPr bwMode="black">
          <a:xfrm>
            <a:off x="10274400" y="6364800"/>
            <a:ext cx="1512000" cy="240408"/>
          </a:xfrm>
          <a:prstGeom prst="rect">
            <a:avLst/>
          </a:prstGeom>
        </p:spPr>
      </p:pic>
      <p:sp>
        <p:nvSpPr>
          <p:cNvPr id="4" name="Footer Placeholder" descr="Footer with copyright, author and department information, and date">
            <a:extLst>
              <a:ext uri="{FF2B5EF4-FFF2-40B4-BE49-F238E27FC236}">
                <a16:creationId xmlns:a16="http://schemas.microsoft.com/office/drawing/2014/main" id="{B61796B2-8510-42B4-A5F7-E1FE5FCE45A2}"/>
              </a:ext>
            </a:extLst>
          </p:cNvPr>
          <p:cNvSpPr>
            <a:spLocks noGrp="1"/>
          </p:cNvSpPr>
          <p:nvPr>
            <p:ph type="ftr" sz="quarter" idx="13"/>
          </p:nvPr>
        </p:nvSpPr>
        <p:spPr bwMode="black">
          <a:xfrm>
            <a:off x="411162" y="6310800"/>
            <a:ext cx="9288000" cy="547200"/>
          </a:xfrm>
        </p:spPr>
        <p:txBody>
          <a:bodyPr/>
          <a:lstStyle/>
          <a:p>
            <a:pPr>
              <a:lnSpc>
                <a:spcPct val="100000"/>
              </a:lnSpc>
            </a:pPr>
            <a:r>
              <a:rPr lang="en-US"/>
              <a:t>Restricted | © Siemens 2024 | SHERPA X | YYYY-MM-DD | Status: Draft</a:t>
            </a:r>
          </a:p>
        </p:txBody>
      </p:sp>
      <p:pic>
        <p:nvPicPr>
          <p:cNvPr id="5" name="Marcador de Posição da Imagem 8" descr="Uma imagem com azul, Saturação de cores, Azul elétrico, captura de ecrã&#10;&#10;Descrição gerada automaticamente">
            <a:extLst>
              <a:ext uri="{FF2B5EF4-FFF2-40B4-BE49-F238E27FC236}">
                <a16:creationId xmlns:a16="http://schemas.microsoft.com/office/drawing/2014/main" id="{70DE8838-31D9-C642-DEB4-3F58514298C5}"/>
              </a:ext>
            </a:extLst>
          </p:cNvPr>
          <p:cNvPicPr>
            <a:picLocks noChangeAspect="1"/>
          </p:cNvPicPr>
          <p:nvPr userDrawn="1"/>
        </p:nvPicPr>
        <p:blipFill rotWithShape="1">
          <a:blip r:embed="rId4" cstate="email">
            <a:extLst>
              <a:ext uri="{28A0092B-C50C-407E-A947-70E740481C1C}">
                <a14:useLocalDpi xmlns:a14="http://schemas.microsoft.com/office/drawing/2010/main"/>
              </a:ext>
            </a:extLst>
          </a:blip>
          <a:srcRect/>
          <a:stretch/>
        </p:blipFill>
        <p:spPr bwMode="black">
          <a:xfrm>
            <a:off x="-5" y="0"/>
            <a:ext cx="12192000" cy="3502800"/>
          </a:xfrm>
          <a:prstGeom prst="rect">
            <a:avLst/>
          </a:prstGeom>
        </p:spPr>
      </p:pic>
    </p:spTree>
    <p:extLst>
      <p:ext uri="{BB962C8B-B14F-4D97-AF65-F5344CB8AC3E}">
        <p14:creationId xmlns:p14="http://schemas.microsoft.com/office/powerpoint/2010/main" val="474188959"/>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259">
          <p15:clr>
            <a:srgbClr val="65CEFF"/>
          </p15:clr>
        </p15:guide>
        <p15:guide id="2" pos="6109">
          <p15:clr>
            <a:srgbClr val="65CEFF"/>
          </p15:clr>
        </p15:guide>
        <p15:guide id="3" pos="7425">
          <p15:clr>
            <a:srgbClr val="65CEFF"/>
          </p15:clr>
        </p15:guide>
        <p15:guide id="4" orient="horz" pos="2206">
          <p15:clr>
            <a:srgbClr val="65CEFF"/>
          </p15:clr>
        </p15:guide>
        <p15:guide id="5" orient="horz" pos="3885">
          <p15:clr>
            <a:srgbClr val="65CEFF"/>
          </p15:clr>
        </p15:guide>
        <p15:guide id="6" orient="horz" pos="4157">
          <p15:clr>
            <a:srgbClr val="65CEFF"/>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Title Deep Blue 40pt">
    <p:bg>
      <p:bgRef idx="1001">
        <a:schemeClr val="bg2"/>
      </p:bgRef>
    </p:bg>
    <p:spTree>
      <p:nvGrpSpPr>
        <p:cNvPr id="1" name=""/>
        <p:cNvGrpSpPr/>
        <p:nvPr/>
      </p:nvGrpSpPr>
      <p:grpSpPr>
        <a:xfrm>
          <a:off x="0" y="0"/>
          <a:ext cx="0" cy="0"/>
          <a:chOff x="0" y="0"/>
          <a:chExt cx="0" cy="0"/>
        </a:xfrm>
      </p:grpSpPr>
      <p:sp>
        <p:nvSpPr>
          <p:cNvPr id="4" name="Title" descr="Headline of the presentation">
            <a:extLst>
              <a:ext uri="{FF2B5EF4-FFF2-40B4-BE49-F238E27FC236}">
                <a16:creationId xmlns:a16="http://schemas.microsoft.com/office/drawing/2014/main" id="{B3CAAA86-26BD-41E0-A26A-7AF592C3A34A}"/>
              </a:ext>
            </a:extLst>
          </p:cNvPr>
          <p:cNvSpPr>
            <a:spLocks noGrp="1"/>
          </p:cNvSpPr>
          <p:nvPr>
            <p:ph type="title" hasCustomPrompt="1"/>
          </p:nvPr>
        </p:nvSpPr>
        <p:spPr bwMode="black">
          <a:xfrm>
            <a:off x="410400" y="1414464"/>
            <a:ext cx="9288000" cy="2462213"/>
          </a:xfrm>
          <a:noFill/>
        </p:spPr>
        <p:txBody>
          <a:bodyPr wrap="square" rIns="0" bIns="0" anchor="b" anchorCtr="0">
            <a:spAutoFit/>
          </a:bodyPr>
          <a:lstStyle>
            <a:lvl1pPr marL="0">
              <a:lnSpc>
                <a:spcPct val="100000"/>
              </a:lnSpc>
              <a:defRPr sz="4000" b="0">
                <a:solidFill>
                  <a:schemeClr val="tx1"/>
                </a:solidFill>
              </a:defRPr>
            </a:lvl1pPr>
          </a:lstStyle>
          <a:p>
            <a:r>
              <a:rPr lang="en-US"/>
              <a:t>Title chart, </a:t>
            </a:r>
            <a:br>
              <a:rPr lang="en-US"/>
            </a:br>
            <a:r>
              <a:rPr lang="en-US"/>
              <a:t>Arial Regular, 40 </a:t>
            </a:r>
            <a:r>
              <a:rPr lang="en-US" err="1"/>
              <a:t>pt</a:t>
            </a:r>
            <a:r>
              <a:rPr lang="en-US"/>
              <a:t>, </a:t>
            </a:r>
            <a:br>
              <a:rPr lang="en-US"/>
            </a:br>
            <a:r>
              <a:rPr lang="en-US"/>
              <a:t>extra long headlines,</a:t>
            </a:r>
            <a:br>
              <a:rPr lang="en-US"/>
            </a:br>
            <a:r>
              <a:rPr lang="en-US"/>
              <a:t>4 lines</a:t>
            </a:r>
          </a:p>
        </p:txBody>
      </p:sp>
      <p:sp>
        <p:nvSpPr>
          <p:cNvPr id="3" name="Subhead" descr="Subheadline of the presentation">
            <a:extLst>
              <a:ext uri="{FF2B5EF4-FFF2-40B4-BE49-F238E27FC236}">
                <a16:creationId xmlns:a16="http://schemas.microsoft.com/office/drawing/2014/main" id="{89304306-5233-4901-B576-444696A2EA33}"/>
              </a:ext>
            </a:extLst>
          </p:cNvPr>
          <p:cNvSpPr>
            <a:spLocks noGrp="1"/>
          </p:cNvSpPr>
          <p:nvPr>
            <p:ph type="subTitle" idx="1" hasCustomPrompt="1"/>
          </p:nvPr>
        </p:nvSpPr>
        <p:spPr bwMode="black">
          <a:xfrm>
            <a:off x="411163" y="3876675"/>
            <a:ext cx="9288000" cy="1930123"/>
          </a:xfrm>
          <a:prstGeom prst="rect">
            <a:avLst/>
          </a:prstGeom>
        </p:spPr>
        <p:txBody>
          <a:bodyPr lIns="0" tIns="370800">
            <a:noAutofit/>
          </a:bodyPr>
          <a:lstStyle>
            <a:lvl1pPr marL="0" indent="0" algn="l">
              <a:spcAft>
                <a:spcPts val="300"/>
              </a:spcAft>
              <a:buNone/>
              <a:defRPr sz="1600">
                <a:solidFill>
                  <a:schemeClr val="tx1"/>
                </a:solidFill>
              </a:defRPr>
            </a:lvl1pPr>
            <a:lvl2pPr marL="0" marR="0" indent="0" algn="l" defTabSz="914400" rtl="0" eaLnBrk="1" fontAlgn="auto" latinLnBrk="0" hangingPunct="1">
              <a:lnSpc>
                <a:spcPct val="110000"/>
              </a:lnSpc>
              <a:spcBef>
                <a:spcPts val="0"/>
              </a:spcBef>
              <a:spcAft>
                <a:spcPts val="300"/>
              </a:spcAft>
              <a:buClr>
                <a:schemeClr val="accent1"/>
              </a:buClr>
              <a:buSzTx/>
              <a:buFont typeface="Arial" panose="020B0604020202020204" pitchFamily="34" charset="0"/>
              <a:buNone/>
              <a:tabLst/>
              <a:defRPr sz="1600"/>
            </a:lvl2pPr>
            <a:lvl3pPr marL="0" indent="0" algn="l">
              <a:spcAft>
                <a:spcPts val="300"/>
              </a:spcAft>
              <a:buNone/>
              <a:defRPr sz="1600"/>
            </a:lvl3pPr>
            <a:lvl4pPr marL="0" indent="0" algn="l">
              <a:buNone/>
              <a:defRPr sz="1600"/>
            </a:lvl4pPr>
            <a:lvl5pPr marL="0" indent="0" algn="l">
              <a:buNone/>
              <a:defRPr sz="1600"/>
            </a:lvl5pPr>
            <a:lvl6pPr marL="0" indent="0" algn="l">
              <a:buNone/>
              <a:defRPr sz="1600"/>
            </a:lvl6pPr>
            <a:lvl7pPr marL="0" indent="0" algn="l">
              <a:buNone/>
              <a:defRPr sz="1600"/>
            </a:lvl7pPr>
            <a:lvl8pPr marL="0" indent="0" algn="l">
              <a:buNone/>
              <a:defRPr sz="1600"/>
            </a:lvl8pPr>
            <a:lvl9pPr marL="0" indent="0" algn="l">
              <a:buNone/>
              <a:defRPr sz="1600"/>
            </a:lvl9pPr>
          </a:lstStyle>
          <a:p>
            <a:pPr lvl="0"/>
            <a:r>
              <a:rPr lang="en-US"/>
              <a:t>Subhead for headline size 40 </a:t>
            </a:r>
            <a:r>
              <a:rPr lang="en-US" err="1"/>
              <a:t>pt</a:t>
            </a:r>
            <a:endParaRPr lang="en-US"/>
          </a:p>
        </p:txBody>
      </p:sp>
      <p:pic>
        <p:nvPicPr>
          <p:cNvPr id="7" name="Siemens Logo" descr="Siemens logo">
            <a:extLst>
              <a:ext uri="{FF2B5EF4-FFF2-40B4-BE49-F238E27FC236}">
                <a16:creationId xmlns:a16="http://schemas.microsoft.com/office/drawing/2014/main" id="{BC293230-94BC-41FA-A2D9-E9259B125F84}"/>
              </a:ext>
              <a:ext uri="{C183D7F6-B498-43B3-948B-1728B52AA6E4}">
                <adec:decorative xmlns:adec="http://schemas.microsoft.com/office/drawing/2017/decorative" val="0"/>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p:blipFill>
        <p:spPr bwMode="black">
          <a:xfrm>
            <a:off x="10274400" y="6364800"/>
            <a:ext cx="1512000" cy="240408"/>
          </a:xfrm>
          <a:prstGeom prst="rect">
            <a:avLst/>
          </a:prstGeom>
        </p:spPr>
      </p:pic>
      <p:sp>
        <p:nvSpPr>
          <p:cNvPr id="2" name="Footer Placeholder" descr="Footer with copyright, author and department information, and date">
            <a:extLst>
              <a:ext uri="{FF2B5EF4-FFF2-40B4-BE49-F238E27FC236}">
                <a16:creationId xmlns:a16="http://schemas.microsoft.com/office/drawing/2014/main" id="{36983F93-FD6F-4DAC-8F23-D4EF00A04206}"/>
              </a:ext>
            </a:extLst>
          </p:cNvPr>
          <p:cNvSpPr>
            <a:spLocks noGrp="1"/>
          </p:cNvSpPr>
          <p:nvPr>
            <p:ph type="ftr" sz="quarter" idx="12"/>
          </p:nvPr>
        </p:nvSpPr>
        <p:spPr bwMode="black">
          <a:xfrm>
            <a:off x="411163" y="6310800"/>
            <a:ext cx="9288000" cy="547200"/>
          </a:xfrm>
        </p:spPr>
        <p:txBody>
          <a:bodyPr/>
          <a:lstStyle/>
          <a:p>
            <a:pPr>
              <a:lnSpc>
                <a:spcPct val="100000"/>
              </a:lnSpc>
            </a:pPr>
            <a:r>
              <a:rPr lang="en-US"/>
              <a:t>Restricted | © Siemens 2024 | GBS CEE P2P CZ PO IND | 2025-01-03</a:t>
            </a:r>
          </a:p>
        </p:txBody>
      </p:sp>
    </p:spTree>
    <p:extLst>
      <p:ext uri="{BB962C8B-B14F-4D97-AF65-F5344CB8AC3E}">
        <p14:creationId xmlns:p14="http://schemas.microsoft.com/office/powerpoint/2010/main" val="3786460584"/>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259">
          <p15:clr>
            <a:srgbClr val="65CEFF"/>
          </p15:clr>
        </p15:guide>
        <p15:guide id="3" pos="6109">
          <p15:clr>
            <a:srgbClr val="65CEFF"/>
          </p15:clr>
        </p15:guide>
        <p15:guide id="4" pos="7425">
          <p15:clr>
            <a:srgbClr val="65CEFF"/>
          </p15:clr>
        </p15:guide>
        <p15:guide id="5" orient="horz" pos="891">
          <p15:clr>
            <a:srgbClr val="65CEFF"/>
          </p15:clr>
        </p15:guide>
        <p15:guide id="6" orient="horz" pos="3658">
          <p15:clr>
            <a:srgbClr val="65CEFF"/>
          </p15:clr>
        </p15:guide>
        <p15:guide id="7" orient="horz" pos="4157">
          <p15:clr>
            <a:srgbClr val="65CEFF"/>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Title picture dark 48pt">
    <p:bg>
      <p:bgRef idx="1001">
        <a:schemeClr val="bg2"/>
      </p:bgRef>
    </p:bg>
    <p:spTree>
      <p:nvGrpSpPr>
        <p:cNvPr id="1" name=""/>
        <p:cNvGrpSpPr/>
        <p:nvPr/>
      </p:nvGrpSpPr>
      <p:grpSpPr>
        <a:xfrm>
          <a:off x="0" y="0"/>
          <a:ext cx="0" cy="0"/>
          <a:chOff x="0" y="0"/>
          <a:chExt cx="0" cy="0"/>
        </a:xfrm>
      </p:grpSpPr>
      <p:sp>
        <p:nvSpPr>
          <p:cNvPr id="2" name="Title" descr="Headline of the presentation">
            <a:extLst>
              <a:ext uri="{FF2B5EF4-FFF2-40B4-BE49-F238E27FC236}">
                <a16:creationId xmlns:a16="http://schemas.microsoft.com/office/drawing/2014/main" id="{8620440E-BF1B-417E-87A5-35990130B3FF}"/>
              </a:ext>
            </a:extLst>
          </p:cNvPr>
          <p:cNvSpPr>
            <a:spLocks noGrp="1"/>
          </p:cNvSpPr>
          <p:nvPr>
            <p:ph type="title" hasCustomPrompt="1"/>
          </p:nvPr>
        </p:nvSpPr>
        <p:spPr bwMode="black">
          <a:xfrm>
            <a:off x="410401" y="3780000"/>
            <a:ext cx="9287638" cy="1477328"/>
          </a:xfrm>
          <a:noFill/>
        </p:spPr>
        <p:txBody>
          <a:bodyPr vert="horz" rIns="0" bIns="0" anchor="t">
            <a:spAutoFit/>
          </a:bodyPr>
          <a:lstStyle>
            <a:lvl1pPr marL="0">
              <a:lnSpc>
                <a:spcPct val="100000"/>
              </a:lnSpc>
              <a:defRPr sz="4800" b="0">
                <a:solidFill>
                  <a:schemeClr val="tx1"/>
                </a:solidFill>
              </a:defRPr>
            </a:lvl1pPr>
          </a:lstStyle>
          <a:p>
            <a:r>
              <a:rPr lang="en-US"/>
              <a:t>Title chart with picture, </a:t>
            </a:r>
            <a:br>
              <a:rPr lang="en-US"/>
            </a:br>
            <a:r>
              <a:rPr lang="en-US"/>
              <a:t>Arial Regular, 48 </a:t>
            </a:r>
            <a:r>
              <a:rPr lang="en-US" err="1"/>
              <a:t>pt</a:t>
            </a:r>
            <a:endParaRPr lang="en-US"/>
          </a:p>
        </p:txBody>
      </p:sp>
      <p:sp>
        <p:nvSpPr>
          <p:cNvPr id="3" name="Subhead" descr="Subheadline of the presentation">
            <a:extLst>
              <a:ext uri="{FF2B5EF4-FFF2-40B4-BE49-F238E27FC236}">
                <a16:creationId xmlns:a16="http://schemas.microsoft.com/office/drawing/2014/main" id="{89304306-5233-4901-B576-444696A2EA33}"/>
              </a:ext>
            </a:extLst>
          </p:cNvPr>
          <p:cNvSpPr>
            <a:spLocks noGrp="1"/>
          </p:cNvSpPr>
          <p:nvPr>
            <p:ph type="subTitle" idx="1" hasCustomPrompt="1"/>
          </p:nvPr>
        </p:nvSpPr>
        <p:spPr bwMode="black">
          <a:xfrm>
            <a:off x="411162" y="5256000"/>
            <a:ext cx="9288000" cy="911438"/>
          </a:xfrm>
          <a:prstGeom prst="rect">
            <a:avLst/>
          </a:prstGeom>
        </p:spPr>
        <p:txBody>
          <a:bodyPr lIns="0" tIns="252000">
            <a:noAutofit/>
          </a:bodyPr>
          <a:lstStyle>
            <a:lvl1pPr marL="0" indent="0" algn="l">
              <a:spcAft>
                <a:spcPts val="300"/>
              </a:spcAft>
              <a:buNone/>
              <a:defRPr sz="1800">
                <a:solidFill>
                  <a:schemeClr val="tx1"/>
                </a:solidFill>
              </a:defRPr>
            </a:lvl1pPr>
            <a:lvl2pPr marL="0" indent="0" algn="l">
              <a:spcAft>
                <a:spcPts val="300"/>
              </a:spcAft>
              <a:buNone/>
              <a:defRPr sz="1600"/>
            </a:lvl2pPr>
            <a:lvl3pPr marL="0" indent="0" algn="l">
              <a:spcAft>
                <a:spcPts val="300"/>
              </a:spcAft>
              <a:buNone/>
              <a:defRPr sz="1400"/>
            </a:lvl3pPr>
            <a:lvl4pPr marL="0" indent="0" algn="l">
              <a:buNone/>
              <a:defRPr sz="1400"/>
            </a:lvl4pPr>
            <a:lvl5pPr marL="0" indent="0" algn="l">
              <a:buNone/>
              <a:defRPr sz="1400"/>
            </a:lvl5pPr>
            <a:lvl6pPr marL="0" indent="0" algn="l">
              <a:buNone/>
              <a:defRPr sz="1400"/>
            </a:lvl6pPr>
            <a:lvl7pPr marL="0" indent="0" algn="l">
              <a:buNone/>
              <a:defRPr sz="1400"/>
            </a:lvl7pPr>
            <a:lvl8pPr marL="0" indent="0" algn="l">
              <a:buNone/>
              <a:defRPr sz="1400"/>
            </a:lvl8pPr>
            <a:lvl9pPr marL="0" indent="0" algn="l">
              <a:buNone/>
              <a:defRPr sz="1400"/>
            </a:lvl9pPr>
          </a:lstStyle>
          <a:p>
            <a:r>
              <a:rPr lang="en-US"/>
              <a:t>Subhead for headline size 48 </a:t>
            </a:r>
            <a:r>
              <a:rPr lang="en-US" err="1"/>
              <a:t>pt</a:t>
            </a:r>
            <a:endParaRPr lang="en-US"/>
          </a:p>
        </p:txBody>
      </p:sp>
      <p:pic>
        <p:nvPicPr>
          <p:cNvPr id="7" name="Siemens Logo" descr="Siemens logo">
            <a:extLst>
              <a:ext uri="{FF2B5EF4-FFF2-40B4-BE49-F238E27FC236}">
                <a16:creationId xmlns:a16="http://schemas.microsoft.com/office/drawing/2014/main" id="{3E4A7839-9F7E-47F2-83BA-F637AE096316}"/>
              </a:ext>
              <a:ext uri="{C183D7F6-B498-43B3-948B-1728B52AA6E4}">
                <adec:decorative xmlns:adec="http://schemas.microsoft.com/office/drawing/2017/decorative" val="0"/>
              </a:ext>
            </a:extLst>
          </p:cNvPr>
          <p:cNvPicPr>
            <a:picLocks noChangeAspect="1"/>
          </p:cNvPicPr>
          <p:nvPr userDrawn="1"/>
        </p:nvPicPr>
        <p:blipFill>
          <a:blip r:embed="rId2" cstate="email">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p:blipFill>
        <p:spPr bwMode="black">
          <a:xfrm>
            <a:off x="10274400" y="6364800"/>
            <a:ext cx="1512000" cy="240408"/>
          </a:xfrm>
          <a:prstGeom prst="rect">
            <a:avLst/>
          </a:prstGeom>
        </p:spPr>
      </p:pic>
      <p:sp>
        <p:nvSpPr>
          <p:cNvPr id="4" name="Footer Placeholder" descr="Footer with copyright, author and department information, and date">
            <a:extLst>
              <a:ext uri="{FF2B5EF4-FFF2-40B4-BE49-F238E27FC236}">
                <a16:creationId xmlns:a16="http://schemas.microsoft.com/office/drawing/2014/main" id="{B61796B2-8510-42B4-A5F7-E1FE5FCE45A2}"/>
              </a:ext>
            </a:extLst>
          </p:cNvPr>
          <p:cNvSpPr>
            <a:spLocks noGrp="1"/>
          </p:cNvSpPr>
          <p:nvPr>
            <p:ph type="ftr" sz="quarter" idx="13"/>
          </p:nvPr>
        </p:nvSpPr>
        <p:spPr bwMode="black">
          <a:xfrm>
            <a:off x="411162" y="6310800"/>
            <a:ext cx="9288000" cy="547200"/>
          </a:xfrm>
        </p:spPr>
        <p:txBody>
          <a:bodyPr/>
          <a:lstStyle/>
          <a:p>
            <a:pPr>
              <a:lnSpc>
                <a:spcPct val="100000"/>
              </a:lnSpc>
            </a:pPr>
            <a:r>
              <a:rPr lang="en-US"/>
              <a:t>Restricted | © Siemens 2024 | SHERPA X | YYYY-MM-DD | Status: Draft</a:t>
            </a:r>
          </a:p>
        </p:txBody>
      </p:sp>
      <p:pic>
        <p:nvPicPr>
          <p:cNvPr id="5" name="Marcador de Posição da Imagem 8" descr="Uma imagem com azul, Saturação de cores, Azul elétrico, captura de ecrã&#10;&#10;Descrição gerada automaticamente">
            <a:extLst>
              <a:ext uri="{FF2B5EF4-FFF2-40B4-BE49-F238E27FC236}">
                <a16:creationId xmlns:a16="http://schemas.microsoft.com/office/drawing/2014/main" id="{70DE8838-31D9-C642-DEB4-3F58514298C5}"/>
              </a:ext>
            </a:extLst>
          </p:cNvPr>
          <p:cNvPicPr>
            <a:picLocks noChangeAspect="1"/>
          </p:cNvPicPr>
          <p:nvPr userDrawn="1"/>
        </p:nvPicPr>
        <p:blipFill rotWithShape="1">
          <a:blip r:embed="rId4" cstate="email">
            <a:extLst>
              <a:ext uri="{28A0092B-C50C-407E-A947-70E740481C1C}">
                <a14:useLocalDpi xmlns:a14="http://schemas.microsoft.com/office/drawing/2010/main"/>
              </a:ext>
            </a:extLst>
          </a:blip>
          <a:srcRect/>
          <a:stretch/>
        </p:blipFill>
        <p:spPr bwMode="black">
          <a:xfrm>
            <a:off x="-5" y="0"/>
            <a:ext cx="12192000" cy="3502800"/>
          </a:xfrm>
          <a:prstGeom prst="rect">
            <a:avLst/>
          </a:prstGeom>
        </p:spPr>
      </p:pic>
    </p:spTree>
    <p:extLst>
      <p:ext uri="{BB962C8B-B14F-4D97-AF65-F5344CB8AC3E}">
        <p14:creationId xmlns:p14="http://schemas.microsoft.com/office/powerpoint/2010/main" val="2775785289"/>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259">
          <p15:clr>
            <a:srgbClr val="65CEFF"/>
          </p15:clr>
        </p15:guide>
        <p15:guide id="2" pos="6109">
          <p15:clr>
            <a:srgbClr val="65CEFF"/>
          </p15:clr>
        </p15:guide>
        <p15:guide id="3" pos="7425">
          <p15:clr>
            <a:srgbClr val="65CEFF"/>
          </p15:clr>
        </p15:guide>
        <p15:guide id="4" orient="horz" pos="2206">
          <p15:clr>
            <a:srgbClr val="65CEFF"/>
          </p15:clr>
        </p15:guide>
        <p15:guide id="5" orient="horz" pos="3885">
          <p15:clr>
            <a:srgbClr val="65CEFF"/>
          </p15:clr>
        </p15:guide>
        <p15:guide id="6" orient="horz" pos="4157">
          <p15:clr>
            <a:srgbClr val="65CEFF"/>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Title picture dark 40pt">
    <p:bg>
      <p:bgRef idx="1001">
        <a:schemeClr val="bg2"/>
      </p:bgRef>
    </p:bg>
    <p:spTree>
      <p:nvGrpSpPr>
        <p:cNvPr id="1" name=""/>
        <p:cNvGrpSpPr/>
        <p:nvPr/>
      </p:nvGrpSpPr>
      <p:grpSpPr>
        <a:xfrm>
          <a:off x="0" y="0"/>
          <a:ext cx="0" cy="0"/>
          <a:chOff x="0" y="0"/>
          <a:chExt cx="0" cy="0"/>
        </a:xfrm>
      </p:grpSpPr>
      <p:sp>
        <p:nvSpPr>
          <p:cNvPr id="2" name="Title" descr="Headline of the presentation">
            <a:extLst>
              <a:ext uri="{FF2B5EF4-FFF2-40B4-BE49-F238E27FC236}">
                <a16:creationId xmlns:a16="http://schemas.microsoft.com/office/drawing/2014/main" id="{8620440E-BF1B-417E-87A5-35990130B3FF}"/>
              </a:ext>
            </a:extLst>
          </p:cNvPr>
          <p:cNvSpPr>
            <a:spLocks noGrp="1"/>
          </p:cNvSpPr>
          <p:nvPr>
            <p:ph type="title" hasCustomPrompt="1"/>
          </p:nvPr>
        </p:nvSpPr>
        <p:spPr bwMode="black">
          <a:xfrm>
            <a:off x="410401" y="3780000"/>
            <a:ext cx="9287638" cy="1231106"/>
          </a:xfrm>
          <a:noFill/>
        </p:spPr>
        <p:txBody>
          <a:bodyPr rIns="0" bIns="0" anchor="t">
            <a:spAutoFit/>
          </a:bodyPr>
          <a:lstStyle>
            <a:lvl1pPr marL="0">
              <a:lnSpc>
                <a:spcPct val="100000"/>
              </a:lnSpc>
              <a:defRPr sz="4000" b="0">
                <a:solidFill>
                  <a:schemeClr val="tx1"/>
                </a:solidFill>
              </a:defRPr>
            </a:lvl1pPr>
          </a:lstStyle>
          <a:p>
            <a:r>
              <a:rPr lang="en-US"/>
              <a:t>Title chart with picture, </a:t>
            </a:r>
            <a:br>
              <a:rPr lang="en-US"/>
            </a:br>
            <a:r>
              <a:rPr lang="en-US"/>
              <a:t>Arial Regular, 40 </a:t>
            </a:r>
            <a:r>
              <a:rPr lang="en-US" err="1"/>
              <a:t>pt</a:t>
            </a:r>
            <a:endParaRPr lang="en-US"/>
          </a:p>
        </p:txBody>
      </p:sp>
      <p:sp>
        <p:nvSpPr>
          <p:cNvPr id="3" name="Subhead" descr="Subheadline of the presentation">
            <a:extLst>
              <a:ext uri="{FF2B5EF4-FFF2-40B4-BE49-F238E27FC236}">
                <a16:creationId xmlns:a16="http://schemas.microsoft.com/office/drawing/2014/main" id="{89304306-5233-4901-B576-444696A2EA33}"/>
              </a:ext>
            </a:extLst>
          </p:cNvPr>
          <p:cNvSpPr>
            <a:spLocks noGrp="1"/>
          </p:cNvSpPr>
          <p:nvPr>
            <p:ph type="subTitle" idx="1" hasCustomPrompt="1"/>
          </p:nvPr>
        </p:nvSpPr>
        <p:spPr bwMode="black">
          <a:xfrm>
            <a:off x="411162" y="5011106"/>
            <a:ext cx="9288000" cy="1156332"/>
          </a:xfrm>
          <a:prstGeom prst="rect">
            <a:avLst/>
          </a:prstGeom>
        </p:spPr>
        <p:txBody>
          <a:bodyPr lIns="0" tIns="252000">
            <a:noAutofit/>
          </a:bodyPr>
          <a:lstStyle>
            <a:lvl1pPr marL="0" indent="0" algn="l">
              <a:spcAft>
                <a:spcPts val="300"/>
              </a:spcAft>
              <a:buNone/>
              <a:defRPr sz="1600">
                <a:solidFill>
                  <a:schemeClr val="tx1"/>
                </a:solidFill>
              </a:defRPr>
            </a:lvl1pPr>
            <a:lvl2pPr marL="0" indent="0" algn="l">
              <a:spcAft>
                <a:spcPts val="300"/>
              </a:spcAft>
              <a:buNone/>
              <a:defRPr sz="1600"/>
            </a:lvl2pPr>
            <a:lvl3pPr marL="0" indent="0" algn="l">
              <a:spcAft>
                <a:spcPts val="300"/>
              </a:spcAft>
              <a:buNone/>
              <a:defRPr sz="1400"/>
            </a:lvl3pPr>
            <a:lvl4pPr marL="0" indent="0" algn="l">
              <a:buNone/>
              <a:defRPr sz="1400"/>
            </a:lvl4pPr>
            <a:lvl5pPr marL="0" indent="0" algn="l">
              <a:buNone/>
              <a:defRPr sz="1400"/>
            </a:lvl5pPr>
            <a:lvl6pPr marL="0" indent="0" algn="l">
              <a:buNone/>
              <a:defRPr sz="1400"/>
            </a:lvl6pPr>
            <a:lvl7pPr marL="0" indent="0" algn="l">
              <a:buNone/>
              <a:defRPr sz="1400"/>
            </a:lvl7pPr>
            <a:lvl8pPr marL="0" indent="0" algn="l">
              <a:buNone/>
              <a:defRPr sz="1400"/>
            </a:lvl8pPr>
            <a:lvl9pPr marL="0" indent="0" algn="l">
              <a:buNone/>
              <a:defRPr sz="1400"/>
            </a:lvl9pPr>
          </a:lstStyle>
          <a:p>
            <a:pPr lvl="0"/>
            <a:r>
              <a:rPr lang="en-US"/>
              <a:t>Subhead for headline size 40 </a:t>
            </a:r>
            <a:r>
              <a:rPr lang="en-US" err="1"/>
              <a:t>pt</a:t>
            </a:r>
            <a:endParaRPr lang="en-US"/>
          </a:p>
        </p:txBody>
      </p:sp>
      <p:pic>
        <p:nvPicPr>
          <p:cNvPr id="7" name="Siemens Logo" descr="Siemens logo">
            <a:extLst>
              <a:ext uri="{FF2B5EF4-FFF2-40B4-BE49-F238E27FC236}">
                <a16:creationId xmlns:a16="http://schemas.microsoft.com/office/drawing/2014/main" id="{3E4A7839-9F7E-47F2-83BA-F637AE096316}"/>
              </a:ext>
              <a:ext uri="{C183D7F6-B498-43B3-948B-1728B52AA6E4}">
                <adec:decorative xmlns:adec="http://schemas.microsoft.com/office/drawing/2017/decorative" val="0"/>
              </a:ext>
            </a:extLst>
          </p:cNvPr>
          <p:cNvPicPr>
            <a:picLocks noChangeAspect="1"/>
          </p:cNvPicPr>
          <p:nvPr userDrawn="1"/>
        </p:nvPicPr>
        <p:blipFill>
          <a:blip r:embed="rId2" cstate="email">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p:blipFill>
        <p:spPr bwMode="black">
          <a:xfrm>
            <a:off x="10274400" y="6364800"/>
            <a:ext cx="1512000" cy="240408"/>
          </a:xfrm>
          <a:prstGeom prst="rect">
            <a:avLst/>
          </a:prstGeom>
        </p:spPr>
      </p:pic>
      <p:sp>
        <p:nvSpPr>
          <p:cNvPr id="4" name="Footer Placeholder" descr="Footer with copyright, author and department information, and date">
            <a:extLst>
              <a:ext uri="{FF2B5EF4-FFF2-40B4-BE49-F238E27FC236}">
                <a16:creationId xmlns:a16="http://schemas.microsoft.com/office/drawing/2014/main" id="{B61796B2-8510-42B4-A5F7-E1FE5FCE45A2}"/>
              </a:ext>
            </a:extLst>
          </p:cNvPr>
          <p:cNvSpPr>
            <a:spLocks noGrp="1"/>
          </p:cNvSpPr>
          <p:nvPr>
            <p:ph type="ftr" sz="quarter" idx="13"/>
          </p:nvPr>
        </p:nvSpPr>
        <p:spPr bwMode="black">
          <a:xfrm>
            <a:off x="411162" y="6310800"/>
            <a:ext cx="9288000" cy="547200"/>
          </a:xfrm>
        </p:spPr>
        <p:txBody>
          <a:bodyPr/>
          <a:lstStyle/>
          <a:p>
            <a:pPr>
              <a:lnSpc>
                <a:spcPct val="100000"/>
              </a:lnSpc>
            </a:pPr>
            <a:r>
              <a:rPr lang="en-US"/>
              <a:t>Restricted | © Siemens 2024 | SHERPA X | YYYY-MM-DD | Status: Draft</a:t>
            </a:r>
          </a:p>
        </p:txBody>
      </p:sp>
      <p:pic>
        <p:nvPicPr>
          <p:cNvPr id="6" name="Marcador de Posição da Imagem 8" descr="Uma imagem com azul, Saturação de cores, Azul elétrico, captura de ecrã&#10;&#10;Descrição gerada automaticamente">
            <a:extLst>
              <a:ext uri="{FF2B5EF4-FFF2-40B4-BE49-F238E27FC236}">
                <a16:creationId xmlns:a16="http://schemas.microsoft.com/office/drawing/2014/main" id="{5C1C3F67-382F-07D6-EE21-C5965BF300A1}"/>
              </a:ext>
            </a:extLst>
          </p:cNvPr>
          <p:cNvPicPr>
            <a:picLocks noChangeAspect="1"/>
          </p:cNvPicPr>
          <p:nvPr userDrawn="1"/>
        </p:nvPicPr>
        <p:blipFill rotWithShape="1">
          <a:blip r:embed="rId4" cstate="email">
            <a:extLst>
              <a:ext uri="{28A0092B-C50C-407E-A947-70E740481C1C}">
                <a14:useLocalDpi xmlns:a14="http://schemas.microsoft.com/office/drawing/2010/main"/>
              </a:ext>
            </a:extLst>
          </a:blip>
          <a:srcRect/>
          <a:stretch/>
        </p:blipFill>
        <p:spPr bwMode="black">
          <a:xfrm>
            <a:off x="-5" y="0"/>
            <a:ext cx="12192000" cy="3502800"/>
          </a:xfrm>
          <a:prstGeom prst="rect">
            <a:avLst/>
          </a:prstGeom>
        </p:spPr>
      </p:pic>
    </p:spTree>
    <p:extLst>
      <p:ext uri="{BB962C8B-B14F-4D97-AF65-F5344CB8AC3E}">
        <p14:creationId xmlns:p14="http://schemas.microsoft.com/office/powerpoint/2010/main" val="2059748989"/>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259">
          <p15:clr>
            <a:srgbClr val="65CEFF"/>
          </p15:clr>
        </p15:guide>
        <p15:guide id="2" pos="6109">
          <p15:clr>
            <a:srgbClr val="65CEFF"/>
          </p15:clr>
        </p15:guide>
        <p15:guide id="3" pos="7425">
          <p15:clr>
            <a:srgbClr val="65CEFF"/>
          </p15:clr>
        </p15:guide>
        <p15:guide id="4" orient="horz" pos="2206">
          <p15:clr>
            <a:srgbClr val="65CEFF"/>
          </p15:clr>
        </p15:guide>
        <p15:guide id="5" orient="horz" pos="3885">
          <p15:clr>
            <a:srgbClr val="65CEFF"/>
          </p15:clr>
        </p15:guide>
        <p15:guide id="6" orient="horz" pos="4157">
          <p15:clr>
            <a:srgbClr val="65CEFF"/>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itle picture Gradient 48pt">
    <p:bg>
      <p:bgPr>
        <a:gradFill flip="none" rotWithShape="1">
          <a:gsLst>
            <a:gs pos="40000">
              <a:schemeClr val="bg2"/>
            </a:gs>
            <a:gs pos="100000">
              <a:schemeClr val="accent1"/>
            </a:gs>
          </a:gsLst>
          <a:path path="circle">
            <a:fillToRect l="100000" t="100000"/>
          </a:path>
          <a:tileRect r="-100000" b="-100000"/>
        </a:gradFill>
        <a:effectLst/>
      </p:bgPr>
    </p:bg>
    <p:spTree>
      <p:nvGrpSpPr>
        <p:cNvPr id="1" name=""/>
        <p:cNvGrpSpPr/>
        <p:nvPr/>
      </p:nvGrpSpPr>
      <p:grpSpPr>
        <a:xfrm>
          <a:off x="0" y="0"/>
          <a:ext cx="0" cy="0"/>
          <a:chOff x="0" y="0"/>
          <a:chExt cx="0" cy="0"/>
        </a:xfrm>
      </p:grpSpPr>
      <p:sp>
        <p:nvSpPr>
          <p:cNvPr id="9" name="Gradient cover">
            <a:extLst>
              <a:ext uri="{FF2B5EF4-FFF2-40B4-BE49-F238E27FC236}">
                <a16:creationId xmlns:a16="http://schemas.microsoft.com/office/drawing/2014/main" id="{6FD70AD7-1356-4F56-BCF5-60206B8893D8}"/>
              </a:ext>
              <a:ext uri="{C183D7F6-B498-43B3-948B-1728B52AA6E4}">
                <adec:decorative xmlns:adec="http://schemas.microsoft.com/office/drawing/2017/decorative" val="1"/>
              </a:ext>
            </a:extLst>
          </p:cNvPr>
          <p:cNvSpPr/>
          <p:nvPr userDrawn="1"/>
        </p:nvSpPr>
        <p:spPr>
          <a:xfrm>
            <a:off x="0" y="3502025"/>
            <a:ext cx="12192000" cy="3355975"/>
          </a:xfrm>
          <a:prstGeom prst="rect">
            <a:avLst/>
          </a:prstGeom>
          <a:gradFill flip="none" rotWithShape="1">
            <a:gsLst>
              <a:gs pos="0">
                <a:schemeClr val="accent6"/>
              </a:gs>
              <a:gs pos="100000">
                <a:schemeClr val="bg2">
                  <a:alpha val="0"/>
                </a:schemeClr>
              </a:gs>
              <a:gs pos="40000">
                <a:schemeClr val="bg2">
                  <a:alpha val="50000"/>
                </a:schemeClr>
              </a:gs>
            </a:gsLst>
            <a:lin ang="162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pPr algn="l"/>
            <a:endParaRPr lang="en-US"/>
          </a:p>
        </p:txBody>
      </p:sp>
      <p:sp>
        <p:nvSpPr>
          <p:cNvPr id="2" name="Title" descr="Headline of the presentation">
            <a:extLst>
              <a:ext uri="{FF2B5EF4-FFF2-40B4-BE49-F238E27FC236}">
                <a16:creationId xmlns:a16="http://schemas.microsoft.com/office/drawing/2014/main" id="{8620440E-BF1B-417E-87A5-35990130B3FF}"/>
              </a:ext>
            </a:extLst>
          </p:cNvPr>
          <p:cNvSpPr>
            <a:spLocks noGrp="1"/>
          </p:cNvSpPr>
          <p:nvPr>
            <p:ph type="title" hasCustomPrompt="1"/>
          </p:nvPr>
        </p:nvSpPr>
        <p:spPr bwMode="black">
          <a:xfrm>
            <a:off x="410401" y="3780000"/>
            <a:ext cx="9287638" cy="1477328"/>
          </a:xfrm>
          <a:noFill/>
        </p:spPr>
        <p:txBody>
          <a:bodyPr rIns="0" bIns="0" anchor="t">
            <a:spAutoFit/>
          </a:bodyPr>
          <a:lstStyle>
            <a:lvl1pPr marL="0">
              <a:lnSpc>
                <a:spcPct val="100000"/>
              </a:lnSpc>
              <a:defRPr sz="4800" b="0">
                <a:solidFill>
                  <a:schemeClr val="tx1"/>
                </a:solidFill>
              </a:defRPr>
            </a:lvl1pPr>
          </a:lstStyle>
          <a:p>
            <a:r>
              <a:rPr lang="en-US"/>
              <a:t>Title chart with picture, </a:t>
            </a:r>
            <a:br>
              <a:rPr lang="en-US"/>
            </a:br>
            <a:r>
              <a:rPr lang="en-US"/>
              <a:t>Arial Regular, 48 </a:t>
            </a:r>
            <a:r>
              <a:rPr lang="en-US" err="1"/>
              <a:t>pt</a:t>
            </a:r>
            <a:endParaRPr lang="en-US"/>
          </a:p>
        </p:txBody>
      </p:sp>
      <p:sp>
        <p:nvSpPr>
          <p:cNvPr id="3" name="Subhead" descr="Subheadline of the presentation">
            <a:extLst>
              <a:ext uri="{FF2B5EF4-FFF2-40B4-BE49-F238E27FC236}">
                <a16:creationId xmlns:a16="http://schemas.microsoft.com/office/drawing/2014/main" id="{89304306-5233-4901-B576-444696A2EA33}"/>
              </a:ext>
            </a:extLst>
          </p:cNvPr>
          <p:cNvSpPr>
            <a:spLocks noGrp="1"/>
          </p:cNvSpPr>
          <p:nvPr>
            <p:ph type="subTitle" idx="1" hasCustomPrompt="1"/>
          </p:nvPr>
        </p:nvSpPr>
        <p:spPr bwMode="black">
          <a:xfrm>
            <a:off x="411162" y="5256000"/>
            <a:ext cx="9288000" cy="911438"/>
          </a:xfrm>
          <a:prstGeom prst="rect">
            <a:avLst/>
          </a:prstGeom>
        </p:spPr>
        <p:txBody>
          <a:bodyPr lIns="0" tIns="252000">
            <a:noAutofit/>
          </a:bodyPr>
          <a:lstStyle>
            <a:lvl1pPr marL="0" indent="0" algn="l">
              <a:spcAft>
                <a:spcPts val="300"/>
              </a:spcAft>
              <a:buNone/>
              <a:defRPr sz="1800">
                <a:solidFill>
                  <a:schemeClr val="tx1"/>
                </a:solidFill>
              </a:defRPr>
            </a:lvl1pPr>
            <a:lvl2pPr marL="0" indent="0" algn="l">
              <a:spcAft>
                <a:spcPts val="300"/>
              </a:spcAft>
              <a:buNone/>
              <a:defRPr sz="1600"/>
            </a:lvl2pPr>
            <a:lvl3pPr marL="0" indent="0" algn="l">
              <a:spcAft>
                <a:spcPts val="300"/>
              </a:spcAft>
              <a:buNone/>
              <a:defRPr sz="1400"/>
            </a:lvl3pPr>
            <a:lvl4pPr marL="0" indent="0" algn="l">
              <a:buNone/>
              <a:defRPr sz="1400"/>
            </a:lvl4pPr>
            <a:lvl5pPr marL="0" indent="0" algn="l">
              <a:buNone/>
              <a:defRPr sz="1400"/>
            </a:lvl5pPr>
            <a:lvl6pPr marL="0" indent="0" algn="l">
              <a:buNone/>
              <a:defRPr sz="1400"/>
            </a:lvl6pPr>
            <a:lvl7pPr marL="0" indent="0" algn="l">
              <a:buNone/>
              <a:defRPr sz="1400"/>
            </a:lvl7pPr>
            <a:lvl8pPr marL="0" indent="0" algn="l">
              <a:buNone/>
              <a:defRPr sz="1400"/>
            </a:lvl8pPr>
            <a:lvl9pPr marL="0" indent="0" algn="l">
              <a:buNone/>
              <a:defRPr sz="1400"/>
            </a:lvl9pPr>
          </a:lstStyle>
          <a:p>
            <a:r>
              <a:rPr lang="en-US"/>
              <a:t>Subhead for headline size 48 </a:t>
            </a:r>
            <a:r>
              <a:rPr lang="en-US" err="1"/>
              <a:t>pt</a:t>
            </a:r>
            <a:endParaRPr lang="en-US"/>
          </a:p>
        </p:txBody>
      </p:sp>
      <p:pic>
        <p:nvPicPr>
          <p:cNvPr id="7" name="Siemens Logo" descr="Siemens logo">
            <a:extLst>
              <a:ext uri="{FF2B5EF4-FFF2-40B4-BE49-F238E27FC236}">
                <a16:creationId xmlns:a16="http://schemas.microsoft.com/office/drawing/2014/main" id="{3E4A7839-9F7E-47F2-83BA-F637AE096316}"/>
              </a:ext>
              <a:ext uri="{C183D7F6-B498-43B3-948B-1728B52AA6E4}">
                <adec:decorative xmlns:adec="http://schemas.microsoft.com/office/drawing/2017/decorative" val="0"/>
              </a:ext>
            </a:extLst>
          </p:cNvPr>
          <p:cNvPicPr>
            <a:picLocks noChangeAspect="1"/>
          </p:cNvPicPr>
          <p:nvPr userDrawn="1"/>
        </p:nvPicPr>
        <p:blipFill>
          <a:blip r:embed="rId2" cstate="email">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p:blipFill>
        <p:spPr bwMode="black">
          <a:xfrm>
            <a:off x="10274400" y="6364800"/>
            <a:ext cx="1512000" cy="240408"/>
          </a:xfrm>
          <a:prstGeom prst="rect">
            <a:avLst/>
          </a:prstGeom>
        </p:spPr>
      </p:pic>
      <p:sp>
        <p:nvSpPr>
          <p:cNvPr id="4" name="Footer Placeholder" descr="Footer with copyright, author and department information, and date">
            <a:extLst>
              <a:ext uri="{FF2B5EF4-FFF2-40B4-BE49-F238E27FC236}">
                <a16:creationId xmlns:a16="http://schemas.microsoft.com/office/drawing/2014/main" id="{B61796B2-8510-42B4-A5F7-E1FE5FCE45A2}"/>
              </a:ext>
            </a:extLst>
          </p:cNvPr>
          <p:cNvSpPr>
            <a:spLocks noGrp="1"/>
          </p:cNvSpPr>
          <p:nvPr>
            <p:ph type="ftr" sz="quarter" idx="13"/>
          </p:nvPr>
        </p:nvSpPr>
        <p:spPr bwMode="black">
          <a:xfrm>
            <a:off x="411162" y="6310800"/>
            <a:ext cx="9288000" cy="547200"/>
          </a:xfrm>
        </p:spPr>
        <p:txBody>
          <a:bodyPr/>
          <a:lstStyle/>
          <a:p>
            <a:pPr>
              <a:lnSpc>
                <a:spcPct val="100000"/>
              </a:lnSpc>
            </a:pPr>
            <a:r>
              <a:rPr lang="en-US"/>
              <a:t>Restricted | © Siemens 2024 | SHERPA X | YYYY-MM-DD | Status: Draft</a:t>
            </a:r>
          </a:p>
        </p:txBody>
      </p:sp>
      <p:pic>
        <p:nvPicPr>
          <p:cNvPr id="5" name="Marcador de Posição da Imagem 8" descr="Uma imagem com azul, Saturação de cores, Azul elétrico, captura de ecrã&#10;&#10;Descrição gerada automaticamente">
            <a:extLst>
              <a:ext uri="{FF2B5EF4-FFF2-40B4-BE49-F238E27FC236}">
                <a16:creationId xmlns:a16="http://schemas.microsoft.com/office/drawing/2014/main" id="{1D6035DC-0382-A35D-A6CF-1C926020B373}"/>
              </a:ext>
            </a:extLst>
          </p:cNvPr>
          <p:cNvPicPr>
            <a:picLocks noChangeAspect="1"/>
          </p:cNvPicPr>
          <p:nvPr userDrawn="1"/>
        </p:nvPicPr>
        <p:blipFill rotWithShape="1">
          <a:blip r:embed="rId4" cstate="email">
            <a:extLst>
              <a:ext uri="{28A0092B-C50C-407E-A947-70E740481C1C}">
                <a14:useLocalDpi xmlns:a14="http://schemas.microsoft.com/office/drawing/2010/main"/>
              </a:ext>
            </a:extLst>
          </a:blip>
          <a:srcRect/>
          <a:stretch/>
        </p:blipFill>
        <p:spPr bwMode="black">
          <a:xfrm>
            <a:off x="-5" y="0"/>
            <a:ext cx="12192000" cy="3502800"/>
          </a:xfrm>
          <a:prstGeom prst="rect">
            <a:avLst/>
          </a:prstGeom>
        </p:spPr>
      </p:pic>
    </p:spTree>
    <p:extLst>
      <p:ext uri="{BB962C8B-B14F-4D97-AF65-F5344CB8AC3E}">
        <p14:creationId xmlns:p14="http://schemas.microsoft.com/office/powerpoint/2010/main" val="2039774720"/>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259">
          <p15:clr>
            <a:srgbClr val="65CEFF"/>
          </p15:clr>
        </p15:guide>
        <p15:guide id="2" pos="6109">
          <p15:clr>
            <a:srgbClr val="65CEFF"/>
          </p15:clr>
        </p15:guide>
        <p15:guide id="3" pos="7425">
          <p15:clr>
            <a:srgbClr val="65CEFF"/>
          </p15:clr>
        </p15:guide>
        <p15:guide id="4" orient="horz" pos="2206">
          <p15:clr>
            <a:srgbClr val="65CEFF"/>
          </p15:clr>
        </p15:guide>
        <p15:guide id="5" orient="horz" pos="3885">
          <p15:clr>
            <a:srgbClr val="65CEFF"/>
          </p15:clr>
        </p15:guide>
        <p15:guide id="6" orient="horz" pos="4157">
          <p15:clr>
            <a:srgbClr val="65CEFF"/>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Title picture Gradient 40pt">
    <p:bg>
      <p:bgPr>
        <a:gradFill flip="none" rotWithShape="1">
          <a:gsLst>
            <a:gs pos="40000">
              <a:schemeClr val="bg2"/>
            </a:gs>
            <a:gs pos="100000">
              <a:schemeClr val="accent1"/>
            </a:gs>
          </a:gsLst>
          <a:path path="circle">
            <a:fillToRect l="100000" t="100000"/>
          </a:path>
          <a:tileRect r="-100000" b="-100000"/>
        </a:gradFill>
        <a:effectLst/>
      </p:bgPr>
    </p:bg>
    <p:spTree>
      <p:nvGrpSpPr>
        <p:cNvPr id="1" name=""/>
        <p:cNvGrpSpPr/>
        <p:nvPr/>
      </p:nvGrpSpPr>
      <p:grpSpPr>
        <a:xfrm>
          <a:off x="0" y="0"/>
          <a:ext cx="0" cy="0"/>
          <a:chOff x="0" y="0"/>
          <a:chExt cx="0" cy="0"/>
        </a:xfrm>
      </p:grpSpPr>
      <p:sp>
        <p:nvSpPr>
          <p:cNvPr id="9" name="Gradient cover">
            <a:extLst>
              <a:ext uri="{FF2B5EF4-FFF2-40B4-BE49-F238E27FC236}">
                <a16:creationId xmlns:a16="http://schemas.microsoft.com/office/drawing/2014/main" id="{BC751AD9-F368-4030-BEF3-878CBEED0E5B}"/>
              </a:ext>
              <a:ext uri="{C183D7F6-B498-43B3-948B-1728B52AA6E4}">
                <adec:decorative xmlns:adec="http://schemas.microsoft.com/office/drawing/2017/decorative" val="1"/>
              </a:ext>
            </a:extLst>
          </p:cNvPr>
          <p:cNvSpPr/>
          <p:nvPr userDrawn="1"/>
        </p:nvSpPr>
        <p:spPr>
          <a:xfrm>
            <a:off x="0" y="3502025"/>
            <a:ext cx="12192000" cy="3355975"/>
          </a:xfrm>
          <a:prstGeom prst="rect">
            <a:avLst/>
          </a:prstGeom>
          <a:gradFill flip="none" rotWithShape="1">
            <a:gsLst>
              <a:gs pos="0">
                <a:schemeClr val="accent6"/>
              </a:gs>
              <a:gs pos="100000">
                <a:schemeClr val="bg2">
                  <a:alpha val="0"/>
                </a:schemeClr>
              </a:gs>
              <a:gs pos="40000">
                <a:schemeClr val="bg2">
                  <a:alpha val="50000"/>
                </a:schemeClr>
              </a:gs>
            </a:gsLst>
            <a:lin ang="162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pPr algn="l"/>
            <a:endParaRPr lang="en-US"/>
          </a:p>
        </p:txBody>
      </p:sp>
      <p:sp>
        <p:nvSpPr>
          <p:cNvPr id="2" name="Title" descr="Headline of the presentation">
            <a:extLst>
              <a:ext uri="{FF2B5EF4-FFF2-40B4-BE49-F238E27FC236}">
                <a16:creationId xmlns:a16="http://schemas.microsoft.com/office/drawing/2014/main" id="{8620440E-BF1B-417E-87A5-35990130B3FF}"/>
              </a:ext>
            </a:extLst>
          </p:cNvPr>
          <p:cNvSpPr>
            <a:spLocks noGrp="1"/>
          </p:cNvSpPr>
          <p:nvPr>
            <p:ph type="title" hasCustomPrompt="1"/>
          </p:nvPr>
        </p:nvSpPr>
        <p:spPr bwMode="black">
          <a:xfrm>
            <a:off x="410401" y="3780000"/>
            <a:ext cx="9287638" cy="1231106"/>
          </a:xfrm>
          <a:noFill/>
        </p:spPr>
        <p:txBody>
          <a:bodyPr rIns="0" bIns="0" anchor="t">
            <a:spAutoFit/>
          </a:bodyPr>
          <a:lstStyle>
            <a:lvl1pPr marL="0">
              <a:lnSpc>
                <a:spcPct val="100000"/>
              </a:lnSpc>
              <a:defRPr sz="4000" b="0">
                <a:solidFill>
                  <a:schemeClr val="tx1"/>
                </a:solidFill>
              </a:defRPr>
            </a:lvl1pPr>
          </a:lstStyle>
          <a:p>
            <a:r>
              <a:rPr lang="en-US"/>
              <a:t>Title chart with picture, </a:t>
            </a:r>
            <a:br>
              <a:rPr lang="en-US"/>
            </a:br>
            <a:r>
              <a:rPr lang="en-US"/>
              <a:t>Arial Regular, 40 </a:t>
            </a:r>
            <a:r>
              <a:rPr lang="en-US" err="1"/>
              <a:t>pt</a:t>
            </a:r>
            <a:endParaRPr lang="en-US"/>
          </a:p>
        </p:txBody>
      </p:sp>
      <p:sp>
        <p:nvSpPr>
          <p:cNvPr id="3" name="Subhead" descr="Subheadline of the presentation">
            <a:extLst>
              <a:ext uri="{FF2B5EF4-FFF2-40B4-BE49-F238E27FC236}">
                <a16:creationId xmlns:a16="http://schemas.microsoft.com/office/drawing/2014/main" id="{89304306-5233-4901-B576-444696A2EA33}"/>
              </a:ext>
            </a:extLst>
          </p:cNvPr>
          <p:cNvSpPr>
            <a:spLocks noGrp="1"/>
          </p:cNvSpPr>
          <p:nvPr>
            <p:ph type="subTitle" idx="1" hasCustomPrompt="1"/>
          </p:nvPr>
        </p:nvSpPr>
        <p:spPr bwMode="black">
          <a:xfrm>
            <a:off x="411162" y="5011106"/>
            <a:ext cx="9288000" cy="1156332"/>
          </a:xfrm>
          <a:prstGeom prst="rect">
            <a:avLst/>
          </a:prstGeom>
        </p:spPr>
        <p:txBody>
          <a:bodyPr lIns="0" tIns="252000">
            <a:noAutofit/>
          </a:bodyPr>
          <a:lstStyle>
            <a:lvl1pPr marL="0" indent="0" algn="l">
              <a:spcAft>
                <a:spcPts val="300"/>
              </a:spcAft>
              <a:buNone/>
              <a:defRPr sz="1600">
                <a:solidFill>
                  <a:schemeClr val="tx1"/>
                </a:solidFill>
              </a:defRPr>
            </a:lvl1pPr>
            <a:lvl2pPr marL="0" indent="0" algn="l">
              <a:spcAft>
                <a:spcPts val="300"/>
              </a:spcAft>
              <a:buNone/>
              <a:defRPr sz="1600"/>
            </a:lvl2pPr>
            <a:lvl3pPr marL="0" indent="0" algn="l">
              <a:spcAft>
                <a:spcPts val="300"/>
              </a:spcAft>
              <a:buNone/>
              <a:defRPr sz="1400"/>
            </a:lvl3pPr>
            <a:lvl4pPr marL="0" indent="0" algn="l">
              <a:buNone/>
              <a:defRPr sz="1400"/>
            </a:lvl4pPr>
            <a:lvl5pPr marL="0" indent="0" algn="l">
              <a:buNone/>
              <a:defRPr sz="1400"/>
            </a:lvl5pPr>
            <a:lvl6pPr marL="0" indent="0" algn="l">
              <a:buNone/>
              <a:defRPr sz="1400"/>
            </a:lvl6pPr>
            <a:lvl7pPr marL="0" indent="0" algn="l">
              <a:buNone/>
              <a:defRPr sz="1400"/>
            </a:lvl7pPr>
            <a:lvl8pPr marL="0" indent="0" algn="l">
              <a:buNone/>
              <a:defRPr sz="1400"/>
            </a:lvl8pPr>
            <a:lvl9pPr marL="0" indent="0" algn="l">
              <a:buNone/>
              <a:defRPr sz="1400"/>
            </a:lvl9pPr>
          </a:lstStyle>
          <a:p>
            <a:pPr lvl="0"/>
            <a:r>
              <a:rPr lang="en-US"/>
              <a:t>Subhead for headline size 40 </a:t>
            </a:r>
            <a:r>
              <a:rPr lang="en-US" err="1"/>
              <a:t>pt</a:t>
            </a:r>
            <a:endParaRPr lang="en-US"/>
          </a:p>
        </p:txBody>
      </p:sp>
      <p:pic>
        <p:nvPicPr>
          <p:cNvPr id="7" name="Siemens Logo" descr="Siemens logo">
            <a:extLst>
              <a:ext uri="{FF2B5EF4-FFF2-40B4-BE49-F238E27FC236}">
                <a16:creationId xmlns:a16="http://schemas.microsoft.com/office/drawing/2014/main" id="{3E4A7839-9F7E-47F2-83BA-F637AE096316}"/>
              </a:ext>
              <a:ext uri="{C183D7F6-B498-43B3-948B-1728B52AA6E4}">
                <adec:decorative xmlns:adec="http://schemas.microsoft.com/office/drawing/2017/decorative" val="0"/>
              </a:ext>
            </a:extLst>
          </p:cNvPr>
          <p:cNvPicPr>
            <a:picLocks noChangeAspect="1"/>
          </p:cNvPicPr>
          <p:nvPr userDrawn="1"/>
        </p:nvPicPr>
        <p:blipFill>
          <a:blip r:embed="rId2" cstate="email">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p:blipFill>
        <p:spPr bwMode="black">
          <a:xfrm>
            <a:off x="10274400" y="6364800"/>
            <a:ext cx="1512000" cy="240408"/>
          </a:xfrm>
          <a:prstGeom prst="rect">
            <a:avLst/>
          </a:prstGeom>
        </p:spPr>
      </p:pic>
      <p:sp>
        <p:nvSpPr>
          <p:cNvPr id="4" name="Footer Placeholder" descr="Footer with copyright, author and department information, and date">
            <a:extLst>
              <a:ext uri="{FF2B5EF4-FFF2-40B4-BE49-F238E27FC236}">
                <a16:creationId xmlns:a16="http://schemas.microsoft.com/office/drawing/2014/main" id="{B61796B2-8510-42B4-A5F7-E1FE5FCE45A2}"/>
              </a:ext>
            </a:extLst>
          </p:cNvPr>
          <p:cNvSpPr>
            <a:spLocks noGrp="1"/>
          </p:cNvSpPr>
          <p:nvPr>
            <p:ph type="ftr" sz="quarter" idx="13"/>
          </p:nvPr>
        </p:nvSpPr>
        <p:spPr bwMode="black">
          <a:xfrm>
            <a:off x="411162" y="6310800"/>
            <a:ext cx="9288000" cy="547200"/>
          </a:xfrm>
        </p:spPr>
        <p:txBody>
          <a:bodyPr/>
          <a:lstStyle/>
          <a:p>
            <a:pPr>
              <a:lnSpc>
                <a:spcPct val="100000"/>
              </a:lnSpc>
            </a:pPr>
            <a:r>
              <a:rPr lang="en-US"/>
              <a:t>Restricted | © Siemens 2024 | SHERPA X | YYYY-MM-DD | Status: Draft</a:t>
            </a:r>
          </a:p>
        </p:txBody>
      </p:sp>
      <p:pic>
        <p:nvPicPr>
          <p:cNvPr id="6" name="Marcador de Posição da Imagem 8" descr="Uma imagem com azul, Saturação de cores, Azul elétrico, captura de ecrã&#10;&#10;Descrição gerada automaticamente">
            <a:extLst>
              <a:ext uri="{FF2B5EF4-FFF2-40B4-BE49-F238E27FC236}">
                <a16:creationId xmlns:a16="http://schemas.microsoft.com/office/drawing/2014/main" id="{987E51E3-72A3-7AAC-F3CF-18EEC80FCCCB}"/>
              </a:ext>
            </a:extLst>
          </p:cNvPr>
          <p:cNvPicPr>
            <a:picLocks noChangeAspect="1"/>
          </p:cNvPicPr>
          <p:nvPr userDrawn="1"/>
        </p:nvPicPr>
        <p:blipFill rotWithShape="1">
          <a:blip r:embed="rId4" cstate="email">
            <a:extLst>
              <a:ext uri="{28A0092B-C50C-407E-A947-70E740481C1C}">
                <a14:useLocalDpi xmlns:a14="http://schemas.microsoft.com/office/drawing/2010/main"/>
              </a:ext>
            </a:extLst>
          </a:blip>
          <a:srcRect/>
          <a:stretch/>
        </p:blipFill>
        <p:spPr bwMode="black">
          <a:xfrm>
            <a:off x="-5" y="0"/>
            <a:ext cx="12192000" cy="3502800"/>
          </a:xfrm>
          <a:prstGeom prst="rect">
            <a:avLst/>
          </a:prstGeom>
        </p:spPr>
      </p:pic>
    </p:spTree>
    <p:extLst>
      <p:ext uri="{BB962C8B-B14F-4D97-AF65-F5344CB8AC3E}">
        <p14:creationId xmlns:p14="http://schemas.microsoft.com/office/powerpoint/2010/main" val="2423648316"/>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259">
          <p15:clr>
            <a:srgbClr val="65CEFF"/>
          </p15:clr>
        </p15:guide>
        <p15:guide id="2" pos="6109">
          <p15:clr>
            <a:srgbClr val="65CEFF"/>
          </p15:clr>
        </p15:guide>
        <p15:guide id="3" pos="7425">
          <p15:clr>
            <a:srgbClr val="65CEFF"/>
          </p15:clr>
        </p15:guide>
        <p15:guide id="4" orient="horz" pos="2206">
          <p15:clr>
            <a:srgbClr val="65CEFF"/>
          </p15:clr>
        </p15:guide>
        <p15:guide id="5" orient="horz" pos="3885">
          <p15:clr>
            <a:srgbClr val="65CEFF"/>
          </p15:clr>
        </p15:guide>
        <p15:guide id="6" orient="horz" pos="4157">
          <p15:clr>
            <a:srgbClr val="65CEFF"/>
          </p15:clr>
        </p15:guide>
      </p15:sldGuideLst>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Chapter title dark 80pt">
    <p:bg>
      <p:bgRef idx="1001">
        <a:schemeClr val="bg2"/>
      </p:bgRef>
    </p:bg>
    <p:spTree>
      <p:nvGrpSpPr>
        <p:cNvPr id="1" name=""/>
        <p:cNvGrpSpPr/>
        <p:nvPr/>
      </p:nvGrpSpPr>
      <p:grpSpPr>
        <a:xfrm>
          <a:off x="0" y="0"/>
          <a:ext cx="0" cy="0"/>
          <a:chOff x="0" y="0"/>
          <a:chExt cx="0" cy="0"/>
        </a:xfrm>
      </p:grpSpPr>
      <p:sp>
        <p:nvSpPr>
          <p:cNvPr id="4" name="Title" descr="Title of the chapter">
            <a:extLst>
              <a:ext uri="{FF2B5EF4-FFF2-40B4-BE49-F238E27FC236}">
                <a16:creationId xmlns:a16="http://schemas.microsoft.com/office/drawing/2014/main" id="{B3CAAA86-26BD-41E0-A26A-7AF592C3A34A}"/>
              </a:ext>
            </a:extLst>
          </p:cNvPr>
          <p:cNvSpPr>
            <a:spLocks noGrp="1"/>
          </p:cNvSpPr>
          <p:nvPr>
            <p:ph type="title" hasCustomPrompt="1"/>
          </p:nvPr>
        </p:nvSpPr>
        <p:spPr bwMode="black">
          <a:xfrm>
            <a:off x="410400" y="1414463"/>
            <a:ext cx="11376788" cy="2462213"/>
          </a:xfrm>
          <a:noFill/>
        </p:spPr>
        <p:txBody>
          <a:bodyPr rIns="0" bIns="0" anchor="b" anchorCtr="0">
            <a:spAutoFit/>
          </a:bodyPr>
          <a:lstStyle>
            <a:lvl1pPr marL="0">
              <a:lnSpc>
                <a:spcPct val="100000"/>
              </a:lnSpc>
              <a:defRPr sz="8000" b="0">
                <a:solidFill>
                  <a:schemeClr val="tx1"/>
                </a:solidFill>
              </a:defRPr>
            </a:lvl1pPr>
          </a:lstStyle>
          <a:p>
            <a:r>
              <a:rPr lang="en-US"/>
              <a:t>Chapter divider, </a:t>
            </a:r>
            <a:br>
              <a:rPr lang="en-US"/>
            </a:br>
            <a:r>
              <a:rPr lang="en-US"/>
              <a:t>Arial Regular, 80 </a:t>
            </a:r>
            <a:r>
              <a:rPr lang="en-US" err="1"/>
              <a:t>pt</a:t>
            </a:r>
            <a:endParaRPr lang="en-US"/>
          </a:p>
        </p:txBody>
      </p:sp>
      <p:sp>
        <p:nvSpPr>
          <p:cNvPr id="3" name="Subhead" descr="Subtitle of the chapter">
            <a:extLst>
              <a:ext uri="{FF2B5EF4-FFF2-40B4-BE49-F238E27FC236}">
                <a16:creationId xmlns:a16="http://schemas.microsoft.com/office/drawing/2014/main" id="{89304306-5233-4901-B576-444696A2EA33}"/>
              </a:ext>
            </a:extLst>
          </p:cNvPr>
          <p:cNvSpPr>
            <a:spLocks noGrp="1"/>
          </p:cNvSpPr>
          <p:nvPr>
            <p:ph type="subTitle" idx="1" hasCustomPrompt="1"/>
          </p:nvPr>
        </p:nvSpPr>
        <p:spPr bwMode="black">
          <a:xfrm>
            <a:off x="411163" y="3876675"/>
            <a:ext cx="9288000" cy="1930399"/>
          </a:xfrm>
          <a:prstGeom prst="rect">
            <a:avLst/>
          </a:prstGeom>
        </p:spPr>
        <p:txBody>
          <a:bodyPr lIns="0" tIns="370800">
            <a:noAutofit/>
          </a:bodyPr>
          <a:lstStyle>
            <a:lvl1pPr marL="0" indent="0" algn="l">
              <a:spcAft>
                <a:spcPts val="300"/>
              </a:spcAft>
              <a:buNone/>
              <a:defRPr sz="3200">
                <a:solidFill>
                  <a:schemeClr val="tx1"/>
                </a:solidFill>
              </a:defRPr>
            </a:lvl1pPr>
            <a:lvl2pPr marL="0" marR="0" indent="0" algn="l" defTabSz="914400" rtl="0" eaLnBrk="1" fontAlgn="auto" latinLnBrk="0" hangingPunct="1">
              <a:lnSpc>
                <a:spcPct val="110000"/>
              </a:lnSpc>
              <a:spcBef>
                <a:spcPts val="0"/>
              </a:spcBef>
              <a:spcAft>
                <a:spcPts val="300"/>
              </a:spcAft>
              <a:buClr>
                <a:schemeClr val="accent1"/>
              </a:buClr>
              <a:buSzTx/>
              <a:buFont typeface="Arial" panose="020B0604020202020204" pitchFamily="34" charset="0"/>
              <a:buNone/>
              <a:tabLst/>
              <a:defRPr sz="2400"/>
            </a:lvl2pPr>
            <a:lvl3pPr marL="0" indent="0" algn="l">
              <a:spcAft>
                <a:spcPts val="300"/>
              </a:spcAft>
              <a:buNone/>
              <a:defRPr sz="1600"/>
            </a:lvl3pPr>
            <a:lvl4pPr marL="0" indent="0" algn="l">
              <a:buNone/>
              <a:defRPr sz="1600"/>
            </a:lvl4pPr>
            <a:lvl5pPr marL="0" indent="0" algn="l">
              <a:buNone/>
              <a:defRPr sz="1600"/>
            </a:lvl5pPr>
            <a:lvl6pPr marL="0" indent="0" algn="l">
              <a:buNone/>
              <a:defRPr sz="1600"/>
            </a:lvl6pPr>
            <a:lvl7pPr marL="0" indent="0" algn="l">
              <a:buNone/>
              <a:defRPr sz="1600"/>
            </a:lvl7pPr>
            <a:lvl8pPr marL="0" indent="0" algn="l">
              <a:buNone/>
              <a:defRPr sz="1600"/>
            </a:lvl8pPr>
            <a:lvl9pPr marL="0" indent="0" algn="l">
              <a:buNone/>
              <a:defRPr sz="1600"/>
            </a:lvl9pPr>
          </a:lstStyle>
          <a:p>
            <a:r>
              <a:rPr lang="en-US"/>
              <a:t>Subhead for headline size 80 </a:t>
            </a:r>
            <a:r>
              <a:rPr lang="en-US" err="1"/>
              <a:t>pt</a:t>
            </a:r>
            <a:endParaRPr lang="en-US"/>
          </a:p>
        </p:txBody>
      </p:sp>
      <p:sp>
        <p:nvSpPr>
          <p:cNvPr id="5" name="Footer Placeholder" descr="Footer with copyright, author and department information, and date">
            <a:extLst>
              <a:ext uri="{FF2B5EF4-FFF2-40B4-BE49-F238E27FC236}">
                <a16:creationId xmlns:a16="http://schemas.microsoft.com/office/drawing/2014/main" id="{EDBCA456-A643-45C8-9383-5A06099EB621}"/>
              </a:ext>
            </a:extLst>
          </p:cNvPr>
          <p:cNvSpPr>
            <a:spLocks noGrp="1"/>
          </p:cNvSpPr>
          <p:nvPr>
            <p:ph type="ftr" sz="quarter" idx="10"/>
          </p:nvPr>
        </p:nvSpPr>
        <p:spPr bwMode="black">
          <a:xfrm>
            <a:off x="1059160" y="6310800"/>
            <a:ext cx="8640003" cy="547200"/>
          </a:xfrm>
        </p:spPr>
        <p:txBody>
          <a:bodyPr/>
          <a:lstStyle/>
          <a:p>
            <a:r>
              <a:rPr lang="en-US"/>
              <a:t>Restricted | © Siemens 2024 | SHERPA X | YYYY-MM-DD | Status: Draft</a:t>
            </a:r>
          </a:p>
        </p:txBody>
      </p:sp>
      <p:pic>
        <p:nvPicPr>
          <p:cNvPr id="10" name="Siemens Logo" descr="Siemens logo">
            <a:extLst>
              <a:ext uri="{FF2B5EF4-FFF2-40B4-BE49-F238E27FC236}">
                <a16:creationId xmlns:a16="http://schemas.microsoft.com/office/drawing/2014/main" id="{9A561178-96D2-407A-94C5-91A37401F657}"/>
              </a:ext>
              <a:ext uri="{C183D7F6-B498-43B3-948B-1728B52AA6E4}">
                <adec:decorative xmlns:adec="http://schemas.microsoft.com/office/drawing/2017/decorative" val="0"/>
              </a:ext>
            </a:extLst>
          </p:cNvPr>
          <p:cNvPicPr>
            <a:picLocks noChangeAspect="1"/>
          </p:cNvPicPr>
          <p:nvPr userDrawn="1"/>
        </p:nvPicPr>
        <p:blipFill>
          <a:blip r:embed="rId2" cstate="email">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p:blipFill>
        <p:spPr bwMode="black">
          <a:xfrm>
            <a:off x="10274400" y="6364800"/>
            <a:ext cx="1512000" cy="240408"/>
          </a:xfrm>
          <a:prstGeom prst="rect">
            <a:avLst/>
          </a:prstGeom>
        </p:spPr>
      </p:pic>
      <p:sp>
        <p:nvSpPr>
          <p:cNvPr id="6" name="Slide Number Placeholder">
            <a:extLst>
              <a:ext uri="{FF2B5EF4-FFF2-40B4-BE49-F238E27FC236}">
                <a16:creationId xmlns:a16="http://schemas.microsoft.com/office/drawing/2014/main" id="{5B05DC85-FD3C-4245-83A1-F6197CB9E08F}"/>
              </a:ext>
              <a:ext uri="{C183D7F6-B498-43B3-948B-1728B52AA6E4}">
                <adec:decorative xmlns:adec="http://schemas.microsoft.com/office/drawing/2017/decorative" val="1"/>
              </a:ext>
            </a:extLst>
          </p:cNvPr>
          <p:cNvSpPr>
            <a:spLocks noGrp="1"/>
          </p:cNvSpPr>
          <p:nvPr>
            <p:ph type="sldNum" sz="quarter" idx="11"/>
          </p:nvPr>
        </p:nvSpPr>
        <p:spPr bwMode="black"/>
        <p:txBody>
          <a:bodyPr/>
          <a:lstStyle/>
          <a:p>
            <a:r>
              <a:rPr lang="en-US"/>
              <a:t>Page </a:t>
            </a:r>
            <a:fld id="{15EBE321-CBB1-4E91-BD14-37C8D44326FB}" type="slidenum">
              <a:rPr lang="en-US" smtClean="0"/>
              <a:pPr/>
              <a:t>‹#›</a:t>
            </a:fld>
            <a:endParaRPr lang="en-US"/>
          </a:p>
        </p:txBody>
      </p:sp>
    </p:spTree>
    <p:extLst>
      <p:ext uri="{BB962C8B-B14F-4D97-AF65-F5344CB8AC3E}">
        <p14:creationId xmlns:p14="http://schemas.microsoft.com/office/powerpoint/2010/main" val="3315389185"/>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259">
          <p15:clr>
            <a:srgbClr val="65CEFF"/>
          </p15:clr>
        </p15:guide>
        <p15:guide id="3" pos="6109">
          <p15:clr>
            <a:srgbClr val="65CEFF"/>
          </p15:clr>
        </p15:guide>
        <p15:guide id="4" pos="7425">
          <p15:clr>
            <a:srgbClr val="65CEFF"/>
          </p15:clr>
        </p15:guide>
        <p15:guide id="5" orient="horz" pos="891">
          <p15:clr>
            <a:srgbClr val="65CEFF"/>
          </p15:clr>
        </p15:guide>
        <p15:guide id="6" orient="horz" pos="3658">
          <p15:clr>
            <a:srgbClr val="65CEFF"/>
          </p15:clr>
        </p15:guide>
        <p15:guide id="7" orient="horz" pos="4157">
          <p15:clr>
            <a:srgbClr val="65CEFF"/>
          </p15:clr>
        </p15:guide>
      </p15:sldGuideLst>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Chapter title dark 60pt">
    <p:bg>
      <p:bgRef idx="1001">
        <a:schemeClr val="bg2"/>
      </p:bgRef>
    </p:bg>
    <p:spTree>
      <p:nvGrpSpPr>
        <p:cNvPr id="1" name=""/>
        <p:cNvGrpSpPr/>
        <p:nvPr/>
      </p:nvGrpSpPr>
      <p:grpSpPr>
        <a:xfrm>
          <a:off x="0" y="0"/>
          <a:ext cx="0" cy="0"/>
          <a:chOff x="0" y="0"/>
          <a:chExt cx="0" cy="0"/>
        </a:xfrm>
      </p:grpSpPr>
      <p:sp>
        <p:nvSpPr>
          <p:cNvPr id="4" name="Title" descr="Title of the chapter">
            <a:extLst>
              <a:ext uri="{FF2B5EF4-FFF2-40B4-BE49-F238E27FC236}">
                <a16:creationId xmlns:a16="http://schemas.microsoft.com/office/drawing/2014/main" id="{B3CAAA86-26BD-41E0-A26A-7AF592C3A34A}"/>
              </a:ext>
            </a:extLst>
          </p:cNvPr>
          <p:cNvSpPr>
            <a:spLocks noGrp="1"/>
          </p:cNvSpPr>
          <p:nvPr>
            <p:ph type="title" hasCustomPrompt="1"/>
          </p:nvPr>
        </p:nvSpPr>
        <p:spPr bwMode="black">
          <a:xfrm>
            <a:off x="410400" y="1414463"/>
            <a:ext cx="11376788" cy="2769989"/>
          </a:xfrm>
          <a:noFill/>
        </p:spPr>
        <p:txBody>
          <a:bodyPr rIns="0" bIns="0" anchor="b" anchorCtr="0">
            <a:spAutoFit/>
          </a:bodyPr>
          <a:lstStyle>
            <a:lvl1pPr marL="0">
              <a:lnSpc>
                <a:spcPct val="100000"/>
              </a:lnSpc>
              <a:defRPr sz="6000" b="0">
                <a:solidFill>
                  <a:schemeClr val="tx1"/>
                </a:solidFill>
              </a:defRPr>
            </a:lvl1pPr>
          </a:lstStyle>
          <a:p>
            <a:r>
              <a:rPr lang="en-US"/>
              <a:t>Chapter divider, </a:t>
            </a:r>
            <a:br>
              <a:rPr lang="en-US"/>
            </a:br>
            <a:r>
              <a:rPr lang="en-US"/>
              <a:t>Arial Regular, 60 </a:t>
            </a:r>
            <a:r>
              <a:rPr lang="en-US" err="1"/>
              <a:t>pt</a:t>
            </a:r>
            <a:br>
              <a:rPr lang="en-US"/>
            </a:br>
            <a:r>
              <a:rPr lang="en-US"/>
              <a:t>3 lines</a:t>
            </a:r>
          </a:p>
        </p:txBody>
      </p:sp>
      <p:sp>
        <p:nvSpPr>
          <p:cNvPr id="3" name="Subhead" descr="Subtitle of the chapter">
            <a:extLst>
              <a:ext uri="{FF2B5EF4-FFF2-40B4-BE49-F238E27FC236}">
                <a16:creationId xmlns:a16="http://schemas.microsoft.com/office/drawing/2014/main" id="{89304306-5233-4901-B576-444696A2EA33}"/>
              </a:ext>
            </a:extLst>
          </p:cNvPr>
          <p:cNvSpPr>
            <a:spLocks noGrp="1"/>
          </p:cNvSpPr>
          <p:nvPr>
            <p:ph type="subTitle" idx="1" hasCustomPrompt="1"/>
          </p:nvPr>
        </p:nvSpPr>
        <p:spPr bwMode="black">
          <a:xfrm>
            <a:off x="411163" y="4184452"/>
            <a:ext cx="9288000" cy="1622622"/>
          </a:xfrm>
          <a:prstGeom prst="rect">
            <a:avLst/>
          </a:prstGeom>
        </p:spPr>
        <p:txBody>
          <a:bodyPr lIns="0" tIns="370800">
            <a:noAutofit/>
          </a:bodyPr>
          <a:lstStyle>
            <a:lvl1pPr marL="0" indent="0" algn="l">
              <a:spcAft>
                <a:spcPts val="300"/>
              </a:spcAft>
              <a:buNone/>
              <a:defRPr sz="2400">
                <a:solidFill>
                  <a:schemeClr val="tx1"/>
                </a:solidFill>
              </a:defRPr>
            </a:lvl1pPr>
            <a:lvl2pPr marL="0" marR="0" indent="0" algn="l" defTabSz="914400" rtl="0" eaLnBrk="1" fontAlgn="auto" latinLnBrk="0" hangingPunct="1">
              <a:lnSpc>
                <a:spcPct val="110000"/>
              </a:lnSpc>
              <a:spcBef>
                <a:spcPts val="0"/>
              </a:spcBef>
              <a:spcAft>
                <a:spcPts val="300"/>
              </a:spcAft>
              <a:buClr>
                <a:schemeClr val="accent1"/>
              </a:buClr>
              <a:buSzTx/>
              <a:buFont typeface="Arial" panose="020B0604020202020204" pitchFamily="34" charset="0"/>
              <a:buNone/>
              <a:tabLst/>
              <a:defRPr sz="2400"/>
            </a:lvl2pPr>
            <a:lvl3pPr marL="0" indent="0" algn="l">
              <a:spcAft>
                <a:spcPts val="300"/>
              </a:spcAft>
              <a:buNone/>
              <a:defRPr sz="1600"/>
            </a:lvl3pPr>
            <a:lvl4pPr marL="0" indent="0" algn="l">
              <a:buNone/>
              <a:defRPr sz="1600"/>
            </a:lvl4pPr>
            <a:lvl5pPr marL="0" indent="0" algn="l">
              <a:buNone/>
              <a:defRPr sz="1600"/>
            </a:lvl5pPr>
            <a:lvl6pPr marL="0" indent="0" algn="l">
              <a:buNone/>
              <a:defRPr sz="1600"/>
            </a:lvl6pPr>
            <a:lvl7pPr marL="0" indent="0" algn="l">
              <a:buNone/>
              <a:defRPr sz="1600"/>
            </a:lvl7pPr>
            <a:lvl8pPr marL="0" indent="0" algn="l">
              <a:buNone/>
              <a:defRPr sz="1600"/>
            </a:lvl8pPr>
            <a:lvl9pPr marL="0" indent="0" algn="l">
              <a:buNone/>
              <a:defRPr sz="1600"/>
            </a:lvl9pPr>
          </a:lstStyle>
          <a:p>
            <a:pPr lvl="0"/>
            <a:r>
              <a:rPr lang="en-US"/>
              <a:t>Subhead for headline size 60 </a:t>
            </a:r>
            <a:r>
              <a:rPr lang="en-US" err="1"/>
              <a:t>pt</a:t>
            </a:r>
            <a:endParaRPr lang="en-US"/>
          </a:p>
        </p:txBody>
      </p:sp>
      <p:sp>
        <p:nvSpPr>
          <p:cNvPr id="5" name="Footer Placeholder" descr="Footer with copyright, author and department information, and date">
            <a:extLst>
              <a:ext uri="{FF2B5EF4-FFF2-40B4-BE49-F238E27FC236}">
                <a16:creationId xmlns:a16="http://schemas.microsoft.com/office/drawing/2014/main" id="{21031E7D-E514-484A-9CCD-52A9C2222261}"/>
              </a:ext>
            </a:extLst>
          </p:cNvPr>
          <p:cNvSpPr>
            <a:spLocks noGrp="1"/>
          </p:cNvSpPr>
          <p:nvPr>
            <p:ph type="ftr" sz="quarter" idx="10"/>
          </p:nvPr>
        </p:nvSpPr>
        <p:spPr bwMode="black">
          <a:xfrm>
            <a:off x="1059160" y="6310800"/>
            <a:ext cx="8640003" cy="547200"/>
          </a:xfrm>
        </p:spPr>
        <p:txBody>
          <a:bodyPr/>
          <a:lstStyle/>
          <a:p>
            <a:r>
              <a:rPr lang="en-US"/>
              <a:t>Restricted | © Siemens 2024 | SHERPA X | YYYY-MM-DD | Status: Draft</a:t>
            </a:r>
          </a:p>
        </p:txBody>
      </p:sp>
      <p:pic>
        <p:nvPicPr>
          <p:cNvPr id="10" name="Siemens Logo" descr="Siemens logo">
            <a:extLst>
              <a:ext uri="{FF2B5EF4-FFF2-40B4-BE49-F238E27FC236}">
                <a16:creationId xmlns:a16="http://schemas.microsoft.com/office/drawing/2014/main" id="{9A561178-96D2-407A-94C5-91A37401F657}"/>
              </a:ext>
              <a:ext uri="{C183D7F6-B498-43B3-948B-1728B52AA6E4}">
                <adec:decorative xmlns:adec="http://schemas.microsoft.com/office/drawing/2017/decorative" val="0"/>
              </a:ext>
            </a:extLst>
          </p:cNvPr>
          <p:cNvPicPr>
            <a:picLocks noChangeAspect="1"/>
          </p:cNvPicPr>
          <p:nvPr userDrawn="1"/>
        </p:nvPicPr>
        <p:blipFill>
          <a:blip r:embed="rId2" cstate="email">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p:blipFill>
        <p:spPr bwMode="black">
          <a:xfrm>
            <a:off x="10274400" y="6364800"/>
            <a:ext cx="1512000" cy="240408"/>
          </a:xfrm>
          <a:prstGeom prst="rect">
            <a:avLst/>
          </a:prstGeom>
        </p:spPr>
      </p:pic>
      <p:sp>
        <p:nvSpPr>
          <p:cNvPr id="6" name="Slide Number Placeholder">
            <a:extLst>
              <a:ext uri="{FF2B5EF4-FFF2-40B4-BE49-F238E27FC236}">
                <a16:creationId xmlns:a16="http://schemas.microsoft.com/office/drawing/2014/main" id="{447F428C-5AA7-413C-A721-B7AADDF8B425}"/>
              </a:ext>
              <a:ext uri="{C183D7F6-B498-43B3-948B-1728B52AA6E4}">
                <adec:decorative xmlns:adec="http://schemas.microsoft.com/office/drawing/2017/decorative" val="1"/>
              </a:ext>
            </a:extLst>
          </p:cNvPr>
          <p:cNvSpPr>
            <a:spLocks noGrp="1"/>
          </p:cNvSpPr>
          <p:nvPr>
            <p:ph type="sldNum" sz="quarter" idx="11"/>
          </p:nvPr>
        </p:nvSpPr>
        <p:spPr bwMode="black"/>
        <p:txBody>
          <a:bodyPr/>
          <a:lstStyle/>
          <a:p>
            <a:r>
              <a:rPr lang="en-US"/>
              <a:t>Page </a:t>
            </a:r>
            <a:fld id="{15EBE321-CBB1-4E91-BD14-37C8D44326FB}" type="slidenum">
              <a:rPr lang="en-US" smtClean="0"/>
              <a:pPr/>
              <a:t>‹#›</a:t>
            </a:fld>
            <a:endParaRPr lang="en-US"/>
          </a:p>
        </p:txBody>
      </p:sp>
    </p:spTree>
    <p:extLst>
      <p:ext uri="{BB962C8B-B14F-4D97-AF65-F5344CB8AC3E}">
        <p14:creationId xmlns:p14="http://schemas.microsoft.com/office/powerpoint/2010/main" val="110185013"/>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259">
          <p15:clr>
            <a:srgbClr val="65CEFF"/>
          </p15:clr>
        </p15:guide>
        <p15:guide id="3" pos="6109">
          <p15:clr>
            <a:srgbClr val="65CEFF"/>
          </p15:clr>
        </p15:guide>
        <p15:guide id="4" pos="7425">
          <p15:clr>
            <a:srgbClr val="65CEFF"/>
          </p15:clr>
        </p15:guide>
        <p15:guide id="5" orient="horz" pos="891">
          <p15:clr>
            <a:srgbClr val="65CEFF"/>
          </p15:clr>
        </p15:guide>
        <p15:guide id="6" orient="horz" pos="3658">
          <p15:clr>
            <a:srgbClr val="65CEFF"/>
          </p15:clr>
        </p15:guide>
        <p15:guide id="7" orient="horz" pos="4157">
          <p15:clr>
            <a:srgbClr val="65CEFF"/>
          </p15:clr>
        </p15:guide>
      </p15:sldGuideLst>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Chapter title color 80pt">
    <p:bg>
      <p:bgPr>
        <a:blipFill>
          <a:blip r:embed="rId2" cstate="email">
            <a:extLst>
              <a:ext uri="{28A0092B-C50C-407E-A947-70E740481C1C}">
                <a14:useLocalDpi xmlns:a14="http://schemas.microsoft.com/office/drawing/2010/main"/>
              </a:ext>
            </a:extLst>
          </a:blip>
          <a:stretch>
            <a:fillRect/>
          </a:stretch>
        </a:blipFill>
        <a:effectLst/>
      </p:bgPr>
    </p:bg>
    <p:spTree>
      <p:nvGrpSpPr>
        <p:cNvPr id="1" name=""/>
        <p:cNvGrpSpPr/>
        <p:nvPr/>
      </p:nvGrpSpPr>
      <p:grpSpPr>
        <a:xfrm>
          <a:off x="0" y="0"/>
          <a:ext cx="0" cy="0"/>
          <a:chOff x="0" y="0"/>
          <a:chExt cx="0" cy="0"/>
        </a:xfrm>
      </p:grpSpPr>
      <p:sp>
        <p:nvSpPr>
          <p:cNvPr id="10" name="Retângulo 9">
            <a:extLst>
              <a:ext uri="{FF2B5EF4-FFF2-40B4-BE49-F238E27FC236}">
                <a16:creationId xmlns:a16="http://schemas.microsoft.com/office/drawing/2014/main" id="{63233F74-64E2-979F-AE77-CCDE0519D42E}"/>
              </a:ext>
            </a:extLst>
          </p:cNvPr>
          <p:cNvSpPr/>
          <p:nvPr userDrawn="1"/>
        </p:nvSpPr>
        <p:spPr>
          <a:xfrm>
            <a:off x="0" y="0"/>
            <a:ext cx="12192000" cy="6858000"/>
          </a:xfrm>
          <a:prstGeom prst="rect">
            <a:avLst/>
          </a:prstGeom>
          <a:solidFill>
            <a:srgbClr val="000028">
              <a:alpha val="2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pPr algn="l"/>
            <a:endParaRPr lang="en-GB">
              <a:solidFill>
                <a:schemeClr val="bg1"/>
              </a:solidFill>
            </a:endParaRPr>
          </a:p>
        </p:txBody>
      </p:sp>
      <p:sp>
        <p:nvSpPr>
          <p:cNvPr id="4" name="Title" descr="Title of the chapter">
            <a:extLst>
              <a:ext uri="{FF2B5EF4-FFF2-40B4-BE49-F238E27FC236}">
                <a16:creationId xmlns:a16="http://schemas.microsoft.com/office/drawing/2014/main" id="{B3CAAA86-26BD-41E0-A26A-7AF592C3A34A}"/>
              </a:ext>
            </a:extLst>
          </p:cNvPr>
          <p:cNvSpPr>
            <a:spLocks noGrp="1"/>
          </p:cNvSpPr>
          <p:nvPr>
            <p:ph type="title" hasCustomPrompt="1"/>
          </p:nvPr>
        </p:nvSpPr>
        <p:spPr bwMode="black">
          <a:xfrm>
            <a:off x="410400" y="1414463"/>
            <a:ext cx="11376788" cy="2462213"/>
          </a:xfrm>
          <a:noFill/>
        </p:spPr>
        <p:txBody>
          <a:bodyPr rIns="0" bIns="0" anchor="b" anchorCtr="0">
            <a:spAutoFit/>
          </a:bodyPr>
          <a:lstStyle>
            <a:lvl1pPr marL="0">
              <a:lnSpc>
                <a:spcPct val="100000"/>
              </a:lnSpc>
              <a:defRPr sz="8000" b="0">
                <a:solidFill>
                  <a:schemeClr val="bg1"/>
                </a:solidFill>
              </a:defRPr>
            </a:lvl1pPr>
          </a:lstStyle>
          <a:p>
            <a:r>
              <a:rPr lang="en-US"/>
              <a:t>Chapter divider, </a:t>
            </a:r>
            <a:br>
              <a:rPr lang="en-US"/>
            </a:br>
            <a:r>
              <a:rPr lang="en-US"/>
              <a:t>Arial Regular, 80 </a:t>
            </a:r>
            <a:r>
              <a:rPr lang="en-US" err="1"/>
              <a:t>pt</a:t>
            </a:r>
            <a:endParaRPr lang="en-US"/>
          </a:p>
        </p:txBody>
      </p:sp>
      <p:sp>
        <p:nvSpPr>
          <p:cNvPr id="3" name="Subhead" descr="Subtitle of the chapter">
            <a:extLst>
              <a:ext uri="{FF2B5EF4-FFF2-40B4-BE49-F238E27FC236}">
                <a16:creationId xmlns:a16="http://schemas.microsoft.com/office/drawing/2014/main" id="{89304306-5233-4901-B576-444696A2EA33}"/>
              </a:ext>
            </a:extLst>
          </p:cNvPr>
          <p:cNvSpPr>
            <a:spLocks noGrp="1"/>
          </p:cNvSpPr>
          <p:nvPr>
            <p:ph type="subTitle" idx="1" hasCustomPrompt="1"/>
          </p:nvPr>
        </p:nvSpPr>
        <p:spPr bwMode="black">
          <a:xfrm>
            <a:off x="411163" y="3876675"/>
            <a:ext cx="9288000" cy="1930399"/>
          </a:xfrm>
          <a:prstGeom prst="rect">
            <a:avLst/>
          </a:prstGeom>
        </p:spPr>
        <p:txBody>
          <a:bodyPr lIns="0" tIns="370800">
            <a:noAutofit/>
          </a:bodyPr>
          <a:lstStyle>
            <a:lvl1pPr marL="0" indent="0" algn="l">
              <a:spcAft>
                <a:spcPts val="300"/>
              </a:spcAft>
              <a:buNone/>
              <a:defRPr sz="3200">
                <a:solidFill>
                  <a:schemeClr val="bg1"/>
                </a:solidFill>
              </a:defRPr>
            </a:lvl1pPr>
            <a:lvl2pPr marL="0" marR="0" indent="0" algn="l" defTabSz="914400" rtl="0" eaLnBrk="1" fontAlgn="auto" latinLnBrk="0" hangingPunct="1">
              <a:lnSpc>
                <a:spcPct val="110000"/>
              </a:lnSpc>
              <a:spcBef>
                <a:spcPts val="0"/>
              </a:spcBef>
              <a:spcAft>
                <a:spcPts val="300"/>
              </a:spcAft>
              <a:buClr>
                <a:schemeClr val="accent1"/>
              </a:buClr>
              <a:buSzTx/>
              <a:buFont typeface="Arial" panose="020B0604020202020204" pitchFamily="34" charset="0"/>
              <a:buNone/>
              <a:tabLst/>
              <a:defRPr sz="2400"/>
            </a:lvl2pPr>
            <a:lvl3pPr marL="0" indent="0" algn="l">
              <a:spcAft>
                <a:spcPts val="300"/>
              </a:spcAft>
              <a:buNone/>
              <a:defRPr sz="1600"/>
            </a:lvl3pPr>
            <a:lvl4pPr marL="0" indent="0" algn="l">
              <a:buNone/>
              <a:defRPr sz="1600"/>
            </a:lvl4pPr>
            <a:lvl5pPr marL="0" indent="0" algn="l">
              <a:buNone/>
              <a:defRPr sz="1600"/>
            </a:lvl5pPr>
            <a:lvl6pPr marL="0" indent="0" algn="l">
              <a:buNone/>
              <a:defRPr sz="1600"/>
            </a:lvl6pPr>
            <a:lvl7pPr marL="0" indent="0" algn="l">
              <a:buNone/>
              <a:defRPr sz="1600"/>
            </a:lvl7pPr>
            <a:lvl8pPr marL="0" indent="0" algn="l">
              <a:buNone/>
              <a:defRPr sz="1600"/>
            </a:lvl8pPr>
            <a:lvl9pPr marL="0" indent="0" algn="l">
              <a:buNone/>
              <a:defRPr sz="1600"/>
            </a:lvl9pPr>
          </a:lstStyle>
          <a:p>
            <a:r>
              <a:rPr lang="en-US"/>
              <a:t>Subhead for headline size 80 </a:t>
            </a:r>
            <a:r>
              <a:rPr lang="en-US" err="1"/>
              <a:t>pt</a:t>
            </a:r>
            <a:endParaRPr lang="en-US"/>
          </a:p>
        </p:txBody>
      </p:sp>
      <p:sp>
        <p:nvSpPr>
          <p:cNvPr id="5" name="Footer Placeholder" descr="Footer with copyright, author and department information, and date">
            <a:extLst>
              <a:ext uri="{FF2B5EF4-FFF2-40B4-BE49-F238E27FC236}">
                <a16:creationId xmlns:a16="http://schemas.microsoft.com/office/drawing/2014/main" id="{EDBCA456-A643-45C8-9383-5A06099EB621}"/>
              </a:ext>
            </a:extLst>
          </p:cNvPr>
          <p:cNvSpPr>
            <a:spLocks noGrp="1"/>
          </p:cNvSpPr>
          <p:nvPr>
            <p:ph type="ftr" sz="quarter" idx="10"/>
          </p:nvPr>
        </p:nvSpPr>
        <p:spPr bwMode="black">
          <a:xfrm>
            <a:off x="1059160" y="6310800"/>
            <a:ext cx="8640003" cy="547200"/>
          </a:xfrm>
        </p:spPr>
        <p:txBody>
          <a:bodyPr/>
          <a:lstStyle/>
          <a:p>
            <a:r>
              <a:rPr lang="en-US"/>
              <a:t>Restricted | © Siemens 2024 | SHERPA X | YYYY-MM-DD | Status: Draft</a:t>
            </a:r>
          </a:p>
        </p:txBody>
      </p:sp>
      <p:sp>
        <p:nvSpPr>
          <p:cNvPr id="6" name="Slide Number Placeholder">
            <a:extLst>
              <a:ext uri="{FF2B5EF4-FFF2-40B4-BE49-F238E27FC236}">
                <a16:creationId xmlns:a16="http://schemas.microsoft.com/office/drawing/2014/main" id="{5B05DC85-FD3C-4245-83A1-F6197CB9E08F}"/>
              </a:ext>
              <a:ext uri="{C183D7F6-B498-43B3-948B-1728B52AA6E4}">
                <adec:decorative xmlns:adec="http://schemas.microsoft.com/office/drawing/2017/decorative" val="1"/>
              </a:ext>
            </a:extLst>
          </p:cNvPr>
          <p:cNvSpPr>
            <a:spLocks noGrp="1"/>
          </p:cNvSpPr>
          <p:nvPr>
            <p:ph type="sldNum" sz="quarter" idx="11"/>
          </p:nvPr>
        </p:nvSpPr>
        <p:spPr bwMode="black"/>
        <p:txBody>
          <a:bodyPr/>
          <a:lstStyle>
            <a:lvl1pPr>
              <a:defRPr>
                <a:solidFill>
                  <a:schemeClr val="bg1"/>
                </a:solidFill>
              </a:defRPr>
            </a:lvl1pPr>
          </a:lstStyle>
          <a:p>
            <a:r>
              <a:rPr lang="en-US"/>
              <a:t>Page </a:t>
            </a:r>
            <a:fld id="{15EBE321-CBB1-4E91-BD14-37C8D44326FB}" type="slidenum">
              <a:rPr lang="en-US" smtClean="0"/>
              <a:pPr/>
              <a:t>‹#›</a:t>
            </a:fld>
            <a:endParaRPr lang="en-US"/>
          </a:p>
        </p:txBody>
      </p:sp>
      <p:pic>
        <p:nvPicPr>
          <p:cNvPr id="8" name="Siemens Logo" descr="Siemens logo">
            <a:extLst>
              <a:ext uri="{FF2B5EF4-FFF2-40B4-BE49-F238E27FC236}">
                <a16:creationId xmlns:a16="http://schemas.microsoft.com/office/drawing/2014/main" id="{749F11AA-3049-C6CE-38C7-1170C944F85B}"/>
              </a:ext>
              <a:ext uri="{C183D7F6-B498-43B3-948B-1728B52AA6E4}">
                <adec:decorative xmlns:adec="http://schemas.microsoft.com/office/drawing/2017/decorative" val="0"/>
              </a:ext>
            </a:extLst>
          </p:cNvPr>
          <p:cNvPicPr>
            <a:picLocks noChangeAspect="1"/>
          </p:cNvPicPr>
          <p:nvPr userDrawn="1"/>
        </p:nvPicPr>
        <p:blipFill>
          <a:blip r:embed="rId3" cstate="email">
            <a:extLst>
              <a:ext uri="{28A0092B-C50C-407E-A947-70E740481C1C}">
                <a14:useLocalDpi xmlns:a14="http://schemas.microsoft.com/office/drawing/2010/main"/>
              </a:ext>
              <a:ext uri="{96DAC541-7B7A-43D3-8B79-37D633B846F1}">
                <asvg:svgBlip xmlns:asvg="http://schemas.microsoft.com/office/drawing/2016/SVG/main" r:embed="rId4"/>
              </a:ext>
            </a:extLst>
          </a:blip>
          <a:srcRect/>
          <a:stretch/>
        </p:blipFill>
        <p:spPr bwMode="black">
          <a:xfrm>
            <a:off x="10274400" y="6364800"/>
            <a:ext cx="1512000" cy="240408"/>
          </a:xfrm>
          <a:prstGeom prst="rect">
            <a:avLst/>
          </a:prstGeom>
        </p:spPr>
      </p:pic>
    </p:spTree>
    <p:extLst>
      <p:ext uri="{BB962C8B-B14F-4D97-AF65-F5344CB8AC3E}">
        <p14:creationId xmlns:p14="http://schemas.microsoft.com/office/powerpoint/2010/main" val="1112852071"/>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pos="259">
          <p15:clr>
            <a:srgbClr val="65CEFF"/>
          </p15:clr>
        </p15:guide>
        <p15:guide id="3" pos="6109">
          <p15:clr>
            <a:srgbClr val="65CEFF"/>
          </p15:clr>
        </p15:guide>
        <p15:guide id="4" pos="7425">
          <p15:clr>
            <a:srgbClr val="65CEFF"/>
          </p15:clr>
        </p15:guide>
        <p15:guide id="5" orient="horz" pos="891">
          <p15:clr>
            <a:srgbClr val="65CEFF"/>
          </p15:clr>
        </p15:guide>
        <p15:guide id="6" orient="horz" pos="3658">
          <p15:clr>
            <a:srgbClr val="65CEFF"/>
          </p15:clr>
        </p15:guide>
        <p15:guide id="7" orient="horz" pos="4157">
          <p15:clr>
            <a:srgbClr val="65CEFF"/>
          </p15:clr>
        </p15:guide>
      </p15:sldGuideLst>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Chapter title color 60pt">
    <p:bg>
      <p:bgPr>
        <a:blipFill dpi="0" rotWithShape="1">
          <a:blip r:embed="rId2" cstate="email">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4" name="Title" descr="Title of the chapter">
            <a:extLst>
              <a:ext uri="{FF2B5EF4-FFF2-40B4-BE49-F238E27FC236}">
                <a16:creationId xmlns:a16="http://schemas.microsoft.com/office/drawing/2014/main" id="{B3CAAA86-26BD-41E0-A26A-7AF592C3A34A}"/>
              </a:ext>
            </a:extLst>
          </p:cNvPr>
          <p:cNvSpPr>
            <a:spLocks noGrp="1"/>
          </p:cNvSpPr>
          <p:nvPr>
            <p:ph type="title" hasCustomPrompt="1"/>
          </p:nvPr>
        </p:nvSpPr>
        <p:spPr bwMode="black">
          <a:xfrm>
            <a:off x="410400" y="1414463"/>
            <a:ext cx="11376788" cy="2769989"/>
          </a:xfrm>
          <a:noFill/>
        </p:spPr>
        <p:txBody>
          <a:bodyPr rIns="0" bIns="0" anchor="b" anchorCtr="0">
            <a:spAutoFit/>
          </a:bodyPr>
          <a:lstStyle>
            <a:lvl1pPr marL="0">
              <a:lnSpc>
                <a:spcPct val="100000"/>
              </a:lnSpc>
              <a:defRPr sz="6000" b="0">
                <a:solidFill>
                  <a:schemeClr val="bg1"/>
                </a:solidFill>
              </a:defRPr>
            </a:lvl1pPr>
          </a:lstStyle>
          <a:p>
            <a:r>
              <a:rPr lang="en-US"/>
              <a:t>Chapter divider, </a:t>
            </a:r>
            <a:br>
              <a:rPr lang="en-US"/>
            </a:br>
            <a:r>
              <a:rPr lang="en-US"/>
              <a:t>Arial Regular, 60 </a:t>
            </a:r>
            <a:r>
              <a:rPr lang="en-US" err="1"/>
              <a:t>pt</a:t>
            </a:r>
            <a:br>
              <a:rPr lang="en-US"/>
            </a:br>
            <a:r>
              <a:rPr lang="en-US"/>
              <a:t>3 lines</a:t>
            </a:r>
          </a:p>
        </p:txBody>
      </p:sp>
      <p:sp>
        <p:nvSpPr>
          <p:cNvPr id="3" name="Subhead" descr="Subtitle of the chapter">
            <a:extLst>
              <a:ext uri="{FF2B5EF4-FFF2-40B4-BE49-F238E27FC236}">
                <a16:creationId xmlns:a16="http://schemas.microsoft.com/office/drawing/2014/main" id="{89304306-5233-4901-B576-444696A2EA33}"/>
              </a:ext>
            </a:extLst>
          </p:cNvPr>
          <p:cNvSpPr>
            <a:spLocks noGrp="1"/>
          </p:cNvSpPr>
          <p:nvPr>
            <p:ph type="subTitle" idx="1" hasCustomPrompt="1"/>
          </p:nvPr>
        </p:nvSpPr>
        <p:spPr bwMode="black">
          <a:xfrm>
            <a:off x="411163" y="4184452"/>
            <a:ext cx="9288000" cy="1622622"/>
          </a:xfrm>
          <a:prstGeom prst="rect">
            <a:avLst/>
          </a:prstGeom>
        </p:spPr>
        <p:txBody>
          <a:bodyPr lIns="0" tIns="370800">
            <a:noAutofit/>
          </a:bodyPr>
          <a:lstStyle>
            <a:lvl1pPr marL="0" indent="0" algn="l">
              <a:spcAft>
                <a:spcPts val="300"/>
              </a:spcAft>
              <a:buNone/>
              <a:defRPr sz="2400">
                <a:solidFill>
                  <a:schemeClr val="bg1"/>
                </a:solidFill>
              </a:defRPr>
            </a:lvl1pPr>
            <a:lvl2pPr marL="0" marR="0" indent="0" algn="l" defTabSz="914400" rtl="0" eaLnBrk="1" fontAlgn="auto" latinLnBrk="0" hangingPunct="1">
              <a:lnSpc>
                <a:spcPct val="110000"/>
              </a:lnSpc>
              <a:spcBef>
                <a:spcPts val="0"/>
              </a:spcBef>
              <a:spcAft>
                <a:spcPts val="300"/>
              </a:spcAft>
              <a:buClr>
                <a:schemeClr val="accent1"/>
              </a:buClr>
              <a:buSzTx/>
              <a:buFont typeface="Arial" panose="020B0604020202020204" pitchFamily="34" charset="0"/>
              <a:buNone/>
              <a:tabLst/>
              <a:defRPr sz="2400"/>
            </a:lvl2pPr>
            <a:lvl3pPr marL="0" indent="0" algn="l">
              <a:spcAft>
                <a:spcPts val="300"/>
              </a:spcAft>
              <a:buNone/>
              <a:defRPr sz="1600"/>
            </a:lvl3pPr>
            <a:lvl4pPr marL="0" indent="0" algn="l">
              <a:buNone/>
              <a:defRPr sz="1600"/>
            </a:lvl4pPr>
            <a:lvl5pPr marL="0" indent="0" algn="l">
              <a:buNone/>
              <a:defRPr sz="1600"/>
            </a:lvl5pPr>
            <a:lvl6pPr marL="0" indent="0" algn="l">
              <a:buNone/>
              <a:defRPr sz="1600"/>
            </a:lvl6pPr>
            <a:lvl7pPr marL="0" indent="0" algn="l">
              <a:buNone/>
              <a:defRPr sz="1600"/>
            </a:lvl7pPr>
            <a:lvl8pPr marL="0" indent="0" algn="l">
              <a:buNone/>
              <a:defRPr sz="1600"/>
            </a:lvl8pPr>
            <a:lvl9pPr marL="0" indent="0" algn="l">
              <a:buNone/>
              <a:defRPr sz="1600"/>
            </a:lvl9pPr>
          </a:lstStyle>
          <a:p>
            <a:pPr lvl="0"/>
            <a:r>
              <a:rPr lang="en-US"/>
              <a:t>Subhead for headline size 60 </a:t>
            </a:r>
            <a:r>
              <a:rPr lang="en-US" err="1"/>
              <a:t>pt</a:t>
            </a:r>
            <a:endParaRPr lang="en-US"/>
          </a:p>
        </p:txBody>
      </p:sp>
      <p:sp>
        <p:nvSpPr>
          <p:cNvPr id="5" name="Footer Placeholder" descr="Footer with copyright, author and department information, and date">
            <a:extLst>
              <a:ext uri="{FF2B5EF4-FFF2-40B4-BE49-F238E27FC236}">
                <a16:creationId xmlns:a16="http://schemas.microsoft.com/office/drawing/2014/main" id="{21031E7D-E514-484A-9CCD-52A9C2222261}"/>
              </a:ext>
            </a:extLst>
          </p:cNvPr>
          <p:cNvSpPr>
            <a:spLocks noGrp="1"/>
          </p:cNvSpPr>
          <p:nvPr>
            <p:ph type="ftr" sz="quarter" idx="10"/>
          </p:nvPr>
        </p:nvSpPr>
        <p:spPr bwMode="black">
          <a:xfrm>
            <a:off x="1059160" y="6310800"/>
            <a:ext cx="8640003" cy="547200"/>
          </a:xfrm>
        </p:spPr>
        <p:txBody>
          <a:bodyPr/>
          <a:lstStyle>
            <a:lvl1pPr>
              <a:defRPr>
                <a:solidFill>
                  <a:schemeClr val="bg1"/>
                </a:solidFill>
              </a:defRPr>
            </a:lvl1pPr>
          </a:lstStyle>
          <a:p>
            <a:r>
              <a:rPr lang="en-US"/>
              <a:t>Restricted | © Siemens 2024 | SHERPA X | YYYY-MM-DD | Status: Draft</a:t>
            </a:r>
          </a:p>
        </p:txBody>
      </p:sp>
      <p:sp>
        <p:nvSpPr>
          <p:cNvPr id="6" name="Slide Number Placeholder">
            <a:extLst>
              <a:ext uri="{FF2B5EF4-FFF2-40B4-BE49-F238E27FC236}">
                <a16:creationId xmlns:a16="http://schemas.microsoft.com/office/drawing/2014/main" id="{447F428C-5AA7-413C-A721-B7AADDF8B425}"/>
              </a:ext>
              <a:ext uri="{C183D7F6-B498-43B3-948B-1728B52AA6E4}">
                <adec:decorative xmlns:adec="http://schemas.microsoft.com/office/drawing/2017/decorative" val="1"/>
              </a:ext>
            </a:extLst>
          </p:cNvPr>
          <p:cNvSpPr>
            <a:spLocks noGrp="1"/>
          </p:cNvSpPr>
          <p:nvPr>
            <p:ph type="sldNum" sz="quarter" idx="11"/>
          </p:nvPr>
        </p:nvSpPr>
        <p:spPr bwMode="black"/>
        <p:txBody>
          <a:bodyPr/>
          <a:lstStyle>
            <a:lvl1pPr>
              <a:defRPr>
                <a:solidFill>
                  <a:schemeClr val="bg1"/>
                </a:solidFill>
              </a:defRPr>
            </a:lvl1pPr>
          </a:lstStyle>
          <a:p>
            <a:r>
              <a:rPr lang="en-US"/>
              <a:t>Page </a:t>
            </a:r>
            <a:fld id="{15EBE321-CBB1-4E91-BD14-37C8D44326FB}" type="slidenum">
              <a:rPr lang="en-US" smtClean="0"/>
              <a:pPr/>
              <a:t>‹#›</a:t>
            </a:fld>
            <a:endParaRPr lang="en-US"/>
          </a:p>
        </p:txBody>
      </p:sp>
      <p:pic>
        <p:nvPicPr>
          <p:cNvPr id="2" name="Siemens Logo" descr="Siemens logo">
            <a:extLst>
              <a:ext uri="{FF2B5EF4-FFF2-40B4-BE49-F238E27FC236}">
                <a16:creationId xmlns:a16="http://schemas.microsoft.com/office/drawing/2014/main" id="{4CB67303-6251-0F53-7616-F4295E0D418E}"/>
              </a:ext>
              <a:ext uri="{C183D7F6-B498-43B3-948B-1728B52AA6E4}">
                <adec:decorative xmlns:adec="http://schemas.microsoft.com/office/drawing/2017/decorative" val="0"/>
              </a:ext>
            </a:extLst>
          </p:cNvPr>
          <p:cNvPicPr>
            <a:picLocks noChangeAspect="1"/>
          </p:cNvPicPr>
          <p:nvPr userDrawn="1"/>
        </p:nvPicPr>
        <p:blipFill>
          <a:blip r:embed="rId3" cstate="email">
            <a:extLst>
              <a:ext uri="{28A0092B-C50C-407E-A947-70E740481C1C}">
                <a14:useLocalDpi xmlns:a14="http://schemas.microsoft.com/office/drawing/2010/main"/>
              </a:ext>
              <a:ext uri="{96DAC541-7B7A-43D3-8B79-37D633B846F1}">
                <asvg:svgBlip xmlns:asvg="http://schemas.microsoft.com/office/drawing/2016/SVG/main" r:embed="rId4"/>
              </a:ext>
            </a:extLst>
          </a:blip>
          <a:srcRect/>
          <a:stretch/>
        </p:blipFill>
        <p:spPr bwMode="black">
          <a:xfrm>
            <a:off x="10274400" y="6364800"/>
            <a:ext cx="1512000" cy="240408"/>
          </a:xfrm>
          <a:prstGeom prst="rect">
            <a:avLst/>
          </a:prstGeom>
        </p:spPr>
      </p:pic>
    </p:spTree>
    <p:extLst>
      <p:ext uri="{BB962C8B-B14F-4D97-AF65-F5344CB8AC3E}">
        <p14:creationId xmlns:p14="http://schemas.microsoft.com/office/powerpoint/2010/main" val="829399883"/>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pos="259">
          <p15:clr>
            <a:srgbClr val="65CEFF"/>
          </p15:clr>
        </p15:guide>
        <p15:guide id="3" pos="6109">
          <p15:clr>
            <a:srgbClr val="65CEFF"/>
          </p15:clr>
        </p15:guide>
        <p15:guide id="4" pos="7425">
          <p15:clr>
            <a:srgbClr val="65CEFF"/>
          </p15:clr>
        </p15:guide>
        <p15:guide id="5" orient="horz" pos="891">
          <p15:clr>
            <a:srgbClr val="65CEFF"/>
          </p15:clr>
        </p15:guide>
        <p15:guide id="6" orient="horz" pos="3658">
          <p15:clr>
            <a:srgbClr val="65CEFF"/>
          </p15:clr>
        </p15:guide>
        <p15:guide id="7" orient="horz" pos="4157">
          <p15:clr>
            <a:srgbClr val="65CEFF"/>
          </p15:clr>
        </p15:guide>
      </p15:sldGuideLst>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Chapter title color 40pt">
    <p:bg>
      <p:bgPr>
        <a:solidFill>
          <a:srgbClr val="000028"/>
        </a:solidFill>
        <a:effectLst/>
      </p:bgPr>
    </p:bg>
    <p:spTree>
      <p:nvGrpSpPr>
        <p:cNvPr id="1" name=""/>
        <p:cNvGrpSpPr/>
        <p:nvPr/>
      </p:nvGrpSpPr>
      <p:grpSpPr>
        <a:xfrm>
          <a:off x="0" y="0"/>
          <a:ext cx="0" cy="0"/>
          <a:chOff x="0" y="0"/>
          <a:chExt cx="0" cy="0"/>
        </a:xfrm>
      </p:grpSpPr>
      <p:sp>
        <p:nvSpPr>
          <p:cNvPr id="4" name="Title" descr="Title of the chapter">
            <a:extLst>
              <a:ext uri="{FF2B5EF4-FFF2-40B4-BE49-F238E27FC236}">
                <a16:creationId xmlns:a16="http://schemas.microsoft.com/office/drawing/2014/main" id="{B3CAAA86-26BD-41E0-A26A-7AF592C3A34A}"/>
              </a:ext>
            </a:extLst>
          </p:cNvPr>
          <p:cNvSpPr>
            <a:spLocks noGrp="1"/>
          </p:cNvSpPr>
          <p:nvPr>
            <p:ph type="title" hasCustomPrompt="1"/>
          </p:nvPr>
        </p:nvSpPr>
        <p:spPr bwMode="black">
          <a:xfrm>
            <a:off x="410400" y="1414464"/>
            <a:ext cx="11376788" cy="2462213"/>
          </a:xfrm>
          <a:noFill/>
        </p:spPr>
        <p:txBody>
          <a:bodyPr wrap="square" rIns="0" bIns="0" anchor="b" anchorCtr="0">
            <a:spAutoFit/>
          </a:bodyPr>
          <a:lstStyle>
            <a:lvl1pPr marL="0">
              <a:lnSpc>
                <a:spcPct val="100000"/>
              </a:lnSpc>
              <a:defRPr sz="4000" b="0">
                <a:solidFill>
                  <a:schemeClr val="bg1"/>
                </a:solidFill>
              </a:defRPr>
            </a:lvl1pPr>
          </a:lstStyle>
          <a:p>
            <a:r>
              <a:rPr lang="en-US"/>
              <a:t>Chapter divider, </a:t>
            </a:r>
            <a:br>
              <a:rPr lang="en-US"/>
            </a:br>
            <a:r>
              <a:rPr lang="en-US"/>
              <a:t>Arial Regular, 40 </a:t>
            </a:r>
            <a:r>
              <a:rPr lang="en-US" err="1"/>
              <a:t>pt</a:t>
            </a:r>
            <a:r>
              <a:rPr lang="en-US"/>
              <a:t>, </a:t>
            </a:r>
            <a:br>
              <a:rPr lang="en-US"/>
            </a:br>
            <a:r>
              <a:rPr lang="en-US"/>
              <a:t>extra long headlines,</a:t>
            </a:r>
            <a:br>
              <a:rPr lang="en-US"/>
            </a:br>
            <a:r>
              <a:rPr lang="en-US"/>
              <a:t>4 lines</a:t>
            </a:r>
          </a:p>
        </p:txBody>
      </p:sp>
      <p:sp>
        <p:nvSpPr>
          <p:cNvPr id="3" name="Subhead" descr="Subtitle of the chapter">
            <a:extLst>
              <a:ext uri="{FF2B5EF4-FFF2-40B4-BE49-F238E27FC236}">
                <a16:creationId xmlns:a16="http://schemas.microsoft.com/office/drawing/2014/main" id="{89304306-5233-4901-B576-444696A2EA33}"/>
              </a:ext>
            </a:extLst>
          </p:cNvPr>
          <p:cNvSpPr>
            <a:spLocks noGrp="1"/>
          </p:cNvSpPr>
          <p:nvPr>
            <p:ph type="subTitle" idx="1" hasCustomPrompt="1"/>
          </p:nvPr>
        </p:nvSpPr>
        <p:spPr bwMode="black">
          <a:xfrm>
            <a:off x="411163" y="3876677"/>
            <a:ext cx="9288000" cy="1930121"/>
          </a:xfrm>
          <a:prstGeom prst="rect">
            <a:avLst/>
          </a:prstGeom>
        </p:spPr>
        <p:txBody>
          <a:bodyPr lIns="0" tIns="370800">
            <a:noAutofit/>
          </a:bodyPr>
          <a:lstStyle>
            <a:lvl1pPr marL="0" indent="0" algn="l">
              <a:spcAft>
                <a:spcPts val="300"/>
              </a:spcAft>
              <a:buNone/>
              <a:defRPr sz="1600">
                <a:solidFill>
                  <a:schemeClr val="bg1"/>
                </a:solidFill>
              </a:defRPr>
            </a:lvl1pPr>
            <a:lvl2pPr marL="0" marR="0" indent="0" algn="l" defTabSz="914400" rtl="0" eaLnBrk="1" fontAlgn="auto" latinLnBrk="0" hangingPunct="1">
              <a:lnSpc>
                <a:spcPct val="110000"/>
              </a:lnSpc>
              <a:spcBef>
                <a:spcPts val="0"/>
              </a:spcBef>
              <a:spcAft>
                <a:spcPts val="300"/>
              </a:spcAft>
              <a:buClr>
                <a:schemeClr val="accent1"/>
              </a:buClr>
              <a:buSzTx/>
              <a:buFont typeface="Arial" panose="020B0604020202020204" pitchFamily="34" charset="0"/>
              <a:buNone/>
              <a:tabLst/>
              <a:defRPr sz="1600"/>
            </a:lvl2pPr>
            <a:lvl3pPr marL="0" indent="0" algn="l">
              <a:spcAft>
                <a:spcPts val="300"/>
              </a:spcAft>
              <a:buNone/>
              <a:defRPr sz="1600"/>
            </a:lvl3pPr>
            <a:lvl4pPr marL="0" indent="0" algn="l">
              <a:buNone/>
              <a:defRPr sz="1600"/>
            </a:lvl4pPr>
            <a:lvl5pPr marL="0" indent="0" algn="l">
              <a:buNone/>
              <a:defRPr sz="1600"/>
            </a:lvl5pPr>
            <a:lvl6pPr marL="0" indent="0" algn="l">
              <a:buNone/>
              <a:defRPr sz="1600"/>
            </a:lvl6pPr>
            <a:lvl7pPr marL="0" indent="0" algn="l">
              <a:buNone/>
              <a:defRPr sz="1600"/>
            </a:lvl7pPr>
            <a:lvl8pPr marL="0" indent="0" algn="l">
              <a:buNone/>
              <a:defRPr sz="1600"/>
            </a:lvl8pPr>
            <a:lvl9pPr marL="0" indent="0" algn="l">
              <a:buNone/>
              <a:defRPr sz="1600"/>
            </a:lvl9pPr>
          </a:lstStyle>
          <a:p>
            <a:pPr lvl="0"/>
            <a:r>
              <a:rPr lang="en-US"/>
              <a:t>Subhead for headline size 40 </a:t>
            </a:r>
            <a:r>
              <a:rPr lang="en-US" err="1"/>
              <a:t>pt</a:t>
            </a:r>
            <a:endParaRPr lang="en-US"/>
          </a:p>
        </p:txBody>
      </p:sp>
      <p:pic>
        <p:nvPicPr>
          <p:cNvPr id="7" name="Siemens Logo" descr="Siemens logo">
            <a:extLst>
              <a:ext uri="{FF2B5EF4-FFF2-40B4-BE49-F238E27FC236}">
                <a16:creationId xmlns:a16="http://schemas.microsoft.com/office/drawing/2014/main" id="{CCD0B8A8-7DE9-432C-82EA-6468E4BB565F}"/>
              </a:ext>
              <a:ext uri="{C183D7F6-B498-43B3-948B-1728B52AA6E4}">
                <adec:decorative xmlns:adec="http://schemas.microsoft.com/office/drawing/2017/decorative" val="0"/>
              </a:ext>
            </a:extLst>
          </p:cNvPr>
          <p:cNvPicPr>
            <a:picLocks noChangeAspect="1"/>
          </p:cNvPicPr>
          <p:nvPr userDrawn="1"/>
        </p:nvPicPr>
        <p:blipFill>
          <a:blip r:embed="rId2" cstate="email">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bwMode="black">
          <a:xfrm>
            <a:off x="10274400" y="6364800"/>
            <a:ext cx="1512000" cy="240408"/>
          </a:xfrm>
          <a:prstGeom prst="rect">
            <a:avLst/>
          </a:prstGeom>
        </p:spPr>
      </p:pic>
      <p:sp>
        <p:nvSpPr>
          <p:cNvPr id="5" name="Footer Placeholder" descr="Footer with copyright, author and department information, and date">
            <a:extLst>
              <a:ext uri="{FF2B5EF4-FFF2-40B4-BE49-F238E27FC236}">
                <a16:creationId xmlns:a16="http://schemas.microsoft.com/office/drawing/2014/main" id="{1498F1A9-6241-4523-AFBC-C74F3AA4AC35}"/>
              </a:ext>
            </a:extLst>
          </p:cNvPr>
          <p:cNvSpPr>
            <a:spLocks noGrp="1"/>
          </p:cNvSpPr>
          <p:nvPr>
            <p:ph type="ftr" sz="quarter" idx="10"/>
          </p:nvPr>
        </p:nvSpPr>
        <p:spPr bwMode="black">
          <a:xfrm>
            <a:off x="1059160" y="6310800"/>
            <a:ext cx="8639240" cy="547200"/>
          </a:xfrm>
        </p:spPr>
        <p:txBody>
          <a:bodyPr/>
          <a:lstStyle>
            <a:lvl1pPr>
              <a:defRPr>
                <a:solidFill>
                  <a:schemeClr val="bg1"/>
                </a:solidFill>
              </a:defRPr>
            </a:lvl1pPr>
          </a:lstStyle>
          <a:p>
            <a:r>
              <a:rPr lang="en-US"/>
              <a:t>Restricted | © Siemens 2024 | SHERPA X | YYYY-MM-DD | Status: Draft</a:t>
            </a:r>
          </a:p>
        </p:txBody>
      </p:sp>
      <p:sp>
        <p:nvSpPr>
          <p:cNvPr id="6" name="Slide Number Placeholder">
            <a:extLst>
              <a:ext uri="{FF2B5EF4-FFF2-40B4-BE49-F238E27FC236}">
                <a16:creationId xmlns:a16="http://schemas.microsoft.com/office/drawing/2014/main" id="{267619FE-01EE-4013-B481-A8C505C5D26A}"/>
              </a:ext>
              <a:ext uri="{C183D7F6-B498-43B3-948B-1728B52AA6E4}">
                <adec:decorative xmlns:adec="http://schemas.microsoft.com/office/drawing/2017/decorative" val="1"/>
              </a:ext>
            </a:extLst>
          </p:cNvPr>
          <p:cNvSpPr>
            <a:spLocks noGrp="1"/>
          </p:cNvSpPr>
          <p:nvPr>
            <p:ph type="sldNum" sz="quarter" idx="11"/>
          </p:nvPr>
        </p:nvSpPr>
        <p:spPr bwMode="black"/>
        <p:txBody>
          <a:bodyPr/>
          <a:lstStyle>
            <a:lvl1pPr>
              <a:defRPr>
                <a:solidFill>
                  <a:schemeClr val="bg1"/>
                </a:solidFill>
              </a:defRPr>
            </a:lvl1pPr>
          </a:lstStyle>
          <a:p>
            <a:r>
              <a:rPr lang="en-US"/>
              <a:t>Page </a:t>
            </a:r>
            <a:fld id="{15EBE321-CBB1-4E91-BD14-37C8D44326FB}" type="slidenum">
              <a:rPr lang="en-US" smtClean="0"/>
              <a:pPr/>
              <a:t>‹#›</a:t>
            </a:fld>
            <a:endParaRPr lang="en-US"/>
          </a:p>
        </p:txBody>
      </p:sp>
    </p:spTree>
    <p:extLst>
      <p:ext uri="{BB962C8B-B14F-4D97-AF65-F5344CB8AC3E}">
        <p14:creationId xmlns:p14="http://schemas.microsoft.com/office/powerpoint/2010/main" val="1944889586"/>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pos="259">
          <p15:clr>
            <a:srgbClr val="65CEFF"/>
          </p15:clr>
        </p15:guide>
        <p15:guide id="3" pos="6109">
          <p15:clr>
            <a:srgbClr val="65CEFF"/>
          </p15:clr>
        </p15:guide>
        <p15:guide id="4" pos="7425">
          <p15:clr>
            <a:srgbClr val="65CEFF"/>
          </p15:clr>
        </p15:guide>
        <p15:guide id="5" orient="horz" pos="891">
          <p15:clr>
            <a:srgbClr val="65CEFF"/>
          </p15:clr>
        </p15:guide>
        <p15:guide id="6" orient="horz" pos="3658">
          <p15:clr>
            <a:srgbClr val="65CEFF"/>
          </p15:clr>
        </p15:guide>
        <p15:guide id="7" orient="horz" pos="4157">
          <p15:clr>
            <a:srgbClr val="65CEFF"/>
          </p15:clr>
        </p15:guide>
      </p15:sldGuideLst>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Index / Agenda light">
    <p:spTree>
      <p:nvGrpSpPr>
        <p:cNvPr id="1" name=""/>
        <p:cNvGrpSpPr/>
        <p:nvPr/>
      </p:nvGrpSpPr>
      <p:grpSpPr>
        <a:xfrm>
          <a:off x="0" y="0"/>
          <a:ext cx="0" cy="0"/>
          <a:chOff x="0" y="0"/>
          <a:chExt cx="0" cy="0"/>
        </a:xfrm>
      </p:grpSpPr>
      <p:graphicFrame>
        <p:nvGraphicFramePr>
          <p:cNvPr id="5" name="Object 4" hidden="1">
            <a:extLst>
              <a:ext uri="{FF2B5EF4-FFF2-40B4-BE49-F238E27FC236}">
                <a16:creationId xmlns:a16="http://schemas.microsoft.com/office/drawing/2014/main" id="{EC483EF4-B0F3-9DF8-929C-E73101064F1B}"/>
              </a:ext>
            </a:extLst>
          </p:cNvPr>
          <p:cNvGraphicFramePr>
            <a:graphicFrameLocks noChangeAspect="1"/>
          </p:cNvGraphicFramePr>
          <p:nvPr userDrawn="1">
            <p:custDataLst>
              <p:tags r:id="rId1"/>
            </p:custDataLst>
            <p:extLst>
              <p:ext uri="{D42A27DB-BD31-4B8C-83A1-F6EECF244321}">
                <p14:modId xmlns:p14="http://schemas.microsoft.com/office/powerpoint/2010/main" val="2188571924"/>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663" imgH="664" progId="TCLayout.ActiveDocument.1">
                  <p:embed/>
                </p:oleObj>
              </mc:Choice>
              <mc:Fallback>
                <p:oleObj name="think-cell Slide" r:id="rId3" imgW="663" imgH="664" progId="TCLayout.ActiveDocument.1">
                  <p:embed/>
                  <p:pic>
                    <p:nvPicPr>
                      <p:cNvPr id="5" name="Object 4" hidden="1">
                        <a:extLst>
                          <a:ext uri="{FF2B5EF4-FFF2-40B4-BE49-F238E27FC236}">
                            <a16:creationId xmlns:a16="http://schemas.microsoft.com/office/drawing/2014/main" id="{EC483EF4-B0F3-9DF8-929C-E73101064F1B}"/>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pic>
        <p:nvPicPr>
          <p:cNvPr id="11" name="Imagem 10" descr="Uma imagem com Tipo de letra, Gráficos, texto, captura de ecrã&#10;&#10;Descrição gerada automaticamente">
            <a:extLst>
              <a:ext uri="{FF2B5EF4-FFF2-40B4-BE49-F238E27FC236}">
                <a16:creationId xmlns:a16="http://schemas.microsoft.com/office/drawing/2014/main" id="{E85E7B1C-7C59-C51C-8FD1-536DDC76EB10}"/>
              </a:ext>
            </a:extLst>
          </p:cNvPr>
          <p:cNvPicPr>
            <a:picLocks noChangeAspect="1"/>
          </p:cNvPicPr>
          <p:nvPr userDrawn="1"/>
        </p:nvPicPr>
        <p:blipFill>
          <a:blip r:embed="rId5" cstate="email">
            <a:extLst>
              <a:ext uri="{28A0092B-C50C-407E-A947-70E740481C1C}">
                <a14:useLocalDpi xmlns:a14="http://schemas.microsoft.com/office/drawing/2010/main"/>
              </a:ext>
            </a:extLst>
          </a:blip>
          <a:stretch>
            <a:fillRect/>
          </a:stretch>
        </p:blipFill>
        <p:spPr>
          <a:xfrm>
            <a:off x="11025045" y="478800"/>
            <a:ext cx="755792" cy="755792"/>
          </a:xfrm>
          <a:prstGeom prst="rect">
            <a:avLst/>
          </a:prstGeom>
        </p:spPr>
      </p:pic>
      <p:sp>
        <p:nvSpPr>
          <p:cNvPr id="2" name="Title" descr="Slide headline">
            <a:extLst>
              <a:ext uri="{FF2B5EF4-FFF2-40B4-BE49-F238E27FC236}">
                <a16:creationId xmlns:a16="http://schemas.microsoft.com/office/drawing/2014/main" id="{5CDB9E4A-37E0-45B2-BC93-C2EC503FB8F7}"/>
              </a:ext>
            </a:extLst>
          </p:cNvPr>
          <p:cNvSpPr>
            <a:spLocks noGrp="1"/>
          </p:cNvSpPr>
          <p:nvPr>
            <p:ph type="title"/>
          </p:nvPr>
        </p:nvSpPr>
        <p:spPr bwMode="black">
          <a:xfrm>
            <a:off x="410400" y="478800"/>
            <a:ext cx="9863900" cy="576000"/>
          </a:xfrm>
        </p:spPr>
        <p:txBody>
          <a:bodyPr vert="horz"/>
          <a:lstStyle>
            <a:lvl1pPr>
              <a:defRPr>
                <a:solidFill>
                  <a:srgbClr val="000028"/>
                </a:solidFill>
              </a:defRPr>
            </a:lvl1pPr>
          </a:lstStyle>
          <a:p>
            <a:r>
              <a:rPr lang="en-US"/>
              <a:t>Click to edit Master title style</a:t>
            </a:r>
          </a:p>
        </p:txBody>
      </p:sp>
      <p:sp>
        <p:nvSpPr>
          <p:cNvPr id="4" name="Copy 1" descr="Agenda text frame">
            <a:extLst>
              <a:ext uri="{FF2B5EF4-FFF2-40B4-BE49-F238E27FC236}">
                <a16:creationId xmlns:a16="http://schemas.microsoft.com/office/drawing/2014/main" id="{0E701EC8-7FC1-42BE-915D-048C74A40E0C}"/>
              </a:ext>
            </a:extLst>
          </p:cNvPr>
          <p:cNvSpPr>
            <a:spLocks noGrp="1"/>
          </p:cNvSpPr>
          <p:nvPr>
            <p:ph type="body" sz="quarter" idx="12"/>
          </p:nvPr>
        </p:nvSpPr>
        <p:spPr bwMode="black">
          <a:xfrm>
            <a:off x="411163" y="1414463"/>
            <a:ext cx="7199311" cy="4751387"/>
          </a:xfrm>
        </p:spPr>
        <p:txBody>
          <a:bodyPr/>
          <a:lstStyle>
            <a:lvl1pPr defTabSz="360000">
              <a:spcAft>
                <a:spcPts val="900"/>
              </a:spcAft>
              <a:buClr>
                <a:srgbClr val="00BEDC"/>
              </a:buClr>
              <a:tabLst>
                <a:tab pos="7200000" algn="r"/>
              </a:tabLst>
              <a:defRPr/>
            </a:lvl1pPr>
            <a:lvl2pPr defTabSz="360000">
              <a:spcAft>
                <a:spcPts val="900"/>
              </a:spcAft>
              <a:buClr>
                <a:srgbClr val="00BEDC"/>
              </a:buClr>
              <a:tabLst>
                <a:tab pos="7200000" algn="r"/>
              </a:tabLst>
              <a:defRPr/>
            </a:lvl2pPr>
            <a:lvl3pPr marL="180000" defTabSz="360000">
              <a:spcAft>
                <a:spcPts val="900"/>
              </a:spcAft>
              <a:buClr>
                <a:srgbClr val="00BEDC"/>
              </a:buClr>
              <a:tabLst>
                <a:tab pos="7200000" algn="r"/>
              </a:tabLst>
              <a:defRPr b="1"/>
            </a:lvl3pPr>
            <a:lvl4pPr marL="360000" defTabSz="360000">
              <a:spcAft>
                <a:spcPts val="900"/>
              </a:spcAft>
              <a:buClr>
                <a:srgbClr val="00BEDC"/>
              </a:buClr>
              <a:tabLst>
                <a:tab pos="7200000" algn="r"/>
              </a:tabLst>
              <a:defRPr/>
            </a:lvl4pPr>
            <a:lvl5pPr marL="360000" defTabSz="360000">
              <a:spcAft>
                <a:spcPts val="900"/>
              </a:spcAft>
              <a:buClr>
                <a:srgbClr val="00BEDC"/>
              </a:buClr>
              <a:tabLst>
                <a:tab pos="7200000" algn="r"/>
              </a:tabLst>
              <a:defRPr b="1"/>
            </a:lvl5pPr>
            <a:lvl6pPr marL="180000" defTabSz="360000">
              <a:spcAft>
                <a:spcPts val="600"/>
              </a:spcAft>
              <a:buClr>
                <a:srgbClr val="00BEDC"/>
              </a:buClr>
              <a:tabLst>
                <a:tab pos="7200000" algn="r"/>
              </a:tabLst>
              <a:defRPr sz="1600"/>
            </a:lvl6pPr>
            <a:lvl7pPr marL="180000" defTabSz="360000">
              <a:spcAft>
                <a:spcPts val="600"/>
              </a:spcAft>
              <a:buClr>
                <a:srgbClr val="00BEDC"/>
              </a:buClr>
              <a:tabLst>
                <a:tab pos="7200000" algn="r"/>
              </a:tabLst>
              <a:defRPr sz="1600" b="1"/>
            </a:lvl7pPr>
            <a:lvl8pPr marL="360000" defTabSz="360000">
              <a:spcAft>
                <a:spcPts val="600"/>
              </a:spcAft>
              <a:buClr>
                <a:srgbClr val="00BEDC"/>
              </a:buClr>
              <a:tabLst>
                <a:tab pos="7200000" algn="r"/>
              </a:tabLst>
              <a:defRPr sz="1600"/>
            </a:lvl8pPr>
            <a:lvl9pPr marL="360000" defTabSz="360000">
              <a:spcAft>
                <a:spcPts val="600"/>
              </a:spcAft>
              <a:buClr>
                <a:srgbClr val="00BEDC"/>
              </a:buClr>
              <a:tabLst>
                <a:tab pos="7200000" algn="r"/>
              </a:tabLst>
              <a:defRPr sz="1600" b="1"/>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pic>
        <p:nvPicPr>
          <p:cNvPr id="7" name="Siemens Logo" descr="Siemens logo">
            <a:extLst>
              <a:ext uri="{FF2B5EF4-FFF2-40B4-BE49-F238E27FC236}">
                <a16:creationId xmlns:a16="http://schemas.microsoft.com/office/drawing/2014/main" id="{E73DB6A8-F91C-4B87-ACAA-19A2D5EA21EF}"/>
              </a:ext>
              <a:ext uri="{C183D7F6-B498-43B3-948B-1728B52AA6E4}">
                <adec:decorative xmlns:adec="http://schemas.microsoft.com/office/drawing/2017/decorative" val="0"/>
              </a:ext>
            </a:extLst>
          </p:cNvPr>
          <p:cNvPicPr>
            <a:picLocks noChangeAspect="1"/>
          </p:cNvPicPr>
          <p:nvPr userDrawn="1"/>
        </p:nvPicPr>
        <p:blipFill>
          <a:blip r:embed="rId6" cstate="email">
            <a:extLst>
              <a:ext uri="{28A0092B-C50C-407E-A947-70E740481C1C}">
                <a14:useLocalDpi xmlns:a14="http://schemas.microsoft.com/office/drawing/2010/main"/>
              </a:ext>
              <a:ext uri="{96DAC541-7B7A-43D3-8B79-37D633B846F1}">
                <asvg:svgBlip xmlns:asvg="http://schemas.microsoft.com/office/drawing/2016/SVG/main" r:embed="rId7"/>
              </a:ext>
            </a:extLst>
          </a:blip>
          <a:stretch>
            <a:fillRect/>
          </a:stretch>
        </p:blipFill>
        <p:spPr bwMode="black">
          <a:xfrm>
            <a:off x="10635188" y="6418800"/>
            <a:ext cx="1152000" cy="183168"/>
          </a:xfrm>
          <a:prstGeom prst="rect">
            <a:avLst/>
          </a:prstGeom>
        </p:spPr>
      </p:pic>
      <p:sp>
        <p:nvSpPr>
          <p:cNvPr id="9" name="Footer Placeholder" descr="Footer with copyright, author and department information, and date">
            <a:extLst>
              <a:ext uri="{FF2B5EF4-FFF2-40B4-BE49-F238E27FC236}">
                <a16:creationId xmlns:a16="http://schemas.microsoft.com/office/drawing/2014/main" id="{8C6E0B19-DC70-4D19-9A56-05E87567F196}"/>
              </a:ext>
            </a:extLst>
          </p:cNvPr>
          <p:cNvSpPr>
            <a:spLocks noGrp="1"/>
          </p:cNvSpPr>
          <p:nvPr>
            <p:ph type="ftr" sz="quarter" idx="10"/>
          </p:nvPr>
        </p:nvSpPr>
        <p:spPr bwMode="black"/>
        <p:txBody>
          <a:bodyPr/>
          <a:lstStyle/>
          <a:p>
            <a:pPr>
              <a:lnSpc>
                <a:spcPct val="100000"/>
              </a:lnSpc>
            </a:pPr>
            <a:r>
              <a:rPr lang="en-US"/>
              <a:t>Restricted | © Siemens 2024 | SHERPA X | YYYY-MM-DD | Status: Draft</a:t>
            </a:r>
          </a:p>
        </p:txBody>
      </p:sp>
      <p:sp>
        <p:nvSpPr>
          <p:cNvPr id="10" name="Slide Number Placeholder">
            <a:extLst>
              <a:ext uri="{FF2B5EF4-FFF2-40B4-BE49-F238E27FC236}">
                <a16:creationId xmlns:a16="http://schemas.microsoft.com/office/drawing/2014/main" id="{D3DF1D7C-B467-46E9-B036-83EC1DBE711C}"/>
              </a:ext>
              <a:ext uri="{C183D7F6-B498-43B3-948B-1728B52AA6E4}">
                <adec:decorative xmlns:adec="http://schemas.microsoft.com/office/drawing/2017/decorative" val="1"/>
              </a:ext>
            </a:extLst>
          </p:cNvPr>
          <p:cNvSpPr>
            <a:spLocks noGrp="1"/>
          </p:cNvSpPr>
          <p:nvPr>
            <p:ph type="sldNum" sz="quarter" idx="11"/>
          </p:nvPr>
        </p:nvSpPr>
        <p:spPr bwMode="black"/>
        <p:txBody>
          <a:bodyPr/>
          <a:lstStyle/>
          <a:p>
            <a:r>
              <a:rPr lang="en-US"/>
              <a:t>Page </a:t>
            </a:r>
            <a:fld id="{15EBE321-CBB1-4E91-BD14-37C8D44326FB}" type="slidenum">
              <a:rPr lang="en-US" smtClean="0"/>
              <a:pPr/>
              <a:t>‹#›</a:t>
            </a:fld>
            <a:endParaRPr lang="en-US"/>
          </a:p>
        </p:txBody>
      </p:sp>
    </p:spTree>
    <p:extLst>
      <p:ext uri="{BB962C8B-B14F-4D97-AF65-F5344CB8AC3E}">
        <p14:creationId xmlns:p14="http://schemas.microsoft.com/office/powerpoint/2010/main" val="348500171"/>
      </p:ext>
    </p:extLst>
  </p:cSld>
  <p:clrMapOvr>
    <a:masterClrMapping/>
  </p:clrMapOvr>
  <p:extLst>
    <p:ext uri="{DCECCB84-F9BA-43D5-87BE-67443E8EF086}">
      <p15:sldGuideLst xmlns:p15="http://schemas.microsoft.com/office/powerpoint/2012/main">
        <p15:guide id="1" pos="259">
          <p15:clr>
            <a:srgbClr val="65CEFF"/>
          </p15:clr>
        </p15:guide>
        <p15:guide id="9" pos="6472">
          <p15:clr>
            <a:srgbClr val="65CEFF"/>
          </p15:clr>
        </p15:guide>
        <p15:guide id="10" pos="7425">
          <p15:clr>
            <a:srgbClr val="65CEFF"/>
          </p15:clr>
        </p15:guide>
        <p15:guide id="11" orient="horz" pos="302">
          <p15:clr>
            <a:srgbClr val="65CEFF"/>
          </p15:clr>
        </p15:guide>
        <p15:guide id="12" orient="horz" pos="664">
          <p15:clr>
            <a:srgbClr val="65CEFF"/>
          </p15:clr>
        </p15:guide>
        <p15:guide id="13" orient="horz" pos="891">
          <p15:clr>
            <a:srgbClr val="65CEFF"/>
          </p15:clr>
        </p15:guide>
        <p15:guide id="14" orient="horz" pos="2206">
          <p15:clr>
            <a:srgbClr val="65CEFF"/>
          </p15:clr>
        </p15:guide>
        <p15:guide id="15" orient="horz" pos="2343">
          <p15:clr>
            <a:srgbClr val="65CEFF"/>
          </p15:clr>
        </p15:guide>
        <p15:guide id="16" orient="horz" pos="3658">
          <p15:clr>
            <a:srgbClr val="65CEFF"/>
          </p15:clr>
        </p15:guide>
        <p15:guide id="17" orient="horz" pos="3885">
          <p15:clr>
            <a:srgbClr val="65CEFF"/>
          </p15:clr>
        </p15:guide>
        <p15:guide id="18" orient="horz" pos="4157">
          <p15:clr>
            <a:srgbClr val="65CEFF"/>
          </p15:clr>
        </p15:guide>
        <p15:guide id="20" pos="4794">
          <p15:clr>
            <a:srgbClr val="65CEFF"/>
          </p15:clr>
        </p15:guide>
      </p15:sldGuideLst>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Index / Agenda dark">
    <p:bg>
      <p:bgRef idx="1001">
        <a:schemeClr val="bg2"/>
      </p:bgRef>
    </p:bg>
    <p:spTree>
      <p:nvGrpSpPr>
        <p:cNvPr id="1" name=""/>
        <p:cNvGrpSpPr/>
        <p:nvPr/>
      </p:nvGrpSpPr>
      <p:grpSpPr>
        <a:xfrm>
          <a:off x="0" y="0"/>
          <a:ext cx="0" cy="0"/>
          <a:chOff x="0" y="0"/>
          <a:chExt cx="0" cy="0"/>
        </a:xfrm>
      </p:grpSpPr>
      <p:graphicFrame>
        <p:nvGraphicFramePr>
          <p:cNvPr id="6" name="Object 5" hidden="1">
            <a:extLst>
              <a:ext uri="{FF2B5EF4-FFF2-40B4-BE49-F238E27FC236}">
                <a16:creationId xmlns:a16="http://schemas.microsoft.com/office/drawing/2014/main" id="{07FD5AAC-7932-3045-AD0F-BFF2BFCC2739}"/>
              </a:ext>
            </a:extLst>
          </p:cNvPr>
          <p:cNvGraphicFramePr>
            <a:graphicFrameLocks noChangeAspect="1"/>
          </p:cNvGraphicFramePr>
          <p:nvPr userDrawn="1">
            <p:custDataLst>
              <p:tags r:id="rId1"/>
            </p:custDataLst>
            <p:extLst>
              <p:ext uri="{D42A27DB-BD31-4B8C-83A1-F6EECF244321}">
                <p14:modId xmlns:p14="http://schemas.microsoft.com/office/powerpoint/2010/main" val="162859735"/>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663" imgH="664" progId="TCLayout.ActiveDocument.1">
                  <p:embed/>
                </p:oleObj>
              </mc:Choice>
              <mc:Fallback>
                <p:oleObj name="think-cell Slide" r:id="rId3" imgW="663" imgH="664" progId="TCLayout.ActiveDocument.1">
                  <p:embed/>
                  <p:pic>
                    <p:nvPicPr>
                      <p:cNvPr id="6" name="Object 5" hidden="1">
                        <a:extLst>
                          <a:ext uri="{FF2B5EF4-FFF2-40B4-BE49-F238E27FC236}">
                            <a16:creationId xmlns:a16="http://schemas.microsoft.com/office/drawing/2014/main" id="{07FD5AAC-7932-3045-AD0F-BFF2BFCC2739}"/>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descr="Slide headline">
            <a:extLst>
              <a:ext uri="{FF2B5EF4-FFF2-40B4-BE49-F238E27FC236}">
                <a16:creationId xmlns:a16="http://schemas.microsoft.com/office/drawing/2014/main" id="{5CDB9E4A-37E0-45B2-BC93-C2EC503FB8F7}"/>
              </a:ext>
            </a:extLst>
          </p:cNvPr>
          <p:cNvSpPr>
            <a:spLocks noGrp="1"/>
          </p:cNvSpPr>
          <p:nvPr>
            <p:ph type="title"/>
          </p:nvPr>
        </p:nvSpPr>
        <p:spPr bwMode="black">
          <a:xfrm>
            <a:off x="410400" y="478800"/>
            <a:ext cx="9863900" cy="576000"/>
          </a:xfrm>
        </p:spPr>
        <p:txBody>
          <a:bodyPr vert="horz"/>
          <a:lstStyle>
            <a:lvl1pPr>
              <a:defRPr>
                <a:solidFill>
                  <a:schemeClr val="tx1"/>
                </a:solidFill>
              </a:defRPr>
            </a:lvl1pPr>
          </a:lstStyle>
          <a:p>
            <a:r>
              <a:rPr lang="en-US"/>
              <a:t>Click to edit Master title style</a:t>
            </a:r>
          </a:p>
        </p:txBody>
      </p:sp>
      <p:sp>
        <p:nvSpPr>
          <p:cNvPr id="4" name="Copy 1" descr="Agenda text frame">
            <a:extLst>
              <a:ext uri="{FF2B5EF4-FFF2-40B4-BE49-F238E27FC236}">
                <a16:creationId xmlns:a16="http://schemas.microsoft.com/office/drawing/2014/main" id="{0E701EC8-7FC1-42BE-915D-048C74A40E0C}"/>
              </a:ext>
            </a:extLst>
          </p:cNvPr>
          <p:cNvSpPr>
            <a:spLocks noGrp="1"/>
          </p:cNvSpPr>
          <p:nvPr>
            <p:ph type="body" sz="quarter" idx="12"/>
          </p:nvPr>
        </p:nvSpPr>
        <p:spPr bwMode="black">
          <a:xfrm>
            <a:off x="411163" y="1414463"/>
            <a:ext cx="5903912" cy="4751387"/>
          </a:xfrm>
        </p:spPr>
        <p:txBody>
          <a:bodyPr/>
          <a:lstStyle>
            <a:lvl1pPr>
              <a:spcAft>
                <a:spcPts val="900"/>
              </a:spcAft>
              <a:tabLst>
                <a:tab pos="5902325" algn="r"/>
              </a:tabLst>
              <a:defRPr/>
            </a:lvl1pPr>
            <a:lvl2pPr>
              <a:spcAft>
                <a:spcPts val="900"/>
              </a:spcAft>
              <a:buClr>
                <a:schemeClr val="tx1"/>
              </a:buClr>
              <a:tabLst>
                <a:tab pos="5902325" algn="r"/>
              </a:tabLst>
              <a:defRPr/>
            </a:lvl2pPr>
            <a:lvl3pPr marL="180000">
              <a:spcAft>
                <a:spcPts val="900"/>
              </a:spcAft>
              <a:buClr>
                <a:schemeClr val="tx1"/>
              </a:buClr>
              <a:tabLst>
                <a:tab pos="5902325" algn="r"/>
              </a:tabLst>
              <a:defRPr b="1"/>
            </a:lvl3pPr>
            <a:lvl4pPr marL="360000">
              <a:spcAft>
                <a:spcPts val="900"/>
              </a:spcAft>
              <a:buClr>
                <a:schemeClr val="tx1"/>
              </a:buClr>
              <a:tabLst>
                <a:tab pos="5902325" algn="r"/>
              </a:tabLst>
              <a:defRPr/>
            </a:lvl4pPr>
            <a:lvl5pPr marL="360000">
              <a:spcAft>
                <a:spcPts val="900"/>
              </a:spcAft>
              <a:buClr>
                <a:schemeClr val="tx1"/>
              </a:buClr>
              <a:tabLst>
                <a:tab pos="5902325" algn="r"/>
              </a:tabLst>
              <a:defRPr b="1"/>
            </a:lvl5pPr>
            <a:lvl6pPr marL="180000">
              <a:spcAft>
                <a:spcPts val="600"/>
              </a:spcAft>
              <a:buClr>
                <a:schemeClr val="tx1"/>
              </a:buClr>
              <a:tabLst>
                <a:tab pos="5902325" algn="r"/>
              </a:tabLst>
              <a:defRPr sz="1600"/>
            </a:lvl6pPr>
            <a:lvl7pPr marL="180000">
              <a:spcAft>
                <a:spcPts val="600"/>
              </a:spcAft>
              <a:buClr>
                <a:schemeClr val="tx1"/>
              </a:buClr>
              <a:tabLst>
                <a:tab pos="5902325" algn="r"/>
              </a:tabLst>
              <a:defRPr sz="1600" b="1"/>
            </a:lvl7pPr>
            <a:lvl8pPr marL="360000">
              <a:spcAft>
                <a:spcPts val="600"/>
              </a:spcAft>
              <a:buClr>
                <a:schemeClr val="tx1"/>
              </a:buClr>
              <a:tabLst>
                <a:tab pos="5902325" algn="r"/>
              </a:tabLst>
              <a:defRPr sz="1600"/>
            </a:lvl8pPr>
            <a:lvl9pPr marL="360000">
              <a:spcAft>
                <a:spcPts val="600"/>
              </a:spcAft>
              <a:buClr>
                <a:schemeClr val="tx1"/>
              </a:buClr>
              <a:tabLst>
                <a:tab pos="5902325" algn="r"/>
              </a:tabLst>
              <a:defRPr sz="1600" b="1"/>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12" name="Copy 2" descr="Agenda text frame">
            <a:extLst>
              <a:ext uri="{FF2B5EF4-FFF2-40B4-BE49-F238E27FC236}">
                <a16:creationId xmlns:a16="http://schemas.microsoft.com/office/drawing/2014/main" id="{F3AAF44F-3461-47E2-8680-A8CD08522059}"/>
              </a:ext>
            </a:extLst>
          </p:cNvPr>
          <p:cNvSpPr>
            <a:spLocks noGrp="1"/>
          </p:cNvSpPr>
          <p:nvPr>
            <p:ph type="body" sz="quarter" idx="13"/>
          </p:nvPr>
        </p:nvSpPr>
        <p:spPr bwMode="black">
          <a:xfrm>
            <a:off x="6743700" y="1414463"/>
            <a:ext cx="5043488" cy="4751387"/>
          </a:xfrm>
        </p:spPr>
        <p:txBody>
          <a:bodyPr/>
          <a:lstStyle>
            <a:lvl1pPr>
              <a:spcAft>
                <a:spcPts val="900"/>
              </a:spcAft>
              <a:tabLst>
                <a:tab pos="5040000" algn="r"/>
              </a:tabLst>
              <a:defRPr/>
            </a:lvl1pPr>
            <a:lvl2pPr>
              <a:spcAft>
                <a:spcPts val="900"/>
              </a:spcAft>
              <a:buClr>
                <a:schemeClr val="tx1"/>
              </a:buClr>
              <a:tabLst>
                <a:tab pos="5040000" algn="r"/>
              </a:tabLst>
              <a:defRPr/>
            </a:lvl2pPr>
            <a:lvl3pPr marL="180000">
              <a:spcAft>
                <a:spcPts val="900"/>
              </a:spcAft>
              <a:buClr>
                <a:schemeClr val="tx1"/>
              </a:buClr>
              <a:tabLst>
                <a:tab pos="5040000" algn="r"/>
              </a:tabLst>
              <a:defRPr b="1"/>
            </a:lvl3pPr>
            <a:lvl4pPr marL="360000">
              <a:spcAft>
                <a:spcPts val="900"/>
              </a:spcAft>
              <a:buClr>
                <a:schemeClr val="tx1"/>
              </a:buClr>
              <a:tabLst>
                <a:tab pos="5040000" algn="r"/>
              </a:tabLst>
              <a:defRPr/>
            </a:lvl4pPr>
            <a:lvl5pPr marL="360000">
              <a:spcAft>
                <a:spcPts val="900"/>
              </a:spcAft>
              <a:buClr>
                <a:schemeClr val="tx1"/>
              </a:buClr>
              <a:tabLst>
                <a:tab pos="5040000" algn="r"/>
              </a:tabLst>
              <a:defRPr b="1"/>
            </a:lvl5pPr>
            <a:lvl6pPr marL="180000">
              <a:spcAft>
                <a:spcPts val="600"/>
              </a:spcAft>
              <a:buClr>
                <a:schemeClr val="tx1"/>
              </a:buClr>
              <a:tabLst>
                <a:tab pos="5040000" algn="r"/>
              </a:tabLst>
              <a:defRPr sz="1600"/>
            </a:lvl6pPr>
            <a:lvl7pPr marL="180000">
              <a:spcAft>
                <a:spcPts val="600"/>
              </a:spcAft>
              <a:buClr>
                <a:schemeClr val="tx1"/>
              </a:buClr>
              <a:tabLst>
                <a:tab pos="5040000" algn="r"/>
              </a:tabLst>
              <a:defRPr sz="1600" b="1"/>
            </a:lvl7pPr>
            <a:lvl8pPr marL="360000">
              <a:spcAft>
                <a:spcPts val="600"/>
              </a:spcAft>
              <a:buClr>
                <a:schemeClr val="tx1"/>
              </a:buClr>
              <a:tabLst>
                <a:tab pos="5040000" algn="r"/>
              </a:tabLst>
              <a:defRPr sz="1600"/>
            </a:lvl8pPr>
            <a:lvl9pPr marL="360000">
              <a:spcAft>
                <a:spcPts val="600"/>
              </a:spcAft>
              <a:buClr>
                <a:schemeClr val="tx1"/>
              </a:buClr>
              <a:tabLst>
                <a:tab pos="5040000" algn="r"/>
              </a:tabLst>
              <a:defRPr sz="1600" b="1"/>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pic>
        <p:nvPicPr>
          <p:cNvPr id="8" name="Siemens Logo" descr="Siemens logo">
            <a:extLst>
              <a:ext uri="{FF2B5EF4-FFF2-40B4-BE49-F238E27FC236}">
                <a16:creationId xmlns:a16="http://schemas.microsoft.com/office/drawing/2014/main" id="{AB400EC0-C78D-42DD-85FB-5ED577185C17}"/>
              </a:ext>
              <a:ext uri="{C183D7F6-B498-43B3-948B-1728B52AA6E4}">
                <adec:decorative xmlns:adec="http://schemas.microsoft.com/office/drawing/2017/decorative" val="0"/>
              </a:ext>
            </a:extLst>
          </p:cNvPr>
          <p:cNvPicPr>
            <a:picLocks noChangeAspect="1"/>
          </p:cNvPicPr>
          <p:nvPr userDrawn="1"/>
        </p:nvPicPr>
        <p:blipFill>
          <a:blip r:embed="rId5" cstate="email">
            <a:extLst>
              <a:ext uri="{28A0092B-C50C-407E-A947-70E740481C1C}">
                <a14:useLocalDpi xmlns:a14="http://schemas.microsoft.com/office/drawing/2010/main"/>
              </a:ext>
              <a:ext uri="{96DAC541-7B7A-43D3-8B79-37D633B846F1}">
                <asvg:svgBlip xmlns:asvg="http://schemas.microsoft.com/office/drawing/2016/SVG/main" r:embed="rId6"/>
              </a:ext>
            </a:extLst>
          </a:blip>
          <a:srcRect/>
          <a:stretch/>
        </p:blipFill>
        <p:spPr bwMode="black">
          <a:xfrm>
            <a:off x="10635188" y="6418800"/>
            <a:ext cx="1152000" cy="183168"/>
          </a:xfrm>
          <a:prstGeom prst="rect">
            <a:avLst/>
          </a:prstGeom>
        </p:spPr>
      </p:pic>
      <p:sp>
        <p:nvSpPr>
          <p:cNvPr id="9" name="Footer Placeholder" descr="Footer with copyright, author and department information, and date">
            <a:extLst>
              <a:ext uri="{FF2B5EF4-FFF2-40B4-BE49-F238E27FC236}">
                <a16:creationId xmlns:a16="http://schemas.microsoft.com/office/drawing/2014/main" id="{8C6E0B19-DC70-4D19-9A56-05E87567F196}"/>
              </a:ext>
            </a:extLst>
          </p:cNvPr>
          <p:cNvSpPr>
            <a:spLocks noGrp="1"/>
          </p:cNvSpPr>
          <p:nvPr>
            <p:ph type="ftr" sz="quarter" idx="10"/>
          </p:nvPr>
        </p:nvSpPr>
        <p:spPr bwMode="black"/>
        <p:txBody>
          <a:bodyPr/>
          <a:lstStyle/>
          <a:p>
            <a:pPr>
              <a:lnSpc>
                <a:spcPct val="100000"/>
              </a:lnSpc>
            </a:pPr>
            <a:r>
              <a:rPr lang="en-US"/>
              <a:t>Restricted | © Siemens 2024 | SHERPA X | YYYY-MM-DD | Status: Draft</a:t>
            </a:r>
          </a:p>
        </p:txBody>
      </p:sp>
      <p:sp>
        <p:nvSpPr>
          <p:cNvPr id="10" name="Slide Number Placeholder">
            <a:extLst>
              <a:ext uri="{FF2B5EF4-FFF2-40B4-BE49-F238E27FC236}">
                <a16:creationId xmlns:a16="http://schemas.microsoft.com/office/drawing/2014/main" id="{D3DF1D7C-B467-46E9-B036-83EC1DBE711C}"/>
              </a:ext>
              <a:ext uri="{C183D7F6-B498-43B3-948B-1728B52AA6E4}">
                <adec:decorative xmlns:adec="http://schemas.microsoft.com/office/drawing/2017/decorative" val="1"/>
              </a:ext>
            </a:extLst>
          </p:cNvPr>
          <p:cNvSpPr>
            <a:spLocks noGrp="1"/>
          </p:cNvSpPr>
          <p:nvPr>
            <p:ph type="sldNum" sz="quarter" idx="11"/>
          </p:nvPr>
        </p:nvSpPr>
        <p:spPr bwMode="black"/>
        <p:txBody>
          <a:bodyPr/>
          <a:lstStyle/>
          <a:p>
            <a:r>
              <a:rPr lang="en-US"/>
              <a:t>Page </a:t>
            </a:r>
            <a:fld id="{15EBE321-CBB1-4E91-BD14-37C8D44326FB}" type="slidenum">
              <a:rPr lang="en-US" smtClean="0"/>
              <a:pPr/>
              <a:t>‹#›</a:t>
            </a:fld>
            <a:endParaRPr lang="en-US"/>
          </a:p>
        </p:txBody>
      </p:sp>
    </p:spTree>
    <p:extLst>
      <p:ext uri="{BB962C8B-B14F-4D97-AF65-F5344CB8AC3E}">
        <p14:creationId xmlns:p14="http://schemas.microsoft.com/office/powerpoint/2010/main" val="2244619364"/>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259">
          <p15:clr>
            <a:srgbClr val="65CEFF"/>
          </p15:clr>
        </p15:guide>
        <p15:guide id="5" pos="3978">
          <p15:clr>
            <a:srgbClr val="65CEFF"/>
          </p15:clr>
        </p15:guide>
        <p15:guide id="9" pos="6472">
          <p15:clr>
            <a:srgbClr val="65CEFF"/>
          </p15:clr>
        </p15:guide>
        <p15:guide id="10" pos="7425">
          <p15:clr>
            <a:srgbClr val="65CEFF"/>
          </p15:clr>
        </p15:guide>
        <p15:guide id="11" orient="horz" pos="302">
          <p15:clr>
            <a:srgbClr val="65CEFF"/>
          </p15:clr>
        </p15:guide>
        <p15:guide id="12" orient="horz" pos="664">
          <p15:clr>
            <a:srgbClr val="65CEFF"/>
          </p15:clr>
        </p15:guide>
        <p15:guide id="13" orient="horz" pos="891">
          <p15:clr>
            <a:srgbClr val="65CEFF"/>
          </p15:clr>
        </p15:guide>
        <p15:guide id="14" orient="horz" pos="2206">
          <p15:clr>
            <a:srgbClr val="65CEFF"/>
          </p15:clr>
        </p15:guide>
        <p15:guide id="15" orient="horz" pos="2343">
          <p15:clr>
            <a:srgbClr val="65CEFF"/>
          </p15:clr>
        </p15:guide>
        <p15:guide id="16" orient="horz" pos="3658">
          <p15:clr>
            <a:srgbClr val="65CEFF"/>
          </p15:clr>
        </p15:guide>
        <p15:guide id="17" orient="horz" pos="3885">
          <p15:clr>
            <a:srgbClr val="65CEFF"/>
          </p15:clr>
        </p15:guide>
        <p15:guide id="18" orient="horz" pos="4157">
          <p15:clr>
            <a:srgbClr val="65CEFF"/>
          </p15:clr>
        </p15:guide>
        <p15:guide id="19" pos="4248">
          <p15:clr>
            <a:srgbClr val="65CEFF"/>
          </p15:clr>
        </p15:guide>
      </p15:sldGuideLst>
    </p:ext>
  </p:extLs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Free Content">
    <p:spTree>
      <p:nvGrpSpPr>
        <p:cNvPr id="1" name=""/>
        <p:cNvGrpSpPr/>
        <p:nvPr/>
      </p:nvGrpSpPr>
      <p:grpSpPr>
        <a:xfrm>
          <a:off x="0" y="0"/>
          <a:ext cx="0" cy="0"/>
          <a:chOff x="0" y="0"/>
          <a:chExt cx="0" cy="0"/>
        </a:xfrm>
      </p:grpSpPr>
      <p:graphicFrame>
        <p:nvGraphicFramePr>
          <p:cNvPr id="5" name="Object 4" hidden="1">
            <a:extLst>
              <a:ext uri="{FF2B5EF4-FFF2-40B4-BE49-F238E27FC236}">
                <a16:creationId xmlns:a16="http://schemas.microsoft.com/office/drawing/2014/main" id="{1C958BC9-E8AA-BB49-2514-085CE54BA82C}"/>
              </a:ext>
            </a:extLst>
          </p:cNvPr>
          <p:cNvGraphicFramePr>
            <a:graphicFrameLocks noChangeAspect="1"/>
          </p:cNvGraphicFramePr>
          <p:nvPr userDrawn="1">
            <p:custDataLst>
              <p:tags r:id="rId1"/>
            </p:custDataLst>
            <p:extLst>
              <p:ext uri="{D42A27DB-BD31-4B8C-83A1-F6EECF244321}">
                <p14:modId xmlns:p14="http://schemas.microsoft.com/office/powerpoint/2010/main" val="333748597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663" imgH="664" progId="TCLayout.ActiveDocument.1">
                  <p:embed/>
                </p:oleObj>
              </mc:Choice>
              <mc:Fallback>
                <p:oleObj name="think-cell Slide" r:id="rId3" imgW="663" imgH="664" progId="TCLayout.ActiveDocument.1">
                  <p:embed/>
                  <p:pic>
                    <p:nvPicPr>
                      <p:cNvPr id="5" name="Object 4" hidden="1">
                        <a:extLst>
                          <a:ext uri="{FF2B5EF4-FFF2-40B4-BE49-F238E27FC236}">
                            <a16:creationId xmlns:a16="http://schemas.microsoft.com/office/drawing/2014/main" id="{1C958BC9-E8AA-BB49-2514-085CE54BA82C}"/>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descr="Slide headline">
            <a:extLst>
              <a:ext uri="{FF2B5EF4-FFF2-40B4-BE49-F238E27FC236}">
                <a16:creationId xmlns:a16="http://schemas.microsoft.com/office/drawing/2014/main" id="{5CDB9E4A-37E0-45B2-BC93-C2EC503FB8F7}"/>
              </a:ext>
            </a:extLst>
          </p:cNvPr>
          <p:cNvSpPr>
            <a:spLocks noGrp="1"/>
          </p:cNvSpPr>
          <p:nvPr>
            <p:ph type="title"/>
          </p:nvPr>
        </p:nvSpPr>
        <p:spPr bwMode="black">
          <a:xfrm>
            <a:off x="410400" y="478800"/>
            <a:ext cx="10445859" cy="576000"/>
          </a:xfrm>
        </p:spPr>
        <p:txBody>
          <a:bodyPr vert="horz"/>
          <a:lstStyle>
            <a:lvl1pPr>
              <a:defRPr>
                <a:solidFill>
                  <a:srgbClr val="000028"/>
                </a:solidFill>
              </a:defRPr>
            </a:lvl1pPr>
          </a:lstStyle>
          <a:p>
            <a:r>
              <a:rPr lang="en-US"/>
              <a:t>Click to edit Master title style</a:t>
            </a:r>
          </a:p>
        </p:txBody>
      </p:sp>
      <p:pic>
        <p:nvPicPr>
          <p:cNvPr id="7" name="Siemens Logo" descr="Siemens logo">
            <a:extLst>
              <a:ext uri="{FF2B5EF4-FFF2-40B4-BE49-F238E27FC236}">
                <a16:creationId xmlns:a16="http://schemas.microsoft.com/office/drawing/2014/main" id="{E73DB6A8-F91C-4B87-ACAA-19A2D5EA21EF}"/>
              </a:ext>
              <a:ext uri="{C183D7F6-B498-43B3-948B-1728B52AA6E4}">
                <adec:decorative xmlns:adec="http://schemas.microsoft.com/office/drawing/2017/decorative" val="0"/>
              </a:ext>
            </a:extLst>
          </p:cNvPr>
          <p:cNvPicPr>
            <a:picLocks noChangeAspect="1"/>
          </p:cNvPicPr>
          <p:nvPr userDrawn="1"/>
        </p:nvPicPr>
        <p:blipFill>
          <a:blip r:embed="rId5" cstate="email">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p:blipFill>
        <p:spPr bwMode="black">
          <a:xfrm>
            <a:off x="10635188" y="6418800"/>
            <a:ext cx="1152000" cy="183168"/>
          </a:xfrm>
          <a:prstGeom prst="rect">
            <a:avLst/>
          </a:prstGeom>
        </p:spPr>
      </p:pic>
      <p:sp>
        <p:nvSpPr>
          <p:cNvPr id="9" name="Footer Placeholder" descr="Footer with copyright, author and department information, and date">
            <a:extLst>
              <a:ext uri="{FF2B5EF4-FFF2-40B4-BE49-F238E27FC236}">
                <a16:creationId xmlns:a16="http://schemas.microsoft.com/office/drawing/2014/main" id="{8C6E0B19-DC70-4D19-9A56-05E87567F196}"/>
              </a:ext>
            </a:extLst>
          </p:cNvPr>
          <p:cNvSpPr>
            <a:spLocks noGrp="1"/>
          </p:cNvSpPr>
          <p:nvPr>
            <p:ph type="ftr" sz="quarter" idx="10"/>
          </p:nvPr>
        </p:nvSpPr>
        <p:spPr bwMode="black"/>
        <p:txBody>
          <a:bodyPr/>
          <a:lstStyle/>
          <a:p>
            <a:pPr>
              <a:lnSpc>
                <a:spcPct val="100000"/>
              </a:lnSpc>
            </a:pPr>
            <a:r>
              <a:rPr lang="en-US"/>
              <a:t>Restricted | © Siemens 2024 | SHERPA X | YYYY-MM-DD | Status: Draft</a:t>
            </a:r>
          </a:p>
        </p:txBody>
      </p:sp>
      <p:sp>
        <p:nvSpPr>
          <p:cNvPr id="10" name="Slide Number Placeholder">
            <a:extLst>
              <a:ext uri="{FF2B5EF4-FFF2-40B4-BE49-F238E27FC236}">
                <a16:creationId xmlns:a16="http://schemas.microsoft.com/office/drawing/2014/main" id="{D3DF1D7C-B467-46E9-B036-83EC1DBE711C}"/>
              </a:ext>
              <a:ext uri="{C183D7F6-B498-43B3-948B-1728B52AA6E4}">
                <adec:decorative xmlns:adec="http://schemas.microsoft.com/office/drawing/2017/decorative" val="1"/>
              </a:ext>
            </a:extLst>
          </p:cNvPr>
          <p:cNvSpPr>
            <a:spLocks noGrp="1"/>
          </p:cNvSpPr>
          <p:nvPr>
            <p:ph type="sldNum" sz="quarter" idx="11"/>
          </p:nvPr>
        </p:nvSpPr>
        <p:spPr bwMode="black"/>
        <p:txBody>
          <a:bodyPr/>
          <a:lstStyle/>
          <a:p>
            <a:r>
              <a:rPr lang="en-US"/>
              <a:t>Page </a:t>
            </a:r>
            <a:fld id="{15EBE321-CBB1-4E91-BD14-37C8D44326FB}" type="slidenum">
              <a:rPr lang="en-US" smtClean="0"/>
              <a:pPr/>
              <a:t>‹#›</a:t>
            </a:fld>
            <a:endParaRPr lang="en-US"/>
          </a:p>
        </p:txBody>
      </p:sp>
      <p:pic>
        <p:nvPicPr>
          <p:cNvPr id="3" name="Imagem 2" descr="Uma imagem com Tipo de letra, Gráficos, texto, captura de ecrã&#10;&#10;Descrição gerada automaticamente">
            <a:extLst>
              <a:ext uri="{FF2B5EF4-FFF2-40B4-BE49-F238E27FC236}">
                <a16:creationId xmlns:a16="http://schemas.microsoft.com/office/drawing/2014/main" id="{F4CF2E49-AF61-A0B6-1BC5-6D8192E7C710}"/>
              </a:ext>
            </a:extLst>
          </p:cNvPr>
          <p:cNvPicPr>
            <a:picLocks noChangeAspect="1"/>
          </p:cNvPicPr>
          <p:nvPr userDrawn="1"/>
        </p:nvPicPr>
        <p:blipFill>
          <a:blip r:embed="rId7" cstate="email">
            <a:extLst>
              <a:ext uri="{28A0092B-C50C-407E-A947-70E740481C1C}">
                <a14:useLocalDpi xmlns:a14="http://schemas.microsoft.com/office/drawing/2010/main"/>
              </a:ext>
            </a:extLst>
          </a:blip>
          <a:stretch>
            <a:fillRect/>
          </a:stretch>
        </p:blipFill>
        <p:spPr>
          <a:xfrm>
            <a:off x="11025045" y="478800"/>
            <a:ext cx="755792" cy="755792"/>
          </a:xfrm>
          <a:prstGeom prst="rect">
            <a:avLst/>
          </a:prstGeom>
        </p:spPr>
      </p:pic>
    </p:spTree>
    <p:extLst>
      <p:ext uri="{BB962C8B-B14F-4D97-AF65-F5344CB8AC3E}">
        <p14:creationId xmlns:p14="http://schemas.microsoft.com/office/powerpoint/2010/main" val="2537531729"/>
      </p:ext>
    </p:extLst>
  </p:cSld>
  <p:clrMapOvr>
    <a:masterClrMapping/>
  </p:clrMapOvr>
  <p:extLst>
    <p:ext uri="{DCECCB84-F9BA-43D5-87BE-67443E8EF086}">
      <p15:sldGuideLst xmlns:p15="http://schemas.microsoft.com/office/powerpoint/2012/main">
        <p15:guide id="1" pos="259">
          <p15:clr>
            <a:srgbClr val="65CEFF"/>
          </p15:clr>
        </p15:guide>
        <p15:guide id="2" pos="2526">
          <p15:clr>
            <a:srgbClr val="65CEFF"/>
          </p15:clr>
        </p15:guide>
        <p15:guide id="3" pos="2708">
          <p15:clr>
            <a:srgbClr val="65CEFF"/>
          </p15:clr>
        </p15:guide>
        <p15:guide id="4" pos="3705">
          <p15:clr>
            <a:srgbClr val="65CEFF"/>
          </p15:clr>
        </p15:guide>
        <p15:guide id="5" pos="3978">
          <p15:clr>
            <a:srgbClr val="65CEFF"/>
          </p15:clr>
        </p15:guide>
        <p15:guide id="7" pos="4975">
          <p15:clr>
            <a:srgbClr val="65CEFF"/>
          </p15:clr>
        </p15:guide>
        <p15:guide id="8" pos="5157">
          <p15:clr>
            <a:srgbClr val="65CEFF"/>
          </p15:clr>
        </p15:guide>
        <p15:guide id="9" pos="6472">
          <p15:clr>
            <a:srgbClr val="65CEFF"/>
          </p15:clr>
        </p15:guide>
        <p15:guide id="10" pos="7425">
          <p15:clr>
            <a:srgbClr val="65CEFF"/>
          </p15:clr>
        </p15:guide>
        <p15:guide id="11" orient="horz" pos="302">
          <p15:clr>
            <a:srgbClr val="65CEFF"/>
          </p15:clr>
        </p15:guide>
        <p15:guide id="12" orient="horz" pos="664">
          <p15:clr>
            <a:srgbClr val="65CEFF"/>
          </p15:clr>
        </p15:guide>
        <p15:guide id="13" orient="horz" pos="891">
          <p15:clr>
            <a:srgbClr val="65CEFF"/>
          </p15:clr>
        </p15:guide>
        <p15:guide id="14" orient="horz" pos="2206">
          <p15:clr>
            <a:srgbClr val="65CEFF"/>
          </p15:clr>
        </p15:guide>
        <p15:guide id="15" orient="horz" pos="2343">
          <p15:clr>
            <a:srgbClr val="65CEFF"/>
          </p15:clr>
        </p15:guide>
        <p15:guide id="16" orient="horz" pos="3658">
          <p15:clr>
            <a:srgbClr val="65CEFF"/>
          </p15:clr>
        </p15:guide>
        <p15:guide id="17" orient="horz" pos="3885">
          <p15:clr>
            <a:srgbClr val="65CEFF"/>
          </p15:clr>
        </p15:guide>
        <p15:guide id="18" orient="horz" pos="4157">
          <p15:clr>
            <a:srgbClr val="65CEFF"/>
          </p15:clr>
        </p15:guide>
      </p15:sldGuideLst>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Full bleed color Deep Blue">
    <p:bg>
      <p:bgRef idx="1001">
        <a:schemeClr val="bg2"/>
      </p:bgRef>
    </p:bg>
    <p:spTree>
      <p:nvGrpSpPr>
        <p:cNvPr id="1" name=""/>
        <p:cNvGrpSpPr/>
        <p:nvPr/>
      </p:nvGrpSpPr>
      <p:grpSpPr>
        <a:xfrm>
          <a:off x="0" y="0"/>
          <a:ext cx="0" cy="0"/>
          <a:chOff x="0" y="0"/>
          <a:chExt cx="0" cy="0"/>
        </a:xfrm>
      </p:grpSpPr>
      <p:graphicFrame>
        <p:nvGraphicFramePr>
          <p:cNvPr id="8" name="Object 7" hidden="1">
            <a:extLst>
              <a:ext uri="{FF2B5EF4-FFF2-40B4-BE49-F238E27FC236}">
                <a16:creationId xmlns:a16="http://schemas.microsoft.com/office/drawing/2014/main" id="{0BA1DB2C-2D65-80A3-F2B9-6CD2CBF44EC1}"/>
              </a:ext>
            </a:extLst>
          </p:cNvPr>
          <p:cNvGraphicFramePr>
            <a:graphicFrameLocks noChangeAspect="1"/>
          </p:cNvGraphicFramePr>
          <p:nvPr userDrawn="1">
            <p:custDataLst>
              <p:tags r:id="rId1"/>
            </p:custDataLst>
            <p:extLst>
              <p:ext uri="{D42A27DB-BD31-4B8C-83A1-F6EECF244321}">
                <p14:modId xmlns:p14="http://schemas.microsoft.com/office/powerpoint/2010/main" val="410798876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663" imgH="664" progId="TCLayout.ActiveDocument.1">
                  <p:embed/>
                </p:oleObj>
              </mc:Choice>
              <mc:Fallback>
                <p:oleObj name="think-cell Slide" r:id="rId3" imgW="663" imgH="664" progId="TCLayout.ActiveDocument.1">
                  <p:embed/>
                  <p:pic>
                    <p:nvPicPr>
                      <p:cNvPr id="8" name="Object 7" hidden="1">
                        <a:extLst>
                          <a:ext uri="{FF2B5EF4-FFF2-40B4-BE49-F238E27FC236}">
                            <a16:creationId xmlns:a16="http://schemas.microsoft.com/office/drawing/2014/main" id="{0BA1DB2C-2D65-80A3-F2B9-6CD2CBF44EC1}"/>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descr="Slide headline">
            <a:extLst>
              <a:ext uri="{FF2B5EF4-FFF2-40B4-BE49-F238E27FC236}">
                <a16:creationId xmlns:a16="http://schemas.microsoft.com/office/drawing/2014/main" id="{5CDB9E4A-37E0-45B2-BC93-C2EC503FB8F7}"/>
              </a:ext>
            </a:extLst>
          </p:cNvPr>
          <p:cNvSpPr>
            <a:spLocks noGrp="1"/>
          </p:cNvSpPr>
          <p:nvPr>
            <p:ph type="title"/>
          </p:nvPr>
        </p:nvSpPr>
        <p:spPr bwMode="black">
          <a:xfrm>
            <a:off x="410400" y="478800"/>
            <a:ext cx="9863997" cy="576000"/>
          </a:xfrm>
        </p:spPr>
        <p:txBody>
          <a:bodyPr vert="horz"/>
          <a:lstStyle>
            <a:lvl1pPr>
              <a:defRPr>
                <a:solidFill>
                  <a:schemeClr val="tx1"/>
                </a:solidFill>
              </a:defRPr>
            </a:lvl1pPr>
          </a:lstStyle>
          <a:p>
            <a:r>
              <a:rPr lang="en-US"/>
              <a:t>Click to edit Master title style</a:t>
            </a:r>
          </a:p>
        </p:txBody>
      </p:sp>
      <p:pic>
        <p:nvPicPr>
          <p:cNvPr id="7" name="Siemens Logo" descr="Siemens logo">
            <a:extLst>
              <a:ext uri="{FF2B5EF4-FFF2-40B4-BE49-F238E27FC236}">
                <a16:creationId xmlns:a16="http://schemas.microsoft.com/office/drawing/2014/main" id="{863976F1-B9C2-4217-A36A-7F1DCFF6EE2A}"/>
              </a:ext>
              <a:ext uri="{C183D7F6-B498-43B3-948B-1728B52AA6E4}">
                <adec:decorative xmlns:adec="http://schemas.microsoft.com/office/drawing/2017/decorative" val="0"/>
              </a:ext>
            </a:extLst>
          </p:cNvPr>
          <p:cNvPicPr>
            <a:picLocks noChangeAspect="1"/>
          </p:cNvPicPr>
          <p:nvPr userDrawn="1"/>
        </p:nvPicPr>
        <p:blipFill>
          <a:blip r:embed="rId5" cstate="email">
            <a:extLst>
              <a:ext uri="{28A0092B-C50C-407E-A947-70E740481C1C}">
                <a14:useLocalDpi xmlns:a14="http://schemas.microsoft.com/office/drawing/2010/main"/>
              </a:ext>
              <a:ext uri="{96DAC541-7B7A-43D3-8B79-37D633B846F1}">
                <asvg:svgBlip xmlns:asvg="http://schemas.microsoft.com/office/drawing/2016/SVG/main" r:embed="rId6"/>
              </a:ext>
            </a:extLst>
          </a:blip>
          <a:srcRect/>
          <a:stretch/>
        </p:blipFill>
        <p:spPr bwMode="black">
          <a:xfrm>
            <a:off x="10635188" y="6418800"/>
            <a:ext cx="1152000" cy="183168"/>
          </a:xfrm>
          <a:prstGeom prst="rect">
            <a:avLst/>
          </a:prstGeom>
        </p:spPr>
      </p:pic>
      <p:sp>
        <p:nvSpPr>
          <p:cNvPr id="5" name="Footer Placeholder" descr="Footer with copyright, author and department information, and date">
            <a:extLst>
              <a:ext uri="{FF2B5EF4-FFF2-40B4-BE49-F238E27FC236}">
                <a16:creationId xmlns:a16="http://schemas.microsoft.com/office/drawing/2014/main" id="{16495290-0795-4AB1-8AEA-2BB786783622}"/>
              </a:ext>
            </a:extLst>
          </p:cNvPr>
          <p:cNvSpPr>
            <a:spLocks noGrp="1"/>
          </p:cNvSpPr>
          <p:nvPr>
            <p:ph type="ftr" sz="quarter" idx="10"/>
          </p:nvPr>
        </p:nvSpPr>
        <p:spPr bwMode="black"/>
        <p:txBody>
          <a:bodyPr/>
          <a:lstStyle/>
          <a:p>
            <a:pPr>
              <a:lnSpc>
                <a:spcPct val="100000"/>
              </a:lnSpc>
            </a:pPr>
            <a:r>
              <a:rPr lang="en-US"/>
              <a:t>Restricted | © Siemens 2024 | SHERPA X | YYYY-MM-DD | Status: Draft</a:t>
            </a:r>
          </a:p>
        </p:txBody>
      </p:sp>
      <p:sp>
        <p:nvSpPr>
          <p:cNvPr id="6" name="Slide Number Placeholder">
            <a:extLst>
              <a:ext uri="{FF2B5EF4-FFF2-40B4-BE49-F238E27FC236}">
                <a16:creationId xmlns:a16="http://schemas.microsoft.com/office/drawing/2014/main" id="{E8FC1C65-873A-4B8F-BB57-51EEBC35A1A9}"/>
              </a:ext>
              <a:ext uri="{C183D7F6-B498-43B3-948B-1728B52AA6E4}">
                <adec:decorative xmlns:adec="http://schemas.microsoft.com/office/drawing/2017/decorative" val="1"/>
              </a:ext>
            </a:extLst>
          </p:cNvPr>
          <p:cNvSpPr>
            <a:spLocks noGrp="1"/>
          </p:cNvSpPr>
          <p:nvPr>
            <p:ph type="sldNum" sz="quarter" idx="11"/>
          </p:nvPr>
        </p:nvSpPr>
        <p:spPr bwMode="black"/>
        <p:txBody>
          <a:bodyPr/>
          <a:lstStyle/>
          <a:p>
            <a:r>
              <a:rPr lang="en-US"/>
              <a:t>Page </a:t>
            </a:r>
            <a:fld id="{15EBE321-CBB1-4E91-BD14-37C8D44326FB}" type="slidenum">
              <a:rPr lang="en-US" smtClean="0"/>
              <a:pPr/>
              <a:t>‹#›</a:t>
            </a:fld>
            <a:endParaRPr lang="en-US"/>
          </a:p>
        </p:txBody>
      </p:sp>
    </p:spTree>
    <p:extLst>
      <p:ext uri="{BB962C8B-B14F-4D97-AF65-F5344CB8AC3E}">
        <p14:creationId xmlns:p14="http://schemas.microsoft.com/office/powerpoint/2010/main" val="2924756180"/>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259">
          <p15:clr>
            <a:srgbClr val="65CEFF"/>
          </p15:clr>
        </p15:guide>
        <p15:guide id="2" pos="2526">
          <p15:clr>
            <a:srgbClr val="65CEFF"/>
          </p15:clr>
        </p15:guide>
        <p15:guide id="3" pos="2708">
          <p15:clr>
            <a:srgbClr val="65CEFF"/>
          </p15:clr>
        </p15:guide>
        <p15:guide id="4" pos="3705">
          <p15:clr>
            <a:srgbClr val="65CEFF"/>
          </p15:clr>
        </p15:guide>
        <p15:guide id="5" pos="3978">
          <p15:clr>
            <a:srgbClr val="65CEFF"/>
          </p15:clr>
        </p15:guide>
        <p15:guide id="7" pos="4975">
          <p15:clr>
            <a:srgbClr val="65CEFF"/>
          </p15:clr>
        </p15:guide>
        <p15:guide id="8" pos="5157">
          <p15:clr>
            <a:srgbClr val="65CEFF"/>
          </p15:clr>
        </p15:guide>
        <p15:guide id="9" pos="6472">
          <p15:clr>
            <a:srgbClr val="65CEFF"/>
          </p15:clr>
        </p15:guide>
        <p15:guide id="10" pos="7425">
          <p15:clr>
            <a:srgbClr val="65CEFF"/>
          </p15:clr>
        </p15:guide>
        <p15:guide id="11" orient="horz" pos="302">
          <p15:clr>
            <a:srgbClr val="65CEFF"/>
          </p15:clr>
        </p15:guide>
        <p15:guide id="12" orient="horz" pos="664">
          <p15:clr>
            <a:srgbClr val="65CEFF"/>
          </p15:clr>
        </p15:guide>
        <p15:guide id="13" orient="horz" pos="891">
          <p15:clr>
            <a:srgbClr val="65CEFF"/>
          </p15:clr>
        </p15:guide>
        <p15:guide id="14" orient="horz" pos="2206">
          <p15:clr>
            <a:srgbClr val="65CEFF"/>
          </p15:clr>
        </p15:guide>
        <p15:guide id="15" orient="horz" pos="2343">
          <p15:clr>
            <a:srgbClr val="65CEFF"/>
          </p15:clr>
        </p15:guide>
        <p15:guide id="16" orient="horz" pos="3658">
          <p15:clr>
            <a:srgbClr val="65CEFF"/>
          </p15:clr>
        </p15:guide>
        <p15:guide id="17" orient="horz" pos="3885">
          <p15:clr>
            <a:srgbClr val="65CEFF"/>
          </p15:clr>
        </p15:guide>
        <p15:guide id="18" orient="horz" pos="4157">
          <p15:clr>
            <a:srgbClr val="65CEFF"/>
          </p15:clr>
        </p15:guide>
      </p15:sldGuideLst>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7_Full bleed color Deep Blue">
    <p:bg>
      <p:bgRef idx="1001">
        <a:schemeClr val="bg2"/>
      </p:bgRef>
    </p:bg>
    <p:spTree>
      <p:nvGrpSpPr>
        <p:cNvPr id="1" name=""/>
        <p:cNvGrpSpPr/>
        <p:nvPr/>
      </p:nvGrpSpPr>
      <p:grpSpPr>
        <a:xfrm>
          <a:off x="0" y="0"/>
          <a:ext cx="0" cy="0"/>
          <a:chOff x="0" y="0"/>
          <a:chExt cx="0" cy="0"/>
        </a:xfrm>
      </p:grpSpPr>
      <p:graphicFrame>
        <p:nvGraphicFramePr>
          <p:cNvPr id="4" name="Object 3" hidden="1">
            <a:extLst>
              <a:ext uri="{FF2B5EF4-FFF2-40B4-BE49-F238E27FC236}">
                <a16:creationId xmlns:a16="http://schemas.microsoft.com/office/drawing/2014/main" id="{5606C141-1512-A34C-D3C1-A7152EA18082}"/>
              </a:ext>
            </a:extLst>
          </p:cNvPr>
          <p:cNvGraphicFramePr>
            <a:graphicFrameLocks noChangeAspect="1"/>
          </p:cNvGraphicFramePr>
          <p:nvPr userDrawn="1">
            <p:custDataLst>
              <p:tags r:id="rId1"/>
            </p:custDataLst>
            <p:extLst>
              <p:ext uri="{D42A27DB-BD31-4B8C-83A1-F6EECF244321}">
                <p14:modId xmlns:p14="http://schemas.microsoft.com/office/powerpoint/2010/main" val="524499774"/>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737" imgH="737" progId="TCLayout.ActiveDocument.1">
                  <p:embed/>
                </p:oleObj>
              </mc:Choice>
              <mc:Fallback>
                <p:oleObj name="think-cell Slide" r:id="rId3" imgW="737" imgH="737" progId="TCLayout.ActiveDocument.1">
                  <p:embed/>
                  <p:pic>
                    <p:nvPicPr>
                      <p:cNvPr id="4" name="Object 3" hidden="1">
                        <a:extLst>
                          <a:ext uri="{FF2B5EF4-FFF2-40B4-BE49-F238E27FC236}">
                            <a16:creationId xmlns:a16="http://schemas.microsoft.com/office/drawing/2014/main" id="{5606C141-1512-A34C-D3C1-A7152EA18082}"/>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3" name="Retângulo 2">
            <a:extLst>
              <a:ext uri="{FF2B5EF4-FFF2-40B4-BE49-F238E27FC236}">
                <a16:creationId xmlns:a16="http://schemas.microsoft.com/office/drawing/2014/main" id="{EAEE99BD-28E7-FE5E-FA77-0D47A3BA42F5}"/>
              </a:ext>
            </a:extLst>
          </p:cNvPr>
          <p:cNvSpPr/>
          <p:nvPr userDrawn="1"/>
        </p:nvSpPr>
        <p:spPr>
          <a:xfrm>
            <a:off x="0" y="0"/>
            <a:ext cx="12192000" cy="6858000"/>
          </a:xfrm>
          <a:prstGeom prst="rect">
            <a:avLst/>
          </a:prstGeom>
          <a:gradFill flip="none" rotWithShape="1">
            <a:gsLst>
              <a:gs pos="0">
                <a:srgbClr val="333255">
                  <a:alpha val="90000"/>
                </a:srgbClr>
              </a:gs>
              <a:gs pos="99000">
                <a:srgbClr val="0E0E35"/>
              </a:gs>
            </a:gsLst>
            <a:path path="circl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pPr algn="l"/>
            <a:endParaRPr lang="en-GB">
              <a:solidFill>
                <a:schemeClr val="tx1"/>
              </a:solidFill>
            </a:endParaRPr>
          </a:p>
        </p:txBody>
      </p:sp>
      <p:pic>
        <p:nvPicPr>
          <p:cNvPr id="7" name="Siemens Logo">
            <a:extLst>
              <a:ext uri="{FF2B5EF4-FFF2-40B4-BE49-F238E27FC236}">
                <a16:creationId xmlns:a16="http://schemas.microsoft.com/office/drawing/2014/main" id="{863976F1-B9C2-4217-A36A-7F1DCFF6EE2A}"/>
              </a:ext>
            </a:extLst>
          </p:cNvPr>
          <p:cNvPicPr>
            <a:picLocks noChangeAspect="1"/>
          </p:cNvPicPr>
          <p:nvPr userDrawn="1"/>
        </p:nvPicPr>
        <p:blipFill>
          <a:blip r:embed="rId5" cstate="email">
            <a:extLst>
              <a:ext uri="{28A0092B-C50C-407E-A947-70E740481C1C}">
                <a14:useLocalDpi xmlns:a14="http://schemas.microsoft.com/office/drawing/2010/main"/>
              </a:ext>
              <a:ext uri="{96DAC541-7B7A-43D3-8B79-37D633B846F1}">
                <asvg:svgBlip xmlns:asvg="http://schemas.microsoft.com/office/drawing/2016/SVG/main" r:embed="rId6"/>
              </a:ext>
            </a:extLst>
          </a:blip>
          <a:srcRect/>
          <a:stretch/>
        </p:blipFill>
        <p:spPr>
          <a:xfrm>
            <a:off x="10635188" y="6418800"/>
            <a:ext cx="1152000" cy="183168"/>
          </a:xfrm>
          <a:prstGeom prst="rect">
            <a:avLst/>
          </a:prstGeom>
        </p:spPr>
      </p:pic>
      <p:sp>
        <p:nvSpPr>
          <p:cNvPr id="8" name="Title Placeholder">
            <a:extLst>
              <a:ext uri="{FF2B5EF4-FFF2-40B4-BE49-F238E27FC236}">
                <a16:creationId xmlns:a16="http://schemas.microsoft.com/office/drawing/2014/main" id="{4315EF87-8232-406F-3929-2791AF0DD62F}"/>
              </a:ext>
            </a:extLst>
          </p:cNvPr>
          <p:cNvSpPr>
            <a:spLocks noGrp="1"/>
          </p:cNvSpPr>
          <p:nvPr>
            <p:ph type="title"/>
          </p:nvPr>
        </p:nvSpPr>
        <p:spPr>
          <a:xfrm>
            <a:off x="410400" y="478800"/>
            <a:ext cx="9863997" cy="576000"/>
          </a:xfrm>
          <a:prstGeom prst="rect">
            <a:avLst/>
          </a:prstGeom>
        </p:spPr>
        <p:txBody>
          <a:bodyPr vert="horz" lIns="0" tIns="0" rIns="324000" bIns="14400" rtlCol="0" anchor="t" anchorCtr="0">
            <a:noAutofit/>
          </a:bodyPr>
          <a:lstStyle>
            <a:lvl1pPr>
              <a:defRPr>
                <a:solidFill>
                  <a:schemeClr val="tx1"/>
                </a:solidFill>
              </a:defRPr>
            </a:lvl1pPr>
          </a:lstStyle>
          <a:p>
            <a:r>
              <a:rPr lang="en-US"/>
              <a:t>Click to edit Master title style</a:t>
            </a:r>
          </a:p>
        </p:txBody>
      </p:sp>
      <p:sp>
        <p:nvSpPr>
          <p:cNvPr id="10" name="Footer Placeholder">
            <a:extLst>
              <a:ext uri="{FF2B5EF4-FFF2-40B4-BE49-F238E27FC236}">
                <a16:creationId xmlns:a16="http://schemas.microsoft.com/office/drawing/2014/main" id="{A29C7FB6-EEF3-CCFA-F90F-B44B5967F6B9}"/>
              </a:ext>
            </a:extLst>
          </p:cNvPr>
          <p:cNvSpPr>
            <a:spLocks noGrp="1"/>
          </p:cNvSpPr>
          <p:nvPr>
            <p:ph type="ftr" sz="quarter" idx="3"/>
          </p:nvPr>
        </p:nvSpPr>
        <p:spPr>
          <a:xfrm>
            <a:off x="1059160" y="6310800"/>
            <a:ext cx="9216000" cy="547200"/>
          </a:xfrm>
          <a:prstGeom prst="rect">
            <a:avLst/>
          </a:prstGeom>
        </p:spPr>
        <p:txBody>
          <a:bodyPr vert="horz" lIns="0" tIns="0" rIns="0" bIns="61200" rtlCol="0" anchor="ctr" anchorCtr="0"/>
          <a:lstStyle>
            <a:lvl1pPr algn="l">
              <a:lnSpc>
                <a:spcPct val="100000"/>
              </a:lnSpc>
              <a:defRPr sz="900">
                <a:solidFill>
                  <a:schemeClr val="tx1"/>
                </a:solidFill>
              </a:defRPr>
            </a:lvl1pPr>
          </a:lstStyle>
          <a:p>
            <a:r>
              <a:rPr lang="en-US"/>
              <a:t>Restricted | © Siemens 2024 | SHERPA X | YYYY-MM-DD | Status: Draft</a:t>
            </a:r>
          </a:p>
        </p:txBody>
      </p:sp>
      <p:sp>
        <p:nvSpPr>
          <p:cNvPr id="13" name="Slide Number Placeholder">
            <a:extLst>
              <a:ext uri="{FF2B5EF4-FFF2-40B4-BE49-F238E27FC236}">
                <a16:creationId xmlns:a16="http://schemas.microsoft.com/office/drawing/2014/main" id="{E217BFFA-CD11-26FB-EB1B-CAB5E139BBD3}"/>
              </a:ext>
            </a:extLst>
          </p:cNvPr>
          <p:cNvSpPr>
            <a:spLocks noGrp="1"/>
          </p:cNvSpPr>
          <p:nvPr>
            <p:ph type="sldNum" sz="quarter" idx="4"/>
          </p:nvPr>
        </p:nvSpPr>
        <p:spPr>
          <a:xfrm>
            <a:off x="411162" y="6310800"/>
            <a:ext cx="648000" cy="547200"/>
          </a:xfrm>
          <a:prstGeom prst="rect">
            <a:avLst/>
          </a:prstGeom>
        </p:spPr>
        <p:txBody>
          <a:bodyPr vert="horz" lIns="0" tIns="0" rIns="0" bIns="61200" rtlCol="0" anchor="ctr" anchorCtr="0"/>
          <a:lstStyle>
            <a:lvl1pPr algn="l">
              <a:lnSpc>
                <a:spcPct val="100000"/>
              </a:lnSpc>
              <a:defRPr sz="900" b="1">
                <a:solidFill>
                  <a:schemeClr val="tx1"/>
                </a:solidFill>
              </a:defRPr>
            </a:lvl1pPr>
          </a:lstStyle>
          <a:p>
            <a:r>
              <a:rPr lang="en-US"/>
              <a:t>Page </a:t>
            </a:r>
            <a:fld id="{15EBE321-CBB1-4E91-BD14-37C8D44326FB}" type="slidenum">
              <a:rPr lang="en-US" smtClean="0"/>
              <a:pPr/>
              <a:t>‹#›</a:t>
            </a:fld>
            <a:endParaRPr lang="en-US"/>
          </a:p>
        </p:txBody>
      </p:sp>
      <p:pic>
        <p:nvPicPr>
          <p:cNvPr id="14" name="Imagem 11" descr="Uma imagem com texto&#10;&#10;Descrição gerada automaticamente">
            <a:extLst>
              <a:ext uri="{FF2B5EF4-FFF2-40B4-BE49-F238E27FC236}">
                <a16:creationId xmlns:a16="http://schemas.microsoft.com/office/drawing/2014/main" id="{0A0127EB-6D54-2C8F-08B0-DF83F9477FFB}"/>
              </a:ext>
            </a:extLst>
          </p:cNvPr>
          <p:cNvPicPr>
            <a:picLocks noChangeAspect="1"/>
          </p:cNvPicPr>
          <p:nvPr userDrawn="1"/>
        </p:nvPicPr>
        <p:blipFill>
          <a:blip r:embed="rId7" cstate="email">
            <a:extLst>
              <a:ext uri="{28A0092B-C50C-407E-A947-70E740481C1C}">
                <a14:useLocalDpi xmlns:a14="http://schemas.microsoft.com/office/drawing/2010/main"/>
              </a:ext>
            </a:extLst>
          </a:blip>
          <a:stretch>
            <a:fillRect/>
          </a:stretch>
        </p:blipFill>
        <p:spPr>
          <a:xfrm>
            <a:off x="11138881" y="434578"/>
            <a:ext cx="720000" cy="720000"/>
          </a:xfrm>
          <a:prstGeom prst="rect">
            <a:avLst/>
          </a:prstGeom>
        </p:spPr>
      </p:pic>
    </p:spTree>
    <p:extLst>
      <p:ext uri="{BB962C8B-B14F-4D97-AF65-F5344CB8AC3E}">
        <p14:creationId xmlns:p14="http://schemas.microsoft.com/office/powerpoint/2010/main" val="164665113"/>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259">
          <p15:clr>
            <a:srgbClr val="65CEFF"/>
          </p15:clr>
        </p15:guide>
        <p15:guide id="2" pos="2526">
          <p15:clr>
            <a:srgbClr val="65CEFF"/>
          </p15:clr>
        </p15:guide>
        <p15:guide id="3" pos="2708">
          <p15:clr>
            <a:srgbClr val="65CEFF"/>
          </p15:clr>
        </p15:guide>
        <p15:guide id="4" pos="3705">
          <p15:clr>
            <a:srgbClr val="65CEFF"/>
          </p15:clr>
        </p15:guide>
        <p15:guide id="5" pos="3978">
          <p15:clr>
            <a:srgbClr val="65CEFF"/>
          </p15:clr>
        </p15:guide>
        <p15:guide id="7" pos="4975">
          <p15:clr>
            <a:srgbClr val="65CEFF"/>
          </p15:clr>
        </p15:guide>
        <p15:guide id="8" pos="5157">
          <p15:clr>
            <a:srgbClr val="65CEFF"/>
          </p15:clr>
        </p15:guide>
        <p15:guide id="9" pos="6472">
          <p15:clr>
            <a:srgbClr val="65CEFF"/>
          </p15:clr>
        </p15:guide>
        <p15:guide id="10" pos="7425">
          <p15:clr>
            <a:srgbClr val="65CEFF"/>
          </p15:clr>
        </p15:guide>
        <p15:guide id="11" orient="horz" pos="302">
          <p15:clr>
            <a:srgbClr val="65CEFF"/>
          </p15:clr>
        </p15:guide>
        <p15:guide id="12" orient="horz" pos="664">
          <p15:clr>
            <a:srgbClr val="65CEFF"/>
          </p15:clr>
        </p15:guide>
        <p15:guide id="13" orient="horz" pos="891">
          <p15:clr>
            <a:srgbClr val="65CEFF"/>
          </p15:clr>
        </p15:guide>
        <p15:guide id="14" orient="horz" pos="2206">
          <p15:clr>
            <a:srgbClr val="65CEFF"/>
          </p15:clr>
        </p15:guide>
        <p15:guide id="15" orient="horz" pos="2343">
          <p15:clr>
            <a:srgbClr val="65CEFF"/>
          </p15:clr>
        </p15:guide>
        <p15:guide id="16" orient="horz" pos="3658">
          <p15:clr>
            <a:srgbClr val="65CEFF"/>
          </p15:clr>
        </p15:guide>
        <p15:guide id="17" orient="horz" pos="3885">
          <p15:clr>
            <a:srgbClr val="65CEFF"/>
          </p15:clr>
        </p15:guide>
        <p15:guide id="18" orient="horz" pos="4157">
          <p15:clr>
            <a:srgbClr val="65CEFF"/>
          </p15:clr>
        </p15:guide>
      </p15:sldGuideLst>
    </p:ext>
  </p:extLst>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Full bleed color Gradient">
    <p:bg>
      <p:bgPr>
        <a:gradFill flip="none" rotWithShape="1">
          <a:gsLst>
            <a:gs pos="40000">
              <a:schemeClr val="accent6"/>
            </a:gs>
            <a:gs pos="100000">
              <a:schemeClr val="accent1"/>
            </a:gs>
          </a:gsLst>
          <a:path path="circle">
            <a:fillToRect l="100000" t="100000"/>
          </a:path>
          <a:tileRect r="-100000" b="-100000"/>
        </a:gradFill>
        <a:effectLst/>
      </p:bgPr>
    </p:bg>
    <p:spTree>
      <p:nvGrpSpPr>
        <p:cNvPr id="1" name=""/>
        <p:cNvGrpSpPr/>
        <p:nvPr/>
      </p:nvGrpSpPr>
      <p:grpSpPr>
        <a:xfrm>
          <a:off x="0" y="0"/>
          <a:ext cx="0" cy="0"/>
          <a:chOff x="0" y="0"/>
          <a:chExt cx="0" cy="0"/>
        </a:xfrm>
      </p:grpSpPr>
      <p:graphicFrame>
        <p:nvGraphicFramePr>
          <p:cNvPr id="9" name="Object 8" hidden="1">
            <a:extLst>
              <a:ext uri="{FF2B5EF4-FFF2-40B4-BE49-F238E27FC236}">
                <a16:creationId xmlns:a16="http://schemas.microsoft.com/office/drawing/2014/main" id="{3ADA6C66-7966-F4E1-9B33-7A9DAAADC6B0}"/>
              </a:ext>
            </a:extLst>
          </p:cNvPr>
          <p:cNvGraphicFramePr>
            <a:graphicFrameLocks noChangeAspect="1"/>
          </p:cNvGraphicFramePr>
          <p:nvPr userDrawn="1">
            <p:custDataLst>
              <p:tags r:id="rId1"/>
            </p:custDataLst>
            <p:extLst>
              <p:ext uri="{D42A27DB-BD31-4B8C-83A1-F6EECF244321}">
                <p14:modId xmlns:p14="http://schemas.microsoft.com/office/powerpoint/2010/main" val="392038532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663" imgH="664" progId="TCLayout.ActiveDocument.1">
                  <p:embed/>
                </p:oleObj>
              </mc:Choice>
              <mc:Fallback>
                <p:oleObj name="think-cell Slide" r:id="rId3" imgW="663" imgH="664" progId="TCLayout.ActiveDocument.1">
                  <p:embed/>
                  <p:pic>
                    <p:nvPicPr>
                      <p:cNvPr id="9" name="Object 8" hidden="1">
                        <a:extLst>
                          <a:ext uri="{FF2B5EF4-FFF2-40B4-BE49-F238E27FC236}">
                            <a16:creationId xmlns:a16="http://schemas.microsoft.com/office/drawing/2014/main" id="{3ADA6C66-7966-F4E1-9B33-7A9DAAADC6B0}"/>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8" name="Color Stage">
            <a:extLst>
              <a:ext uri="{FF2B5EF4-FFF2-40B4-BE49-F238E27FC236}">
                <a16:creationId xmlns:a16="http://schemas.microsoft.com/office/drawing/2014/main" id="{B8172AC2-E83F-4EFD-B70E-DE91E64651D8}"/>
              </a:ext>
            </a:extLst>
          </p:cNvPr>
          <p:cNvSpPr/>
          <p:nvPr userDrawn="1"/>
        </p:nvSpPr>
        <p:spPr>
          <a:xfrm>
            <a:off x="0" y="1414463"/>
            <a:ext cx="12192000" cy="5443537"/>
          </a:xfrm>
          <a:prstGeom prst="rect">
            <a:avLst/>
          </a:prstGeom>
          <a:gradFill flip="none" rotWithShape="1">
            <a:gsLst>
              <a:gs pos="0">
                <a:schemeClr val="accent6"/>
              </a:gs>
              <a:gs pos="100000">
                <a:schemeClr val="bg2">
                  <a:alpha val="0"/>
                </a:schemeClr>
              </a:gs>
              <a:gs pos="40000">
                <a:schemeClr val="bg2">
                  <a:alpha val="50000"/>
                </a:schemeClr>
              </a:gs>
            </a:gsLst>
            <a:lin ang="162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pPr algn="l"/>
            <a:endParaRPr lang="en-US"/>
          </a:p>
        </p:txBody>
      </p:sp>
      <p:sp>
        <p:nvSpPr>
          <p:cNvPr id="2" name="Title" descr="Slide headline">
            <a:extLst>
              <a:ext uri="{FF2B5EF4-FFF2-40B4-BE49-F238E27FC236}">
                <a16:creationId xmlns:a16="http://schemas.microsoft.com/office/drawing/2014/main" id="{5CDB9E4A-37E0-45B2-BC93-C2EC503FB8F7}"/>
              </a:ext>
            </a:extLst>
          </p:cNvPr>
          <p:cNvSpPr>
            <a:spLocks noGrp="1"/>
          </p:cNvSpPr>
          <p:nvPr>
            <p:ph type="title"/>
          </p:nvPr>
        </p:nvSpPr>
        <p:spPr bwMode="black"/>
        <p:txBody>
          <a:bodyPr vert="horz"/>
          <a:lstStyle>
            <a:lvl1pPr>
              <a:defRPr>
                <a:solidFill>
                  <a:schemeClr val="tx1"/>
                </a:solidFill>
              </a:defRPr>
            </a:lvl1pPr>
          </a:lstStyle>
          <a:p>
            <a:r>
              <a:rPr lang="en-US"/>
              <a:t>Click to edit Master title style</a:t>
            </a:r>
          </a:p>
        </p:txBody>
      </p:sp>
      <p:pic>
        <p:nvPicPr>
          <p:cNvPr id="7" name="Siemens Logo" descr="Siemens logo">
            <a:extLst>
              <a:ext uri="{FF2B5EF4-FFF2-40B4-BE49-F238E27FC236}">
                <a16:creationId xmlns:a16="http://schemas.microsoft.com/office/drawing/2014/main" id="{863976F1-B9C2-4217-A36A-7F1DCFF6EE2A}"/>
              </a:ext>
              <a:ext uri="{C183D7F6-B498-43B3-948B-1728B52AA6E4}">
                <adec:decorative xmlns:adec="http://schemas.microsoft.com/office/drawing/2017/decorative" val="0"/>
              </a:ext>
            </a:extLst>
          </p:cNvPr>
          <p:cNvPicPr>
            <a:picLocks noChangeAspect="1"/>
          </p:cNvPicPr>
          <p:nvPr userDrawn="1"/>
        </p:nvPicPr>
        <p:blipFill>
          <a:blip r:embed="rId5" cstate="email">
            <a:extLst>
              <a:ext uri="{28A0092B-C50C-407E-A947-70E740481C1C}">
                <a14:useLocalDpi xmlns:a14="http://schemas.microsoft.com/office/drawing/2010/main"/>
              </a:ext>
              <a:ext uri="{96DAC541-7B7A-43D3-8B79-37D633B846F1}">
                <asvg:svgBlip xmlns:asvg="http://schemas.microsoft.com/office/drawing/2016/SVG/main" r:embed="rId6"/>
              </a:ext>
            </a:extLst>
          </a:blip>
          <a:srcRect/>
          <a:stretch/>
        </p:blipFill>
        <p:spPr bwMode="black">
          <a:xfrm>
            <a:off x="10635188" y="6418800"/>
            <a:ext cx="1152000" cy="183168"/>
          </a:xfrm>
          <a:prstGeom prst="rect">
            <a:avLst/>
          </a:prstGeom>
        </p:spPr>
      </p:pic>
      <p:sp>
        <p:nvSpPr>
          <p:cNvPr id="5" name="Footer Placeholder" descr="Footer with copyright, author and department information, and date">
            <a:extLst>
              <a:ext uri="{FF2B5EF4-FFF2-40B4-BE49-F238E27FC236}">
                <a16:creationId xmlns:a16="http://schemas.microsoft.com/office/drawing/2014/main" id="{E4BECE54-DDA8-4D2C-8A02-4C8E3E1585E1}"/>
              </a:ext>
            </a:extLst>
          </p:cNvPr>
          <p:cNvSpPr>
            <a:spLocks noGrp="1"/>
          </p:cNvSpPr>
          <p:nvPr>
            <p:ph type="ftr" sz="quarter" idx="10"/>
          </p:nvPr>
        </p:nvSpPr>
        <p:spPr bwMode="black"/>
        <p:txBody>
          <a:bodyPr/>
          <a:lstStyle/>
          <a:p>
            <a:pPr>
              <a:lnSpc>
                <a:spcPct val="100000"/>
              </a:lnSpc>
            </a:pPr>
            <a:r>
              <a:rPr lang="en-US"/>
              <a:t>Restricted | © Siemens 2024 | SHERPA X | YYYY-MM-DD | Status: Draft</a:t>
            </a:r>
          </a:p>
        </p:txBody>
      </p:sp>
      <p:sp>
        <p:nvSpPr>
          <p:cNvPr id="6" name="Slide Number Placeholder">
            <a:extLst>
              <a:ext uri="{FF2B5EF4-FFF2-40B4-BE49-F238E27FC236}">
                <a16:creationId xmlns:a16="http://schemas.microsoft.com/office/drawing/2014/main" id="{07B7E75B-80B4-49F8-AA70-A41C9D896853}"/>
              </a:ext>
              <a:ext uri="{C183D7F6-B498-43B3-948B-1728B52AA6E4}">
                <adec:decorative xmlns:adec="http://schemas.microsoft.com/office/drawing/2017/decorative" val="1"/>
              </a:ext>
            </a:extLst>
          </p:cNvPr>
          <p:cNvSpPr>
            <a:spLocks noGrp="1"/>
          </p:cNvSpPr>
          <p:nvPr>
            <p:ph type="sldNum" sz="quarter" idx="11"/>
          </p:nvPr>
        </p:nvSpPr>
        <p:spPr bwMode="black"/>
        <p:txBody>
          <a:bodyPr/>
          <a:lstStyle/>
          <a:p>
            <a:r>
              <a:rPr lang="en-US"/>
              <a:t>Page </a:t>
            </a:r>
            <a:fld id="{15EBE321-CBB1-4E91-BD14-37C8D44326FB}" type="slidenum">
              <a:rPr lang="en-US" smtClean="0"/>
              <a:pPr/>
              <a:t>‹#›</a:t>
            </a:fld>
            <a:endParaRPr lang="en-US"/>
          </a:p>
        </p:txBody>
      </p:sp>
    </p:spTree>
    <p:extLst>
      <p:ext uri="{BB962C8B-B14F-4D97-AF65-F5344CB8AC3E}">
        <p14:creationId xmlns:p14="http://schemas.microsoft.com/office/powerpoint/2010/main" val="3524968385"/>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259">
          <p15:clr>
            <a:srgbClr val="65CEFF"/>
          </p15:clr>
        </p15:guide>
        <p15:guide id="2" pos="2526">
          <p15:clr>
            <a:srgbClr val="65CEFF"/>
          </p15:clr>
        </p15:guide>
        <p15:guide id="3" pos="2708">
          <p15:clr>
            <a:srgbClr val="65CEFF"/>
          </p15:clr>
        </p15:guide>
        <p15:guide id="4" pos="3705">
          <p15:clr>
            <a:srgbClr val="65CEFF"/>
          </p15:clr>
        </p15:guide>
        <p15:guide id="5" pos="3978">
          <p15:clr>
            <a:srgbClr val="65CEFF"/>
          </p15:clr>
        </p15:guide>
        <p15:guide id="7" pos="4975">
          <p15:clr>
            <a:srgbClr val="65CEFF"/>
          </p15:clr>
        </p15:guide>
        <p15:guide id="8" pos="5157">
          <p15:clr>
            <a:srgbClr val="65CEFF"/>
          </p15:clr>
        </p15:guide>
        <p15:guide id="9" pos="6472">
          <p15:clr>
            <a:srgbClr val="65CEFF"/>
          </p15:clr>
        </p15:guide>
        <p15:guide id="10" pos="7425">
          <p15:clr>
            <a:srgbClr val="65CEFF"/>
          </p15:clr>
        </p15:guide>
        <p15:guide id="11" orient="horz" pos="302">
          <p15:clr>
            <a:srgbClr val="65CEFF"/>
          </p15:clr>
        </p15:guide>
        <p15:guide id="12" orient="horz" pos="663">
          <p15:clr>
            <a:srgbClr val="65CEFF"/>
          </p15:clr>
        </p15:guide>
        <p15:guide id="13" orient="horz" pos="891">
          <p15:clr>
            <a:srgbClr val="65CEFF"/>
          </p15:clr>
        </p15:guide>
        <p15:guide id="14" orient="horz" pos="2206">
          <p15:clr>
            <a:srgbClr val="65CEFF"/>
          </p15:clr>
        </p15:guide>
        <p15:guide id="15" orient="horz" pos="2343">
          <p15:clr>
            <a:srgbClr val="65CEFF"/>
          </p15:clr>
        </p15:guide>
        <p15:guide id="16" orient="horz" pos="3658">
          <p15:clr>
            <a:srgbClr val="65CEFF"/>
          </p15:clr>
        </p15:guide>
        <p15:guide id="17" orient="horz" pos="3885">
          <p15:clr>
            <a:srgbClr val="65CEFF"/>
          </p15:clr>
        </p15:guide>
        <p15:guide id="18" orient="horz" pos="4157">
          <p15:clr>
            <a:srgbClr val="65CEFF"/>
          </p15:clr>
        </p15:guide>
      </p15:sldGuideLst>
    </p:ext>
  </p:extLst>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Full bleed color Light Sand">
    <p:bg>
      <p:bgRef idx="1001">
        <a:schemeClr val="bg2"/>
      </p:bgRef>
    </p:bg>
    <p:spTree>
      <p:nvGrpSpPr>
        <p:cNvPr id="1" name=""/>
        <p:cNvGrpSpPr/>
        <p:nvPr/>
      </p:nvGrpSpPr>
      <p:grpSpPr>
        <a:xfrm>
          <a:off x="0" y="0"/>
          <a:ext cx="0" cy="0"/>
          <a:chOff x="0" y="0"/>
          <a:chExt cx="0" cy="0"/>
        </a:xfrm>
      </p:grpSpPr>
      <p:graphicFrame>
        <p:nvGraphicFramePr>
          <p:cNvPr id="7" name="Object 6" hidden="1">
            <a:extLst>
              <a:ext uri="{FF2B5EF4-FFF2-40B4-BE49-F238E27FC236}">
                <a16:creationId xmlns:a16="http://schemas.microsoft.com/office/drawing/2014/main" id="{BF307510-1CD4-7DA5-F914-34C4C89D9AE5}"/>
              </a:ext>
            </a:extLst>
          </p:cNvPr>
          <p:cNvGraphicFramePr>
            <a:graphicFrameLocks noChangeAspect="1"/>
          </p:cNvGraphicFramePr>
          <p:nvPr userDrawn="1">
            <p:custDataLst>
              <p:tags r:id="rId1"/>
            </p:custDataLst>
            <p:extLst>
              <p:ext uri="{D42A27DB-BD31-4B8C-83A1-F6EECF244321}">
                <p14:modId xmlns:p14="http://schemas.microsoft.com/office/powerpoint/2010/main" val="299378737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663" imgH="664" progId="TCLayout.ActiveDocument.1">
                  <p:embed/>
                </p:oleObj>
              </mc:Choice>
              <mc:Fallback>
                <p:oleObj name="think-cell Slide" r:id="rId3" imgW="663" imgH="664" progId="TCLayout.ActiveDocument.1">
                  <p:embed/>
                  <p:pic>
                    <p:nvPicPr>
                      <p:cNvPr id="7" name="Object 6" hidden="1">
                        <a:extLst>
                          <a:ext uri="{FF2B5EF4-FFF2-40B4-BE49-F238E27FC236}">
                            <a16:creationId xmlns:a16="http://schemas.microsoft.com/office/drawing/2014/main" id="{BF307510-1CD4-7DA5-F914-34C4C89D9AE5}"/>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descr="Slide headline">
            <a:extLst>
              <a:ext uri="{FF2B5EF4-FFF2-40B4-BE49-F238E27FC236}">
                <a16:creationId xmlns:a16="http://schemas.microsoft.com/office/drawing/2014/main" id="{5CDB9E4A-37E0-45B2-BC93-C2EC503FB8F7}"/>
              </a:ext>
            </a:extLst>
          </p:cNvPr>
          <p:cNvSpPr>
            <a:spLocks noGrp="1"/>
          </p:cNvSpPr>
          <p:nvPr>
            <p:ph type="title"/>
          </p:nvPr>
        </p:nvSpPr>
        <p:spPr bwMode="black"/>
        <p:txBody>
          <a:bodyPr vert="horz"/>
          <a:lstStyle>
            <a:lvl1pPr>
              <a:defRPr>
                <a:solidFill>
                  <a:srgbClr val="000028"/>
                </a:solidFill>
              </a:defRPr>
            </a:lvl1pPr>
          </a:lstStyle>
          <a:p>
            <a:r>
              <a:rPr lang="en-US"/>
              <a:t>Click to edit Master title style</a:t>
            </a:r>
          </a:p>
        </p:txBody>
      </p:sp>
      <p:pic>
        <p:nvPicPr>
          <p:cNvPr id="8" name="Siemens Logo" descr="Siemens logo">
            <a:extLst>
              <a:ext uri="{FF2B5EF4-FFF2-40B4-BE49-F238E27FC236}">
                <a16:creationId xmlns:a16="http://schemas.microsoft.com/office/drawing/2014/main" id="{1AC59AB3-8DAC-43B8-977E-A91337DC0825}"/>
              </a:ext>
              <a:ext uri="{C183D7F6-B498-43B3-948B-1728B52AA6E4}">
                <adec:decorative xmlns:adec="http://schemas.microsoft.com/office/drawing/2017/decorative" val="0"/>
              </a:ext>
            </a:extLst>
          </p:cNvPr>
          <p:cNvPicPr>
            <a:picLocks noChangeAspect="1"/>
          </p:cNvPicPr>
          <p:nvPr userDrawn="1"/>
        </p:nvPicPr>
        <p:blipFill>
          <a:blip r:embed="rId5" cstate="email">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p:blipFill>
        <p:spPr bwMode="black">
          <a:xfrm>
            <a:off x="10635188" y="6418800"/>
            <a:ext cx="1152000" cy="183168"/>
          </a:xfrm>
          <a:prstGeom prst="rect">
            <a:avLst/>
          </a:prstGeom>
        </p:spPr>
      </p:pic>
      <p:sp>
        <p:nvSpPr>
          <p:cNvPr id="5" name="Footer Placeholder" descr="Footer with copyright, author and department information, and date">
            <a:extLst>
              <a:ext uri="{FF2B5EF4-FFF2-40B4-BE49-F238E27FC236}">
                <a16:creationId xmlns:a16="http://schemas.microsoft.com/office/drawing/2014/main" id="{16495290-0795-4AB1-8AEA-2BB786783622}"/>
              </a:ext>
            </a:extLst>
          </p:cNvPr>
          <p:cNvSpPr>
            <a:spLocks noGrp="1"/>
          </p:cNvSpPr>
          <p:nvPr>
            <p:ph type="ftr" sz="quarter" idx="10"/>
          </p:nvPr>
        </p:nvSpPr>
        <p:spPr bwMode="black"/>
        <p:txBody>
          <a:bodyPr/>
          <a:lstStyle>
            <a:lvl1pPr>
              <a:defRPr>
                <a:solidFill>
                  <a:schemeClr val="tx2"/>
                </a:solidFill>
              </a:defRPr>
            </a:lvl1pPr>
          </a:lstStyle>
          <a:p>
            <a:r>
              <a:rPr lang="en-US"/>
              <a:t>Restricted | © Siemens 2024 | SHERPA X | YYYY-MM-DD | Status: Draft</a:t>
            </a:r>
          </a:p>
        </p:txBody>
      </p:sp>
      <p:sp>
        <p:nvSpPr>
          <p:cNvPr id="6" name="Slide Number Placeholder">
            <a:extLst>
              <a:ext uri="{FF2B5EF4-FFF2-40B4-BE49-F238E27FC236}">
                <a16:creationId xmlns:a16="http://schemas.microsoft.com/office/drawing/2014/main" id="{E8FC1C65-873A-4B8F-BB57-51EEBC35A1A9}"/>
              </a:ext>
              <a:ext uri="{C183D7F6-B498-43B3-948B-1728B52AA6E4}">
                <adec:decorative xmlns:adec="http://schemas.microsoft.com/office/drawing/2017/decorative" val="1"/>
              </a:ext>
            </a:extLst>
          </p:cNvPr>
          <p:cNvSpPr>
            <a:spLocks noGrp="1"/>
          </p:cNvSpPr>
          <p:nvPr>
            <p:ph type="sldNum" sz="quarter" idx="11"/>
          </p:nvPr>
        </p:nvSpPr>
        <p:spPr bwMode="black"/>
        <p:txBody>
          <a:bodyPr/>
          <a:lstStyle>
            <a:lvl1pPr>
              <a:defRPr>
                <a:solidFill>
                  <a:schemeClr val="tx2"/>
                </a:solidFill>
              </a:defRPr>
            </a:lvl1pPr>
          </a:lstStyle>
          <a:p>
            <a:r>
              <a:rPr lang="en-US"/>
              <a:t>Page </a:t>
            </a:r>
            <a:fld id="{15EBE321-CBB1-4E91-BD14-37C8D44326FB}" type="slidenum">
              <a:rPr lang="en-US" smtClean="0"/>
              <a:pPr/>
              <a:t>‹#›</a:t>
            </a:fld>
            <a:endParaRPr lang="en-US"/>
          </a:p>
        </p:txBody>
      </p:sp>
      <p:pic>
        <p:nvPicPr>
          <p:cNvPr id="3" name="Imagem 2" descr="Uma imagem com Tipo de letra, Gráficos, texto, captura de ecrã&#10;&#10;Descrição gerada automaticamente">
            <a:extLst>
              <a:ext uri="{FF2B5EF4-FFF2-40B4-BE49-F238E27FC236}">
                <a16:creationId xmlns:a16="http://schemas.microsoft.com/office/drawing/2014/main" id="{964BA73B-5A07-47C4-996D-44A95DD14808}"/>
              </a:ext>
            </a:extLst>
          </p:cNvPr>
          <p:cNvPicPr>
            <a:picLocks noChangeAspect="1"/>
          </p:cNvPicPr>
          <p:nvPr userDrawn="1"/>
        </p:nvPicPr>
        <p:blipFill>
          <a:blip r:embed="rId7" cstate="email">
            <a:extLst>
              <a:ext uri="{28A0092B-C50C-407E-A947-70E740481C1C}">
                <a14:useLocalDpi xmlns:a14="http://schemas.microsoft.com/office/drawing/2010/main"/>
              </a:ext>
            </a:extLst>
          </a:blip>
          <a:stretch>
            <a:fillRect/>
          </a:stretch>
        </p:blipFill>
        <p:spPr>
          <a:xfrm>
            <a:off x="11025045" y="478800"/>
            <a:ext cx="755792" cy="755792"/>
          </a:xfrm>
          <a:prstGeom prst="rect">
            <a:avLst/>
          </a:prstGeom>
        </p:spPr>
      </p:pic>
    </p:spTree>
    <p:extLst>
      <p:ext uri="{BB962C8B-B14F-4D97-AF65-F5344CB8AC3E}">
        <p14:creationId xmlns:p14="http://schemas.microsoft.com/office/powerpoint/2010/main" val="626567062"/>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pos="259">
          <p15:clr>
            <a:srgbClr val="65CEFF"/>
          </p15:clr>
        </p15:guide>
        <p15:guide id="2" pos="2526">
          <p15:clr>
            <a:srgbClr val="65CEFF"/>
          </p15:clr>
        </p15:guide>
        <p15:guide id="3" pos="2708">
          <p15:clr>
            <a:srgbClr val="65CEFF"/>
          </p15:clr>
        </p15:guide>
        <p15:guide id="4" pos="3705">
          <p15:clr>
            <a:srgbClr val="65CEFF"/>
          </p15:clr>
        </p15:guide>
        <p15:guide id="5" pos="3978">
          <p15:clr>
            <a:srgbClr val="65CEFF"/>
          </p15:clr>
        </p15:guide>
        <p15:guide id="7" pos="4975">
          <p15:clr>
            <a:srgbClr val="65CEFF"/>
          </p15:clr>
        </p15:guide>
        <p15:guide id="8" pos="5157">
          <p15:clr>
            <a:srgbClr val="65CEFF"/>
          </p15:clr>
        </p15:guide>
        <p15:guide id="9" pos="6472">
          <p15:clr>
            <a:srgbClr val="65CEFF"/>
          </p15:clr>
        </p15:guide>
        <p15:guide id="10" pos="7425">
          <p15:clr>
            <a:srgbClr val="65CEFF"/>
          </p15:clr>
        </p15:guide>
        <p15:guide id="11" orient="horz" pos="302">
          <p15:clr>
            <a:srgbClr val="65CEFF"/>
          </p15:clr>
        </p15:guide>
        <p15:guide id="12" orient="horz" pos="664">
          <p15:clr>
            <a:srgbClr val="65CEFF"/>
          </p15:clr>
        </p15:guide>
        <p15:guide id="13" orient="horz" pos="891">
          <p15:clr>
            <a:srgbClr val="65CEFF"/>
          </p15:clr>
        </p15:guide>
        <p15:guide id="14" orient="horz" pos="2206">
          <p15:clr>
            <a:srgbClr val="65CEFF"/>
          </p15:clr>
        </p15:guide>
        <p15:guide id="15" orient="horz" pos="2343">
          <p15:clr>
            <a:srgbClr val="65CEFF"/>
          </p15:clr>
        </p15:guide>
        <p15:guide id="16" orient="horz" pos="3658">
          <p15:clr>
            <a:srgbClr val="65CEFF"/>
          </p15:clr>
        </p15:guide>
        <p15:guide id="17" orient="horz" pos="3885">
          <p15:clr>
            <a:srgbClr val="65CEFF"/>
          </p15:clr>
        </p15:guide>
        <p15:guide id="18" orient="horz" pos="4157">
          <p15:clr>
            <a:srgbClr val="65CEFF"/>
          </p15:clr>
        </p15:guide>
      </p15:sldGuideLst>
    </p:ext>
  </p:extLst>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One object (small)">
    <p:spTree>
      <p:nvGrpSpPr>
        <p:cNvPr id="1" name=""/>
        <p:cNvGrpSpPr/>
        <p:nvPr/>
      </p:nvGrpSpPr>
      <p:grpSpPr>
        <a:xfrm>
          <a:off x="0" y="0"/>
          <a:ext cx="0" cy="0"/>
          <a:chOff x="0" y="0"/>
          <a:chExt cx="0" cy="0"/>
        </a:xfrm>
      </p:grpSpPr>
      <p:graphicFrame>
        <p:nvGraphicFramePr>
          <p:cNvPr id="9" name="Object 8" hidden="1">
            <a:extLst>
              <a:ext uri="{FF2B5EF4-FFF2-40B4-BE49-F238E27FC236}">
                <a16:creationId xmlns:a16="http://schemas.microsoft.com/office/drawing/2014/main" id="{5AF8D565-19AD-F232-35A2-0E008502A9B8}"/>
              </a:ext>
            </a:extLst>
          </p:cNvPr>
          <p:cNvGraphicFramePr>
            <a:graphicFrameLocks noChangeAspect="1"/>
          </p:cNvGraphicFramePr>
          <p:nvPr userDrawn="1">
            <p:custDataLst>
              <p:tags r:id="rId1"/>
            </p:custDataLst>
            <p:extLst>
              <p:ext uri="{D42A27DB-BD31-4B8C-83A1-F6EECF244321}">
                <p14:modId xmlns:p14="http://schemas.microsoft.com/office/powerpoint/2010/main" val="2521321022"/>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663" imgH="664" progId="TCLayout.ActiveDocument.1">
                  <p:embed/>
                </p:oleObj>
              </mc:Choice>
              <mc:Fallback>
                <p:oleObj name="think-cell Slide" r:id="rId3" imgW="663" imgH="664" progId="TCLayout.ActiveDocument.1">
                  <p:embed/>
                  <p:pic>
                    <p:nvPicPr>
                      <p:cNvPr id="9" name="Object 8" hidden="1">
                        <a:extLst>
                          <a:ext uri="{FF2B5EF4-FFF2-40B4-BE49-F238E27FC236}">
                            <a16:creationId xmlns:a16="http://schemas.microsoft.com/office/drawing/2014/main" id="{5AF8D565-19AD-F232-35A2-0E008502A9B8}"/>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7" name="Title" descr="Slide headline">
            <a:extLst>
              <a:ext uri="{FF2B5EF4-FFF2-40B4-BE49-F238E27FC236}">
                <a16:creationId xmlns:a16="http://schemas.microsoft.com/office/drawing/2014/main" id="{9C4633C1-8D3E-45A5-A522-817574663A85}"/>
              </a:ext>
            </a:extLst>
          </p:cNvPr>
          <p:cNvSpPr>
            <a:spLocks noGrp="1"/>
          </p:cNvSpPr>
          <p:nvPr>
            <p:ph type="title"/>
          </p:nvPr>
        </p:nvSpPr>
        <p:spPr bwMode="black"/>
        <p:txBody>
          <a:bodyPr vert="horz"/>
          <a:lstStyle>
            <a:lvl1pPr>
              <a:defRPr>
                <a:solidFill>
                  <a:srgbClr val="000028"/>
                </a:solidFill>
              </a:defRPr>
            </a:lvl1pPr>
          </a:lstStyle>
          <a:p>
            <a:r>
              <a:rPr lang="en-US"/>
              <a:t>Click to edit Master title style</a:t>
            </a:r>
          </a:p>
        </p:txBody>
      </p:sp>
      <p:sp>
        <p:nvSpPr>
          <p:cNvPr id="3" name="Copy" descr="Content text frame">
            <a:extLst>
              <a:ext uri="{FF2B5EF4-FFF2-40B4-BE49-F238E27FC236}">
                <a16:creationId xmlns:a16="http://schemas.microsoft.com/office/drawing/2014/main" id="{9CE7E2D8-94E8-4FE6-93A5-924CA3EC5315}"/>
              </a:ext>
            </a:extLst>
          </p:cNvPr>
          <p:cNvSpPr>
            <a:spLocks noGrp="1"/>
          </p:cNvSpPr>
          <p:nvPr>
            <p:ph idx="1"/>
          </p:nvPr>
        </p:nvSpPr>
        <p:spPr bwMode="black">
          <a:xfrm>
            <a:off x="411162" y="1414800"/>
            <a:ext cx="7199313" cy="4752000"/>
          </a:xfrm>
          <a:prstGeom prst="rect">
            <a:avLst/>
          </a:prstGeom>
        </p:spPr>
        <p:txBody>
          <a:bodyPr>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pic>
        <p:nvPicPr>
          <p:cNvPr id="8" name="Siemens Logo" descr="Siemens logo">
            <a:extLst>
              <a:ext uri="{FF2B5EF4-FFF2-40B4-BE49-F238E27FC236}">
                <a16:creationId xmlns:a16="http://schemas.microsoft.com/office/drawing/2014/main" id="{91EB517C-C8FD-4E2E-B744-DB952E96B478}"/>
              </a:ext>
              <a:ext uri="{C183D7F6-B498-43B3-948B-1728B52AA6E4}">
                <adec:decorative xmlns:adec="http://schemas.microsoft.com/office/drawing/2017/decorative" val="0"/>
              </a:ext>
            </a:extLst>
          </p:cNvPr>
          <p:cNvPicPr>
            <a:picLocks noChangeAspect="1"/>
          </p:cNvPicPr>
          <p:nvPr userDrawn="1"/>
        </p:nvPicPr>
        <p:blipFill>
          <a:blip r:embed="rId5" cstate="email">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p:blipFill>
        <p:spPr bwMode="black">
          <a:xfrm>
            <a:off x="10635188" y="6418800"/>
            <a:ext cx="1152000" cy="183168"/>
          </a:xfrm>
          <a:prstGeom prst="rect">
            <a:avLst/>
          </a:prstGeom>
        </p:spPr>
      </p:pic>
      <p:sp>
        <p:nvSpPr>
          <p:cNvPr id="5" name="Footer Placeholder" descr="Footer with copyright, author and department information, and date">
            <a:extLst>
              <a:ext uri="{FF2B5EF4-FFF2-40B4-BE49-F238E27FC236}">
                <a16:creationId xmlns:a16="http://schemas.microsoft.com/office/drawing/2014/main" id="{E519D384-FA09-4D60-95A8-589F157A93F4}"/>
              </a:ext>
            </a:extLst>
          </p:cNvPr>
          <p:cNvSpPr>
            <a:spLocks noGrp="1"/>
          </p:cNvSpPr>
          <p:nvPr>
            <p:ph type="ftr" sz="quarter" idx="10"/>
          </p:nvPr>
        </p:nvSpPr>
        <p:spPr bwMode="black"/>
        <p:txBody>
          <a:bodyPr/>
          <a:lstStyle/>
          <a:p>
            <a:pPr>
              <a:lnSpc>
                <a:spcPct val="100000"/>
              </a:lnSpc>
            </a:pPr>
            <a:r>
              <a:rPr lang="en-US"/>
              <a:t>Restricted | © Siemens 2024 | SHERPA X | YYYY-MM-DD | Status: Draft</a:t>
            </a:r>
          </a:p>
        </p:txBody>
      </p:sp>
      <p:sp>
        <p:nvSpPr>
          <p:cNvPr id="6" name="Slide Number Placeholder">
            <a:extLst>
              <a:ext uri="{FF2B5EF4-FFF2-40B4-BE49-F238E27FC236}">
                <a16:creationId xmlns:a16="http://schemas.microsoft.com/office/drawing/2014/main" id="{7B1666FD-2258-443A-846C-6C7533C61D5C}"/>
              </a:ext>
              <a:ext uri="{C183D7F6-B498-43B3-948B-1728B52AA6E4}">
                <adec:decorative xmlns:adec="http://schemas.microsoft.com/office/drawing/2017/decorative" val="1"/>
              </a:ext>
            </a:extLst>
          </p:cNvPr>
          <p:cNvSpPr>
            <a:spLocks noGrp="1"/>
          </p:cNvSpPr>
          <p:nvPr>
            <p:ph type="sldNum" sz="quarter" idx="11"/>
          </p:nvPr>
        </p:nvSpPr>
        <p:spPr bwMode="black"/>
        <p:txBody>
          <a:bodyPr/>
          <a:lstStyle/>
          <a:p>
            <a:r>
              <a:rPr lang="en-US"/>
              <a:t>Page </a:t>
            </a:r>
            <a:fld id="{15EBE321-CBB1-4E91-BD14-37C8D44326FB}" type="slidenum">
              <a:rPr lang="en-US" smtClean="0"/>
              <a:pPr/>
              <a:t>‹#›</a:t>
            </a:fld>
            <a:endParaRPr lang="en-US"/>
          </a:p>
        </p:txBody>
      </p:sp>
      <p:pic>
        <p:nvPicPr>
          <p:cNvPr id="2" name="Imagem 1" descr="Uma imagem com Tipo de letra, Gráficos, texto, captura de ecrã&#10;&#10;Descrição gerada automaticamente">
            <a:extLst>
              <a:ext uri="{FF2B5EF4-FFF2-40B4-BE49-F238E27FC236}">
                <a16:creationId xmlns:a16="http://schemas.microsoft.com/office/drawing/2014/main" id="{366D69E8-0F49-9540-3607-3071D9A70559}"/>
              </a:ext>
            </a:extLst>
          </p:cNvPr>
          <p:cNvPicPr>
            <a:picLocks noChangeAspect="1"/>
          </p:cNvPicPr>
          <p:nvPr userDrawn="1"/>
        </p:nvPicPr>
        <p:blipFill>
          <a:blip r:embed="rId7" cstate="email">
            <a:extLst>
              <a:ext uri="{28A0092B-C50C-407E-A947-70E740481C1C}">
                <a14:useLocalDpi xmlns:a14="http://schemas.microsoft.com/office/drawing/2010/main"/>
              </a:ext>
            </a:extLst>
          </a:blip>
          <a:stretch>
            <a:fillRect/>
          </a:stretch>
        </p:blipFill>
        <p:spPr>
          <a:xfrm>
            <a:off x="11025045" y="478800"/>
            <a:ext cx="755792" cy="755792"/>
          </a:xfrm>
          <a:prstGeom prst="rect">
            <a:avLst/>
          </a:prstGeom>
        </p:spPr>
      </p:pic>
    </p:spTree>
    <p:extLst>
      <p:ext uri="{BB962C8B-B14F-4D97-AF65-F5344CB8AC3E}">
        <p14:creationId xmlns:p14="http://schemas.microsoft.com/office/powerpoint/2010/main" val="3784990530"/>
      </p:ext>
    </p:extLst>
  </p:cSld>
  <p:clrMapOvr>
    <a:masterClrMapping/>
  </p:clrMapOvr>
  <p:extLst>
    <p:ext uri="{DCECCB84-F9BA-43D5-87BE-67443E8EF086}">
      <p15:sldGuideLst xmlns:p15="http://schemas.microsoft.com/office/powerpoint/2012/main">
        <p15:guide id="1" pos="259">
          <p15:clr>
            <a:srgbClr val="65CEFF"/>
          </p15:clr>
        </p15:guide>
        <p15:guide id="2" pos="4794">
          <p15:clr>
            <a:srgbClr val="65CEFF"/>
          </p15:clr>
        </p15:guide>
        <p15:guide id="3" pos="6472">
          <p15:clr>
            <a:srgbClr val="65CEFF"/>
          </p15:clr>
        </p15:guide>
        <p15:guide id="4" pos="7425">
          <p15:clr>
            <a:srgbClr val="65CEFF"/>
          </p15:clr>
        </p15:guide>
        <p15:guide id="5" orient="horz" pos="302">
          <p15:clr>
            <a:srgbClr val="65CEFF"/>
          </p15:clr>
        </p15:guide>
        <p15:guide id="6" orient="horz" pos="664">
          <p15:clr>
            <a:srgbClr val="65CEFF"/>
          </p15:clr>
        </p15:guide>
        <p15:guide id="7" orient="horz" pos="891">
          <p15:clr>
            <a:srgbClr val="65CEFF"/>
          </p15:clr>
        </p15:guide>
        <p15:guide id="8" orient="horz" pos="3658">
          <p15:clr>
            <a:srgbClr val="65CEFF"/>
          </p15:clr>
        </p15:guide>
        <p15:guide id="9" orient="horz" pos="3885">
          <p15:clr>
            <a:srgbClr val="65CEFF"/>
          </p15:clr>
        </p15:guide>
        <p15:guide id="10" orient="horz" pos="4157">
          <p15:clr>
            <a:srgbClr val="65CEFF"/>
          </p15:clr>
        </p15:guide>
      </p15:sldGuideLst>
    </p:ext>
  </p:extLst>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One object (large)">
    <p:spTree>
      <p:nvGrpSpPr>
        <p:cNvPr id="1" name=""/>
        <p:cNvGrpSpPr/>
        <p:nvPr/>
      </p:nvGrpSpPr>
      <p:grpSpPr>
        <a:xfrm>
          <a:off x="0" y="0"/>
          <a:ext cx="0" cy="0"/>
          <a:chOff x="0" y="0"/>
          <a:chExt cx="0" cy="0"/>
        </a:xfrm>
      </p:grpSpPr>
      <p:graphicFrame>
        <p:nvGraphicFramePr>
          <p:cNvPr id="8" name="Object 7" hidden="1">
            <a:extLst>
              <a:ext uri="{FF2B5EF4-FFF2-40B4-BE49-F238E27FC236}">
                <a16:creationId xmlns:a16="http://schemas.microsoft.com/office/drawing/2014/main" id="{E6473163-8190-ACF8-B633-B4CE16DE4D2C}"/>
              </a:ext>
            </a:extLst>
          </p:cNvPr>
          <p:cNvGraphicFramePr>
            <a:graphicFrameLocks noChangeAspect="1"/>
          </p:cNvGraphicFramePr>
          <p:nvPr userDrawn="1">
            <p:custDataLst>
              <p:tags r:id="rId1"/>
            </p:custDataLst>
            <p:extLst>
              <p:ext uri="{D42A27DB-BD31-4B8C-83A1-F6EECF244321}">
                <p14:modId xmlns:p14="http://schemas.microsoft.com/office/powerpoint/2010/main" val="2367818912"/>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663" imgH="664" progId="TCLayout.ActiveDocument.1">
                  <p:embed/>
                </p:oleObj>
              </mc:Choice>
              <mc:Fallback>
                <p:oleObj name="think-cell Slide" r:id="rId3" imgW="663" imgH="664" progId="TCLayout.ActiveDocument.1">
                  <p:embed/>
                  <p:pic>
                    <p:nvPicPr>
                      <p:cNvPr id="8" name="Object 7" hidden="1">
                        <a:extLst>
                          <a:ext uri="{FF2B5EF4-FFF2-40B4-BE49-F238E27FC236}">
                            <a16:creationId xmlns:a16="http://schemas.microsoft.com/office/drawing/2014/main" id="{E6473163-8190-ACF8-B633-B4CE16DE4D2C}"/>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7" name="Title" descr="Slide headline">
            <a:extLst>
              <a:ext uri="{FF2B5EF4-FFF2-40B4-BE49-F238E27FC236}">
                <a16:creationId xmlns:a16="http://schemas.microsoft.com/office/drawing/2014/main" id="{9C4633C1-8D3E-45A5-A522-817574663A85}"/>
              </a:ext>
            </a:extLst>
          </p:cNvPr>
          <p:cNvSpPr>
            <a:spLocks noGrp="1"/>
          </p:cNvSpPr>
          <p:nvPr>
            <p:ph type="title"/>
          </p:nvPr>
        </p:nvSpPr>
        <p:spPr bwMode="black"/>
        <p:txBody>
          <a:bodyPr vert="horz"/>
          <a:lstStyle>
            <a:lvl1pPr>
              <a:defRPr>
                <a:solidFill>
                  <a:srgbClr val="000028"/>
                </a:solidFill>
              </a:defRPr>
            </a:lvl1pPr>
          </a:lstStyle>
          <a:p>
            <a:r>
              <a:rPr lang="en-US"/>
              <a:t>Click to edit Master title style</a:t>
            </a:r>
          </a:p>
        </p:txBody>
      </p:sp>
      <p:sp>
        <p:nvSpPr>
          <p:cNvPr id="3" name="Copy" descr="Content text frame">
            <a:extLst>
              <a:ext uri="{FF2B5EF4-FFF2-40B4-BE49-F238E27FC236}">
                <a16:creationId xmlns:a16="http://schemas.microsoft.com/office/drawing/2014/main" id="{9CE7E2D8-94E8-4FE6-93A5-924CA3EC5315}"/>
              </a:ext>
            </a:extLst>
          </p:cNvPr>
          <p:cNvSpPr>
            <a:spLocks noGrp="1"/>
          </p:cNvSpPr>
          <p:nvPr>
            <p:ph idx="1"/>
          </p:nvPr>
        </p:nvSpPr>
        <p:spPr bwMode="black">
          <a:xfrm>
            <a:off x="411162" y="1414800"/>
            <a:ext cx="11376026" cy="4752000"/>
          </a:xfrm>
          <a:prstGeom prst="rect">
            <a:avLst/>
          </a:prstGeom>
        </p:spPr>
        <p:txBody>
          <a:bodyPr>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pic>
        <p:nvPicPr>
          <p:cNvPr id="9" name="Siemens Logo" descr="Siemens logo">
            <a:extLst>
              <a:ext uri="{FF2B5EF4-FFF2-40B4-BE49-F238E27FC236}">
                <a16:creationId xmlns:a16="http://schemas.microsoft.com/office/drawing/2014/main" id="{2EA6CE5F-6FF7-4E0A-AEB2-1A7C43CE05C1}"/>
              </a:ext>
              <a:ext uri="{C183D7F6-B498-43B3-948B-1728B52AA6E4}">
                <adec:decorative xmlns:adec="http://schemas.microsoft.com/office/drawing/2017/decorative" val="0"/>
              </a:ext>
            </a:extLst>
          </p:cNvPr>
          <p:cNvPicPr>
            <a:picLocks noChangeAspect="1"/>
          </p:cNvPicPr>
          <p:nvPr userDrawn="1"/>
        </p:nvPicPr>
        <p:blipFill>
          <a:blip r:embed="rId5" cstate="email">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p:blipFill>
        <p:spPr bwMode="black">
          <a:xfrm>
            <a:off x="10635188" y="6418800"/>
            <a:ext cx="1152000" cy="183168"/>
          </a:xfrm>
          <a:prstGeom prst="rect">
            <a:avLst/>
          </a:prstGeom>
        </p:spPr>
      </p:pic>
      <p:sp>
        <p:nvSpPr>
          <p:cNvPr id="5" name="Footer Placeholder" descr="Footer with copyright, author and department information, and date">
            <a:extLst>
              <a:ext uri="{FF2B5EF4-FFF2-40B4-BE49-F238E27FC236}">
                <a16:creationId xmlns:a16="http://schemas.microsoft.com/office/drawing/2014/main" id="{7367E6C0-4D2C-4C5F-86D8-A2CFF0EB3D6A}"/>
              </a:ext>
            </a:extLst>
          </p:cNvPr>
          <p:cNvSpPr>
            <a:spLocks noGrp="1"/>
          </p:cNvSpPr>
          <p:nvPr>
            <p:ph type="ftr" sz="quarter" idx="10"/>
          </p:nvPr>
        </p:nvSpPr>
        <p:spPr bwMode="black"/>
        <p:txBody>
          <a:bodyPr/>
          <a:lstStyle/>
          <a:p>
            <a:pPr>
              <a:lnSpc>
                <a:spcPct val="100000"/>
              </a:lnSpc>
            </a:pPr>
            <a:r>
              <a:rPr lang="en-US"/>
              <a:t>Restricted | © Siemens 2024 | SHERPA X | YYYY-MM-DD | Status: Draft</a:t>
            </a:r>
          </a:p>
        </p:txBody>
      </p:sp>
      <p:sp>
        <p:nvSpPr>
          <p:cNvPr id="6" name="Slide Number Placeholder">
            <a:extLst>
              <a:ext uri="{FF2B5EF4-FFF2-40B4-BE49-F238E27FC236}">
                <a16:creationId xmlns:a16="http://schemas.microsoft.com/office/drawing/2014/main" id="{6F746812-65E3-4C09-AC38-B0CFE93C8A95}"/>
              </a:ext>
              <a:ext uri="{C183D7F6-B498-43B3-948B-1728B52AA6E4}">
                <adec:decorative xmlns:adec="http://schemas.microsoft.com/office/drawing/2017/decorative" val="1"/>
              </a:ext>
            </a:extLst>
          </p:cNvPr>
          <p:cNvSpPr>
            <a:spLocks noGrp="1"/>
          </p:cNvSpPr>
          <p:nvPr>
            <p:ph type="sldNum" sz="quarter" idx="11"/>
          </p:nvPr>
        </p:nvSpPr>
        <p:spPr bwMode="black"/>
        <p:txBody>
          <a:bodyPr/>
          <a:lstStyle/>
          <a:p>
            <a:r>
              <a:rPr lang="en-US"/>
              <a:t>Page </a:t>
            </a:r>
            <a:fld id="{15EBE321-CBB1-4E91-BD14-37C8D44326FB}" type="slidenum">
              <a:rPr lang="en-US" smtClean="0"/>
              <a:pPr/>
              <a:t>‹#›</a:t>
            </a:fld>
            <a:endParaRPr lang="en-US"/>
          </a:p>
        </p:txBody>
      </p:sp>
      <p:pic>
        <p:nvPicPr>
          <p:cNvPr id="2" name="Imagem 1" descr="Uma imagem com Tipo de letra, Gráficos, texto, captura de ecrã&#10;&#10;Descrição gerada automaticamente">
            <a:extLst>
              <a:ext uri="{FF2B5EF4-FFF2-40B4-BE49-F238E27FC236}">
                <a16:creationId xmlns:a16="http://schemas.microsoft.com/office/drawing/2014/main" id="{F420FD94-5F7C-ACE7-A20F-8ED98461B4E5}"/>
              </a:ext>
            </a:extLst>
          </p:cNvPr>
          <p:cNvPicPr>
            <a:picLocks noChangeAspect="1"/>
          </p:cNvPicPr>
          <p:nvPr userDrawn="1"/>
        </p:nvPicPr>
        <p:blipFill>
          <a:blip r:embed="rId7" cstate="email">
            <a:extLst>
              <a:ext uri="{28A0092B-C50C-407E-A947-70E740481C1C}">
                <a14:useLocalDpi xmlns:a14="http://schemas.microsoft.com/office/drawing/2010/main"/>
              </a:ext>
            </a:extLst>
          </a:blip>
          <a:stretch>
            <a:fillRect/>
          </a:stretch>
        </p:blipFill>
        <p:spPr>
          <a:xfrm>
            <a:off x="11025045" y="478800"/>
            <a:ext cx="755792" cy="755792"/>
          </a:xfrm>
          <a:prstGeom prst="rect">
            <a:avLst/>
          </a:prstGeom>
        </p:spPr>
      </p:pic>
    </p:spTree>
    <p:extLst>
      <p:ext uri="{BB962C8B-B14F-4D97-AF65-F5344CB8AC3E}">
        <p14:creationId xmlns:p14="http://schemas.microsoft.com/office/powerpoint/2010/main" val="2669729565"/>
      </p:ext>
    </p:extLst>
  </p:cSld>
  <p:clrMapOvr>
    <a:masterClrMapping/>
  </p:clrMapOvr>
  <p:extLst>
    <p:ext uri="{DCECCB84-F9BA-43D5-87BE-67443E8EF086}">
      <p15:sldGuideLst xmlns:p15="http://schemas.microsoft.com/office/powerpoint/2012/main">
        <p15:guide id="1" pos="259">
          <p15:clr>
            <a:srgbClr val="65CEFF"/>
          </p15:clr>
        </p15:guide>
        <p15:guide id="2" pos="6472">
          <p15:clr>
            <a:srgbClr val="65CEFF"/>
          </p15:clr>
        </p15:guide>
        <p15:guide id="3" pos="7425">
          <p15:clr>
            <a:srgbClr val="65CEFF"/>
          </p15:clr>
        </p15:guide>
        <p15:guide id="4" orient="horz" pos="302">
          <p15:clr>
            <a:srgbClr val="65CEFF"/>
          </p15:clr>
        </p15:guide>
        <p15:guide id="5" orient="horz" pos="664">
          <p15:clr>
            <a:srgbClr val="65CEFF"/>
          </p15:clr>
        </p15:guide>
        <p15:guide id="6" orient="horz" pos="891">
          <p15:clr>
            <a:srgbClr val="65CEFF"/>
          </p15:clr>
        </p15:guide>
        <p15:guide id="7" orient="horz" pos="3658">
          <p15:clr>
            <a:srgbClr val="65CEFF"/>
          </p15:clr>
        </p15:guide>
        <p15:guide id="8" orient="horz" pos="3885">
          <p15:clr>
            <a:srgbClr val="65CEFF"/>
          </p15:clr>
        </p15:guide>
        <p15:guide id="9" orient="horz" pos="4157">
          <p15:clr>
            <a:srgbClr val="65CEFF"/>
          </p15:clr>
        </p15:guide>
      </p15:sldGuideLst>
    </p:ext>
  </p:extLst>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Two columns">
    <p:spTree>
      <p:nvGrpSpPr>
        <p:cNvPr id="1" name=""/>
        <p:cNvGrpSpPr/>
        <p:nvPr/>
      </p:nvGrpSpPr>
      <p:grpSpPr>
        <a:xfrm>
          <a:off x="0" y="0"/>
          <a:ext cx="0" cy="0"/>
          <a:chOff x="0" y="0"/>
          <a:chExt cx="0" cy="0"/>
        </a:xfrm>
      </p:grpSpPr>
      <p:graphicFrame>
        <p:nvGraphicFramePr>
          <p:cNvPr id="9" name="Object 8" hidden="1">
            <a:extLst>
              <a:ext uri="{FF2B5EF4-FFF2-40B4-BE49-F238E27FC236}">
                <a16:creationId xmlns:a16="http://schemas.microsoft.com/office/drawing/2014/main" id="{E5E1C249-86B5-BD71-75E1-77E3E2E21FCA}"/>
              </a:ext>
            </a:extLst>
          </p:cNvPr>
          <p:cNvGraphicFramePr>
            <a:graphicFrameLocks noChangeAspect="1"/>
          </p:cNvGraphicFramePr>
          <p:nvPr userDrawn="1">
            <p:custDataLst>
              <p:tags r:id="rId1"/>
            </p:custDataLst>
            <p:extLst>
              <p:ext uri="{D42A27DB-BD31-4B8C-83A1-F6EECF244321}">
                <p14:modId xmlns:p14="http://schemas.microsoft.com/office/powerpoint/2010/main" val="103782690"/>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663" imgH="664" progId="TCLayout.ActiveDocument.1">
                  <p:embed/>
                </p:oleObj>
              </mc:Choice>
              <mc:Fallback>
                <p:oleObj name="think-cell Slide" r:id="rId3" imgW="663" imgH="664" progId="TCLayout.ActiveDocument.1">
                  <p:embed/>
                  <p:pic>
                    <p:nvPicPr>
                      <p:cNvPr id="9" name="Object 8" hidden="1">
                        <a:extLst>
                          <a:ext uri="{FF2B5EF4-FFF2-40B4-BE49-F238E27FC236}">
                            <a16:creationId xmlns:a16="http://schemas.microsoft.com/office/drawing/2014/main" id="{E5E1C249-86B5-BD71-75E1-77E3E2E21FCA}"/>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8" name="Title" descr="Slide headline">
            <a:extLst>
              <a:ext uri="{FF2B5EF4-FFF2-40B4-BE49-F238E27FC236}">
                <a16:creationId xmlns:a16="http://schemas.microsoft.com/office/drawing/2014/main" id="{39939C22-A735-46A9-A277-A4B1B330F31C}"/>
              </a:ext>
            </a:extLst>
          </p:cNvPr>
          <p:cNvSpPr>
            <a:spLocks noGrp="1"/>
          </p:cNvSpPr>
          <p:nvPr>
            <p:ph type="title"/>
          </p:nvPr>
        </p:nvSpPr>
        <p:spPr bwMode="black"/>
        <p:txBody>
          <a:bodyPr vert="horz"/>
          <a:lstStyle>
            <a:lvl1pPr>
              <a:defRPr>
                <a:solidFill>
                  <a:srgbClr val="000028"/>
                </a:solidFill>
              </a:defRPr>
            </a:lvl1pPr>
          </a:lstStyle>
          <a:p>
            <a:r>
              <a:rPr lang="en-US"/>
              <a:t>Click to edit Master title style</a:t>
            </a:r>
          </a:p>
        </p:txBody>
      </p:sp>
      <p:sp>
        <p:nvSpPr>
          <p:cNvPr id="3" name="Copy 1" descr="Content text frame">
            <a:extLst>
              <a:ext uri="{FF2B5EF4-FFF2-40B4-BE49-F238E27FC236}">
                <a16:creationId xmlns:a16="http://schemas.microsoft.com/office/drawing/2014/main" id="{A8B1D58A-DC84-4573-957E-9BEA9AAB308E}"/>
              </a:ext>
            </a:extLst>
          </p:cNvPr>
          <p:cNvSpPr>
            <a:spLocks noGrp="1"/>
          </p:cNvSpPr>
          <p:nvPr>
            <p:ph sz="half" idx="1"/>
          </p:nvPr>
        </p:nvSpPr>
        <p:spPr bwMode="black">
          <a:xfrm>
            <a:off x="411162" y="1414800"/>
            <a:ext cx="5470526" cy="4752000"/>
          </a:xfrm>
          <a:prstGeom prst="rect">
            <a:avLst/>
          </a:prstGeom>
        </p:spPr>
        <p:txBody>
          <a:bodyPr>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4" name="Copy 2" descr="Content text frame">
            <a:extLst>
              <a:ext uri="{FF2B5EF4-FFF2-40B4-BE49-F238E27FC236}">
                <a16:creationId xmlns:a16="http://schemas.microsoft.com/office/drawing/2014/main" id="{BF3FF41E-3844-4153-B955-A1F3E9EC1D30}"/>
              </a:ext>
            </a:extLst>
          </p:cNvPr>
          <p:cNvSpPr>
            <a:spLocks noGrp="1"/>
          </p:cNvSpPr>
          <p:nvPr>
            <p:ph sz="half" idx="2"/>
          </p:nvPr>
        </p:nvSpPr>
        <p:spPr bwMode="black">
          <a:xfrm>
            <a:off x="6315075" y="1414800"/>
            <a:ext cx="5465763" cy="4752000"/>
          </a:xfrm>
          <a:prstGeom prst="rect">
            <a:avLst/>
          </a:prstGeom>
        </p:spPr>
        <p:txBody>
          <a:bodyPr>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pic>
        <p:nvPicPr>
          <p:cNvPr id="10" name="Siemens Logo" descr="Siemens logo">
            <a:extLst>
              <a:ext uri="{FF2B5EF4-FFF2-40B4-BE49-F238E27FC236}">
                <a16:creationId xmlns:a16="http://schemas.microsoft.com/office/drawing/2014/main" id="{6FCACBED-2537-4F3E-8D2C-E60141005364}"/>
              </a:ext>
              <a:ext uri="{C183D7F6-B498-43B3-948B-1728B52AA6E4}">
                <adec:decorative xmlns:adec="http://schemas.microsoft.com/office/drawing/2017/decorative" val="0"/>
              </a:ext>
            </a:extLst>
          </p:cNvPr>
          <p:cNvPicPr>
            <a:picLocks noChangeAspect="1"/>
          </p:cNvPicPr>
          <p:nvPr userDrawn="1"/>
        </p:nvPicPr>
        <p:blipFill>
          <a:blip r:embed="rId5" cstate="email">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p:blipFill>
        <p:spPr bwMode="black">
          <a:xfrm>
            <a:off x="10635188" y="6418800"/>
            <a:ext cx="1152000" cy="183168"/>
          </a:xfrm>
          <a:prstGeom prst="rect">
            <a:avLst/>
          </a:prstGeom>
        </p:spPr>
      </p:pic>
      <p:sp>
        <p:nvSpPr>
          <p:cNvPr id="6" name="Footer Placeholder" descr="Footer with copyright, author and department information, and date">
            <a:extLst>
              <a:ext uri="{FF2B5EF4-FFF2-40B4-BE49-F238E27FC236}">
                <a16:creationId xmlns:a16="http://schemas.microsoft.com/office/drawing/2014/main" id="{33A503D1-D234-4258-9A03-D858B10BA46D}"/>
              </a:ext>
            </a:extLst>
          </p:cNvPr>
          <p:cNvSpPr>
            <a:spLocks noGrp="1"/>
          </p:cNvSpPr>
          <p:nvPr>
            <p:ph type="ftr" sz="quarter" idx="10"/>
          </p:nvPr>
        </p:nvSpPr>
        <p:spPr bwMode="black"/>
        <p:txBody>
          <a:bodyPr/>
          <a:lstStyle/>
          <a:p>
            <a:pPr>
              <a:lnSpc>
                <a:spcPct val="100000"/>
              </a:lnSpc>
            </a:pPr>
            <a:r>
              <a:rPr lang="en-US"/>
              <a:t>Restricted | © Siemens 2024 | SHERPA X | YYYY-MM-DD | Status: Draft</a:t>
            </a:r>
          </a:p>
        </p:txBody>
      </p:sp>
      <p:sp>
        <p:nvSpPr>
          <p:cNvPr id="7" name="Slide Number Placeholder">
            <a:extLst>
              <a:ext uri="{FF2B5EF4-FFF2-40B4-BE49-F238E27FC236}">
                <a16:creationId xmlns:a16="http://schemas.microsoft.com/office/drawing/2014/main" id="{21AA656B-0BAF-4B75-90BE-93CAC5946C0B}"/>
              </a:ext>
              <a:ext uri="{C183D7F6-B498-43B3-948B-1728B52AA6E4}">
                <adec:decorative xmlns:adec="http://schemas.microsoft.com/office/drawing/2017/decorative" val="1"/>
              </a:ext>
            </a:extLst>
          </p:cNvPr>
          <p:cNvSpPr>
            <a:spLocks noGrp="1"/>
          </p:cNvSpPr>
          <p:nvPr>
            <p:ph type="sldNum" sz="quarter" idx="11"/>
          </p:nvPr>
        </p:nvSpPr>
        <p:spPr bwMode="black"/>
        <p:txBody>
          <a:bodyPr/>
          <a:lstStyle/>
          <a:p>
            <a:r>
              <a:rPr lang="en-US"/>
              <a:t>Page </a:t>
            </a:r>
            <a:fld id="{15EBE321-CBB1-4E91-BD14-37C8D44326FB}" type="slidenum">
              <a:rPr lang="en-US" smtClean="0"/>
              <a:pPr/>
              <a:t>‹#›</a:t>
            </a:fld>
            <a:endParaRPr lang="en-US"/>
          </a:p>
        </p:txBody>
      </p:sp>
      <p:pic>
        <p:nvPicPr>
          <p:cNvPr id="2" name="Imagem 1" descr="Uma imagem com Tipo de letra, Gráficos, texto, captura de ecrã&#10;&#10;Descrição gerada automaticamente">
            <a:extLst>
              <a:ext uri="{FF2B5EF4-FFF2-40B4-BE49-F238E27FC236}">
                <a16:creationId xmlns:a16="http://schemas.microsoft.com/office/drawing/2014/main" id="{3C1EFE4E-D7FD-552C-9E95-0FCF239BCB96}"/>
              </a:ext>
            </a:extLst>
          </p:cNvPr>
          <p:cNvPicPr>
            <a:picLocks noChangeAspect="1"/>
          </p:cNvPicPr>
          <p:nvPr userDrawn="1"/>
        </p:nvPicPr>
        <p:blipFill>
          <a:blip r:embed="rId7" cstate="email">
            <a:extLst>
              <a:ext uri="{28A0092B-C50C-407E-A947-70E740481C1C}">
                <a14:useLocalDpi xmlns:a14="http://schemas.microsoft.com/office/drawing/2010/main"/>
              </a:ext>
            </a:extLst>
          </a:blip>
          <a:stretch>
            <a:fillRect/>
          </a:stretch>
        </p:blipFill>
        <p:spPr>
          <a:xfrm>
            <a:off x="11025045" y="478800"/>
            <a:ext cx="755792" cy="755792"/>
          </a:xfrm>
          <a:prstGeom prst="rect">
            <a:avLst/>
          </a:prstGeom>
        </p:spPr>
      </p:pic>
    </p:spTree>
    <p:extLst>
      <p:ext uri="{BB962C8B-B14F-4D97-AF65-F5344CB8AC3E}">
        <p14:creationId xmlns:p14="http://schemas.microsoft.com/office/powerpoint/2010/main" val="2249700750"/>
      </p:ext>
    </p:extLst>
  </p:cSld>
  <p:clrMapOvr>
    <a:masterClrMapping/>
  </p:clrMapOvr>
  <p:extLst>
    <p:ext uri="{DCECCB84-F9BA-43D5-87BE-67443E8EF086}">
      <p15:sldGuideLst xmlns:p15="http://schemas.microsoft.com/office/powerpoint/2012/main">
        <p15:guide id="1" pos="259">
          <p15:clr>
            <a:srgbClr val="65CEFF"/>
          </p15:clr>
        </p15:guide>
        <p15:guide id="2" pos="3705">
          <p15:clr>
            <a:srgbClr val="65CEFF"/>
          </p15:clr>
        </p15:guide>
        <p15:guide id="3" pos="3978">
          <p15:clr>
            <a:srgbClr val="65CEFF"/>
          </p15:clr>
        </p15:guide>
        <p15:guide id="4" pos="6472">
          <p15:clr>
            <a:srgbClr val="65CEFF"/>
          </p15:clr>
        </p15:guide>
        <p15:guide id="5" pos="7425">
          <p15:clr>
            <a:srgbClr val="65CEFF"/>
          </p15:clr>
        </p15:guide>
        <p15:guide id="6" orient="horz" pos="302">
          <p15:clr>
            <a:srgbClr val="65CEFF"/>
          </p15:clr>
        </p15:guide>
        <p15:guide id="7" orient="horz" pos="664">
          <p15:clr>
            <a:srgbClr val="65CEFF"/>
          </p15:clr>
        </p15:guide>
        <p15:guide id="8" orient="horz" pos="891">
          <p15:clr>
            <a:srgbClr val="65CEFF"/>
          </p15:clr>
        </p15:guide>
        <p15:guide id="9" orient="horz" pos="3658">
          <p15:clr>
            <a:srgbClr val="65CEFF"/>
          </p15:clr>
        </p15:guide>
        <p15:guide id="10" orient="horz" pos="3885">
          <p15:clr>
            <a:srgbClr val="65CEFF"/>
          </p15:clr>
        </p15:guide>
        <p15:guide id="11" orient="horz" pos="4157">
          <p15:clr>
            <a:srgbClr val="65CEFF"/>
          </p15:clr>
        </p15:guide>
      </p15:sldGuideLst>
    </p:ext>
  </p:extLst>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Three columns">
    <p:spTree>
      <p:nvGrpSpPr>
        <p:cNvPr id="1" name=""/>
        <p:cNvGrpSpPr/>
        <p:nvPr/>
      </p:nvGrpSpPr>
      <p:grpSpPr>
        <a:xfrm>
          <a:off x="0" y="0"/>
          <a:ext cx="0" cy="0"/>
          <a:chOff x="0" y="0"/>
          <a:chExt cx="0" cy="0"/>
        </a:xfrm>
      </p:grpSpPr>
      <p:graphicFrame>
        <p:nvGraphicFramePr>
          <p:cNvPr id="11" name="Object 10" hidden="1">
            <a:extLst>
              <a:ext uri="{FF2B5EF4-FFF2-40B4-BE49-F238E27FC236}">
                <a16:creationId xmlns:a16="http://schemas.microsoft.com/office/drawing/2014/main" id="{E2BCC471-28E7-B7EA-D275-D070DA543391}"/>
              </a:ext>
            </a:extLst>
          </p:cNvPr>
          <p:cNvGraphicFramePr>
            <a:graphicFrameLocks noChangeAspect="1"/>
          </p:cNvGraphicFramePr>
          <p:nvPr userDrawn="1">
            <p:custDataLst>
              <p:tags r:id="rId1"/>
            </p:custDataLst>
            <p:extLst>
              <p:ext uri="{D42A27DB-BD31-4B8C-83A1-F6EECF244321}">
                <p14:modId xmlns:p14="http://schemas.microsoft.com/office/powerpoint/2010/main" val="2857917845"/>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663" imgH="664" progId="TCLayout.ActiveDocument.1">
                  <p:embed/>
                </p:oleObj>
              </mc:Choice>
              <mc:Fallback>
                <p:oleObj name="think-cell Slide" r:id="rId3" imgW="663" imgH="664" progId="TCLayout.ActiveDocument.1">
                  <p:embed/>
                  <p:pic>
                    <p:nvPicPr>
                      <p:cNvPr id="11" name="Object 10" hidden="1">
                        <a:extLst>
                          <a:ext uri="{FF2B5EF4-FFF2-40B4-BE49-F238E27FC236}">
                            <a16:creationId xmlns:a16="http://schemas.microsoft.com/office/drawing/2014/main" id="{E2BCC471-28E7-B7EA-D275-D070DA543391}"/>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8" name="Title" descr="Slide headline">
            <a:extLst>
              <a:ext uri="{FF2B5EF4-FFF2-40B4-BE49-F238E27FC236}">
                <a16:creationId xmlns:a16="http://schemas.microsoft.com/office/drawing/2014/main" id="{39939C22-A735-46A9-A277-A4B1B330F31C}"/>
              </a:ext>
            </a:extLst>
          </p:cNvPr>
          <p:cNvSpPr>
            <a:spLocks noGrp="1"/>
          </p:cNvSpPr>
          <p:nvPr>
            <p:ph type="title"/>
          </p:nvPr>
        </p:nvSpPr>
        <p:spPr bwMode="black"/>
        <p:txBody>
          <a:bodyPr vert="horz"/>
          <a:lstStyle>
            <a:lvl1pPr>
              <a:defRPr>
                <a:solidFill>
                  <a:srgbClr val="000028"/>
                </a:solidFill>
              </a:defRPr>
            </a:lvl1pPr>
          </a:lstStyle>
          <a:p>
            <a:r>
              <a:rPr lang="en-US"/>
              <a:t>Click to edit Master title style</a:t>
            </a:r>
          </a:p>
        </p:txBody>
      </p:sp>
      <p:sp>
        <p:nvSpPr>
          <p:cNvPr id="3" name="Copy 1" descr="Content text frame">
            <a:extLst>
              <a:ext uri="{FF2B5EF4-FFF2-40B4-BE49-F238E27FC236}">
                <a16:creationId xmlns:a16="http://schemas.microsoft.com/office/drawing/2014/main" id="{A8B1D58A-DC84-4573-957E-9BEA9AAB308E}"/>
              </a:ext>
            </a:extLst>
          </p:cNvPr>
          <p:cNvSpPr>
            <a:spLocks noGrp="1"/>
          </p:cNvSpPr>
          <p:nvPr>
            <p:ph sz="half" idx="1"/>
          </p:nvPr>
        </p:nvSpPr>
        <p:spPr bwMode="black">
          <a:xfrm>
            <a:off x="411162" y="1414800"/>
            <a:ext cx="3600000" cy="4752000"/>
          </a:xfrm>
          <a:prstGeom prst="rect">
            <a:avLst/>
          </a:prstGeom>
        </p:spPr>
        <p:txBody>
          <a:bodyPr>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4" name="Copy 2" descr="Content text frame">
            <a:extLst>
              <a:ext uri="{FF2B5EF4-FFF2-40B4-BE49-F238E27FC236}">
                <a16:creationId xmlns:a16="http://schemas.microsoft.com/office/drawing/2014/main" id="{BF3FF41E-3844-4153-B955-A1F3E9EC1D30}"/>
              </a:ext>
            </a:extLst>
          </p:cNvPr>
          <p:cNvSpPr>
            <a:spLocks noGrp="1"/>
          </p:cNvSpPr>
          <p:nvPr>
            <p:ph sz="half" idx="2"/>
          </p:nvPr>
        </p:nvSpPr>
        <p:spPr bwMode="black">
          <a:xfrm>
            <a:off x="4298400" y="1414800"/>
            <a:ext cx="3600000" cy="4752000"/>
          </a:xfrm>
          <a:prstGeom prst="rect">
            <a:avLst/>
          </a:prstGeom>
        </p:spPr>
        <p:txBody>
          <a:bodyPr>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9" name="Copy 3" descr="Content text frame">
            <a:extLst>
              <a:ext uri="{FF2B5EF4-FFF2-40B4-BE49-F238E27FC236}">
                <a16:creationId xmlns:a16="http://schemas.microsoft.com/office/drawing/2014/main" id="{F020B491-E63A-4FB5-94ED-2BC31EB35C33}"/>
              </a:ext>
            </a:extLst>
          </p:cNvPr>
          <p:cNvSpPr>
            <a:spLocks noGrp="1"/>
          </p:cNvSpPr>
          <p:nvPr>
            <p:ph sz="half" idx="12"/>
          </p:nvPr>
        </p:nvSpPr>
        <p:spPr bwMode="black">
          <a:xfrm>
            <a:off x="8186400" y="1414800"/>
            <a:ext cx="3600000" cy="4752000"/>
          </a:xfrm>
          <a:prstGeom prst="rect">
            <a:avLst/>
          </a:prstGeom>
        </p:spPr>
        <p:txBody>
          <a:bodyPr>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pic>
        <p:nvPicPr>
          <p:cNvPr id="10" name="Siemens Logo" descr="Siemens logo">
            <a:extLst>
              <a:ext uri="{FF2B5EF4-FFF2-40B4-BE49-F238E27FC236}">
                <a16:creationId xmlns:a16="http://schemas.microsoft.com/office/drawing/2014/main" id="{6FCACBED-2537-4F3E-8D2C-E60141005364}"/>
              </a:ext>
              <a:ext uri="{C183D7F6-B498-43B3-948B-1728B52AA6E4}">
                <adec:decorative xmlns:adec="http://schemas.microsoft.com/office/drawing/2017/decorative" val="0"/>
              </a:ext>
            </a:extLst>
          </p:cNvPr>
          <p:cNvPicPr>
            <a:picLocks noChangeAspect="1"/>
          </p:cNvPicPr>
          <p:nvPr userDrawn="1"/>
        </p:nvPicPr>
        <p:blipFill>
          <a:blip r:embed="rId5" cstate="email">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p:blipFill>
        <p:spPr bwMode="black">
          <a:xfrm>
            <a:off x="10635188" y="6418800"/>
            <a:ext cx="1152000" cy="183168"/>
          </a:xfrm>
          <a:prstGeom prst="rect">
            <a:avLst/>
          </a:prstGeom>
        </p:spPr>
      </p:pic>
      <p:sp>
        <p:nvSpPr>
          <p:cNvPr id="6" name="Footer Placeholder" descr="Footer with copyright, author and department information, and date">
            <a:extLst>
              <a:ext uri="{FF2B5EF4-FFF2-40B4-BE49-F238E27FC236}">
                <a16:creationId xmlns:a16="http://schemas.microsoft.com/office/drawing/2014/main" id="{E613FA68-C74A-4621-9563-250388EBCC8B}"/>
              </a:ext>
            </a:extLst>
          </p:cNvPr>
          <p:cNvSpPr>
            <a:spLocks noGrp="1"/>
          </p:cNvSpPr>
          <p:nvPr>
            <p:ph type="ftr" sz="quarter" idx="13"/>
          </p:nvPr>
        </p:nvSpPr>
        <p:spPr bwMode="black"/>
        <p:txBody>
          <a:bodyPr/>
          <a:lstStyle/>
          <a:p>
            <a:pPr>
              <a:lnSpc>
                <a:spcPct val="100000"/>
              </a:lnSpc>
            </a:pPr>
            <a:r>
              <a:rPr lang="en-US"/>
              <a:t>Restricted | © Siemens 2024 | SHERPA X | YYYY-MM-DD | Status: Draft</a:t>
            </a:r>
          </a:p>
        </p:txBody>
      </p:sp>
      <p:sp>
        <p:nvSpPr>
          <p:cNvPr id="7" name="Slide Number Placeholder">
            <a:extLst>
              <a:ext uri="{FF2B5EF4-FFF2-40B4-BE49-F238E27FC236}">
                <a16:creationId xmlns:a16="http://schemas.microsoft.com/office/drawing/2014/main" id="{F9117D9C-D502-472C-A3C8-FA9087A2EDCE}"/>
              </a:ext>
              <a:ext uri="{C183D7F6-B498-43B3-948B-1728B52AA6E4}">
                <adec:decorative xmlns:adec="http://schemas.microsoft.com/office/drawing/2017/decorative" val="1"/>
              </a:ext>
            </a:extLst>
          </p:cNvPr>
          <p:cNvSpPr>
            <a:spLocks noGrp="1"/>
          </p:cNvSpPr>
          <p:nvPr>
            <p:ph type="sldNum" sz="quarter" idx="14"/>
          </p:nvPr>
        </p:nvSpPr>
        <p:spPr bwMode="black"/>
        <p:txBody>
          <a:bodyPr/>
          <a:lstStyle/>
          <a:p>
            <a:r>
              <a:rPr lang="en-US"/>
              <a:t>Page </a:t>
            </a:r>
            <a:fld id="{15EBE321-CBB1-4E91-BD14-37C8D44326FB}" type="slidenum">
              <a:rPr lang="en-US" smtClean="0"/>
              <a:pPr/>
              <a:t>‹#›</a:t>
            </a:fld>
            <a:endParaRPr lang="en-US"/>
          </a:p>
        </p:txBody>
      </p:sp>
      <p:pic>
        <p:nvPicPr>
          <p:cNvPr id="2" name="Imagem 1" descr="Uma imagem com Tipo de letra, Gráficos, texto, captura de ecrã&#10;&#10;Descrição gerada automaticamente">
            <a:extLst>
              <a:ext uri="{FF2B5EF4-FFF2-40B4-BE49-F238E27FC236}">
                <a16:creationId xmlns:a16="http://schemas.microsoft.com/office/drawing/2014/main" id="{332B548D-F9E2-2F34-4BFC-0F1BAEC4C924}"/>
              </a:ext>
            </a:extLst>
          </p:cNvPr>
          <p:cNvPicPr>
            <a:picLocks noChangeAspect="1"/>
          </p:cNvPicPr>
          <p:nvPr userDrawn="1"/>
        </p:nvPicPr>
        <p:blipFill>
          <a:blip r:embed="rId7" cstate="email">
            <a:extLst>
              <a:ext uri="{28A0092B-C50C-407E-A947-70E740481C1C}">
                <a14:useLocalDpi xmlns:a14="http://schemas.microsoft.com/office/drawing/2010/main"/>
              </a:ext>
            </a:extLst>
          </a:blip>
          <a:stretch>
            <a:fillRect/>
          </a:stretch>
        </p:blipFill>
        <p:spPr>
          <a:xfrm>
            <a:off x="11025045" y="478800"/>
            <a:ext cx="755792" cy="755792"/>
          </a:xfrm>
          <a:prstGeom prst="rect">
            <a:avLst/>
          </a:prstGeom>
        </p:spPr>
      </p:pic>
    </p:spTree>
    <p:extLst>
      <p:ext uri="{BB962C8B-B14F-4D97-AF65-F5344CB8AC3E}">
        <p14:creationId xmlns:p14="http://schemas.microsoft.com/office/powerpoint/2010/main" val="3552221643"/>
      </p:ext>
    </p:extLst>
  </p:cSld>
  <p:clrMapOvr>
    <a:masterClrMapping/>
  </p:clrMapOvr>
  <p:extLst>
    <p:ext uri="{DCECCB84-F9BA-43D5-87BE-67443E8EF086}">
      <p15:sldGuideLst xmlns:p15="http://schemas.microsoft.com/office/powerpoint/2012/main">
        <p15:guide id="1" pos="259">
          <p15:clr>
            <a:srgbClr val="65CEFF"/>
          </p15:clr>
        </p15:guide>
        <p15:guide id="2" pos="2526">
          <p15:clr>
            <a:srgbClr val="65CEFF"/>
          </p15:clr>
        </p15:guide>
        <p15:guide id="3" pos="2708">
          <p15:clr>
            <a:srgbClr val="65CEFF"/>
          </p15:clr>
        </p15:guide>
        <p15:guide id="4" pos="4975">
          <p15:clr>
            <a:srgbClr val="65CEFF"/>
          </p15:clr>
        </p15:guide>
        <p15:guide id="5" pos="5157">
          <p15:clr>
            <a:srgbClr val="65CEFF"/>
          </p15:clr>
        </p15:guide>
        <p15:guide id="6" pos="6472">
          <p15:clr>
            <a:srgbClr val="65CEFF"/>
          </p15:clr>
        </p15:guide>
        <p15:guide id="7" pos="7425">
          <p15:clr>
            <a:srgbClr val="65CEFF"/>
          </p15:clr>
        </p15:guide>
        <p15:guide id="8" orient="horz" pos="302">
          <p15:clr>
            <a:srgbClr val="65CEFF"/>
          </p15:clr>
        </p15:guide>
        <p15:guide id="9" orient="horz" pos="664">
          <p15:clr>
            <a:srgbClr val="65CEFF"/>
          </p15:clr>
        </p15:guide>
        <p15:guide id="10" orient="horz" pos="891">
          <p15:clr>
            <a:srgbClr val="65CEFF"/>
          </p15:clr>
        </p15:guide>
        <p15:guide id="11" orient="horz" pos="3658">
          <p15:clr>
            <a:srgbClr val="65CEFF"/>
          </p15:clr>
        </p15:guide>
        <p15:guide id="12" orient="horz" pos="3885">
          <p15:clr>
            <a:srgbClr val="65CEFF"/>
          </p15:clr>
        </p15:guide>
        <p15:guide id="13" orient="horz" pos="4157">
          <p15:clr>
            <a:srgbClr val="65CEFF"/>
          </p15:clr>
        </p15:guide>
      </p15:sldGuideLst>
    </p:ext>
  </p:extLst>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Four objects">
    <p:spTree>
      <p:nvGrpSpPr>
        <p:cNvPr id="1" name=""/>
        <p:cNvGrpSpPr/>
        <p:nvPr/>
      </p:nvGrpSpPr>
      <p:grpSpPr>
        <a:xfrm>
          <a:off x="0" y="0"/>
          <a:ext cx="0" cy="0"/>
          <a:chOff x="0" y="0"/>
          <a:chExt cx="0" cy="0"/>
        </a:xfrm>
      </p:grpSpPr>
      <p:graphicFrame>
        <p:nvGraphicFramePr>
          <p:cNvPr id="11" name="Object 10" hidden="1">
            <a:extLst>
              <a:ext uri="{FF2B5EF4-FFF2-40B4-BE49-F238E27FC236}">
                <a16:creationId xmlns:a16="http://schemas.microsoft.com/office/drawing/2014/main" id="{6340933C-FAE6-57C7-ED97-22A6C2F91A08}"/>
              </a:ext>
            </a:extLst>
          </p:cNvPr>
          <p:cNvGraphicFramePr>
            <a:graphicFrameLocks noChangeAspect="1"/>
          </p:cNvGraphicFramePr>
          <p:nvPr userDrawn="1">
            <p:custDataLst>
              <p:tags r:id="rId1"/>
            </p:custDataLst>
            <p:extLst>
              <p:ext uri="{D42A27DB-BD31-4B8C-83A1-F6EECF244321}">
                <p14:modId xmlns:p14="http://schemas.microsoft.com/office/powerpoint/2010/main" val="2210861372"/>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663" imgH="664" progId="TCLayout.ActiveDocument.1">
                  <p:embed/>
                </p:oleObj>
              </mc:Choice>
              <mc:Fallback>
                <p:oleObj name="think-cell Slide" r:id="rId3" imgW="663" imgH="664" progId="TCLayout.ActiveDocument.1">
                  <p:embed/>
                  <p:pic>
                    <p:nvPicPr>
                      <p:cNvPr id="11" name="Object 10" hidden="1">
                        <a:extLst>
                          <a:ext uri="{FF2B5EF4-FFF2-40B4-BE49-F238E27FC236}">
                            <a16:creationId xmlns:a16="http://schemas.microsoft.com/office/drawing/2014/main" id="{6340933C-FAE6-57C7-ED97-22A6C2F91A08}"/>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8" name="Title" descr="Slide headline">
            <a:extLst>
              <a:ext uri="{FF2B5EF4-FFF2-40B4-BE49-F238E27FC236}">
                <a16:creationId xmlns:a16="http://schemas.microsoft.com/office/drawing/2014/main" id="{39939C22-A735-46A9-A277-A4B1B330F31C}"/>
              </a:ext>
            </a:extLst>
          </p:cNvPr>
          <p:cNvSpPr>
            <a:spLocks noGrp="1"/>
          </p:cNvSpPr>
          <p:nvPr>
            <p:ph type="title"/>
          </p:nvPr>
        </p:nvSpPr>
        <p:spPr bwMode="black"/>
        <p:txBody>
          <a:bodyPr vert="horz"/>
          <a:lstStyle>
            <a:lvl1pPr>
              <a:defRPr>
                <a:solidFill>
                  <a:srgbClr val="000028"/>
                </a:solidFill>
              </a:defRPr>
            </a:lvl1pPr>
          </a:lstStyle>
          <a:p>
            <a:r>
              <a:rPr lang="en-US"/>
              <a:t>Click to edit Master title style</a:t>
            </a:r>
          </a:p>
        </p:txBody>
      </p:sp>
      <p:sp>
        <p:nvSpPr>
          <p:cNvPr id="3" name="Copy 1" descr="Content text frame">
            <a:extLst>
              <a:ext uri="{FF2B5EF4-FFF2-40B4-BE49-F238E27FC236}">
                <a16:creationId xmlns:a16="http://schemas.microsoft.com/office/drawing/2014/main" id="{A8B1D58A-DC84-4573-957E-9BEA9AAB308E}"/>
              </a:ext>
            </a:extLst>
          </p:cNvPr>
          <p:cNvSpPr>
            <a:spLocks noGrp="1"/>
          </p:cNvSpPr>
          <p:nvPr>
            <p:ph sz="half" idx="1"/>
          </p:nvPr>
        </p:nvSpPr>
        <p:spPr bwMode="black">
          <a:xfrm>
            <a:off x="411162" y="1414800"/>
            <a:ext cx="5470526" cy="2088000"/>
          </a:xfrm>
          <a:prstGeom prst="rect">
            <a:avLst/>
          </a:prstGeom>
        </p:spPr>
        <p:txBody>
          <a:bodyPr>
            <a:noAutofit/>
          </a:bodyPr>
          <a:lstStyle>
            <a:lvl1pPr>
              <a:defRPr sz="1600"/>
            </a:lvl1pPr>
            <a:lvl2pPr>
              <a:defRPr sz="16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9" name="Copy 2" descr="Content text frame">
            <a:extLst>
              <a:ext uri="{FF2B5EF4-FFF2-40B4-BE49-F238E27FC236}">
                <a16:creationId xmlns:a16="http://schemas.microsoft.com/office/drawing/2014/main" id="{2871E7F7-6A93-4406-8617-80D9CFF396A8}"/>
              </a:ext>
            </a:extLst>
          </p:cNvPr>
          <p:cNvSpPr>
            <a:spLocks noGrp="1"/>
          </p:cNvSpPr>
          <p:nvPr>
            <p:ph sz="half" idx="12"/>
          </p:nvPr>
        </p:nvSpPr>
        <p:spPr bwMode="black">
          <a:xfrm>
            <a:off x="411162" y="3718800"/>
            <a:ext cx="5470526" cy="2088000"/>
          </a:xfrm>
          <a:prstGeom prst="rect">
            <a:avLst/>
          </a:prstGeom>
        </p:spPr>
        <p:txBody>
          <a:bodyPr>
            <a:noAutofit/>
          </a:bodyPr>
          <a:lstStyle>
            <a:lvl1pPr>
              <a:defRPr sz="1600"/>
            </a:lvl1pPr>
            <a:lvl2pPr>
              <a:defRPr sz="16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4" name="Copy 3" descr="Content text frame">
            <a:extLst>
              <a:ext uri="{FF2B5EF4-FFF2-40B4-BE49-F238E27FC236}">
                <a16:creationId xmlns:a16="http://schemas.microsoft.com/office/drawing/2014/main" id="{BF3FF41E-3844-4153-B955-A1F3E9EC1D30}"/>
              </a:ext>
            </a:extLst>
          </p:cNvPr>
          <p:cNvSpPr>
            <a:spLocks noGrp="1"/>
          </p:cNvSpPr>
          <p:nvPr>
            <p:ph sz="half" idx="2"/>
          </p:nvPr>
        </p:nvSpPr>
        <p:spPr bwMode="black">
          <a:xfrm>
            <a:off x="6315075" y="1414800"/>
            <a:ext cx="5465763" cy="2088000"/>
          </a:xfrm>
          <a:prstGeom prst="rect">
            <a:avLst/>
          </a:prstGeom>
        </p:spPr>
        <p:txBody>
          <a:bodyPr>
            <a:noAutofit/>
          </a:bodyPr>
          <a:lstStyle>
            <a:lvl1pPr>
              <a:defRPr sz="1600"/>
            </a:lvl1pPr>
            <a:lvl2pPr>
              <a:defRPr sz="16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12" name="Copy 4" descr="Content text frame">
            <a:extLst>
              <a:ext uri="{FF2B5EF4-FFF2-40B4-BE49-F238E27FC236}">
                <a16:creationId xmlns:a16="http://schemas.microsoft.com/office/drawing/2014/main" id="{7AD3B9B1-3210-46C8-8222-A0E11719EB88}"/>
              </a:ext>
            </a:extLst>
          </p:cNvPr>
          <p:cNvSpPr>
            <a:spLocks noGrp="1"/>
          </p:cNvSpPr>
          <p:nvPr>
            <p:ph sz="half" idx="13"/>
          </p:nvPr>
        </p:nvSpPr>
        <p:spPr bwMode="black">
          <a:xfrm>
            <a:off x="6315075" y="3718800"/>
            <a:ext cx="5465763" cy="2088000"/>
          </a:xfrm>
          <a:prstGeom prst="rect">
            <a:avLst/>
          </a:prstGeom>
        </p:spPr>
        <p:txBody>
          <a:bodyPr>
            <a:noAutofit/>
          </a:bodyPr>
          <a:lstStyle>
            <a:lvl1pPr>
              <a:defRPr sz="1600"/>
            </a:lvl1pPr>
            <a:lvl2pPr>
              <a:defRPr sz="16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pic>
        <p:nvPicPr>
          <p:cNvPr id="10" name="Siemens Logo" descr="Siemens logo">
            <a:extLst>
              <a:ext uri="{FF2B5EF4-FFF2-40B4-BE49-F238E27FC236}">
                <a16:creationId xmlns:a16="http://schemas.microsoft.com/office/drawing/2014/main" id="{6FCACBED-2537-4F3E-8D2C-E60141005364}"/>
              </a:ext>
              <a:ext uri="{C183D7F6-B498-43B3-948B-1728B52AA6E4}">
                <adec:decorative xmlns:adec="http://schemas.microsoft.com/office/drawing/2017/decorative" val="0"/>
              </a:ext>
            </a:extLst>
          </p:cNvPr>
          <p:cNvPicPr>
            <a:picLocks noChangeAspect="1"/>
          </p:cNvPicPr>
          <p:nvPr userDrawn="1"/>
        </p:nvPicPr>
        <p:blipFill>
          <a:blip r:embed="rId5" cstate="email">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p:blipFill>
        <p:spPr bwMode="black">
          <a:xfrm>
            <a:off x="10635188" y="6418800"/>
            <a:ext cx="1152000" cy="183168"/>
          </a:xfrm>
          <a:prstGeom prst="rect">
            <a:avLst/>
          </a:prstGeom>
        </p:spPr>
      </p:pic>
      <p:sp>
        <p:nvSpPr>
          <p:cNvPr id="6" name="Footer Placeholder" descr="Footer with copyright, author and department information, and date">
            <a:extLst>
              <a:ext uri="{FF2B5EF4-FFF2-40B4-BE49-F238E27FC236}">
                <a16:creationId xmlns:a16="http://schemas.microsoft.com/office/drawing/2014/main" id="{1DF6F0C8-00D9-4034-B3CC-D376702BE1C8}"/>
              </a:ext>
            </a:extLst>
          </p:cNvPr>
          <p:cNvSpPr>
            <a:spLocks noGrp="1"/>
          </p:cNvSpPr>
          <p:nvPr>
            <p:ph type="ftr" sz="quarter" idx="14"/>
          </p:nvPr>
        </p:nvSpPr>
        <p:spPr bwMode="black"/>
        <p:txBody>
          <a:bodyPr/>
          <a:lstStyle/>
          <a:p>
            <a:pPr>
              <a:lnSpc>
                <a:spcPct val="100000"/>
              </a:lnSpc>
            </a:pPr>
            <a:r>
              <a:rPr lang="en-US"/>
              <a:t>Restricted | © Siemens 2024 | SHERPA X | YYYY-MM-DD | Status: Draft</a:t>
            </a:r>
          </a:p>
        </p:txBody>
      </p:sp>
      <p:sp>
        <p:nvSpPr>
          <p:cNvPr id="7" name="Slide Number Placeholder">
            <a:extLst>
              <a:ext uri="{FF2B5EF4-FFF2-40B4-BE49-F238E27FC236}">
                <a16:creationId xmlns:a16="http://schemas.microsoft.com/office/drawing/2014/main" id="{53D55964-F7E8-48E3-84D5-FE4FE835C563}"/>
              </a:ext>
              <a:ext uri="{C183D7F6-B498-43B3-948B-1728B52AA6E4}">
                <adec:decorative xmlns:adec="http://schemas.microsoft.com/office/drawing/2017/decorative" val="1"/>
              </a:ext>
            </a:extLst>
          </p:cNvPr>
          <p:cNvSpPr>
            <a:spLocks noGrp="1"/>
          </p:cNvSpPr>
          <p:nvPr>
            <p:ph type="sldNum" sz="quarter" idx="15"/>
          </p:nvPr>
        </p:nvSpPr>
        <p:spPr bwMode="black"/>
        <p:txBody>
          <a:bodyPr/>
          <a:lstStyle/>
          <a:p>
            <a:r>
              <a:rPr lang="en-US"/>
              <a:t>Page </a:t>
            </a:r>
            <a:fld id="{15EBE321-CBB1-4E91-BD14-37C8D44326FB}" type="slidenum">
              <a:rPr lang="en-US" smtClean="0"/>
              <a:pPr/>
              <a:t>‹#›</a:t>
            </a:fld>
            <a:endParaRPr lang="en-US"/>
          </a:p>
        </p:txBody>
      </p:sp>
      <p:pic>
        <p:nvPicPr>
          <p:cNvPr id="2" name="Imagem 1" descr="Uma imagem com Tipo de letra, Gráficos, texto, captura de ecrã&#10;&#10;Descrição gerada automaticamente">
            <a:extLst>
              <a:ext uri="{FF2B5EF4-FFF2-40B4-BE49-F238E27FC236}">
                <a16:creationId xmlns:a16="http://schemas.microsoft.com/office/drawing/2014/main" id="{78C58A62-0120-A9FF-7B12-7C83E28E629A}"/>
              </a:ext>
            </a:extLst>
          </p:cNvPr>
          <p:cNvPicPr>
            <a:picLocks noChangeAspect="1"/>
          </p:cNvPicPr>
          <p:nvPr userDrawn="1"/>
        </p:nvPicPr>
        <p:blipFill>
          <a:blip r:embed="rId7" cstate="email">
            <a:extLst>
              <a:ext uri="{28A0092B-C50C-407E-A947-70E740481C1C}">
                <a14:useLocalDpi xmlns:a14="http://schemas.microsoft.com/office/drawing/2010/main"/>
              </a:ext>
            </a:extLst>
          </a:blip>
          <a:stretch>
            <a:fillRect/>
          </a:stretch>
        </p:blipFill>
        <p:spPr>
          <a:xfrm>
            <a:off x="11025045" y="478800"/>
            <a:ext cx="755792" cy="755792"/>
          </a:xfrm>
          <a:prstGeom prst="rect">
            <a:avLst/>
          </a:prstGeom>
        </p:spPr>
      </p:pic>
    </p:spTree>
    <p:extLst>
      <p:ext uri="{BB962C8B-B14F-4D97-AF65-F5344CB8AC3E}">
        <p14:creationId xmlns:p14="http://schemas.microsoft.com/office/powerpoint/2010/main" val="725580150"/>
      </p:ext>
    </p:extLst>
  </p:cSld>
  <p:clrMapOvr>
    <a:masterClrMapping/>
  </p:clrMapOvr>
  <p:extLst>
    <p:ext uri="{DCECCB84-F9BA-43D5-87BE-67443E8EF086}">
      <p15:sldGuideLst xmlns:p15="http://schemas.microsoft.com/office/powerpoint/2012/main">
        <p15:guide id="1" pos="259">
          <p15:clr>
            <a:srgbClr val="65CEFF"/>
          </p15:clr>
        </p15:guide>
        <p15:guide id="2" pos="3705">
          <p15:clr>
            <a:srgbClr val="65CEFF"/>
          </p15:clr>
        </p15:guide>
        <p15:guide id="3" pos="3978">
          <p15:clr>
            <a:srgbClr val="65CEFF"/>
          </p15:clr>
        </p15:guide>
        <p15:guide id="4" pos="6472">
          <p15:clr>
            <a:srgbClr val="65CEFF"/>
          </p15:clr>
        </p15:guide>
        <p15:guide id="5" pos="7425">
          <p15:clr>
            <a:srgbClr val="65CEFF"/>
          </p15:clr>
        </p15:guide>
        <p15:guide id="6" orient="horz" pos="302">
          <p15:clr>
            <a:srgbClr val="65CEFF"/>
          </p15:clr>
        </p15:guide>
        <p15:guide id="7" orient="horz" pos="664">
          <p15:clr>
            <a:srgbClr val="65CEFF"/>
          </p15:clr>
        </p15:guide>
        <p15:guide id="8" orient="horz" pos="891">
          <p15:clr>
            <a:srgbClr val="65CEFF"/>
          </p15:clr>
        </p15:guide>
        <p15:guide id="9" orient="horz" pos="2206">
          <p15:clr>
            <a:srgbClr val="65CEFF"/>
          </p15:clr>
        </p15:guide>
        <p15:guide id="10" orient="horz" pos="2343">
          <p15:clr>
            <a:srgbClr val="65CEFF"/>
          </p15:clr>
        </p15:guide>
        <p15:guide id="11" orient="horz" pos="3658">
          <p15:clr>
            <a:srgbClr val="65CEFF"/>
          </p15:clr>
        </p15:guide>
        <p15:guide id="12" orient="horz" pos="3885">
          <p15:clr>
            <a:srgbClr val="65CEFF"/>
          </p15:clr>
        </p15:guide>
        <p15:guide id="13" orient="horz" pos="4157">
          <p15:clr>
            <a:srgbClr val="65CEFF"/>
          </p15:clr>
        </p15:guide>
      </p15:sldGuideLst>
    </p:ext>
  </p:extLst>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Two columns (Spotlight)">
    <p:spTree>
      <p:nvGrpSpPr>
        <p:cNvPr id="1" name=""/>
        <p:cNvGrpSpPr/>
        <p:nvPr/>
      </p:nvGrpSpPr>
      <p:grpSpPr>
        <a:xfrm>
          <a:off x="0" y="0"/>
          <a:ext cx="0" cy="0"/>
          <a:chOff x="0" y="0"/>
          <a:chExt cx="0" cy="0"/>
        </a:xfrm>
      </p:grpSpPr>
      <p:graphicFrame>
        <p:nvGraphicFramePr>
          <p:cNvPr id="10" name="Object 9" hidden="1">
            <a:extLst>
              <a:ext uri="{FF2B5EF4-FFF2-40B4-BE49-F238E27FC236}">
                <a16:creationId xmlns:a16="http://schemas.microsoft.com/office/drawing/2014/main" id="{F550997B-C79C-51D5-4CAB-2F2F0BEE7514}"/>
              </a:ext>
            </a:extLst>
          </p:cNvPr>
          <p:cNvGraphicFramePr>
            <a:graphicFrameLocks noChangeAspect="1"/>
          </p:cNvGraphicFramePr>
          <p:nvPr userDrawn="1">
            <p:custDataLst>
              <p:tags r:id="rId1"/>
            </p:custDataLst>
            <p:extLst>
              <p:ext uri="{D42A27DB-BD31-4B8C-83A1-F6EECF244321}">
                <p14:modId xmlns:p14="http://schemas.microsoft.com/office/powerpoint/2010/main" val="421042710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663" imgH="664" progId="TCLayout.ActiveDocument.1">
                  <p:embed/>
                </p:oleObj>
              </mc:Choice>
              <mc:Fallback>
                <p:oleObj name="think-cell Slide" r:id="rId3" imgW="663" imgH="664" progId="TCLayout.ActiveDocument.1">
                  <p:embed/>
                  <p:pic>
                    <p:nvPicPr>
                      <p:cNvPr id="10" name="Object 9" hidden="1">
                        <a:extLst>
                          <a:ext uri="{FF2B5EF4-FFF2-40B4-BE49-F238E27FC236}">
                            <a16:creationId xmlns:a16="http://schemas.microsoft.com/office/drawing/2014/main" id="{F550997B-C79C-51D5-4CAB-2F2F0BEE7514}"/>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descr="Slide headline">
            <a:extLst>
              <a:ext uri="{FF2B5EF4-FFF2-40B4-BE49-F238E27FC236}">
                <a16:creationId xmlns:a16="http://schemas.microsoft.com/office/drawing/2014/main" id="{E568133C-15D2-4F33-802E-DF15E7891829}"/>
              </a:ext>
            </a:extLst>
          </p:cNvPr>
          <p:cNvSpPr>
            <a:spLocks noGrp="1"/>
          </p:cNvSpPr>
          <p:nvPr>
            <p:ph type="title"/>
          </p:nvPr>
        </p:nvSpPr>
        <p:spPr bwMode="black"/>
        <p:txBody>
          <a:bodyPr vert="horz"/>
          <a:lstStyle>
            <a:lvl1pPr>
              <a:defRPr>
                <a:solidFill>
                  <a:srgbClr val="000028"/>
                </a:solidFill>
              </a:defRPr>
            </a:lvl1pPr>
          </a:lstStyle>
          <a:p>
            <a:r>
              <a:rPr lang="en-US"/>
              <a:t>Click to edit Master title style</a:t>
            </a:r>
          </a:p>
        </p:txBody>
      </p:sp>
      <p:sp>
        <p:nvSpPr>
          <p:cNvPr id="7" name="Picture Placeholder" descr="Thematic picture – please describe further">
            <a:extLst>
              <a:ext uri="{FF2B5EF4-FFF2-40B4-BE49-F238E27FC236}">
                <a16:creationId xmlns:a16="http://schemas.microsoft.com/office/drawing/2014/main" id="{90866A30-329B-420B-B42B-2C69E0DE6D9B}"/>
              </a:ext>
            </a:extLst>
          </p:cNvPr>
          <p:cNvSpPr>
            <a:spLocks noGrp="1"/>
          </p:cNvSpPr>
          <p:nvPr>
            <p:ph type="pic" sz="quarter" idx="12" hasCustomPrompt="1"/>
          </p:nvPr>
        </p:nvSpPr>
        <p:spPr bwMode="ltGray">
          <a:xfrm>
            <a:off x="411161" y="1414800"/>
            <a:ext cx="7199313" cy="4752000"/>
          </a:xfrm>
          <a:solidFill>
            <a:srgbClr val="9999A9"/>
          </a:solidFill>
        </p:spPr>
        <p:txBody>
          <a:bodyPr lIns="144000" tIns="108000" rIns="144000" bIns="108000">
            <a:noAutofit/>
          </a:bodyPr>
          <a:lstStyle/>
          <a:p>
            <a:r>
              <a:rPr lang="en-US"/>
              <a:t>Thematic picture</a:t>
            </a:r>
          </a:p>
        </p:txBody>
      </p:sp>
      <p:sp>
        <p:nvSpPr>
          <p:cNvPr id="4" name="Copy" descr="Content text frame">
            <a:extLst>
              <a:ext uri="{FF2B5EF4-FFF2-40B4-BE49-F238E27FC236}">
                <a16:creationId xmlns:a16="http://schemas.microsoft.com/office/drawing/2014/main" id="{BF3FF41E-3844-4153-B955-A1F3E9EC1D30}"/>
              </a:ext>
            </a:extLst>
          </p:cNvPr>
          <p:cNvSpPr>
            <a:spLocks noGrp="1"/>
          </p:cNvSpPr>
          <p:nvPr>
            <p:ph sz="half" idx="2"/>
          </p:nvPr>
        </p:nvSpPr>
        <p:spPr bwMode="black">
          <a:xfrm>
            <a:off x="8043189" y="1414800"/>
            <a:ext cx="3744000" cy="4752000"/>
          </a:xfrm>
          <a:prstGeom prst="rect">
            <a:avLst/>
          </a:prstGeom>
        </p:spPr>
        <p:txBody>
          <a:bodyPr>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pic>
        <p:nvPicPr>
          <p:cNvPr id="9" name="Siemens Logo" descr="Siemens logo">
            <a:extLst>
              <a:ext uri="{FF2B5EF4-FFF2-40B4-BE49-F238E27FC236}">
                <a16:creationId xmlns:a16="http://schemas.microsoft.com/office/drawing/2014/main" id="{F468BE17-5D03-45C2-9D37-CF354AAA9589}"/>
              </a:ext>
              <a:ext uri="{C183D7F6-B498-43B3-948B-1728B52AA6E4}">
                <adec:decorative xmlns:adec="http://schemas.microsoft.com/office/drawing/2017/decorative" val="0"/>
              </a:ext>
            </a:extLst>
          </p:cNvPr>
          <p:cNvPicPr>
            <a:picLocks noChangeAspect="1"/>
          </p:cNvPicPr>
          <p:nvPr userDrawn="1"/>
        </p:nvPicPr>
        <p:blipFill>
          <a:blip r:embed="rId5" cstate="email">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p:blipFill>
        <p:spPr bwMode="black">
          <a:xfrm>
            <a:off x="10635188" y="6418800"/>
            <a:ext cx="1152000" cy="183168"/>
          </a:xfrm>
          <a:prstGeom prst="rect">
            <a:avLst/>
          </a:prstGeom>
        </p:spPr>
      </p:pic>
      <p:sp>
        <p:nvSpPr>
          <p:cNvPr id="3" name="Footer Placeholder" descr="Footer with copyright, author and department information, and date">
            <a:extLst>
              <a:ext uri="{FF2B5EF4-FFF2-40B4-BE49-F238E27FC236}">
                <a16:creationId xmlns:a16="http://schemas.microsoft.com/office/drawing/2014/main" id="{33756E69-CA2F-47EC-9D32-CB09C4CD83F1}"/>
              </a:ext>
            </a:extLst>
          </p:cNvPr>
          <p:cNvSpPr>
            <a:spLocks noGrp="1"/>
          </p:cNvSpPr>
          <p:nvPr>
            <p:ph type="ftr" sz="quarter" idx="13"/>
          </p:nvPr>
        </p:nvSpPr>
        <p:spPr bwMode="black"/>
        <p:txBody>
          <a:bodyPr/>
          <a:lstStyle/>
          <a:p>
            <a:pPr>
              <a:lnSpc>
                <a:spcPct val="100000"/>
              </a:lnSpc>
            </a:pPr>
            <a:r>
              <a:rPr lang="en-US"/>
              <a:t>Restricted | © Siemens 2024 | SHERPA X | YYYY-MM-DD | Status: Draft</a:t>
            </a:r>
          </a:p>
        </p:txBody>
      </p:sp>
      <p:sp>
        <p:nvSpPr>
          <p:cNvPr id="5" name="Slide Number Placeholder">
            <a:extLst>
              <a:ext uri="{FF2B5EF4-FFF2-40B4-BE49-F238E27FC236}">
                <a16:creationId xmlns:a16="http://schemas.microsoft.com/office/drawing/2014/main" id="{95022CCB-0484-488B-8637-222C3919B0F7}"/>
              </a:ext>
              <a:ext uri="{C183D7F6-B498-43B3-948B-1728B52AA6E4}">
                <adec:decorative xmlns:adec="http://schemas.microsoft.com/office/drawing/2017/decorative" val="1"/>
              </a:ext>
            </a:extLst>
          </p:cNvPr>
          <p:cNvSpPr>
            <a:spLocks noGrp="1"/>
          </p:cNvSpPr>
          <p:nvPr>
            <p:ph type="sldNum" sz="quarter" idx="14"/>
          </p:nvPr>
        </p:nvSpPr>
        <p:spPr bwMode="black"/>
        <p:txBody>
          <a:bodyPr/>
          <a:lstStyle/>
          <a:p>
            <a:r>
              <a:rPr lang="en-US"/>
              <a:t>Page </a:t>
            </a:r>
            <a:fld id="{15EBE321-CBB1-4E91-BD14-37C8D44326FB}" type="slidenum">
              <a:rPr lang="en-US" smtClean="0"/>
              <a:pPr/>
              <a:t>‹#›</a:t>
            </a:fld>
            <a:endParaRPr lang="en-US"/>
          </a:p>
        </p:txBody>
      </p:sp>
      <p:pic>
        <p:nvPicPr>
          <p:cNvPr id="6" name="Imagem 5" descr="Uma imagem com Tipo de letra, Gráficos, texto, captura de ecrã&#10;&#10;Descrição gerada automaticamente">
            <a:extLst>
              <a:ext uri="{FF2B5EF4-FFF2-40B4-BE49-F238E27FC236}">
                <a16:creationId xmlns:a16="http://schemas.microsoft.com/office/drawing/2014/main" id="{A6CCB8F0-0618-7671-C46E-BF4120281962}"/>
              </a:ext>
            </a:extLst>
          </p:cNvPr>
          <p:cNvPicPr>
            <a:picLocks noChangeAspect="1"/>
          </p:cNvPicPr>
          <p:nvPr userDrawn="1"/>
        </p:nvPicPr>
        <p:blipFill>
          <a:blip r:embed="rId7" cstate="email">
            <a:extLst>
              <a:ext uri="{28A0092B-C50C-407E-A947-70E740481C1C}">
                <a14:useLocalDpi xmlns:a14="http://schemas.microsoft.com/office/drawing/2010/main"/>
              </a:ext>
            </a:extLst>
          </a:blip>
          <a:stretch>
            <a:fillRect/>
          </a:stretch>
        </p:blipFill>
        <p:spPr>
          <a:xfrm>
            <a:off x="11025045" y="478800"/>
            <a:ext cx="755792" cy="755792"/>
          </a:xfrm>
          <a:prstGeom prst="rect">
            <a:avLst/>
          </a:prstGeom>
        </p:spPr>
      </p:pic>
    </p:spTree>
    <p:extLst>
      <p:ext uri="{BB962C8B-B14F-4D97-AF65-F5344CB8AC3E}">
        <p14:creationId xmlns:p14="http://schemas.microsoft.com/office/powerpoint/2010/main" val="1429973523"/>
      </p:ext>
    </p:extLst>
  </p:cSld>
  <p:clrMapOvr>
    <a:masterClrMapping/>
  </p:clrMapOvr>
  <p:extLst>
    <p:ext uri="{DCECCB84-F9BA-43D5-87BE-67443E8EF086}">
      <p15:sldGuideLst xmlns:p15="http://schemas.microsoft.com/office/powerpoint/2012/main">
        <p15:guide id="1" pos="259">
          <p15:clr>
            <a:srgbClr val="65CEFF"/>
          </p15:clr>
        </p15:guide>
        <p15:guide id="2" pos="4794">
          <p15:clr>
            <a:srgbClr val="65CEFF"/>
          </p15:clr>
        </p15:guide>
        <p15:guide id="3" pos="5066">
          <p15:clr>
            <a:srgbClr val="65CEFF"/>
          </p15:clr>
        </p15:guide>
        <p15:guide id="4" pos="6472">
          <p15:clr>
            <a:srgbClr val="65CEFF"/>
          </p15:clr>
        </p15:guide>
        <p15:guide id="5" pos="7425">
          <p15:clr>
            <a:srgbClr val="65CEFF"/>
          </p15:clr>
        </p15:guide>
        <p15:guide id="6" orient="horz" pos="302">
          <p15:clr>
            <a:srgbClr val="65CEFF"/>
          </p15:clr>
        </p15:guide>
        <p15:guide id="7" orient="horz" pos="664">
          <p15:clr>
            <a:srgbClr val="65CEFF"/>
          </p15:clr>
        </p15:guide>
        <p15:guide id="8" orient="horz" pos="891">
          <p15:clr>
            <a:srgbClr val="65CEFF"/>
          </p15:clr>
        </p15:guide>
        <p15:guide id="9" orient="horz" pos="3658">
          <p15:clr>
            <a:srgbClr val="65CEFF"/>
          </p15:clr>
        </p15:guide>
        <p15:guide id="10" orient="horz" pos="3885">
          <p15:clr>
            <a:srgbClr val="65CEFF"/>
          </p15:clr>
        </p15:guide>
        <p15:guide id="11" orient="horz" pos="4157">
          <p15:clr>
            <a:srgbClr val="65CEFF"/>
          </p15:clr>
        </p15:guide>
      </p15:sldGuideLst>
    </p:ext>
  </p:extLst>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One table (large)">
    <p:spTree>
      <p:nvGrpSpPr>
        <p:cNvPr id="1" name=""/>
        <p:cNvGrpSpPr/>
        <p:nvPr/>
      </p:nvGrpSpPr>
      <p:grpSpPr>
        <a:xfrm>
          <a:off x="0" y="0"/>
          <a:ext cx="0" cy="0"/>
          <a:chOff x="0" y="0"/>
          <a:chExt cx="0" cy="0"/>
        </a:xfrm>
      </p:grpSpPr>
      <p:graphicFrame>
        <p:nvGraphicFramePr>
          <p:cNvPr id="8" name="Object 7" hidden="1">
            <a:extLst>
              <a:ext uri="{FF2B5EF4-FFF2-40B4-BE49-F238E27FC236}">
                <a16:creationId xmlns:a16="http://schemas.microsoft.com/office/drawing/2014/main" id="{611BDBF6-878D-2DD2-1307-8F917772EC0F}"/>
              </a:ext>
            </a:extLst>
          </p:cNvPr>
          <p:cNvGraphicFramePr>
            <a:graphicFrameLocks noChangeAspect="1"/>
          </p:cNvGraphicFramePr>
          <p:nvPr userDrawn="1">
            <p:custDataLst>
              <p:tags r:id="rId1"/>
            </p:custDataLst>
            <p:extLst>
              <p:ext uri="{D42A27DB-BD31-4B8C-83A1-F6EECF244321}">
                <p14:modId xmlns:p14="http://schemas.microsoft.com/office/powerpoint/2010/main" val="266831613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663" imgH="664" progId="TCLayout.ActiveDocument.1">
                  <p:embed/>
                </p:oleObj>
              </mc:Choice>
              <mc:Fallback>
                <p:oleObj name="think-cell Slide" r:id="rId3" imgW="663" imgH="664" progId="TCLayout.ActiveDocument.1">
                  <p:embed/>
                  <p:pic>
                    <p:nvPicPr>
                      <p:cNvPr id="8" name="Object 7" hidden="1">
                        <a:extLst>
                          <a:ext uri="{FF2B5EF4-FFF2-40B4-BE49-F238E27FC236}">
                            <a16:creationId xmlns:a16="http://schemas.microsoft.com/office/drawing/2014/main" id="{611BDBF6-878D-2DD2-1307-8F917772EC0F}"/>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7" name="Title" descr="Slide headline">
            <a:extLst>
              <a:ext uri="{FF2B5EF4-FFF2-40B4-BE49-F238E27FC236}">
                <a16:creationId xmlns:a16="http://schemas.microsoft.com/office/drawing/2014/main" id="{9C4633C1-8D3E-45A5-A522-817574663A85}"/>
              </a:ext>
            </a:extLst>
          </p:cNvPr>
          <p:cNvSpPr>
            <a:spLocks noGrp="1"/>
          </p:cNvSpPr>
          <p:nvPr>
            <p:ph type="title"/>
          </p:nvPr>
        </p:nvSpPr>
        <p:spPr bwMode="black"/>
        <p:txBody>
          <a:bodyPr vert="horz"/>
          <a:lstStyle>
            <a:lvl1pPr>
              <a:defRPr>
                <a:solidFill>
                  <a:srgbClr val="000028"/>
                </a:solidFill>
              </a:defRPr>
            </a:lvl1pPr>
          </a:lstStyle>
          <a:p>
            <a:r>
              <a:rPr lang="en-US"/>
              <a:t>Click to edit Master title style</a:t>
            </a:r>
          </a:p>
        </p:txBody>
      </p:sp>
      <p:sp>
        <p:nvSpPr>
          <p:cNvPr id="6" name="Table Placeholder" descr="Content table  frame">
            <a:extLst>
              <a:ext uri="{FF2B5EF4-FFF2-40B4-BE49-F238E27FC236}">
                <a16:creationId xmlns:a16="http://schemas.microsoft.com/office/drawing/2014/main" id="{D41D1FE0-EDDA-47B8-BF1F-831D4733C32A}"/>
              </a:ext>
            </a:extLst>
          </p:cNvPr>
          <p:cNvSpPr>
            <a:spLocks noGrp="1"/>
          </p:cNvSpPr>
          <p:nvPr>
            <p:ph type="tbl" sz="quarter" idx="12"/>
          </p:nvPr>
        </p:nvSpPr>
        <p:spPr bwMode="black">
          <a:xfrm>
            <a:off x="404812" y="1414461"/>
            <a:ext cx="11376026" cy="4392000"/>
          </a:xfrm>
        </p:spPr>
        <p:txBody>
          <a:bodyPr/>
          <a:lstStyle/>
          <a:p>
            <a:endParaRPr lang="en-US"/>
          </a:p>
        </p:txBody>
      </p:sp>
      <p:pic>
        <p:nvPicPr>
          <p:cNvPr id="9" name="Siemens Logo" descr="Siemens logo">
            <a:extLst>
              <a:ext uri="{FF2B5EF4-FFF2-40B4-BE49-F238E27FC236}">
                <a16:creationId xmlns:a16="http://schemas.microsoft.com/office/drawing/2014/main" id="{2EA6CE5F-6FF7-4E0A-AEB2-1A7C43CE05C1}"/>
              </a:ext>
              <a:ext uri="{C183D7F6-B498-43B3-948B-1728B52AA6E4}">
                <adec:decorative xmlns:adec="http://schemas.microsoft.com/office/drawing/2017/decorative" val="0"/>
              </a:ext>
            </a:extLst>
          </p:cNvPr>
          <p:cNvPicPr>
            <a:picLocks noChangeAspect="1"/>
          </p:cNvPicPr>
          <p:nvPr userDrawn="1"/>
        </p:nvPicPr>
        <p:blipFill>
          <a:blip r:embed="rId5" cstate="email">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p:blipFill>
        <p:spPr bwMode="black">
          <a:xfrm>
            <a:off x="10635188" y="6418800"/>
            <a:ext cx="1152000" cy="183168"/>
          </a:xfrm>
          <a:prstGeom prst="rect">
            <a:avLst/>
          </a:prstGeom>
        </p:spPr>
      </p:pic>
      <p:sp>
        <p:nvSpPr>
          <p:cNvPr id="3" name="Footer Placeholder" descr="Footer with copyright, author and department information, and date">
            <a:extLst>
              <a:ext uri="{FF2B5EF4-FFF2-40B4-BE49-F238E27FC236}">
                <a16:creationId xmlns:a16="http://schemas.microsoft.com/office/drawing/2014/main" id="{9CEA2FAD-1597-4F5C-878D-02CB854024F3}"/>
              </a:ext>
            </a:extLst>
          </p:cNvPr>
          <p:cNvSpPr>
            <a:spLocks noGrp="1"/>
          </p:cNvSpPr>
          <p:nvPr>
            <p:ph type="ftr" sz="quarter" idx="13"/>
          </p:nvPr>
        </p:nvSpPr>
        <p:spPr bwMode="black"/>
        <p:txBody>
          <a:bodyPr/>
          <a:lstStyle/>
          <a:p>
            <a:pPr>
              <a:lnSpc>
                <a:spcPct val="100000"/>
              </a:lnSpc>
            </a:pPr>
            <a:r>
              <a:rPr lang="en-US"/>
              <a:t>Restricted | © Siemens 2024 | SHERPA X | YYYY-MM-DD | Status: Draft</a:t>
            </a:r>
          </a:p>
        </p:txBody>
      </p:sp>
      <p:sp>
        <p:nvSpPr>
          <p:cNvPr id="5" name="Slide Number Placeholder">
            <a:extLst>
              <a:ext uri="{FF2B5EF4-FFF2-40B4-BE49-F238E27FC236}">
                <a16:creationId xmlns:a16="http://schemas.microsoft.com/office/drawing/2014/main" id="{CE0A22CB-5E69-4817-B713-C02B97CF6B91}"/>
              </a:ext>
              <a:ext uri="{C183D7F6-B498-43B3-948B-1728B52AA6E4}">
                <adec:decorative xmlns:adec="http://schemas.microsoft.com/office/drawing/2017/decorative" val="1"/>
              </a:ext>
            </a:extLst>
          </p:cNvPr>
          <p:cNvSpPr>
            <a:spLocks noGrp="1"/>
          </p:cNvSpPr>
          <p:nvPr>
            <p:ph type="sldNum" sz="quarter" idx="14"/>
          </p:nvPr>
        </p:nvSpPr>
        <p:spPr bwMode="black"/>
        <p:txBody>
          <a:bodyPr/>
          <a:lstStyle/>
          <a:p>
            <a:r>
              <a:rPr lang="en-US"/>
              <a:t>Page </a:t>
            </a:r>
            <a:fld id="{15EBE321-CBB1-4E91-BD14-37C8D44326FB}" type="slidenum">
              <a:rPr lang="en-US" smtClean="0"/>
              <a:pPr/>
              <a:t>‹#›</a:t>
            </a:fld>
            <a:endParaRPr lang="en-US"/>
          </a:p>
        </p:txBody>
      </p:sp>
      <p:pic>
        <p:nvPicPr>
          <p:cNvPr id="2" name="Imagem 1" descr="Uma imagem com Tipo de letra, Gráficos, texto, captura de ecrã&#10;&#10;Descrição gerada automaticamente">
            <a:extLst>
              <a:ext uri="{FF2B5EF4-FFF2-40B4-BE49-F238E27FC236}">
                <a16:creationId xmlns:a16="http://schemas.microsoft.com/office/drawing/2014/main" id="{91CC009F-904A-3B34-CD8E-992B6149546C}"/>
              </a:ext>
            </a:extLst>
          </p:cNvPr>
          <p:cNvPicPr>
            <a:picLocks noChangeAspect="1"/>
          </p:cNvPicPr>
          <p:nvPr userDrawn="1"/>
        </p:nvPicPr>
        <p:blipFill>
          <a:blip r:embed="rId7" cstate="email">
            <a:extLst>
              <a:ext uri="{28A0092B-C50C-407E-A947-70E740481C1C}">
                <a14:useLocalDpi xmlns:a14="http://schemas.microsoft.com/office/drawing/2010/main"/>
              </a:ext>
            </a:extLst>
          </a:blip>
          <a:stretch>
            <a:fillRect/>
          </a:stretch>
        </p:blipFill>
        <p:spPr>
          <a:xfrm>
            <a:off x="11025045" y="478800"/>
            <a:ext cx="755792" cy="755792"/>
          </a:xfrm>
          <a:prstGeom prst="rect">
            <a:avLst/>
          </a:prstGeom>
        </p:spPr>
      </p:pic>
    </p:spTree>
    <p:extLst>
      <p:ext uri="{BB962C8B-B14F-4D97-AF65-F5344CB8AC3E}">
        <p14:creationId xmlns:p14="http://schemas.microsoft.com/office/powerpoint/2010/main" val="2735472640"/>
      </p:ext>
    </p:extLst>
  </p:cSld>
  <p:clrMapOvr>
    <a:masterClrMapping/>
  </p:clrMapOvr>
  <p:extLst>
    <p:ext uri="{DCECCB84-F9BA-43D5-87BE-67443E8EF086}">
      <p15:sldGuideLst xmlns:p15="http://schemas.microsoft.com/office/powerpoint/2012/main">
        <p15:guide id="1" pos="259">
          <p15:clr>
            <a:srgbClr val="65CEFF"/>
          </p15:clr>
        </p15:guide>
        <p15:guide id="2" pos="6472">
          <p15:clr>
            <a:srgbClr val="65CEFF"/>
          </p15:clr>
        </p15:guide>
        <p15:guide id="3" pos="7425">
          <p15:clr>
            <a:srgbClr val="65CEFF"/>
          </p15:clr>
        </p15:guide>
        <p15:guide id="4" orient="horz" pos="302">
          <p15:clr>
            <a:srgbClr val="65CEFF"/>
          </p15:clr>
        </p15:guide>
        <p15:guide id="5" orient="horz" pos="664">
          <p15:clr>
            <a:srgbClr val="65CEFF"/>
          </p15:clr>
        </p15:guide>
        <p15:guide id="6" orient="horz" pos="891">
          <p15:clr>
            <a:srgbClr val="65CEFF"/>
          </p15:clr>
        </p15:guide>
        <p15:guide id="7" orient="horz" pos="3658">
          <p15:clr>
            <a:srgbClr val="65CEFF"/>
          </p15:clr>
        </p15:guide>
        <p15:guide id="8" orient="horz" pos="3885">
          <p15:clr>
            <a:srgbClr val="65CEFF"/>
          </p15:clr>
        </p15:guide>
        <p15:guide id="9" orient="horz" pos="4157">
          <p15:clr>
            <a:srgbClr val="65CEFF"/>
          </p15:clr>
        </p15:guide>
      </p15:sldGuideLst>
    </p:ext>
  </p:extLst>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Process flow">
    <p:bg>
      <p:bgRef idx="1001">
        <a:schemeClr val="bg2"/>
      </p:bgRef>
    </p:bg>
    <p:spTree>
      <p:nvGrpSpPr>
        <p:cNvPr id="1" name=""/>
        <p:cNvGrpSpPr/>
        <p:nvPr/>
      </p:nvGrpSpPr>
      <p:grpSpPr>
        <a:xfrm>
          <a:off x="0" y="0"/>
          <a:ext cx="0" cy="0"/>
          <a:chOff x="0" y="0"/>
          <a:chExt cx="0" cy="0"/>
        </a:xfrm>
      </p:grpSpPr>
      <p:graphicFrame>
        <p:nvGraphicFramePr>
          <p:cNvPr id="8" name="Object 7" hidden="1">
            <a:extLst>
              <a:ext uri="{FF2B5EF4-FFF2-40B4-BE49-F238E27FC236}">
                <a16:creationId xmlns:a16="http://schemas.microsoft.com/office/drawing/2014/main" id="{F82C904B-D4AC-EDB0-D560-B841D38E5A7B}"/>
              </a:ext>
            </a:extLst>
          </p:cNvPr>
          <p:cNvGraphicFramePr>
            <a:graphicFrameLocks noChangeAspect="1"/>
          </p:cNvGraphicFramePr>
          <p:nvPr userDrawn="1">
            <p:custDataLst>
              <p:tags r:id="rId1"/>
            </p:custDataLst>
            <p:extLst>
              <p:ext uri="{D42A27DB-BD31-4B8C-83A1-F6EECF244321}">
                <p14:modId xmlns:p14="http://schemas.microsoft.com/office/powerpoint/2010/main" val="412061801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663" imgH="664" progId="TCLayout.ActiveDocument.1">
                  <p:embed/>
                </p:oleObj>
              </mc:Choice>
              <mc:Fallback>
                <p:oleObj name="think-cell Slide" r:id="rId3" imgW="663" imgH="664" progId="TCLayout.ActiveDocument.1">
                  <p:embed/>
                  <p:pic>
                    <p:nvPicPr>
                      <p:cNvPr id="8" name="Object 7" hidden="1">
                        <a:extLst>
                          <a:ext uri="{FF2B5EF4-FFF2-40B4-BE49-F238E27FC236}">
                            <a16:creationId xmlns:a16="http://schemas.microsoft.com/office/drawing/2014/main" id="{F82C904B-D4AC-EDB0-D560-B841D38E5A7B}"/>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5" name="Title" descr="Slide headline">
            <a:extLst>
              <a:ext uri="{FF2B5EF4-FFF2-40B4-BE49-F238E27FC236}">
                <a16:creationId xmlns:a16="http://schemas.microsoft.com/office/drawing/2014/main" id="{9F2A455C-53B1-4792-8EA9-F00926C48E39}"/>
              </a:ext>
            </a:extLst>
          </p:cNvPr>
          <p:cNvSpPr>
            <a:spLocks noGrp="1"/>
          </p:cNvSpPr>
          <p:nvPr>
            <p:ph type="title"/>
          </p:nvPr>
        </p:nvSpPr>
        <p:spPr bwMode="black"/>
        <p:txBody>
          <a:bodyPr vert="horz"/>
          <a:lstStyle>
            <a:lvl1pPr>
              <a:defRPr>
                <a:solidFill>
                  <a:schemeClr val="tx1"/>
                </a:solidFill>
              </a:defRPr>
            </a:lvl1pPr>
          </a:lstStyle>
          <a:p>
            <a:r>
              <a:rPr lang="en-US"/>
              <a:t>Click to edit Master title style</a:t>
            </a:r>
          </a:p>
        </p:txBody>
      </p:sp>
      <p:sp>
        <p:nvSpPr>
          <p:cNvPr id="3" name="Copy 1" descr="Content text frame">
            <a:extLst>
              <a:ext uri="{FF2B5EF4-FFF2-40B4-BE49-F238E27FC236}">
                <a16:creationId xmlns:a16="http://schemas.microsoft.com/office/drawing/2014/main" id="{9CE7E2D8-94E8-4FE6-93A5-924CA3EC5315}"/>
              </a:ext>
            </a:extLst>
          </p:cNvPr>
          <p:cNvSpPr>
            <a:spLocks noGrp="1"/>
          </p:cNvSpPr>
          <p:nvPr>
            <p:ph idx="1"/>
          </p:nvPr>
        </p:nvSpPr>
        <p:spPr bwMode="black">
          <a:xfrm>
            <a:off x="411162" y="1414462"/>
            <a:ext cx="3600000" cy="4392000"/>
          </a:xfrm>
          <a:prstGeom prst="rect">
            <a:avLst/>
          </a:prstGeom>
          <a:ln w="19050">
            <a:solidFill>
              <a:srgbClr val="00BEDC"/>
            </a:solidFill>
          </a:ln>
        </p:spPr>
        <p:txBody>
          <a:bodyPr lIns="216000" tIns="144000" rIns="216000" bIns="144000">
            <a:noAutofit/>
          </a:bodyPr>
          <a:lstStyle>
            <a:lvl1pPr>
              <a:defRPr>
                <a:ln>
                  <a:noFill/>
                </a:ln>
              </a:defRPr>
            </a:lvl1pPr>
            <a:lvl2pPr>
              <a:buClr>
                <a:schemeClr val="tx1"/>
              </a:buClr>
              <a:defRPr>
                <a:ln>
                  <a:noFill/>
                </a:ln>
              </a:defRPr>
            </a:lvl2pPr>
            <a:lvl3pPr>
              <a:buClr>
                <a:schemeClr val="tx1"/>
              </a:buClr>
              <a:defRPr>
                <a:ln>
                  <a:noFill/>
                </a:ln>
              </a:defRPr>
            </a:lvl3pPr>
            <a:lvl4pPr>
              <a:buClr>
                <a:schemeClr val="tx1"/>
              </a:buClr>
              <a:defRPr>
                <a:ln>
                  <a:noFill/>
                </a:ln>
              </a:defRPr>
            </a:lvl4pPr>
            <a:lvl5pPr>
              <a:buClr>
                <a:schemeClr val="tx1"/>
              </a:buClr>
              <a:defRPr>
                <a:ln>
                  <a:noFill/>
                </a:ln>
              </a:defRPr>
            </a:lvl5pPr>
            <a:lvl6pPr>
              <a:buClr>
                <a:schemeClr val="tx1"/>
              </a:buClr>
              <a:defRPr>
                <a:ln>
                  <a:noFill/>
                </a:ln>
              </a:defRPr>
            </a:lvl6pPr>
            <a:lvl7pPr>
              <a:buClr>
                <a:schemeClr val="tx1"/>
              </a:buClr>
              <a:defRPr>
                <a:ln>
                  <a:noFill/>
                </a:ln>
              </a:defRPr>
            </a:lvl7pPr>
            <a:lvl8pPr>
              <a:buClr>
                <a:schemeClr val="tx1"/>
              </a:buClr>
              <a:defRPr>
                <a:ln>
                  <a:noFill/>
                </a:ln>
              </a:defRPr>
            </a:lvl8pPr>
            <a:lvl9pPr>
              <a:buClr>
                <a:schemeClr val="tx1"/>
              </a:buClr>
              <a:defRPr>
                <a:ln>
                  <a:noFill/>
                </a:ln>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11" name="Copy 2" descr="Content text frame">
            <a:extLst>
              <a:ext uri="{FF2B5EF4-FFF2-40B4-BE49-F238E27FC236}">
                <a16:creationId xmlns:a16="http://schemas.microsoft.com/office/drawing/2014/main" id="{3AC3CE10-0C4B-4A11-BA76-8CAFED13661C}"/>
              </a:ext>
            </a:extLst>
          </p:cNvPr>
          <p:cNvSpPr>
            <a:spLocks noGrp="1"/>
          </p:cNvSpPr>
          <p:nvPr>
            <p:ph idx="13"/>
          </p:nvPr>
        </p:nvSpPr>
        <p:spPr bwMode="black">
          <a:xfrm>
            <a:off x="4299176" y="1414462"/>
            <a:ext cx="3600000" cy="4392000"/>
          </a:xfrm>
          <a:prstGeom prst="rect">
            <a:avLst/>
          </a:prstGeom>
          <a:ln w="19050">
            <a:solidFill>
              <a:srgbClr val="00BEDC"/>
            </a:solidFill>
          </a:ln>
        </p:spPr>
        <p:txBody>
          <a:bodyPr lIns="216000" tIns="144000" rIns="216000" bIns="144000">
            <a:noAutofit/>
          </a:bodyPr>
          <a:lstStyle>
            <a:lvl1pPr>
              <a:defRPr>
                <a:ln>
                  <a:noFill/>
                </a:ln>
              </a:defRPr>
            </a:lvl1pPr>
            <a:lvl2pPr>
              <a:buClr>
                <a:schemeClr val="tx1"/>
              </a:buClr>
              <a:defRPr>
                <a:ln>
                  <a:noFill/>
                </a:ln>
              </a:defRPr>
            </a:lvl2pPr>
            <a:lvl3pPr>
              <a:buClr>
                <a:schemeClr val="tx1"/>
              </a:buClr>
              <a:defRPr>
                <a:ln>
                  <a:noFill/>
                </a:ln>
              </a:defRPr>
            </a:lvl3pPr>
            <a:lvl4pPr>
              <a:buClr>
                <a:schemeClr val="tx1"/>
              </a:buClr>
              <a:defRPr>
                <a:ln>
                  <a:noFill/>
                </a:ln>
              </a:defRPr>
            </a:lvl4pPr>
            <a:lvl5pPr>
              <a:buClr>
                <a:schemeClr val="tx1"/>
              </a:buClr>
              <a:defRPr>
                <a:ln>
                  <a:noFill/>
                </a:ln>
              </a:defRPr>
            </a:lvl5pPr>
            <a:lvl6pPr>
              <a:buClr>
                <a:schemeClr val="tx1"/>
              </a:buClr>
              <a:defRPr>
                <a:ln>
                  <a:noFill/>
                </a:ln>
              </a:defRPr>
            </a:lvl6pPr>
            <a:lvl7pPr>
              <a:buClr>
                <a:schemeClr val="tx1"/>
              </a:buClr>
              <a:defRPr>
                <a:ln>
                  <a:noFill/>
                </a:ln>
              </a:defRPr>
            </a:lvl7pPr>
            <a:lvl8pPr>
              <a:buClr>
                <a:schemeClr val="tx1"/>
              </a:buClr>
              <a:defRPr>
                <a:ln>
                  <a:noFill/>
                </a:ln>
              </a:defRPr>
            </a:lvl8pPr>
            <a:lvl9pPr>
              <a:buClr>
                <a:schemeClr val="tx1"/>
              </a:buClr>
              <a:defRPr>
                <a:ln>
                  <a:noFill/>
                </a:ln>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10" name="Copy 3" descr="Content text frame (highlight)">
            <a:extLst>
              <a:ext uri="{FF2B5EF4-FFF2-40B4-BE49-F238E27FC236}">
                <a16:creationId xmlns:a16="http://schemas.microsoft.com/office/drawing/2014/main" id="{E840DCCC-8E77-40B8-B94B-A4D3A4D77826}"/>
              </a:ext>
            </a:extLst>
          </p:cNvPr>
          <p:cNvSpPr>
            <a:spLocks noGrp="1"/>
          </p:cNvSpPr>
          <p:nvPr>
            <p:ph idx="12"/>
          </p:nvPr>
        </p:nvSpPr>
        <p:spPr bwMode="blackWhite">
          <a:xfrm>
            <a:off x="8187189" y="1414462"/>
            <a:ext cx="3600000" cy="4392000"/>
          </a:xfrm>
          <a:prstGeom prst="rect">
            <a:avLst/>
          </a:prstGeom>
          <a:solidFill>
            <a:srgbClr val="00BEDC"/>
          </a:solidFill>
          <a:ln w="19050">
            <a:solidFill>
              <a:srgbClr val="009999"/>
            </a:solidFill>
          </a:ln>
        </p:spPr>
        <p:txBody>
          <a:bodyPr lIns="216000" tIns="144000" rIns="216000" bIns="144000">
            <a:noAutofit/>
          </a:bodyPr>
          <a:lstStyle>
            <a:lvl1pPr>
              <a:defRPr>
                <a:solidFill>
                  <a:schemeClr val="tx1"/>
                </a:solidFill>
              </a:defRPr>
            </a:lvl1pPr>
            <a:lvl2pPr>
              <a:buClr>
                <a:schemeClr val="tx1"/>
              </a:buClr>
              <a:defRPr>
                <a:solidFill>
                  <a:schemeClr val="tx1"/>
                </a:solidFill>
              </a:defRPr>
            </a:lvl2pPr>
            <a:lvl3pPr>
              <a:buClr>
                <a:schemeClr val="tx1"/>
              </a:buClr>
              <a:defRPr>
                <a:solidFill>
                  <a:schemeClr val="tx1"/>
                </a:solidFill>
              </a:defRPr>
            </a:lvl3pPr>
            <a:lvl4pPr>
              <a:buClr>
                <a:schemeClr val="tx1"/>
              </a:buClr>
              <a:defRPr>
                <a:solidFill>
                  <a:schemeClr val="tx1"/>
                </a:solidFill>
              </a:defRPr>
            </a:lvl4pPr>
            <a:lvl5pPr>
              <a:buClr>
                <a:schemeClr val="tx1"/>
              </a:buClr>
              <a:defRPr>
                <a:solidFill>
                  <a:schemeClr val="tx1"/>
                </a:solidFill>
              </a:defRPr>
            </a:lvl5pPr>
            <a:lvl6pPr>
              <a:buClr>
                <a:schemeClr val="tx1"/>
              </a:buClr>
              <a:defRPr>
                <a:solidFill>
                  <a:schemeClr val="tx1"/>
                </a:solidFill>
              </a:defRPr>
            </a:lvl6pPr>
            <a:lvl7pPr>
              <a:buClr>
                <a:schemeClr val="tx1"/>
              </a:buClr>
              <a:defRPr>
                <a:solidFill>
                  <a:schemeClr val="tx1"/>
                </a:solidFill>
              </a:defRPr>
            </a:lvl7pPr>
            <a:lvl8pPr>
              <a:buClr>
                <a:schemeClr val="tx1"/>
              </a:buClr>
              <a:defRPr>
                <a:solidFill>
                  <a:schemeClr val="tx1"/>
                </a:solidFill>
              </a:defRPr>
            </a:lvl8pPr>
            <a:lvl9pPr>
              <a:buClr>
                <a:schemeClr val="tx1"/>
              </a:buClr>
              <a:defRPr>
                <a:solidFill>
                  <a:schemeClr val="tx1"/>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pic>
        <p:nvPicPr>
          <p:cNvPr id="9" name="Siemens Logo" descr="Siemens logo">
            <a:extLst>
              <a:ext uri="{FF2B5EF4-FFF2-40B4-BE49-F238E27FC236}">
                <a16:creationId xmlns:a16="http://schemas.microsoft.com/office/drawing/2014/main" id="{E5DDD55C-5C17-4BCD-A9BB-FE8A69DC48DE}"/>
              </a:ext>
              <a:ext uri="{C183D7F6-B498-43B3-948B-1728B52AA6E4}">
                <adec:decorative xmlns:adec="http://schemas.microsoft.com/office/drawing/2017/decorative" val="0"/>
              </a:ext>
            </a:extLst>
          </p:cNvPr>
          <p:cNvPicPr>
            <a:picLocks noChangeAspect="1"/>
          </p:cNvPicPr>
          <p:nvPr userDrawn="1"/>
        </p:nvPicPr>
        <p:blipFill>
          <a:blip r:embed="rId5" cstate="email">
            <a:extLst>
              <a:ext uri="{28A0092B-C50C-407E-A947-70E740481C1C}">
                <a14:useLocalDpi xmlns:a14="http://schemas.microsoft.com/office/drawing/2010/main"/>
              </a:ext>
              <a:ext uri="{96DAC541-7B7A-43D3-8B79-37D633B846F1}">
                <asvg:svgBlip xmlns:asvg="http://schemas.microsoft.com/office/drawing/2016/SVG/main" r:embed="rId6"/>
              </a:ext>
            </a:extLst>
          </a:blip>
          <a:srcRect/>
          <a:stretch/>
        </p:blipFill>
        <p:spPr bwMode="black">
          <a:xfrm>
            <a:off x="10635188" y="6418800"/>
            <a:ext cx="1152000" cy="183168"/>
          </a:xfrm>
          <a:prstGeom prst="rect">
            <a:avLst/>
          </a:prstGeom>
        </p:spPr>
      </p:pic>
      <p:sp>
        <p:nvSpPr>
          <p:cNvPr id="6" name="Footer Placeholder" descr="Footer with copyright, author and department information, and date">
            <a:extLst>
              <a:ext uri="{FF2B5EF4-FFF2-40B4-BE49-F238E27FC236}">
                <a16:creationId xmlns:a16="http://schemas.microsoft.com/office/drawing/2014/main" id="{91FCCEDD-7521-4BD5-8A32-A62DA6246709}"/>
              </a:ext>
            </a:extLst>
          </p:cNvPr>
          <p:cNvSpPr>
            <a:spLocks noGrp="1"/>
          </p:cNvSpPr>
          <p:nvPr>
            <p:ph type="ftr" sz="quarter" idx="14"/>
          </p:nvPr>
        </p:nvSpPr>
        <p:spPr bwMode="black"/>
        <p:txBody>
          <a:bodyPr/>
          <a:lstStyle/>
          <a:p>
            <a:pPr>
              <a:lnSpc>
                <a:spcPct val="100000"/>
              </a:lnSpc>
            </a:pPr>
            <a:r>
              <a:rPr lang="en-US"/>
              <a:t>Restricted | © Siemens 2024 | SHERPA X | YYYY-MM-DD | Status: Draft</a:t>
            </a:r>
          </a:p>
        </p:txBody>
      </p:sp>
      <p:sp>
        <p:nvSpPr>
          <p:cNvPr id="7" name="Slide Number Placeholder">
            <a:extLst>
              <a:ext uri="{FF2B5EF4-FFF2-40B4-BE49-F238E27FC236}">
                <a16:creationId xmlns:a16="http://schemas.microsoft.com/office/drawing/2014/main" id="{DC2AAE3E-7F56-4838-BCE7-6B966549F4DA}"/>
              </a:ext>
              <a:ext uri="{C183D7F6-B498-43B3-948B-1728B52AA6E4}">
                <adec:decorative xmlns:adec="http://schemas.microsoft.com/office/drawing/2017/decorative" val="1"/>
              </a:ext>
            </a:extLst>
          </p:cNvPr>
          <p:cNvSpPr>
            <a:spLocks noGrp="1"/>
          </p:cNvSpPr>
          <p:nvPr>
            <p:ph type="sldNum" sz="quarter" idx="15"/>
          </p:nvPr>
        </p:nvSpPr>
        <p:spPr bwMode="black"/>
        <p:txBody>
          <a:bodyPr/>
          <a:lstStyle/>
          <a:p>
            <a:r>
              <a:rPr lang="en-US"/>
              <a:t>Page </a:t>
            </a:r>
            <a:fld id="{15EBE321-CBB1-4E91-BD14-37C8D44326FB}" type="slidenum">
              <a:rPr lang="en-US" smtClean="0"/>
              <a:pPr/>
              <a:t>‹#›</a:t>
            </a:fld>
            <a:endParaRPr lang="en-US"/>
          </a:p>
        </p:txBody>
      </p:sp>
    </p:spTree>
    <p:extLst>
      <p:ext uri="{BB962C8B-B14F-4D97-AF65-F5344CB8AC3E}">
        <p14:creationId xmlns:p14="http://schemas.microsoft.com/office/powerpoint/2010/main" val="4186549126"/>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259">
          <p15:clr>
            <a:srgbClr val="65CEFF"/>
          </p15:clr>
        </p15:guide>
        <p15:guide id="2" pos="2526">
          <p15:clr>
            <a:srgbClr val="65CEFF"/>
          </p15:clr>
        </p15:guide>
        <p15:guide id="3" pos="2708">
          <p15:clr>
            <a:srgbClr val="65CEFF"/>
          </p15:clr>
        </p15:guide>
        <p15:guide id="4" pos="4975">
          <p15:clr>
            <a:srgbClr val="65CEFF"/>
          </p15:clr>
        </p15:guide>
        <p15:guide id="5" pos="5157">
          <p15:clr>
            <a:srgbClr val="65CEFF"/>
          </p15:clr>
        </p15:guide>
        <p15:guide id="6" pos="6472">
          <p15:clr>
            <a:srgbClr val="65CEFF"/>
          </p15:clr>
        </p15:guide>
        <p15:guide id="7" pos="7425">
          <p15:clr>
            <a:srgbClr val="65CEFF"/>
          </p15:clr>
        </p15:guide>
        <p15:guide id="8" orient="horz" pos="302">
          <p15:clr>
            <a:srgbClr val="65CEFF"/>
          </p15:clr>
        </p15:guide>
        <p15:guide id="9" orient="horz" pos="664">
          <p15:clr>
            <a:srgbClr val="65CEFF"/>
          </p15:clr>
        </p15:guide>
        <p15:guide id="10" orient="horz" pos="891">
          <p15:clr>
            <a:srgbClr val="65CEFF"/>
          </p15:clr>
        </p15:guide>
        <p15:guide id="11" orient="horz" pos="3658">
          <p15:clr>
            <a:srgbClr val="65CEFF"/>
          </p15:clr>
        </p15:guide>
        <p15:guide id="12" orient="horz" pos="3885">
          <p15:clr>
            <a:srgbClr val="65CEFF"/>
          </p15:clr>
        </p15:guide>
        <p15:guide id="13" orient="horz" pos="4157">
          <p15:clr>
            <a:srgbClr val="65CEFF"/>
          </p15:clr>
        </p15:guide>
      </p15:sldGuideLst>
    </p:ext>
  </p:extLst>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Quote dark">
    <p:bg>
      <p:bgPr>
        <a:solidFill>
          <a:schemeClr val="bg2"/>
        </a:solidFill>
        <a:effectLst/>
      </p:bgPr>
    </p:bg>
    <p:spTree>
      <p:nvGrpSpPr>
        <p:cNvPr id="1" name=""/>
        <p:cNvGrpSpPr/>
        <p:nvPr/>
      </p:nvGrpSpPr>
      <p:grpSpPr>
        <a:xfrm>
          <a:off x="0" y="0"/>
          <a:ext cx="0" cy="0"/>
          <a:chOff x="0" y="0"/>
          <a:chExt cx="0" cy="0"/>
        </a:xfrm>
      </p:grpSpPr>
      <p:sp>
        <p:nvSpPr>
          <p:cNvPr id="4" name="Title">
            <a:extLst>
              <a:ext uri="{FF2B5EF4-FFF2-40B4-BE49-F238E27FC236}">
                <a16:creationId xmlns:a16="http://schemas.microsoft.com/office/drawing/2014/main" id="{00B813CE-4DD6-4EAD-800B-047C0542F19B}"/>
              </a:ext>
            </a:extLst>
          </p:cNvPr>
          <p:cNvSpPr>
            <a:spLocks noGrp="1"/>
          </p:cNvSpPr>
          <p:nvPr>
            <p:ph type="title"/>
          </p:nvPr>
        </p:nvSpPr>
        <p:spPr>
          <a:xfrm>
            <a:off x="410400" y="-540000"/>
            <a:ext cx="9863997" cy="360000"/>
          </a:xfrm>
        </p:spPr>
        <p:txBody>
          <a:bodyPr/>
          <a:lstStyle>
            <a:lvl1pPr>
              <a:defRPr b="0">
                <a:solidFill>
                  <a:schemeClr val="accent1">
                    <a:alpha val="0"/>
                  </a:schemeClr>
                </a:solidFill>
              </a:defRPr>
            </a:lvl1pPr>
          </a:lstStyle>
          <a:p>
            <a:r>
              <a:rPr lang="en-US"/>
              <a:t>Click to edit Master title style</a:t>
            </a:r>
          </a:p>
        </p:txBody>
      </p:sp>
      <p:sp>
        <p:nvSpPr>
          <p:cNvPr id="7" name="Copy" descr="Quote text frame">
            <a:extLst>
              <a:ext uri="{FF2B5EF4-FFF2-40B4-BE49-F238E27FC236}">
                <a16:creationId xmlns:a16="http://schemas.microsoft.com/office/drawing/2014/main" id="{9E21D6DF-C9DB-4F02-863A-C5513347A27E}"/>
              </a:ext>
            </a:extLst>
          </p:cNvPr>
          <p:cNvSpPr>
            <a:spLocks noGrp="1"/>
          </p:cNvSpPr>
          <p:nvPr>
            <p:ph type="body" sz="quarter" idx="12" hasCustomPrompt="1"/>
          </p:nvPr>
        </p:nvSpPr>
        <p:spPr bwMode="black">
          <a:xfrm>
            <a:off x="1022400" y="1702799"/>
            <a:ext cx="9252000" cy="4104000"/>
          </a:xfrm>
        </p:spPr>
        <p:txBody>
          <a:bodyPr>
            <a:noAutofit/>
          </a:bodyPr>
          <a:lstStyle>
            <a:lvl1pPr marL="0">
              <a:lnSpc>
                <a:spcPct val="110000"/>
              </a:lnSpc>
              <a:spcAft>
                <a:spcPts val="0"/>
              </a:spcAft>
              <a:defRPr sz="4800" b="0">
                <a:solidFill>
                  <a:schemeClr val="tx1"/>
                </a:solidFill>
              </a:defRPr>
            </a:lvl1pPr>
            <a:lvl2pPr marL="36000" indent="0">
              <a:lnSpc>
                <a:spcPct val="110000"/>
              </a:lnSpc>
              <a:spcBef>
                <a:spcPts val="600"/>
              </a:spcBef>
              <a:spcAft>
                <a:spcPts val="0"/>
              </a:spcAft>
              <a:buNone/>
              <a:defRPr sz="1800"/>
            </a:lvl2pPr>
            <a:lvl3pPr marL="36000" indent="0">
              <a:lnSpc>
                <a:spcPct val="110000"/>
              </a:lnSpc>
              <a:spcBef>
                <a:spcPts val="600"/>
              </a:spcBef>
              <a:spcAft>
                <a:spcPts val="0"/>
              </a:spcAft>
              <a:buNone/>
              <a:defRPr sz="1800">
                <a:solidFill>
                  <a:schemeClr val="tx1"/>
                </a:solidFill>
              </a:defRPr>
            </a:lvl3pPr>
            <a:lvl4pPr marL="0" indent="0">
              <a:lnSpc>
                <a:spcPct val="110000"/>
              </a:lnSpc>
              <a:spcAft>
                <a:spcPts val="0"/>
              </a:spcAft>
              <a:buNone/>
              <a:defRPr sz="4800"/>
            </a:lvl4pPr>
            <a:lvl5pPr marL="0" indent="0">
              <a:lnSpc>
                <a:spcPct val="110000"/>
              </a:lnSpc>
              <a:spcAft>
                <a:spcPts val="0"/>
              </a:spcAft>
              <a:buNone/>
              <a:defRPr sz="4800"/>
            </a:lvl5pPr>
          </a:lstStyle>
          <a:p>
            <a:pPr lvl="0"/>
            <a:r>
              <a:rPr lang="en-US"/>
              <a:t>Please insert quote here</a:t>
            </a:r>
          </a:p>
          <a:p>
            <a:pPr lvl="1"/>
            <a:r>
              <a:rPr lang="en-US"/>
              <a:t>Name, Author</a:t>
            </a:r>
          </a:p>
        </p:txBody>
      </p:sp>
      <p:sp>
        <p:nvSpPr>
          <p:cNvPr id="11" name="Quote marks">
            <a:extLst>
              <a:ext uri="{FF2B5EF4-FFF2-40B4-BE49-F238E27FC236}">
                <a16:creationId xmlns:a16="http://schemas.microsoft.com/office/drawing/2014/main" id="{916E4245-F21C-4EAB-8B26-FEA21C26067F}"/>
              </a:ext>
              <a:ext uri="{C183D7F6-B498-43B3-948B-1728B52AA6E4}">
                <adec:decorative xmlns:adec="http://schemas.microsoft.com/office/drawing/2017/decorative" val="1"/>
              </a:ext>
            </a:extLst>
          </p:cNvPr>
          <p:cNvSpPr/>
          <p:nvPr userDrawn="1"/>
        </p:nvSpPr>
        <p:spPr bwMode="ltGray">
          <a:xfrm>
            <a:off x="1058400" y="766763"/>
            <a:ext cx="907891" cy="647700"/>
          </a:xfrm>
          <a:custGeom>
            <a:avLst/>
            <a:gdLst>
              <a:gd name="connsiteX0" fmla="*/ 0 w 2619164"/>
              <a:gd name="connsiteY0" fmla="*/ 1868543 h 1868542"/>
              <a:gd name="connsiteX1" fmla="*/ 742610 w 2619164"/>
              <a:gd name="connsiteY1" fmla="*/ 0 h 1868542"/>
              <a:gd name="connsiteX2" fmla="*/ 1318210 w 2619164"/>
              <a:gd name="connsiteY2" fmla="*/ 0 h 1868542"/>
              <a:gd name="connsiteX3" fmla="*/ 742610 w 2619164"/>
              <a:gd name="connsiteY3" fmla="*/ 1868543 h 1868542"/>
              <a:gd name="connsiteX4" fmla="*/ 0 w 2619164"/>
              <a:gd name="connsiteY4" fmla="*/ 1868543 h 1868542"/>
              <a:gd name="connsiteX5" fmla="*/ 1300954 w 2619164"/>
              <a:gd name="connsiteY5" fmla="*/ 1868543 h 1868542"/>
              <a:gd name="connsiteX6" fmla="*/ 2043564 w 2619164"/>
              <a:gd name="connsiteY6" fmla="*/ 0 h 1868542"/>
              <a:gd name="connsiteX7" fmla="*/ 2619164 w 2619164"/>
              <a:gd name="connsiteY7" fmla="*/ 0 h 1868542"/>
              <a:gd name="connsiteX8" fmla="*/ 2043564 w 2619164"/>
              <a:gd name="connsiteY8" fmla="*/ 1868543 h 1868542"/>
              <a:gd name="connsiteX9" fmla="*/ 1300954 w 2619164"/>
              <a:gd name="connsiteY9" fmla="*/ 1868543 h 18685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619164" h="1868542">
                <a:moveTo>
                  <a:pt x="0" y="1868543"/>
                </a:moveTo>
                <a:lnTo>
                  <a:pt x="742610" y="0"/>
                </a:lnTo>
                <a:lnTo>
                  <a:pt x="1318210" y="0"/>
                </a:lnTo>
                <a:lnTo>
                  <a:pt x="742610" y="1868543"/>
                </a:lnTo>
                <a:lnTo>
                  <a:pt x="0" y="1868543"/>
                </a:lnTo>
                <a:close/>
                <a:moveTo>
                  <a:pt x="1300954" y="1868543"/>
                </a:moveTo>
                <a:lnTo>
                  <a:pt x="2043564" y="0"/>
                </a:lnTo>
                <a:lnTo>
                  <a:pt x="2619164" y="0"/>
                </a:lnTo>
                <a:lnTo>
                  <a:pt x="2043564" y="1868543"/>
                </a:lnTo>
                <a:lnTo>
                  <a:pt x="1300954" y="1868543"/>
                </a:lnTo>
                <a:close/>
              </a:path>
            </a:pathLst>
          </a:custGeom>
          <a:gradFill>
            <a:gsLst>
              <a:gs pos="15000">
                <a:srgbClr val="00FFB9"/>
              </a:gs>
              <a:gs pos="80000">
                <a:srgbClr val="00E6DC"/>
              </a:gs>
            </a:gsLst>
            <a:lin ang="5400000" scaled="1"/>
          </a:gradFill>
          <a:ln w="61580" cap="flat">
            <a:noFill/>
            <a:prstDash val="solid"/>
            <a:miter/>
          </a:ln>
        </p:spPr>
        <p:txBody>
          <a:bodyPr rtlCol="0" anchor="ctr"/>
          <a:lstStyle/>
          <a:p>
            <a:endParaRPr lang="en-US"/>
          </a:p>
        </p:txBody>
      </p:sp>
      <p:pic>
        <p:nvPicPr>
          <p:cNvPr id="8" name="Siemens Logo" descr="Siemens logo">
            <a:extLst>
              <a:ext uri="{FF2B5EF4-FFF2-40B4-BE49-F238E27FC236}">
                <a16:creationId xmlns:a16="http://schemas.microsoft.com/office/drawing/2014/main" id="{AF2E271F-5AF7-408E-9752-03D1D6448EAA}"/>
              </a:ext>
              <a:ext uri="{C183D7F6-B498-43B3-948B-1728B52AA6E4}">
                <adec:decorative xmlns:adec="http://schemas.microsoft.com/office/drawing/2017/decorative" val="0"/>
              </a:ext>
            </a:extLst>
          </p:cNvPr>
          <p:cNvPicPr>
            <a:picLocks noChangeAspect="1"/>
          </p:cNvPicPr>
          <p:nvPr userDrawn="1"/>
        </p:nvPicPr>
        <p:blipFill>
          <a:blip r:embed="rId2" cstate="email">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p:blipFill>
        <p:spPr bwMode="black">
          <a:xfrm>
            <a:off x="10635188" y="6418800"/>
            <a:ext cx="1152000" cy="183168"/>
          </a:xfrm>
          <a:prstGeom prst="rect">
            <a:avLst/>
          </a:prstGeom>
        </p:spPr>
      </p:pic>
      <p:sp>
        <p:nvSpPr>
          <p:cNvPr id="2" name="Footer Placeholder" descr="Footer with copyright, author and department information, and date">
            <a:extLst>
              <a:ext uri="{FF2B5EF4-FFF2-40B4-BE49-F238E27FC236}">
                <a16:creationId xmlns:a16="http://schemas.microsoft.com/office/drawing/2014/main" id="{EC4F35EF-AC94-4800-9CB7-CA49CAFDD249}"/>
              </a:ext>
            </a:extLst>
          </p:cNvPr>
          <p:cNvSpPr>
            <a:spLocks noGrp="1"/>
          </p:cNvSpPr>
          <p:nvPr>
            <p:ph type="ftr" sz="quarter" idx="13"/>
          </p:nvPr>
        </p:nvSpPr>
        <p:spPr bwMode="black"/>
        <p:txBody>
          <a:bodyPr/>
          <a:lstStyle/>
          <a:p>
            <a:pPr>
              <a:lnSpc>
                <a:spcPct val="100000"/>
              </a:lnSpc>
            </a:pPr>
            <a:r>
              <a:rPr lang="en-US"/>
              <a:t>Restricted | © Siemens 2024 | SHERPA X | YYYY-MM-DD | Status: Draft</a:t>
            </a:r>
          </a:p>
        </p:txBody>
      </p:sp>
      <p:sp>
        <p:nvSpPr>
          <p:cNvPr id="3" name="Slide Number Placeholder">
            <a:extLst>
              <a:ext uri="{FF2B5EF4-FFF2-40B4-BE49-F238E27FC236}">
                <a16:creationId xmlns:a16="http://schemas.microsoft.com/office/drawing/2014/main" id="{CCC7FBE7-01B9-4EC8-8BE1-F416F7C5B7AA}"/>
              </a:ext>
              <a:ext uri="{C183D7F6-B498-43B3-948B-1728B52AA6E4}">
                <adec:decorative xmlns:adec="http://schemas.microsoft.com/office/drawing/2017/decorative" val="1"/>
              </a:ext>
            </a:extLst>
          </p:cNvPr>
          <p:cNvSpPr>
            <a:spLocks noGrp="1"/>
          </p:cNvSpPr>
          <p:nvPr>
            <p:ph type="sldNum" sz="quarter" idx="14"/>
          </p:nvPr>
        </p:nvSpPr>
        <p:spPr bwMode="black"/>
        <p:txBody>
          <a:bodyPr/>
          <a:lstStyle/>
          <a:p>
            <a:r>
              <a:rPr lang="en-US"/>
              <a:t>Page </a:t>
            </a:r>
            <a:fld id="{15EBE321-CBB1-4E91-BD14-37C8D44326FB}" type="slidenum">
              <a:rPr lang="en-US" smtClean="0"/>
              <a:pPr/>
              <a:t>‹#›</a:t>
            </a:fld>
            <a:endParaRPr lang="en-US"/>
          </a:p>
        </p:txBody>
      </p:sp>
    </p:spTree>
    <p:extLst>
      <p:ext uri="{BB962C8B-B14F-4D97-AF65-F5344CB8AC3E}">
        <p14:creationId xmlns:p14="http://schemas.microsoft.com/office/powerpoint/2010/main" val="704072735"/>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259">
          <p15:clr>
            <a:srgbClr val="65CEFF"/>
          </p15:clr>
        </p15:guide>
        <p15:guide id="2" pos="6472">
          <p15:clr>
            <a:srgbClr val="65CEFF"/>
          </p15:clr>
        </p15:guide>
        <p15:guide id="3" pos="7425">
          <p15:clr>
            <a:srgbClr val="65CEFF"/>
          </p15:clr>
        </p15:guide>
        <p15:guide id="4" orient="horz" pos="891">
          <p15:clr>
            <a:srgbClr val="65CEFF"/>
          </p15:clr>
        </p15:guide>
        <p15:guide id="5" orient="horz" pos="1073">
          <p15:clr>
            <a:srgbClr val="65CEFF"/>
          </p15:clr>
        </p15:guide>
        <p15:guide id="6" orient="horz" pos="3658">
          <p15:clr>
            <a:srgbClr val="65CEFF"/>
          </p15:clr>
        </p15:guide>
        <p15:guide id="7" orient="horz" pos="3885">
          <p15:clr>
            <a:srgbClr val="65CEFF"/>
          </p15:clr>
        </p15:guide>
        <p15:guide id="8" orient="horz" pos="4157">
          <p15:clr>
            <a:srgbClr val="65CEFF"/>
          </p15:clr>
        </p15:guide>
      </p15:sldGuideLst>
    </p:ext>
  </p:extLst>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Quote light">
    <p:spTree>
      <p:nvGrpSpPr>
        <p:cNvPr id="1" name=""/>
        <p:cNvGrpSpPr/>
        <p:nvPr/>
      </p:nvGrpSpPr>
      <p:grpSpPr>
        <a:xfrm>
          <a:off x="0" y="0"/>
          <a:ext cx="0" cy="0"/>
          <a:chOff x="0" y="0"/>
          <a:chExt cx="0" cy="0"/>
        </a:xfrm>
      </p:grpSpPr>
      <p:graphicFrame>
        <p:nvGraphicFramePr>
          <p:cNvPr id="8" name="Object 7" hidden="1">
            <a:extLst>
              <a:ext uri="{FF2B5EF4-FFF2-40B4-BE49-F238E27FC236}">
                <a16:creationId xmlns:a16="http://schemas.microsoft.com/office/drawing/2014/main" id="{DC4093E6-4FDF-8AED-2D7C-E73D45025E6B}"/>
              </a:ext>
            </a:extLst>
          </p:cNvPr>
          <p:cNvGraphicFramePr>
            <a:graphicFrameLocks noChangeAspect="1"/>
          </p:cNvGraphicFramePr>
          <p:nvPr userDrawn="1">
            <p:custDataLst>
              <p:tags r:id="rId1"/>
            </p:custDataLst>
            <p:extLst>
              <p:ext uri="{D42A27DB-BD31-4B8C-83A1-F6EECF244321}">
                <p14:modId xmlns:p14="http://schemas.microsoft.com/office/powerpoint/2010/main" val="262922196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663" imgH="664" progId="TCLayout.ActiveDocument.1">
                  <p:embed/>
                </p:oleObj>
              </mc:Choice>
              <mc:Fallback>
                <p:oleObj name="think-cell Slide" r:id="rId3" imgW="663" imgH="664" progId="TCLayout.ActiveDocument.1">
                  <p:embed/>
                  <p:pic>
                    <p:nvPicPr>
                      <p:cNvPr id="8" name="Object 7" hidden="1">
                        <a:extLst>
                          <a:ext uri="{FF2B5EF4-FFF2-40B4-BE49-F238E27FC236}">
                            <a16:creationId xmlns:a16="http://schemas.microsoft.com/office/drawing/2014/main" id="{DC4093E6-4FDF-8AED-2D7C-E73D45025E6B}"/>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7" name="Copy" descr="Quote text frame">
            <a:extLst>
              <a:ext uri="{FF2B5EF4-FFF2-40B4-BE49-F238E27FC236}">
                <a16:creationId xmlns:a16="http://schemas.microsoft.com/office/drawing/2014/main" id="{9E21D6DF-C9DB-4F02-863A-C5513347A27E}"/>
              </a:ext>
            </a:extLst>
          </p:cNvPr>
          <p:cNvSpPr>
            <a:spLocks noGrp="1"/>
          </p:cNvSpPr>
          <p:nvPr>
            <p:ph type="body" sz="quarter" idx="12" hasCustomPrompt="1"/>
          </p:nvPr>
        </p:nvSpPr>
        <p:spPr bwMode="black">
          <a:xfrm>
            <a:off x="1022400" y="1702799"/>
            <a:ext cx="9252760" cy="4104000"/>
          </a:xfrm>
        </p:spPr>
        <p:txBody>
          <a:bodyPr>
            <a:noAutofit/>
          </a:bodyPr>
          <a:lstStyle>
            <a:lvl1pPr marL="0">
              <a:lnSpc>
                <a:spcPct val="110000"/>
              </a:lnSpc>
              <a:spcAft>
                <a:spcPts val="0"/>
              </a:spcAft>
              <a:defRPr sz="4800" b="0">
                <a:solidFill>
                  <a:schemeClr val="tx2"/>
                </a:solidFill>
              </a:defRPr>
            </a:lvl1pPr>
            <a:lvl2pPr marL="36000" indent="0">
              <a:lnSpc>
                <a:spcPct val="110000"/>
              </a:lnSpc>
              <a:spcBef>
                <a:spcPts val="600"/>
              </a:spcBef>
              <a:spcAft>
                <a:spcPts val="0"/>
              </a:spcAft>
              <a:buNone/>
              <a:defRPr sz="1800">
                <a:solidFill>
                  <a:schemeClr val="tx2"/>
                </a:solidFill>
              </a:defRPr>
            </a:lvl2pPr>
            <a:lvl3pPr marL="36000" indent="0">
              <a:lnSpc>
                <a:spcPct val="110000"/>
              </a:lnSpc>
              <a:spcBef>
                <a:spcPts val="600"/>
              </a:spcBef>
              <a:spcAft>
                <a:spcPts val="0"/>
              </a:spcAft>
              <a:buNone/>
              <a:defRPr sz="1800">
                <a:solidFill>
                  <a:schemeClr val="accent1"/>
                </a:solidFill>
              </a:defRPr>
            </a:lvl3pPr>
            <a:lvl4pPr marL="0" indent="0">
              <a:lnSpc>
                <a:spcPct val="110000"/>
              </a:lnSpc>
              <a:spcAft>
                <a:spcPts val="0"/>
              </a:spcAft>
              <a:buNone/>
              <a:defRPr sz="4800"/>
            </a:lvl4pPr>
            <a:lvl5pPr marL="0" indent="0">
              <a:lnSpc>
                <a:spcPct val="110000"/>
              </a:lnSpc>
              <a:spcAft>
                <a:spcPts val="0"/>
              </a:spcAft>
              <a:buNone/>
              <a:defRPr sz="4800"/>
            </a:lvl5pPr>
          </a:lstStyle>
          <a:p>
            <a:pPr lvl="0"/>
            <a:r>
              <a:rPr lang="en-US"/>
              <a:t>Please insert quote here</a:t>
            </a:r>
          </a:p>
          <a:p>
            <a:pPr lvl="1"/>
            <a:r>
              <a:rPr lang="en-US"/>
              <a:t>Name, Author</a:t>
            </a:r>
          </a:p>
        </p:txBody>
      </p:sp>
      <p:sp>
        <p:nvSpPr>
          <p:cNvPr id="12" name="Quote marks">
            <a:extLst>
              <a:ext uri="{FF2B5EF4-FFF2-40B4-BE49-F238E27FC236}">
                <a16:creationId xmlns:a16="http://schemas.microsoft.com/office/drawing/2014/main" id="{58EF2AB0-A78A-44C9-9A7D-F20D9ED854E0}"/>
              </a:ext>
              <a:ext uri="{C183D7F6-B498-43B3-948B-1728B52AA6E4}">
                <adec:decorative xmlns:adec="http://schemas.microsoft.com/office/drawing/2017/decorative" val="1"/>
              </a:ext>
            </a:extLst>
          </p:cNvPr>
          <p:cNvSpPr/>
          <p:nvPr/>
        </p:nvSpPr>
        <p:spPr bwMode="ltGray">
          <a:xfrm>
            <a:off x="1058400" y="766763"/>
            <a:ext cx="907891" cy="647700"/>
          </a:xfrm>
          <a:custGeom>
            <a:avLst/>
            <a:gdLst>
              <a:gd name="connsiteX0" fmla="*/ 0 w 2619164"/>
              <a:gd name="connsiteY0" fmla="*/ 1868543 h 1868542"/>
              <a:gd name="connsiteX1" fmla="*/ 742610 w 2619164"/>
              <a:gd name="connsiteY1" fmla="*/ 0 h 1868542"/>
              <a:gd name="connsiteX2" fmla="*/ 1318210 w 2619164"/>
              <a:gd name="connsiteY2" fmla="*/ 0 h 1868542"/>
              <a:gd name="connsiteX3" fmla="*/ 742610 w 2619164"/>
              <a:gd name="connsiteY3" fmla="*/ 1868543 h 1868542"/>
              <a:gd name="connsiteX4" fmla="*/ 0 w 2619164"/>
              <a:gd name="connsiteY4" fmla="*/ 1868543 h 1868542"/>
              <a:gd name="connsiteX5" fmla="*/ 1300954 w 2619164"/>
              <a:gd name="connsiteY5" fmla="*/ 1868543 h 1868542"/>
              <a:gd name="connsiteX6" fmla="*/ 2043564 w 2619164"/>
              <a:gd name="connsiteY6" fmla="*/ 0 h 1868542"/>
              <a:gd name="connsiteX7" fmla="*/ 2619164 w 2619164"/>
              <a:gd name="connsiteY7" fmla="*/ 0 h 1868542"/>
              <a:gd name="connsiteX8" fmla="*/ 2043564 w 2619164"/>
              <a:gd name="connsiteY8" fmla="*/ 1868543 h 1868542"/>
              <a:gd name="connsiteX9" fmla="*/ 1300954 w 2619164"/>
              <a:gd name="connsiteY9" fmla="*/ 1868543 h 18685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619164" h="1868542">
                <a:moveTo>
                  <a:pt x="0" y="1868543"/>
                </a:moveTo>
                <a:lnTo>
                  <a:pt x="742610" y="0"/>
                </a:lnTo>
                <a:lnTo>
                  <a:pt x="1318210" y="0"/>
                </a:lnTo>
                <a:lnTo>
                  <a:pt x="742610" y="1868543"/>
                </a:lnTo>
                <a:lnTo>
                  <a:pt x="0" y="1868543"/>
                </a:lnTo>
                <a:close/>
                <a:moveTo>
                  <a:pt x="1300954" y="1868543"/>
                </a:moveTo>
                <a:lnTo>
                  <a:pt x="2043564" y="0"/>
                </a:lnTo>
                <a:lnTo>
                  <a:pt x="2619164" y="0"/>
                </a:lnTo>
                <a:lnTo>
                  <a:pt x="2043564" y="1868543"/>
                </a:lnTo>
                <a:lnTo>
                  <a:pt x="1300954" y="1868543"/>
                </a:lnTo>
                <a:close/>
              </a:path>
            </a:pathLst>
          </a:custGeom>
          <a:gradFill>
            <a:gsLst>
              <a:gs pos="15000">
                <a:srgbClr val="00FFB9"/>
              </a:gs>
              <a:gs pos="80000">
                <a:srgbClr val="00E6DC"/>
              </a:gs>
            </a:gsLst>
            <a:lin ang="5400000" scaled="1"/>
          </a:gradFill>
          <a:ln w="61580" cap="flat">
            <a:noFill/>
            <a:prstDash val="solid"/>
            <a:miter/>
          </a:ln>
        </p:spPr>
        <p:txBody>
          <a:bodyPr rtlCol="0" anchor="ctr"/>
          <a:lstStyle/>
          <a:p>
            <a:endParaRPr lang="en-US"/>
          </a:p>
        </p:txBody>
      </p:sp>
      <p:pic>
        <p:nvPicPr>
          <p:cNvPr id="4" name="Siemens Logo" descr="Siemens logo">
            <a:extLst>
              <a:ext uri="{FF2B5EF4-FFF2-40B4-BE49-F238E27FC236}">
                <a16:creationId xmlns:a16="http://schemas.microsoft.com/office/drawing/2014/main" id="{F8D833B7-9866-4D2D-AEB7-012D6DDE2A37}"/>
              </a:ext>
              <a:ext uri="{C183D7F6-B498-43B3-948B-1728B52AA6E4}">
                <adec:decorative xmlns:adec="http://schemas.microsoft.com/office/drawing/2017/decorative" val="0"/>
              </a:ext>
            </a:extLst>
          </p:cNvPr>
          <p:cNvPicPr>
            <a:picLocks noChangeAspect="1"/>
          </p:cNvPicPr>
          <p:nvPr userDrawn="1"/>
        </p:nvPicPr>
        <p:blipFill>
          <a:blip r:embed="rId5" cstate="email">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p:blipFill>
        <p:spPr bwMode="black">
          <a:xfrm>
            <a:off x="10635188" y="6418800"/>
            <a:ext cx="1152000" cy="183168"/>
          </a:xfrm>
          <a:prstGeom prst="rect">
            <a:avLst/>
          </a:prstGeom>
        </p:spPr>
      </p:pic>
      <p:sp>
        <p:nvSpPr>
          <p:cNvPr id="2" name="Footer Placeholder" descr="Footer with copyright, author and department information, and date">
            <a:extLst>
              <a:ext uri="{FF2B5EF4-FFF2-40B4-BE49-F238E27FC236}">
                <a16:creationId xmlns:a16="http://schemas.microsoft.com/office/drawing/2014/main" id="{6AEDD147-ACC0-4A9C-9043-90612765C0FA}"/>
              </a:ext>
            </a:extLst>
          </p:cNvPr>
          <p:cNvSpPr>
            <a:spLocks noGrp="1"/>
          </p:cNvSpPr>
          <p:nvPr>
            <p:ph type="ftr" sz="quarter" idx="13"/>
          </p:nvPr>
        </p:nvSpPr>
        <p:spPr bwMode="black"/>
        <p:txBody>
          <a:bodyPr/>
          <a:lstStyle/>
          <a:p>
            <a:pPr>
              <a:lnSpc>
                <a:spcPct val="100000"/>
              </a:lnSpc>
            </a:pPr>
            <a:r>
              <a:rPr lang="en-US"/>
              <a:t>Restricted | © Siemens 2024 | SHERPA X | YYYY-MM-DD | Status: Draft</a:t>
            </a:r>
          </a:p>
        </p:txBody>
      </p:sp>
      <p:sp>
        <p:nvSpPr>
          <p:cNvPr id="3" name="Slide Number Placeholder">
            <a:extLst>
              <a:ext uri="{FF2B5EF4-FFF2-40B4-BE49-F238E27FC236}">
                <a16:creationId xmlns:a16="http://schemas.microsoft.com/office/drawing/2014/main" id="{4131F54F-C70B-4435-91E6-F995F83E6C69}"/>
              </a:ext>
              <a:ext uri="{C183D7F6-B498-43B3-948B-1728B52AA6E4}">
                <adec:decorative xmlns:adec="http://schemas.microsoft.com/office/drawing/2017/decorative" val="1"/>
              </a:ext>
            </a:extLst>
          </p:cNvPr>
          <p:cNvSpPr>
            <a:spLocks noGrp="1"/>
          </p:cNvSpPr>
          <p:nvPr>
            <p:ph type="sldNum" sz="quarter" idx="14"/>
          </p:nvPr>
        </p:nvSpPr>
        <p:spPr bwMode="black"/>
        <p:txBody>
          <a:bodyPr/>
          <a:lstStyle/>
          <a:p>
            <a:r>
              <a:rPr lang="en-US"/>
              <a:t>Page </a:t>
            </a:r>
            <a:fld id="{15EBE321-CBB1-4E91-BD14-37C8D44326FB}" type="slidenum">
              <a:rPr lang="en-US" smtClean="0"/>
              <a:pPr/>
              <a:t>‹#›</a:t>
            </a:fld>
            <a:endParaRPr lang="en-US"/>
          </a:p>
        </p:txBody>
      </p:sp>
      <p:pic>
        <p:nvPicPr>
          <p:cNvPr id="6" name="Imagem 5" descr="Uma imagem com Tipo de letra, Gráficos, texto, captura de ecrã&#10;&#10;Descrição gerada automaticamente">
            <a:extLst>
              <a:ext uri="{FF2B5EF4-FFF2-40B4-BE49-F238E27FC236}">
                <a16:creationId xmlns:a16="http://schemas.microsoft.com/office/drawing/2014/main" id="{C00B2712-58A8-5D13-7EC3-D8C35F7F3DA7}"/>
              </a:ext>
            </a:extLst>
          </p:cNvPr>
          <p:cNvPicPr>
            <a:picLocks noChangeAspect="1"/>
          </p:cNvPicPr>
          <p:nvPr userDrawn="1"/>
        </p:nvPicPr>
        <p:blipFill>
          <a:blip r:embed="rId7" cstate="email">
            <a:extLst>
              <a:ext uri="{28A0092B-C50C-407E-A947-70E740481C1C}">
                <a14:useLocalDpi xmlns:a14="http://schemas.microsoft.com/office/drawing/2010/main"/>
              </a:ext>
            </a:extLst>
          </a:blip>
          <a:stretch>
            <a:fillRect/>
          </a:stretch>
        </p:blipFill>
        <p:spPr>
          <a:xfrm>
            <a:off x="11025045" y="478800"/>
            <a:ext cx="755792" cy="755792"/>
          </a:xfrm>
          <a:prstGeom prst="rect">
            <a:avLst/>
          </a:prstGeom>
        </p:spPr>
      </p:pic>
    </p:spTree>
    <p:extLst>
      <p:ext uri="{BB962C8B-B14F-4D97-AF65-F5344CB8AC3E}">
        <p14:creationId xmlns:p14="http://schemas.microsoft.com/office/powerpoint/2010/main" val="702276199"/>
      </p:ext>
    </p:extLst>
  </p:cSld>
  <p:clrMapOvr>
    <a:masterClrMapping/>
  </p:clrMapOvr>
  <p:extLst>
    <p:ext uri="{DCECCB84-F9BA-43D5-87BE-67443E8EF086}">
      <p15:sldGuideLst xmlns:p15="http://schemas.microsoft.com/office/powerpoint/2012/main">
        <p15:guide id="1" pos="259">
          <p15:clr>
            <a:srgbClr val="65CEFF"/>
          </p15:clr>
        </p15:guide>
        <p15:guide id="2" pos="6472">
          <p15:clr>
            <a:srgbClr val="65CEFF"/>
          </p15:clr>
        </p15:guide>
        <p15:guide id="3" pos="7425">
          <p15:clr>
            <a:srgbClr val="65CEFF"/>
          </p15:clr>
        </p15:guide>
        <p15:guide id="4" orient="horz" pos="891">
          <p15:clr>
            <a:srgbClr val="65CEFF"/>
          </p15:clr>
        </p15:guide>
        <p15:guide id="5" orient="horz" pos="1073">
          <p15:clr>
            <a:srgbClr val="65CEFF"/>
          </p15:clr>
        </p15:guide>
        <p15:guide id="6" orient="horz" pos="2206">
          <p15:clr>
            <a:srgbClr val="65CEFF"/>
          </p15:clr>
        </p15:guide>
        <p15:guide id="7" orient="horz" pos="2343">
          <p15:clr>
            <a:srgbClr val="65CEFF"/>
          </p15:clr>
        </p15:guide>
        <p15:guide id="8" orient="horz" pos="3658">
          <p15:clr>
            <a:srgbClr val="65CEFF"/>
          </p15:clr>
        </p15:guide>
        <p15:guide id="9" orient="horz" pos="3885">
          <p15:clr>
            <a:srgbClr val="65CEFF"/>
          </p15:clr>
        </p15:guide>
        <p15:guide id="10" orient="horz" pos="4157">
          <p15:clr>
            <a:srgbClr val="65CEFF"/>
          </p15:clr>
        </p15:guide>
      </p15:sldGuideLst>
    </p:ext>
  </p:extLst>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Contact">
    <p:bg>
      <p:bgRef idx="1001">
        <a:schemeClr val="bg2"/>
      </p:bgRef>
    </p:bg>
    <p:spTree>
      <p:nvGrpSpPr>
        <p:cNvPr id="1" name=""/>
        <p:cNvGrpSpPr/>
        <p:nvPr/>
      </p:nvGrpSpPr>
      <p:grpSpPr>
        <a:xfrm>
          <a:off x="0" y="0"/>
          <a:ext cx="0" cy="0"/>
          <a:chOff x="0" y="0"/>
          <a:chExt cx="0" cy="0"/>
        </a:xfrm>
      </p:grpSpPr>
      <p:sp>
        <p:nvSpPr>
          <p:cNvPr id="6" name="Title" descr="Slide headline">
            <a:extLst>
              <a:ext uri="{FF2B5EF4-FFF2-40B4-BE49-F238E27FC236}">
                <a16:creationId xmlns:a16="http://schemas.microsoft.com/office/drawing/2014/main" id="{B29E3DA4-014E-4F3D-8186-84366ADFCB03}"/>
              </a:ext>
            </a:extLst>
          </p:cNvPr>
          <p:cNvSpPr>
            <a:spLocks noGrp="1"/>
          </p:cNvSpPr>
          <p:nvPr>
            <p:ph type="title" hasCustomPrompt="1"/>
          </p:nvPr>
        </p:nvSpPr>
        <p:spPr bwMode="black">
          <a:xfrm>
            <a:off x="1058400" y="1234800"/>
            <a:ext cx="9216000" cy="1162523"/>
          </a:xfrm>
          <a:noFill/>
        </p:spPr>
        <p:txBody>
          <a:bodyPr wrap="square" lIns="0" tIns="54000" rIns="0" bIns="0" anchor="t" anchorCtr="0">
            <a:spAutoFit/>
          </a:bodyPr>
          <a:lstStyle>
            <a:lvl1pPr marL="0">
              <a:defRPr sz="8000">
                <a:solidFill>
                  <a:schemeClr val="tx1"/>
                </a:solidFill>
              </a:defRPr>
            </a:lvl1pPr>
          </a:lstStyle>
          <a:p>
            <a:r>
              <a:rPr lang="en-US"/>
              <a:t>Contact</a:t>
            </a:r>
          </a:p>
        </p:txBody>
      </p:sp>
      <p:sp>
        <p:nvSpPr>
          <p:cNvPr id="3" name="Copy" descr="Content text frame">
            <a:extLst>
              <a:ext uri="{FF2B5EF4-FFF2-40B4-BE49-F238E27FC236}">
                <a16:creationId xmlns:a16="http://schemas.microsoft.com/office/drawing/2014/main" id="{89304306-5233-4901-B576-444696A2EA33}"/>
              </a:ext>
            </a:extLst>
          </p:cNvPr>
          <p:cNvSpPr>
            <a:spLocks noGrp="1"/>
          </p:cNvSpPr>
          <p:nvPr>
            <p:ph type="subTitle" idx="1" hasCustomPrompt="1"/>
          </p:nvPr>
        </p:nvSpPr>
        <p:spPr bwMode="black">
          <a:xfrm>
            <a:off x="1058400" y="2397324"/>
            <a:ext cx="9216000" cy="3409751"/>
          </a:xfrm>
          <a:prstGeom prst="rect">
            <a:avLst/>
          </a:prstGeom>
        </p:spPr>
        <p:txBody>
          <a:bodyPr tIns="108000">
            <a:noAutofit/>
          </a:bodyPr>
          <a:lstStyle>
            <a:lvl1pPr marL="0" indent="0" algn="l">
              <a:spcAft>
                <a:spcPts val="0"/>
              </a:spcAft>
              <a:buNone/>
              <a:defRPr sz="1400">
                <a:solidFill>
                  <a:schemeClr val="tx1"/>
                </a:solidFill>
              </a:defRPr>
            </a:lvl1pPr>
            <a:lvl2pPr marL="0" indent="0" algn="l">
              <a:spcBef>
                <a:spcPts val="600"/>
              </a:spcBef>
              <a:spcAft>
                <a:spcPts val="0"/>
              </a:spcAft>
              <a:buFont typeface="Arial" panose="020B0604020202020204" pitchFamily="34" charset="0"/>
              <a:buNone/>
              <a:defRPr sz="1400" b="1">
                <a:solidFill>
                  <a:schemeClr val="tx1"/>
                </a:solidFill>
              </a:defRPr>
            </a:lvl2pPr>
            <a:lvl3pPr marL="144000" indent="-144000" algn="l">
              <a:spcAft>
                <a:spcPts val="0"/>
              </a:spcAft>
              <a:buFont typeface="Arial" panose="020B0604020202020204" pitchFamily="34" charset="0"/>
              <a:buChar char="•"/>
              <a:defRPr sz="1400" b="0"/>
            </a:lvl3pPr>
            <a:lvl4pPr marL="0" indent="0" algn="l">
              <a:spcBef>
                <a:spcPts val="600"/>
              </a:spcBef>
              <a:spcAft>
                <a:spcPts val="0"/>
              </a:spcAft>
              <a:buFont typeface="Arial" panose="020B0604020202020204" pitchFamily="34" charset="0"/>
              <a:buNone/>
              <a:defRPr sz="1400" b="1"/>
            </a:lvl4pPr>
            <a:lvl5pPr marL="144000" indent="-144000" algn="l">
              <a:spcAft>
                <a:spcPts val="0"/>
              </a:spcAft>
              <a:buClrTx/>
              <a:buFont typeface="Arial" panose="020B0604020202020204" pitchFamily="34" charset="0"/>
              <a:buChar char="•"/>
              <a:defRPr sz="1400" b="0">
                <a:solidFill>
                  <a:schemeClr val="tx1"/>
                </a:solidFill>
              </a:defRPr>
            </a:lvl5pPr>
            <a:lvl6pPr marL="360000" indent="-180000" algn="l">
              <a:spcAft>
                <a:spcPts val="0"/>
              </a:spcAft>
              <a:buFont typeface="Arial" panose="020B0604020202020204" pitchFamily="34" charset="0"/>
              <a:buChar char="•"/>
              <a:defRPr sz="1400"/>
            </a:lvl6pPr>
            <a:lvl7pPr marL="360000" indent="-180000" algn="l">
              <a:spcAft>
                <a:spcPts val="0"/>
              </a:spcAft>
              <a:buClrTx/>
              <a:buFont typeface="Arial" panose="020B0604020202020204" pitchFamily="34" charset="0"/>
              <a:buChar char="•"/>
              <a:defRPr sz="1400" b="0"/>
            </a:lvl7pPr>
            <a:lvl8pPr marL="540000" indent="-180000" algn="l">
              <a:spcAft>
                <a:spcPts val="0"/>
              </a:spcAft>
              <a:buFont typeface="Arial" panose="020B0604020202020204" pitchFamily="34" charset="0"/>
              <a:buChar char="•"/>
              <a:defRPr sz="1400"/>
            </a:lvl8pPr>
            <a:lvl9pPr marL="540000" indent="-180000" algn="l">
              <a:spcAft>
                <a:spcPts val="0"/>
              </a:spcAft>
              <a:buClrTx/>
              <a:buFont typeface="Arial" panose="020B0604020202020204" pitchFamily="34" charset="0"/>
              <a:buChar char="•"/>
              <a:defRPr sz="1400" b="0"/>
            </a:lvl9pPr>
          </a:lstStyle>
          <a:p>
            <a:pPr lvl="0"/>
            <a:r>
              <a:rPr lang="en-US"/>
              <a:t>Click to edit the contact</a:t>
            </a:r>
          </a:p>
          <a:p>
            <a:pPr lvl="1"/>
            <a:r>
              <a:rPr lang="en-US"/>
              <a:t>Name etc.</a:t>
            </a:r>
          </a:p>
          <a:p>
            <a:pPr lvl="2"/>
            <a:r>
              <a:rPr lang="en-US"/>
              <a:t>Skills etc.</a:t>
            </a:r>
          </a:p>
          <a:p>
            <a:pPr lvl="3"/>
            <a:r>
              <a:rPr lang="en-US"/>
              <a:t>Name etc. sublevel</a:t>
            </a:r>
          </a:p>
          <a:p>
            <a:pPr lvl="4"/>
            <a:r>
              <a:rPr lang="en-US"/>
              <a:t>Skills etc. sublevel</a:t>
            </a:r>
          </a:p>
        </p:txBody>
      </p:sp>
      <p:pic>
        <p:nvPicPr>
          <p:cNvPr id="10" name="Siemens Logo" descr="Siemens logo">
            <a:extLst>
              <a:ext uri="{FF2B5EF4-FFF2-40B4-BE49-F238E27FC236}">
                <a16:creationId xmlns:a16="http://schemas.microsoft.com/office/drawing/2014/main" id="{5FD2C39E-5D81-4A0E-9F45-909328900889}"/>
              </a:ext>
              <a:ext uri="{C183D7F6-B498-43B3-948B-1728B52AA6E4}">
                <adec:decorative xmlns:adec="http://schemas.microsoft.com/office/drawing/2017/decorative" val="0"/>
              </a:ext>
            </a:extLst>
          </p:cNvPr>
          <p:cNvPicPr>
            <a:picLocks noChangeAspect="1"/>
          </p:cNvPicPr>
          <p:nvPr userDrawn="1"/>
        </p:nvPicPr>
        <p:blipFill>
          <a:blip r:embed="rId2" cstate="email">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p:blipFill>
        <p:spPr bwMode="black">
          <a:xfrm>
            <a:off x="10635188" y="6418800"/>
            <a:ext cx="1152000" cy="183168"/>
          </a:xfrm>
          <a:prstGeom prst="rect">
            <a:avLst/>
          </a:prstGeom>
        </p:spPr>
      </p:pic>
      <p:sp>
        <p:nvSpPr>
          <p:cNvPr id="8" name="Footer Placeholder" descr="Footer with copyright, author and department information, and date">
            <a:extLst>
              <a:ext uri="{FF2B5EF4-FFF2-40B4-BE49-F238E27FC236}">
                <a16:creationId xmlns:a16="http://schemas.microsoft.com/office/drawing/2014/main" id="{3279A350-3BB2-4CA2-A422-8F5A951F6F64}"/>
              </a:ext>
            </a:extLst>
          </p:cNvPr>
          <p:cNvSpPr>
            <a:spLocks noGrp="1"/>
          </p:cNvSpPr>
          <p:nvPr>
            <p:ph type="ftr" sz="quarter" idx="10"/>
          </p:nvPr>
        </p:nvSpPr>
        <p:spPr bwMode="black"/>
        <p:txBody>
          <a:bodyPr/>
          <a:lstStyle/>
          <a:p>
            <a:pPr>
              <a:lnSpc>
                <a:spcPct val="100000"/>
              </a:lnSpc>
            </a:pPr>
            <a:r>
              <a:rPr lang="en-US"/>
              <a:t>Restricted | © Siemens 2024 | SHERPA X | YYYY-MM-DD | Status: Draft</a:t>
            </a:r>
          </a:p>
        </p:txBody>
      </p:sp>
      <p:sp>
        <p:nvSpPr>
          <p:cNvPr id="9" name="Slide Number Placeholder">
            <a:extLst>
              <a:ext uri="{FF2B5EF4-FFF2-40B4-BE49-F238E27FC236}">
                <a16:creationId xmlns:a16="http://schemas.microsoft.com/office/drawing/2014/main" id="{CFF9630D-791D-45AE-8E5E-36F747F599E9}"/>
              </a:ext>
              <a:ext uri="{C183D7F6-B498-43B3-948B-1728B52AA6E4}">
                <adec:decorative xmlns:adec="http://schemas.microsoft.com/office/drawing/2017/decorative" val="1"/>
              </a:ext>
            </a:extLst>
          </p:cNvPr>
          <p:cNvSpPr>
            <a:spLocks noGrp="1"/>
          </p:cNvSpPr>
          <p:nvPr>
            <p:ph type="sldNum" sz="quarter" idx="11"/>
          </p:nvPr>
        </p:nvSpPr>
        <p:spPr bwMode="black"/>
        <p:txBody>
          <a:bodyPr/>
          <a:lstStyle/>
          <a:p>
            <a:r>
              <a:rPr lang="en-US"/>
              <a:t>Page </a:t>
            </a:r>
            <a:fld id="{15EBE321-CBB1-4E91-BD14-37C8D44326FB}" type="slidenum">
              <a:rPr lang="en-US" smtClean="0"/>
              <a:pPr/>
              <a:t>‹#›</a:t>
            </a:fld>
            <a:endParaRPr lang="en-US"/>
          </a:p>
        </p:txBody>
      </p:sp>
    </p:spTree>
    <p:extLst>
      <p:ext uri="{BB962C8B-B14F-4D97-AF65-F5344CB8AC3E}">
        <p14:creationId xmlns:p14="http://schemas.microsoft.com/office/powerpoint/2010/main" val="3586733183"/>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259">
          <p15:clr>
            <a:srgbClr val="65CEFF"/>
          </p15:clr>
        </p15:guide>
        <p15:guide id="2" pos="6472">
          <p15:clr>
            <a:srgbClr val="65CEFF"/>
          </p15:clr>
        </p15:guide>
        <p15:guide id="3" pos="7425">
          <p15:clr>
            <a:srgbClr val="65CEFF"/>
          </p15:clr>
        </p15:guide>
        <p15:guide id="4" orient="horz" pos="778">
          <p15:clr>
            <a:srgbClr val="65CEFF"/>
          </p15:clr>
        </p15:guide>
        <p15:guide id="5" orient="horz" pos="3658">
          <p15:clr>
            <a:srgbClr val="65CEFF"/>
          </p15:clr>
        </p15:guide>
        <p15:guide id="6" orient="horz" pos="4157">
          <p15:clr>
            <a:srgbClr val="65CEFF"/>
          </p15:clr>
        </p15:guide>
      </p15:sldGuideLst>
    </p:ext>
  </p:extLst>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Title picture dark 48pt">
    <p:bg>
      <p:bgRef idx="1001">
        <a:schemeClr val="bg2"/>
      </p:bgRef>
    </p:bg>
    <p:spTree>
      <p:nvGrpSpPr>
        <p:cNvPr id="1" name=""/>
        <p:cNvGrpSpPr/>
        <p:nvPr/>
      </p:nvGrpSpPr>
      <p:grpSpPr>
        <a:xfrm>
          <a:off x="0" y="0"/>
          <a:ext cx="0" cy="0"/>
          <a:chOff x="0" y="0"/>
          <a:chExt cx="0" cy="0"/>
        </a:xfrm>
      </p:grpSpPr>
      <p:sp>
        <p:nvSpPr>
          <p:cNvPr id="2" name="Title" descr="Headline of the presentation">
            <a:extLst>
              <a:ext uri="{FF2B5EF4-FFF2-40B4-BE49-F238E27FC236}">
                <a16:creationId xmlns:a16="http://schemas.microsoft.com/office/drawing/2014/main" id="{8620440E-BF1B-417E-87A5-35990130B3FF}"/>
              </a:ext>
            </a:extLst>
          </p:cNvPr>
          <p:cNvSpPr>
            <a:spLocks noGrp="1"/>
          </p:cNvSpPr>
          <p:nvPr>
            <p:ph type="title" hasCustomPrompt="1"/>
          </p:nvPr>
        </p:nvSpPr>
        <p:spPr bwMode="black">
          <a:xfrm>
            <a:off x="410401" y="3780000"/>
            <a:ext cx="9287638" cy="1477328"/>
          </a:xfrm>
          <a:noFill/>
        </p:spPr>
        <p:txBody>
          <a:bodyPr vert="horz" rIns="0" bIns="0" anchor="t">
            <a:spAutoFit/>
          </a:bodyPr>
          <a:lstStyle>
            <a:lvl1pPr marL="0">
              <a:lnSpc>
                <a:spcPct val="100000"/>
              </a:lnSpc>
              <a:defRPr sz="4800" b="0">
                <a:solidFill>
                  <a:schemeClr val="tx1"/>
                </a:solidFill>
              </a:defRPr>
            </a:lvl1pPr>
          </a:lstStyle>
          <a:p>
            <a:r>
              <a:rPr lang="en-US"/>
              <a:t>Title chart with picture, </a:t>
            </a:r>
            <a:br>
              <a:rPr lang="en-US"/>
            </a:br>
            <a:r>
              <a:rPr lang="en-US"/>
              <a:t>Arial Regular, 48 </a:t>
            </a:r>
            <a:r>
              <a:rPr lang="en-US" err="1"/>
              <a:t>pt</a:t>
            </a:r>
            <a:endParaRPr lang="en-US"/>
          </a:p>
        </p:txBody>
      </p:sp>
      <p:sp>
        <p:nvSpPr>
          <p:cNvPr id="3" name="Subhead" descr="Subheadline of the presentation">
            <a:extLst>
              <a:ext uri="{FF2B5EF4-FFF2-40B4-BE49-F238E27FC236}">
                <a16:creationId xmlns:a16="http://schemas.microsoft.com/office/drawing/2014/main" id="{89304306-5233-4901-B576-444696A2EA33}"/>
              </a:ext>
            </a:extLst>
          </p:cNvPr>
          <p:cNvSpPr>
            <a:spLocks noGrp="1"/>
          </p:cNvSpPr>
          <p:nvPr>
            <p:ph type="subTitle" idx="1" hasCustomPrompt="1"/>
          </p:nvPr>
        </p:nvSpPr>
        <p:spPr bwMode="black">
          <a:xfrm>
            <a:off x="411162" y="5256000"/>
            <a:ext cx="9288000" cy="911438"/>
          </a:xfrm>
          <a:prstGeom prst="rect">
            <a:avLst/>
          </a:prstGeom>
        </p:spPr>
        <p:txBody>
          <a:bodyPr lIns="0" tIns="252000">
            <a:noAutofit/>
          </a:bodyPr>
          <a:lstStyle>
            <a:lvl1pPr marL="0" indent="0" algn="l">
              <a:spcAft>
                <a:spcPts val="300"/>
              </a:spcAft>
              <a:buNone/>
              <a:defRPr sz="1800">
                <a:solidFill>
                  <a:schemeClr val="tx1"/>
                </a:solidFill>
              </a:defRPr>
            </a:lvl1pPr>
            <a:lvl2pPr marL="0" indent="0" algn="l">
              <a:spcAft>
                <a:spcPts val="300"/>
              </a:spcAft>
              <a:buNone/>
              <a:defRPr sz="1600"/>
            </a:lvl2pPr>
            <a:lvl3pPr marL="0" indent="0" algn="l">
              <a:spcAft>
                <a:spcPts val="300"/>
              </a:spcAft>
              <a:buNone/>
              <a:defRPr sz="1400"/>
            </a:lvl3pPr>
            <a:lvl4pPr marL="0" indent="0" algn="l">
              <a:buNone/>
              <a:defRPr sz="1400"/>
            </a:lvl4pPr>
            <a:lvl5pPr marL="0" indent="0" algn="l">
              <a:buNone/>
              <a:defRPr sz="1400"/>
            </a:lvl5pPr>
            <a:lvl6pPr marL="0" indent="0" algn="l">
              <a:buNone/>
              <a:defRPr sz="1400"/>
            </a:lvl6pPr>
            <a:lvl7pPr marL="0" indent="0" algn="l">
              <a:buNone/>
              <a:defRPr sz="1400"/>
            </a:lvl7pPr>
            <a:lvl8pPr marL="0" indent="0" algn="l">
              <a:buNone/>
              <a:defRPr sz="1400"/>
            </a:lvl8pPr>
            <a:lvl9pPr marL="0" indent="0" algn="l">
              <a:buNone/>
              <a:defRPr sz="1400"/>
            </a:lvl9pPr>
          </a:lstStyle>
          <a:p>
            <a:r>
              <a:rPr lang="en-US"/>
              <a:t>Subhead for headline size 48 </a:t>
            </a:r>
            <a:r>
              <a:rPr lang="en-US" err="1"/>
              <a:t>pt</a:t>
            </a:r>
            <a:endParaRPr lang="en-US"/>
          </a:p>
        </p:txBody>
      </p:sp>
      <p:pic>
        <p:nvPicPr>
          <p:cNvPr id="7" name="Siemens Logo" descr="Siemens logo">
            <a:extLst>
              <a:ext uri="{FF2B5EF4-FFF2-40B4-BE49-F238E27FC236}">
                <a16:creationId xmlns:a16="http://schemas.microsoft.com/office/drawing/2014/main" id="{3E4A7839-9F7E-47F2-83BA-F637AE096316}"/>
              </a:ext>
              <a:ext uri="{C183D7F6-B498-43B3-948B-1728B52AA6E4}">
                <adec:decorative xmlns:adec="http://schemas.microsoft.com/office/drawing/2017/decorative" val="0"/>
              </a:ext>
            </a:extLst>
          </p:cNvPr>
          <p:cNvPicPr>
            <a:picLocks noChangeAspect="1"/>
          </p:cNvPicPr>
          <p:nvPr userDrawn="1"/>
        </p:nvPicPr>
        <p:blipFill>
          <a:blip r:embed="rId2" cstate="email">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p:blipFill>
        <p:spPr bwMode="black">
          <a:xfrm>
            <a:off x="10274400" y="6364800"/>
            <a:ext cx="1512000" cy="240408"/>
          </a:xfrm>
          <a:prstGeom prst="rect">
            <a:avLst/>
          </a:prstGeom>
        </p:spPr>
      </p:pic>
      <p:sp>
        <p:nvSpPr>
          <p:cNvPr id="4" name="Footer Placeholder" descr="Footer with copyright, author and department information, and date">
            <a:extLst>
              <a:ext uri="{FF2B5EF4-FFF2-40B4-BE49-F238E27FC236}">
                <a16:creationId xmlns:a16="http://schemas.microsoft.com/office/drawing/2014/main" id="{B61796B2-8510-42B4-A5F7-E1FE5FCE45A2}"/>
              </a:ext>
            </a:extLst>
          </p:cNvPr>
          <p:cNvSpPr>
            <a:spLocks noGrp="1"/>
          </p:cNvSpPr>
          <p:nvPr>
            <p:ph type="ftr" sz="quarter" idx="13"/>
          </p:nvPr>
        </p:nvSpPr>
        <p:spPr bwMode="black">
          <a:xfrm>
            <a:off x="411162" y="6310800"/>
            <a:ext cx="9288000" cy="547200"/>
          </a:xfrm>
        </p:spPr>
        <p:txBody>
          <a:bodyPr/>
          <a:lstStyle/>
          <a:p>
            <a:pPr>
              <a:lnSpc>
                <a:spcPct val="100000"/>
              </a:lnSpc>
            </a:pPr>
            <a:r>
              <a:rPr lang="en-US"/>
              <a:t>Restricted | © Siemens 2024 | SHERPA X | YYYY-MM-DD | Status: Draft</a:t>
            </a:r>
          </a:p>
        </p:txBody>
      </p:sp>
      <p:pic>
        <p:nvPicPr>
          <p:cNvPr id="5" name="Marcador de Posição da Imagem 8" descr="Uma imagem com azul, Saturação de cores, Azul elétrico, captura de ecrã&#10;&#10;Descrição gerada automaticamente">
            <a:extLst>
              <a:ext uri="{FF2B5EF4-FFF2-40B4-BE49-F238E27FC236}">
                <a16:creationId xmlns:a16="http://schemas.microsoft.com/office/drawing/2014/main" id="{70DE8838-31D9-C642-DEB4-3F58514298C5}"/>
              </a:ext>
            </a:extLst>
          </p:cNvPr>
          <p:cNvPicPr>
            <a:picLocks noChangeAspect="1"/>
          </p:cNvPicPr>
          <p:nvPr userDrawn="1"/>
        </p:nvPicPr>
        <p:blipFill rotWithShape="1">
          <a:blip r:embed="rId4" cstate="email">
            <a:extLst>
              <a:ext uri="{28A0092B-C50C-407E-A947-70E740481C1C}">
                <a14:useLocalDpi xmlns:a14="http://schemas.microsoft.com/office/drawing/2010/main"/>
              </a:ext>
            </a:extLst>
          </a:blip>
          <a:srcRect/>
          <a:stretch/>
        </p:blipFill>
        <p:spPr bwMode="black">
          <a:xfrm>
            <a:off x="-5" y="0"/>
            <a:ext cx="12192000" cy="3502800"/>
          </a:xfrm>
          <a:prstGeom prst="rect">
            <a:avLst/>
          </a:prstGeom>
        </p:spPr>
      </p:pic>
    </p:spTree>
    <p:extLst>
      <p:ext uri="{BB962C8B-B14F-4D97-AF65-F5344CB8AC3E}">
        <p14:creationId xmlns:p14="http://schemas.microsoft.com/office/powerpoint/2010/main" val="3123796036"/>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259">
          <p15:clr>
            <a:srgbClr val="65CEFF"/>
          </p15:clr>
        </p15:guide>
        <p15:guide id="2" pos="6109">
          <p15:clr>
            <a:srgbClr val="65CEFF"/>
          </p15:clr>
        </p15:guide>
        <p15:guide id="3" pos="7425">
          <p15:clr>
            <a:srgbClr val="65CEFF"/>
          </p15:clr>
        </p15:guide>
        <p15:guide id="4" orient="horz" pos="2206">
          <p15:clr>
            <a:srgbClr val="65CEFF"/>
          </p15:clr>
        </p15:guide>
        <p15:guide id="5" orient="horz" pos="3885">
          <p15:clr>
            <a:srgbClr val="65CEFF"/>
          </p15:clr>
        </p15:guide>
        <p15:guide id="6" orient="horz" pos="4157">
          <p15:clr>
            <a:srgbClr val="65CEFF"/>
          </p15:clr>
        </p15:guide>
      </p15:sldGuideLst>
    </p:ext>
  </p:extLst>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Title picture dark 40pt">
    <p:bg>
      <p:bgRef idx="1001">
        <a:schemeClr val="bg2"/>
      </p:bgRef>
    </p:bg>
    <p:spTree>
      <p:nvGrpSpPr>
        <p:cNvPr id="1" name=""/>
        <p:cNvGrpSpPr/>
        <p:nvPr/>
      </p:nvGrpSpPr>
      <p:grpSpPr>
        <a:xfrm>
          <a:off x="0" y="0"/>
          <a:ext cx="0" cy="0"/>
          <a:chOff x="0" y="0"/>
          <a:chExt cx="0" cy="0"/>
        </a:xfrm>
      </p:grpSpPr>
      <p:sp>
        <p:nvSpPr>
          <p:cNvPr id="2" name="Title" descr="Headline of the presentation">
            <a:extLst>
              <a:ext uri="{FF2B5EF4-FFF2-40B4-BE49-F238E27FC236}">
                <a16:creationId xmlns:a16="http://schemas.microsoft.com/office/drawing/2014/main" id="{8620440E-BF1B-417E-87A5-35990130B3FF}"/>
              </a:ext>
            </a:extLst>
          </p:cNvPr>
          <p:cNvSpPr>
            <a:spLocks noGrp="1"/>
          </p:cNvSpPr>
          <p:nvPr>
            <p:ph type="title" hasCustomPrompt="1"/>
          </p:nvPr>
        </p:nvSpPr>
        <p:spPr bwMode="black">
          <a:xfrm>
            <a:off x="410401" y="3780000"/>
            <a:ext cx="9287638" cy="1231106"/>
          </a:xfrm>
          <a:noFill/>
        </p:spPr>
        <p:txBody>
          <a:bodyPr rIns="0" bIns="0" anchor="t">
            <a:spAutoFit/>
          </a:bodyPr>
          <a:lstStyle>
            <a:lvl1pPr marL="0">
              <a:lnSpc>
                <a:spcPct val="100000"/>
              </a:lnSpc>
              <a:defRPr sz="4000" b="0">
                <a:solidFill>
                  <a:schemeClr val="tx1"/>
                </a:solidFill>
              </a:defRPr>
            </a:lvl1pPr>
          </a:lstStyle>
          <a:p>
            <a:r>
              <a:rPr lang="en-US"/>
              <a:t>Title chart with picture, </a:t>
            </a:r>
            <a:br>
              <a:rPr lang="en-US"/>
            </a:br>
            <a:r>
              <a:rPr lang="en-US"/>
              <a:t>Arial Regular, 40 </a:t>
            </a:r>
            <a:r>
              <a:rPr lang="en-US" err="1"/>
              <a:t>pt</a:t>
            </a:r>
            <a:endParaRPr lang="en-US"/>
          </a:p>
        </p:txBody>
      </p:sp>
      <p:sp>
        <p:nvSpPr>
          <p:cNvPr id="3" name="Subhead" descr="Subheadline of the presentation">
            <a:extLst>
              <a:ext uri="{FF2B5EF4-FFF2-40B4-BE49-F238E27FC236}">
                <a16:creationId xmlns:a16="http://schemas.microsoft.com/office/drawing/2014/main" id="{89304306-5233-4901-B576-444696A2EA33}"/>
              </a:ext>
            </a:extLst>
          </p:cNvPr>
          <p:cNvSpPr>
            <a:spLocks noGrp="1"/>
          </p:cNvSpPr>
          <p:nvPr>
            <p:ph type="subTitle" idx="1" hasCustomPrompt="1"/>
          </p:nvPr>
        </p:nvSpPr>
        <p:spPr bwMode="black">
          <a:xfrm>
            <a:off x="411162" y="5011106"/>
            <a:ext cx="9288000" cy="1156332"/>
          </a:xfrm>
          <a:prstGeom prst="rect">
            <a:avLst/>
          </a:prstGeom>
        </p:spPr>
        <p:txBody>
          <a:bodyPr lIns="0" tIns="252000">
            <a:noAutofit/>
          </a:bodyPr>
          <a:lstStyle>
            <a:lvl1pPr marL="0" indent="0" algn="l">
              <a:spcAft>
                <a:spcPts val="300"/>
              </a:spcAft>
              <a:buNone/>
              <a:defRPr sz="1600">
                <a:solidFill>
                  <a:schemeClr val="tx1"/>
                </a:solidFill>
              </a:defRPr>
            </a:lvl1pPr>
            <a:lvl2pPr marL="0" indent="0" algn="l">
              <a:spcAft>
                <a:spcPts val="300"/>
              </a:spcAft>
              <a:buNone/>
              <a:defRPr sz="1600"/>
            </a:lvl2pPr>
            <a:lvl3pPr marL="0" indent="0" algn="l">
              <a:spcAft>
                <a:spcPts val="300"/>
              </a:spcAft>
              <a:buNone/>
              <a:defRPr sz="1400"/>
            </a:lvl3pPr>
            <a:lvl4pPr marL="0" indent="0" algn="l">
              <a:buNone/>
              <a:defRPr sz="1400"/>
            </a:lvl4pPr>
            <a:lvl5pPr marL="0" indent="0" algn="l">
              <a:buNone/>
              <a:defRPr sz="1400"/>
            </a:lvl5pPr>
            <a:lvl6pPr marL="0" indent="0" algn="l">
              <a:buNone/>
              <a:defRPr sz="1400"/>
            </a:lvl6pPr>
            <a:lvl7pPr marL="0" indent="0" algn="l">
              <a:buNone/>
              <a:defRPr sz="1400"/>
            </a:lvl7pPr>
            <a:lvl8pPr marL="0" indent="0" algn="l">
              <a:buNone/>
              <a:defRPr sz="1400"/>
            </a:lvl8pPr>
            <a:lvl9pPr marL="0" indent="0" algn="l">
              <a:buNone/>
              <a:defRPr sz="1400"/>
            </a:lvl9pPr>
          </a:lstStyle>
          <a:p>
            <a:pPr lvl="0"/>
            <a:r>
              <a:rPr lang="en-US"/>
              <a:t>Subhead for headline size 40 </a:t>
            </a:r>
            <a:r>
              <a:rPr lang="en-US" err="1"/>
              <a:t>pt</a:t>
            </a:r>
            <a:endParaRPr lang="en-US"/>
          </a:p>
        </p:txBody>
      </p:sp>
      <p:pic>
        <p:nvPicPr>
          <p:cNvPr id="7" name="Siemens Logo" descr="Siemens logo">
            <a:extLst>
              <a:ext uri="{FF2B5EF4-FFF2-40B4-BE49-F238E27FC236}">
                <a16:creationId xmlns:a16="http://schemas.microsoft.com/office/drawing/2014/main" id="{3E4A7839-9F7E-47F2-83BA-F637AE096316}"/>
              </a:ext>
              <a:ext uri="{C183D7F6-B498-43B3-948B-1728B52AA6E4}">
                <adec:decorative xmlns:adec="http://schemas.microsoft.com/office/drawing/2017/decorative" val="0"/>
              </a:ext>
            </a:extLst>
          </p:cNvPr>
          <p:cNvPicPr>
            <a:picLocks noChangeAspect="1"/>
          </p:cNvPicPr>
          <p:nvPr userDrawn="1"/>
        </p:nvPicPr>
        <p:blipFill>
          <a:blip r:embed="rId2" cstate="email">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p:blipFill>
        <p:spPr bwMode="black">
          <a:xfrm>
            <a:off x="10274400" y="6364800"/>
            <a:ext cx="1512000" cy="240408"/>
          </a:xfrm>
          <a:prstGeom prst="rect">
            <a:avLst/>
          </a:prstGeom>
        </p:spPr>
      </p:pic>
      <p:sp>
        <p:nvSpPr>
          <p:cNvPr id="4" name="Footer Placeholder" descr="Footer with copyright, author and department information, and date">
            <a:extLst>
              <a:ext uri="{FF2B5EF4-FFF2-40B4-BE49-F238E27FC236}">
                <a16:creationId xmlns:a16="http://schemas.microsoft.com/office/drawing/2014/main" id="{B61796B2-8510-42B4-A5F7-E1FE5FCE45A2}"/>
              </a:ext>
            </a:extLst>
          </p:cNvPr>
          <p:cNvSpPr>
            <a:spLocks noGrp="1"/>
          </p:cNvSpPr>
          <p:nvPr>
            <p:ph type="ftr" sz="quarter" idx="13"/>
          </p:nvPr>
        </p:nvSpPr>
        <p:spPr bwMode="black">
          <a:xfrm>
            <a:off x="411162" y="6310800"/>
            <a:ext cx="9288000" cy="547200"/>
          </a:xfrm>
        </p:spPr>
        <p:txBody>
          <a:bodyPr/>
          <a:lstStyle/>
          <a:p>
            <a:pPr>
              <a:lnSpc>
                <a:spcPct val="100000"/>
              </a:lnSpc>
            </a:pPr>
            <a:r>
              <a:rPr lang="en-US"/>
              <a:t>Restricted | © Siemens 2024 | SHERPA X | YYYY-MM-DD | Status: Draft</a:t>
            </a:r>
          </a:p>
        </p:txBody>
      </p:sp>
      <p:pic>
        <p:nvPicPr>
          <p:cNvPr id="6" name="Marcador de Posição da Imagem 8" descr="Uma imagem com azul, Saturação de cores, Azul elétrico, captura de ecrã&#10;&#10;Descrição gerada automaticamente">
            <a:extLst>
              <a:ext uri="{FF2B5EF4-FFF2-40B4-BE49-F238E27FC236}">
                <a16:creationId xmlns:a16="http://schemas.microsoft.com/office/drawing/2014/main" id="{5C1C3F67-382F-07D6-EE21-C5965BF300A1}"/>
              </a:ext>
            </a:extLst>
          </p:cNvPr>
          <p:cNvPicPr>
            <a:picLocks noChangeAspect="1"/>
          </p:cNvPicPr>
          <p:nvPr userDrawn="1"/>
        </p:nvPicPr>
        <p:blipFill rotWithShape="1">
          <a:blip r:embed="rId4" cstate="email">
            <a:extLst>
              <a:ext uri="{28A0092B-C50C-407E-A947-70E740481C1C}">
                <a14:useLocalDpi xmlns:a14="http://schemas.microsoft.com/office/drawing/2010/main"/>
              </a:ext>
            </a:extLst>
          </a:blip>
          <a:srcRect/>
          <a:stretch/>
        </p:blipFill>
        <p:spPr bwMode="black">
          <a:xfrm>
            <a:off x="-5" y="0"/>
            <a:ext cx="12192000" cy="3502800"/>
          </a:xfrm>
          <a:prstGeom prst="rect">
            <a:avLst/>
          </a:prstGeom>
        </p:spPr>
      </p:pic>
    </p:spTree>
    <p:extLst>
      <p:ext uri="{BB962C8B-B14F-4D97-AF65-F5344CB8AC3E}">
        <p14:creationId xmlns:p14="http://schemas.microsoft.com/office/powerpoint/2010/main" val="835057726"/>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259">
          <p15:clr>
            <a:srgbClr val="65CEFF"/>
          </p15:clr>
        </p15:guide>
        <p15:guide id="2" pos="6109">
          <p15:clr>
            <a:srgbClr val="65CEFF"/>
          </p15:clr>
        </p15:guide>
        <p15:guide id="3" pos="7425">
          <p15:clr>
            <a:srgbClr val="65CEFF"/>
          </p15:clr>
        </p15:guide>
        <p15:guide id="4" orient="horz" pos="2206">
          <p15:clr>
            <a:srgbClr val="65CEFF"/>
          </p15:clr>
        </p15:guide>
        <p15:guide id="5" orient="horz" pos="3885">
          <p15:clr>
            <a:srgbClr val="65CEFF"/>
          </p15:clr>
        </p15:guide>
        <p15:guide id="6" orient="horz" pos="4157">
          <p15:clr>
            <a:srgbClr val="65CEFF"/>
          </p15:clr>
        </p15:guide>
      </p15:sldGuideLst>
    </p:ext>
  </p:extLst>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Title picture Gradient 48pt">
    <p:bg>
      <p:bgPr>
        <a:gradFill flip="none" rotWithShape="1">
          <a:gsLst>
            <a:gs pos="40000">
              <a:schemeClr val="bg2"/>
            </a:gs>
            <a:gs pos="100000">
              <a:schemeClr val="accent1"/>
            </a:gs>
          </a:gsLst>
          <a:path path="circle">
            <a:fillToRect l="100000" t="100000"/>
          </a:path>
          <a:tileRect r="-100000" b="-100000"/>
        </a:gradFill>
        <a:effectLst/>
      </p:bgPr>
    </p:bg>
    <p:spTree>
      <p:nvGrpSpPr>
        <p:cNvPr id="1" name=""/>
        <p:cNvGrpSpPr/>
        <p:nvPr/>
      </p:nvGrpSpPr>
      <p:grpSpPr>
        <a:xfrm>
          <a:off x="0" y="0"/>
          <a:ext cx="0" cy="0"/>
          <a:chOff x="0" y="0"/>
          <a:chExt cx="0" cy="0"/>
        </a:xfrm>
      </p:grpSpPr>
      <p:sp>
        <p:nvSpPr>
          <p:cNvPr id="9" name="Gradient cover">
            <a:extLst>
              <a:ext uri="{FF2B5EF4-FFF2-40B4-BE49-F238E27FC236}">
                <a16:creationId xmlns:a16="http://schemas.microsoft.com/office/drawing/2014/main" id="{6FD70AD7-1356-4F56-BCF5-60206B8893D8}"/>
              </a:ext>
              <a:ext uri="{C183D7F6-B498-43B3-948B-1728B52AA6E4}">
                <adec:decorative xmlns:adec="http://schemas.microsoft.com/office/drawing/2017/decorative" val="1"/>
              </a:ext>
            </a:extLst>
          </p:cNvPr>
          <p:cNvSpPr/>
          <p:nvPr userDrawn="1"/>
        </p:nvSpPr>
        <p:spPr>
          <a:xfrm>
            <a:off x="0" y="3502025"/>
            <a:ext cx="12192000" cy="3355975"/>
          </a:xfrm>
          <a:prstGeom prst="rect">
            <a:avLst/>
          </a:prstGeom>
          <a:gradFill flip="none" rotWithShape="1">
            <a:gsLst>
              <a:gs pos="0">
                <a:schemeClr val="accent6"/>
              </a:gs>
              <a:gs pos="100000">
                <a:schemeClr val="bg2">
                  <a:alpha val="0"/>
                </a:schemeClr>
              </a:gs>
              <a:gs pos="40000">
                <a:schemeClr val="bg2">
                  <a:alpha val="50000"/>
                </a:schemeClr>
              </a:gs>
            </a:gsLst>
            <a:lin ang="162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pPr algn="l"/>
            <a:endParaRPr lang="en-US"/>
          </a:p>
        </p:txBody>
      </p:sp>
      <p:sp>
        <p:nvSpPr>
          <p:cNvPr id="2" name="Title" descr="Headline of the presentation">
            <a:extLst>
              <a:ext uri="{FF2B5EF4-FFF2-40B4-BE49-F238E27FC236}">
                <a16:creationId xmlns:a16="http://schemas.microsoft.com/office/drawing/2014/main" id="{8620440E-BF1B-417E-87A5-35990130B3FF}"/>
              </a:ext>
            </a:extLst>
          </p:cNvPr>
          <p:cNvSpPr>
            <a:spLocks noGrp="1"/>
          </p:cNvSpPr>
          <p:nvPr>
            <p:ph type="title" hasCustomPrompt="1"/>
          </p:nvPr>
        </p:nvSpPr>
        <p:spPr bwMode="black">
          <a:xfrm>
            <a:off x="410401" y="3780000"/>
            <a:ext cx="9287638" cy="1477328"/>
          </a:xfrm>
          <a:noFill/>
        </p:spPr>
        <p:txBody>
          <a:bodyPr rIns="0" bIns="0" anchor="t">
            <a:spAutoFit/>
          </a:bodyPr>
          <a:lstStyle>
            <a:lvl1pPr marL="0">
              <a:lnSpc>
                <a:spcPct val="100000"/>
              </a:lnSpc>
              <a:defRPr sz="4800" b="0">
                <a:solidFill>
                  <a:schemeClr val="tx1"/>
                </a:solidFill>
              </a:defRPr>
            </a:lvl1pPr>
          </a:lstStyle>
          <a:p>
            <a:r>
              <a:rPr lang="en-US"/>
              <a:t>Title chart with picture, </a:t>
            </a:r>
            <a:br>
              <a:rPr lang="en-US"/>
            </a:br>
            <a:r>
              <a:rPr lang="en-US"/>
              <a:t>Arial Regular, 48 </a:t>
            </a:r>
            <a:r>
              <a:rPr lang="en-US" err="1"/>
              <a:t>pt</a:t>
            </a:r>
            <a:endParaRPr lang="en-US"/>
          </a:p>
        </p:txBody>
      </p:sp>
      <p:sp>
        <p:nvSpPr>
          <p:cNvPr id="3" name="Subhead" descr="Subheadline of the presentation">
            <a:extLst>
              <a:ext uri="{FF2B5EF4-FFF2-40B4-BE49-F238E27FC236}">
                <a16:creationId xmlns:a16="http://schemas.microsoft.com/office/drawing/2014/main" id="{89304306-5233-4901-B576-444696A2EA33}"/>
              </a:ext>
            </a:extLst>
          </p:cNvPr>
          <p:cNvSpPr>
            <a:spLocks noGrp="1"/>
          </p:cNvSpPr>
          <p:nvPr>
            <p:ph type="subTitle" idx="1" hasCustomPrompt="1"/>
          </p:nvPr>
        </p:nvSpPr>
        <p:spPr bwMode="black">
          <a:xfrm>
            <a:off x="411162" y="5256000"/>
            <a:ext cx="9288000" cy="911438"/>
          </a:xfrm>
          <a:prstGeom prst="rect">
            <a:avLst/>
          </a:prstGeom>
        </p:spPr>
        <p:txBody>
          <a:bodyPr lIns="0" tIns="252000">
            <a:noAutofit/>
          </a:bodyPr>
          <a:lstStyle>
            <a:lvl1pPr marL="0" indent="0" algn="l">
              <a:spcAft>
                <a:spcPts val="300"/>
              </a:spcAft>
              <a:buNone/>
              <a:defRPr sz="1800">
                <a:solidFill>
                  <a:schemeClr val="tx1"/>
                </a:solidFill>
              </a:defRPr>
            </a:lvl1pPr>
            <a:lvl2pPr marL="0" indent="0" algn="l">
              <a:spcAft>
                <a:spcPts val="300"/>
              </a:spcAft>
              <a:buNone/>
              <a:defRPr sz="1600"/>
            </a:lvl2pPr>
            <a:lvl3pPr marL="0" indent="0" algn="l">
              <a:spcAft>
                <a:spcPts val="300"/>
              </a:spcAft>
              <a:buNone/>
              <a:defRPr sz="1400"/>
            </a:lvl3pPr>
            <a:lvl4pPr marL="0" indent="0" algn="l">
              <a:buNone/>
              <a:defRPr sz="1400"/>
            </a:lvl4pPr>
            <a:lvl5pPr marL="0" indent="0" algn="l">
              <a:buNone/>
              <a:defRPr sz="1400"/>
            </a:lvl5pPr>
            <a:lvl6pPr marL="0" indent="0" algn="l">
              <a:buNone/>
              <a:defRPr sz="1400"/>
            </a:lvl6pPr>
            <a:lvl7pPr marL="0" indent="0" algn="l">
              <a:buNone/>
              <a:defRPr sz="1400"/>
            </a:lvl7pPr>
            <a:lvl8pPr marL="0" indent="0" algn="l">
              <a:buNone/>
              <a:defRPr sz="1400"/>
            </a:lvl8pPr>
            <a:lvl9pPr marL="0" indent="0" algn="l">
              <a:buNone/>
              <a:defRPr sz="1400"/>
            </a:lvl9pPr>
          </a:lstStyle>
          <a:p>
            <a:r>
              <a:rPr lang="en-US"/>
              <a:t>Subhead for headline size 48 </a:t>
            </a:r>
            <a:r>
              <a:rPr lang="en-US" err="1"/>
              <a:t>pt</a:t>
            </a:r>
            <a:endParaRPr lang="en-US"/>
          </a:p>
        </p:txBody>
      </p:sp>
      <p:pic>
        <p:nvPicPr>
          <p:cNvPr id="7" name="Siemens Logo" descr="Siemens logo">
            <a:extLst>
              <a:ext uri="{FF2B5EF4-FFF2-40B4-BE49-F238E27FC236}">
                <a16:creationId xmlns:a16="http://schemas.microsoft.com/office/drawing/2014/main" id="{3E4A7839-9F7E-47F2-83BA-F637AE096316}"/>
              </a:ext>
              <a:ext uri="{C183D7F6-B498-43B3-948B-1728B52AA6E4}">
                <adec:decorative xmlns:adec="http://schemas.microsoft.com/office/drawing/2017/decorative" val="0"/>
              </a:ext>
            </a:extLst>
          </p:cNvPr>
          <p:cNvPicPr>
            <a:picLocks noChangeAspect="1"/>
          </p:cNvPicPr>
          <p:nvPr userDrawn="1"/>
        </p:nvPicPr>
        <p:blipFill>
          <a:blip r:embed="rId2" cstate="email">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p:blipFill>
        <p:spPr bwMode="black">
          <a:xfrm>
            <a:off x="10274400" y="6364800"/>
            <a:ext cx="1512000" cy="240408"/>
          </a:xfrm>
          <a:prstGeom prst="rect">
            <a:avLst/>
          </a:prstGeom>
        </p:spPr>
      </p:pic>
      <p:sp>
        <p:nvSpPr>
          <p:cNvPr id="4" name="Footer Placeholder" descr="Footer with copyright, author and department information, and date">
            <a:extLst>
              <a:ext uri="{FF2B5EF4-FFF2-40B4-BE49-F238E27FC236}">
                <a16:creationId xmlns:a16="http://schemas.microsoft.com/office/drawing/2014/main" id="{B61796B2-8510-42B4-A5F7-E1FE5FCE45A2}"/>
              </a:ext>
            </a:extLst>
          </p:cNvPr>
          <p:cNvSpPr>
            <a:spLocks noGrp="1"/>
          </p:cNvSpPr>
          <p:nvPr>
            <p:ph type="ftr" sz="quarter" idx="13"/>
          </p:nvPr>
        </p:nvSpPr>
        <p:spPr bwMode="black">
          <a:xfrm>
            <a:off x="411162" y="6310800"/>
            <a:ext cx="9288000" cy="547200"/>
          </a:xfrm>
        </p:spPr>
        <p:txBody>
          <a:bodyPr/>
          <a:lstStyle/>
          <a:p>
            <a:pPr>
              <a:lnSpc>
                <a:spcPct val="100000"/>
              </a:lnSpc>
            </a:pPr>
            <a:r>
              <a:rPr lang="en-US"/>
              <a:t>Restricted | © Siemens 2024 | SHERPA X | YYYY-MM-DD | Status: Draft</a:t>
            </a:r>
          </a:p>
        </p:txBody>
      </p:sp>
      <p:pic>
        <p:nvPicPr>
          <p:cNvPr id="5" name="Marcador de Posição da Imagem 8" descr="Uma imagem com azul, Saturação de cores, Azul elétrico, captura de ecrã&#10;&#10;Descrição gerada automaticamente">
            <a:extLst>
              <a:ext uri="{FF2B5EF4-FFF2-40B4-BE49-F238E27FC236}">
                <a16:creationId xmlns:a16="http://schemas.microsoft.com/office/drawing/2014/main" id="{1D6035DC-0382-A35D-A6CF-1C926020B373}"/>
              </a:ext>
            </a:extLst>
          </p:cNvPr>
          <p:cNvPicPr>
            <a:picLocks noChangeAspect="1"/>
          </p:cNvPicPr>
          <p:nvPr userDrawn="1"/>
        </p:nvPicPr>
        <p:blipFill rotWithShape="1">
          <a:blip r:embed="rId4" cstate="email">
            <a:extLst>
              <a:ext uri="{28A0092B-C50C-407E-A947-70E740481C1C}">
                <a14:useLocalDpi xmlns:a14="http://schemas.microsoft.com/office/drawing/2010/main"/>
              </a:ext>
            </a:extLst>
          </a:blip>
          <a:srcRect/>
          <a:stretch/>
        </p:blipFill>
        <p:spPr bwMode="black">
          <a:xfrm>
            <a:off x="-5" y="0"/>
            <a:ext cx="12192000" cy="3502800"/>
          </a:xfrm>
          <a:prstGeom prst="rect">
            <a:avLst/>
          </a:prstGeom>
        </p:spPr>
      </p:pic>
    </p:spTree>
    <p:extLst>
      <p:ext uri="{BB962C8B-B14F-4D97-AF65-F5344CB8AC3E}">
        <p14:creationId xmlns:p14="http://schemas.microsoft.com/office/powerpoint/2010/main" val="1090096668"/>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259">
          <p15:clr>
            <a:srgbClr val="65CEFF"/>
          </p15:clr>
        </p15:guide>
        <p15:guide id="2" pos="6109">
          <p15:clr>
            <a:srgbClr val="65CEFF"/>
          </p15:clr>
        </p15:guide>
        <p15:guide id="3" pos="7425">
          <p15:clr>
            <a:srgbClr val="65CEFF"/>
          </p15:clr>
        </p15:guide>
        <p15:guide id="4" orient="horz" pos="2206">
          <p15:clr>
            <a:srgbClr val="65CEFF"/>
          </p15:clr>
        </p15:guide>
        <p15:guide id="5" orient="horz" pos="3885">
          <p15:clr>
            <a:srgbClr val="65CEFF"/>
          </p15:clr>
        </p15:guide>
        <p15:guide id="6" orient="horz" pos="4157">
          <p15:clr>
            <a:srgbClr val="65CEFF"/>
          </p15:clr>
        </p15:guide>
      </p15:sldGuideLst>
    </p:ext>
  </p:extLst>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Title picture Gradient 40pt">
    <p:bg>
      <p:bgPr>
        <a:gradFill flip="none" rotWithShape="1">
          <a:gsLst>
            <a:gs pos="40000">
              <a:schemeClr val="bg2"/>
            </a:gs>
            <a:gs pos="100000">
              <a:schemeClr val="accent1"/>
            </a:gs>
          </a:gsLst>
          <a:path path="circle">
            <a:fillToRect l="100000" t="100000"/>
          </a:path>
          <a:tileRect r="-100000" b="-100000"/>
        </a:gradFill>
        <a:effectLst/>
      </p:bgPr>
    </p:bg>
    <p:spTree>
      <p:nvGrpSpPr>
        <p:cNvPr id="1" name=""/>
        <p:cNvGrpSpPr/>
        <p:nvPr/>
      </p:nvGrpSpPr>
      <p:grpSpPr>
        <a:xfrm>
          <a:off x="0" y="0"/>
          <a:ext cx="0" cy="0"/>
          <a:chOff x="0" y="0"/>
          <a:chExt cx="0" cy="0"/>
        </a:xfrm>
      </p:grpSpPr>
      <p:sp>
        <p:nvSpPr>
          <p:cNvPr id="9" name="Gradient cover">
            <a:extLst>
              <a:ext uri="{FF2B5EF4-FFF2-40B4-BE49-F238E27FC236}">
                <a16:creationId xmlns:a16="http://schemas.microsoft.com/office/drawing/2014/main" id="{BC751AD9-F368-4030-BEF3-878CBEED0E5B}"/>
              </a:ext>
              <a:ext uri="{C183D7F6-B498-43B3-948B-1728B52AA6E4}">
                <adec:decorative xmlns:adec="http://schemas.microsoft.com/office/drawing/2017/decorative" val="1"/>
              </a:ext>
            </a:extLst>
          </p:cNvPr>
          <p:cNvSpPr/>
          <p:nvPr userDrawn="1"/>
        </p:nvSpPr>
        <p:spPr>
          <a:xfrm>
            <a:off x="0" y="3502025"/>
            <a:ext cx="12192000" cy="3355975"/>
          </a:xfrm>
          <a:prstGeom prst="rect">
            <a:avLst/>
          </a:prstGeom>
          <a:gradFill flip="none" rotWithShape="1">
            <a:gsLst>
              <a:gs pos="0">
                <a:schemeClr val="accent6"/>
              </a:gs>
              <a:gs pos="100000">
                <a:schemeClr val="bg2">
                  <a:alpha val="0"/>
                </a:schemeClr>
              </a:gs>
              <a:gs pos="40000">
                <a:schemeClr val="bg2">
                  <a:alpha val="50000"/>
                </a:schemeClr>
              </a:gs>
            </a:gsLst>
            <a:lin ang="162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pPr algn="l"/>
            <a:endParaRPr lang="en-US"/>
          </a:p>
        </p:txBody>
      </p:sp>
      <p:sp>
        <p:nvSpPr>
          <p:cNvPr id="2" name="Title" descr="Headline of the presentation">
            <a:extLst>
              <a:ext uri="{FF2B5EF4-FFF2-40B4-BE49-F238E27FC236}">
                <a16:creationId xmlns:a16="http://schemas.microsoft.com/office/drawing/2014/main" id="{8620440E-BF1B-417E-87A5-35990130B3FF}"/>
              </a:ext>
            </a:extLst>
          </p:cNvPr>
          <p:cNvSpPr>
            <a:spLocks noGrp="1"/>
          </p:cNvSpPr>
          <p:nvPr>
            <p:ph type="title" hasCustomPrompt="1"/>
          </p:nvPr>
        </p:nvSpPr>
        <p:spPr bwMode="black">
          <a:xfrm>
            <a:off x="410401" y="3780000"/>
            <a:ext cx="9287638" cy="1231106"/>
          </a:xfrm>
          <a:noFill/>
        </p:spPr>
        <p:txBody>
          <a:bodyPr rIns="0" bIns="0" anchor="t">
            <a:spAutoFit/>
          </a:bodyPr>
          <a:lstStyle>
            <a:lvl1pPr marL="0">
              <a:lnSpc>
                <a:spcPct val="100000"/>
              </a:lnSpc>
              <a:defRPr sz="4000" b="0">
                <a:solidFill>
                  <a:schemeClr val="tx1"/>
                </a:solidFill>
              </a:defRPr>
            </a:lvl1pPr>
          </a:lstStyle>
          <a:p>
            <a:r>
              <a:rPr lang="en-US"/>
              <a:t>Title chart with picture, </a:t>
            </a:r>
            <a:br>
              <a:rPr lang="en-US"/>
            </a:br>
            <a:r>
              <a:rPr lang="en-US"/>
              <a:t>Arial Regular, 40 </a:t>
            </a:r>
            <a:r>
              <a:rPr lang="en-US" err="1"/>
              <a:t>pt</a:t>
            </a:r>
            <a:endParaRPr lang="en-US"/>
          </a:p>
        </p:txBody>
      </p:sp>
      <p:sp>
        <p:nvSpPr>
          <p:cNvPr id="3" name="Subhead" descr="Subheadline of the presentation">
            <a:extLst>
              <a:ext uri="{FF2B5EF4-FFF2-40B4-BE49-F238E27FC236}">
                <a16:creationId xmlns:a16="http://schemas.microsoft.com/office/drawing/2014/main" id="{89304306-5233-4901-B576-444696A2EA33}"/>
              </a:ext>
            </a:extLst>
          </p:cNvPr>
          <p:cNvSpPr>
            <a:spLocks noGrp="1"/>
          </p:cNvSpPr>
          <p:nvPr>
            <p:ph type="subTitle" idx="1" hasCustomPrompt="1"/>
          </p:nvPr>
        </p:nvSpPr>
        <p:spPr bwMode="black">
          <a:xfrm>
            <a:off x="411162" y="5011106"/>
            <a:ext cx="9288000" cy="1156332"/>
          </a:xfrm>
          <a:prstGeom prst="rect">
            <a:avLst/>
          </a:prstGeom>
        </p:spPr>
        <p:txBody>
          <a:bodyPr lIns="0" tIns="252000">
            <a:noAutofit/>
          </a:bodyPr>
          <a:lstStyle>
            <a:lvl1pPr marL="0" indent="0" algn="l">
              <a:spcAft>
                <a:spcPts val="300"/>
              </a:spcAft>
              <a:buNone/>
              <a:defRPr sz="1600">
                <a:solidFill>
                  <a:schemeClr val="tx1"/>
                </a:solidFill>
              </a:defRPr>
            </a:lvl1pPr>
            <a:lvl2pPr marL="0" indent="0" algn="l">
              <a:spcAft>
                <a:spcPts val="300"/>
              </a:spcAft>
              <a:buNone/>
              <a:defRPr sz="1600"/>
            </a:lvl2pPr>
            <a:lvl3pPr marL="0" indent="0" algn="l">
              <a:spcAft>
                <a:spcPts val="300"/>
              </a:spcAft>
              <a:buNone/>
              <a:defRPr sz="1400"/>
            </a:lvl3pPr>
            <a:lvl4pPr marL="0" indent="0" algn="l">
              <a:buNone/>
              <a:defRPr sz="1400"/>
            </a:lvl4pPr>
            <a:lvl5pPr marL="0" indent="0" algn="l">
              <a:buNone/>
              <a:defRPr sz="1400"/>
            </a:lvl5pPr>
            <a:lvl6pPr marL="0" indent="0" algn="l">
              <a:buNone/>
              <a:defRPr sz="1400"/>
            </a:lvl6pPr>
            <a:lvl7pPr marL="0" indent="0" algn="l">
              <a:buNone/>
              <a:defRPr sz="1400"/>
            </a:lvl7pPr>
            <a:lvl8pPr marL="0" indent="0" algn="l">
              <a:buNone/>
              <a:defRPr sz="1400"/>
            </a:lvl8pPr>
            <a:lvl9pPr marL="0" indent="0" algn="l">
              <a:buNone/>
              <a:defRPr sz="1400"/>
            </a:lvl9pPr>
          </a:lstStyle>
          <a:p>
            <a:pPr lvl="0"/>
            <a:r>
              <a:rPr lang="en-US"/>
              <a:t>Subhead for headline size 40 </a:t>
            </a:r>
            <a:r>
              <a:rPr lang="en-US" err="1"/>
              <a:t>pt</a:t>
            </a:r>
            <a:endParaRPr lang="en-US"/>
          </a:p>
        </p:txBody>
      </p:sp>
      <p:pic>
        <p:nvPicPr>
          <p:cNvPr id="7" name="Siemens Logo" descr="Siemens logo">
            <a:extLst>
              <a:ext uri="{FF2B5EF4-FFF2-40B4-BE49-F238E27FC236}">
                <a16:creationId xmlns:a16="http://schemas.microsoft.com/office/drawing/2014/main" id="{3E4A7839-9F7E-47F2-83BA-F637AE096316}"/>
              </a:ext>
              <a:ext uri="{C183D7F6-B498-43B3-948B-1728B52AA6E4}">
                <adec:decorative xmlns:adec="http://schemas.microsoft.com/office/drawing/2017/decorative" val="0"/>
              </a:ext>
            </a:extLst>
          </p:cNvPr>
          <p:cNvPicPr>
            <a:picLocks noChangeAspect="1"/>
          </p:cNvPicPr>
          <p:nvPr userDrawn="1"/>
        </p:nvPicPr>
        <p:blipFill>
          <a:blip r:embed="rId2" cstate="email">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p:blipFill>
        <p:spPr bwMode="black">
          <a:xfrm>
            <a:off x="10274400" y="6364800"/>
            <a:ext cx="1512000" cy="240408"/>
          </a:xfrm>
          <a:prstGeom prst="rect">
            <a:avLst/>
          </a:prstGeom>
        </p:spPr>
      </p:pic>
      <p:sp>
        <p:nvSpPr>
          <p:cNvPr id="4" name="Footer Placeholder" descr="Footer with copyright, author and department information, and date">
            <a:extLst>
              <a:ext uri="{FF2B5EF4-FFF2-40B4-BE49-F238E27FC236}">
                <a16:creationId xmlns:a16="http://schemas.microsoft.com/office/drawing/2014/main" id="{B61796B2-8510-42B4-A5F7-E1FE5FCE45A2}"/>
              </a:ext>
            </a:extLst>
          </p:cNvPr>
          <p:cNvSpPr>
            <a:spLocks noGrp="1"/>
          </p:cNvSpPr>
          <p:nvPr>
            <p:ph type="ftr" sz="quarter" idx="13"/>
          </p:nvPr>
        </p:nvSpPr>
        <p:spPr bwMode="black">
          <a:xfrm>
            <a:off x="411162" y="6310800"/>
            <a:ext cx="9288000" cy="547200"/>
          </a:xfrm>
        </p:spPr>
        <p:txBody>
          <a:bodyPr/>
          <a:lstStyle/>
          <a:p>
            <a:pPr>
              <a:lnSpc>
                <a:spcPct val="100000"/>
              </a:lnSpc>
            </a:pPr>
            <a:r>
              <a:rPr lang="en-US"/>
              <a:t>Restricted | © Siemens 2024 | SHERPA X | YYYY-MM-DD | Status: Draft</a:t>
            </a:r>
          </a:p>
        </p:txBody>
      </p:sp>
      <p:pic>
        <p:nvPicPr>
          <p:cNvPr id="6" name="Marcador de Posição da Imagem 8" descr="Uma imagem com azul, Saturação de cores, Azul elétrico, captura de ecrã&#10;&#10;Descrição gerada automaticamente">
            <a:extLst>
              <a:ext uri="{FF2B5EF4-FFF2-40B4-BE49-F238E27FC236}">
                <a16:creationId xmlns:a16="http://schemas.microsoft.com/office/drawing/2014/main" id="{987E51E3-72A3-7AAC-F3CF-18EEC80FCCCB}"/>
              </a:ext>
            </a:extLst>
          </p:cNvPr>
          <p:cNvPicPr>
            <a:picLocks noChangeAspect="1"/>
          </p:cNvPicPr>
          <p:nvPr userDrawn="1"/>
        </p:nvPicPr>
        <p:blipFill rotWithShape="1">
          <a:blip r:embed="rId4" cstate="email">
            <a:extLst>
              <a:ext uri="{28A0092B-C50C-407E-A947-70E740481C1C}">
                <a14:useLocalDpi xmlns:a14="http://schemas.microsoft.com/office/drawing/2010/main"/>
              </a:ext>
            </a:extLst>
          </a:blip>
          <a:srcRect/>
          <a:stretch/>
        </p:blipFill>
        <p:spPr bwMode="black">
          <a:xfrm>
            <a:off x="-5" y="0"/>
            <a:ext cx="12192000" cy="3502800"/>
          </a:xfrm>
          <a:prstGeom prst="rect">
            <a:avLst/>
          </a:prstGeom>
        </p:spPr>
      </p:pic>
    </p:spTree>
    <p:extLst>
      <p:ext uri="{BB962C8B-B14F-4D97-AF65-F5344CB8AC3E}">
        <p14:creationId xmlns:p14="http://schemas.microsoft.com/office/powerpoint/2010/main" val="581445874"/>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259">
          <p15:clr>
            <a:srgbClr val="65CEFF"/>
          </p15:clr>
        </p15:guide>
        <p15:guide id="2" pos="6109">
          <p15:clr>
            <a:srgbClr val="65CEFF"/>
          </p15:clr>
        </p15:guide>
        <p15:guide id="3" pos="7425">
          <p15:clr>
            <a:srgbClr val="65CEFF"/>
          </p15:clr>
        </p15:guide>
        <p15:guide id="4" orient="horz" pos="2206">
          <p15:clr>
            <a:srgbClr val="65CEFF"/>
          </p15:clr>
        </p15:guide>
        <p15:guide id="5" orient="horz" pos="3885">
          <p15:clr>
            <a:srgbClr val="65CEFF"/>
          </p15:clr>
        </p15:guide>
        <p15:guide id="6" orient="horz" pos="4157">
          <p15:clr>
            <a:srgbClr val="65CEFF"/>
          </p15:clr>
        </p15:guide>
      </p15:sldGuideLst>
    </p:ext>
  </p:extLst>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Chapter title dark 80pt">
    <p:bg>
      <p:bgRef idx="1001">
        <a:schemeClr val="bg2"/>
      </p:bgRef>
    </p:bg>
    <p:spTree>
      <p:nvGrpSpPr>
        <p:cNvPr id="1" name=""/>
        <p:cNvGrpSpPr/>
        <p:nvPr/>
      </p:nvGrpSpPr>
      <p:grpSpPr>
        <a:xfrm>
          <a:off x="0" y="0"/>
          <a:ext cx="0" cy="0"/>
          <a:chOff x="0" y="0"/>
          <a:chExt cx="0" cy="0"/>
        </a:xfrm>
      </p:grpSpPr>
      <p:sp>
        <p:nvSpPr>
          <p:cNvPr id="4" name="Title" descr="Title of the chapter">
            <a:extLst>
              <a:ext uri="{FF2B5EF4-FFF2-40B4-BE49-F238E27FC236}">
                <a16:creationId xmlns:a16="http://schemas.microsoft.com/office/drawing/2014/main" id="{B3CAAA86-26BD-41E0-A26A-7AF592C3A34A}"/>
              </a:ext>
            </a:extLst>
          </p:cNvPr>
          <p:cNvSpPr>
            <a:spLocks noGrp="1"/>
          </p:cNvSpPr>
          <p:nvPr>
            <p:ph type="title" hasCustomPrompt="1"/>
          </p:nvPr>
        </p:nvSpPr>
        <p:spPr bwMode="black">
          <a:xfrm>
            <a:off x="410400" y="1414463"/>
            <a:ext cx="11376788" cy="2462213"/>
          </a:xfrm>
          <a:noFill/>
        </p:spPr>
        <p:txBody>
          <a:bodyPr rIns="0" bIns="0" anchor="b" anchorCtr="0">
            <a:spAutoFit/>
          </a:bodyPr>
          <a:lstStyle>
            <a:lvl1pPr marL="0">
              <a:lnSpc>
                <a:spcPct val="100000"/>
              </a:lnSpc>
              <a:defRPr sz="8000" b="0">
                <a:solidFill>
                  <a:schemeClr val="tx1"/>
                </a:solidFill>
              </a:defRPr>
            </a:lvl1pPr>
          </a:lstStyle>
          <a:p>
            <a:r>
              <a:rPr lang="en-US"/>
              <a:t>Chapter divider, </a:t>
            </a:r>
            <a:br>
              <a:rPr lang="en-US"/>
            </a:br>
            <a:r>
              <a:rPr lang="en-US"/>
              <a:t>Arial Regular, 80 </a:t>
            </a:r>
            <a:r>
              <a:rPr lang="en-US" err="1"/>
              <a:t>pt</a:t>
            </a:r>
            <a:endParaRPr lang="en-US"/>
          </a:p>
        </p:txBody>
      </p:sp>
      <p:sp>
        <p:nvSpPr>
          <p:cNvPr id="3" name="Subhead" descr="Subtitle of the chapter">
            <a:extLst>
              <a:ext uri="{FF2B5EF4-FFF2-40B4-BE49-F238E27FC236}">
                <a16:creationId xmlns:a16="http://schemas.microsoft.com/office/drawing/2014/main" id="{89304306-5233-4901-B576-444696A2EA33}"/>
              </a:ext>
            </a:extLst>
          </p:cNvPr>
          <p:cNvSpPr>
            <a:spLocks noGrp="1"/>
          </p:cNvSpPr>
          <p:nvPr>
            <p:ph type="subTitle" idx="1" hasCustomPrompt="1"/>
          </p:nvPr>
        </p:nvSpPr>
        <p:spPr bwMode="black">
          <a:xfrm>
            <a:off x="411163" y="3876675"/>
            <a:ext cx="9288000" cy="1930399"/>
          </a:xfrm>
          <a:prstGeom prst="rect">
            <a:avLst/>
          </a:prstGeom>
        </p:spPr>
        <p:txBody>
          <a:bodyPr lIns="0" tIns="370800">
            <a:noAutofit/>
          </a:bodyPr>
          <a:lstStyle>
            <a:lvl1pPr marL="0" indent="0" algn="l">
              <a:spcAft>
                <a:spcPts val="300"/>
              </a:spcAft>
              <a:buNone/>
              <a:defRPr sz="3200">
                <a:solidFill>
                  <a:schemeClr val="tx1"/>
                </a:solidFill>
              </a:defRPr>
            </a:lvl1pPr>
            <a:lvl2pPr marL="0" marR="0" indent="0" algn="l" defTabSz="914400" rtl="0" eaLnBrk="1" fontAlgn="auto" latinLnBrk="0" hangingPunct="1">
              <a:lnSpc>
                <a:spcPct val="110000"/>
              </a:lnSpc>
              <a:spcBef>
                <a:spcPts val="0"/>
              </a:spcBef>
              <a:spcAft>
                <a:spcPts val="300"/>
              </a:spcAft>
              <a:buClr>
                <a:schemeClr val="accent1"/>
              </a:buClr>
              <a:buSzTx/>
              <a:buFont typeface="Arial" panose="020B0604020202020204" pitchFamily="34" charset="0"/>
              <a:buNone/>
              <a:tabLst/>
              <a:defRPr sz="2400"/>
            </a:lvl2pPr>
            <a:lvl3pPr marL="0" indent="0" algn="l">
              <a:spcAft>
                <a:spcPts val="300"/>
              </a:spcAft>
              <a:buNone/>
              <a:defRPr sz="1600"/>
            </a:lvl3pPr>
            <a:lvl4pPr marL="0" indent="0" algn="l">
              <a:buNone/>
              <a:defRPr sz="1600"/>
            </a:lvl4pPr>
            <a:lvl5pPr marL="0" indent="0" algn="l">
              <a:buNone/>
              <a:defRPr sz="1600"/>
            </a:lvl5pPr>
            <a:lvl6pPr marL="0" indent="0" algn="l">
              <a:buNone/>
              <a:defRPr sz="1600"/>
            </a:lvl6pPr>
            <a:lvl7pPr marL="0" indent="0" algn="l">
              <a:buNone/>
              <a:defRPr sz="1600"/>
            </a:lvl7pPr>
            <a:lvl8pPr marL="0" indent="0" algn="l">
              <a:buNone/>
              <a:defRPr sz="1600"/>
            </a:lvl8pPr>
            <a:lvl9pPr marL="0" indent="0" algn="l">
              <a:buNone/>
              <a:defRPr sz="1600"/>
            </a:lvl9pPr>
          </a:lstStyle>
          <a:p>
            <a:r>
              <a:rPr lang="en-US"/>
              <a:t>Subhead for headline size 80 </a:t>
            </a:r>
            <a:r>
              <a:rPr lang="en-US" err="1"/>
              <a:t>pt</a:t>
            </a:r>
            <a:endParaRPr lang="en-US"/>
          </a:p>
        </p:txBody>
      </p:sp>
      <p:sp>
        <p:nvSpPr>
          <p:cNvPr id="5" name="Footer Placeholder" descr="Footer with copyright, author and department information, and date">
            <a:extLst>
              <a:ext uri="{FF2B5EF4-FFF2-40B4-BE49-F238E27FC236}">
                <a16:creationId xmlns:a16="http://schemas.microsoft.com/office/drawing/2014/main" id="{EDBCA456-A643-45C8-9383-5A06099EB621}"/>
              </a:ext>
            </a:extLst>
          </p:cNvPr>
          <p:cNvSpPr>
            <a:spLocks noGrp="1"/>
          </p:cNvSpPr>
          <p:nvPr>
            <p:ph type="ftr" sz="quarter" idx="10"/>
          </p:nvPr>
        </p:nvSpPr>
        <p:spPr bwMode="black">
          <a:xfrm>
            <a:off x="1059160" y="6310800"/>
            <a:ext cx="8640003" cy="547200"/>
          </a:xfrm>
        </p:spPr>
        <p:txBody>
          <a:bodyPr/>
          <a:lstStyle/>
          <a:p>
            <a:r>
              <a:rPr lang="en-US"/>
              <a:t>Restricted | © Siemens 2024 | SHERPA X | YYYY-MM-DD | Status: Draft</a:t>
            </a:r>
          </a:p>
        </p:txBody>
      </p:sp>
      <p:pic>
        <p:nvPicPr>
          <p:cNvPr id="10" name="Siemens Logo" descr="Siemens logo">
            <a:extLst>
              <a:ext uri="{FF2B5EF4-FFF2-40B4-BE49-F238E27FC236}">
                <a16:creationId xmlns:a16="http://schemas.microsoft.com/office/drawing/2014/main" id="{9A561178-96D2-407A-94C5-91A37401F657}"/>
              </a:ext>
              <a:ext uri="{C183D7F6-B498-43B3-948B-1728B52AA6E4}">
                <adec:decorative xmlns:adec="http://schemas.microsoft.com/office/drawing/2017/decorative" val="0"/>
              </a:ext>
            </a:extLst>
          </p:cNvPr>
          <p:cNvPicPr>
            <a:picLocks noChangeAspect="1"/>
          </p:cNvPicPr>
          <p:nvPr userDrawn="1"/>
        </p:nvPicPr>
        <p:blipFill>
          <a:blip r:embed="rId2" cstate="email">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p:blipFill>
        <p:spPr bwMode="black">
          <a:xfrm>
            <a:off x="10274400" y="6364800"/>
            <a:ext cx="1512000" cy="240408"/>
          </a:xfrm>
          <a:prstGeom prst="rect">
            <a:avLst/>
          </a:prstGeom>
        </p:spPr>
      </p:pic>
      <p:sp>
        <p:nvSpPr>
          <p:cNvPr id="6" name="Slide Number Placeholder">
            <a:extLst>
              <a:ext uri="{FF2B5EF4-FFF2-40B4-BE49-F238E27FC236}">
                <a16:creationId xmlns:a16="http://schemas.microsoft.com/office/drawing/2014/main" id="{5B05DC85-FD3C-4245-83A1-F6197CB9E08F}"/>
              </a:ext>
              <a:ext uri="{C183D7F6-B498-43B3-948B-1728B52AA6E4}">
                <adec:decorative xmlns:adec="http://schemas.microsoft.com/office/drawing/2017/decorative" val="1"/>
              </a:ext>
            </a:extLst>
          </p:cNvPr>
          <p:cNvSpPr>
            <a:spLocks noGrp="1"/>
          </p:cNvSpPr>
          <p:nvPr>
            <p:ph type="sldNum" sz="quarter" idx="11"/>
          </p:nvPr>
        </p:nvSpPr>
        <p:spPr bwMode="black"/>
        <p:txBody>
          <a:bodyPr/>
          <a:lstStyle/>
          <a:p>
            <a:r>
              <a:rPr lang="en-US"/>
              <a:t>Page </a:t>
            </a:r>
            <a:fld id="{15EBE321-CBB1-4E91-BD14-37C8D44326FB}" type="slidenum">
              <a:rPr lang="en-US" smtClean="0"/>
              <a:pPr/>
              <a:t>‹#›</a:t>
            </a:fld>
            <a:endParaRPr lang="en-US"/>
          </a:p>
        </p:txBody>
      </p:sp>
    </p:spTree>
    <p:extLst>
      <p:ext uri="{BB962C8B-B14F-4D97-AF65-F5344CB8AC3E}">
        <p14:creationId xmlns:p14="http://schemas.microsoft.com/office/powerpoint/2010/main" val="3289752938"/>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259">
          <p15:clr>
            <a:srgbClr val="65CEFF"/>
          </p15:clr>
        </p15:guide>
        <p15:guide id="3" pos="6109">
          <p15:clr>
            <a:srgbClr val="65CEFF"/>
          </p15:clr>
        </p15:guide>
        <p15:guide id="4" pos="7425">
          <p15:clr>
            <a:srgbClr val="65CEFF"/>
          </p15:clr>
        </p15:guide>
        <p15:guide id="5" orient="horz" pos="891">
          <p15:clr>
            <a:srgbClr val="65CEFF"/>
          </p15:clr>
        </p15:guide>
        <p15:guide id="6" orient="horz" pos="3658">
          <p15:clr>
            <a:srgbClr val="65CEFF"/>
          </p15:clr>
        </p15:guide>
        <p15:guide id="7" orient="horz" pos="4157">
          <p15:clr>
            <a:srgbClr val="65CEFF"/>
          </p15:clr>
        </p15:guide>
      </p15:sldGuideLst>
    </p:ext>
  </p:extLst>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Chapter title dark 60pt">
    <p:bg>
      <p:bgRef idx="1001">
        <a:schemeClr val="bg2"/>
      </p:bgRef>
    </p:bg>
    <p:spTree>
      <p:nvGrpSpPr>
        <p:cNvPr id="1" name=""/>
        <p:cNvGrpSpPr/>
        <p:nvPr/>
      </p:nvGrpSpPr>
      <p:grpSpPr>
        <a:xfrm>
          <a:off x="0" y="0"/>
          <a:ext cx="0" cy="0"/>
          <a:chOff x="0" y="0"/>
          <a:chExt cx="0" cy="0"/>
        </a:xfrm>
      </p:grpSpPr>
      <p:sp>
        <p:nvSpPr>
          <p:cNvPr id="4" name="Title" descr="Title of the chapter">
            <a:extLst>
              <a:ext uri="{FF2B5EF4-FFF2-40B4-BE49-F238E27FC236}">
                <a16:creationId xmlns:a16="http://schemas.microsoft.com/office/drawing/2014/main" id="{B3CAAA86-26BD-41E0-A26A-7AF592C3A34A}"/>
              </a:ext>
            </a:extLst>
          </p:cNvPr>
          <p:cNvSpPr>
            <a:spLocks noGrp="1"/>
          </p:cNvSpPr>
          <p:nvPr>
            <p:ph type="title" hasCustomPrompt="1"/>
          </p:nvPr>
        </p:nvSpPr>
        <p:spPr bwMode="black">
          <a:xfrm>
            <a:off x="410400" y="1414463"/>
            <a:ext cx="11376788" cy="2769989"/>
          </a:xfrm>
          <a:noFill/>
        </p:spPr>
        <p:txBody>
          <a:bodyPr rIns="0" bIns="0" anchor="b" anchorCtr="0">
            <a:spAutoFit/>
          </a:bodyPr>
          <a:lstStyle>
            <a:lvl1pPr marL="0">
              <a:lnSpc>
                <a:spcPct val="100000"/>
              </a:lnSpc>
              <a:defRPr sz="6000" b="0">
                <a:solidFill>
                  <a:schemeClr val="tx1"/>
                </a:solidFill>
              </a:defRPr>
            </a:lvl1pPr>
          </a:lstStyle>
          <a:p>
            <a:r>
              <a:rPr lang="en-US"/>
              <a:t>Chapter divider, </a:t>
            </a:r>
            <a:br>
              <a:rPr lang="en-US"/>
            </a:br>
            <a:r>
              <a:rPr lang="en-US"/>
              <a:t>Arial Regular, 60 </a:t>
            </a:r>
            <a:r>
              <a:rPr lang="en-US" err="1"/>
              <a:t>pt</a:t>
            </a:r>
            <a:br>
              <a:rPr lang="en-US"/>
            </a:br>
            <a:r>
              <a:rPr lang="en-US"/>
              <a:t>3 lines</a:t>
            </a:r>
          </a:p>
        </p:txBody>
      </p:sp>
      <p:sp>
        <p:nvSpPr>
          <p:cNvPr id="3" name="Subhead" descr="Subtitle of the chapter">
            <a:extLst>
              <a:ext uri="{FF2B5EF4-FFF2-40B4-BE49-F238E27FC236}">
                <a16:creationId xmlns:a16="http://schemas.microsoft.com/office/drawing/2014/main" id="{89304306-5233-4901-B576-444696A2EA33}"/>
              </a:ext>
            </a:extLst>
          </p:cNvPr>
          <p:cNvSpPr>
            <a:spLocks noGrp="1"/>
          </p:cNvSpPr>
          <p:nvPr>
            <p:ph type="subTitle" idx="1" hasCustomPrompt="1"/>
          </p:nvPr>
        </p:nvSpPr>
        <p:spPr bwMode="black">
          <a:xfrm>
            <a:off x="411163" y="4184452"/>
            <a:ext cx="9288000" cy="1622622"/>
          </a:xfrm>
          <a:prstGeom prst="rect">
            <a:avLst/>
          </a:prstGeom>
        </p:spPr>
        <p:txBody>
          <a:bodyPr lIns="0" tIns="370800">
            <a:noAutofit/>
          </a:bodyPr>
          <a:lstStyle>
            <a:lvl1pPr marL="0" indent="0" algn="l">
              <a:spcAft>
                <a:spcPts val="300"/>
              </a:spcAft>
              <a:buNone/>
              <a:defRPr sz="2400">
                <a:solidFill>
                  <a:schemeClr val="tx1"/>
                </a:solidFill>
              </a:defRPr>
            </a:lvl1pPr>
            <a:lvl2pPr marL="0" marR="0" indent="0" algn="l" defTabSz="914400" rtl="0" eaLnBrk="1" fontAlgn="auto" latinLnBrk="0" hangingPunct="1">
              <a:lnSpc>
                <a:spcPct val="110000"/>
              </a:lnSpc>
              <a:spcBef>
                <a:spcPts val="0"/>
              </a:spcBef>
              <a:spcAft>
                <a:spcPts val="300"/>
              </a:spcAft>
              <a:buClr>
                <a:schemeClr val="accent1"/>
              </a:buClr>
              <a:buSzTx/>
              <a:buFont typeface="Arial" panose="020B0604020202020204" pitchFamily="34" charset="0"/>
              <a:buNone/>
              <a:tabLst/>
              <a:defRPr sz="2400"/>
            </a:lvl2pPr>
            <a:lvl3pPr marL="0" indent="0" algn="l">
              <a:spcAft>
                <a:spcPts val="300"/>
              </a:spcAft>
              <a:buNone/>
              <a:defRPr sz="1600"/>
            </a:lvl3pPr>
            <a:lvl4pPr marL="0" indent="0" algn="l">
              <a:buNone/>
              <a:defRPr sz="1600"/>
            </a:lvl4pPr>
            <a:lvl5pPr marL="0" indent="0" algn="l">
              <a:buNone/>
              <a:defRPr sz="1600"/>
            </a:lvl5pPr>
            <a:lvl6pPr marL="0" indent="0" algn="l">
              <a:buNone/>
              <a:defRPr sz="1600"/>
            </a:lvl6pPr>
            <a:lvl7pPr marL="0" indent="0" algn="l">
              <a:buNone/>
              <a:defRPr sz="1600"/>
            </a:lvl7pPr>
            <a:lvl8pPr marL="0" indent="0" algn="l">
              <a:buNone/>
              <a:defRPr sz="1600"/>
            </a:lvl8pPr>
            <a:lvl9pPr marL="0" indent="0" algn="l">
              <a:buNone/>
              <a:defRPr sz="1600"/>
            </a:lvl9pPr>
          </a:lstStyle>
          <a:p>
            <a:pPr lvl="0"/>
            <a:r>
              <a:rPr lang="en-US"/>
              <a:t>Subhead for headline size 60 </a:t>
            </a:r>
            <a:r>
              <a:rPr lang="en-US" err="1"/>
              <a:t>pt</a:t>
            </a:r>
            <a:endParaRPr lang="en-US"/>
          </a:p>
        </p:txBody>
      </p:sp>
      <p:sp>
        <p:nvSpPr>
          <p:cNvPr id="5" name="Footer Placeholder" descr="Footer with copyright, author and department information, and date">
            <a:extLst>
              <a:ext uri="{FF2B5EF4-FFF2-40B4-BE49-F238E27FC236}">
                <a16:creationId xmlns:a16="http://schemas.microsoft.com/office/drawing/2014/main" id="{21031E7D-E514-484A-9CCD-52A9C2222261}"/>
              </a:ext>
            </a:extLst>
          </p:cNvPr>
          <p:cNvSpPr>
            <a:spLocks noGrp="1"/>
          </p:cNvSpPr>
          <p:nvPr>
            <p:ph type="ftr" sz="quarter" idx="10"/>
          </p:nvPr>
        </p:nvSpPr>
        <p:spPr bwMode="black">
          <a:xfrm>
            <a:off x="1059160" y="6310800"/>
            <a:ext cx="8640003" cy="547200"/>
          </a:xfrm>
        </p:spPr>
        <p:txBody>
          <a:bodyPr/>
          <a:lstStyle/>
          <a:p>
            <a:r>
              <a:rPr lang="en-US"/>
              <a:t>Restricted | © Siemens 2024 | SHERPA X | YYYY-MM-DD | Status: Draft</a:t>
            </a:r>
          </a:p>
        </p:txBody>
      </p:sp>
      <p:pic>
        <p:nvPicPr>
          <p:cNvPr id="10" name="Siemens Logo" descr="Siemens logo">
            <a:extLst>
              <a:ext uri="{FF2B5EF4-FFF2-40B4-BE49-F238E27FC236}">
                <a16:creationId xmlns:a16="http://schemas.microsoft.com/office/drawing/2014/main" id="{9A561178-96D2-407A-94C5-91A37401F657}"/>
              </a:ext>
              <a:ext uri="{C183D7F6-B498-43B3-948B-1728B52AA6E4}">
                <adec:decorative xmlns:adec="http://schemas.microsoft.com/office/drawing/2017/decorative" val="0"/>
              </a:ext>
            </a:extLst>
          </p:cNvPr>
          <p:cNvPicPr>
            <a:picLocks noChangeAspect="1"/>
          </p:cNvPicPr>
          <p:nvPr userDrawn="1"/>
        </p:nvPicPr>
        <p:blipFill>
          <a:blip r:embed="rId2" cstate="email">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p:blipFill>
        <p:spPr bwMode="black">
          <a:xfrm>
            <a:off x="10274400" y="6364800"/>
            <a:ext cx="1512000" cy="240408"/>
          </a:xfrm>
          <a:prstGeom prst="rect">
            <a:avLst/>
          </a:prstGeom>
        </p:spPr>
      </p:pic>
      <p:sp>
        <p:nvSpPr>
          <p:cNvPr id="6" name="Slide Number Placeholder">
            <a:extLst>
              <a:ext uri="{FF2B5EF4-FFF2-40B4-BE49-F238E27FC236}">
                <a16:creationId xmlns:a16="http://schemas.microsoft.com/office/drawing/2014/main" id="{447F428C-5AA7-413C-A721-B7AADDF8B425}"/>
              </a:ext>
              <a:ext uri="{C183D7F6-B498-43B3-948B-1728B52AA6E4}">
                <adec:decorative xmlns:adec="http://schemas.microsoft.com/office/drawing/2017/decorative" val="1"/>
              </a:ext>
            </a:extLst>
          </p:cNvPr>
          <p:cNvSpPr>
            <a:spLocks noGrp="1"/>
          </p:cNvSpPr>
          <p:nvPr>
            <p:ph type="sldNum" sz="quarter" idx="11"/>
          </p:nvPr>
        </p:nvSpPr>
        <p:spPr bwMode="black"/>
        <p:txBody>
          <a:bodyPr/>
          <a:lstStyle/>
          <a:p>
            <a:r>
              <a:rPr lang="en-US"/>
              <a:t>Page </a:t>
            </a:r>
            <a:fld id="{15EBE321-CBB1-4E91-BD14-37C8D44326FB}" type="slidenum">
              <a:rPr lang="en-US" smtClean="0"/>
              <a:pPr/>
              <a:t>‹#›</a:t>
            </a:fld>
            <a:endParaRPr lang="en-US"/>
          </a:p>
        </p:txBody>
      </p:sp>
    </p:spTree>
    <p:extLst>
      <p:ext uri="{BB962C8B-B14F-4D97-AF65-F5344CB8AC3E}">
        <p14:creationId xmlns:p14="http://schemas.microsoft.com/office/powerpoint/2010/main" val="3183925637"/>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259">
          <p15:clr>
            <a:srgbClr val="65CEFF"/>
          </p15:clr>
        </p15:guide>
        <p15:guide id="3" pos="6109">
          <p15:clr>
            <a:srgbClr val="65CEFF"/>
          </p15:clr>
        </p15:guide>
        <p15:guide id="4" pos="7425">
          <p15:clr>
            <a:srgbClr val="65CEFF"/>
          </p15:clr>
        </p15:guide>
        <p15:guide id="5" orient="horz" pos="891">
          <p15:clr>
            <a:srgbClr val="65CEFF"/>
          </p15:clr>
        </p15:guide>
        <p15:guide id="6" orient="horz" pos="3658">
          <p15:clr>
            <a:srgbClr val="65CEFF"/>
          </p15:clr>
        </p15:guide>
        <p15:guide id="7" orient="horz" pos="4157">
          <p15:clr>
            <a:srgbClr val="65CEFF"/>
          </p15:clr>
        </p15:guide>
      </p15:sldGuideLst>
    </p:ext>
  </p:extLst>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Chapter title color 80pt">
    <p:bg>
      <p:bgPr>
        <a:blipFill>
          <a:blip r:embed="rId2" cstate="email">
            <a:extLst>
              <a:ext uri="{28A0092B-C50C-407E-A947-70E740481C1C}">
                <a14:useLocalDpi xmlns:a14="http://schemas.microsoft.com/office/drawing/2010/main"/>
              </a:ext>
            </a:extLst>
          </a:blip>
          <a:stretch>
            <a:fillRect/>
          </a:stretch>
        </a:blipFill>
        <a:effectLst/>
      </p:bgPr>
    </p:bg>
    <p:spTree>
      <p:nvGrpSpPr>
        <p:cNvPr id="1" name=""/>
        <p:cNvGrpSpPr/>
        <p:nvPr/>
      </p:nvGrpSpPr>
      <p:grpSpPr>
        <a:xfrm>
          <a:off x="0" y="0"/>
          <a:ext cx="0" cy="0"/>
          <a:chOff x="0" y="0"/>
          <a:chExt cx="0" cy="0"/>
        </a:xfrm>
      </p:grpSpPr>
      <p:sp>
        <p:nvSpPr>
          <p:cNvPr id="10" name="Retângulo 9">
            <a:extLst>
              <a:ext uri="{FF2B5EF4-FFF2-40B4-BE49-F238E27FC236}">
                <a16:creationId xmlns:a16="http://schemas.microsoft.com/office/drawing/2014/main" id="{63233F74-64E2-979F-AE77-CCDE0519D42E}"/>
              </a:ext>
            </a:extLst>
          </p:cNvPr>
          <p:cNvSpPr/>
          <p:nvPr userDrawn="1"/>
        </p:nvSpPr>
        <p:spPr>
          <a:xfrm>
            <a:off x="0" y="0"/>
            <a:ext cx="12192000" cy="6858000"/>
          </a:xfrm>
          <a:prstGeom prst="rect">
            <a:avLst/>
          </a:prstGeom>
          <a:solidFill>
            <a:srgbClr val="000028">
              <a:alpha val="2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pPr algn="l"/>
            <a:endParaRPr lang="en-GB">
              <a:solidFill>
                <a:schemeClr val="bg1"/>
              </a:solidFill>
            </a:endParaRPr>
          </a:p>
        </p:txBody>
      </p:sp>
      <p:sp>
        <p:nvSpPr>
          <p:cNvPr id="4" name="Title" descr="Title of the chapter">
            <a:extLst>
              <a:ext uri="{FF2B5EF4-FFF2-40B4-BE49-F238E27FC236}">
                <a16:creationId xmlns:a16="http://schemas.microsoft.com/office/drawing/2014/main" id="{B3CAAA86-26BD-41E0-A26A-7AF592C3A34A}"/>
              </a:ext>
            </a:extLst>
          </p:cNvPr>
          <p:cNvSpPr>
            <a:spLocks noGrp="1"/>
          </p:cNvSpPr>
          <p:nvPr>
            <p:ph type="title" hasCustomPrompt="1"/>
          </p:nvPr>
        </p:nvSpPr>
        <p:spPr bwMode="black">
          <a:xfrm>
            <a:off x="410400" y="1414463"/>
            <a:ext cx="11376788" cy="2462213"/>
          </a:xfrm>
          <a:noFill/>
        </p:spPr>
        <p:txBody>
          <a:bodyPr rIns="0" bIns="0" anchor="b" anchorCtr="0">
            <a:spAutoFit/>
          </a:bodyPr>
          <a:lstStyle>
            <a:lvl1pPr marL="0">
              <a:lnSpc>
                <a:spcPct val="100000"/>
              </a:lnSpc>
              <a:defRPr sz="8000" b="0">
                <a:solidFill>
                  <a:schemeClr val="bg1"/>
                </a:solidFill>
              </a:defRPr>
            </a:lvl1pPr>
          </a:lstStyle>
          <a:p>
            <a:r>
              <a:rPr lang="en-US"/>
              <a:t>Chapter divider, </a:t>
            </a:r>
            <a:br>
              <a:rPr lang="en-US"/>
            </a:br>
            <a:r>
              <a:rPr lang="en-US"/>
              <a:t>Arial Regular, 80 </a:t>
            </a:r>
            <a:r>
              <a:rPr lang="en-US" err="1"/>
              <a:t>pt</a:t>
            </a:r>
            <a:endParaRPr lang="en-US"/>
          </a:p>
        </p:txBody>
      </p:sp>
      <p:sp>
        <p:nvSpPr>
          <p:cNvPr id="3" name="Subhead" descr="Subtitle of the chapter">
            <a:extLst>
              <a:ext uri="{FF2B5EF4-FFF2-40B4-BE49-F238E27FC236}">
                <a16:creationId xmlns:a16="http://schemas.microsoft.com/office/drawing/2014/main" id="{89304306-5233-4901-B576-444696A2EA33}"/>
              </a:ext>
            </a:extLst>
          </p:cNvPr>
          <p:cNvSpPr>
            <a:spLocks noGrp="1"/>
          </p:cNvSpPr>
          <p:nvPr>
            <p:ph type="subTitle" idx="1" hasCustomPrompt="1"/>
          </p:nvPr>
        </p:nvSpPr>
        <p:spPr bwMode="black">
          <a:xfrm>
            <a:off x="411163" y="3876675"/>
            <a:ext cx="9288000" cy="1930399"/>
          </a:xfrm>
          <a:prstGeom prst="rect">
            <a:avLst/>
          </a:prstGeom>
        </p:spPr>
        <p:txBody>
          <a:bodyPr lIns="0" tIns="370800">
            <a:noAutofit/>
          </a:bodyPr>
          <a:lstStyle>
            <a:lvl1pPr marL="0" indent="0" algn="l">
              <a:spcAft>
                <a:spcPts val="300"/>
              </a:spcAft>
              <a:buNone/>
              <a:defRPr sz="3200">
                <a:solidFill>
                  <a:schemeClr val="bg1"/>
                </a:solidFill>
              </a:defRPr>
            </a:lvl1pPr>
            <a:lvl2pPr marL="0" marR="0" indent="0" algn="l" defTabSz="914400" rtl="0" eaLnBrk="1" fontAlgn="auto" latinLnBrk="0" hangingPunct="1">
              <a:lnSpc>
                <a:spcPct val="110000"/>
              </a:lnSpc>
              <a:spcBef>
                <a:spcPts val="0"/>
              </a:spcBef>
              <a:spcAft>
                <a:spcPts val="300"/>
              </a:spcAft>
              <a:buClr>
                <a:schemeClr val="accent1"/>
              </a:buClr>
              <a:buSzTx/>
              <a:buFont typeface="Arial" panose="020B0604020202020204" pitchFamily="34" charset="0"/>
              <a:buNone/>
              <a:tabLst/>
              <a:defRPr sz="2400"/>
            </a:lvl2pPr>
            <a:lvl3pPr marL="0" indent="0" algn="l">
              <a:spcAft>
                <a:spcPts val="300"/>
              </a:spcAft>
              <a:buNone/>
              <a:defRPr sz="1600"/>
            </a:lvl3pPr>
            <a:lvl4pPr marL="0" indent="0" algn="l">
              <a:buNone/>
              <a:defRPr sz="1600"/>
            </a:lvl4pPr>
            <a:lvl5pPr marL="0" indent="0" algn="l">
              <a:buNone/>
              <a:defRPr sz="1600"/>
            </a:lvl5pPr>
            <a:lvl6pPr marL="0" indent="0" algn="l">
              <a:buNone/>
              <a:defRPr sz="1600"/>
            </a:lvl6pPr>
            <a:lvl7pPr marL="0" indent="0" algn="l">
              <a:buNone/>
              <a:defRPr sz="1600"/>
            </a:lvl7pPr>
            <a:lvl8pPr marL="0" indent="0" algn="l">
              <a:buNone/>
              <a:defRPr sz="1600"/>
            </a:lvl8pPr>
            <a:lvl9pPr marL="0" indent="0" algn="l">
              <a:buNone/>
              <a:defRPr sz="1600"/>
            </a:lvl9pPr>
          </a:lstStyle>
          <a:p>
            <a:r>
              <a:rPr lang="en-US"/>
              <a:t>Subhead for headline size 80 </a:t>
            </a:r>
            <a:r>
              <a:rPr lang="en-US" err="1"/>
              <a:t>pt</a:t>
            </a:r>
            <a:endParaRPr lang="en-US"/>
          </a:p>
        </p:txBody>
      </p:sp>
      <p:sp>
        <p:nvSpPr>
          <p:cNvPr id="5" name="Footer Placeholder" descr="Footer with copyright, author and department information, and date">
            <a:extLst>
              <a:ext uri="{FF2B5EF4-FFF2-40B4-BE49-F238E27FC236}">
                <a16:creationId xmlns:a16="http://schemas.microsoft.com/office/drawing/2014/main" id="{EDBCA456-A643-45C8-9383-5A06099EB621}"/>
              </a:ext>
            </a:extLst>
          </p:cNvPr>
          <p:cNvSpPr>
            <a:spLocks noGrp="1"/>
          </p:cNvSpPr>
          <p:nvPr>
            <p:ph type="ftr" sz="quarter" idx="10"/>
          </p:nvPr>
        </p:nvSpPr>
        <p:spPr bwMode="black">
          <a:xfrm>
            <a:off x="1059160" y="6310800"/>
            <a:ext cx="8640003" cy="547200"/>
          </a:xfrm>
        </p:spPr>
        <p:txBody>
          <a:bodyPr/>
          <a:lstStyle/>
          <a:p>
            <a:r>
              <a:rPr lang="en-US"/>
              <a:t>Restricted | © Siemens 2024 | SHERPA X | YYYY-MM-DD | Status: Draft</a:t>
            </a:r>
          </a:p>
        </p:txBody>
      </p:sp>
      <p:sp>
        <p:nvSpPr>
          <p:cNvPr id="6" name="Slide Number Placeholder">
            <a:extLst>
              <a:ext uri="{FF2B5EF4-FFF2-40B4-BE49-F238E27FC236}">
                <a16:creationId xmlns:a16="http://schemas.microsoft.com/office/drawing/2014/main" id="{5B05DC85-FD3C-4245-83A1-F6197CB9E08F}"/>
              </a:ext>
              <a:ext uri="{C183D7F6-B498-43B3-948B-1728B52AA6E4}">
                <adec:decorative xmlns:adec="http://schemas.microsoft.com/office/drawing/2017/decorative" val="1"/>
              </a:ext>
            </a:extLst>
          </p:cNvPr>
          <p:cNvSpPr>
            <a:spLocks noGrp="1"/>
          </p:cNvSpPr>
          <p:nvPr>
            <p:ph type="sldNum" sz="quarter" idx="11"/>
          </p:nvPr>
        </p:nvSpPr>
        <p:spPr bwMode="black"/>
        <p:txBody>
          <a:bodyPr/>
          <a:lstStyle>
            <a:lvl1pPr>
              <a:defRPr>
                <a:solidFill>
                  <a:schemeClr val="bg1"/>
                </a:solidFill>
              </a:defRPr>
            </a:lvl1pPr>
          </a:lstStyle>
          <a:p>
            <a:r>
              <a:rPr lang="en-US"/>
              <a:t>Page </a:t>
            </a:r>
            <a:fld id="{15EBE321-CBB1-4E91-BD14-37C8D44326FB}" type="slidenum">
              <a:rPr lang="en-US" smtClean="0"/>
              <a:pPr/>
              <a:t>‹#›</a:t>
            </a:fld>
            <a:endParaRPr lang="en-US"/>
          </a:p>
        </p:txBody>
      </p:sp>
      <p:pic>
        <p:nvPicPr>
          <p:cNvPr id="8" name="Siemens Logo" descr="Siemens logo">
            <a:extLst>
              <a:ext uri="{FF2B5EF4-FFF2-40B4-BE49-F238E27FC236}">
                <a16:creationId xmlns:a16="http://schemas.microsoft.com/office/drawing/2014/main" id="{749F11AA-3049-C6CE-38C7-1170C944F85B}"/>
              </a:ext>
              <a:ext uri="{C183D7F6-B498-43B3-948B-1728B52AA6E4}">
                <adec:decorative xmlns:adec="http://schemas.microsoft.com/office/drawing/2017/decorative" val="0"/>
              </a:ext>
            </a:extLst>
          </p:cNvPr>
          <p:cNvPicPr>
            <a:picLocks noChangeAspect="1"/>
          </p:cNvPicPr>
          <p:nvPr userDrawn="1"/>
        </p:nvPicPr>
        <p:blipFill>
          <a:blip r:embed="rId3" cstate="email">
            <a:extLst>
              <a:ext uri="{28A0092B-C50C-407E-A947-70E740481C1C}">
                <a14:useLocalDpi xmlns:a14="http://schemas.microsoft.com/office/drawing/2010/main"/>
              </a:ext>
              <a:ext uri="{96DAC541-7B7A-43D3-8B79-37D633B846F1}">
                <asvg:svgBlip xmlns:asvg="http://schemas.microsoft.com/office/drawing/2016/SVG/main" r:embed="rId4"/>
              </a:ext>
            </a:extLst>
          </a:blip>
          <a:srcRect/>
          <a:stretch/>
        </p:blipFill>
        <p:spPr bwMode="black">
          <a:xfrm>
            <a:off x="10274400" y="6364800"/>
            <a:ext cx="1512000" cy="240408"/>
          </a:xfrm>
          <a:prstGeom prst="rect">
            <a:avLst/>
          </a:prstGeom>
        </p:spPr>
      </p:pic>
    </p:spTree>
    <p:extLst>
      <p:ext uri="{BB962C8B-B14F-4D97-AF65-F5344CB8AC3E}">
        <p14:creationId xmlns:p14="http://schemas.microsoft.com/office/powerpoint/2010/main" val="2614270286"/>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pos="259">
          <p15:clr>
            <a:srgbClr val="65CEFF"/>
          </p15:clr>
        </p15:guide>
        <p15:guide id="3" pos="6109">
          <p15:clr>
            <a:srgbClr val="65CEFF"/>
          </p15:clr>
        </p15:guide>
        <p15:guide id="4" pos="7425">
          <p15:clr>
            <a:srgbClr val="65CEFF"/>
          </p15:clr>
        </p15:guide>
        <p15:guide id="5" orient="horz" pos="891">
          <p15:clr>
            <a:srgbClr val="65CEFF"/>
          </p15:clr>
        </p15:guide>
        <p15:guide id="6" orient="horz" pos="3658">
          <p15:clr>
            <a:srgbClr val="65CEFF"/>
          </p15:clr>
        </p15:guide>
        <p15:guide id="7" orient="horz" pos="4157">
          <p15:clr>
            <a:srgbClr val="65CEFF"/>
          </p15:clr>
        </p15:guide>
      </p15:sldGuideLst>
    </p:ext>
  </p:extLst>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Chapter title color 60pt">
    <p:bg>
      <p:bgPr>
        <a:blipFill dpi="0" rotWithShape="1">
          <a:blip r:embed="rId2" cstate="email">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4" name="Title" descr="Title of the chapter">
            <a:extLst>
              <a:ext uri="{FF2B5EF4-FFF2-40B4-BE49-F238E27FC236}">
                <a16:creationId xmlns:a16="http://schemas.microsoft.com/office/drawing/2014/main" id="{B3CAAA86-26BD-41E0-A26A-7AF592C3A34A}"/>
              </a:ext>
            </a:extLst>
          </p:cNvPr>
          <p:cNvSpPr>
            <a:spLocks noGrp="1"/>
          </p:cNvSpPr>
          <p:nvPr>
            <p:ph type="title" hasCustomPrompt="1"/>
          </p:nvPr>
        </p:nvSpPr>
        <p:spPr bwMode="black">
          <a:xfrm>
            <a:off x="410400" y="1414463"/>
            <a:ext cx="11376788" cy="2769989"/>
          </a:xfrm>
          <a:noFill/>
        </p:spPr>
        <p:txBody>
          <a:bodyPr rIns="0" bIns="0" anchor="b" anchorCtr="0">
            <a:spAutoFit/>
          </a:bodyPr>
          <a:lstStyle>
            <a:lvl1pPr marL="0">
              <a:lnSpc>
                <a:spcPct val="100000"/>
              </a:lnSpc>
              <a:defRPr sz="6000" b="0">
                <a:solidFill>
                  <a:schemeClr val="bg1"/>
                </a:solidFill>
              </a:defRPr>
            </a:lvl1pPr>
          </a:lstStyle>
          <a:p>
            <a:r>
              <a:rPr lang="en-US"/>
              <a:t>Chapter divider, </a:t>
            </a:r>
            <a:br>
              <a:rPr lang="en-US"/>
            </a:br>
            <a:r>
              <a:rPr lang="en-US"/>
              <a:t>Arial Regular, 60 </a:t>
            </a:r>
            <a:r>
              <a:rPr lang="en-US" err="1"/>
              <a:t>pt</a:t>
            </a:r>
            <a:br>
              <a:rPr lang="en-US"/>
            </a:br>
            <a:r>
              <a:rPr lang="en-US"/>
              <a:t>3 lines</a:t>
            </a:r>
          </a:p>
        </p:txBody>
      </p:sp>
      <p:sp>
        <p:nvSpPr>
          <p:cNvPr id="3" name="Subhead" descr="Subtitle of the chapter">
            <a:extLst>
              <a:ext uri="{FF2B5EF4-FFF2-40B4-BE49-F238E27FC236}">
                <a16:creationId xmlns:a16="http://schemas.microsoft.com/office/drawing/2014/main" id="{89304306-5233-4901-B576-444696A2EA33}"/>
              </a:ext>
            </a:extLst>
          </p:cNvPr>
          <p:cNvSpPr>
            <a:spLocks noGrp="1"/>
          </p:cNvSpPr>
          <p:nvPr>
            <p:ph type="subTitle" idx="1" hasCustomPrompt="1"/>
          </p:nvPr>
        </p:nvSpPr>
        <p:spPr bwMode="black">
          <a:xfrm>
            <a:off x="411163" y="4184452"/>
            <a:ext cx="9288000" cy="1622622"/>
          </a:xfrm>
          <a:prstGeom prst="rect">
            <a:avLst/>
          </a:prstGeom>
        </p:spPr>
        <p:txBody>
          <a:bodyPr lIns="0" tIns="370800">
            <a:noAutofit/>
          </a:bodyPr>
          <a:lstStyle>
            <a:lvl1pPr marL="0" indent="0" algn="l">
              <a:spcAft>
                <a:spcPts val="300"/>
              </a:spcAft>
              <a:buNone/>
              <a:defRPr sz="2400">
                <a:solidFill>
                  <a:schemeClr val="bg1"/>
                </a:solidFill>
              </a:defRPr>
            </a:lvl1pPr>
            <a:lvl2pPr marL="0" marR="0" indent="0" algn="l" defTabSz="914400" rtl="0" eaLnBrk="1" fontAlgn="auto" latinLnBrk="0" hangingPunct="1">
              <a:lnSpc>
                <a:spcPct val="110000"/>
              </a:lnSpc>
              <a:spcBef>
                <a:spcPts val="0"/>
              </a:spcBef>
              <a:spcAft>
                <a:spcPts val="300"/>
              </a:spcAft>
              <a:buClr>
                <a:schemeClr val="accent1"/>
              </a:buClr>
              <a:buSzTx/>
              <a:buFont typeface="Arial" panose="020B0604020202020204" pitchFamily="34" charset="0"/>
              <a:buNone/>
              <a:tabLst/>
              <a:defRPr sz="2400"/>
            </a:lvl2pPr>
            <a:lvl3pPr marL="0" indent="0" algn="l">
              <a:spcAft>
                <a:spcPts val="300"/>
              </a:spcAft>
              <a:buNone/>
              <a:defRPr sz="1600"/>
            </a:lvl3pPr>
            <a:lvl4pPr marL="0" indent="0" algn="l">
              <a:buNone/>
              <a:defRPr sz="1600"/>
            </a:lvl4pPr>
            <a:lvl5pPr marL="0" indent="0" algn="l">
              <a:buNone/>
              <a:defRPr sz="1600"/>
            </a:lvl5pPr>
            <a:lvl6pPr marL="0" indent="0" algn="l">
              <a:buNone/>
              <a:defRPr sz="1600"/>
            </a:lvl6pPr>
            <a:lvl7pPr marL="0" indent="0" algn="l">
              <a:buNone/>
              <a:defRPr sz="1600"/>
            </a:lvl7pPr>
            <a:lvl8pPr marL="0" indent="0" algn="l">
              <a:buNone/>
              <a:defRPr sz="1600"/>
            </a:lvl8pPr>
            <a:lvl9pPr marL="0" indent="0" algn="l">
              <a:buNone/>
              <a:defRPr sz="1600"/>
            </a:lvl9pPr>
          </a:lstStyle>
          <a:p>
            <a:pPr lvl="0"/>
            <a:r>
              <a:rPr lang="en-US"/>
              <a:t>Subhead for headline size 60 </a:t>
            </a:r>
            <a:r>
              <a:rPr lang="en-US" err="1"/>
              <a:t>pt</a:t>
            </a:r>
            <a:endParaRPr lang="en-US"/>
          </a:p>
        </p:txBody>
      </p:sp>
      <p:sp>
        <p:nvSpPr>
          <p:cNvPr id="5" name="Footer Placeholder" descr="Footer with copyright, author and department information, and date">
            <a:extLst>
              <a:ext uri="{FF2B5EF4-FFF2-40B4-BE49-F238E27FC236}">
                <a16:creationId xmlns:a16="http://schemas.microsoft.com/office/drawing/2014/main" id="{21031E7D-E514-484A-9CCD-52A9C2222261}"/>
              </a:ext>
            </a:extLst>
          </p:cNvPr>
          <p:cNvSpPr>
            <a:spLocks noGrp="1"/>
          </p:cNvSpPr>
          <p:nvPr>
            <p:ph type="ftr" sz="quarter" idx="10"/>
          </p:nvPr>
        </p:nvSpPr>
        <p:spPr bwMode="black">
          <a:xfrm>
            <a:off x="1059160" y="6310800"/>
            <a:ext cx="8640003" cy="547200"/>
          </a:xfrm>
        </p:spPr>
        <p:txBody>
          <a:bodyPr/>
          <a:lstStyle>
            <a:lvl1pPr>
              <a:defRPr>
                <a:solidFill>
                  <a:schemeClr val="bg1"/>
                </a:solidFill>
              </a:defRPr>
            </a:lvl1pPr>
          </a:lstStyle>
          <a:p>
            <a:r>
              <a:rPr lang="en-US"/>
              <a:t>Restricted | © Siemens 2024 | SHERPA X | YYYY-MM-DD | Status: Draft</a:t>
            </a:r>
          </a:p>
        </p:txBody>
      </p:sp>
      <p:sp>
        <p:nvSpPr>
          <p:cNvPr id="6" name="Slide Number Placeholder">
            <a:extLst>
              <a:ext uri="{FF2B5EF4-FFF2-40B4-BE49-F238E27FC236}">
                <a16:creationId xmlns:a16="http://schemas.microsoft.com/office/drawing/2014/main" id="{447F428C-5AA7-413C-A721-B7AADDF8B425}"/>
              </a:ext>
              <a:ext uri="{C183D7F6-B498-43B3-948B-1728B52AA6E4}">
                <adec:decorative xmlns:adec="http://schemas.microsoft.com/office/drawing/2017/decorative" val="1"/>
              </a:ext>
            </a:extLst>
          </p:cNvPr>
          <p:cNvSpPr>
            <a:spLocks noGrp="1"/>
          </p:cNvSpPr>
          <p:nvPr>
            <p:ph type="sldNum" sz="quarter" idx="11"/>
          </p:nvPr>
        </p:nvSpPr>
        <p:spPr bwMode="black"/>
        <p:txBody>
          <a:bodyPr/>
          <a:lstStyle>
            <a:lvl1pPr>
              <a:defRPr>
                <a:solidFill>
                  <a:schemeClr val="bg1"/>
                </a:solidFill>
              </a:defRPr>
            </a:lvl1pPr>
          </a:lstStyle>
          <a:p>
            <a:r>
              <a:rPr lang="en-US"/>
              <a:t>Page </a:t>
            </a:r>
            <a:fld id="{15EBE321-CBB1-4E91-BD14-37C8D44326FB}" type="slidenum">
              <a:rPr lang="en-US" smtClean="0"/>
              <a:pPr/>
              <a:t>‹#›</a:t>
            </a:fld>
            <a:endParaRPr lang="en-US"/>
          </a:p>
        </p:txBody>
      </p:sp>
      <p:pic>
        <p:nvPicPr>
          <p:cNvPr id="2" name="Siemens Logo" descr="Siemens logo">
            <a:extLst>
              <a:ext uri="{FF2B5EF4-FFF2-40B4-BE49-F238E27FC236}">
                <a16:creationId xmlns:a16="http://schemas.microsoft.com/office/drawing/2014/main" id="{4CB67303-6251-0F53-7616-F4295E0D418E}"/>
              </a:ext>
              <a:ext uri="{C183D7F6-B498-43B3-948B-1728B52AA6E4}">
                <adec:decorative xmlns:adec="http://schemas.microsoft.com/office/drawing/2017/decorative" val="0"/>
              </a:ext>
            </a:extLst>
          </p:cNvPr>
          <p:cNvPicPr>
            <a:picLocks noChangeAspect="1"/>
          </p:cNvPicPr>
          <p:nvPr userDrawn="1"/>
        </p:nvPicPr>
        <p:blipFill>
          <a:blip r:embed="rId3" cstate="email">
            <a:extLst>
              <a:ext uri="{28A0092B-C50C-407E-A947-70E740481C1C}">
                <a14:useLocalDpi xmlns:a14="http://schemas.microsoft.com/office/drawing/2010/main"/>
              </a:ext>
              <a:ext uri="{96DAC541-7B7A-43D3-8B79-37D633B846F1}">
                <asvg:svgBlip xmlns:asvg="http://schemas.microsoft.com/office/drawing/2016/SVG/main" r:embed="rId4"/>
              </a:ext>
            </a:extLst>
          </a:blip>
          <a:srcRect/>
          <a:stretch/>
        </p:blipFill>
        <p:spPr bwMode="black">
          <a:xfrm>
            <a:off x="10274400" y="6364800"/>
            <a:ext cx="1512000" cy="240408"/>
          </a:xfrm>
          <a:prstGeom prst="rect">
            <a:avLst/>
          </a:prstGeom>
        </p:spPr>
      </p:pic>
    </p:spTree>
    <p:extLst>
      <p:ext uri="{BB962C8B-B14F-4D97-AF65-F5344CB8AC3E}">
        <p14:creationId xmlns:p14="http://schemas.microsoft.com/office/powerpoint/2010/main" val="3075308419"/>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pos="259">
          <p15:clr>
            <a:srgbClr val="65CEFF"/>
          </p15:clr>
        </p15:guide>
        <p15:guide id="3" pos="6109">
          <p15:clr>
            <a:srgbClr val="65CEFF"/>
          </p15:clr>
        </p15:guide>
        <p15:guide id="4" pos="7425">
          <p15:clr>
            <a:srgbClr val="65CEFF"/>
          </p15:clr>
        </p15:guide>
        <p15:guide id="5" orient="horz" pos="891">
          <p15:clr>
            <a:srgbClr val="65CEFF"/>
          </p15:clr>
        </p15:guide>
        <p15:guide id="6" orient="horz" pos="3658">
          <p15:clr>
            <a:srgbClr val="65CEFF"/>
          </p15:clr>
        </p15:guide>
        <p15:guide id="7" orient="horz" pos="4157">
          <p15:clr>
            <a:srgbClr val="65CEFF"/>
          </p15:clr>
        </p15:guide>
      </p15:sldGuideLst>
    </p:ext>
  </p:extLst>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Chapter title color 40pt">
    <p:bg>
      <p:bgPr>
        <a:solidFill>
          <a:srgbClr val="000028"/>
        </a:solidFill>
        <a:effectLst/>
      </p:bgPr>
    </p:bg>
    <p:spTree>
      <p:nvGrpSpPr>
        <p:cNvPr id="1" name=""/>
        <p:cNvGrpSpPr/>
        <p:nvPr/>
      </p:nvGrpSpPr>
      <p:grpSpPr>
        <a:xfrm>
          <a:off x="0" y="0"/>
          <a:ext cx="0" cy="0"/>
          <a:chOff x="0" y="0"/>
          <a:chExt cx="0" cy="0"/>
        </a:xfrm>
      </p:grpSpPr>
      <p:sp>
        <p:nvSpPr>
          <p:cNvPr id="4" name="Title" descr="Title of the chapter">
            <a:extLst>
              <a:ext uri="{FF2B5EF4-FFF2-40B4-BE49-F238E27FC236}">
                <a16:creationId xmlns:a16="http://schemas.microsoft.com/office/drawing/2014/main" id="{B3CAAA86-26BD-41E0-A26A-7AF592C3A34A}"/>
              </a:ext>
            </a:extLst>
          </p:cNvPr>
          <p:cNvSpPr>
            <a:spLocks noGrp="1"/>
          </p:cNvSpPr>
          <p:nvPr>
            <p:ph type="title" hasCustomPrompt="1"/>
          </p:nvPr>
        </p:nvSpPr>
        <p:spPr bwMode="black">
          <a:xfrm>
            <a:off x="410400" y="1414464"/>
            <a:ext cx="11376788" cy="2462213"/>
          </a:xfrm>
          <a:noFill/>
        </p:spPr>
        <p:txBody>
          <a:bodyPr wrap="square" rIns="0" bIns="0" anchor="b" anchorCtr="0">
            <a:spAutoFit/>
          </a:bodyPr>
          <a:lstStyle>
            <a:lvl1pPr marL="0">
              <a:lnSpc>
                <a:spcPct val="100000"/>
              </a:lnSpc>
              <a:defRPr sz="4000" b="0">
                <a:solidFill>
                  <a:schemeClr val="bg1"/>
                </a:solidFill>
              </a:defRPr>
            </a:lvl1pPr>
          </a:lstStyle>
          <a:p>
            <a:r>
              <a:rPr lang="en-US"/>
              <a:t>Chapter divider, </a:t>
            </a:r>
            <a:br>
              <a:rPr lang="en-US"/>
            </a:br>
            <a:r>
              <a:rPr lang="en-US"/>
              <a:t>Arial Regular, 40 </a:t>
            </a:r>
            <a:r>
              <a:rPr lang="en-US" err="1"/>
              <a:t>pt</a:t>
            </a:r>
            <a:r>
              <a:rPr lang="en-US"/>
              <a:t>, </a:t>
            </a:r>
            <a:br>
              <a:rPr lang="en-US"/>
            </a:br>
            <a:r>
              <a:rPr lang="en-US"/>
              <a:t>extra long headlines,</a:t>
            </a:r>
            <a:br>
              <a:rPr lang="en-US"/>
            </a:br>
            <a:r>
              <a:rPr lang="en-US"/>
              <a:t>4 lines</a:t>
            </a:r>
          </a:p>
        </p:txBody>
      </p:sp>
      <p:sp>
        <p:nvSpPr>
          <p:cNvPr id="3" name="Subhead" descr="Subtitle of the chapter">
            <a:extLst>
              <a:ext uri="{FF2B5EF4-FFF2-40B4-BE49-F238E27FC236}">
                <a16:creationId xmlns:a16="http://schemas.microsoft.com/office/drawing/2014/main" id="{89304306-5233-4901-B576-444696A2EA33}"/>
              </a:ext>
            </a:extLst>
          </p:cNvPr>
          <p:cNvSpPr>
            <a:spLocks noGrp="1"/>
          </p:cNvSpPr>
          <p:nvPr>
            <p:ph type="subTitle" idx="1" hasCustomPrompt="1"/>
          </p:nvPr>
        </p:nvSpPr>
        <p:spPr bwMode="black">
          <a:xfrm>
            <a:off x="411163" y="3876677"/>
            <a:ext cx="9288000" cy="1930121"/>
          </a:xfrm>
          <a:prstGeom prst="rect">
            <a:avLst/>
          </a:prstGeom>
        </p:spPr>
        <p:txBody>
          <a:bodyPr lIns="0" tIns="370800">
            <a:noAutofit/>
          </a:bodyPr>
          <a:lstStyle>
            <a:lvl1pPr marL="0" indent="0" algn="l">
              <a:spcAft>
                <a:spcPts val="300"/>
              </a:spcAft>
              <a:buNone/>
              <a:defRPr sz="1600">
                <a:solidFill>
                  <a:schemeClr val="bg1"/>
                </a:solidFill>
              </a:defRPr>
            </a:lvl1pPr>
            <a:lvl2pPr marL="0" marR="0" indent="0" algn="l" defTabSz="914400" rtl="0" eaLnBrk="1" fontAlgn="auto" latinLnBrk="0" hangingPunct="1">
              <a:lnSpc>
                <a:spcPct val="110000"/>
              </a:lnSpc>
              <a:spcBef>
                <a:spcPts val="0"/>
              </a:spcBef>
              <a:spcAft>
                <a:spcPts val="300"/>
              </a:spcAft>
              <a:buClr>
                <a:schemeClr val="accent1"/>
              </a:buClr>
              <a:buSzTx/>
              <a:buFont typeface="Arial" panose="020B0604020202020204" pitchFamily="34" charset="0"/>
              <a:buNone/>
              <a:tabLst/>
              <a:defRPr sz="1600"/>
            </a:lvl2pPr>
            <a:lvl3pPr marL="0" indent="0" algn="l">
              <a:spcAft>
                <a:spcPts val="300"/>
              </a:spcAft>
              <a:buNone/>
              <a:defRPr sz="1600"/>
            </a:lvl3pPr>
            <a:lvl4pPr marL="0" indent="0" algn="l">
              <a:buNone/>
              <a:defRPr sz="1600"/>
            </a:lvl4pPr>
            <a:lvl5pPr marL="0" indent="0" algn="l">
              <a:buNone/>
              <a:defRPr sz="1600"/>
            </a:lvl5pPr>
            <a:lvl6pPr marL="0" indent="0" algn="l">
              <a:buNone/>
              <a:defRPr sz="1600"/>
            </a:lvl6pPr>
            <a:lvl7pPr marL="0" indent="0" algn="l">
              <a:buNone/>
              <a:defRPr sz="1600"/>
            </a:lvl7pPr>
            <a:lvl8pPr marL="0" indent="0" algn="l">
              <a:buNone/>
              <a:defRPr sz="1600"/>
            </a:lvl8pPr>
            <a:lvl9pPr marL="0" indent="0" algn="l">
              <a:buNone/>
              <a:defRPr sz="1600"/>
            </a:lvl9pPr>
          </a:lstStyle>
          <a:p>
            <a:pPr lvl="0"/>
            <a:r>
              <a:rPr lang="en-US"/>
              <a:t>Subhead for headline size 40 </a:t>
            </a:r>
            <a:r>
              <a:rPr lang="en-US" err="1"/>
              <a:t>pt</a:t>
            </a:r>
            <a:endParaRPr lang="en-US"/>
          </a:p>
        </p:txBody>
      </p:sp>
      <p:pic>
        <p:nvPicPr>
          <p:cNvPr id="7" name="Siemens Logo" descr="Siemens logo">
            <a:extLst>
              <a:ext uri="{FF2B5EF4-FFF2-40B4-BE49-F238E27FC236}">
                <a16:creationId xmlns:a16="http://schemas.microsoft.com/office/drawing/2014/main" id="{CCD0B8A8-7DE9-432C-82EA-6468E4BB565F}"/>
              </a:ext>
              <a:ext uri="{C183D7F6-B498-43B3-948B-1728B52AA6E4}">
                <adec:decorative xmlns:adec="http://schemas.microsoft.com/office/drawing/2017/decorative" val="0"/>
              </a:ext>
            </a:extLst>
          </p:cNvPr>
          <p:cNvPicPr>
            <a:picLocks noChangeAspect="1"/>
          </p:cNvPicPr>
          <p:nvPr userDrawn="1"/>
        </p:nvPicPr>
        <p:blipFill>
          <a:blip r:embed="rId2" cstate="email">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bwMode="black">
          <a:xfrm>
            <a:off x="10274400" y="6364800"/>
            <a:ext cx="1512000" cy="240408"/>
          </a:xfrm>
          <a:prstGeom prst="rect">
            <a:avLst/>
          </a:prstGeom>
        </p:spPr>
      </p:pic>
      <p:sp>
        <p:nvSpPr>
          <p:cNvPr id="5" name="Footer Placeholder" descr="Footer with copyright, author and department information, and date">
            <a:extLst>
              <a:ext uri="{FF2B5EF4-FFF2-40B4-BE49-F238E27FC236}">
                <a16:creationId xmlns:a16="http://schemas.microsoft.com/office/drawing/2014/main" id="{1498F1A9-6241-4523-AFBC-C74F3AA4AC35}"/>
              </a:ext>
            </a:extLst>
          </p:cNvPr>
          <p:cNvSpPr>
            <a:spLocks noGrp="1"/>
          </p:cNvSpPr>
          <p:nvPr>
            <p:ph type="ftr" sz="quarter" idx="10"/>
          </p:nvPr>
        </p:nvSpPr>
        <p:spPr bwMode="black">
          <a:xfrm>
            <a:off x="1059160" y="6310800"/>
            <a:ext cx="8639240" cy="547200"/>
          </a:xfrm>
        </p:spPr>
        <p:txBody>
          <a:bodyPr/>
          <a:lstStyle>
            <a:lvl1pPr>
              <a:defRPr>
                <a:solidFill>
                  <a:schemeClr val="bg1"/>
                </a:solidFill>
              </a:defRPr>
            </a:lvl1pPr>
          </a:lstStyle>
          <a:p>
            <a:r>
              <a:rPr lang="en-US"/>
              <a:t>Restricted | © Siemens 2024 | SHERPA X | YYYY-MM-DD | Status: Draft</a:t>
            </a:r>
          </a:p>
        </p:txBody>
      </p:sp>
      <p:sp>
        <p:nvSpPr>
          <p:cNvPr id="6" name="Slide Number Placeholder">
            <a:extLst>
              <a:ext uri="{FF2B5EF4-FFF2-40B4-BE49-F238E27FC236}">
                <a16:creationId xmlns:a16="http://schemas.microsoft.com/office/drawing/2014/main" id="{267619FE-01EE-4013-B481-A8C505C5D26A}"/>
              </a:ext>
              <a:ext uri="{C183D7F6-B498-43B3-948B-1728B52AA6E4}">
                <adec:decorative xmlns:adec="http://schemas.microsoft.com/office/drawing/2017/decorative" val="1"/>
              </a:ext>
            </a:extLst>
          </p:cNvPr>
          <p:cNvSpPr>
            <a:spLocks noGrp="1"/>
          </p:cNvSpPr>
          <p:nvPr>
            <p:ph type="sldNum" sz="quarter" idx="11"/>
          </p:nvPr>
        </p:nvSpPr>
        <p:spPr bwMode="black"/>
        <p:txBody>
          <a:bodyPr/>
          <a:lstStyle>
            <a:lvl1pPr>
              <a:defRPr>
                <a:solidFill>
                  <a:schemeClr val="bg1"/>
                </a:solidFill>
              </a:defRPr>
            </a:lvl1pPr>
          </a:lstStyle>
          <a:p>
            <a:r>
              <a:rPr lang="en-US"/>
              <a:t>Page </a:t>
            </a:r>
            <a:fld id="{15EBE321-CBB1-4E91-BD14-37C8D44326FB}" type="slidenum">
              <a:rPr lang="en-US" smtClean="0"/>
              <a:pPr/>
              <a:t>‹#›</a:t>
            </a:fld>
            <a:endParaRPr lang="en-US"/>
          </a:p>
        </p:txBody>
      </p:sp>
    </p:spTree>
    <p:extLst>
      <p:ext uri="{BB962C8B-B14F-4D97-AF65-F5344CB8AC3E}">
        <p14:creationId xmlns:p14="http://schemas.microsoft.com/office/powerpoint/2010/main" val="1081031339"/>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pos="259">
          <p15:clr>
            <a:srgbClr val="65CEFF"/>
          </p15:clr>
        </p15:guide>
        <p15:guide id="3" pos="6109">
          <p15:clr>
            <a:srgbClr val="65CEFF"/>
          </p15:clr>
        </p15:guide>
        <p15:guide id="4" pos="7425">
          <p15:clr>
            <a:srgbClr val="65CEFF"/>
          </p15:clr>
        </p15:guide>
        <p15:guide id="5" orient="horz" pos="891">
          <p15:clr>
            <a:srgbClr val="65CEFF"/>
          </p15:clr>
        </p15:guide>
        <p15:guide id="6" orient="horz" pos="3658">
          <p15:clr>
            <a:srgbClr val="65CEFF"/>
          </p15:clr>
        </p15:guide>
        <p15:guide id="7" orient="horz" pos="4157">
          <p15:clr>
            <a:srgbClr val="65CEFF"/>
          </p15:clr>
        </p15:guide>
      </p15:sldGuideLst>
    </p:ext>
  </p:extLst>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Index / Agenda light">
    <p:spTree>
      <p:nvGrpSpPr>
        <p:cNvPr id="1" name=""/>
        <p:cNvGrpSpPr/>
        <p:nvPr/>
      </p:nvGrpSpPr>
      <p:grpSpPr>
        <a:xfrm>
          <a:off x="0" y="0"/>
          <a:ext cx="0" cy="0"/>
          <a:chOff x="0" y="0"/>
          <a:chExt cx="0" cy="0"/>
        </a:xfrm>
      </p:grpSpPr>
      <p:graphicFrame>
        <p:nvGraphicFramePr>
          <p:cNvPr id="5" name="Object 4" hidden="1">
            <a:extLst>
              <a:ext uri="{FF2B5EF4-FFF2-40B4-BE49-F238E27FC236}">
                <a16:creationId xmlns:a16="http://schemas.microsoft.com/office/drawing/2014/main" id="{EC483EF4-B0F3-9DF8-929C-E73101064F1B}"/>
              </a:ext>
            </a:extLst>
          </p:cNvPr>
          <p:cNvGraphicFramePr>
            <a:graphicFrameLocks noChangeAspect="1"/>
          </p:cNvGraphicFramePr>
          <p:nvPr userDrawn="1">
            <p:custDataLst>
              <p:tags r:id="rId1"/>
            </p:custDataLst>
            <p:extLst>
              <p:ext uri="{D42A27DB-BD31-4B8C-83A1-F6EECF244321}">
                <p14:modId xmlns:p14="http://schemas.microsoft.com/office/powerpoint/2010/main" val="2188571924"/>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663" imgH="664" progId="TCLayout.ActiveDocument.1">
                  <p:embed/>
                </p:oleObj>
              </mc:Choice>
              <mc:Fallback>
                <p:oleObj name="think-cell Slide" r:id="rId3" imgW="663" imgH="664" progId="TCLayout.ActiveDocument.1">
                  <p:embed/>
                  <p:pic>
                    <p:nvPicPr>
                      <p:cNvPr id="5" name="Object 4" hidden="1">
                        <a:extLst>
                          <a:ext uri="{FF2B5EF4-FFF2-40B4-BE49-F238E27FC236}">
                            <a16:creationId xmlns:a16="http://schemas.microsoft.com/office/drawing/2014/main" id="{EC483EF4-B0F3-9DF8-929C-E73101064F1B}"/>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pic>
        <p:nvPicPr>
          <p:cNvPr id="11" name="Imagem 10" descr="Uma imagem com Tipo de letra, Gráficos, texto, captura de ecrã&#10;&#10;Descrição gerada automaticamente">
            <a:extLst>
              <a:ext uri="{FF2B5EF4-FFF2-40B4-BE49-F238E27FC236}">
                <a16:creationId xmlns:a16="http://schemas.microsoft.com/office/drawing/2014/main" id="{E85E7B1C-7C59-C51C-8FD1-536DDC76EB10}"/>
              </a:ext>
            </a:extLst>
          </p:cNvPr>
          <p:cNvPicPr>
            <a:picLocks noChangeAspect="1"/>
          </p:cNvPicPr>
          <p:nvPr userDrawn="1"/>
        </p:nvPicPr>
        <p:blipFill>
          <a:blip r:embed="rId5" cstate="email">
            <a:extLst>
              <a:ext uri="{28A0092B-C50C-407E-A947-70E740481C1C}">
                <a14:useLocalDpi xmlns:a14="http://schemas.microsoft.com/office/drawing/2010/main"/>
              </a:ext>
            </a:extLst>
          </a:blip>
          <a:stretch>
            <a:fillRect/>
          </a:stretch>
        </p:blipFill>
        <p:spPr>
          <a:xfrm>
            <a:off x="11025045" y="478800"/>
            <a:ext cx="755792" cy="755792"/>
          </a:xfrm>
          <a:prstGeom prst="rect">
            <a:avLst/>
          </a:prstGeom>
        </p:spPr>
      </p:pic>
      <p:sp>
        <p:nvSpPr>
          <p:cNvPr id="2" name="Title" descr="Slide headline">
            <a:extLst>
              <a:ext uri="{FF2B5EF4-FFF2-40B4-BE49-F238E27FC236}">
                <a16:creationId xmlns:a16="http://schemas.microsoft.com/office/drawing/2014/main" id="{5CDB9E4A-37E0-45B2-BC93-C2EC503FB8F7}"/>
              </a:ext>
            </a:extLst>
          </p:cNvPr>
          <p:cNvSpPr>
            <a:spLocks noGrp="1"/>
          </p:cNvSpPr>
          <p:nvPr>
            <p:ph type="title"/>
          </p:nvPr>
        </p:nvSpPr>
        <p:spPr bwMode="black">
          <a:xfrm>
            <a:off x="410400" y="478800"/>
            <a:ext cx="9863900" cy="576000"/>
          </a:xfrm>
        </p:spPr>
        <p:txBody>
          <a:bodyPr vert="horz"/>
          <a:lstStyle>
            <a:lvl1pPr>
              <a:defRPr>
                <a:solidFill>
                  <a:srgbClr val="000028"/>
                </a:solidFill>
              </a:defRPr>
            </a:lvl1pPr>
          </a:lstStyle>
          <a:p>
            <a:r>
              <a:rPr lang="en-US"/>
              <a:t>Click to edit Master title style</a:t>
            </a:r>
          </a:p>
        </p:txBody>
      </p:sp>
      <p:sp>
        <p:nvSpPr>
          <p:cNvPr id="4" name="Copy 1" descr="Agenda text frame">
            <a:extLst>
              <a:ext uri="{FF2B5EF4-FFF2-40B4-BE49-F238E27FC236}">
                <a16:creationId xmlns:a16="http://schemas.microsoft.com/office/drawing/2014/main" id="{0E701EC8-7FC1-42BE-915D-048C74A40E0C}"/>
              </a:ext>
            </a:extLst>
          </p:cNvPr>
          <p:cNvSpPr>
            <a:spLocks noGrp="1"/>
          </p:cNvSpPr>
          <p:nvPr>
            <p:ph type="body" sz="quarter" idx="12"/>
          </p:nvPr>
        </p:nvSpPr>
        <p:spPr bwMode="black">
          <a:xfrm>
            <a:off x="411163" y="1414463"/>
            <a:ext cx="7199311" cy="4751387"/>
          </a:xfrm>
        </p:spPr>
        <p:txBody>
          <a:bodyPr/>
          <a:lstStyle>
            <a:lvl1pPr defTabSz="360000">
              <a:spcAft>
                <a:spcPts val="900"/>
              </a:spcAft>
              <a:buClr>
                <a:srgbClr val="00BEDC"/>
              </a:buClr>
              <a:tabLst>
                <a:tab pos="7200000" algn="r"/>
              </a:tabLst>
              <a:defRPr/>
            </a:lvl1pPr>
            <a:lvl2pPr defTabSz="360000">
              <a:spcAft>
                <a:spcPts val="900"/>
              </a:spcAft>
              <a:buClr>
                <a:srgbClr val="00BEDC"/>
              </a:buClr>
              <a:tabLst>
                <a:tab pos="7200000" algn="r"/>
              </a:tabLst>
              <a:defRPr/>
            </a:lvl2pPr>
            <a:lvl3pPr marL="180000" defTabSz="360000">
              <a:spcAft>
                <a:spcPts val="900"/>
              </a:spcAft>
              <a:buClr>
                <a:srgbClr val="00BEDC"/>
              </a:buClr>
              <a:tabLst>
                <a:tab pos="7200000" algn="r"/>
              </a:tabLst>
              <a:defRPr b="1"/>
            </a:lvl3pPr>
            <a:lvl4pPr marL="360000" defTabSz="360000">
              <a:spcAft>
                <a:spcPts val="900"/>
              </a:spcAft>
              <a:buClr>
                <a:srgbClr val="00BEDC"/>
              </a:buClr>
              <a:tabLst>
                <a:tab pos="7200000" algn="r"/>
              </a:tabLst>
              <a:defRPr/>
            </a:lvl4pPr>
            <a:lvl5pPr marL="360000" defTabSz="360000">
              <a:spcAft>
                <a:spcPts val="900"/>
              </a:spcAft>
              <a:buClr>
                <a:srgbClr val="00BEDC"/>
              </a:buClr>
              <a:tabLst>
                <a:tab pos="7200000" algn="r"/>
              </a:tabLst>
              <a:defRPr b="1"/>
            </a:lvl5pPr>
            <a:lvl6pPr marL="180000" defTabSz="360000">
              <a:spcAft>
                <a:spcPts val="600"/>
              </a:spcAft>
              <a:buClr>
                <a:srgbClr val="00BEDC"/>
              </a:buClr>
              <a:tabLst>
                <a:tab pos="7200000" algn="r"/>
              </a:tabLst>
              <a:defRPr sz="1600"/>
            </a:lvl6pPr>
            <a:lvl7pPr marL="180000" defTabSz="360000">
              <a:spcAft>
                <a:spcPts val="600"/>
              </a:spcAft>
              <a:buClr>
                <a:srgbClr val="00BEDC"/>
              </a:buClr>
              <a:tabLst>
                <a:tab pos="7200000" algn="r"/>
              </a:tabLst>
              <a:defRPr sz="1600" b="1"/>
            </a:lvl7pPr>
            <a:lvl8pPr marL="360000" defTabSz="360000">
              <a:spcAft>
                <a:spcPts val="600"/>
              </a:spcAft>
              <a:buClr>
                <a:srgbClr val="00BEDC"/>
              </a:buClr>
              <a:tabLst>
                <a:tab pos="7200000" algn="r"/>
              </a:tabLst>
              <a:defRPr sz="1600"/>
            </a:lvl8pPr>
            <a:lvl9pPr marL="360000" defTabSz="360000">
              <a:spcAft>
                <a:spcPts val="600"/>
              </a:spcAft>
              <a:buClr>
                <a:srgbClr val="00BEDC"/>
              </a:buClr>
              <a:tabLst>
                <a:tab pos="7200000" algn="r"/>
              </a:tabLst>
              <a:defRPr sz="1600" b="1"/>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pic>
        <p:nvPicPr>
          <p:cNvPr id="7" name="Siemens Logo" descr="Siemens logo">
            <a:extLst>
              <a:ext uri="{FF2B5EF4-FFF2-40B4-BE49-F238E27FC236}">
                <a16:creationId xmlns:a16="http://schemas.microsoft.com/office/drawing/2014/main" id="{E73DB6A8-F91C-4B87-ACAA-19A2D5EA21EF}"/>
              </a:ext>
              <a:ext uri="{C183D7F6-B498-43B3-948B-1728B52AA6E4}">
                <adec:decorative xmlns:adec="http://schemas.microsoft.com/office/drawing/2017/decorative" val="0"/>
              </a:ext>
            </a:extLst>
          </p:cNvPr>
          <p:cNvPicPr>
            <a:picLocks noChangeAspect="1"/>
          </p:cNvPicPr>
          <p:nvPr userDrawn="1"/>
        </p:nvPicPr>
        <p:blipFill>
          <a:blip r:embed="rId6" cstate="email">
            <a:extLst>
              <a:ext uri="{28A0092B-C50C-407E-A947-70E740481C1C}">
                <a14:useLocalDpi xmlns:a14="http://schemas.microsoft.com/office/drawing/2010/main"/>
              </a:ext>
              <a:ext uri="{96DAC541-7B7A-43D3-8B79-37D633B846F1}">
                <asvg:svgBlip xmlns:asvg="http://schemas.microsoft.com/office/drawing/2016/SVG/main" r:embed="rId7"/>
              </a:ext>
            </a:extLst>
          </a:blip>
          <a:stretch>
            <a:fillRect/>
          </a:stretch>
        </p:blipFill>
        <p:spPr bwMode="black">
          <a:xfrm>
            <a:off x="10635188" y="6418800"/>
            <a:ext cx="1152000" cy="183168"/>
          </a:xfrm>
          <a:prstGeom prst="rect">
            <a:avLst/>
          </a:prstGeom>
        </p:spPr>
      </p:pic>
      <p:sp>
        <p:nvSpPr>
          <p:cNvPr id="9" name="Footer Placeholder" descr="Footer with copyright, author and department information, and date">
            <a:extLst>
              <a:ext uri="{FF2B5EF4-FFF2-40B4-BE49-F238E27FC236}">
                <a16:creationId xmlns:a16="http://schemas.microsoft.com/office/drawing/2014/main" id="{8C6E0B19-DC70-4D19-9A56-05E87567F196}"/>
              </a:ext>
            </a:extLst>
          </p:cNvPr>
          <p:cNvSpPr>
            <a:spLocks noGrp="1"/>
          </p:cNvSpPr>
          <p:nvPr>
            <p:ph type="ftr" sz="quarter" idx="10"/>
          </p:nvPr>
        </p:nvSpPr>
        <p:spPr bwMode="black"/>
        <p:txBody>
          <a:bodyPr/>
          <a:lstStyle/>
          <a:p>
            <a:pPr>
              <a:lnSpc>
                <a:spcPct val="100000"/>
              </a:lnSpc>
            </a:pPr>
            <a:r>
              <a:rPr lang="en-US"/>
              <a:t>Restricted | © Siemens 2024 | SHERPA X | YYYY-MM-DD | Status: Draft</a:t>
            </a:r>
          </a:p>
        </p:txBody>
      </p:sp>
      <p:sp>
        <p:nvSpPr>
          <p:cNvPr id="10" name="Slide Number Placeholder">
            <a:extLst>
              <a:ext uri="{FF2B5EF4-FFF2-40B4-BE49-F238E27FC236}">
                <a16:creationId xmlns:a16="http://schemas.microsoft.com/office/drawing/2014/main" id="{D3DF1D7C-B467-46E9-B036-83EC1DBE711C}"/>
              </a:ext>
              <a:ext uri="{C183D7F6-B498-43B3-948B-1728B52AA6E4}">
                <adec:decorative xmlns:adec="http://schemas.microsoft.com/office/drawing/2017/decorative" val="1"/>
              </a:ext>
            </a:extLst>
          </p:cNvPr>
          <p:cNvSpPr>
            <a:spLocks noGrp="1"/>
          </p:cNvSpPr>
          <p:nvPr>
            <p:ph type="sldNum" sz="quarter" idx="11"/>
          </p:nvPr>
        </p:nvSpPr>
        <p:spPr bwMode="black"/>
        <p:txBody>
          <a:bodyPr/>
          <a:lstStyle/>
          <a:p>
            <a:r>
              <a:rPr lang="en-US"/>
              <a:t>Page </a:t>
            </a:r>
            <a:fld id="{15EBE321-CBB1-4E91-BD14-37C8D44326FB}" type="slidenum">
              <a:rPr lang="en-US" smtClean="0"/>
              <a:pPr/>
              <a:t>‹#›</a:t>
            </a:fld>
            <a:endParaRPr lang="en-US"/>
          </a:p>
        </p:txBody>
      </p:sp>
    </p:spTree>
    <p:extLst>
      <p:ext uri="{BB962C8B-B14F-4D97-AF65-F5344CB8AC3E}">
        <p14:creationId xmlns:p14="http://schemas.microsoft.com/office/powerpoint/2010/main" val="3492699275"/>
      </p:ext>
    </p:extLst>
  </p:cSld>
  <p:clrMapOvr>
    <a:masterClrMapping/>
  </p:clrMapOvr>
  <p:extLst>
    <p:ext uri="{DCECCB84-F9BA-43D5-87BE-67443E8EF086}">
      <p15:sldGuideLst xmlns:p15="http://schemas.microsoft.com/office/powerpoint/2012/main">
        <p15:guide id="1" pos="259">
          <p15:clr>
            <a:srgbClr val="65CEFF"/>
          </p15:clr>
        </p15:guide>
        <p15:guide id="9" pos="6472">
          <p15:clr>
            <a:srgbClr val="65CEFF"/>
          </p15:clr>
        </p15:guide>
        <p15:guide id="10" pos="7425">
          <p15:clr>
            <a:srgbClr val="65CEFF"/>
          </p15:clr>
        </p15:guide>
        <p15:guide id="11" orient="horz" pos="302">
          <p15:clr>
            <a:srgbClr val="65CEFF"/>
          </p15:clr>
        </p15:guide>
        <p15:guide id="12" orient="horz" pos="664">
          <p15:clr>
            <a:srgbClr val="65CEFF"/>
          </p15:clr>
        </p15:guide>
        <p15:guide id="13" orient="horz" pos="891">
          <p15:clr>
            <a:srgbClr val="65CEFF"/>
          </p15:clr>
        </p15:guide>
        <p15:guide id="14" orient="horz" pos="2206">
          <p15:clr>
            <a:srgbClr val="65CEFF"/>
          </p15:clr>
        </p15:guide>
        <p15:guide id="15" orient="horz" pos="2343">
          <p15:clr>
            <a:srgbClr val="65CEFF"/>
          </p15:clr>
        </p15:guide>
        <p15:guide id="16" orient="horz" pos="3658">
          <p15:clr>
            <a:srgbClr val="65CEFF"/>
          </p15:clr>
        </p15:guide>
        <p15:guide id="17" orient="horz" pos="3885">
          <p15:clr>
            <a:srgbClr val="65CEFF"/>
          </p15:clr>
        </p15:guide>
        <p15:guide id="18" orient="horz" pos="4157">
          <p15:clr>
            <a:srgbClr val="65CEFF"/>
          </p15:clr>
        </p15:guide>
        <p15:guide id="20" pos="4794">
          <p15:clr>
            <a:srgbClr val="65CEFF"/>
          </p15:clr>
        </p15:guide>
      </p15:sldGuideLst>
    </p:ext>
  </p:extLst>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userDrawn="1">
  <p:cSld name="Index / Agenda dark">
    <p:bg>
      <p:bgRef idx="1001">
        <a:schemeClr val="bg2"/>
      </p:bgRef>
    </p:bg>
    <p:spTree>
      <p:nvGrpSpPr>
        <p:cNvPr id="1" name=""/>
        <p:cNvGrpSpPr/>
        <p:nvPr/>
      </p:nvGrpSpPr>
      <p:grpSpPr>
        <a:xfrm>
          <a:off x="0" y="0"/>
          <a:ext cx="0" cy="0"/>
          <a:chOff x="0" y="0"/>
          <a:chExt cx="0" cy="0"/>
        </a:xfrm>
      </p:grpSpPr>
      <p:graphicFrame>
        <p:nvGraphicFramePr>
          <p:cNvPr id="6" name="Object 5" hidden="1">
            <a:extLst>
              <a:ext uri="{FF2B5EF4-FFF2-40B4-BE49-F238E27FC236}">
                <a16:creationId xmlns:a16="http://schemas.microsoft.com/office/drawing/2014/main" id="{07FD5AAC-7932-3045-AD0F-BFF2BFCC2739}"/>
              </a:ext>
            </a:extLst>
          </p:cNvPr>
          <p:cNvGraphicFramePr>
            <a:graphicFrameLocks noChangeAspect="1"/>
          </p:cNvGraphicFramePr>
          <p:nvPr userDrawn="1">
            <p:custDataLst>
              <p:tags r:id="rId1"/>
            </p:custDataLst>
            <p:extLst>
              <p:ext uri="{D42A27DB-BD31-4B8C-83A1-F6EECF244321}">
                <p14:modId xmlns:p14="http://schemas.microsoft.com/office/powerpoint/2010/main" val="162859735"/>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663" imgH="664" progId="TCLayout.ActiveDocument.1">
                  <p:embed/>
                </p:oleObj>
              </mc:Choice>
              <mc:Fallback>
                <p:oleObj name="think-cell Slide" r:id="rId3" imgW="663" imgH="664" progId="TCLayout.ActiveDocument.1">
                  <p:embed/>
                  <p:pic>
                    <p:nvPicPr>
                      <p:cNvPr id="6" name="Object 5" hidden="1">
                        <a:extLst>
                          <a:ext uri="{FF2B5EF4-FFF2-40B4-BE49-F238E27FC236}">
                            <a16:creationId xmlns:a16="http://schemas.microsoft.com/office/drawing/2014/main" id="{07FD5AAC-7932-3045-AD0F-BFF2BFCC2739}"/>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descr="Slide headline">
            <a:extLst>
              <a:ext uri="{FF2B5EF4-FFF2-40B4-BE49-F238E27FC236}">
                <a16:creationId xmlns:a16="http://schemas.microsoft.com/office/drawing/2014/main" id="{5CDB9E4A-37E0-45B2-BC93-C2EC503FB8F7}"/>
              </a:ext>
            </a:extLst>
          </p:cNvPr>
          <p:cNvSpPr>
            <a:spLocks noGrp="1"/>
          </p:cNvSpPr>
          <p:nvPr>
            <p:ph type="title"/>
          </p:nvPr>
        </p:nvSpPr>
        <p:spPr bwMode="black">
          <a:xfrm>
            <a:off x="410400" y="478800"/>
            <a:ext cx="9863900" cy="576000"/>
          </a:xfrm>
        </p:spPr>
        <p:txBody>
          <a:bodyPr vert="horz"/>
          <a:lstStyle>
            <a:lvl1pPr>
              <a:defRPr>
                <a:solidFill>
                  <a:schemeClr val="tx1"/>
                </a:solidFill>
              </a:defRPr>
            </a:lvl1pPr>
          </a:lstStyle>
          <a:p>
            <a:r>
              <a:rPr lang="en-US"/>
              <a:t>Click to edit Master title style</a:t>
            </a:r>
          </a:p>
        </p:txBody>
      </p:sp>
      <p:sp>
        <p:nvSpPr>
          <p:cNvPr id="4" name="Copy 1" descr="Agenda text frame">
            <a:extLst>
              <a:ext uri="{FF2B5EF4-FFF2-40B4-BE49-F238E27FC236}">
                <a16:creationId xmlns:a16="http://schemas.microsoft.com/office/drawing/2014/main" id="{0E701EC8-7FC1-42BE-915D-048C74A40E0C}"/>
              </a:ext>
            </a:extLst>
          </p:cNvPr>
          <p:cNvSpPr>
            <a:spLocks noGrp="1"/>
          </p:cNvSpPr>
          <p:nvPr>
            <p:ph type="body" sz="quarter" idx="12"/>
          </p:nvPr>
        </p:nvSpPr>
        <p:spPr bwMode="black">
          <a:xfrm>
            <a:off x="411163" y="1414463"/>
            <a:ext cx="5903912" cy="4751387"/>
          </a:xfrm>
        </p:spPr>
        <p:txBody>
          <a:bodyPr/>
          <a:lstStyle>
            <a:lvl1pPr>
              <a:spcAft>
                <a:spcPts val="900"/>
              </a:spcAft>
              <a:tabLst>
                <a:tab pos="5902325" algn="r"/>
              </a:tabLst>
              <a:defRPr/>
            </a:lvl1pPr>
            <a:lvl2pPr>
              <a:spcAft>
                <a:spcPts val="900"/>
              </a:spcAft>
              <a:buClr>
                <a:schemeClr val="tx1"/>
              </a:buClr>
              <a:tabLst>
                <a:tab pos="5902325" algn="r"/>
              </a:tabLst>
              <a:defRPr/>
            </a:lvl2pPr>
            <a:lvl3pPr marL="180000">
              <a:spcAft>
                <a:spcPts val="900"/>
              </a:spcAft>
              <a:buClr>
                <a:schemeClr val="tx1"/>
              </a:buClr>
              <a:tabLst>
                <a:tab pos="5902325" algn="r"/>
              </a:tabLst>
              <a:defRPr b="1"/>
            </a:lvl3pPr>
            <a:lvl4pPr marL="360000">
              <a:spcAft>
                <a:spcPts val="900"/>
              </a:spcAft>
              <a:buClr>
                <a:schemeClr val="tx1"/>
              </a:buClr>
              <a:tabLst>
                <a:tab pos="5902325" algn="r"/>
              </a:tabLst>
              <a:defRPr/>
            </a:lvl4pPr>
            <a:lvl5pPr marL="360000">
              <a:spcAft>
                <a:spcPts val="900"/>
              </a:spcAft>
              <a:buClr>
                <a:schemeClr val="tx1"/>
              </a:buClr>
              <a:tabLst>
                <a:tab pos="5902325" algn="r"/>
              </a:tabLst>
              <a:defRPr b="1"/>
            </a:lvl5pPr>
            <a:lvl6pPr marL="180000">
              <a:spcAft>
                <a:spcPts val="600"/>
              </a:spcAft>
              <a:buClr>
                <a:schemeClr val="tx1"/>
              </a:buClr>
              <a:tabLst>
                <a:tab pos="5902325" algn="r"/>
              </a:tabLst>
              <a:defRPr sz="1600"/>
            </a:lvl6pPr>
            <a:lvl7pPr marL="180000">
              <a:spcAft>
                <a:spcPts val="600"/>
              </a:spcAft>
              <a:buClr>
                <a:schemeClr val="tx1"/>
              </a:buClr>
              <a:tabLst>
                <a:tab pos="5902325" algn="r"/>
              </a:tabLst>
              <a:defRPr sz="1600" b="1"/>
            </a:lvl7pPr>
            <a:lvl8pPr marL="360000">
              <a:spcAft>
                <a:spcPts val="600"/>
              </a:spcAft>
              <a:buClr>
                <a:schemeClr val="tx1"/>
              </a:buClr>
              <a:tabLst>
                <a:tab pos="5902325" algn="r"/>
              </a:tabLst>
              <a:defRPr sz="1600"/>
            </a:lvl8pPr>
            <a:lvl9pPr marL="360000">
              <a:spcAft>
                <a:spcPts val="600"/>
              </a:spcAft>
              <a:buClr>
                <a:schemeClr val="tx1"/>
              </a:buClr>
              <a:tabLst>
                <a:tab pos="5902325" algn="r"/>
              </a:tabLst>
              <a:defRPr sz="1600" b="1"/>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12" name="Copy 2" descr="Agenda text frame">
            <a:extLst>
              <a:ext uri="{FF2B5EF4-FFF2-40B4-BE49-F238E27FC236}">
                <a16:creationId xmlns:a16="http://schemas.microsoft.com/office/drawing/2014/main" id="{F3AAF44F-3461-47E2-8680-A8CD08522059}"/>
              </a:ext>
            </a:extLst>
          </p:cNvPr>
          <p:cNvSpPr>
            <a:spLocks noGrp="1"/>
          </p:cNvSpPr>
          <p:nvPr>
            <p:ph type="body" sz="quarter" idx="13"/>
          </p:nvPr>
        </p:nvSpPr>
        <p:spPr bwMode="black">
          <a:xfrm>
            <a:off x="6743700" y="1414463"/>
            <a:ext cx="5043488" cy="4751387"/>
          </a:xfrm>
        </p:spPr>
        <p:txBody>
          <a:bodyPr/>
          <a:lstStyle>
            <a:lvl1pPr>
              <a:spcAft>
                <a:spcPts val="900"/>
              </a:spcAft>
              <a:tabLst>
                <a:tab pos="5040000" algn="r"/>
              </a:tabLst>
              <a:defRPr/>
            </a:lvl1pPr>
            <a:lvl2pPr>
              <a:spcAft>
                <a:spcPts val="900"/>
              </a:spcAft>
              <a:buClr>
                <a:schemeClr val="tx1"/>
              </a:buClr>
              <a:tabLst>
                <a:tab pos="5040000" algn="r"/>
              </a:tabLst>
              <a:defRPr/>
            </a:lvl2pPr>
            <a:lvl3pPr marL="180000">
              <a:spcAft>
                <a:spcPts val="900"/>
              </a:spcAft>
              <a:buClr>
                <a:schemeClr val="tx1"/>
              </a:buClr>
              <a:tabLst>
                <a:tab pos="5040000" algn="r"/>
              </a:tabLst>
              <a:defRPr b="1"/>
            </a:lvl3pPr>
            <a:lvl4pPr marL="360000">
              <a:spcAft>
                <a:spcPts val="900"/>
              </a:spcAft>
              <a:buClr>
                <a:schemeClr val="tx1"/>
              </a:buClr>
              <a:tabLst>
                <a:tab pos="5040000" algn="r"/>
              </a:tabLst>
              <a:defRPr/>
            </a:lvl4pPr>
            <a:lvl5pPr marL="360000">
              <a:spcAft>
                <a:spcPts val="900"/>
              </a:spcAft>
              <a:buClr>
                <a:schemeClr val="tx1"/>
              </a:buClr>
              <a:tabLst>
                <a:tab pos="5040000" algn="r"/>
              </a:tabLst>
              <a:defRPr b="1"/>
            </a:lvl5pPr>
            <a:lvl6pPr marL="180000">
              <a:spcAft>
                <a:spcPts val="600"/>
              </a:spcAft>
              <a:buClr>
                <a:schemeClr val="tx1"/>
              </a:buClr>
              <a:tabLst>
                <a:tab pos="5040000" algn="r"/>
              </a:tabLst>
              <a:defRPr sz="1600"/>
            </a:lvl6pPr>
            <a:lvl7pPr marL="180000">
              <a:spcAft>
                <a:spcPts val="600"/>
              </a:spcAft>
              <a:buClr>
                <a:schemeClr val="tx1"/>
              </a:buClr>
              <a:tabLst>
                <a:tab pos="5040000" algn="r"/>
              </a:tabLst>
              <a:defRPr sz="1600" b="1"/>
            </a:lvl7pPr>
            <a:lvl8pPr marL="360000">
              <a:spcAft>
                <a:spcPts val="600"/>
              </a:spcAft>
              <a:buClr>
                <a:schemeClr val="tx1"/>
              </a:buClr>
              <a:tabLst>
                <a:tab pos="5040000" algn="r"/>
              </a:tabLst>
              <a:defRPr sz="1600"/>
            </a:lvl8pPr>
            <a:lvl9pPr marL="360000">
              <a:spcAft>
                <a:spcPts val="600"/>
              </a:spcAft>
              <a:buClr>
                <a:schemeClr val="tx1"/>
              </a:buClr>
              <a:tabLst>
                <a:tab pos="5040000" algn="r"/>
              </a:tabLst>
              <a:defRPr sz="1600" b="1"/>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pic>
        <p:nvPicPr>
          <p:cNvPr id="8" name="Siemens Logo" descr="Siemens logo">
            <a:extLst>
              <a:ext uri="{FF2B5EF4-FFF2-40B4-BE49-F238E27FC236}">
                <a16:creationId xmlns:a16="http://schemas.microsoft.com/office/drawing/2014/main" id="{AB400EC0-C78D-42DD-85FB-5ED577185C17}"/>
              </a:ext>
              <a:ext uri="{C183D7F6-B498-43B3-948B-1728B52AA6E4}">
                <adec:decorative xmlns:adec="http://schemas.microsoft.com/office/drawing/2017/decorative" val="0"/>
              </a:ext>
            </a:extLst>
          </p:cNvPr>
          <p:cNvPicPr>
            <a:picLocks noChangeAspect="1"/>
          </p:cNvPicPr>
          <p:nvPr userDrawn="1"/>
        </p:nvPicPr>
        <p:blipFill>
          <a:blip r:embed="rId5" cstate="email">
            <a:extLst>
              <a:ext uri="{28A0092B-C50C-407E-A947-70E740481C1C}">
                <a14:useLocalDpi xmlns:a14="http://schemas.microsoft.com/office/drawing/2010/main"/>
              </a:ext>
              <a:ext uri="{96DAC541-7B7A-43D3-8B79-37D633B846F1}">
                <asvg:svgBlip xmlns:asvg="http://schemas.microsoft.com/office/drawing/2016/SVG/main" r:embed="rId6"/>
              </a:ext>
            </a:extLst>
          </a:blip>
          <a:srcRect/>
          <a:stretch/>
        </p:blipFill>
        <p:spPr bwMode="black">
          <a:xfrm>
            <a:off x="10635188" y="6418800"/>
            <a:ext cx="1152000" cy="183168"/>
          </a:xfrm>
          <a:prstGeom prst="rect">
            <a:avLst/>
          </a:prstGeom>
        </p:spPr>
      </p:pic>
      <p:sp>
        <p:nvSpPr>
          <p:cNvPr id="9" name="Footer Placeholder" descr="Footer with copyright, author and department information, and date">
            <a:extLst>
              <a:ext uri="{FF2B5EF4-FFF2-40B4-BE49-F238E27FC236}">
                <a16:creationId xmlns:a16="http://schemas.microsoft.com/office/drawing/2014/main" id="{8C6E0B19-DC70-4D19-9A56-05E87567F196}"/>
              </a:ext>
            </a:extLst>
          </p:cNvPr>
          <p:cNvSpPr>
            <a:spLocks noGrp="1"/>
          </p:cNvSpPr>
          <p:nvPr>
            <p:ph type="ftr" sz="quarter" idx="10"/>
          </p:nvPr>
        </p:nvSpPr>
        <p:spPr bwMode="black"/>
        <p:txBody>
          <a:bodyPr/>
          <a:lstStyle/>
          <a:p>
            <a:pPr>
              <a:lnSpc>
                <a:spcPct val="100000"/>
              </a:lnSpc>
            </a:pPr>
            <a:r>
              <a:rPr lang="en-US"/>
              <a:t>Restricted | © Siemens 2024 | SHERPA X | YYYY-MM-DD | Status: Draft</a:t>
            </a:r>
          </a:p>
        </p:txBody>
      </p:sp>
      <p:sp>
        <p:nvSpPr>
          <p:cNvPr id="10" name="Slide Number Placeholder">
            <a:extLst>
              <a:ext uri="{FF2B5EF4-FFF2-40B4-BE49-F238E27FC236}">
                <a16:creationId xmlns:a16="http://schemas.microsoft.com/office/drawing/2014/main" id="{D3DF1D7C-B467-46E9-B036-83EC1DBE711C}"/>
              </a:ext>
              <a:ext uri="{C183D7F6-B498-43B3-948B-1728B52AA6E4}">
                <adec:decorative xmlns:adec="http://schemas.microsoft.com/office/drawing/2017/decorative" val="1"/>
              </a:ext>
            </a:extLst>
          </p:cNvPr>
          <p:cNvSpPr>
            <a:spLocks noGrp="1"/>
          </p:cNvSpPr>
          <p:nvPr>
            <p:ph type="sldNum" sz="quarter" idx="11"/>
          </p:nvPr>
        </p:nvSpPr>
        <p:spPr bwMode="black"/>
        <p:txBody>
          <a:bodyPr/>
          <a:lstStyle/>
          <a:p>
            <a:r>
              <a:rPr lang="en-US"/>
              <a:t>Page </a:t>
            </a:r>
            <a:fld id="{15EBE321-CBB1-4E91-BD14-37C8D44326FB}" type="slidenum">
              <a:rPr lang="en-US" smtClean="0"/>
              <a:pPr/>
              <a:t>‹#›</a:t>
            </a:fld>
            <a:endParaRPr lang="en-US"/>
          </a:p>
        </p:txBody>
      </p:sp>
    </p:spTree>
    <p:extLst>
      <p:ext uri="{BB962C8B-B14F-4D97-AF65-F5344CB8AC3E}">
        <p14:creationId xmlns:p14="http://schemas.microsoft.com/office/powerpoint/2010/main" val="1894451666"/>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259">
          <p15:clr>
            <a:srgbClr val="65CEFF"/>
          </p15:clr>
        </p15:guide>
        <p15:guide id="5" pos="3978">
          <p15:clr>
            <a:srgbClr val="65CEFF"/>
          </p15:clr>
        </p15:guide>
        <p15:guide id="9" pos="6472">
          <p15:clr>
            <a:srgbClr val="65CEFF"/>
          </p15:clr>
        </p15:guide>
        <p15:guide id="10" pos="7425">
          <p15:clr>
            <a:srgbClr val="65CEFF"/>
          </p15:clr>
        </p15:guide>
        <p15:guide id="11" orient="horz" pos="302">
          <p15:clr>
            <a:srgbClr val="65CEFF"/>
          </p15:clr>
        </p15:guide>
        <p15:guide id="12" orient="horz" pos="664">
          <p15:clr>
            <a:srgbClr val="65CEFF"/>
          </p15:clr>
        </p15:guide>
        <p15:guide id="13" orient="horz" pos="891">
          <p15:clr>
            <a:srgbClr val="65CEFF"/>
          </p15:clr>
        </p15:guide>
        <p15:guide id="14" orient="horz" pos="2206">
          <p15:clr>
            <a:srgbClr val="65CEFF"/>
          </p15:clr>
        </p15:guide>
        <p15:guide id="15" orient="horz" pos="2343">
          <p15:clr>
            <a:srgbClr val="65CEFF"/>
          </p15:clr>
        </p15:guide>
        <p15:guide id="16" orient="horz" pos="3658">
          <p15:clr>
            <a:srgbClr val="65CEFF"/>
          </p15:clr>
        </p15:guide>
        <p15:guide id="17" orient="horz" pos="3885">
          <p15:clr>
            <a:srgbClr val="65CEFF"/>
          </p15:clr>
        </p15:guide>
        <p15:guide id="18" orient="horz" pos="4157">
          <p15:clr>
            <a:srgbClr val="65CEFF"/>
          </p15:clr>
        </p15:guide>
        <p15:guide id="19" pos="4248">
          <p15:clr>
            <a:srgbClr val="65CEFF"/>
          </p15:clr>
        </p15:guide>
      </p15:sldGuideLst>
    </p:ext>
  </p:extLst>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userDrawn="1">
  <p:cSld name="Free Content">
    <p:spTree>
      <p:nvGrpSpPr>
        <p:cNvPr id="1" name=""/>
        <p:cNvGrpSpPr/>
        <p:nvPr/>
      </p:nvGrpSpPr>
      <p:grpSpPr>
        <a:xfrm>
          <a:off x="0" y="0"/>
          <a:ext cx="0" cy="0"/>
          <a:chOff x="0" y="0"/>
          <a:chExt cx="0" cy="0"/>
        </a:xfrm>
      </p:grpSpPr>
      <p:graphicFrame>
        <p:nvGraphicFramePr>
          <p:cNvPr id="5" name="Object 4" hidden="1">
            <a:extLst>
              <a:ext uri="{FF2B5EF4-FFF2-40B4-BE49-F238E27FC236}">
                <a16:creationId xmlns:a16="http://schemas.microsoft.com/office/drawing/2014/main" id="{1C958BC9-E8AA-BB49-2514-085CE54BA82C}"/>
              </a:ext>
            </a:extLst>
          </p:cNvPr>
          <p:cNvGraphicFramePr>
            <a:graphicFrameLocks noChangeAspect="1"/>
          </p:cNvGraphicFramePr>
          <p:nvPr userDrawn="1">
            <p:custDataLst>
              <p:tags r:id="rId1"/>
            </p:custDataLst>
            <p:extLst>
              <p:ext uri="{D42A27DB-BD31-4B8C-83A1-F6EECF244321}">
                <p14:modId xmlns:p14="http://schemas.microsoft.com/office/powerpoint/2010/main" val="333748597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663" imgH="664" progId="TCLayout.ActiveDocument.1">
                  <p:embed/>
                </p:oleObj>
              </mc:Choice>
              <mc:Fallback>
                <p:oleObj name="think-cell Slide" r:id="rId3" imgW="663" imgH="664" progId="TCLayout.ActiveDocument.1">
                  <p:embed/>
                  <p:pic>
                    <p:nvPicPr>
                      <p:cNvPr id="5" name="Object 4" hidden="1">
                        <a:extLst>
                          <a:ext uri="{FF2B5EF4-FFF2-40B4-BE49-F238E27FC236}">
                            <a16:creationId xmlns:a16="http://schemas.microsoft.com/office/drawing/2014/main" id="{1C958BC9-E8AA-BB49-2514-085CE54BA82C}"/>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descr="Slide headline">
            <a:extLst>
              <a:ext uri="{FF2B5EF4-FFF2-40B4-BE49-F238E27FC236}">
                <a16:creationId xmlns:a16="http://schemas.microsoft.com/office/drawing/2014/main" id="{5CDB9E4A-37E0-45B2-BC93-C2EC503FB8F7}"/>
              </a:ext>
            </a:extLst>
          </p:cNvPr>
          <p:cNvSpPr>
            <a:spLocks noGrp="1"/>
          </p:cNvSpPr>
          <p:nvPr>
            <p:ph type="title"/>
          </p:nvPr>
        </p:nvSpPr>
        <p:spPr bwMode="black">
          <a:xfrm>
            <a:off x="410400" y="478800"/>
            <a:ext cx="10445859" cy="576000"/>
          </a:xfrm>
        </p:spPr>
        <p:txBody>
          <a:bodyPr vert="horz"/>
          <a:lstStyle>
            <a:lvl1pPr>
              <a:defRPr>
                <a:solidFill>
                  <a:srgbClr val="000028"/>
                </a:solidFill>
              </a:defRPr>
            </a:lvl1pPr>
          </a:lstStyle>
          <a:p>
            <a:r>
              <a:rPr lang="en-US"/>
              <a:t>Click to edit Master title style</a:t>
            </a:r>
          </a:p>
        </p:txBody>
      </p:sp>
      <p:pic>
        <p:nvPicPr>
          <p:cNvPr id="7" name="Siemens Logo" descr="Siemens logo">
            <a:extLst>
              <a:ext uri="{FF2B5EF4-FFF2-40B4-BE49-F238E27FC236}">
                <a16:creationId xmlns:a16="http://schemas.microsoft.com/office/drawing/2014/main" id="{E73DB6A8-F91C-4B87-ACAA-19A2D5EA21EF}"/>
              </a:ext>
              <a:ext uri="{C183D7F6-B498-43B3-948B-1728B52AA6E4}">
                <adec:decorative xmlns:adec="http://schemas.microsoft.com/office/drawing/2017/decorative" val="0"/>
              </a:ext>
            </a:extLst>
          </p:cNvPr>
          <p:cNvPicPr>
            <a:picLocks noChangeAspect="1"/>
          </p:cNvPicPr>
          <p:nvPr userDrawn="1"/>
        </p:nvPicPr>
        <p:blipFill>
          <a:blip r:embed="rId5" cstate="email">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p:blipFill>
        <p:spPr bwMode="black">
          <a:xfrm>
            <a:off x="10635188" y="6418800"/>
            <a:ext cx="1152000" cy="183168"/>
          </a:xfrm>
          <a:prstGeom prst="rect">
            <a:avLst/>
          </a:prstGeom>
        </p:spPr>
      </p:pic>
      <p:sp>
        <p:nvSpPr>
          <p:cNvPr id="9" name="Footer Placeholder" descr="Footer with copyright, author and department information, and date">
            <a:extLst>
              <a:ext uri="{FF2B5EF4-FFF2-40B4-BE49-F238E27FC236}">
                <a16:creationId xmlns:a16="http://schemas.microsoft.com/office/drawing/2014/main" id="{8C6E0B19-DC70-4D19-9A56-05E87567F196}"/>
              </a:ext>
            </a:extLst>
          </p:cNvPr>
          <p:cNvSpPr>
            <a:spLocks noGrp="1"/>
          </p:cNvSpPr>
          <p:nvPr>
            <p:ph type="ftr" sz="quarter" idx="10"/>
          </p:nvPr>
        </p:nvSpPr>
        <p:spPr bwMode="black"/>
        <p:txBody>
          <a:bodyPr/>
          <a:lstStyle/>
          <a:p>
            <a:pPr>
              <a:lnSpc>
                <a:spcPct val="100000"/>
              </a:lnSpc>
            </a:pPr>
            <a:r>
              <a:rPr lang="en-US"/>
              <a:t>Restricted | © Siemens 2024 | SHERPA X | YYYY-MM-DD | Status: Draft</a:t>
            </a:r>
          </a:p>
        </p:txBody>
      </p:sp>
      <p:sp>
        <p:nvSpPr>
          <p:cNvPr id="10" name="Slide Number Placeholder">
            <a:extLst>
              <a:ext uri="{FF2B5EF4-FFF2-40B4-BE49-F238E27FC236}">
                <a16:creationId xmlns:a16="http://schemas.microsoft.com/office/drawing/2014/main" id="{D3DF1D7C-B467-46E9-B036-83EC1DBE711C}"/>
              </a:ext>
              <a:ext uri="{C183D7F6-B498-43B3-948B-1728B52AA6E4}">
                <adec:decorative xmlns:adec="http://schemas.microsoft.com/office/drawing/2017/decorative" val="1"/>
              </a:ext>
            </a:extLst>
          </p:cNvPr>
          <p:cNvSpPr>
            <a:spLocks noGrp="1"/>
          </p:cNvSpPr>
          <p:nvPr>
            <p:ph type="sldNum" sz="quarter" idx="11"/>
          </p:nvPr>
        </p:nvSpPr>
        <p:spPr bwMode="black"/>
        <p:txBody>
          <a:bodyPr/>
          <a:lstStyle/>
          <a:p>
            <a:r>
              <a:rPr lang="en-US"/>
              <a:t>Page </a:t>
            </a:r>
            <a:fld id="{15EBE321-CBB1-4E91-BD14-37C8D44326FB}" type="slidenum">
              <a:rPr lang="en-US" smtClean="0"/>
              <a:pPr/>
              <a:t>‹#›</a:t>
            </a:fld>
            <a:endParaRPr lang="en-US"/>
          </a:p>
        </p:txBody>
      </p:sp>
      <p:pic>
        <p:nvPicPr>
          <p:cNvPr id="3" name="Imagem 2" descr="Uma imagem com Tipo de letra, Gráficos, texto, captura de ecrã&#10;&#10;Descrição gerada automaticamente">
            <a:extLst>
              <a:ext uri="{FF2B5EF4-FFF2-40B4-BE49-F238E27FC236}">
                <a16:creationId xmlns:a16="http://schemas.microsoft.com/office/drawing/2014/main" id="{F4CF2E49-AF61-A0B6-1BC5-6D8192E7C710}"/>
              </a:ext>
            </a:extLst>
          </p:cNvPr>
          <p:cNvPicPr>
            <a:picLocks noChangeAspect="1"/>
          </p:cNvPicPr>
          <p:nvPr userDrawn="1"/>
        </p:nvPicPr>
        <p:blipFill>
          <a:blip r:embed="rId7" cstate="email">
            <a:extLst>
              <a:ext uri="{28A0092B-C50C-407E-A947-70E740481C1C}">
                <a14:useLocalDpi xmlns:a14="http://schemas.microsoft.com/office/drawing/2010/main"/>
              </a:ext>
            </a:extLst>
          </a:blip>
          <a:stretch>
            <a:fillRect/>
          </a:stretch>
        </p:blipFill>
        <p:spPr>
          <a:xfrm>
            <a:off x="11025045" y="478800"/>
            <a:ext cx="755792" cy="755792"/>
          </a:xfrm>
          <a:prstGeom prst="rect">
            <a:avLst/>
          </a:prstGeom>
        </p:spPr>
      </p:pic>
    </p:spTree>
    <p:extLst>
      <p:ext uri="{BB962C8B-B14F-4D97-AF65-F5344CB8AC3E}">
        <p14:creationId xmlns:p14="http://schemas.microsoft.com/office/powerpoint/2010/main" val="791474231"/>
      </p:ext>
    </p:extLst>
  </p:cSld>
  <p:clrMapOvr>
    <a:masterClrMapping/>
  </p:clrMapOvr>
  <p:extLst>
    <p:ext uri="{DCECCB84-F9BA-43D5-87BE-67443E8EF086}">
      <p15:sldGuideLst xmlns:p15="http://schemas.microsoft.com/office/powerpoint/2012/main">
        <p15:guide id="1" pos="259">
          <p15:clr>
            <a:srgbClr val="65CEFF"/>
          </p15:clr>
        </p15:guide>
        <p15:guide id="2" pos="2526">
          <p15:clr>
            <a:srgbClr val="65CEFF"/>
          </p15:clr>
        </p15:guide>
        <p15:guide id="3" pos="2708">
          <p15:clr>
            <a:srgbClr val="65CEFF"/>
          </p15:clr>
        </p15:guide>
        <p15:guide id="4" pos="3705">
          <p15:clr>
            <a:srgbClr val="65CEFF"/>
          </p15:clr>
        </p15:guide>
        <p15:guide id="5" pos="3978">
          <p15:clr>
            <a:srgbClr val="65CEFF"/>
          </p15:clr>
        </p15:guide>
        <p15:guide id="7" pos="4975">
          <p15:clr>
            <a:srgbClr val="65CEFF"/>
          </p15:clr>
        </p15:guide>
        <p15:guide id="8" pos="5157">
          <p15:clr>
            <a:srgbClr val="65CEFF"/>
          </p15:clr>
        </p15:guide>
        <p15:guide id="9" pos="6472">
          <p15:clr>
            <a:srgbClr val="65CEFF"/>
          </p15:clr>
        </p15:guide>
        <p15:guide id="10" pos="7425">
          <p15:clr>
            <a:srgbClr val="65CEFF"/>
          </p15:clr>
        </p15:guide>
        <p15:guide id="11" orient="horz" pos="302">
          <p15:clr>
            <a:srgbClr val="65CEFF"/>
          </p15:clr>
        </p15:guide>
        <p15:guide id="12" orient="horz" pos="664">
          <p15:clr>
            <a:srgbClr val="65CEFF"/>
          </p15:clr>
        </p15:guide>
        <p15:guide id="13" orient="horz" pos="891">
          <p15:clr>
            <a:srgbClr val="65CEFF"/>
          </p15:clr>
        </p15:guide>
        <p15:guide id="14" orient="horz" pos="2206">
          <p15:clr>
            <a:srgbClr val="65CEFF"/>
          </p15:clr>
        </p15:guide>
        <p15:guide id="15" orient="horz" pos="2343">
          <p15:clr>
            <a:srgbClr val="65CEFF"/>
          </p15:clr>
        </p15:guide>
        <p15:guide id="16" orient="horz" pos="3658">
          <p15:clr>
            <a:srgbClr val="65CEFF"/>
          </p15:clr>
        </p15:guide>
        <p15:guide id="17" orient="horz" pos="3885">
          <p15:clr>
            <a:srgbClr val="65CEFF"/>
          </p15:clr>
        </p15:guide>
        <p15:guide id="18" orient="horz" pos="4157">
          <p15:clr>
            <a:srgbClr val="65CEFF"/>
          </p15:clr>
        </p15:guide>
      </p15:sldGuideLst>
    </p:ext>
  </p:extLst>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userDrawn="1">
  <p:cSld name="Full bleed color Deep Blue">
    <p:bg>
      <p:bgRef idx="1001">
        <a:schemeClr val="bg2"/>
      </p:bgRef>
    </p:bg>
    <p:spTree>
      <p:nvGrpSpPr>
        <p:cNvPr id="1" name=""/>
        <p:cNvGrpSpPr/>
        <p:nvPr/>
      </p:nvGrpSpPr>
      <p:grpSpPr>
        <a:xfrm>
          <a:off x="0" y="0"/>
          <a:ext cx="0" cy="0"/>
          <a:chOff x="0" y="0"/>
          <a:chExt cx="0" cy="0"/>
        </a:xfrm>
      </p:grpSpPr>
      <p:graphicFrame>
        <p:nvGraphicFramePr>
          <p:cNvPr id="8" name="Object 7" hidden="1">
            <a:extLst>
              <a:ext uri="{FF2B5EF4-FFF2-40B4-BE49-F238E27FC236}">
                <a16:creationId xmlns:a16="http://schemas.microsoft.com/office/drawing/2014/main" id="{0BA1DB2C-2D65-80A3-F2B9-6CD2CBF44EC1}"/>
              </a:ext>
            </a:extLst>
          </p:cNvPr>
          <p:cNvGraphicFramePr>
            <a:graphicFrameLocks noChangeAspect="1"/>
          </p:cNvGraphicFramePr>
          <p:nvPr userDrawn="1">
            <p:custDataLst>
              <p:tags r:id="rId1"/>
            </p:custDataLst>
            <p:extLst>
              <p:ext uri="{D42A27DB-BD31-4B8C-83A1-F6EECF244321}">
                <p14:modId xmlns:p14="http://schemas.microsoft.com/office/powerpoint/2010/main" val="410798876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663" imgH="664" progId="TCLayout.ActiveDocument.1">
                  <p:embed/>
                </p:oleObj>
              </mc:Choice>
              <mc:Fallback>
                <p:oleObj name="think-cell Slide" r:id="rId3" imgW="663" imgH="664" progId="TCLayout.ActiveDocument.1">
                  <p:embed/>
                  <p:pic>
                    <p:nvPicPr>
                      <p:cNvPr id="8" name="Object 7" hidden="1">
                        <a:extLst>
                          <a:ext uri="{FF2B5EF4-FFF2-40B4-BE49-F238E27FC236}">
                            <a16:creationId xmlns:a16="http://schemas.microsoft.com/office/drawing/2014/main" id="{0BA1DB2C-2D65-80A3-F2B9-6CD2CBF44EC1}"/>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descr="Slide headline">
            <a:extLst>
              <a:ext uri="{FF2B5EF4-FFF2-40B4-BE49-F238E27FC236}">
                <a16:creationId xmlns:a16="http://schemas.microsoft.com/office/drawing/2014/main" id="{5CDB9E4A-37E0-45B2-BC93-C2EC503FB8F7}"/>
              </a:ext>
            </a:extLst>
          </p:cNvPr>
          <p:cNvSpPr>
            <a:spLocks noGrp="1"/>
          </p:cNvSpPr>
          <p:nvPr>
            <p:ph type="title"/>
          </p:nvPr>
        </p:nvSpPr>
        <p:spPr bwMode="black">
          <a:xfrm>
            <a:off x="410400" y="478800"/>
            <a:ext cx="9863997" cy="576000"/>
          </a:xfrm>
        </p:spPr>
        <p:txBody>
          <a:bodyPr vert="horz"/>
          <a:lstStyle>
            <a:lvl1pPr>
              <a:defRPr>
                <a:solidFill>
                  <a:schemeClr val="tx1"/>
                </a:solidFill>
              </a:defRPr>
            </a:lvl1pPr>
          </a:lstStyle>
          <a:p>
            <a:r>
              <a:rPr lang="en-US"/>
              <a:t>Click to edit Master title style</a:t>
            </a:r>
          </a:p>
        </p:txBody>
      </p:sp>
      <p:pic>
        <p:nvPicPr>
          <p:cNvPr id="7" name="Siemens Logo" descr="Siemens logo">
            <a:extLst>
              <a:ext uri="{FF2B5EF4-FFF2-40B4-BE49-F238E27FC236}">
                <a16:creationId xmlns:a16="http://schemas.microsoft.com/office/drawing/2014/main" id="{863976F1-B9C2-4217-A36A-7F1DCFF6EE2A}"/>
              </a:ext>
              <a:ext uri="{C183D7F6-B498-43B3-948B-1728B52AA6E4}">
                <adec:decorative xmlns:adec="http://schemas.microsoft.com/office/drawing/2017/decorative" val="0"/>
              </a:ext>
            </a:extLst>
          </p:cNvPr>
          <p:cNvPicPr>
            <a:picLocks noChangeAspect="1"/>
          </p:cNvPicPr>
          <p:nvPr userDrawn="1"/>
        </p:nvPicPr>
        <p:blipFill>
          <a:blip r:embed="rId5" cstate="email">
            <a:extLst>
              <a:ext uri="{28A0092B-C50C-407E-A947-70E740481C1C}">
                <a14:useLocalDpi xmlns:a14="http://schemas.microsoft.com/office/drawing/2010/main"/>
              </a:ext>
              <a:ext uri="{96DAC541-7B7A-43D3-8B79-37D633B846F1}">
                <asvg:svgBlip xmlns:asvg="http://schemas.microsoft.com/office/drawing/2016/SVG/main" r:embed="rId6"/>
              </a:ext>
            </a:extLst>
          </a:blip>
          <a:srcRect/>
          <a:stretch/>
        </p:blipFill>
        <p:spPr bwMode="black">
          <a:xfrm>
            <a:off x="10635188" y="6418800"/>
            <a:ext cx="1152000" cy="183168"/>
          </a:xfrm>
          <a:prstGeom prst="rect">
            <a:avLst/>
          </a:prstGeom>
        </p:spPr>
      </p:pic>
      <p:sp>
        <p:nvSpPr>
          <p:cNvPr id="5" name="Footer Placeholder" descr="Footer with copyright, author and department information, and date">
            <a:extLst>
              <a:ext uri="{FF2B5EF4-FFF2-40B4-BE49-F238E27FC236}">
                <a16:creationId xmlns:a16="http://schemas.microsoft.com/office/drawing/2014/main" id="{16495290-0795-4AB1-8AEA-2BB786783622}"/>
              </a:ext>
            </a:extLst>
          </p:cNvPr>
          <p:cNvSpPr>
            <a:spLocks noGrp="1"/>
          </p:cNvSpPr>
          <p:nvPr>
            <p:ph type="ftr" sz="quarter" idx="10"/>
          </p:nvPr>
        </p:nvSpPr>
        <p:spPr bwMode="black"/>
        <p:txBody>
          <a:bodyPr/>
          <a:lstStyle/>
          <a:p>
            <a:pPr>
              <a:lnSpc>
                <a:spcPct val="100000"/>
              </a:lnSpc>
            </a:pPr>
            <a:r>
              <a:rPr lang="en-US"/>
              <a:t>Restricted | © Siemens 2024 | SHERPA X | YYYY-MM-DD | Status: Draft</a:t>
            </a:r>
          </a:p>
        </p:txBody>
      </p:sp>
      <p:sp>
        <p:nvSpPr>
          <p:cNvPr id="6" name="Slide Number Placeholder">
            <a:extLst>
              <a:ext uri="{FF2B5EF4-FFF2-40B4-BE49-F238E27FC236}">
                <a16:creationId xmlns:a16="http://schemas.microsoft.com/office/drawing/2014/main" id="{E8FC1C65-873A-4B8F-BB57-51EEBC35A1A9}"/>
              </a:ext>
              <a:ext uri="{C183D7F6-B498-43B3-948B-1728B52AA6E4}">
                <adec:decorative xmlns:adec="http://schemas.microsoft.com/office/drawing/2017/decorative" val="1"/>
              </a:ext>
            </a:extLst>
          </p:cNvPr>
          <p:cNvSpPr>
            <a:spLocks noGrp="1"/>
          </p:cNvSpPr>
          <p:nvPr>
            <p:ph type="sldNum" sz="quarter" idx="11"/>
          </p:nvPr>
        </p:nvSpPr>
        <p:spPr bwMode="black"/>
        <p:txBody>
          <a:bodyPr/>
          <a:lstStyle/>
          <a:p>
            <a:r>
              <a:rPr lang="en-US"/>
              <a:t>Page </a:t>
            </a:r>
            <a:fld id="{15EBE321-CBB1-4E91-BD14-37C8D44326FB}" type="slidenum">
              <a:rPr lang="en-US" smtClean="0"/>
              <a:pPr/>
              <a:t>‹#›</a:t>
            </a:fld>
            <a:endParaRPr lang="en-US"/>
          </a:p>
        </p:txBody>
      </p:sp>
    </p:spTree>
    <p:extLst>
      <p:ext uri="{BB962C8B-B14F-4D97-AF65-F5344CB8AC3E}">
        <p14:creationId xmlns:p14="http://schemas.microsoft.com/office/powerpoint/2010/main" val="1262002596"/>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259">
          <p15:clr>
            <a:srgbClr val="65CEFF"/>
          </p15:clr>
        </p15:guide>
        <p15:guide id="2" pos="2526">
          <p15:clr>
            <a:srgbClr val="65CEFF"/>
          </p15:clr>
        </p15:guide>
        <p15:guide id="3" pos="2708">
          <p15:clr>
            <a:srgbClr val="65CEFF"/>
          </p15:clr>
        </p15:guide>
        <p15:guide id="4" pos="3705">
          <p15:clr>
            <a:srgbClr val="65CEFF"/>
          </p15:clr>
        </p15:guide>
        <p15:guide id="5" pos="3978">
          <p15:clr>
            <a:srgbClr val="65CEFF"/>
          </p15:clr>
        </p15:guide>
        <p15:guide id="7" pos="4975">
          <p15:clr>
            <a:srgbClr val="65CEFF"/>
          </p15:clr>
        </p15:guide>
        <p15:guide id="8" pos="5157">
          <p15:clr>
            <a:srgbClr val="65CEFF"/>
          </p15:clr>
        </p15:guide>
        <p15:guide id="9" pos="6472">
          <p15:clr>
            <a:srgbClr val="65CEFF"/>
          </p15:clr>
        </p15:guide>
        <p15:guide id="10" pos="7425">
          <p15:clr>
            <a:srgbClr val="65CEFF"/>
          </p15:clr>
        </p15:guide>
        <p15:guide id="11" orient="horz" pos="302">
          <p15:clr>
            <a:srgbClr val="65CEFF"/>
          </p15:clr>
        </p15:guide>
        <p15:guide id="12" orient="horz" pos="664">
          <p15:clr>
            <a:srgbClr val="65CEFF"/>
          </p15:clr>
        </p15:guide>
        <p15:guide id="13" orient="horz" pos="891">
          <p15:clr>
            <a:srgbClr val="65CEFF"/>
          </p15:clr>
        </p15:guide>
        <p15:guide id="14" orient="horz" pos="2206">
          <p15:clr>
            <a:srgbClr val="65CEFF"/>
          </p15:clr>
        </p15:guide>
        <p15:guide id="15" orient="horz" pos="2343">
          <p15:clr>
            <a:srgbClr val="65CEFF"/>
          </p15:clr>
        </p15:guide>
        <p15:guide id="16" orient="horz" pos="3658">
          <p15:clr>
            <a:srgbClr val="65CEFF"/>
          </p15:clr>
        </p15:guide>
        <p15:guide id="17" orient="horz" pos="3885">
          <p15:clr>
            <a:srgbClr val="65CEFF"/>
          </p15:clr>
        </p15:guide>
        <p15:guide id="18" orient="horz" pos="4157">
          <p15:clr>
            <a:srgbClr val="65CEFF"/>
          </p15:clr>
        </p15:guide>
      </p15:sldGuideLst>
    </p:ext>
  </p:extLst>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userDrawn="1">
  <p:cSld name="7_Full bleed color Deep Blue">
    <p:bg>
      <p:bgRef idx="1001">
        <a:schemeClr val="bg2"/>
      </p:bgRef>
    </p:bg>
    <p:spTree>
      <p:nvGrpSpPr>
        <p:cNvPr id="1" name=""/>
        <p:cNvGrpSpPr/>
        <p:nvPr/>
      </p:nvGrpSpPr>
      <p:grpSpPr>
        <a:xfrm>
          <a:off x="0" y="0"/>
          <a:ext cx="0" cy="0"/>
          <a:chOff x="0" y="0"/>
          <a:chExt cx="0" cy="0"/>
        </a:xfrm>
      </p:grpSpPr>
      <p:graphicFrame>
        <p:nvGraphicFramePr>
          <p:cNvPr id="4" name="Object 3" hidden="1">
            <a:extLst>
              <a:ext uri="{FF2B5EF4-FFF2-40B4-BE49-F238E27FC236}">
                <a16:creationId xmlns:a16="http://schemas.microsoft.com/office/drawing/2014/main" id="{5606C141-1512-A34C-D3C1-A7152EA18082}"/>
              </a:ext>
            </a:extLst>
          </p:cNvPr>
          <p:cNvGraphicFramePr>
            <a:graphicFrameLocks noChangeAspect="1"/>
          </p:cNvGraphicFramePr>
          <p:nvPr userDrawn="1">
            <p:custDataLst>
              <p:tags r:id="rId1"/>
            </p:custDataLst>
            <p:extLst>
              <p:ext uri="{D42A27DB-BD31-4B8C-83A1-F6EECF244321}">
                <p14:modId xmlns:p14="http://schemas.microsoft.com/office/powerpoint/2010/main" val="524499774"/>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737" imgH="737" progId="TCLayout.ActiveDocument.1">
                  <p:embed/>
                </p:oleObj>
              </mc:Choice>
              <mc:Fallback>
                <p:oleObj name="think-cell Slide" r:id="rId3" imgW="737" imgH="737" progId="TCLayout.ActiveDocument.1">
                  <p:embed/>
                  <p:pic>
                    <p:nvPicPr>
                      <p:cNvPr id="4" name="Object 3" hidden="1">
                        <a:extLst>
                          <a:ext uri="{FF2B5EF4-FFF2-40B4-BE49-F238E27FC236}">
                            <a16:creationId xmlns:a16="http://schemas.microsoft.com/office/drawing/2014/main" id="{5606C141-1512-A34C-D3C1-A7152EA18082}"/>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3" name="Retângulo 2">
            <a:extLst>
              <a:ext uri="{FF2B5EF4-FFF2-40B4-BE49-F238E27FC236}">
                <a16:creationId xmlns:a16="http://schemas.microsoft.com/office/drawing/2014/main" id="{EAEE99BD-28E7-FE5E-FA77-0D47A3BA42F5}"/>
              </a:ext>
            </a:extLst>
          </p:cNvPr>
          <p:cNvSpPr/>
          <p:nvPr userDrawn="1"/>
        </p:nvSpPr>
        <p:spPr>
          <a:xfrm>
            <a:off x="0" y="0"/>
            <a:ext cx="12192000" cy="6858000"/>
          </a:xfrm>
          <a:prstGeom prst="rect">
            <a:avLst/>
          </a:prstGeom>
          <a:gradFill flip="none" rotWithShape="1">
            <a:gsLst>
              <a:gs pos="0">
                <a:srgbClr val="333255">
                  <a:alpha val="90000"/>
                </a:srgbClr>
              </a:gs>
              <a:gs pos="99000">
                <a:srgbClr val="0E0E35"/>
              </a:gs>
            </a:gsLst>
            <a:path path="circl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pPr algn="l"/>
            <a:endParaRPr lang="en-GB">
              <a:solidFill>
                <a:schemeClr val="tx1"/>
              </a:solidFill>
            </a:endParaRPr>
          </a:p>
        </p:txBody>
      </p:sp>
      <p:pic>
        <p:nvPicPr>
          <p:cNvPr id="7" name="Siemens Logo">
            <a:extLst>
              <a:ext uri="{FF2B5EF4-FFF2-40B4-BE49-F238E27FC236}">
                <a16:creationId xmlns:a16="http://schemas.microsoft.com/office/drawing/2014/main" id="{863976F1-B9C2-4217-A36A-7F1DCFF6EE2A}"/>
              </a:ext>
            </a:extLst>
          </p:cNvPr>
          <p:cNvPicPr>
            <a:picLocks noChangeAspect="1"/>
          </p:cNvPicPr>
          <p:nvPr userDrawn="1"/>
        </p:nvPicPr>
        <p:blipFill>
          <a:blip r:embed="rId5" cstate="email">
            <a:extLst>
              <a:ext uri="{28A0092B-C50C-407E-A947-70E740481C1C}">
                <a14:useLocalDpi xmlns:a14="http://schemas.microsoft.com/office/drawing/2010/main"/>
              </a:ext>
              <a:ext uri="{96DAC541-7B7A-43D3-8B79-37D633B846F1}">
                <asvg:svgBlip xmlns:asvg="http://schemas.microsoft.com/office/drawing/2016/SVG/main" r:embed="rId6"/>
              </a:ext>
            </a:extLst>
          </a:blip>
          <a:srcRect/>
          <a:stretch/>
        </p:blipFill>
        <p:spPr>
          <a:xfrm>
            <a:off x="10635188" y="6418800"/>
            <a:ext cx="1152000" cy="183168"/>
          </a:xfrm>
          <a:prstGeom prst="rect">
            <a:avLst/>
          </a:prstGeom>
        </p:spPr>
      </p:pic>
      <p:sp>
        <p:nvSpPr>
          <p:cNvPr id="8" name="Title Placeholder">
            <a:extLst>
              <a:ext uri="{FF2B5EF4-FFF2-40B4-BE49-F238E27FC236}">
                <a16:creationId xmlns:a16="http://schemas.microsoft.com/office/drawing/2014/main" id="{4315EF87-8232-406F-3929-2791AF0DD62F}"/>
              </a:ext>
            </a:extLst>
          </p:cNvPr>
          <p:cNvSpPr>
            <a:spLocks noGrp="1"/>
          </p:cNvSpPr>
          <p:nvPr>
            <p:ph type="title"/>
          </p:nvPr>
        </p:nvSpPr>
        <p:spPr>
          <a:xfrm>
            <a:off x="410400" y="478800"/>
            <a:ext cx="9863997" cy="576000"/>
          </a:xfrm>
          <a:prstGeom prst="rect">
            <a:avLst/>
          </a:prstGeom>
        </p:spPr>
        <p:txBody>
          <a:bodyPr vert="horz" lIns="0" tIns="0" rIns="324000" bIns="14400" rtlCol="0" anchor="t" anchorCtr="0">
            <a:noAutofit/>
          </a:bodyPr>
          <a:lstStyle>
            <a:lvl1pPr>
              <a:defRPr>
                <a:solidFill>
                  <a:schemeClr val="tx1"/>
                </a:solidFill>
              </a:defRPr>
            </a:lvl1pPr>
          </a:lstStyle>
          <a:p>
            <a:r>
              <a:rPr lang="en-US"/>
              <a:t>Click to edit Master title style</a:t>
            </a:r>
          </a:p>
        </p:txBody>
      </p:sp>
      <p:sp>
        <p:nvSpPr>
          <p:cNvPr id="10" name="Footer Placeholder">
            <a:extLst>
              <a:ext uri="{FF2B5EF4-FFF2-40B4-BE49-F238E27FC236}">
                <a16:creationId xmlns:a16="http://schemas.microsoft.com/office/drawing/2014/main" id="{A29C7FB6-EEF3-CCFA-F90F-B44B5967F6B9}"/>
              </a:ext>
            </a:extLst>
          </p:cNvPr>
          <p:cNvSpPr>
            <a:spLocks noGrp="1"/>
          </p:cNvSpPr>
          <p:nvPr>
            <p:ph type="ftr" sz="quarter" idx="3"/>
          </p:nvPr>
        </p:nvSpPr>
        <p:spPr>
          <a:xfrm>
            <a:off x="1059160" y="6310800"/>
            <a:ext cx="9216000" cy="547200"/>
          </a:xfrm>
          <a:prstGeom prst="rect">
            <a:avLst/>
          </a:prstGeom>
        </p:spPr>
        <p:txBody>
          <a:bodyPr vert="horz" lIns="0" tIns="0" rIns="0" bIns="61200" rtlCol="0" anchor="ctr" anchorCtr="0"/>
          <a:lstStyle>
            <a:lvl1pPr algn="l">
              <a:lnSpc>
                <a:spcPct val="100000"/>
              </a:lnSpc>
              <a:defRPr sz="900">
                <a:solidFill>
                  <a:schemeClr val="tx1"/>
                </a:solidFill>
              </a:defRPr>
            </a:lvl1pPr>
          </a:lstStyle>
          <a:p>
            <a:r>
              <a:rPr lang="en-US"/>
              <a:t>Restricted | © Siemens 2024 | SHERPA X | YYYY-MM-DD | Status: Draft</a:t>
            </a:r>
          </a:p>
        </p:txBody>
      </p:sp>
      <p:sp>
        <p:nvSpPr>
          <p:cNvPr id="13" name="Slide Number Placeholder">
            <a:extLst>
              <a:ext uri="{FF2B5EF4-FFF2-40B4-BE49-F238E27FC236}">
                <a16:creationId xmlns:a16="http://schemas.microsoft.com/office/drawing/2014/main" id="{E217BFFA-CD11-26FB-EB1B-CAB5E139BBD3}"/>
              </a:ext>
            </a:extLst>
          </p:cNvPr>
          <p:cNvSpPr>
            <a:spLocks noGrp="1"/>
          </p:cNvSpPr>
          <p:nvPr>
            <p:ph type="sldNum" sz="quarter" idx="4"/>
          </p:nvPr>
        </p:nvSpPr>
        <p:spPr>
          <a:xfrm>
            <a:off x="411162" y="6310800"/>
            <a:ext cx="648000" cy="547200"/>
          </a:xfrm>
          <a:prstGeom prst="rect">
            <a:avLst/>
          </a:prstGeom>
        </p:spPr>
        <p:txBody>
          <a:bodyPr vert="horz" lIns="0" tIns="0" rIns="0" bIns="61200" rtlCol="0" anchor="ctr" anchorCtr="0"/>
          <a:lstStyle>
            <a:lvl1pPr algn="l">
              <a:lnSpc>
                <a:spcPct val="100000"/>
              </a:lnSpc>
              <a:defRPr sz="900" b="1">
                <a:solidFill>
                  <a:schemeClr val="tx1"/>
                </a:solidFill>
              </a:defRPr>
            </a:lvl1pPr>
          </a:lstStyle>
          <a:p>
            <a:r>
              <a:rPr lang="en-US"/>
              <a:t>Page </a:t>
            </a:r>
            <a:fld id="{15EBE321-CBB1-4E91-BD14-37C8D44326FB}" type="slidenum">
              <a:rPr lang="en-US" smtClean="0"/>
              <a:pPr/>
              <a:t>‹#›</a:t>
            </a:fld>
            <a:endParaRPr lang="en-US"/>
          </a:p>
        </p:txBody>
      </p:sp>
      <p:pic>
        <p:nvPicPr>
          <p:cNvPr id="14" name="Imagem 11" descr="Uma imagem com texto&#10;&#10;Descrição gerada automaticamente">
            <a:extLst>
              <a:ext uri="{FF2B5EF4-FFF2-40B4-BE49-F238E27FC236}">
                <a16:creationId xmlns:a16="http://schemas.microsoft.com/office/drawing/2014/main" id="{0A0127EB-6D54-2C8F-08B0-DF83F9477FFB}"/>
              </a:ext>
            </a:extLst>
          </p:cNvPr>
          <p:cNvPicPr>
            <a:picLocks noChangeAspect="1"/>
          </p:cNvPicPr>
          <p:nvPr userDrawn="1"/>
        </p:nvPicPr>
        <p:blipFill>
          <a:blip r:embed="rId7" cstate="email">
            <a:extLst>
              <a:ext uri="{28A0092B-C50C-407E-A947-70E740481C1C}">
                <a14:useLocalDpi xmlns:a14="http://schemas.microsoft.com/office/drawing/2010/main"/>
              </a:ext>
            </a:extLst>
          </a:blip>
          <a:stretch>
            <a:fillRect/>
          </a:stretch>
        </p:blipFill>
        <p:spPr>
          <a:xfrm>
            <a:off x="11138881" y="434578"/>
            <a:ext cx="720000" cy="720000"/>
          </a:xfrm>
          <a:prstGeom prst="rect">
            <a:avLst/>
          </a:prstGeom>
        </p:spPr>
      </p:pic>
    </p:spTree>
    <p:extLst>
      <p:ext uri="{BB962C8B-B14F-4D97-AF65-F5344CB8AC3E}">
        <p14:creationId xmlns:p14="http://schemas.microsoft.com/office/powerpoint/2010/main" val="3848810579"/>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259">
          <p15:clr>
            <a:srgbClr val="65CEFF"/>
          </p15:clr>
        </p15:guide>
        <p15:guide id="2" pos="2526">
          <p15:clr>
            <a:srgbClr val="65CEFF"/>
          </p15:clr>
        </p15:guide>
        <p15:guide id="3" pos="2708">
          <p15:clr>
            <a:srgbClr val="65CEFF"/>
          </p15:clr>
        </p15:guide>
        <p15:guide id="4" pos="3705">
          <p15:clr>
            <a:srgbClr val="65CEFF"/>
          </p15:clr>
        </p15:guide>
        <p15:guide id="5" pos="3978">
          <p15:clr>
            <a:srgbClr val="65CEFF"/>
          </p15:clr>
        </p15:guide>
        <p15:guide id="7" pos="4975">
          <p15:clr>
            <a:srgbClr val="65CEFF"/>
          </p15:clr>
        </p15:guide>
        <p15:guide id="8" pos="5157">
          <p15:clr>
            <a:srgbClr val="65CEFF"/>
          </p15:clr>
        </p15:guide>
        <p15:guide id="9" pos="6472">
          <p15:clr>
            <a:srgbClr val="65CEFF"/>
          </p15:clr>
        </p15:guide>
        <p15:guide id="10" pos="7425">
          <p15:clr>
            <a:srgbClr val="65CEFF"/>
          </p15:clr>
        </p15:guide>
        <p15:guide id="11" orient="horz" pos="302">
          <p15:clr>
            <a:srgbClr val="65CEFF"/>
          </p15:clr>
        </p15:guide>
        <p15:guide id="12" orient="horz" pos="664">
          <p15:clr>
            <a:srgbClr val="65CEFF"/>
          </p15:clr>
        </p15:guide>
        <p15:guide id="13" orient="horz" pos="891">
          <p15:clr>
            <a:srgbClr val="65CEFF"/>
          </p15:clr>
        </p15:guide>
        <p15:guide id="14" orient="horz" pos="2206">
          <p15:clr>
            <a:srgbClr val="65CEFF"/>
          </p15:clr>
        </p15:guide>
        <p15:guide id="15" orient="horz" pos="2343">
          <p15:clr>
            <a:srgbClr val="65CEFF"/>
          </p15:clr>
        </p15:guide>
        <p15:guide id="16" orient="horz" pos="3658">
          <p15:clr>
            <a:srgbClr val="65CEFF"/>
          </p15:clr>
        </p15:guide>
        <p15:guide id="17" orient="horz" pos="3885">
          <p15:clr>
            <a:srgbClr val="65CEFF"/>
          </p15:clr>
        </p15:guide>
        <p15:guide id="18" orient="horz" pos="4157">
          <p15:clr>
            <a:srgbClr val="65CEFF"/>
          </p15:clr>
        </p15:guide>
      </p15:sldGuideLst>
    </p:ext>
  </p:extLst>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userDrawn="1">
  <p:cSld name="Full bleed color Gradient">
    <p:bg>
      <p:bgPr>
        <a:gradFill flip="none" rotWithShape="1">
          <a:gsLst>
            <a:gs pos="40000">
              <a:schemeClr val="accent6"/>
            </a:gs>
            <a:gs pos="100000">
              <a:schemeClr val="accent1"/>
            </a:gs>
          </a:gsLst>
          <a:path path="circle">
            <a:fillToRect l="100000" t="100000"/>
          </a:path>
          <a:tileRect r="-100000" b="-100000"/>
        </a:gradFill>
        <a:effectLst/>
      </p:bgPr>
    </p:bg>
    <p:spTree>
      <p:nvGrpSpPr>
        <p:cNvPr id="1" name=""/>
        <p:cNvGrpSpPr/>
        <p:nvPr/>
      </p:nvGrpSpPr>
      <p:grpSpPr>
        <a:xfrm>
          <a:off x="0" y="0"/>
          <a:ext cx="0" cy="0"/>
          <a:chOff x="0" y="0"/>
          <a:chExt cx="0" cy="0"/>
        </a:xfrm>
      </p:grpSpPr>
      <p:graphicFrame>
        <p:nvGraphicFramePr>
          <p:cNvPr id="9" name="Object 8" hidden="1">
            <a:extLst>
              <a:ext uri="{FF2B5EF4-FFF2-40B4-BE49-F238E27FC236}">
                <a16:creationId xmlns:a16="http://schemas.microsoft.com/office/drawing/2014/main" id="{3ADA6C66-7966-F4E1-9B33-7A9DAAADC6B0}"/>
              </a:ext>
            </a:extLst>
          </p:cNvPr>
          <p:cNvGraphicFramePr>
            <a:graphicFrameLocks noChangeAspect="1"/>
          </p:cNvGraphicFramePr>
          <p:nvPr userDrawn="1">
            <p:custDataLst>
              <p:tags r:id="rId1"/>
            </p:custDataLst>
            <p:extLst>
              <p:ext uri="{D42A27DB-BD31-4B8C-83A1-F6EECF244321}">
                <p14:modId xmlns:p14="http://schemas.microsoft.com/office/powerpoint/2010/main" val="392038532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663" imgH="664" progId="TCLayout.ActiveDocument.1">
                  <p:embed/>
                </p:oleObj>
              </mc:Choice>
              <mc:Fallback>
                <p:oleObj name="think-cell Slide" r:id="rId3" imgW="663" imgH="664" progId="TCLayout.ActiveDocument.1">
                  <p:embed/>
                  <p:pic>
                    <p:nvPicPr>
                      <p:cNvPr id="9" name="Object 8" hidden="1">
                        <a:extLst>
                          <a:ext uri="{FF2B5EF4-FFF2-40B4-BE49-F238E27FC236}">
                            <a16:creationId xmlns:a16="http://schemas.microsoft.com/office/drawing/2014/main" id="{3ADA6C66-7966-F4E1-9B33-7A9DAAADC6B0}"/>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8" name="Color Stage">
            <a:extLst>
              <a:ext uri="{FF2B5EF4-FFF2-40B4-BE49-F238E27FC236}">
                <a16:creationId xmlns:a16="http://schemas.microsoft.com/office/drawing/2014/main" id="{B8172AC2-E83F-4EFD-B70E-DE91E64651D8}"/>
              </a:ext>
            </a:extLst>
          </p:cNvPr>
          <p:cNvSpPr/>
          <p:nvPr userDrawn="1"/>
        </p:nvSpPr>
        <p:spPr>
          <a:xfrm>
            <a:off x="0" y="1414463"/>
            <a:ext cx="12192000" cy="5443537"/>
          </a:xfrm>
          <a:prstGeom prst="rect">
            <a:avLst/>
          </a:prstGeom>
          <a:gradFill flip="none" rotWithShape="1">
            <a:gsLst>
              <a:gs pos="0">
                <a:schemeClr val="accent6"/>
              </a:gs>
              <a:gs pos="100000">
                <a:schemeClr val="bg2">
                  <a:alpha val="0"/>
                </a:schemeClr>
              </a:gs>
              <a:gs pos="40000">
                <a:schemeClr val="bg2">
                  <a:alpha val="50000"/>
                </a:schemeClr>
              </a:gs>
            </a:gsLst>
            <a:lin ang="162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pPr algn="l"/>
            <a:endParaRPr lang="en-US"/>
          </a:p>
        </p:txBody>
      </p:sp>
      <p:sp>
        <p:nvSpPr>
          <p:cNvPr id="2" name="Title" descr="Slide headline">
            <a:extLst>
              <a:ext uri="{FF2B5EF4-FFF2-40B4-BE49-F238E27FC236}">
                <a16:creationId xmlns:a16="http://schemas.microsoft.com/office/drawing/2014/main" id="{5CDB9E4A-37E0-45B2-BC93-C2EC503FB8F7}"/>
              </a:ext>
            </a:extLst>
          </p:cNvPr>
          <p:cNvSpPr>
            <a:spLocks noGrp="1"/>
          </p:cNvSpPr>
          <p:nvPr>
            <p:ph type="title"/>
          </p:nvPr>
        </p:nvSpPr>
        <p:spPr bwMode="black"/>
        <p:txBody>
          <a:bodyPr vert="horz"/>
          <a:lstStyle>
            <a:lvl1pPr>
              <a:defRPr>
                <a:solidFill>
                  <a:schemeClr val="tx1"/>
                </a:solidFill>
              </a:defRPr>
            </a:lvl1pPr>
          </a:lstStyle>
          <a:p>
            <a:r>
              <a:rPr lang="en-US"/>
              <a:t>Click to edit Master title style</a:t>
            </a:r>
          </a:p>
        </p:txBody>
      </p:sp>
      <p:pic>
        <p:nvPicPr>
          <p:cNvPr id="7" name="Siemens Logo" descr="Siemens logo">
            <a:extLst>
              <a:ext uri="{FF2B5EF4-FFF2-40B4-BE49-F238E27FC236}">
                <a16:creationId xmlns:a16="http://schemas.microsoft.com/office/drawing/2014/main" id="{863976F1-B9C2-4217-A36A-7F1DCFF6EE2A}"/>
              </a:ext>
              <a:ext uri="{C183D7F6-B498-43B3-948B-1728B52AA6E4}">
                <adec:decorative xmlns:adec="http://schemas.microsoft.com/office/drawing/2017/decorative" val="0"/>
              </a:ext>
            </a:extLst>
          </p:cNvPr>
          <p:cNvPicPr>
            <a:picLocks noChangeAspect="1"/>
          </p:cNvPicPr>
          <p:nvPr userDrawn="1"/>
        </p:nvPicPr>
        <p:blipFill>
          <a:blip r:embed="rId5" cstate="email">
            <a:extLst>
              <a:ext uri="{28A0092B-C50C-407E-A947-70E740481C1C}">
                <a14:useLocalDpi xmlns:a14="http://schemas.microsoft.com/office/drawing/2010/main"/>
              </a:ext>
              <a:ext uri="{96DAC541-7B7A-43D3-8B79-37D633B846F1}">
                <asvg:svgBlip xmlns:asvg="http://schemas.microsoft.com/office/drawing/2016/SVG/main" r:embed="rId6"/>
              </a:ext>
            </a:extLst>
          </a:blip>
          <a:srcRect/>
          <a:stretch/>
        </p:blipFill>
        <p:spPr bwMode="black">
          <a:xfrm>
            <a:off x="10635188" y="6418800"/>
            <a:ext cx="1152000" cy="183168"/>
          </a:xfrm>
          <a:prstGeom prst="rect">
            <a:avLst/>
          </a:prstGeom>
        </p:spPr>
      </p:pic>
      <p:sp>
        <p:nvSpPr>
          <p:cNvPr id="5" name="Footer Placeholder" descr="Footer with copyright, author and department information, and date">
            <a:extLst>
              <a:ext uri="{FF2B5EF4-FFF2-40B4-BE49-F238E27FC236}">
                <a16:creationId xmlns:a16="http://schemas.microsoft.com/office/drawing/2014/main" id="{E4BECE54-DDA8-4D2C-8A02-4C8E3E1585E1}"/>
              </a:ext>
            </a:extLst>
          </p:cNvPr>
          <p:cNvSpPr>
            <a:spLocks noGrp="1"/>
          </p:cNvSpPr>
          <p:nvPr>
            <p:ph type="ftr" sz="quarter" idx="10"/>
          </p:nvPr>
        </p:nvSpPr>
        <p:spPr bwMode="black"/>
        <p:txBody>
          <a:bodyPr/>
          <a:lstStyle/>
          <a:p>
            <a:pPr>
              <a:lnSpc>
                <a:spcPct val="100000"/>
              </a:lnSpc>
            </a:pPr>
            <a:r>
              <a:rPr lang="en-US"/>
              <a:t>Restricted | © Siemens 2024 | SHERPA X | YYYY-MM-DD | Status: Draft</a:t>
            </a:r>
          </a:p>
        </p:txBody>
      </p:sp>
      <p:sp>
        <p:nvSpPr>
          <p:cNvPr id="6" name="Slide Number Placeholder">
            <a:extLst>
              <a:ext uri="{FF2B5EF4-FFF2-40B4-BE49-F238E27FC236}">
                <a16:creationId xmlns:a16="http://schemas.microsoft.com/office/drawing/2014/main" id="{07B7E75B-80B4-49F8-AA70-A41C9D896853}"/>
              </a:ext>
              <a:ext uri="{C183D7F6-B498-43B3-948B-1728B52AA6E4}">
                <adec:decorative xmlns:adec="http://schemas.microsoft.com/office/drawing/2017/decorative" val="1"/>
              </a:ext>
            </a:extLst>
          </p:cNvPr>
          <p:cNvSpPr>
            <a:spLocks noGrp="1"/>
          </p:cNvSpPr>
          <p:nvPr>
            <p:ph type="sldNum" sz="quarter" idx="11"/>
          </p:nvPr>
        </p:nvSpPr>
        <p:spPr bwMode="black"/>
        <p:txBody>
          <a:bodyPr/>
          <a:lstStyle/>
          <a:p>
            <a:r>
              <a:rPr lang="en-US"/>
              <a:t>Page </a:t>
            </a:r>
            <a:fld id="{15EBE321-CBB1-4E91-BD14-37C8D44326FB}" type="slidenum">
              <a:rPr lang="en-US" smtClean="0"/>
              <a:pPr/>
              <a:t>‹#›</a:t>
            </a:fld>
            <a:endParaRPr lang="en-US"/>
          </a:p>
        </p:txBody>
      </p:sp>
    </p:spTree>
    <p:extLst>
      <p:ext uri="{BB962C8B-B14F-4D97-AF65-F5344CB8AC3E}">
        <p14:creationId xmlns:p14="http://schemas.microsoft.com/office/powerpoint/2010/main" val="257590953"/>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259">
          <p15:clr>
            <a:srgbClr val="65CEFF"/>
          </p15:clr>
        </p15:guide>
        <p15:guide id="2" pos="2526">
          <p15:clr>
            <a:srgbClr val="65CEFF"/>
          </p15:clr>
        </p15:guide>
        <p15:guide id="3" pos="2708">
          <p15:clr>
            <a:srgbClr val="65CEFF"/>
          </p15:clr>
        </p15:guide>
        <p15:guide id="4" pos="3705">
          <p15:clr>
            <a:srgbClr val="65CEFF"/>
          </p15:clr>
        </p15:guide>
        <p15:guide id="5" pos="3978">
          <p15:clr>
            <a:srgbClr val="65CEFF"/>
          </p15:clr>
        </p15:guide>
        <p15:guide id="7" pos="4975">
          <p15:clr>
            <a:srgbClr val="65CEFF"/>
          </p15:clr>
        </p15:guide>
        <p15:guide id="8" pos="5157">
          <p15:clr>
            <a:srgbClr val="65CEFF"/>
          </p15:clr>
        </p15:guide>
        <p15:guide id="9" pos="6472">
          <p15:clr>
            <a:srgbClr val="65CEFF"/>
          </p15:clr>
        </p15:guide>
        <p15:guide id="10" pos="7425">
          <p15:clr>
            <a:srgbClr val="65CEFF"/>
          </p15:clr>
        </p15:guide>
        <p15:guide id="11" orient="horz" pos="302">
          <p15:clr>
            <a:srgbClr val="65CEFF"/>
          </p15:clr>
        </p15:guide>
        <p15:guide id="12" orient="horz" pos="663">
          <p15:clr>
            <a:srgbClr val="65CEFF"/>
          </p15:clr>
        </p15:guide>
        <p15:guide id="13" orient="horz" pos="891">
          <p15:clr>
            <a:srgbClr val="65CEFF"/>
          </p15:clr>
        </p15:guide>
        <p15:guide id="14" orient="horz" pos="2206">
          <p15:clr>
            <a:srgbClr val="65CEFF"/>
          </p15:clr>
        </p15:guide>
        <p15:guide id="15" orient="horz" pos="2343">
          <p15:clr>
            <a:srgbClr val="65CEFF"/>
          </p15:clr>
        </p15:guide>
        <p15:guide id="16" orient="horz" pos="3658">
          <p15:clr>
            <a:srgbClr val="65CEFF"/>
          </p15:clr>
        </p15:guide>
        <p15:guide id="17" orient="horz" pos="3885">
          <p15:clr>
            <a:srgbClr val="65CEFF"/>
          </p15:clr>
        </p15:guide>
        <p15:guide id="18" orient="horz" pos="4157">
          <p15:clr>
            <a:srgbClr val="65CEFF"/>
          </p15:clr>
        </p15:guide>
      </p15:sldGuideLst>
    </p:ext>
  </p:extLst>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userDrawn="1">
  <p:cSld name="Full bleed color Light Sand">
    <p:bg>
      <p:bgRef idx="1001">
        <a:schemeClr val="bg2"/>
      </p:bgRef>
    </p:bg>
    <p:spTree>
      <p:nvGrpSpPr>
        <p:cNvPr id="1" name=""/>
        <p:cNvGrpSpPr/>
        <p:nvPr/>
      </p:nvGrpSpPr>
      <p:grpSpPr>
        <a:xfrm>
          <a:off x="0" y="0"/>
          <a:ext cx="0" cy="0"/>
          <a:chOff x="0" y="0"/>
          <a:chExt cx="0" cy="0"/>
        </a:xfrm>
      </p:grpSpPr>
      <p:graphicFrame>
        <p:nvGraphicFramePr>
          <p:cNvPr id="7" name="Object 6" hidden="1">
            <a:extLst>
              <a:ext uri="{FF2B5EF4-FFF2-40B4-BE49-F238E27FC236}">
                <a16:creationId xmlns:a16="http://schemas.microsoft.com/office/drawing/2014/main" id="{BF307510-1CD4-7DA5-F914-34C4C89D9AE5}"/>
              </a:ext>
            </a:extLst>
          </p:cNvPr>
          <p:cNvGraphicFramePr>
            <a:graphicFrameLocks noChangeAspect="1"/>
          </p:cNvGraphicFramePr>
          <p:nvPr userDrawn="1">
            <p:custDataLst>
              <p:tags r:id="rId1"/>
            </p:custDataLst>
            <p:extLst>
              <p:ext uri="{D42A27DB-BD31-4B8C-83A1-F6EECF244321}">
                <p14:modId xmlns:p14="http://schemas.microsoft.com/office/powerpoint/2010/main" val="299378737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663" imgH="664" progId="TCLayout.ActiveDocument.1">
                  <p:embed/>
                </p:oleObj>
              </mc:Choice>
              <mc:Fallback>
                <p:oleObj name="think-cell Slide" r:id="rId3" imgW="663" imgH="664" progId="TCLayout.ActiveDocument.1">
                  <p:embed/>
                  <p:pic>
                    <p:nvPicPr>
                      <p:cNvPr id="7" name="Object 6" hidden="1">
                        <a:extLst>
                          <a:ext uri="{FF2B5EF4-FFF2-40B4-BE49-F238E27FC236}">
                            <a16:creationId xmlns:a16="http://schemas.microsoft.com/office/drawing/2014/main" id="{BF307510-1CD4-7DA5-F914-34C4C89D9AE5}"/>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descr="Slide headline">
            <a:extLst>
              <a:ext uri="{FF2B5EF4-FFF2-40B4-BE49-F238E27FC236}">
                <a16:creationId xmlns:a16="http://schemas.microsoft.com/office/drawing/2014/main" id="{5CDB9E4A-37E0-45B2-BC93-C2EC503FB8F7}"/>
              </a:ext>
            </a:extLst>
          </p:cNvPr>
          <p:cNvSpPr>
            <a:spLocks noGrp="1"/>
          </p:cNvSpPr>
          <p:nvPr>
            <p:ph type="title"/>
          </p:nvPr>
        </p:nvSpPr>
        <p:spPr bwMode="black"/>
        <p:txBody>
          <a:bodyPr vert="horz"/>
          <a:lstStyle>
            <a:lvl1pPr>
              <a:defRPr>
                <a:solidFill>
                  <a:srgbClr val="000028"/>
                </a:solidFill>
              </a:defRPr>
            </a:lvl1pPr>
          </a:lstStyle>
          <a:p>
            <a:r>
              <a:rPr lang="en-US"/>
              <a:t>Click to edit Master title style</a:t>
            </a:r>
          </a:p>
        </p:txBody>
      </p:sp>
      <p:pic>
        <p:nvPicPr>
          <p:cNvPr id="8" name="Siemens Logo" descr="Siemens logo">
            <a:extLst>
              <a:ext uri="{FF2B5EF4-FFF2-40B4-BE49-F238E27FC236}">
                <a16:creationId xmlns:a16="http://schemas.microsoft.com/office/drawing/2014/main" id="{1AC59AB3-8DAC-43B8-977E-A91337DC0825}"/>
              </a:ext>
              <a:ext uri="{C183D7F6-B498-43B3-948B-1728B52AA6E4}">
                <adec:decorative xmlns:adec="http://schemas.microsoft.com/office/drawing/2017/decorative" val="0"/>
              </a:ext>
            </a:extLst>
          </p:cNvPr>
          <p:cNvPicPr>
            <a:picLocks noChangeAspect="1"/>
          </p:cNvPicPr>
          <p:nvPr userDrawn="1"/>
        </p:nvPicPr>
        <p:blipFill>
          <a:blip r:embed="rId5" cstate="email">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p:blipFill>
        <p:spPr bwMode="black">
          <a:xfrm>
            <a:off x="10635188" y="6418800"/>
            <a:ext cx="1152000" cy="183168"/>
          </a:xfrm>
          <a:prstGeom prst="rect">
            <a:avLst/>
          </a:prstGeom>
        </p:spPr>
      </p:pic>
      <p:sp>
        <p:nvSpPr>
          <p:cNvPr id="5" name="Footer Placeholder" descr="Footer with copyright, author and department information, and date">
            <a:extLst>
              <a:ext uri="{FF2B5EF4-FFF2-40B4-BE49-F238E27FC236}">
                <a16:creationId xmlns:a16="http://schemas.microsoft.com/office/drawing/2014/main" id="{16495290-0795-4AB1-8AEA-2BB786783622}"/>
              </a:ext>
            </a:extLst>
          </p:cNvPr>
          <p:cNvSpPr>
            <a:spLocks noGrp="1"/>
          </p:cNvSpPr>
          <p:nvPr>
            <p:ph type="ftr" sz="quarter" idx="10"/>
          </p:nvPr>
        </p:nvSpPr>
        <p:spPr bwMode="black"/>
        <p:txBody>
          <a:bodyPr/>
          <a:lstStyle>
            <a:lvl1pPr>
              <a:defRPr>
                <a:solidFill>
                  <a:schemeClr val="tx2"/>
                </a:solidFill>
              </a:defRPr>
            </a:lvl1pPr>
          </a:lstStyle>
          <a:p>
            <a:r>
              <a:rPr lang="en-US"/>
              <a:t>Restricted | © Siemens 2024 | SHERPA X | YYYY-MM-DD | Status: Draft</a:t>
            </a:r>
          </a:p>
        </p:txBody>
      </p:sp>
      <p:sp>
        <p:nvSpPr>
          <p:cNvPr id="6" name="Slide Number Placeholder">
            <a:extLst>
              <a:ext uri="{FF2B5EF4-FFF2-40B4-BE49-F238E27FC236}">
                <a16:creationId xmlns:a16="http://schemas.microsoft.com/office/drawing/2014/main" id="{E8FC1C65-873A-4B8F-BB57-51EEBC35A1A9}"/>
              </a:ext>
              <a:ext uri="{C183D7F6-B498-43B3-948B-1728B52AA6E4}">
                <adec:decorative xmlns:adec="http://schemas.microsoft.com/office/drawing/2017/decorative" val="1"/>
              </a:ext>
            </a:extLst>
          </p:cNvPr>
          <p:cNvSpPr>
            <a:spLocks noGrp="1"/>
          </p:cNvSpPr>
          <p:nvPr>
            <p:ph type="sldNum" sz="quarter" idx="11"/>
          </p:nvPr>
        </p:nvSpPr>
        <p:spPr bwMode="black"/>
        <p:txBody>
          <a:bodyPr/>
          <a:lstStyle>
            <a:lvl1pPr>
              <a:defRPr>
                <a:solidFill>
                  <a:schemeClr val="tx2"/>
                </a:solidFill>
              </a:defRPr>
            </a:lvl1pPr>
          </a:lstStyle>
          <a:p>
            <a:r>
              <a:rPr lang="en-US"/>
              <a:t>Page </a:t>
            </a:r>
            <a:fld id="{15EBE321-CBB1-4E91-BD14-37C8D44326FB}" type="slidenum">
              <a:rPr lang="en-US" smtClean="0"/>
              <a:pPr/>
              <a:t>‹#›</a:t>
            </a:fld>
            <a:endParaRPr lang="en-US"/>
          </a:p>
        </p:txBody>
      </p:sp>
      <p:pic>
        <p:nvPicPr>
          <p:cNvPr id="3" name="Imagem 2" descr="Uma imagem com Tipo de letra, Gráficos, texto, captura de ecrã&#10;&#10;Descrição gerada automaticamente">
            <a:extLst>
              <a:ext uri="{FF2B5EF4-FFF2-40B4-BE49-F238E27FC236}">
                <a16:creationId xmlns:a16="http://schemas.microsoft.com/office/drawing/2014/main" id="{964BA73B-5A07-47C4-996D-44A95DD14808}"/>
              </a:ext>
            </a:extLst>
          </p:cNvPr>
          <p:cNvPicPr>
            <a:picLocks noChangeAspect="1"/>
          </p:cNvPicPr>
          <p:nvPr userDrawn="1"/>
        </p:nvPicPr>
        <p:blipFill>
          <a:blip r:embed="rId7" cstate="email">
            <a:extLst>
              <a:ext uri="{28A0092B-C50C-407E-A947-70E740481C1C}">
                <a14:useLocalDpi xmlns:a14="http://schemas.microsoft.com/office/drawing/2010/main"/>
              </a:ext>
            </a:extLst>
          </a:blip>
          <a:stretch>
            <a:fillRect/>
          </a:stretch>
        </p:blipFill>
        <p:spPr>
          <a:xfrm>
            <a:off x="11025045" y="478800"/>
            <a:ext cx="755792" cy="755792"/>
          </a:xfrm>
          <a:prstGeom prst="rect">
            <a:avLst/>
          </a:prstGeom>
        </p:spPr>
      </p:pic>
    </p:spTree>
    <p:extLst>
      <p:ext uri="{BB962C8B-B14F-4D97-AF65-F5344CB8AC3E}">
        <p14:creationId xmlns:p14="http://schemas.microsoft.com/office/powerpoint/2010/main" val="552491924"/>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pos="259">
          <p15:clr>
            <a:srgbClr val="65CEFF"/>
          </p15:clr>
        </p15:guide>
        <p15:guide id="2" pos="2526">
          <p15:clr>
            <a:srgbClr val="65CEFF"/>
          </p15:clr>
        </p15:guide>
        <p15:guide id="3" pos="2708">
          <p15:clr>
            <a:srgbClr val="65CEFF"/>
          </p15:clr>
        </p15:guide>
        <p15:guide id="4" pos="3705">
          <p15:clr>
            <a:srgbClr val="65CEFF"/>
          </p15:clr>
        </p15:guide>
        <p15:guide id="5" pos="3978">
          <p15:clr>
            <a:srgbClr val="65CEFF"/>
          </p15:clr>
        </p15:guide>
        <p15:guide id="7" pos="4975">
          <p15:clr>
            <a:srgbClr val="65CEFF"/>
          </p15:clr>
        </p15:guide>
        <p15:guide id="8" pos="5157">
          <p15:clr>
            <a:srgbClr val="65CEFF"/>
          </p15:clr>
        </p15:guide>
        <p15:guide id="9" pos="6472">
          <p15:clr>
            <a:srgbClr val="65CEFF"/>
          </p15:clr>
        </p15:guide>
        <p15:guide id="10" pos="7425">
          <p15:clr>
            <a:srgbClr val="65CEFF"/>
          </p15:clr>
        </p15:guide>
        <p15:guide id="11" orient="horz" pos="302">
          <p15:clr>
            <a:srgbClr val="65CEFF"/>
          </p15:clr>
        </p15:guide>
        <p15:guide id="12" orient="horz" pos="664">
          <p15:clr>
            <a:srgbClr val="65CEFF"/>
          </p15:clr>
        </p15:guide>
        <p15:guide id="13" orient="horz" pos="891">
          <p15:clr>
            <a:srgbClr val="65CEFF"/>
          </p15:clr>
        </p15:guide>
        <p15:guide id="14" orient="horz" pos="2206">
          <p15:clr>
            <a:srgbClr val="65CEFF"/>
          </p15:clr>
        </p15:guide>
        <p15:guide id="15" orient="horz" pos="2343">
          <p15:clr>
            <a:srgbClr val="65CEFF"/>
          </p15:clr>
        </p15:guide>
        <p15:guide id="16" orient="horz" pos="3658">
          <p15:clr>
            <a:srgbClr val="65CEFF"/>
          </p15:clr>
        </p15:guide>
        <p15:guide id="17" orient="horz" pos="3885">
          <p15:clr>
            <a:srgbClr val="65CEFF"/>
          </p15:clr>
        </p15:guide>
        <p15:guide id="18" orient="horz" pos="4157">
          <p15:clr>
            <a:srgbClr val="65CEFF"/>
          </p15:clr>
        </p15:guide>
      </p15:sldGuideLst>
    </p:ext>
  </p:extLst>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userDrawn="1">
  <p:cSld name="One object (small)">
    <p:spTree>
      <p:nvGrpSpPr>
        <p:cNvPr id="1" name=""/>
        <p:cNvGrpSpPr/>
        <p:nvPr/>
      </p:nvGrpSpPr>
      <p:grpSpPr>
        <a:xfrm>
          <a:off x="0" y="0"/>
          <a:ext cx="0" cy="0"/>
          <a:chOff x="0" y="0"/>
          <a:chExt cx="0" cy="0"/>
        </a:xfrm>
      </p:grpSpPr>
      <p:graphicFrame>
        <p:nvGraphicFramePr>
          <p:cNvPr id="9" name="Object 8" hidden="1">
            <a:extLst>
              <a:ext uri="{FF2B5EF4-FFF2-40B4-BE49-F238E27FC236}">
                <a16:creationId xmlns:a16="http://schemas.microsoft.com/office/drawing/2014/main" id="{5AF8D565-19AD-F232-35A2-0E008502A9B8}"/>
              </a:ext>
            </a:extLst>
          </p:cNvPr>
          <p:cNvGraphicFramePr>
            <a:graphicFrameLocks noChangeAspect="1"/>
          </p:cNvGraphicFramePr>
          <p:nvPr userDrawn="1">
            <p:custDataLst>
              <p:tags r:id="rId1"/>
            </p:custDataLst>
            <p:extLst>
              <p:ext uri="{D42A27DB-BD31-4B8C-83A1-F6EECF244321}">
                <p14:modId xmlns:p14="http://schemas.microsoft.com/office/powerpoint/2010/main" val="2521321022"/>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663" imgH="664" progId="TCLayout.ActiveDocument.1">
                  <p:embed/>
                </p:oleObj>
              </mc:Choice>
              <mc:Fallback>
                <p:oleObj name="think-cell Slide" r:id="rId3" imgW="663" imgH="664" progId="TCLayout.ActiveDocument.1">
                  <p:embed/>
                  <p:pic>
                    <p:nvPicPr>
                      <p:cNvPr id="9" name="Object 8" hidden="1">
                        <a:extLst>
                          <a:ext uri="{FF2B5EF4-FFF2-40B4-BE49-F238E27FC236}">
                            <a16:creationId xmlns:a16="http://schemas.microsoft.com/office/drawing/2014/main" id="{5AF8D565-19AD-F232-35A2-0E008502A9B8}"/>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7" name="Title" descr="Slide headline">
            <a:extLst>
              <a:ext uri="{FF2B5EF4-FFF2-40B4-BE49-F238E27FC236}">
                <a16:creationId xmlns:a16="http://schemas.microsoft.com/office/drawing/2014/main" id="{9C4633C1-8D3E-45A5-A522-817574663A85}"/>
              </a:ext>
            </a:extLst>
          </p:cNvPr>
          <p:cNvSpPr>
            <a:spLocks noGrp="1"/>
          </p:cNvSpPr>
          <p:nvPr>
            <p:ph type="title"/>
          </p:nvPr>
        </p:nvSpPr>
        <p:spPr bwMode="black"/>
        <p:txBody>
          <a:bodyPr vert="horz"/>
          <a:lstStyle>
            <a:lvl1pPr>
              <a:defRPr>
                <a:solidFill>
                  <a:srgbClr val="000028"/>
                </a:solidFill>
              </a:defRPr>
            </a:lvl1pPr>
          </a:lstStyle>
          <a:p>
            <a:r>
              <a:rPr lang="en-US"/>
              <a:t>Click to edit Master title style</a:t>
            </a:r>
          </a:p>
        </p:txBody>
      </p:sp>
      <p:sp>
        <p:nvSpPr>
          <p:cNvPr id="3" name="Copy" descr="Content text frame">
            <a:extLst>
              <a:ext uri="{FF2B5EF4-FFF2-40B4-BE49-F238E27FC236}">
                <a16:creationId xmlns:a16="http://schemas.microsoft.com/office/drawing/2014/main" id="{9CE7E2D8-94E8-4FE6-93A5-924CA3EC5315}"/>
              </a:ext>
            </a:extLst>
          </p:cNvPr>
          <p:cNvSpPr>
            <a:spLocks noGrp="1"/>
          </p:cNvSpPr>
          <p:nvPr>
            <p:ph idx="1"/>
          </p:nvPr>
        </p:nvSpPr>
        <p:spPr bwMode="black">
          <a:xfrm>
            <a:off x="411162" y="1414800"/>
            <a:ext cx="7199313" cy="4752000"/>
          </a:xfrm>
          <a:prstGeom prst="rect">
            <a:avLst/>
          </a:prstGeom>
        </p:spPr>
        <p:txBody>
          <a:bodyPr>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pic>
        <p:nvPicPr>
          <p:cNvPr id="8" name="Siemens Logo" descr="Siemens logo">
            <a:extLst>
              <a:ext uri="{FF2B5EF4-FFF2-40B4-BE49-F238E27FC236}">
                <a16:creationId xmlns:a16="http://schemas.microsoft.com/office/drawing/2014/main" id="{91EB517C-C8FD-4E2E-B744-DB952E96B478}"/>
              </a:ext>
              <a:ext uri="{C183D7F6-B498-43B3-948B-1728B52AA6E4}">
                <adec:decorative xmlns:adec="http://schemas.microsoft.com/office/drawing/2017/decorative" val="0"/>
              </a:ext>
            </a:extLst>
          </p:cNvPr>
          <p:cNvPicPr>
            <a:picLocks noChangeAspect="1"/>
          </p:cNvPicPr>
          <p:nvPr userDrawn="1"/>
        </p:nvPicPr>
        <p:blipFill>
          <a:blip r:embed="rId5" cstate="email">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p:blipFill>
        <p:spPr bwMode="black">
          <a:xfrm>
            <a:off x="10635188" y="6418800"/>
            <a:ext cx="1152000" cy="183168"/>
          </a:xfrm>
          <a:prstGeom prst="rect">
            <a:avLst/>
          </a:prstGeom>
        </p:spPr>
      </p:pic>
      <p:sp>
        <p:nvSpPr>
          <p:cNvPr id="5" name="Footer Placeholder" descr="Footer with copyright, author and department information, and date">
            <a:extLst>
              <a:ext uri="{FF2B5EF4-FFF2-40B4-BE49-F238E27FC236}">
                <a16:creationId xmlns:a16="http://schemas.microsoft.com/office/drawing/2014/main" id="{E519D384-FA09-4D60-95A8-589F157A93F4}"/>
              </a:ext>
            </a:extLst>
          </p:cNvPr>
          <p:cNvSpPr>
            <a:spLocks noGrp="1"/>
          </p:cNvSpPr>
          <p:nvPr>
            <p:ph type="ftr" sz="quarter" idx="10"/>
          </p:nvPr>
        </p:nvSpPr>
        <p:spPr bwMode="black"/>
        <p:txBody>
          <a:bodyPr/>
          <a:lstStyle/>
          <a:p>
            <a:pPr>
              <a:lnSpc>
                <a:spcPct val="100000"/>
              </a:lnSpc>
            </a:pPr>
            <a:r>
              <a:rPr lang="en-US"/>
              <a:t>Restricted | © Siemens 2024 | SHERPA X | YYYY-MM-DD | Status: Draft</a:t>
            </a:r>
          </a:p>
        </p:txBody>
      </p:sp>
      <p:sp>
        <p:nvSpPr>
          <p:cNvPr id="6" name="Slide Number Placeholder">
            <a:extLst>
              <a:ext uri="{FF2B5EF4-FFF2-40B4-BE49-F238E27FC236}">
                <a16:creationId xmlns:a16="http://schemas.microsoft.com/office/drawing/2014/main" id="{7B1666FD-2258-443A-846C-6C7533C61D5C}"/>
              </a:ext>
              <a:ext uri="{C183D7F6-B498-43B3-948B-1728B52AA6E4}">
                <adec:decorative xmlns:adec="http://schemas.microsoft.com/office/drawing/2017/decorative" val="1"/>
              </a:ext>
            </a:extLst>
          </p:cNvPr>
          <p:cNvSpPr>
            <a:spLocks noGrp="1"/>
          </p:cNvSpPr>
          <p:nvPr>
            <p:ph type="sldNum" sz="quarter" idx="11"/>
          </p:nvPr>
        </p:nvSpPr>
        <p:spPr bwMode="black"/>
        <p:txBody>
          <a:bodyPr/>
          <a:lstStyle/>
          <a:p>
            <a:r>
              <a:rPr lang="en-US"/>
              <a:t>Page </a:t>
            </a:r>
            <a:fld id="{15EBE321-CBB1-4E91-BD14-37C8D44326FB}" type="slidenum">
              <a:rPr lang="en-US" smtClean="0"/>
              <a:pPr/>
              <a:t>‹#›</a:t>
            </a:fld>
            <a:endParaRPr lang="en-US"/>
          </a:p>
        </p:txBody>
      </p:sp>
      <p:pic>
        <p:nvPicPr>
          <p:cNvPr id="2" name="Imagem 1" descr="Uma imagem com Tipo de letra, Gráficos, texto, captura de ecrã&#10;&#10;Descrição gerada automaticamente">
            <a:extLst>
              <a:ext uri="{FF2B5EF4-FFF2-40B4-BE49-F238E27FC236}">
                <a16:creationId xmlns:a16="http://schemas.microsoft.com/office/drawing/2014/main" id="{366D69E8-0F49-9540-3607-3071D9A70559}"/>
              </a:ext>
            </a:extLst>
          </p:cNvPr>
          <p:cNvPicPr>
            <a:picLocks noChangeAspect="1"/>
          </p:cNvPicPr>
          <p:nvPr userDrawn="1"/>
        </p:nvPicPr>
        <p:blipFill>
          <a:blip r:embed="rId7" cstate="email">
            <a:extLst>
              <a:ext uri="{28A0092B-C50C-407E-A947-70E740481C1C}">
                <a14:useLocalDpi xmlns:a14="http://schemas.microsoft.com/office/drawing/2010/main"/>
              </a:ext>
            </a:extLst>
          </a:blip>
          <a:stretch>
            <a:fillRect/>
          </a:stretch>
        </p:blipFill>
        <p:spPr>
          <a:xfrm>
            <a:off x="11025045" y="478800"/>
            <a:ext cx="755792" cy="755792"/>
          </a:xfrm>
          <a:prstGeom prst="rect">
            <a:avLst/>
          </a:prstGeom>
        </p:spPr>
      </p:pic>
    </p:spTree>
    <p:extLst>
      <p:ext uri="{BB962C8B-B14F-4D97-AF65-F5344CB8AC3E}">
        <p14:creationId xmlns:p14="http://schemas.microsoft.com/office/powerpoint/2010/main" val="1271369136"/>
      </p:ext>
    </p:extLst>
  </p:cSld>
  <p:clrMapOvr>
    <a:masterClrMapping/>
  </p:clrMapOvr>
  <p:extLst>
    <p:ext uri="{DCECCB84-F9BA-43D5-87BE-67443E8EF086}">
      <p15:sldGuideLst xmlns:p15="http://schemas.microsoft.com/office/powerpoint/2012/main">
        <p15:guide id="1" pos="259">
          <p15:clr>
            <a:srgbClr val="65CEFF"/>
          </p15:clr>
        </p15:guide>
        <p15:guide id="2" pos="4794">
          <p15:clr>
            <a:srgbClr val="65CEFF"/>
          </p15:clr>
        </p15:guide>
        <p15:guide id="3" pos="6472">
          <p15:clr>
            <a:srgbClr val="65CEFF"/>
          </p15:clr>
        </p15:guide>
        <p15:guide id="4" pos="7425">
          <p15:clr>
            <a:srgbClr val="65CEFF"/>
          </p15:clr>
        </p15:guide>
        <p15:guide id="5" orient="horz" pos="302">
          <p15:clr>
            <a:srgbClr val="65CEFF"/>
          </p15:clr>
        </p15:guide>
        <p15:guide id="6" orient="horz" pos="664">
          <p15:clr>
            <a:srgbClr val="65CEFF"/>
          </p15:clr>
        </p15:guide>
        <p15:guide id="7" orient="horz" pos="891">
          <p15:clr>
            <a:srgbClr val="65CEFF"/>
          </p15:clr>
        </p15:guide>
        <p15:guide id="8" orient="horz" pos="3658">
          <p15:clr>
            <a:srgbClr val="65CEFF"/>
          </p15:clr>
        </p15:guide>
        <p15:guide id="9" orient="horz" pos="3885">
          <p15:clr>
            <a:srgbClr val="65CEFF"/>
          </p15:clr>
        </p15:guide>
        <p15:guide id="10" orient="horz" pos="4157">
          <p15:clr>
            <a:srgbClr val="65CEFF"/>
          </p15:clr>
        </p15:guide>
      </p15:sldGuideLst>
    </p:ext>
  </p:extLst>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userDrawn="1">
  <p:cSld name="One object (large)">
    <p:spTree>
      <p:nvGrpSpPr>
        <p:cNvPr id="1" name=""/>
        <p:cNvGrpSpPr/>
        <p:nvPr/>
      </p:nvGrpSpPr>
      <p:grpSpPr>
        <a:xfrm>
          <a:off x="0" y="0"/>
          <a:ext cx="0" cy="0"/>
          <a:chOff x="0" y="0"/>
          <a:chExt cx="0" cy="0"/>
        </a:xfrm>
      </p:grpSpPr>
      <p:graphicFrame>
        <p:nvGraphicFramePr>
          <p:cNvPr id="8" name="Object 7" hidden="1">
            <a:extLst>
              <a:ext uri="{FF2B5EF4-FFF2-40B4-BE49-F238E27FC236}">
                <a16:creationId xmlns:a16="http://schemas.microsoft.com/office/drawing/2014/main" id="{E6473163-8190-ACF8-B633-B4CE16DE4D2C}"/>
              </a:ext>
            </a:extLst>
          </p:cNvPr>
          <p:cNvGraphicFramePr>
            <a:graphicFrameLocks noChangeAspect="1"/>
          </p:cNvGraphicFramePr>
          <p:nvPr userDrawn="1">
            <p:custDataLst>
              <p:tags r:id="rId1"/>
            </p:custDataLst>
            <p:extLst>
              <p:ext uri="{D42A27DB-BD31-4B8C-83A1-F6EECF244321}">
                <p14:modId xmlns:p14="http://schemas.microsoft.com/office/powerpoint/2010/main" val="2367818912"/>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663" imgH="664" progId="TCLayout.ActiveDocument.1">
                  <p:embed/>
                </p:oleObj>
              </mc:Choice>
              <mc:Fallback>
                <p:oleObj name="think-cell Slide" r:id="rId3" imgW="663" imgH="664" progId="TCLayout.ActiveDocument.1">
                  <p:embed/>
                  <p:pic>
                    <p:nvPicPr>
                      <p:cNvPr id="8" name="Object 7" hidden="1">
                        <a:extLst>
                          <a:ext uri="{FF2B5EF4-FFF2-40B4-BE49-F238E27FC236}">
                            <a16:creationId xmlns:a16="http://schemas.microsoft.com/office/drawing/2014/main" id="{E6473163-8190-ACF8-B633-B4CE16DE4D2C}"/>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7" name="Title" descr="Slide headline">
            <a:extLst>
              <a:ext uri="{FF2B5EF4-FFF2-40B4-BE49-F238E27FC236}">
                <a16:creationId xmlns:a16="http://schemas.microsoft.com/office/drawing/2014/main" id="{9C4633C1-8D3E-45A5-A522-817574663A85}"/>
              </a:ext>
            </a:extLst>
          </p:cNvPr>
          <p:cNvSpPr>
            <a:spLocks noGrp="1"/>
          </p:cNvSpPr>
          <p:nvPr>
            <p:ph type="title"/>
          </p:nvPr>
        </p:nvSpPr>
        <p:spPr bwMode="black"/>
        <p:txBody>
          <a:bodyPr vert="horz"/>
          <a:lstStyle>
            <a:lvl1pPr>
              <a:defRPr>
                <a:solidFill>
                  <a:srgbClr val="000028"/>
                </a:solidFill>
              </a:defRPr>
            </a:lvl1pPr>
          </a:lstStyle>
          <a:p>
            <a:r>
              <a:rPr lang="en-US"/>
              <a:t>Click to edit Master title style</a:t>
            </a:r>
          </a:p>
        </p:txBody>
      </p:sp>
      <p:sp>
        <p:nvSpPr>
          <p:cNvPr id="3" name="Copy" descr="Content text frame">
            <a:extLst>
              <a:ext uri="{FF2B5EF4-FFF2-40B4-BE49-F238E27FC236}">
                <a16:creationId xmlns:a16="http://schemas.microsoft.com/office/drawing/2014/main" id="{9CE7E2D8-94E8-4FE6-93A5-924CA3EC5315}"/>
              </a:ext>
            </a:extLst>
          </p:cNvPr>
          <p:cNvSpPr>
            <a:spLocks noGrp="1"/>
          </p:cNvSpPr>
          <p:nvPr>
            <p:ph idx="1"/>
          </p:nvPr>
        </p:nvSpPr>
        <p:spPr bwMode="black">
          <a:xfrm>
            <a:off x="411162" y="1414800"/>
            <a:ext cx="11376026" cy="4752000"/>
          </a:xfrm>
          <a:prstGeom prst="rect">
            <a:avLst/>
          </a:prstGeom>
        </p:spPr>
        <p:txBody>
          <a:bodyPr>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pic>
        <p:nvPicPr>
          <p:cNvPr id="9" name="Siemens Logo" descr="Siemens logo">
            <a:extLst>
              <a:ext uri="{FF2B5EF4-FFF2-40B4-BE49-F238E27FC236}">
                <a16:creationId xmlns:a16="http://schemas.microsoft.com/office/drawing/2014/main" id="{2EA6CE5F-6FF7-4E0A-AEB2-1A7C43CE05C1}"/>
              </a:ext>
              <a:ext uri="{C183D7F6-B498-43B3-948B-1728B52AA6E4}">
                <adec:decorative xmlns:adec="http://schemas.microsoft.com/office/drawing/2017/decorative" val="0"/>
              </a:ext>
            </a:extLst>
          </p:cNvPr>
          <p:cNvPicPr>
            <a:picLocks noChangeAspect="1"/>
          </p:cNvPicPr>
          <p:nvPr userDrawn="1"/>
        </p:nvPicPr>
        <p:blipFill>
          <a:blip r:embed="rId5" cstate="email">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p:blipFill>
        <p:spPr bwMode="black">
          <a:xfrm>
            <a:off x="10635188" y="6418800"/>
            <a:ext cx="1152000" cy="183168"/>
          </a:xfrm>
          <a:prstGeom prst="rect">
            <a:avLst/>
          </a:prstGeom>
        </p:spPr>
      </p:pic>
      <p:sp>
        <p:nvSpPr>
          <p:cNvPr id="5" name="Footer Placeholder" descr="Footer with copyright, author and department information, and date">
            <a:extLst>
              <a:ext uri="{FF2B5EF4-FFF2-40B4-BE49-F238E27FC236}">
                <a16:creationId xmlns:a16="http://schemas.microsoft.com/office/drawing/2014/main" id="{7367E6C0-4D2C-4C5F-86D8-A2CFF0EB3D6A}"/>
              </a:ext>
            </a:extLst>
          </p:cNvPr>
          <p:cNvSpPr>
            <a:spLocks noGrp="1"/>
          </p:cNvSpPr>
          <p:nvPr>
            <p:ph type="ftr" sz="quarter" idx="10"/>
          </p:nvPr>
        </p:nvSpPr>
        <p:spPr bwMode="black"/>
        <p:txBody>
          <a:bodyPr/>
          <a:lstStyle/>
          <a:p>
            <a:pPr>
              <a:lnSpc>
                <a:spcPct val="100000"/>
              </a:lnSpc>
            </a:pPr>
            <a:r>
              <a:rPr lang="en-US"/>
              <a:t>Restricted | © Siemens 2024 | SHERPA X | YYYY-MM-DD | Status: Draft</a:t>
            </a:r>
          </a:p>
        </p:txBody>
      </p:sp>
      <p:sp>
        <p:nvSpPr>
          <p:cNvPr id="6" name="Slide Number Placeholder">
            <a:extLst>
              <a:ext uri="{FF2B5EF4-FFF2-40B4-BE49-F238E27FC236}">
                <a16:creationId xmlns:a16="http://schemas.microsoft.com/office/drawing/2014/main" id="{6F746812-65E3-4C09-AC38-B0CFE93C8A95}"/>
              </a:ext>
              <a:ext uri="{C183D7F6-B498-43B3-948B-1728B52AA6E4}">
                <adec:decorative xmlns:adec="http://schemas.microsoft.com/office/drawing/2017/decorative" val="1"/>
              </a:ext>
            </a:extLst>
          </p:cNvPr>
          <p:cNvSpPr>
            <a:spLocks noGrp="1"/>
          </p:cNvSpPr>
          <p:nvPr>
            <p:ph type="sldNum" sz="quarter" idx="11"/>
          </p:nvPr>
        </p:nvSpPr>
        <p:spPr bwMode="black"/>
        <p:txBody>
          <a:bodyPr/>
          <a:lstStyle/>
          <a:p>
            <a:r>
              <a:rPr lang="en-US"/>
              <a:t>Page </a:t>
            </a:r>
            <a:fld id="{15EBE321-CBB1-4E91-BD14-37C8D44326FB}" type="slidenum">
              <a:rPr lang="en-US" smtClean="0"/>
              <a:pPr/>
              <a:t>‹#›</a:t>
            </a:fld>
            <a:endParaRPr lang="en-US"/>
          </a:p>
        </p:txBody>
      </p:sp>
      <p:pic>
        <p:nvPicPr>
          <p:cNvPr id="2" name="Imagem 1" descr="Uma imagem com Tipo de letra, Gráficos, texto, captura de ecrã&#10;&#10;Descrição gerada automaticamente">
            <a:extLst>
              <a:ext uri="{FF2B5EF4-FFF2-40B4-BE49-F238E27FC236}">
                <a16:creationId xmlns:a16="http://schemas.microsoft.com/office/drawing/2014/main" id="{F420FD94-5F7C-ACE7-A20F-8ED98461B4E5}"/>
              </a:ext>
            </a:extLst>
          </p:cNvPr>
          <p:cNvPicPr>
            <a:picLocks noChangeAspect="1"/>
          </p:cNvPicPr>
          <p:nvPr userDrawn="1"/>
        </p:nvPicPr>
        <p:blipFill>
          <a:blip r:embed="rId7" cstate="email">
            <a:extLst>
              <a:ext uri="{28A0092B-C50C-407E-A947-70E740481C1C}">
                <a14:useLocalDpi xmlns:a14="http://schemas.microsoft.com/office/drawing/2010/main"/>
              </a:ext>
            </a:extLst>
          </a:blip>
          <a:stretch>
            <a:fillRect/>
          </a:stretch>
        </p:blipFill>
        <p:spPr>
          <a:xfrm>
            <a:off x="11025045" y="478800"/>
            <a:ext cx="755792" cy="755792"/>
          </a:xfrm>
          <a:prstGeom prst="rect">
            <a:avLst/>
          </a:prstGeom>
        </p:spPr>
      </p:pic>
    </p:spTree>
    <p:extLst>
      <p:ext uri="{BB962C8B-B14F-4D97-AF65-F5344CB8AC3E}">
        <p14:creationId xmlns:p14="http://schemas.microsoft.com/office/powerpoint/2010/main" val="971895505"/>
      </p:ext>
    </p:extLst>
  </p:cSld>
  <p:clrMapOvr>
    <a:masterClrMapping/>
  </p:clrMapOvr>
  <p:extLst>
    <p:ext uri="{DCECCB84-F9BA-43D5-87BE-67443E8EF086}">
      <p15:sldGuideLst xmlns:p15="http://schemas.microsoft.com/office/powerpoint/2012/main">
        <p15:guide id="1" pos="259">
          <p15:clr>
            <a:srgbClr val="65CEFF"/>
          </p15:clr>
        </p15:guide>
        <p15:guide id="2" pos="6472">
          <p15:clr>
            <a:srgbClr val="65CEFF"/>
          </p15:clr>
        </p15:guide>
        <p15:guide id="3" pos="7425">
          <p15:clr>
            <a:srgbClr val="65CEFF"/>
          </p15:clr>
        </p15:guide>
        <p15:guide id="4" orient="horz" pos="302">
          <p15:clr>
            <a:srgbClr val="65CEFF"/>
          </p15:clr>
        </p15:guide>
        <p15:guide id="5" orient="horz" pos="664">
          <p15:clr>
            <a:srgbClr val="65CEFF"/>
          </p15:clr>
        </p15:guide>
        <p15:guide id="6" orient="horz" pos="891">
          <p15:clr>
            <a:srgbClr val="65CEFF"/>
          </p15:clr>
        </p15:guide>
        <p15:guide id="7" orient="horz" pos="3658">
          <p15:clr>
            <a:srgbClr val="65CEFF"/>
          </p15:clr>
        </p15:guide>
        <p15:guide id="8" orient="horz" pos="3885">
          <p15:clr>
            <a:srgbClr val="65CEFF"/>
          </p15:clr>
        </p15:guide>
        <p15:guide id="9" orient="horz" pos="4157">
          <p15:clr>
            <a:srgbClr val="65CEFF"/>
          </p15:clr>
        </p15:guide>
      </p15:sldGuideLst>
    </p:ext>
  </p:extLst>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userDrawn="1">
  <p:cSld name="Two columns">
    <p:spTree>
      <p:nvGrpSpPr>
        <p:cNvPr id="1" name=""/>
        <p:cNvGrpSpPr/>
        <p:nvPr/>
      </p:nvGrpSpPr>
      <p:grpSpPr>
        <a:xfrm>
          <a:off x="0" y="0"/>
          <a:ext cx="0" cy="0"/>
          <a:chOff x="0" y="0"/>
          <a:chExt cx="0" cy="0"/>
        </a:xfrm>
      </p:grpSpPr>
      <p:graphicFrame>
        <p:nvGraphicFramePr>
          <p:cNvPr id="9" name="Object 8" hidden="1">
            <a:extLst>
              <a:ext uri="{FF2B5EF4-FFF2-40B4-BE49-F238E27FC236}">
                <a16:creationId xmlns:a16="http://schemas.microsoft.com/office/drawing/2014/main" id="{E5E1C249-86B5-BD71-75E1-77E3E2E21FCA}"/>
              </a:ext>
            </a:extLst>
          </p:cNvPr>
          <p:cNvGraphicFramePr>
            <a:graphicFrameLocks noChangeAspect="1"/>
          </p:cNvGraphicFramePr>
          <p:nvPr userDrawn="1">
            <p:custDataLst>
              <p:tags r:id="rId1"/>
            </p:custDataLst>
            <p:extLst>
              <p:ext uri="{D42A27DB-BD31-4B8C-83A1-F6EECF244321}">
                <p14:modId xmlns:p14="http://schemas.microsoft.com/office/powerpoint/2010/main" val="103782690"/>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663" imgH="664" progId="TCLayout.ActiveDocument.1">
                  <p:embed/>
                </p:oleObj>
              </mc:Choice>
              <mc:Fallback>
                <p:oleObj name="think-cell Slide" r:id="rId3" imgW="663" imgH="664" progId="TCLayout.ActiveDocument.1">
                  <p:embed/>
                  <p:pic>
                    <p:nvPicPr>
                      <p:cNvPr id="9" name="Object 8" hidden="1">
                        <a:extLst>
                          <a:ext uri="{FF2B5EF4-FFF2-40B4-BE49-F238E27FC236}">
                            <a16:creationId xmlns:a16="http://schemas.microsoft.com/office/drawing/2014/main" id="{E5E1C249-86B5-BD71-75E1-77E3E2E21FCA}"/>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8" name="Title" descr="Slide headline">
            <a:extLst>
              <a:ext uri="{FF2B5EF4-FFF2-40B4-BE49-F238E27FC236}">
                <a16:creationId xmlns:a16="http://schemas.microsoft.com/office/drawing/2014/main" id="{39939C22-A735-46A9-A277-A4B1B330F31C}"/>
              </a:ext>
            </a:extLst>
          </p:cNvPr>
          <p:cNvSpPr>
            <a:spLocks noGrp="1"/>
          </p:cNvSpPr>
          <p:nvPr>
            <p:ph type="title"/>
          </p:nvPr>
        </p:nvSpPr>
        <p:spPr bwMode="black"/>
        <p:txBody>
          <a:bodyPr vert="horz"/>
          <a:lstStyle>
            <a:lvl1pPr>
              <a:defRPr>
                <a:solidFill>
                  <a:srgbClr val="000028"/>
                </a:solidFill>
              </a:defRPr>
            </a:lvl1pPr>
          </a:lstStyle>
          <a:p>
            <a:r>
              <a:rPr lang="en-US"/>
              <a:t>Click to edit Master title style</a:t>
            </a:r>
          </a:p>
        </p:txBody>
      </p:sp>
      <p:sp>
        <p:nvSpPr>
          <p:cNvPr id="3" name="Copy 1" descr="Content text frame">
            <a:extLst>
              <a:ext uri="{FF2B5EF4-FFF2-40B4-BE49-F238E27FC236}">
                <a16:creationId xmlns:a16="http://schemas.microsoft.com/office/drawing/2014/main" id="{A8B1D58A-DC84-4573-957E-9BEA9AAB308E}"/>
              </a:ext>
            </a:extLst>
          </p:cNvPr>
          <p:cNvSpPr>
            <a:spLocks noGrp="1"/>
          </p:cNvSpPr>
          <p:nvPr>
            <p:ph sz="half" idx="1"/>
          </p:nvPr>
        </p:nvSpPr>
        <p:spPr bwMode="black">
          <a:xfrm>
            <a:off x="411162" y="1414800"/>
            <a:ext cx="5470526" cy="4752000"/>
          </a:xfrm>
          <a:prstGeom prst="rect">
            <a:avLst/>
          </a:prstGeom>
        </p:spPr>
        <p:txBody>
          <a:bodyPr>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4" name="Copy 2" descr="Content text frame">
            <a:extLst>
              <a:ext uri="{FF2B5EF4-FFF2-40B4-BE49-F238E27FC236}">
                <a16:creationId xmlns:a16="http://schemas.microsoft.com/office/drawing/2014/main" id="{BF3FF41E-3844-4153-B955-A1F3E9EC1D30}"/>
              </a:ext>
            </a:extLst>
          </p:cNvPr>
          <p:cNvSpPr>
            <a:spLocks noGrp="1"/>
          </p:cNvSpPr>
          <p:nvPr>
            <p:ph sz="half" idx="2"/>
          </p:nvPr>
        </p:nvSpPr>
        <p:spPr bwMode="black">
          <a:xfrm>
            <a:off x="6315075" y="1414800"/>
            <a:ext cx="5465763" cy="4752000"/>
          </a:xfrm>
          <a:prstGeom prst="rect">
            <a:avLst/>
          </a:prstGeom>
        </p:spPr>
        <p:txBody>
          <a:bodyPr>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pic>
        <p:nvPicPr>
          <p:cNvPr id="10" name="Siemens Logo" descr="Siemens logo">
            <a:extLst>
              <a:ext uri="{FF2B5EF4-FFF2-40B4-BE49-F238E27FC236}">
                <a16:creationId xmlns:a16="http://schemas.microsoft.com/office/drawing/2014/main" id="{6FCACBED-2537-4F3E-8D2C-E60141005364}"/>
              </a:ext>
              <a:ext uri="{C183D7F6-B498-43B3-948B-1728B52AA6E4}">
                <adec:decorative xmlns:adec="http://schemas.microsoft.com/office/drawing/2017/decorative" val="0"/>
              </a:ext>
            </a:extLst>
          </p:cNvPr>
          <p:cNvPicPr>
            <a:picLocks noChangeAspect="1"/>
          </p:cNvPicPr>
          <p:nvPr userDrawn="1"/>
        </p:nvPicPr>
        <p:blipFill>
          <a:blip r:embed="rId5" cstate="email">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p:blipFill>
        <p:spPr bwMode="black">
          <a:xfrm>
            <a:off x="10635188" y="6418800"/>
            <a:ext cx="1152000" cy="183168"/>
          </a:xfrm>
          <a:prstGeom prst="rect">
            <a:avLst/>
          </a:prstGeom>
        </p:spPr>
      </p:pic>
      <p:sp>
        <p:nvSpPr>
          <p:cNvPr id="6" name="Footer Placeholder" descr="Footer with copyright, author and department information, and date">
            <a:extLst>
              <a:ext uri="{FF2B5EF4-FFF2-40B4-BE49-F238E27FC236}">
                <a16:creationId xmlns:a16="http://schemas.microsoft.com/office/drawing/2014/main" id="{33A503D1-D234-4258-9A03-D858B10BA46D}"/>
              </a:ext>
            </a:extLst>
          </p:cNvPr>
          <p:cNvSpPr>
            <a:spLocks noGrp="1"/>
          </p:cNvSpPr>
          <p:nvPr>
            <p:ph type="ftr" sz="quarter" idx="10"/>
          </p:nvPr>
        </p:nvSpPr>
        <p:spPr bwMode="black"/>
        <p:txBody>
          <a:bodyPr/>
          <a:lstStyle/>
          <a:p>
            <a:pPr>
              <a:lnSpc>
                <a:spcPct val="100000"/>
              </a:lnSpc>
            </a:pPr>
            <a:r>
              <a:rPr lang="en-US"/>
              <a:t>Restricted | © Siemens 2024 | SHERPA X | YYYY-MM-DD | Status: Draft</a:t>
            </a:r>
          </a:p>
        </p:txBody>
      </p:sp>
      <p:sp>
        <p:nvSpPr>
          <p:cNvPr id="7" name="Slide Number Placeholder">
            <a:extLst>
              <a:ext uri="{FF2B5EF4-FFF2-40B4-BE49-F238E27FC236}">
                <a16:creationId xmlns:a16="http://schemas.microsoft.com/office/drawing/2014/main" id="{21AA656B-0BAF-4B75-90BE-93CAC5946C0B}"/>
              </a:ext>
              <a:ext uri="{C183D7F6-B498-43B3-948B-1728B52AA6E4}">
                <adec:decorative xmlns:adec="http://schemas.microsoft.com/office/drawing/2017/decorative" val="1"/>
              </a:ext>
            </a:extLst>
          </p:cNvPr>
          <p:cNvSpPr>
            <a:spLocks noGrp="1"/>
          </p:cNvSpPr>
          <p:nvPr>
            <p:ph type="sldNum" sz="quarter" idx="11"/>
          </p:nvPr>
        </p:nvSpPr>
        <p:spPr bwMode="black"/>
        <p:txBody>
          <a:bodyPr/>
          <a:lstStyle/>
          <a:p>
            <a:r>
              <a:rPr lang="en-US"/>
              <a:t>Page </a:t>
            </a:r>
            <a:fld id="{15EBE321-CBB1-4E91-BD14-37C8D44326FB}" type="slidenum">
              <a:rPr lang="en-US" smtClean="0"/>
              <a:pPr/>
              <a:t>‹#›</a:t>
            </a:fld>
            <a:endParaRPr lang="en-US"/>
          </a:p>
        </p:txBody>
      </p:sp>
      <p:pic>
        <p:nvPicPr>
          <p:cNvPr id="2" name="Imagem 1" descr="Uma imagem com Tipo de letra, Gráficos, texto, captura de ecrã&#10;&#10;Descrição gerada automaticamente">
            <a:extLst>
              <a:ext uri="{FF2B5EF4-FFF2-40B4-BE49-F238E27FC236}">
                <a16:creationId xmlns:a16="http://schemas.microsoft.com/office/drawing/2014/main" id="{3C1EFE4E-D7FD-552C-9E95-0FCF239BCB96}"/>
              </a:ext>
            </a:extLst>
          </p:cNvPr>
          <p:cNvPicPr>
            <a:picLocks noChangeAspect="1"/>
          </p:cNvPicPr>
          <p:nvPr userDrawn="1"/>
        </p:nvPicPr>
        <p:blipFill>
          <a:blip r:embed="rId7" cstate="email">
            <a:extLst>
              <a:ext uri="{28A0092B-C50C-407E-A947-70E740481C1C}">
                <a14:useLocalDpi xmlns:a14="http://schemas.microsoft.com/office/drawing/2010/main"/>
              </a:ext>
            </a:extLst>
          </a:blip>
          <a:stretch>
            <a:fillRect/>
          </a:stretch>
        </p:blipFill>
        <p:spPr>
          <a:xfrm>
            <a:off x="11025045" y="478800"/>
            <a:ext cx="755792" cy="755792"/>
          </a:xfrm>
          <a:prstGeom prst="rect">
            <a:avLst/>
          </a:prstGeom>
        </p:spPr>
      </p:pic>
    </p:spTree>
    <p:extLst>
      <p:ext uri="{BB962C8B-B14F-4D97-AF65-F5344CB8AC3E}">
        <p14:creationId xmlns:p14="http://schemas.microsoft.com/office/powerpoint/2010/main" val="2818703803"/>
      </p:ext>
    </p:extLst>
  </p:cSld>
  <p:clrMapOvr>
    <a:masterClrMapping/>
  </p:clrMapOvr>
  <p:extLst>
    <p:ext uri="{DCECCB84-F9BA-43D5-87BE-67443E8EF086}">
      <p15:sldGuideLst xmlns:p15="http://schemas.microsoft.com/office/powerpoint/2012/main">
        <p15:guide id="1" pos="259">
          <p15:clr>
            <a:srgbClr val="65CEFF"/>
          </p15:clr>
        </p15:guide>
        <p15:guide id="2" pos="3705">
          <p15:clr>
            <a:srgbClr val="65CEFF"/>
          </p15:clr>
        </p15:guide>
        <p15:guide id="3" pos="3978">
          <p15:clr>
            <a:srgbClr val="65CEFF"/>
          </p15:clr>
        </p15:guide>
        <p15:guide id="4" pos="6472">
          <p15:clr>
            <a:srgbClr val="65CEFF"/>
          </p15:clr>
        </p15:guide>
        <p15:guide id="5" pos="7425">
          <p15:clr>
            <a:srgbClr val="65CEFF"/>
          </p15:clr>
        </p15:guide>
        <p15:guide id="6" orient="horz" pos="302">
          <p15:clr>
            <a:srgbClr val="65CEFF"/>
          </p15:clr>
        </p15:guide>
        <p15:guide id="7" orient="horz" pos="664">
          <p15:clr>
            <a:srgbClr val="65CEFF"/>
          </p15:clr>
        </p15:guide>
        <p15:guide id="8" orient="horz" pos="891">
          <p15:clr>
            <a:srgbClr val="65CEFF"/>
          </p15:clr>
        </p15:guide>
        <p15:guide id="9" orient="horz" pos="3658">
          <p15:clr>
            <a:srgbClr val="65CEFF"/>
          </p15:clr>
        </p15:guide>
        <p15:guide id="10" orient="horz" pos="3885">
          <p15:clr>
            <a:srgbClr val="65CEFF"/>
          </p15:clr>
        </p15:guide>
        <p15:guide id="11" orient="horz" pos="4157">
          <p15:clr>
            <a:srgbClr val="65CEFF"/>
          </p15:clr>
        </p15:guide>
      </p15:sldGuideLst>
    </p:ext>
  </p:extLst>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userDrawn="1">
  <p:cSld name="Three columns">
    <p:spTree>
      <p:nvGrpSpPr>
        <p:cNvPr id="1" name=""/>
        <p:cNvGrpSpPr/>
        <p:nvPr/>
      </p:nvGrpSpPr>
      <p:grpSpPr>
        <a:xfrm>
          <a:off x="0" y="0"/>
          <a:ext cx="0" cy="0"/>
          <a:chOff x="0" y="0"/>
          <a:chExt cx="0" cy="0"/>
        </a:xfrm>
      </p:grpSpPr>
      <p:graphicFrame>
        <p:nvGraphicFramePr>
          <p:cNvPr id="11" name="Object 10" hidden="1">
            <a:extLst>
              <a:ext uri="{FF2B5EF4-FFF2-40B4-BE49-F238E27FC236}">
                <a16:creationId xmlns:a16="http://schemas.microsoft.com/office/drawing/2014/main" id="{E2BCC471-28E7-B7EA-D275-D070DA543391}"/>
              </a:ext>
            </a:extLst>
          </p:cNvPr>
          <p:cNvGraphicFramePr>
            <a:graphicFrameLocks noChangeAspect="1"/>
          </p:cNvGraphicFramePr>
          <p:nvPr userDrawn="1">
            <p:custDataLst>
              <p:tags r:id="rId1"/>
            </p:custDataLst>
            <p:extLst>
              <p:ext uri="{D42A27DB-BD31-4B8C-83A1-F6EECF244321}">
                <p14:modId xmlns:p14="http://schemas.microsoft.com/office/powerpoint/2010/main" val="2857917845"/>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663" imgH="664" progId="TCLayout.ActiveDocument.1">
                  <p:embed/>
                </p:oleObj>
              </mc:Choice>
              <mc:Fallback>
                <p:oleObj name="think-cell Slide" r:id="rId3" imgW="663" imgH="664" progId="TCLayout.ActiveDocument.1">
                  <p:embed/>
                  <p:pic>
                    <p:nvPicPr>
                      <p:cNvPr id="11" name="Object 10" hidden="1">
                        <a:extLst>
                          <a:ext uri="{FF2B5EF4-FFF2-40B4-BE49-F238E27FC236}">
                            <a16:creationId xmlns:a16="http://schemas.microsoft.com/office/drawing/2014/main" id="{E2BCC471-28E7-B7EA-D275-D070DA543391}"/>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8" name="Title" descr="Slide headline">
            <a:extLst>
              <a:ext uri="{FF2B5EF4-FFF2-40B4-BE49-F238E27FC236}">
                <a16:creationId xmlns:a16="http://schemas.microsoft.com/office/drawing/2014/main" id="{39939C22-A735-46A9-A277-A4B1B330F31C}"/>
              </a:ext>
            </a:extLst>
          </p:cNvPr>
          <p:cNvSpPr>
            <a:spLocks noGrp="1"/>
          </p:cNvSpPr>
          <p:nvPr>
            <p:ph type="title"/>
          </p:nvPr>
        </p:nvSpPr>
        <p:spPr bwMode="black"/>
        <p:txBody>
          <a:bodyPr vert="horz"/>
          <a:lstStyle>
            <a:lvl1pPr>
              <a:defRPr>
                <a:solidFill>
                  <a:srgbClr val="000028"/>
                </a:solidFill>
              </a:defRPr>
            </a:lvl1pPr>
          </a:lstStyle>
          <a:p>
            <a:r>
              <a:rPr lang="en-US"/>
              <a:t>Click to edit Master title style</a:t>
            </a:r>
          </a:p>
        </p:txBody>
      </p:sp>
      <p:sp>
        <p:nvSpPr>
          <p:cNvPr id="3" name="Copy 1" descr="Content text frame">
            <a:extLst>
              <a:ext uri="{FF2B5EF4-FFF2-40B4-BE49-F238E27FC236}">
                <a16:creationId xmlns:a16="http://schemas.microsoft.com/office/drawing/2014/main" id="{A8B1D58A-DC84-4573-957E-9BEA9AAB308E}"/>
              </a:ext>
            </a:extLst>
          </p:cNvPr>
          <p:cNvSpPr>
            <a:spLocks noGrp="1"/>
          </p:cNvSpPr>
          <p:nvPr>
            <p:ph sz="half" idx="1"/>
          </p:nvPr>
        </p:nvSpPr>
        <p:spPr bwMode="black">
          <a:xfrm>
            <a:off x="411162" y="1414800"/>
            <a:ext cx="3600000" cy="4752000"/>
          </a:xfrm>
          <a:prstGeom prst="rect">
            <a:avLst/>
          </a:prstGeom>
        </p:spPr>
        <p:txBody>
          <a:bodyPr>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4" name="Copy 2" descr="Content text frame">
            <a:extLst>
              <a:ext uri="{FF2B5EF4-FFF2-40B4-BE49-F238E27FC236}">
                <a16:creationId xmlns:a16="http://schemas.microsoft.com/office/drawing/2014/main" id="{BF3FF41E-3844-4153-B955-A1F3E9EC1D30}"/>
              </a:ext>
            </a:extLst>
          </p:cNvPr>
          <p:cNvSpPr>
            <a:spLocks noGrp="1"/>
          </p:cNvSpPr>
          <p:nvPr>
            <p:ph sz="half" idx="2"/>
          </p:nvPr>
        </p:nvSpPr>
        <p:spPr bwMode="black">
          <a:xfrm>
            <a:off x="4298400" y="1414800"/>
            <a:ext cx="3600000" cy="4752000"/>
          </a:xfrm>
          <a:prstGeom prst="rect">
            <a:avLst/>
          </a:prstGeom>
        </p:spPr>
        <p:txBody>
          <a:bodyPr>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9" name="Copy 3" descr="Content text frame">
            <a:extLst>
              <a:ext uri="{FF2B5EF4-FFF2-40B4-BE49-F238E27FC236}">
                <a16:creationId xmlns:a16="http://schemas.microsoft.com/office/drawing/2014/main" id="{F020B491-E63A-4FB5-94ED-2BC31EB35C33}"/>
              </a:ext>
            </a:extLst>
          </p:cNvPr>
          <p:cNvSpPr>
            <a:spLocks noGrp="1"/>
          </p:cNvSpPr>
          <p:nvPr>
            <p:ph sz="half" idx="12"/>
          </p:nvPr>
        </p:nvSpPr>
        <p:spPr bwMode="black">
          <a:xfrm>
            <a:off x="8186400" y="1414800"/>
            <a:ext cx="3600000" cy="4752000"/>
          </a:xfrm>
          <a:prstGeom prst="rect">
            <a:avLst/>
          </a:prstGeom>
        </p:spPr>
        <p:txBody>
          <a:bodyPr>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pic>
        <p:nvPicPr>
          <p:cNvPr id="10" name="Siemens Logo" descr="Siemens logo">
            <a:extLst>
              <a:ext uri="{FF2B5EF4-FFF2-40B4-BE49-F238E27FC236}">
                <a16:creationId xmlns:a16="http://schemas.microsoft.com/office/drawing/2014/main" id="{6FCACBED-2537-4F3E-8D2C-E60141005364}"/>
              </a:ext>
              <a:ext uri="{C183D7F6-B498-43B3-948B-1728B52AA6E4}">
                <adec:decorative xmlns:adec="http://schemas.microsoft.com/office/drawing/2017/decorative" val="0"/>
              </a:ext>
            </a:extLst>
          </p:cNvPr>
          <p:cNvPicPr>
            <a:picLocks noChangeAspect="1"/>
          </p:cNvPicPr>
          <p:nvPr userDrawn="1"/>
        </p:nvPicPr>
        <p:blipFill>
          <a:blip r:embed="rId5" cstate="email">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p:blipFill>
        <p:spPr bwMode="black">
          <a:xfrm>
            <a:off x="10635188" y="6418800"/>
            <a:ext cx="1152000" cy="183168"/>
          </a:xfrm>
          <a:prstGeom prst="rect">
            <a:avLst/>
          </a:prstGeom>
        </p:spPr>
      </p:pic>
      <p:sp>
        <p:nvSpPr>
          <p:cNvPr id="6" name="Footer Placeholder" descr="Footer with copyright, author and department information, and date">
            <a:extLst>
              <a:ext uri="{FF2B5EF4-FFF2-40B4-BE49-F238E27FC236}">
                <a16:creationId xmlns:a16="http://schemas.microsoft.com/office/drawing/2014/main" id="{E613FA68-C74A-4621-9563-250388EBCC8B}"/>
              </a:ext>
            </a:extLst>
          </p:cNvPr>
          <p:cNvSpPr>
            <a:spLocks noGrp="1"/>
          </p:cNvSpPr>
          <p:nvPr>
            <p:ph type="ftr" sz="quarter" idx="13"/>
          </p:nvPr>
        </p:nvSpPr>
        <p:spPr bwMode="black"/>
        <p:txBody>
          <a:bodyPr/>
          <a:lstStyle/>
          <a:p>
            <a:pPr>
              <a:lnSpc>
                <a:spcPct val="100000"/>
              </a:lnSpc>
            </a:pPr>
            <a:r>
              <a:rPr lang="en-US"/>
              <a:t>Restricted | © Siemens 2024 | SHERPA X | YYYY-MM-DD | Status: Draft</a:t>
            </a:r>
          </a:p>
        </p:txBody>
      </p:sp>
      <p:sp>
        <p:nvSpPr>
          <p:cNvPr id="7" name="Slide Number Placeholder">
            <a:extLst>
              <a:ext uri="{FF2B5EF4-FFF2-40B4-BE49-F238E27FC236}">
                <a16:creationId xmlns:a16="http://schemas.microsoft.com/office/drawing/2014/main" id="{F9117D9C-D502-472C-A3C8-FA9087A2EDCE}"/>
              </a:ext>
              <a:ext uri="{C183D7F6-B498-43B3-948B-1728B52AA6E4}">
                <adec:decorative xmlns:adec="http://schemas.microsoft.com/office/drawing/2017/decorative" val="1"/>
              </a:ext>
            </a:extLst>
          </p:cNvPr>
          <p:cNvSpPr>
            <a:spLocks noGrp="1"/>
          </p:cNvSpPr>
          <p:nvPr>
            <p:ph type="sldNum" sz="quarter" idx="14"/>
          </p:nvPr>
        </p:nvSpPr>
        <p:spPr bwMode="black"/>
        <p:txBody>
          <a:bodyPr/>
          <a:lstStyle/>
          <a:p>
            <a:r>
              <a:rPr lang="en-US"/>
              <a:t>Page </a:t>
            </a:r>
            <a:fld id="{15EBE321-CBB1-4E91-BD14-37C8D44326FB}" type="slidenum">
              <a:rPr lang="en-US" smtClean="0"/>
              <a:pPr/>
              <a:t>‹#›</a:t>
            </a:fld>
            <a:endParaRPr lang="en-US"/>
          </a:p>
        </p:txBody>
      </p:sp>
      <p:pic>
        <p:nvPicPr>
          <p:cNvPr id="2" name="Imagem 1" descr="Uma imagem com Tipo de letra, Gráficos, texto, captura de ecrã&#10;&#10;Descrição gerada automaticamente">
            <a:extLst>
              <a:ext uri="{FF2B5EF4-FFF2-40B4-BE49-F238E27FC236}">
                <a16:creationId xmlns:a16="http://schemas.microsoft.com/office/drawing/2014/main" id="{332B548D-F9E2-2F34-4BFC-0F1BAEC4C924}"/>
              </a:ext>
            </a:extLst>
          </p:cNvPr>
          <p:cNvPicPr>
            <a:picLocks noChangeAspect="1"/>
          </p:cNvPicPr>
          <p:nvPr userDrawn="1"/>
        </p:nvPicPr>
        <p:blipFill>
          <a:blip r:embed="rId7" cstate="email">
            <a:extLst>
              <a:ext uri="{28A0092B-C50C-407E-A947-70E740481C1C}">
                <a14:useLocalDpi xmlns:a14="http://schemas.microsoft.com/office/drawing/2010/main"/>
              </a:ext>
            </a:extLst>
          </a:blip>
          <a:stretch>
            <a:fillRect/>
          </a:stretch>
        </p:blipFill>
        <p:spPr>
          <a:xfrm>
            <a:off x="11025045" y="478800"/>
            <a:ext cx="755792" cy="755792"/>
          </a:xfrm>
          <a:prstGeom prst="rect">
            <a:avLst/>
          </a:prstGeom>
        </p:spPr>
      </p:pic>
    </p:spTree>
    <p:extLst>
      <p:ext uri="{BB962C8B-B14F-4D97-AF65-F5344CB8AC3E}">
        <p14:creationId xmlns:p14="http://schemas.microsoft.com/office/powerpoint/2010/main" val="3184196623"/>
      </p:ext>
    </p:extLst>
  </p:cSld>
  <p:clrMapOvr>
    <a:masterClrMapping/>
  </p:clrMapOvr>
  <p:extLst>
    <p:ext uri="{DCECCB84-F9BA-43D5-87BE-67443E8EF086}">
      <p15:sldGuideLst xmlns:p15="http://schemas.microsoft.com/office/powerpoint/2012/main">
        <p15:guide id="1" pos="259">
          <p15:clr>
            <a:srgbClr val="65CEFF"/>
          </p15:clr>
        </p15:guide>
        <p15:guide id="2" pos="2526">
          <p15:clr>
            <a:srgbClr val="65CEFF"/>
          </p15:clr>
        </p15:guide>
        <p15:guide id="3" pos="2708">
          <p15:clr>
            <a:srgbClr val="65CEFF"/>
          </p15:clr>
        </p15:guide>
        <p15:guide id="4" pos="4975">
          <p15:clr>
            <a:srgbClr val="65CEFF"/>
          </p15:clr>
        </p15:guide>
        <p15:guide id="5" pos="5157">
          <p15:clr>
            <a:srgbClr val="65CEFF"/>
          </p15:clr>
        </p15:guide>
        <p15:guide id="6" pos="6472">
          <p15:clr>
            <a:srgbClr val="65CEFF"/>
          </p15:clr>
        </p15:guide>
        <p15:guide id="7" pos="7425">
          <p15:clr>
            <a:srgbClr val="65CEFF"/>
          </p15:clr>
        </p15:guide>
        <p15:guide id="8" orient="horz" pos="302">
          <p15:clr>
            <a:srgbClr val="65CEFF"/>
          </p15:clr>
        </p15:guide>
        <p15:guide id="9" orient="horz" pos="664">
          <p15:clr>
            <a:srgbClr val="65CEFF"/>
          </p15:clr>
        </p15:guide>
        <p15:guide id="10" orient="horz" pos="891">
          <p15:clr>
            <a:srgbClr val="65CEFF"/>
          </p15:clr>
        </p15:guide>
        <p15:guide id="11" orient="horz" pos="3658">
          <p15:clr>
            <a:srgbClr val="65CEFF"/>
          </p15:clr>
        </p15:guide>
        <p15:guide id="12" orient="horz" pos="3885">
          <p15:clr>
            <a:srgbClr val="65CEFF"/>
          </p15:clr>
        </p15:guide>
        <p15:guide id="13" orient="horz" pos="4157">
          <p15:clr>
            <a:srgbClr val="65CEFF"/>
          </p15:clr>
        </p15:guide>
      </p15:sldGuideLst>
    </p:ext>
  </p:extLst>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userDrawn="1">
  <p:cSld name="Four objects">
    <p:spTree>
      <p:nvGrpSpPr>
        <p:cNvPr id="1" name=""/>
        <p:cNvGrpSpPr/>
        <p:nvPr/>
      </p:nvGrpSpPr>
      <p:grpSpPr>
        <a:xfrm>
          <a:off x="0" y="0"/>
          <a:ext cx="0" cy="0"/>
          <a:chOff x="0" y="0"/>
          <a:chExt cx="0" cy="0"/>
        </a:xfrm>
      </p:grpSpPr>
      <p:graphicFrame>
        <p:nvGraphicFramePr>
          <p:cNvPr id="11" name="Object 10" hidden="1">
            <a:extLst>
              <a:ext uri="{FF2B5EF4-FFF2-40B4-BE49-F238E27FC236}">
                <a16:creationId xmlns:a16="http://schemas.microsoft.com/office/drawing/2014/main" id="{6340933C-FAE6-57C7-ED97-22A6C2F91A08}"/>
              </a:ext>
            </a:extLst>
          </p:cNvPr>
          <p:cNvGraphicFramePr>
            <a:graphicFrameLocks noChangeAspect="1"/>
          </p:cNvGraphicFramePr>
          <p:nvPr userDrawn="1">
            <p:custDataLst>
              <p:tags r:id="rId1"/>
            </p:custDataLst>
            <p:extLst>
              <p:ext uri="{D42A27DB-BD31-4B8C-83A1-F6EECF244321}">
                <p14:modId xmlns:p14="http://schemas.microsoft.com/office/powerpoint/2010/main" val="2210861372"/>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663" imgH="664" progId="TCLayout.ActiveDocument.1">
                  <p:embed/>
                </p:oleObj>
              </mc:Choice>
              <mc:Fallback>
                <p:oleObj name="think-cell Slide" r:id="rId3" imgW="663" imgH="664" progId="TCLayout.ActiveDocument.1">
                  <p:embed/>
                  <p:pic>
                    <p:nvPicPr>
                      <p:cNvPr id="11" name="Object 10" hidden="1">
                        <a:extLst>
                          <a:ext uri="{FF2B5EF4-FFF2-40B4-BE49-F238E27FC236}">
                            <a16:creationId xmlns:a16="http://schemas.microsoft.com/office/drawing/2014/main" id="{6340933C-FAE6-57C7-ED97-22A6C2F91A08}"/>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8" name="Title" descr="Slide headline">
            <a:extLst>
              <a:ext uri="{FF2B5EF4-FFF2-40B4-BE49-F238E27FC236}">
                <a16:creationId xmlns:a16="http://schemas.microsoft.com/office/drawing/2014/main" id="{39939C22-A735-46A9-A277-A4B1B330F31C}"/>
              </a:ext>
            </a:extLst>
          </p:cNvPr>
          <p:cNvSpPr>
            <a:spLocks noGrp="1"/>
          </p:cNvSpPr>
          <p:nvPr>
            <p:ph type="title"/>
          </p:nvPr>
        </p:nvSpPr>
        <p:spPr bwMode="black"/>
        <p:txBody>
          <a:bodyPr vert="horz"/>
          <a:lstStyle>
            <a:lvl1pPr>
              <a:defRPr>
                <a:solidFill>
                  <a:srgbClr val="000028"/>
                </a:solidFill>
              </a:defRPr>
            </a:lvl1pPr>
          </a:lstStyle>
          <a:p>
            <a:r>
              <a:rPr lang="en-US"/>
              <a:t>Click to edit Master title style</a:t>
            </a:r>
          </a:p>
        </p:txBody>
      </p:sp>
      <p:sp>
        <p:nvSpPr>
          <p:cNvPr id="3" name="Copy 1" descr="Content text frame">
            <a:extLst>
              <a:ext uri="{FF2B5EF4-FFF2-40B4-BE49-F238E27FC236}">
                <a16:creationId xmlns:a16="http://schemas.microsoft.com/office/drawing/2014/main" id="{A8B1D58A-DC84-4573-957E-9BEA9AAB308E}"/>
              </a:ext>
            </a:extLst>
          </p:cNvPr>
          <p:cNvSpPr>
            <a:spLocks noGrp="1"/>
          </p:cNvSpPr>
          <p:nvPr>
            <p:ph sz="half" idx="1"/>
          </p:nvPr>
        </p:nvSpPr>
        <p:spPr bwMode="black">
          <a:xfrm>
            <a:off x="411162" y="1414800"/>
            <a:ext cx="5470526" cy="2088000"/>
          </a:xfrm>
          <a:prstGeom prst="rect">
            <a:avLst/>
          </a:prstGeom>
        </p:spPr>
        <p:txBody>
          <a:bodyPr>
            <a:noAutofit/>
          </a:bodyPr>
          <a:lstStyle>
            <a:lvl1pPr>
              <a:defRPr sz="1600"/>
            </a:lvl1pPr>
            <a:lvl2pPr>
              <a:defRPr sz="16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9" name="Copy 2" descr="Content text frame">
            <a:extLst>
              <a:ext uri="{FF2B5EF4-FFF2-40B4-BE49-F238E27FC236}">
                <a16:creationId xmlns:a16="http://schemas.microsoft.com/office/drawing/2014/main" id="{2871E7F7-6A93-4406-8617-80D9CFF396A8}"/>
              </a:ext>
            </a:extLst>
          </p:cNvPr>
          <p:cNvSpPr>
            <a:spLocks noGrp="1"/>
          </p:cNvSpPr>
          <p:nvPr>
            <p:ph sz="half" idx="12"/>
          </p:nvPr>
        </p:nvSpPr>
        <p:spPr bwMode="black">
          <a:xfrm>
            <a:off x="411162" y="3718800"/>
            <a:ext cx="5470526" cy="2088000"/>
          </a:xfrm>
          <a:prstGeom prst="rect">
            <a:avLst/>
          </a:prstGeom>
        </p:spPr>
        <p:txBody>
          <a:bodyPr>
            <a:noAutofit/>
          </a:bodyPr>
          <a:lstStyle>
            <a:lvl1pPr>
              <a:defRPr sz="1600"/>
            </a:lvl1pPr>
            <a:lvl2pPr>
              <a:defRPr sz="16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4" name="Copy 3" descr="Content text frame">
            <a:extLst>
              <a:ext uri="{FF2B5EF4-FFF2-40B4-BE49-F238E27FC236}">
                <a16:creationId xmlns:a16="http://schemas.microsoft.com/office/drawing/2014/main" id="{BF3FF41E-3844-4153-B955-A1F3E9EC1D30}"/>
              </a:ext>
            </a:extLst>
          </p:cNvPr>
          <p:cNvSpPr>
            <a:spLocks noGrp="1"/>
          </p:cNvSpPr>
          <p:nvPr>
            <p:ph sz="half" idx="2"/>
          </p:nvPr>
        </p:nvSpPr>
        <p:spPr bwMode="black">
          <a:xfrm>
            <a:off x="6315075" y="1414800"/>
            <a:ext cx="5465763" cy="2088000"/>
          </a:xfrm>
          <a:prstGeom prst="rect">
            <a:avLst/>
          </a:prstGeom>
        </p:spPr>
        <p:txBody>
          <a:bodyPr>
            <a:noAutofit/>
          </a:bodyPr>
          <a:lstStyle>
            <a:lvl1pPr>
              <a:defRPr sz="1600"/>
            </a:lvl1pPr>
            <a:lvl2pPr>
              <a:defRPr sz="16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12" name="Copy 4" descr="Content text frame">
            <a:extLst>
              <a:ext uri="{FF2B5EF4-FFF2-40B4-BE49-F238E27FC236}">
                <a16:creationId xmlns:a16="http://schemas.microsoft.com/office/drawing/2014/main" id="{7AD3B9B1-3210-46C8-8222-A0E11719EB88}"/>
              </a:ext>
            </a:extLst>
          </p:cNvPr>
          <p:cNvSpPr>
            <a:spLocks noGrp="1"/>
          </p:cNvSpPr>
          <p:nvPr>
            <p:ph sz="half" idx="13"/>
          </p:nvPr>
        </p:nvSpPr>
        <p:spPr bwMode="black">
          <a:xfrm>
            <a:off x="6315075" y="3718800"/>
            <a:ext cx="5465763" cy="2088000"/>
          </a:xfrm>
          <a:prstGeom prst="rect">
            <a:avLst/>
          </a:prstGeom>
        </p:spPr>
        <p:txBody>
          <a:bodyPr>
            <a:noAutofit/>
          </a:bodyPr>
          <a:lstStyle>
            <a:lvl1pPr>
              <a:defRPr sz="1600"/>
            </a:lvl1pPr>
            <a:lvl2pPr>
              <a:defRPr sz="16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pic>
        <p:nvPicPr>
          <p:cNvPr id="10" name="Siemens Logo" descr="Siemens logo">
            <a:extLst>
              <a:ext uri="{FF2B5EF4-FFF2-40B4-BE49-F238E27FC236}">
                <a16:creationId xmlns:a16="http://schemas.microsoft.com/office/drawing/2014/main" id="{6FCACBED-2537-4F3E-8D2C-E60141005364}"/>
              </a:ext>
              <a:ext uri="{C183D7F6-B498-43B3-948B-1728B52AA6E4}">
                <adec:decorative xmlns:adec="http://schemas.microsoft.com/office/drawing/2017/decorative" val="0"/>
              </a:ext>
            </a:extLst>
          </p:cNvPr>
          <p:cNvPicPr>
            <a:picLocks noChangeAspect="1"/>
          </p:cNvPicPr>
          <p:nvPr userDrawn="1"/>
        </p:nvPicPr>
        <p:blipFill>
          <a:blip r:embed="rId5" cstate="email">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p:blipFill>
        <p:spPr bwMode="black">
          <a:xfrm>
            <a:off x="10635188" y="6418800"/>
            <a:ext cx="1152000" cy="183168"/>
          </a:xfrm>
          <a:prstGeom prst="rect">
            <a:avLst/>
          </a:prstGeom>
        </p:spPr>
      </p:pic>
      <p:sp>
        <p:nvSpPr>
          <p:cNvPr id="6" name="Footer Placeholder" descr="Footer with copyright, author and department information, and date">
            <a:extLst>
              <a:ext uri="{FF2B5EF4-FFF2-40B4-BE49-F238E27FC236}">
                <a16:creationId xmlns:a16="http://schemas.microsoft.com/office/drawing/2014/main" id="{1DF6F0C8-00D9-4034-B3CC-D376702BE1C8}"/>
              </a:ext>
            </a:extLst>
          </p:cNvPr>
          <p:cNvSpPr>
            <a:spLocks noGrp="1"/>
          </p:cNvSpPr>
          <p:nvPr>
            <p:ph type="ftr" sz="quarter" idx="14"/>
          </p:nvPr>
        </p:nvSpPr>
        <p:spPr bwMode="black"/>
        <p:txBody>
          <a:bodyPr/>
          <a:lstStyle/>
          <a:p>
            <a:pPr>
              <a:lnSpc>
                <a:spcPct val="100000"/>
              </a:lnSpc>
            </a:pPr>
            <a:r>
              <a:rPr lang="en-US"/>
              <a:t>Restricted | © Siemens 2024 | SHERPA X | YYYY-MM-DD | Status: Draft</a:t>
            </a:r>
          </a:p>
        </p:txBody>
      </p:sp>
      <p:sp>
        <p:nvSpPr>
          <p:cNvPr id="7" name="Slide Number Placeholder">
            <a:extLst>
              <a:ext uri="{FF2B5EF4-FFF2-40B4-BE49-F238E27FC236}">
                <a16:creationId xmlns:a16="http://schemas.microsoft.com/office/drawing/2014/main" id="{53D55964-F7E8-48E3-84D5-FE4FE835C563}"/>
              </a:ext>
              <a:ext uri="{C183D7F6-B498-43B3-948B-1728B52AA6E4}">
                <adec:decorative xmlns:adec="http://schemas.microsoft.com/office/drawing/2017/decorative" val="1"/>
              </a:ext>
            </a:extLst>
          </p:cNvPr>
          <p:cNvSpPr>
            <a:spLocks noGrp="1"/>
          </p:cNvSpPr>
          <p:nvPr>
            <p:ph type="sldNum" sz="quarter" idx="15"/>
          </p:nvPr>
        </p:nvSpPr>
        <p:spPr bwMode="black"/>
        <p:txBody>
          <a:bodyPr/>
          <a:lstStyle/>
          <a:p>
            <a:r>
              <a:rPr lang="en-US"/>
              <a:t>Page </a:t>
            </a:r>
            <a:fld id="{15EBE321-CBB1-4E91-BD14-37C8D44326FB}" type="slidenum">
              <a:rPr lang="en-US" smtClean="0"/>
              <a:pPr/>
              <a:t>‹#›</a:t>
            </a:fld>
            <a:endParaRPr lang="en-US"/>
          </a:p>
        </p:txBody>
      </p:sp>
      <p:pic>
        <p:nvPicPr>
          <p:cNvPr id="2" name="Imagem 1" descr="Uma imagem com Tipo de letra, Gráficos, texto, captura de ecrã&#10;&#10;Descrição gerada automaticamente">
            <a:extLst>
              <a:ext uri="{FF2B5EF4-FFF2-40B4-BE49-F238E27FC236}">
                <a16:creationId xmlns:a16="http://schemas.microsoft.com/office/drawing/2014/main" id="{78C58A62-0120-A9FF-7B12-7C83E28E629A}"/>
              </a:ext>
            </a:extLst>
          </p:cNvPr>
          <p:cNvPicPr>
            <a:picLocks noChangeAspect="1"/>
          </p:cNvPicPr>
          <p:nvPr userDrawn="1"/>
        </p:nvPicPr>
        <p:blipFill>
          <a:blip r:embed="rId7" cstate="email">
            <a:extLst>
              <a:ext uri="{28A0092B-C50C-407E-A947-70E740481C1C}">
                <a14:useLocalDpi xmlns:a14="http://schemas.microsoft.com/office/drawing/2010/main"/>
              </a:ext>
            </a:extLst>
          </a:blip>
          <a:stretch>
            <a:fillRect/>
          </a:stretch>
        </p:blipFill>
        <p:spPr>
          <a:xfrm>
            <a:off x="11025045" y="478800"/>
            <a:ext cx="755792" cy="755792"/>
          </a:xfrm>
          <a:prstGeom prst="rect">
            <a:avLst/>
          </a:prstGeom>
        </p:spPr>
      </p:pic>
    </p:spTree>
    <p:extLst>
      <p:ext uri="{BB962C8B-B14F-4D97-AF65-F5344CB8AC3E}">
        <p14:creationId xmlns:p14="http://schemas.microsoft.com/office/powerpoint/2010/main" val="3942712688"/>
      </p:ext>
    </p:extLst>
  </p:cSld>
  <p:clrMapOvr>
    <a:masterClrMapping/>
  </p:clrMapOvr>
  <p:extLst>
    <p:ext uri="{DCECCB84-F9BA-43D5-87BE-67443E8EF086}">
      <p15:sldGuideLst xmlns:p15="http://schemas.microsoft.com/office/powerpoint/2012/main">
        <p15:guide id="1" pos="259">
          <p15:clr>
            <a:srgbClr val="65CEFF"/>
          </p15:clr>
        </p15:guide>
        <p15:guide id="2" pos="3705">
          <p15:clr>
            <a:srgbClr val="65CEFF"/>
          </p15:clr>
        </p15:guide>
        <p15:guide id="3" pos="3978">
          <p15:clr>
            <a:srgbClr val="65CEFF"/>
          </p15:clr>
        </p15:guide>
        <p15:guide id="4" pos="6472">
          <p15:clr>
            <a:srgbClr val="65CEFF"/>
          </p15:clr>
        </p15:guide>
        <p15:guide id="5" pos="7425">
          <p15:clr>
            <a:srgbClr val="65CEFF"/>
          </p15:clr>
        </p15:guide>
        <p15:guide id="6" orient="horz" pos="302">
          <p15:clr>
            <a:srgbClr val="65CEFF"/>
          </p15:clr>
        </p15:guide>
        <p15:guide id="7" orient="horz" pos="664">
          <p15:clr>
            <a:srgbClr val="65CEFF"/>
          </p15:clr>
        </p15:guide>
        <p15:guide id="8" orient="horz" pos="891">
          <p15:clr>
            <a:srgbClr val="65CEFF"/>
          </p15:clr>
        </p15:guide>
        <p15:guide id="9" orient="horz" pos="2206">
          <p15:clr>
            <a:srgbClr val="65CEFF"/>
          </p15:clr>
        </p15:guide>
        <p15:guide id="10" orient="horz" pos="2343">
          <p15:clr>
            <a:srgbClr val="65CEFF"/>
          </p15:clr>
        </p15:guide>
        <p15:guide id="11" orient="horz" pos="3658">
          <p15:clr>
            <a:srgbClr val="65CEFF"/>
          </p15:clr>
        </p15:guide>
        <p15:guide id="12" orient="horz" pos="3885">
          <p15:clr>
            <a:srgbClr val="65CEFF"/>
          </p15:clr>
        </p15:guide>
        <p15:guide id="13" orient="horz" pos="4157">
          <p15:clr>
            <a:srgbClr val="65CEFF"/>
          </p15:clr>
        </p15:guide>
      </p15:sldGuideLst>
    </p:ext>
  </p:extLst>
</p:sldLayout>
</file>

<file path=ppt/slideLayouts/slideLayout69.xml><?xml version="1.0" encoding="utf-8"?>
<p:sldLayout xmlns:a="http://schemas.openxmlformats.org/drawingml/2006/main" xmlns:r="http://schemas.openxmlformats.org/officeDocument/2006/relationships" xmlns:p="http://schemas.openxmlformats.org/presentationml/2006/main" preserve="1" userDrawn="1">
  <p:cSld name="Two columns (Spotlight)">
    <p:spTree>
      <p:nvGrpSpPr>
        <p:cNvPr id="1" name=""/>
        <p:cNvGrpSpPr/>
        <p:nvPr/>
      </p:nvGrpSpPr>
      <p:grpSpPr>
        <a:xfrm>
          <a:off x="0" y="0"/>
          <a:ext cx="0" cy="0"/>
          <a:chOff x="0" y="0"/>
          <a:chExt cx="0" cy="0"/>
        </a:xfrm>
      </p:grpSpPr>
      <p:graphicFrame>
        <p:nvGraphicFramePr>
          <p:cNvPr id="10" name="Object 9" hidden="1">
            <a:extLst>
              <a:ext uri="{FF2B5EF4-FFF2-40B4-BE49-F238E27FC236}">
                <a16:creationId xmlns:a16="http://schemas.microsoft.com/office/drawing/2014/main" id="{F550997B-C79C-51D5-4CAB-2F2F0BEE7514}"/>
              </a:ext>
            </a:extLst>
          </p:cNvPr>
          <p:cNvGraphicFramePr>
            <a:graphicFrameLocks noChangeAspect="1"/>
          </p:cNvGraphicFramePr>
          <p:nvPr userDrawn="1">
            <p:custDataLst>
              <p:tags r:id="rId1"/>
            </p:custDataLst>
            <p:extLst>
              <p:ext uri="{D42A27DB-BD31-4B8C-83A1-F6EECF244321}">
                <p14:modId xmlns:p14="http://schemas.microsoft.com/office/powerpoint/2010/main" val="421042710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663" imgH="664" progId="TCLayout.ActiveDocument.1">
                  <p:embed/>
                </p:oleObj>
              </mc:Choice>
              <mc:Fallback>
                <p:oleObj name="think-cell Slide" r:id="rId3" imgW="663" imgH="664" progId="TCLayout.ActiveDocument.1">
                  <p:embed/>
                  <p:pic>
                    <p:nvPicPr>
                      <p:cNvPr id="10" name="Object 9" hidden="1">
                        <a:extLst>
                          <a:ext uri="{FF2B5EF4-FFF2-40B4-BE49-F238E27FC236}">
                            <a16:creationId xmlns:a16="http://schemas.microsoft.com/office/drawing/2014/main" id="{F550997B-C79C-51D5-4CAB-2F2F0BEE7514}"/>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descr="Slide headline">
            <a:extLst>
              <a:ext uri="{FF2B5EF4-FFF2-40B4-BE49-F238E27FC236}">
                <a16:creationId xmlns:a16="http://schemas.microsoft.com/office/drawing/2014/main" id="{E568133C-15D2-4F33-802E-DF15E7891829}"/>
              </a:ext>
            </a:extLst>
          </p:cNvPr>
          <p:cNvSpPr>
            <a:spLocks noGrp="1"/>
          </p:cNvSpPr>
          <p:nvPr>
            <p:ph type="title"/>
          </p:nvPr>
        </p:nvSpPr>
        <p:spPr bwMode="black"/>
        <p:txBody>
          <a:bodyPr vert="horz"/>
          <a:lstStyle>
            <a:lvl1pPr>
              <a:defRPr>
                <a:solidFill>
                  <a:srgbClr val="000028"/>
                </a:solidFill>
              </a:defRPr>
            </a:lvl1pPr>
          </a:lstStyle>
          <a:p>
            <a:r>
              <a:rPr lang="en-US"/>
              <a:t>Click to edit Master title style</a:t>
            </a:r>
          </a:p>
        </p:txBody>
      </p:sp>
      <p:sp>
        <p:nvSpPr>
          <p:cNvPr id="7" name="Picture Placeholder" descr="Thematic picture – please describe further">
            <a:extLst>
              <a:ext uri="{FF2B5EF4-FFF2-40B4-BE49-F238E27FC236}">
                <a16:creationId xmlns:a16="http://schemas.microsoft.com/office/drawing/2014/main" id="{90866A30-329B-420B-B42B-2C69E0DE6D9B}"/>
              </a:ext>
            </a:extLst>
          </p:cNvPr>
          <p:cNvSpPr>
            <a:spLocks noGrp="1"/>
          </p:cNvSpPr>
          <p:nvPr>
            <p:ph type="pic" sz="quarter" idx="12" hasCustomPrompt="1"/>
          </p:nvPr>
        </p:nvSpPr>
        <p:spPr bwMode="ltGray">
          <a:xfrm>
            <a:off x="411161" y="1414800"/>
            <a:ext cx="7199313" cy="4752000"/>
          </a:xfrm>
          <a:solidFill>
            <a:srgbClr val="9999A9"/>
          </a:solidFill>
        </p:spPr>
        <p:txBody>
          <a:bodyPr lIns="144000" tIns="108000" rIns="144000" bIns="108000">
            <a:noAutofit/>
          </a:bodyPr>
          <a:lstStyle/>
          <a:p>
            <a:r>
              <a:rPr lang="en-US"/>
              <a:t>Thematic picture</a:t>
            </a:r>
          </a:p>
        </p:txBody>
      </p:sp>
      <p:sp>
        <p:nvSpPr>
          <p:cNvPr id="4" name="Copy" descr="Content text frame">
            <a:extLst>
              <a:ext uri="{FF2B5EF4-FFF2-40B4-BE49-F238E27FC236}">
                <a16:creationId xmlns:a16="http://schemas.microsoft.com/office/drawing/2014/main" id="{BF3FF41E-3844-4153-B955-A1F3E9EC1D30}"/>
              </a:ext>
            </a:extLst>
          </p:cNvPr>
          <p:cNvSpPr>
            <a:spLocks noGrp="1"/>
          </p:cNvSpPr>
          <p:nvPr>
            <p:ph sz="half" idx="2"/>
          </p:nvPr>
        </p:nvSpPr>
        <p:spPr bwMode="black">
          <a:xfrm>
            <a:off x="8043189" y="1414800"/>
            <a:ext cx="3744000" cy="4752000"/>
          </a:xfrm>
          <a:prstGeom prst="rect">
            <a:avLst/>
          </a:prstGeom>
        </p:spPr>
        <p:txBody>
          <a:bodyPr>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pic>
        <p:nvPicPr>
          <p:cNvPr id="9" name="Siemens Logo" descr="Siemens logo">
            <a:extLst>
              <a:ext uri="{FF2B5EF4-FFF2-40B4-BE49-F238E27FC236}">
                <a16:creationId xmlns:a16="http://schemas.microsoft.com/office/drawing/2014/main" id="{F468BE17-5D03-45C2-9D37-CF354AAA9589}"/>
              </a:ext>
              <a:ext uri="{C183D7F6-B498-43B3-948B-1728B52AA6E4}">
                <adec:decorative xmlns:adec="http://schemas.microsoft.com/office/drawing/2017/decorative" val="0"/>
              </a:ext>
            </a:extLst>
          </p:cNvPr>
          <p:cNvPicPr>
            <a:picLocks noChangeAspect="1"/>
          </p:cNvPicPr>
          <p:nvPr userDrawn="1"/>
        </p:nvPicPr>
        <p:blipFill>
          <a:blip r:embed="rId5" cstate="email">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p:blipFill>
        <p:spPr bwMode="black">
          <a:xfrm>
            <a:off x="10635188" y="6418800"/>
            <a:ext cx="1152000" cy="183168"/>
          </a:xfrm>
          <a:prstGeom prst="rect">
            <a:avLst/>
          </a:prstGeom>
        </p:spPr>
      </p:pic>
      <p:sp>
        <p:nvSpPr>
          <p:cNvPr id="3" name="Footer Placeholder" descr="Footer with copyright, author and department information, and date">
            <a:extLst>
              <a:ext uri="{FF2B5EF4-FFF2-40B4-BE49-F238E27FC236}">
                <a16:creationId xmlns:a16="http://schemas.microsoft.com/office/drawing/2014/main" id="{33756E69-CA2F-47EC-9D32-CB09C4CD83F1}"/>
              </a:ext>
            </a:extLst>
          </p:cNvPr>
          <p:cNvSpPr>
            <a:spLocks noGrp="1"/>
          </p:cNvSpPr>
          <p:nvPr>
            <p:ph type="ftr" sz="quarter" idx="13"/>
          </p:nvPr>
        </p:nvSpPr>
        <p:spPr bwMode="black"/>
        <p:txBody>
          <a:bodyPr/>
          <a:lstStyle/>
          <a:p>
            <a:pPr>
              <a:lnSpc>
                <a:spcPct val="100000"/>
              </a:lnSpc>
            </a:pPr>
            <a:r>
              <a:rPr lang="en-US"/>
              <a:t>Restricted | © Siemens 2024 | SHERPA X | YYYY-MM-DD | Status: Draft</a:t>
            </a:r>
          </a:p>
        </p:txBody>
      </p:sp>
      <p:sp>
        <p:nvSpPr>
          <p:cNvPr id="5" name="Slide Number Placeholder">
            <a:extLst>
              <a:ext uri="{FF2B5EF4-FFF2-40B4-BE49-F238E27FC236}">
                <a16:creationId xmlns:a16="http://schemas.microsoft.com/office/drawing/2014/main" id="{95022CCB-0484-488B-8637-222C3919B0F7}"/>
              </a:ext>
              <a:ext uri="{C183D7F6-B498-43B3-948B-1728B52AA6E4}">
                <adec:decorative xmlns:adec="http://schemas.microsoft.com/office/drawing/2017/decorative" val="1"/>
              </a:ext>
            </a:extLst>
          </p:cNvPr>
          <p:cNvSpPr>
            <a:spLocks noGrp="1"/>
          </p:cNvSpPr>
          <p:nvPr>
            <p:ph type="sldNum" sz="quarter" idx="14"/>
          </p:nvPr>
        </p:nvSpPr>
        <p:spPr bwMode="black"/>
        <p:txBody>
          <a:bodyPr/>
          <a:lstStyle/>
          <a:p>
            <a:r>
              <a:rPr lang="en-US"/>
              <a:t>Page </a:t>
            </a:r>
            <a:fld id="{15EBE321-CBB1-4E91-BD14-37C8D44326FB}" type="slidenum">
              <a:rPr lang="en-US" smtClean="0"/>
              <a:pPr/>
              <a:t>‹#›</a:t>
            </a:fld>
            <a:endParaRPr lang="en-US"/>
          </a:p>
        </p:txBody>
      </p:sp>
      <p:pic>
        <p:nvPicPr>
          <p:cNvPr id="6" name="Imagem 5" descr="Uma imagem com Tipo de letra, Gráficos, texto, captura de ecrã&#10;&#10;Descrição gerada automaticamente">
            <a:extLst>
              <a:ext uri="{FF2B5EF4-FFF2-40B4-BE49-F238E27FC236}">
                <a16:creationId xmlns:a16="http://schemas.microsoft.com/office/drawing/2014/main" id="{A6CCB8F0-0618-7671-C46E-BF4120281962}"/>
              </a:ext>
            </a:extLst>
          </p:cNvPr>
          <p:cNvPicPr>
            <a:picLocks noChangeAspect="1"/>
          </p:cNvPicPr>
          <p:nvPr userDrawn="1"/>
        </p:nvPicPr>
        <p:blipFill>
          <a:blip r:embed="rId7" cstate="email">
            <a:extLst>
              <a:ext uri="{28A0092B-C50C-407E-A947-70E740481C1C}">
                <a14:useLocalDpi xmlns:a14="http://schemas.microsoft.com/office/drawing/2010/main"/>
              </a:ext>
            </a:extLst>
          </a:blip>
          <a:stretch>
            <a:fillRect/>
          </a:stretch>
        </p:blipFill>
        <p:spPr>
          <a:xfrm>
            <a:off x="11025045" y="478800"/>
            <a:ext cx="755792" cy="755792"/>
          </a:xfrm>
          <a:prstGeom prst="rect">
            <a:avLst/>
          </a:prstGeom>
        </p:spPr>
      </p:pic>
    </p:spTree>
    <p:extLst>
      <p:ext uri="{BB962C8B-B14F-4D97-AF65-F5344CB8AC3E}">
        <p14:creationId xmlns:p14="http://schemas.microsoft.com/office/powerpoint/2010/main" val="3461387510"/>
      </p:ext>
    </p:extLst>
  </p:cSld>
  <p:clrMapOvr>
    <a:masterClrMapping/>
  </p:clrMapOvr>
  <p:extLst>
    <p:ext uri="{DCECCB84-F9BA-43D5-87BE-67443E8EF086}">
      <p15:sldGuideLst xmlns:p15="http://schemas.microsoft.com/office/powerpoint/2012/main">
        <p15:guide id="1" pos="259">
          <p15:clr>
            <a:srgbClr val="65CEFF"/>
          </p15:clr>
        </p15:guide>
        <p15:guide id="2" pos="4794">
          <p15:clr>
            <a:srgbClr val="65CEFF"/>
          </p15:clr>
        </p15:guide>
        <p15:guide id="3" pos="5066">
          <p15:clr>
            <a:srgbClr val="65CEFF"/>
          </p15:clr>
        </p15:guide>
        <p15:guide id="4" pos="6472">
          <p15:clr>
            <a:srgbClr val="65CEFF"/>
          </p15:clr>
        </p15:guide>
        <p15:guide id="5" pos="7425">
          <p15:clr>
            <a:srgbClr val="65CEFF"/>
          </p15:clr>
        </p15:guide>
        <p15:guide id="6" orient="horz" pos="302">
          <p15:clr>
            <a:srgbClr val="65CEFF"/>
          </p15:clr>
        </p15:guide>
        <p15:guide id="7" orient="horz" pos="664">
          <p15:clr>
            <a:srgbClr val="65CEFF"/>
          </p15:clr>
        </p15:guide>
        <p15:guide id="8" orient="horz" pos="891">
          <p15:clr>
            <a:srgbClr val="65CEFF"/>
          </p15:clr>
        </p15:guide>
        <p15:guide id="9" orient="horz" pos="3658">
          <p15:clr>
            <a:srgbClr val="65CEFF"/>
          </p15:clr>
        </p15:guide>
        <p15:guide id="10" orient="horz" pos="3885">
          <p15:clr>
            <a:srgbClr val="65CEFF"/>
          </p15:clr>
        </p15:guide>
        <p15:guide id="11" orient="horz" pos="4157">
          <p15:clr>
            <a:srgbClr val="65CEFF"/>
          </p15:clr>
        </p15:guide>
      </p15:sldGuideLst>
    </p:ext>
  </p:extLst>
</p:sldLayout>
</file>

<file path=ppt/slideLayouts/slideLayout70.xml><?xml version="1.0" encoding="utf-8"?>
<p:sldLayout xmlns:a="http://schemas.openxmlformats.org/drawingml/2006/main" xmlns:r="http://schemas.openxmlformats.org/officeDocument/2006/relationships" xmlns:p="http://schemas.openxmlformats.org/presentationml/2006/main" preserve="1" userDrawn="1">
  <p:cSld name="One table (large)">
    <p:spTree>
      <p:nvGrpSpPr>
        <p:cNvPr id="1" name=""/>
        <p:cNvGrpSpPr/>
        <p:nvPr/>
      </p:nvGrpSpPr>
      <p:grpSpPr>
        <a:xfrm>
          <a:off x="0" y="0"/>
          <a:ext cx="0" cy="0"/>
          <a:chOff x="0" y="0"/>
          <a:chExt cx="0" cy="0"/>
        </a:xfrm>
      </p:grpSpPr>
      <p:graphicFrame>
        <p:nvGraphicFramePr>
          <p:cNvPr id="8" name="Object 7" hidden="1">
            <a:extLst>
              <a:ext uri="{FF2B5EF4-FFF2-40B4-BE49-F238E27FC236}">
                <a16:creationId xmlns:a16="http://schemas.microsoft.com/office/drawing/2014/main" id="{611BDBF6-878D-2DD2-1307-8F917772EC0F}"/>
              </a:ext>
            </a:extLst>
          </p:cNvPr>
          <p:cNvGraphicFramePr>
            <a:graphicFrameLocks noChangeAspect="1"/>
          </p:cNvGraphicFramePr>
          <p:nvPr userDrawn="1">
            <p:custDataLst>
              <p:tags r:id="rId1"/>
            </p:custDataLst>
            <p:extLst>
              <p:ext uri="{D42A27DB-BD31-4B8C-83A1-F6EECF244321}">
                <p14:modId xmlns:p14="http://schemas.microsoft.com/office/powerpoint/2010/main" val="266831613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663" imgH="664" progId="TCLayout.ActiveDocument.1">
                  <p:embed/>
                </p:oleObj>
              </mc:Choice>
              <mc:Fallback>
                <p:oleObj name="think-cell Slide" r:id="rId3" imgW="663" imgH="664" progId="TCLayout.ActiveDocument.1">
                  <p:embed/>
                  <p:pic>
                    <p:nvPicPr>
                      <p:cNvPr id="8" name="Object 7" hidden="1">
                        <a:extLst>
                          <a:ext uri="{FF2B5EF4-FFF2-40B4-BE49-F238E27FC236}">
                            <a16:creationId xmlns:a16="http://schemas.microsoft.com/office/drawing/2014/main" id="{611BDBF6-878D-2DD2-1307-8F917772EC0F}"/>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7" name="Title" descr="Slide headline">
            <a:extLst>
              <a:ext uri="{FF2B5EF4-FFF2-40B4-BE49-F238E27FC236}">
                <a16:creationId xmlns:a16="http://schemas.microsoft.com/office/drawing/2014/main" id="{9C4633C1-8D3E-45A5-A522-817574663A85}"/>
              </a:ext>
            </a:extLst>
          </p:cNvPr>
          <p:cNvSpPr>
            <a:spLocks noGrp="1"/>
          </p:cNvSpPr>
          <p:nvPr>
            <p:ph type="title"/>
          </p:nvPr>
        </p:nvSpPr>
        <p:spPr bwMode="black"/>
        <p:txBody>
          <a:bodyPr vert="horz"/>
          <a:lstStyle>
            <a:lvl1pPr>
              <a:defRPr>
                <a:solidFill>
                  <a:srgbClr val="000028"/>
                </a:solidFill>
              </a:defRPr>
            </a:lvl1pPr>
          </a:lstStyle>
          <a:p>
            <a:r>
              <a:rPr lang="en-US"/>
              <a:t>Click to edit Master title style</a:t>
            </a:r>
          </a:p>
        </p:txBody>
      </p:sp>
      <p:sp>
        <p:nvSpPr>
          <p:cNvPr id="6" name="Table Placeholder" descr="Content table  frame">
            <a:extLst>
              <a:ext uri="{FF2B5EF4-FFF2-40B4-BE49-F238E27FC236}">
                <a16:creationId xmlns:a16="http://schemas.microsoft.com/office/drawing/2014/main" id="{D41D1FE0-EDDA-47B8-BF1F-831D4733C32A}"/>
              </a:ext>
            </a:extLst>
          </p:cNvPr>
          <p:cNvSpPr>
            <a:spLocks noGrp="1"/>
          </p:cNvSpPr>
          <p:nvPr>
            <p:ph type="tbl" sz="quarter" idx="12"/>
          </p:nvPr>
        </p:nvSpPr>
        <p:spPr bwMode="black">
          <a:xfrm>
            <a:off x="404812" y="1414461"/>
            <a:ext cx="11376026" cy="4392000"/>
          </a:xfrm>
        </p:spPr>
        <p:txBody>
          <a:bodyPr/>
          <a:lstStyle/>
          <a:p>
            <a:endParaRPr lang="en-US"/>
          </a:p>
        </p:txBody>
      </p:sp>
      <p:pic>
        <p:nvPicPr>
          <p:cNvPr id="9" name="Siemens Logo" descr="Siemens logo">
            <a:extLst>
              <a:ext uri="{FF2B5EF4-FFF2-40B4-BE49-F238E27FC236}">
                <a16:creationId xmlns:a16="http://schemas.microsoft.com/office/drawing/2014/main" id="{2EA6CE5F-6FF7-4E0A-AEB2-1A7C43CE05C1}"/>
              </a:ext>
              <a:ext uri="{C183D7F6-B498-43B3-948B-1728B52AA6E4}">
                <adec:decorative xmlns:adec="http://schemas.microsoft.com/office/drawing/2017/decorative" val="0"/>
              </a:ext>
            </a:extLst>
          </p:cNvPr>
          <p:cNvPicPr>
            <a:picLocks noChangeAspect="1"/>
          </p:cNvPicPr>
          <p:nvPr userDrawn="1"/>
        </p:nvPicPr>
        <p:blipFill>
          <a:blip r:embed="rId5" cstate="email">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p:blipFill>
        <p:spPr bwMode="black">
          <a:xfrm>
            <a:off x="10635188" y="6418800"/>
            <a:ext cx="1152000" cy="183168"/>
          </a:xfrm>
          <a:prstGeom prst="rect">
            <a:avLst/>
          </a:prstGeom>
        </p:spPr>
      </p:pic>
      <p:sp>
        <p:nvSpPr>
          <p:cNvPr id="3" name="Footer Placeholder" descr="Footer with copyright, author and department information, and date">
            <a:extLst>
              <a:ext uri="{FF2B5EF4-FFF2-40B4-BE49-F238E27FC236}">
                <a16:creationId xmlns:a16="http://schemas.microsoft.com/office/drawing/2014/main" id="{9CEA2FAD-1597-4F5C-878D-02CB854024F3}"/>
              </a:ext>
            </a:extLst>
          </p:cNvPr>
          <p:cNvSpPr>
            <a:spLocks noGrp="1"/>
          </p:cNvSpPr>
          <p:nvPr>
            <p:ph type="ftr" sz="quarter" idx="13"/>
          </p:nvPr>
        </p:nvSpPr>
        <p:spPr bwMode="black"/>
        <p:txBody>
          <a:bodyPr/>
          <a:lstStyle/>
          <a:p>
            <a:pPr>
              <a:lnSpc>
                <a:spcPct val="100000"/>
              </a:lnSpc>
            </a:pPr>
            <a:r>
              <a:rPr lang="en-US"/>
              <a:t>Restricted | © Siemens 2024 | SHERPA X | YYYY-MM-DD | Status: Draft</a:t>
            </a:r>
          </a:p>
        </p:txBody>
      </p:sp>
      <p:sp>
        <p:nvSpPr>
          <p:cNvPr id="5" name="Slide Number Placeholder">
            <a:extLst>
              <a:ext uri="{FF2B5EF4-FFF2-40B4-BE49-F238E27FC236}">
                <a16:creationId xmlns:a16="http://schemas.microsoft.com/office/drawing/2014/main" id="{CE0A22CB-5E69-4817-B713-C02B97CF6B91}"/>
              </a:ext>
              <a:ext uri="{C183D7F6-B498-43B3-948B-1728B52AA6E4}">
                <adec:decorative xmlns:adec="http://schemas.microsoft.com/office/drawing/2017/decorative" val="1"/>
              </a:ext>
            </a:extLst>
          </p:cNvPr>
          <p:cNvSpPr>
            <a:spLocks noGrp="1"/>
          </p:cNvSpPr>
          <p:nvPr>
            <p:ph type="sldNum" sz="quarter" idx="14"/>
          </p:nvPr>
        </p:nvSpPr>
        <p:spPr bwMode="black"/>
        <p:txBody>
          <a:bodyPr/>
          <a:lstStyle/>
          <a:p>
            <a:r>
              <a:rPr lang="en-US"/>
              <a:t>Page </a:t>
            </a:r>
            <a:fld id="{15EBE321-CBB1-4E91-BD14-37C8D44326FB}" type="slidenum">
              <a:rPr lang="en-US" smtClean="0"/>
              <a:pPr/>
              <a:t>‹#›</a:t>
            </a:fld>
            <a:endParaRPr lang="en-US"/>
          </a:p>
        </p:txBody>
      </p:sp>
      <p:pic>
        <p:nvPicPr>
          <p:cNvPr id="2" name="Imagem 1" descr="Uma imagem com Tipo de letra, Gráficos, texto, captura de ecrã&#10;&#10;Descrição gerada automaticamente">
            <a:extLst>
              <a:ext uri="{FF2B5EF4-FFF2-40B4-BE49-F238E27FC236}">
                <a16:creationId xmlns:a16="http://schemas.microsoft.com/office/drawing/2014/main" id="{91CC009F-904A-3B34-CD8E-992B6149546C}"/>
              </a:ext>
            </a:extLst>
          </p:cNvPr>
          <p:cNvPicPr>
            <a:picLocks noChangeAspect="1"/>
          </p:cNvPicPr>
          <p:nvPr userDrawn="1"/>
        </p:nvPicPr>
        <p:blipFill>
          <a:blip r:embed="rId7" cstate="email">
            <a:extLst>
              <a:ext uri="{28A0092B-C50C-407E-A947-70E740481C1C}">
                <a14:useLocalDpi xmlns:a14="http://schemas.microsoft.com/office/drawing/2010/main"/>
              </a:ext>
            </a:extLst>
          </a:blip>
          <a:stretch>
            <a:fillRect/>
          </a:stretch>
        </p:blipFill>
        <p:spPr>
          <a:xfrm>
            <a:off x="11025045" y="478800"/>
            <a:ext cx="755792" cy="755792"/>
          </a:xfrm>
          <a:prstGeom prst="rect">
            <a:avLst/>
          </a:prstGeom>
        </p:spPr>
      </p:pic>
    </p:spTree>
    <p:extLst>
      <p:ext uri="{BB962C8B-B14F-4D97-AF65-F5344CB8AC3E}">
        <p14:creationId xmlns:p14="http://schemas.microsoft.com/office/powerpoint/2010/main" val="859528500"/>
      </p:ext>
    </p:extLst>
  </p:cSld>
  <p:clrMapOvr>
    <a:masterClrMapping/>
  </p:clrMapOvr>
  <p:extLst>
    <p:ext uri="{DCECCB84-F9BA-43D5-87BE-67443E8EF086}">
      <p15:sldGuideLst xmlns:p15="http://schemas.microsoft.com/office/powerpoint/2012/main">
        <p15:guide id="1" pos="259">
          <p15:clr>
            <a:srgbClr val="65CEFF"/>
          </p15:clr>
        </p15:guide>
        <p15:guide id="2" pos="6472">
          <p15:clr>
            <a:srgbClr val="65CEFF"/>
          </p15:clr>
        </p15:guide>
        <p15:guide id="3" pos="7425">
          <p15:clr>
            <a:srgbClr val="65CEFF"/>
          </p15:clr>
        </p15:guide>
        <p15:guide id="4" orient="horz" pos="302">
          <p15:clr>
            <a:srgbClr val="65CEFF"/>
          </p15:clr>
        </p15:guide>
        <p15:guide id="5" orient="horz" pos="664">
          <p15:clr>
            <a:srgbClr val="65CEFF"/>
          </p15:clr>
        </p15:guide>
        <p15:guide id="6" orient="horz" pos="891">
          <p15:clr>
            <a:srgbClr val="65CEFF"/>
          </p15:clr>
        </p15:guide>
        <p15:guide id="7" orient="horz" pos="3658">
          <p15:clr>
            <a:srgbClr val="65CEFF"/>
          </p15:clr>
        </p15:guide>
        <p15:guide id="8" orient="horz" pos="3885">
          <p15:clr>
            <a:srgbClr val="65CEFF"/>
          </p15:clr>
        </p15:guide>
        <p15:guide id="9" orient="horz" pos="4157">
          <p15:clr>
            <a:srgbClr val="65CEFF"/>
          </p15:clr>
        </p15:guide>
      </p15:sldGuideLst>
    </p:ext>
  </p:extLst>
</p:sldLayout>
</file>

<file path=ppt/slideLayouts/slideLayout71.xml><?xml version="1.0" encoding="utf-8"?>
<p:sldLayout xmlns:a="http://schemas.openxmlformats.org/drawingml/2006/main" xmlns:r="http://schemas.openxmlformats.org/officeDocument/2006/relationships" xmlns:p="http://schemas.openxmlformats.org/presentationml/2006/main" preserve="1" userDrawn="1">
  <p:cSld name="Process flow">
    <p:bg>
      <p:bgRef idx="1001">
        <a:schemeClr val="bg2"/>
      </p:bgRef>
    </p:bg>
    <p:spTree>
      <p:nvGrpSpPr>
        <p:cNvPr id="1" name=""/>
        <p:cNvGrpSpPr/>
        <p:nvPr/>
      </p:nvGrpSpPr>
      <p:grpSpPr>
        <a:xfrm>
          <a:off x="0" y="0"/>
          <a:ext cx="0" cy="0"/>
          <a:chOff x="0" y="0"/>
          <a:chExt cx="0" cy="0"/>
        </a:xfrm>
      </p:grpSpPr>
      <p:graphicFrame>
        <p:nvGraphicFramePr>
          <p:cNvPr id="8" name="Object 7" hidden="1">
            <a:extLst>
              <a:ext uri="{FF2B5EF4-FFF2-40B4-BE49-F238E27FC236}">
                <a16:creationId xmlns:a16="http://schemas.microsoft.com/office/drawing/2014/main" id="{F82C904B-D4AC-EDB0-D560-B841D38E5A7B}"/>
              </a:ext>
            </a:extLst>
          </p:cNvPr>
          <p:cNvGraphicFramePr>
            <a:graphicFrameLocks noChangeAspect="1"/>
          </p:cNvGraphicFramePr>
          <p:nvPr userDrawn="1">
            <p:custDataLst>
              <p:tags r:id="rId1"/>
            </p:custDataLst>
            <p:extLst>
              <p:ext uri="{D42A27DB-BD31-4B8C-83A1-F6EECF244321}">
                <p14:modId xmlns:p14="http://schemas.microsoft.com/office/powerpoint/2010/main" val="412061801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663" imgH="664" progId="TCLayout.ActiveDocument.1">
                  <p:embed/>
                </p:oleObj>
              </mc:Choice>
              <mc:Fallback>
                <p:oleObj name="think-cell Slide" r:id="rId3" imgW="663" imgH="664" progId="TCLayout.ActiveDocument.1">
                  <p:embed/>
                  <p:pic>
                    <p:nvPicPr>
                      <p:cNvPr id="8" name="Object 7" hidden="1">
                        <a:extLst>
                          <a:ext uri="{FF2B5EF4-FFF2-40B4-BE49-F238E27FC236}">
                            <a16:creationId xmlns:a16="http://schemas.microsoft.com/office/drawing/2014/main" id="{F82C904B-D4AC-EDB0-D560-B841D38E5A7B}"/>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5" name="Title" descr="Slide headline">
            <a:extLst>
              <a:ext uri="{FF2B5EF4-FFF2-40B4-BE49-F238E27FC236}">
                <a16:creationId xmlns:a16="http://schemas.microsoft.com/office/drawing/2014/main" id="{9F2A455C-53B1-4792-8EA9-F00926C48E39}"/>
              </a:ext>
            </a:extLst>
          </p:cNvPr>
          <p:cNvSpPr>
            <a:spLocks noGrp="1"/>
          </p:cNvSpPr>
          <p:nvPr>
            <p:ph type="title"/>
          </p:nvPr>
        </p:nvSpPr>
        <p:spPr bwMode="black"/>
        <p:txBody>
          <a:bodyPr vert="horz"/>
          <a:lstStyle>
            <a:lvl1pPr>
              <a:defRPr>
                <a:solidFill>
                  <a:schemeClr val="tx1"/>
                </a:solidFill>
              </a:defRPr>
            </a:lvl1pPr>
          </a:lstStyle>
          <a:p>
            <a:r>
              <a:rPr lang="en-US"/>
              <a:t>Click to edit Master title style</a:t>
            </a:r>
          </a:p>
        </p:txBody>
      </p:sp>
      <p:sp>
        <p:nvSpPr>
          <p:cNvPr id="3" name="Copy 1" descr="Content text frame">
            <a:extLst>
              <a:ext uri="{FF2B5EF4-FFF2-40B4-BE49-F238E27FC236}">
                <a16:creationId xmlns:a16="http://schemas.microsoft.com/office/drawing/2014/main" id="{9CE7E2D8-94E8-4FE6-93A5-924CA3EC5315}"/>
              </a:ext>
            </a:extLst>
          </p:cNvPr>
          <p:cNvSpPr>
            <a:spLocks noGrp="1"/>
          </p:cNvSpPr>
          <p:nvPr>
            <p:ph idx="1"/>
          </p:nvPr>
        </p:nvSpPr>
        <p:spPr bwMode="black">
          <a:xfrm>
            <a:off x="411162" y="1414462"/>
            <a:ext cx="3600000" cy="4392000"/>
          </a:xfrm>
          <a:prstGeom prst="rect">
            <a:avLst/>
          </a:prstGeom>
          <a:ln w="19050">
            <a:solidFill>
              <a:srgbClr val="00BEDC"/>
            </a:solidFill>
          </a:ln>
        </p:spPr>
        <p:txBody>
          <a:bodyPr lIns="216000" tIns="144000" rIns="216000" bIns="144000">
            <a:noAutofit/>
          </a:bodyPr>
          <a:lstStyle>
            <a:lvl1pPr>
              <a:defRPr>
                <a:ln>
                  <a:noFill/>
                </a:ln>
              </a:defRPr>
            </a:lvl1pPr>
            <a:lvl2pPr>
              <a:buClr>
                <a:schemeClr val="tx1"/>
              </a:buClr>
              <a:defRPr>
                <a:ln>
                  <a:noFill/>
                </a:ln>
              </a:defRPr>
            </a:lvl2pPr>
            <a:lvl3pPr>
              <a:buClr>
                <a:schemeClr val="tx1"/>
              </a:buClr>
              <a:defRPr>
                <a:ln>
                  <a:noFill/>
                </a:ln>
              </a:defRPr>
            </a:lvl3pPr>
            <a:lvl4pPr>
              <a:buClr>
                <a:schemeClr val="tx1"/>
              </a:buClr>
              <a:defRPr>
                <a:ln>
                  <a:noFill/>
                </a:ln>
              </a:defRPr>
            </a:lvl4pPr>
            <a:lvl5pPr>
              <a:buClr>
                <a:schemeClr val="tx1"/>
              </a:buClr>
              <a:defRPr>
                <a:ln>
                  <a:noFill/>
                </a:ln>
              </a:defRPr>
            </a:lvl5pPr>
            <a:lvl6pPr>
              <a:buClr>
                <a:schemeClr val="tx1"/>
              </a:buClr>
              <a:defRPr>
                <a:ln>
                  <a:noFill/>
                </a:ln>
              </a:defRPr>
            </a:lvl6pPr>
            <a:lvl7pPr>
              <a:buClr>
                <a:schemeClr val="tx1"/>
              </a:buClr>
              <a:defRPr>
                <a:ln>
                  <a:noFill/>
                </a:ln>
              </a:defRPr>
            </a:lvl7pPr>
            <a:lvl8pPr>
              <a:buClr>
                <a:schemeClr val="tx1"/>
              </a:buClr>
              <a:defRPr>
                <a:ln>
                  <a:noFill/>
                </a:ln>
              </a:defRPr>
            </a:lvl8pPr>
            <a:lvl9pPr>
              <a:buClr>
                <a:schemeClr val="tx1"/>
              </a:buClr>
              <a:defRPr>
                <a:ln>
                  <a:noFill/>
                </a:ln>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11" name="Copy 2" descr="Content text frame">
            <a:extLst>
              <a:ext uri="{FF2B5EF4-FFF2-40B4-BE49-F238E27FC236}">
                <a16:creationId xmlns:a16="http://schemas.microsoft.com/office/drawing/2014/main" id="{3AC3CE10-0C4B-4A11-BA76-8CAFED13661C}"/>
              </a:ext>
            </a:extLst>
          </p:cNvPr>
          <p:cNvSpPr>
            <a:spLocks noGrp="1"/>
          </p:cNvSpPr>
          <p:nvPr>
            <p:ph idx="13"/>
          </p:nvPr>
        </p:nvSpPr>
        <p:spPr bwMode="black">
          <a:xfrm>
            <a:off x="4299176" y="1414462"/>
            <a:ext cx="3600000" cy="4392000"/>
          </a:xfrm>
          <a:prstGeom prst="rect">
            <a:avLst/>
          </a:prstGeom>
          <a:ln w="19050">
            <a:solidFill>
              <a:srgbClr val="00BEDC"/>
            </a:solidFill>
          </a:ln>
        </p:spPr>
        <p:txBody>
          <a:bodyPr lIns="216000" tIns="144000" rIns="216000" bIns="144000">
            <a:noAutofit/>
          </a:bodyPr>
          <a:lstStyle>
            <a:lvl1pPr>
              <a:defRPr>
                <a:ln>
                  <a:noFill/>
                </a:ln>
              </a:defRPr>
            </a:lvl1pPr>
            <a:lvl2pPr>
              <a:buClr>
                <a:schemeClr val="tx1"/>
              </a:buClr>
              <a:defRPr>
                <a:ln>
                  <a:noFill/>
                </a:ln>
              </a:defRPr>
            </a:lvl2pPr>
            <a:lvl3pPr>
              <a:buClr>
                <a:schemeClr val="tx1"/>
              </a:buClr>
              <a:defRPr>
                <a:ln>
                  <a:noFill/>
                </a:ln>
              </a:defRPr>
            </a:lvl3pPr>
            <a:lvl4pPr>
              <a:buClr>
                <a:schemeClr val="tx1"/>
              </a:buClr>
              <a:defRPr>
                <a:ln>
                  <a:noFill/>
                </a:ln>
              </a:defRPr>
            </a:lvl4pPr>
            <a:lvl5pPr>
              <a:buClr>
                <a:schemeClr val="tx1"/>
              </a:buClr>
              <a:defRPr>
                <a:ln>
                  <a:noFill/>
                </a:ln>
              </a:defRPr>
            </a:lvl5pPr>
            <a:lvl6pPr>
              <a:buClr>
                <a:schemeClr val="tx1"/>
              </a:buClr>
              <a:defRPr>
                <a:ln>
                  <a:noFill/>
                </a:ln>
              </a:defRPr>
            </a:lvl6pPr>
            <a:lvl7pPr>
              <a:buClr>
                <a:schemeClr val="tx1"/>
              </a:buClr>
              <a:defRPr>
                <a:ln>
                  <a:noFill/>
                </a:ln>
              </a:defRPr>
            </a:lvl7pPr>
            <a:lvl8pPr>
              <a:buClr>
                <a:schemeClr val="tx1"/>
              </a:buClr>
              <a:defRPr>
                <a:ln>
                  <a:noFill/>
                </a:ln>
              </a:defRPr>
            </a:lvl8pPr>
            <a:lvl9pPr>
              <a:buClr>
                <a:schemeClr val="tx1"/>
              </a:buClr>
              <a:defRPr>
                <a:ln>
                  <a:noFill/>
                </a:ln>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10" name="Copy 3" descr="Content text frame (highlight)">
            <a:extLst>
              <a:ext uri="{FF2B5EF4-FFF2-40B4-BE49-F238E27FC236}">
                <a16:creationId xmlns:a16="http://schemas.microsoft.com/office/drawing/2014/main" id="{E840DCCC-8E77-40B8-B94B-A4D3A4D77826}"/>
              </a:ext>
            </a:extLst>
          </p:cNvPr>
          <p:cNvSpPr>
            <a:spLocks noGrp="1"/>
          </p:cNvSpPr>
          <p:nvPr>
            <p:ph idx="12"/>
          </p:nvPr>
        </p:nvSpPr>
        <p:spPr bwMode="blackWhite">
          <a:xfrm>
            <a:off x="8187189" y="1414462"/>
            <a:ext cx="3600000" cy="4392000"/>
          </a:xfrm>
          <a:prstGeom prst="rect">
            <a:avLst/>
          </a:prstGeom>
          <a:solidFill>
            <a:srgbClr val="00BEDC"/>
          </a:solidFill>
          <a:ln w="19050">
            <a:solidFill>
              <a:srgbClr val="009999"/>
            </a:solidFill>
          </a:ln>
        </p:spPr>
        <p:txBody>
          <a:bodyPr lIns="216000" tIns="144000" rIns="216000" bIns="144000">
            <a:noAutofit/>
          </a:bodyPr>
          <a:lstStyle>
            <a:lvl1pPr>
              <a:defRPr>
                <a:solidFill>
                  <a:schemeClr val="tx1"/>
                </a:solidFill>
              </a:defRPr>
            </a:lvl1pPr>
            <a:lvl2pPr>
              <a:buClr>
                <a:schemeClr val="tx1"/>
              </a:buClr>
              <a:defRPr>
                <a:solidFill>
                  <a:schemeClr val="tx1"/>
                </a:solidFill>
              </a:defRPr>
            </a:lvl2pPr>
            <a:lvl3pPr>
              <a:buClr>
                <a:schemeClr val="tx1"/>
              </a:buClr>
              <a:defRPr>
                <a:solidFill>
                  <a:schemeClr val="tx1"/>
                </a:solidFill>
              </a:defRPr>
            </a:lvl3pPr>
            <a:lvl4pPr>
              <a:buClr>
                <a:schemeClr val="tx1"/>
              </a:buClr>
              <a:defRPr>
                <a:solidFill>
                  <a:schemeClr val="tx1"/>
                </a:solidFill>
              </a:defRPr>
            </a:lvl4pPr>
            <a:lvl5pPr>
              <a:buClr>
                <a:schemeClr val="tx1"/>
              </a:buClr>
              <a:defRPr>
                <a:solidFill>
                  <a:schemeClr val="tx1"/>
                </a:solidFill>
              </a:defRPr>
            </a:lvl5pPr>
            <a:lvl6pPr>
              <a:buClr>
                <a:schemeClr val="tx1"/>
              </a:buClr>
              <a:defRPr>
                <a:solidFill>
                  <a:schemeClr val="tx1"/>
                </a:solidFill>
              </a:defRPr>
            </a:lvl6pPr>
            <a:lvl7pPr>
              <a:buClr>
                <a:schemeClr val="tx1"/>
              </a:buClr>
              <a:defRPr>
                <a:solidFill>
                  <a:schemeClr val="tx1"/>
                </a:solidFill>
              </a:defRPr>
            </a:lvl7pPr>
            <a:lvl8pPr>
              <a:buClr>
                <a:schemeClr val="tx1"/>
              </a:buClr>
              <a:defRPr>
                <a:solidFill>
                  <a:schemeClr val="tx1"/>
                </a:solidFill>
              </a:defRPr>
            </a:lvl8pPr>
            <a:lvl9pPr>
              <a:buClr>
                <a:schemeClr val="tx1"/>
              </a:buClr>
              <a:defRPr>
                <a:solidFill>
                  <a:schemeClr val="tx1"/>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pic>
        <p:nvPicPr>
          <p:cNvPr id="9" name="Siemens Logo" descr="Siemens logo">
            <a:extLst>
              <a:ext uri="{FF2B5EF4-FFF2-40B4-BE49-F238E27FC236}">
                <a16:creationId xmlns:a16="http://schemas.microsoft.com/office/drawing/2014/main" id="{E5DDD55C-5C17-4BCD-A9BB-FE8A69DC48DE}"/>
              </a:ext>
              <a:ext uri="{C183D7F6-B498-43B3-948B-1728B52AA6E4}">
                <adec:decorative xmlns:adec="http://schemas.microsoft.com/office/drawing/2017/decorative" val="0"/>
              </a:ext>
            </a:extLst>
          </p:cNvPr>
          <p:cNvPicPr>
            <a:picLocks noChangeAspect="1"/>
          </p:cNvPicPr>
          <p:nvPr userDrawn="1"/>
        </p:nvPicPr>
        <p:blipFill>
          <a:blip r:embed="rId5" cstate="email">
            <a:extLst>
              <a:ext uri="{28A0092B-C50C-407E-A947-70E740481C1C}">
                <a14:useLocalDpi xmlns:a14="http://schemas.microsoft.com/office/drawing/2010/main"/>
              </a:ext>
              <a:ext uri="{96DAC541-7B7A-43D3-8B79-37D633B846F1}">
                <asvg:svgBlip xmlns:asvg="http://schemas.microsoft.com/office/drawing/2016/SVG/main" r:embed="rId6"/>
              </a:ext>
            </a:extLst>
          </a:blip>
          <a:srcRect/>
          <a:stretch/>
        </p:blipFill>
        <p:spPr bwMode="black">
          <a:xfrm>
            <a:off x="10635188" y="6418800"/>
            <a:ext cx="1152000" cy="183168"/>
          </a:xfrm>
          <a:prstGeom prst="rect">
            <a:avLst/>
          </a:prstGeom>
        </p:spPr>
      </p:pic>
      <p:sp>
        <p:nvSpPr>
          <p:cNvPr id="6" name="Footer Placeholder" descr="Footer with copyright, author and department information, and date">
            <a:extLst>
              <a:ext uri="{FF2B5EF4-FFF2-40B4-BE49-F238E27FC236}">
                <a16:creationId xmlns:a16="http://schemas.microsoft.com/office/drawing/2014/main" id="{91FCCEDD-7521-4BD5-8A32-A62DA6246709}"/>
              </a:ext>
            </a:extLst>
          </p:cNvPr>
          <p:cNvSpPr>
            <a:spLocks noGrp="1"/>
          </p:cNvSpPr>
          <p:nvPr>
            <p:ph type="ftr" sz="quarter" idx="14"/>
          </p:nvPr>
        </p:nvSpPr>
        <p:spPr bwMode="black"/>
        <p:txBody>
          <a:bodyPr/>
          <a:lstStyle/>
          <a:p>
            <a:pPr>
              <a:lnSpc>
                <a:spcPct val="100000"/>
              </a:lnSpc>
            </a:pPr>
            <a:r>
              <a:rPr lang="en-US"/>
              <a:t>Restricted | © Siemens 2024 | SHERPA X | YYYY-MM-DD | Status: Draft</a:t>
            </a:r>
          </a:p>
        </p:txBody>
      </p:sp>
      <p:sp>
        <p:nvSpPr>
          <p:cNvPr id="7" name="Slide Number Placeholder">
            <a:extLst>
              <a:ext uri="{FF2B5EF4-FFF2-40B4-BE49-F238E27FC236}">
                <a16:creationId xmlns:a16="http://schemas.microsoft.com/office/drawing/2014/main" id="{DC2AAE3E-7F56-4838-BCE7-6B966549F4DA}"/>
              </a:ext>
              <a:ext uri="{C183D7F6-B498-43B3-948B-1728B52AA6E4}">
                <adec:decorative xmlns:adec="http://schemas.microsoft.com/office/drawing/2017/decorative" val="1"/>
              </a:ext>
            </a:extLst>
          </p:cNvPr>
          <p:cNvSpPr>
            <a:spLocks noGrp="1"/>
          </p:cNvSpPr>
          <p:nvPr>
            <p:ph type="sldNum" sz="quarter" idx="15"/>
          </p:nvPr>
        </p:nvSpPr>
        <p:spPr bwMode="black"/>
        <p:txBody>
          <a:bodyPr/>
          <a:lstStyle/>
          <a:p>
            <a:r>
              <a:rPr lang="en-US"/>
              <a:t>Page </a:t>
            </a:r>
            <a:fld id="{15EBE321-CBB1-4E91-BD14-37C8D44326FB}" type="slidenum">
              <a:rPr lang="en-US" smtClean="0"/>
              <a:pPr/>
              <a:t>‹#›</a:t>
            </a:fld>
            <a:endParaRPr lang="en-US"/>
          </a:p>
        </p:txBody>
      </p:sp>
    </p:spTree>
    <p:extLst>
      <p:ext uri="{BB962C8B-B14F-4D97-AF65-F5344CB8AC3E}">
        <p14:creationId xmlns:p14="http://schemas.microsoft.com/office/powerpoint/2010/main" val="3403098583"/>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259">
          <p15:clr>
            <a:srgbClr val="65CEFF"/>
          </p15:clr>
        </p15:guide>
        <p15:guide id="2" pos="2526">
          <p15:clr>
            <a:srgbClr val="65CEFF"/>
          </p15:clr>
        </p15:guide>
        <p15:guide id="3" pos="2708">
          <p15:clr>
            <a:srgbClr val="65CEFF"/>
          </p15:clr>
        </p15:guide>
        <p15:guide id="4" pos="4975">
          <p15:clr>
            <a:srgbClr val="65CEFF"/>
          </p15:clr>
        </p15:guide>
        <p15:guide id="5" pos="5157">
          <p15:clr>
            <a:srgbClr val="65CEFF"/>
          </p15:clr>
        </p15:guide>
        <p15:guide id="6" pos="6472">
          <p15:clr>
            <a:srgbClr val="65CEFF"/>
          </p15:clr>
        </p15:guide>
        <p15:guide id="7" pos="7425">
          <p15:clr>
            <a:srgbClr val="65CEFF"/>
          </p15:clr>
        </p15:guide>
        <p15:guide id="8" orient="horz" pos="302">
          <p15:clr>
            <a:srgbClr val="65CEFF"/>
          </p15:clr>
        </p15:guide>
        <p15:guide id="9" orient="horz" pos="664">
          <p15:clr>
            <a:srgbClr val="65CEFF"/>
          </p15:clr>
        </p15:guide>
        <p15:guide id="10" orient="horz" pos="891">
          <p15:clr>
            <a:srgbClr val="65CEFF"/>
          </p15:clr>
        </p15:guide>
        <p15:guide id="11" orient="horz" pos="3658">
          <p15:clr>
            <a:srgbClr val="65CEFF"/>
          </p15:clr>
        </p15:guide>
        <p15:guide id="12" orient="horz" pos="3885">
          <p15:clr>
            <a:srgbClr val="65CEFF"/>
          </p15:clr>
        </p15:guide>
        <p15:guide id="13" orient="horz" pos="4157">
          <p15:clr>
            <a:srgbClr val="65CEFF"/>
          </p15:clr>
        </p15:guide>
      </p15:sldGuideLst>
    </p:ext>
  </p:extLst>
</p:sldLayout>
</file>

<file path=ppt/slideLayouts/slideLayout72.xml><?xml version="1.0" encoding="utf-8"?>
<p:sldLayout xmlns:a="http://schemas.openxmlformats.org/drawingml/2006/main" xmlns:r="http://schemas.openxmlformats.org/officeDocument/2006/relationships" xmlns:p="http://schemas.openxmlformats.org/presentationml/2006/main" preserve="1" userDrawn="1">
  <p:cSld name="Quote dark">
    <p:bg>
      <p:bgPr>
        <a:solidFill>
          <a:schemeClr val="bg2"/>
        </a:solidFill>
        <a:effectLst/>
      </p:bgPr>
    </p:bg>
    <p:spTree>
      <p:nvGrpSpPr>
        <p:cNvPr id="1" name=""/>
        <p:cNvGrpSpPr/>
        <p:nvPr/>
      </p:nvGrpSpPr>
      <p:grpSpPr>
        <a:xfrm>
          <a:off x="0" y="0"/>
          <a:ext cx="0" cy="0"/>
          <a:chOff x="0" y="0"/>
          <a:chExt cx="0" cy="0"/>
        </a:xfrm>
      </p:grpSpPr>
      <p:sp>
        <p:nvSpPr>
          <p:cNvPr id="4" name="Title">
            <a:extLst>
              <a:ext uri="{FF2B5EF4-FFF2-40B4-BE49-F238E27FC236}">
                <a16:creationId xmlns:a16="http://schemas.microsoft.com/office/drawing/2014/main" id="{00B813CE-4DD6-4EAD-800B-047C0542F19B}"/>
              </a:ext>
            </a:extLst>
          </p:cNvPr>
          <p:cNvSpPr>
            <a:spLocks noGrp="1"/>
          </p:cNvSpPr>
          <p:nvPr>
            <p:ph type="title"/>
          </p:nvPr>
        </p:nvSpPr>
        <p:spPr>
          <a:xfrm>
            <a:off x="410400" y="-540000"/>
            <a:ext cx="9863997" cy="360000"/>
          </a:xfrm>
        </p:spPr>
        <p:txBody>
          <a:bodyPr/>
          <a:lstStyle>
            <a:lvl1pPr>
              <a:defRPr b="0">
                <a:solidFill>
                  <a:schemeClr val="accent1">
                    <a:alpha val="0"/>
                  </a:schemeClr>
                </a:solidFill>
              </a:defRPr>
            </a:lvl1pPr>
          </a:lstStyle>
          <a:p>
            <a:r>
              <a:rPr lang="en-US"/>
              <a:t>Click to edit Master title style</a:t>
            </a:r>
          </a:p>
        </p:txBody>
      </p:sp>
      <p:sp>
        <p:nvSpPr>
          <p:cNvPr id="7" name="Copy" descr="Quote text frame">
            <a:extLst>
              <a:ext uri="{FF2B5EF4-FFF2-40B4-BE49-F238E27FC236}">
                <a16:creationId xmlns:a16="http://schemas.microsoft.com/office/drawing/2014/main" id="{9E21D6DF-C9DB-4F02-863A-C5513347A27E}"/>
              </a:ext>
            </a:extLst>
          </p:cNvPr>
          <p:cNvSpPr>
            <a:spLocks noGrp="1"/>
          </p:cNvSpPr>
          <p:nvPr>
            <p:ph type="body" sz="quarter" idx="12" hasCustomPrompt="1"/>
          </p:nvPr>
        </p:nvSpPr>
        <p:spPr bwMode="black">
          <a:xfrm>
            <a:off x="1022400" y="1702799"/>
            <a:ext cx="9252000" cy="4104000"/>
          </a:xfrm>
        </p:spPr>
        <p:txBody>
          <a:bodyPr>
            <a:noAutofit/>
          </a:bodyPr>
          <a:lstStyle>
            <a:lvl1pPr marL="0">
              <a:lnSpc>
                <a:spcPct val="110000"/>
              </a:lnSpc>
              <a:spcAft>
                <a:spcPts val="0"/>
              </a:spcAft>
              <a:defRPr sz="4800" b="0">
                <a:solidFill>
                  <a:schemeClr val="tx1"/>
                </a:solidFill>
              </a:defRPr>
            </a:lvl1pPr>
            <a:lvl2pPr marL="36000" indent="0">
              <a:lnSpc>
                <a:spcPct val="110000"/>
              </a:lnSpc>
              <a:spcBef>
                <a:spcPts val="600"/>
              </a:spcBef>
              <a:spcAft>
                <a:spcPts val="0"/>
              </a:spcAft>
              <a:buNone/>
              <a:defRPr sz="1800"/>
            </a:lvl2pPr>
            <a:lvl3pPr marL="36000" indent="0">
              <a:lnSpc>
                <a:spcPct val="110000"/>
              </a:lnSpc>
              <a:spcBef>
                <a:spcPts val="600"/>
              </a:spcBef>
              <a:spcAft>
                <a:spcPts val="0"/>
              </a:spcAft>
              <a:buNone/>
              <a:defRPr sz="1800">
                <a:solidFill>
                  <a:schemeClr val="tx1"/>
                </a:solidFill>
              </a:defRPr>
            </a:lvl3pPr>
            <a:lvl4pPr marL="0" indent="0">
              <a:lnSpc>
                <a:spcPct val="110000"/>
              </a:lnSpc>
              <a:spcAft>
                <a:spcPts val="0"/>
              </a:spcAft>
              <a:buNone/>
              <a:defRPr sz="4800"/>
            </a:lvl4pPr>
            <a:lvl5pPr marL="0" indent="0">
              <a:lnSpc>
                <a:spcPct val="110000"/>
              </a:lnSpc>
              <a:spcAft>
                <a:spcPts val="0"/>
              </a:spcAft>
              <a:buNone/>
              <a:defRPr sz="4800"/>
            </a:lvl5pPr>
          </a:lstStyle>
          <a:p>
            <a:pPr lvl="0"/>
            <a:r>
              <a:rPr lang="en-US"/>
              <a:t>Please insert quote here</a:t>
            </a:r>
          </a:p>
          <a:p>
            <a:pPr lvl="1"/>
            <a:r>
              <a:rPr lang="en-US"/>
              <a:t>Name, Author</a:t>
            </a:r>
          </a:p>
        </p:txBody>
      </p:sp>
      <p:sp>
        <p:nvSpPr>
          <p:cNvPr id="11" name="Quote marks">
            <a:extLst>
              <a:ext uri="{FF2B5EF4-FFF2-40B4-BE49-F238E27FC236}">
                <a16:creationId xmlns:a16="http://schemas.microsoft.com/office/drawing/2014/main" id="{916E4245-F21C-4EAB-8B26-FEA21C26067F}"/>
              </a:ext>
              <a:ext uri="{C183D7F6-B498-43B3-948B-1728B52AA6E4}">
                <adec:decorative xmlns:adec="http://schemas.microsoft.com/office/drawing/2017/decorative" val="1"/>
              </a:ext>
            </a:extLst>
          </p:cNvPr>
          <p:cNvSpPr/>
          <p:nvPr userDrawn="1"/>
        </p:nvSpPr>
        <p:spPr bwMode="ltGray">
          <a:xfrm>
            <a:off x="1058400" y="766763"/>
            <a:ext cx="907891" cy="647700"/>
          </a:xfrm>
          <a:custGeom>
            <a:avLst/>
            <a:gdLst>
              <a:gd name="connsiteX0" fmla="*/ 0 w 2619164"/>
              <a:gd name="connsiteY0" fmla="*/ 1868543 h 1868542"/>
              <a:gd name="connsiteX1" fmla="*/ 742610 w 2619164"/>
              <a:gd name="connsiteY1" fmla="*/ 0 h 1868542"/>
              <a:gd name="connsiteX2" fmla="*/ 1318210 w 2619164"/>
              <a:gd name="connsiteY2" fmla="*/ 0 h 1868542"/>
              <a:gd name="connsiteX3" fmla="*/ 742610 w 2619164"/>
              <a:gd name="connsiteY3" fmla="*/ 1868543 h 1868542"/>
              <a:gd name="connsiteX4" fmla="*/ 0 w 2619164"/>
              <a:gd name="connsiteY4" fmla="*/ 1868543 h 1868542"/>
              <a:gd name="connsiteX5" fmla="*/ 1300954 w 2619164"/>
              <a:gd name="connsiteY5" fmla="*/ 1868543 h 1868542"/>
              <a:gd name="connsiteX6" fmla="*/ 2043564 w 2619164"/>
              <a:gd name="connsiteY6" fmla="*/ 0 h 1868542"/>
              <a:gd name="connsiteX7" fmla="*/ 2619164 w 2619164"/>
              <a:gd name="connsiteY7" fmla="*/ 0 h 1868542"/>
              <a:gd name="connsiteX8" fmla="*/ 2043564 w 2619164"/>
              <a:gd name="connsiteY8" fmla="*/ 1868543 h 1868542"/>
              <a:gd name="connsiteX9" fmla="*/ 1300954 w 2619164"/>
              <a:gd name="connsiteY9" fmla="*/ 1868543 h 18685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619164" h="1868542">
                <a:moveTo>
                  <a:pt x="0" y="1868543"/>
                </a:moveTo>
                <a:lnTo>
                  <a:pt x="742610" y="0"/>
                </a:lnTo>
                <a:lnTo>
                  <a:pt x="1318210" y="0"/>
                </a:lnTo>
                <a:lnTo>
                  <a:pt x="742610" y="1868543"/>
                </a:lnTo>
                <a:lnTo>
                  <a:pt x="0" y="1868543"/>
                </a:lnTo>
                <a:close/>
                <a:moveTo>
                  <a:pt x="1300954" y="1868543"/>
                </a:moveTo>
                <a:lnTo>
                  <a:pt x="2043564" y="0"/>
                </a:lnTo>
                <a:lnTo>
                  <a:pt x="2619164" y="0"/>
                </a:lnTo>
                <a:lnTo>
                  <a:pt x="2043564" y="1868543"/>
                </a:lnTo>
                <a:lnTo>
                  <a:pt x="1300954" y="1868543"/>
                </a:lnTo>
                <a:close/>
              </a:path>
            </a:pathLst>
          </a:custGeom>
          <a:gradFill>
            <a:gsLst>
              <a:gs pos="15000">
                <a:srgbClr val="00FFB9"/>
              </a:gs>
              <a:gs pos="80000">
                <a:srgbClr val="00E6DC"/>
              </a:gs>
            </a:gsLst>
            <a:lin ang="5400000" scaled="1"/>
          </a:gradFill>
          <a:ln w="61580" cap="flat">
            <a:noFill/>
            <a:prstDash val="solid"/>
            <a:miter/>
          </a:ln>
        </p:spPr>
        <p:txBody>
          <a:bodyPr rtlCol="0" anchor="ctr"/>
          <a:lstStyle/>
          <a:p>
            <a:endParaRPr lang="en-US"/>
          </a:p>
        </p:txBody>
      </p:sp>
      <p:pic>
        <p:nvPicPr>
          <p:cNvPr id="8" name="Siemens Logo" descr="Siemens logo">
            <a:extLst>
              <a:ext uri="{FF2B5EF4-FFF2-40B4-BE49-F238E27FC236}">
                <a16:creationId xmlns:a16="http://schemas.microsoft.com/office/drawing/2014/main" id="{AF2E271F-5AF7-408E-9752-03D1D6448EAA}"/>
              </a:ext>
              <a:ext uri="{C183D7F6-B498-43B3-948B-1728B52AA6E4}">
                <adec:decorative xmlns:adec="http://schemas.microsoft.com/office/drawing/2017/decorative" val="0"/>
              </a:ext>
            </a:extLst>
          </p:cNvPr>
          <p:cNvPicPr>
            <a:picLocks noChangeAspect="1"/>
          </p:cNvPicPr>
          <p:nvPr userDrawn="1"/>
        </p:nvPicPr>
        <p:blipFill>
          <a:blip r:embed="rId2" cstate="email">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p:blipFill>
        <p:spPr bwMode="black">
          <a:xfrm>
            <a:off x="10635188" y="6418800"/>
            <a:ext cx="1152000" cy="183168"/>
          </a:xfrm>
          <a:prstGeom prst="rect">
            <a:avLst/>
          </a:prstGeom>
        </p:spPr>
      </p:pic>
      <p:sp>
        <p:nvSpPr>
          <p:cNvPr id="2" name="Footer Placeholder" descr="Footer with copyright, author and department information, and date">
            <a:extLst>
              <a:ext uri="{FF2B5EF4-FFF2-40B4-BE49-F238E27FC236}">
                <a16:creationId xmlns:a16="http://schemas.microsoft.com/office/drawing/2014/main" id="{EC4F35EF-AC94-4800-9CB7-CA49CAFDD249}"/>
              </a:ext>
            </a:extLst>
          </p:cNvPr>
          <p:cNvSpPr>
            <a:spLocks noGrp="1"/>
          </p:cNvSpPr>
          <p:nvPr>
            <p:ph type="ftr" sz="quarter" idx="13"/>
          </p:nvPr>
        </p:nvSpPr>
        <p:spPr bwMode="black"/>
        <p:txBody>
          <a:bodyPr/>
          <a:lstStyle/>
          <a:p>
            <a:pPr>
              <a:lnSpc>
                <a:spcPct val="100000"/>
              </a:lnSpc>
            </a:pPr>
            <a:r>
              <a:rPr lang="en-US"/>
              <a:t>Restricted | © Siemens 2024 | SHERPA X | YYYY-MM-DD | Status: Draft</a:t>
            </a:r>
          </a:p>
        </p:txBody>
      </p:sp>
      <p:sp>
        <p:nvSpPr>
          <p:cNvPr id="3" name="Slide Number Placeholder">
            <a:extLst>
              <a:ext uri="{FF2B5EF4-FFF2-40B4-BE49-F238E27FC236}">
                <a16:creationId xmlns:a16="http://schemas.microsoft.com/office/drawing/2014/main" id="{CCC7FBE7-01B9-4EC8-8BE1-F416F7C5B7AA}"/>
              </a:ext>
              <a:ext uri="{C183D7F6-B498-43B3-948B-1728B52AA6E4}">
                <adec:decorative xmlns:adec="http://schemas.microsoft.com/office/drawing/2017/decorative" val="1"/>
              </a:ext>
            </a:extLst>
          </p:cNvPr>
          <p:cNvSpPr>
            <a:spLocks noGrp="1"/>
          </p:cNvSpPr>
          <p:nvPr>
            <p:ph type="sldNum" sz="quarter" idx="14"/>
          </p:nvPr>
        </p:nvSpPr>
        <p:spPr bwMode="black"/>
        <p:txBody>
          <a:bodyPr/>
          <a:lstStyle/>
          <a:p>
            <a:r>
              <a:rPr lang="en-US"/>
              <a:t>Page </a:t>
            </a:r>
            <a:fld id="{15EBE321-CBB1-4E91-BD14-37C8D44326FB}" type="slidenum">
              <a:rPr lang="en-US" smtClean="0"/>
              <a:pPr/>
              <a:t>‹#›</a:t>
            </a:fld>
            <a:endParaRPr lang="en-US"/>
          </a:p>
        </p:txBody>
      </p:sp>
    </p:spTree>
    <p:extLst>
      <p:ext uri="{BB962C8B-B14F-4D97-AF65-F5344CB8AC3E}">
        <p14:creationId xmlns:p14="http://schemas.microsoft.com/office/powerpoint/2010/main" val="681552433"/>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259">
          <p15:clr>
            <a:srgbClr val="65CEFF"/>
          </p15:clr>
        </p15:guide>
        <p15:guide id="2" pos="6472">
          <p15:clr>
            <a:srgbClr val="65CEFF"/>
          </p15:clr>
        </p15:guide>
        <p15:guide id="3" pos="7425">
          <p15:clr>
            <a:srgbClr val="65CEFF"/>
          </p15:clr>
        </p15:guide>
        <p15:guide id="4" orient="horz" pos="891">
          <p15:clr>
            <a:srgbClr val="65CEFF"/>
          </p15:clr>
        </p15:guide>
        <p15:guide id="5" orient="horz" pos="1073">
          <p15:clr>
            <a:srgbClr val="65CEFF"/>
          </p15:clr>
        </p15:guide>
        <p15:guide id="6" orient="horz" pos="3658">
          <p15:clr>
            <a:srgbClr val="65CEFF"/>
          </p15:clr>
        </p15:guide>
        <p15:guide id="7" orient="horz" pos="3885">
          <p15:clr>
            <a:srgbClr val="65CEFF"/>
          </p15:clr>
        </p15:guide>
        <p15:guide id="8" orient="horz" pos="4157">
          <p15:clr>
            <a:srgbClr val="65CEFF"/>
          </p15:clr>
        </p15:guide>
      </p15:sldGuideLst>
    </p:ext>
  </p:extLst>
</p:sldLayout>
</file>

<file path=ppt/slideLayouts/slideLayout73.xml><?xml version="1.0" encoding="utf-8"?>
<p:sldLayout xmlns:a="http://schemas.openxmlformats.org/drawingml/2006/main" xmlns:r="http://schemas.openxmlformats.org/officeDocument/2006/relationships" xmlns:p="http://schemas.openxmlformats.org/presentationml/2006/main" preserve="1" userDrawn="1">
  <p:cSld name="Quote light">
    <p:spTree>
      <p:nvGrpSpPr>
        <p:cNvPr id="1" name=""/>
        <p:cNvGrpSpPr/>
        <p:nvPr/>
      </p:nvGrpSpPr>
      <p:grpSpPr>
        <a:xfrm>
          <a:off x="0" y="0"/>
          <a:ext cx="0" cy="0"/>
          <a:chOff x="0" y="0"/>
          <a:chExt cx="0" cy="0"/>
        </a:xfrm>
      </p:grpSpPr>
      <p:graphicFrame>
        <p:nvGraphicFramePr>
          <p:cNvPr id="8" name="Object 7" hidden="1">
            <a:extLst>
              <a:ext uri="{FF2B5EF4-FFF2-40B4-BE49-F238E27FC236}">
                <a16:creationId xmlns:a16="http://schemas.microsoft.com/office/drawing/2014/main" id="{DC4093E6-4FDF-8AED-2D7C-E73D45025E6B}"/>
              </a:ext>
            </a:extLst>
          </p:cNvPr>
          <p:cNvGraphicFramePr>
            <a:graphicFrameLocks noChangeAspect="1"/>
          </p:cNvGraphicFramePr>
          <p:nvPr userDrawn="1">
            <p:custDataLst>
              <p:tags r:id="rId1"/>
            </p:custDataLst>
            <p:extLst>
              <p:ext uri="{D42A27DB-BD31-4B8C-83A1-F6EECF244321}">
                <p14:modId xmlns:p14="http://schemas.microsoft.com/office/powerpoint/2010/main" val="262922196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663" imgH="664" progId="TCLayout.ActiveDocument.1">
                  <p:embed/>
                </p:oleObj>
              </mc:Choice>
              <mc:Fallback>
                <p:oleObj name="think-cell Slide" r:id="rId3" imgW="663" imgH="664" progId="TCLayout.ActiveDocument.1">
                  <p:embed/>
                  <p:pic>
                    <p:nvPicPr>
                      <p:cNvPr id="8" name="Object 7" hidden="1">
                        <a:extLst>
                          <a:ext uri="{FF2B5EF4-FFF2-40B4-BE49-F238E27FC236}">
                            <a16:creationId xmlns:a16="http://schemas.microsoft.com/office/drawing/2014/main" id="{DC4093E6-4FDF-8AED-2D7C-E73D45025E6B}"/>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7" name="Copy" descr="Quote text frame">
            <a:extLst>
              <a:ext uri="{FF2B5EF4-FFF2-40B4-BE49-F238E27FC236}">
                <a16:creationId xmlns:a16="http://schemas.microsoft.com/office/drawing/2014/main" id="{9E21D6DF-C9DB-4F02-863A-C5513347A27E}"/>
              </a:ext>
            </a:extLst>
          </p:cNvPr>
          <p:cNvSpPr>
            <a:spLocks noGrp="1"/>
          </p:cNvSpPr>
          <p:nvPr>
            <p:ph type="body" sz="quarter" idx="12" hasCustomPrompt="1"/>
          </p:nvPr>
        </p:nvSpPr>
        <p:spPr bwMode="black">
          <a:xfrm>
            <a:off x="1022400" y="1702799"/>
            <a:ext cx="9252760" cy="4104000"/>
          </a:xfrm>
        </p:spPr>
        <p:txBody>
          <a:bodyPr>
            <a:noAutofit/>
          </a:bodyPr>
          <a:lstStyle>
            <a:lvl1pPr marL="0">
              <a:lnSpc>
                <a:spcPct val="110000"/>
              </a:lnSpc>
              <a:spcAft>
                <a:spcPts val="0"/>
              </a:spcAft>
              <a:defRPr sz="4800" b="0">
                <a:solidFill>
                  <a:schemeClr val="tx2"/>
                </a:solidFill>
              </a:defRPr>
            </a:lvl1pPr>
            <a:lvl2pPr marL="36000" indent="0">
              <a:lnSpc>
                <a:spcPct val="110000"/>
              </a:lnSpc>
              <a:spcBef>
                <a:spcPts val="600"/>
              </a:spcBef>
              <a:spcAft>
                <a:spcPts val="0"/>
              </a:spcAft>
              <a:buNone/>
              <a:defRPr sz="1800">
                <a:solidFill>
                  <a:schemeClr val="tx2"/>
                </a:solidFill>
              </a:defRPr>
            </a:lvl2pPr>
            <a:lvl3pPr marL="36000" indent="0">
              <a:lnSpc>
                <a:spcPct val="110000"/>
              </a:lnSpc>
              <a:spcBef>
                <a:spcPts val="600"/>
              </a:spcBef>
              <a:spcAft>
                <a:spcPts val="0"/>
              </a:spcAft>
              <a:buNone/>
              <a:defRPr sz="1800">
                <a:solidFill>
                  <a:schemeClr val="accent1"/>
                </a:solidFill>
              </a:defRPr>
            </a:lvl3pPr>
            <a:lvl4pPr marL="0" indent="0">
              <a:lnSpc>
                <a:spcPct val="110000"/>
              </a:lnSpc>
              <a:spcAft>
                <a:spcPts val="0"/>
              </a:spcAft>
              <a:buNone/>
              <a:defRPr sz="4800"/>
            </a:lvl4pPr>
            <a:lvl5pPr marL="0" indent="0">
              <a:lnSpc>
                <a:spcPct val="110000"/>
              </a:lnSpc>
              <a:spcAft>
                <a:spcPts val="0"/>
              </a:spcAft>
              <a:buNone/>
              <a:defRPr sz="4800"/>
            </a:lvl5pPr>
          </a:lstStyle>
          <a:p>
            <a:pPr lvl="0"/>
            <a:r>
              <a:rPr lang="en-US"/>
              <a:t>Please insert quote here</a:t>
            </a:r>
          </a:p>
          <a:p>
            <a:pPr lvl="1"/>
            <a:r>
              <a:rPr lang="en-US"/>
              <a:t>Name, Author</a:t>
            </a:r>
          </a:p>
        </p:txBody>
      </p:sp>
      <p:sp>
        <p:nvSpPr>
          <p:cNvPr id="12" name="Quote marks">
            <a:extLst>
              <a:ext uri="{FF2B5EF4-FFF2-40B4-BE49-F238E27FC236}">
                <a16:creationId xmlns:a16="http://schemas.microsoft.com/office/drawing/2014/main" id="{58EF2AB0-A78A-44C9-9A7D-F20D9ED854E0}"/>
              </a:ext>
              <a:ext uri="{C183D7F6-B498-43B3-948B-1728B52AA6E4}">
                <adec:decorative xmlns:adec="http://schemas.microsoft.com/office/drawing/2017/decorative" val="1"/>
              </a:ext>
            </a:extLst>
          </p:cNvPr>
          <p:cNvSpPr/>
          <p:nvPr/>
        </p:nvSpPr>
        <p:spPr bwMode="ltGray">
          <a:xfrm>
            <a:off x="1058400" y="766763"/>
            <a:ext cx="907891" cy="647700"/>
          </a:xfrm>
          <a:custGeom>
            <a:avLst/>
            <a:gdLst>
              <a:gd name="connsiteX0" fmla="*/ 0 w 2619164"/>
              <a:gd name="connsiteY0" fmla="*/ 1868543 h 1868542"/>
              <a:gd name="connsiteX1" fmla="*/ 742610 w 2619164"/>
              <a:gd name="connsiteY1" fmla="*/ 0 h 1868542"/>
              <a:gd name="connsiteX2" fmla="*/ 1318210 w 2619164"/>
              <a:gd name="connsiteY2" fmla="*/ 0 h 1868542"/>
              <a:gd name="connsiteX3" fmla="*/ 742610 w 2619164"/>
              <a:gd name="connsiteY3" fmla="*/ 1868543 h 1868542"/>
              <a:gd name="connsiteX4" fmla="*/ 0 w 2619164"/>
              <a:gd name="connsiteY4" fmla="*/ 1868543 h 1868542"/>
              <a:gd name="connsiteX5" fmla="*/ 1300954 w 2619164"/>
              <a:gd name="connsiteY5" fmla="*/ 1868543 h 1868542"/>
              <a:gd name="connsiteX6" fmla="*/ 2043564 w 2619164"/>
              <a:gd name="connsiteY6" fmla="*/ 0 h 1868542"/>
              <a:gd name="connsiteX7" fmla="*/ 2619164 w 2619164"/>
              <a:gd name="connsiteY7" fmla="*/ 0 h 1868542"/>
              <a:gd name="connsiteX8" fmla="*/ 2043564 w 2619164"/>
              <a:gd name="connsiteY8" fmla="*/ 1868543 h 1868542"/>
              <a:gd name="connsiteX9" fmla="*/ 1300954 w 2619164"/>
              <a:gd name="connsiteY9" fmla="*/ 1868543 h 18685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619164" h="1868542">
                <a:moveTo>
                  <a:pt x="0" y="1868543"/>
                </a:moveTo>
                <a:lnTo>
                  <a:pt x="742610" y="0"/>
                </a:lnTo>
                <a:lnTo>
                  <a:pt x="1318210" y="0"/>
                </a:lnTo>
                <a:lnTo>
                  <a:pt x="742610" y="1868543"/>
                </a:lnTo>
                <a:lnTo>
                  <a:pt x="0" y="1868543"/>
                </a:lnTo>
                <a:close/>
                <a:moveTo>
                  <a:pt x="1300954" y="1868543"/>
                </a:moveTo>
                <a:lnTo>
                  <a:pt x="2043564" y="0"/>
                </a:lnTo>
                <a:lnTo>
                  <a:pt x="2619164" y="0"/>
                </a:lnTo>
                <a:lnTo>
                  <a:pt x="2043564" y="1868543"/>
                </a:lnTo>
                <a:lnTo>
                  <a:pt x="1300954" y="1868543"/>
                </a:lnTo>
                <a:close/>
              </a:path>
            </a:pathLst>
          </a:custGeom>
          <a:gradFill>
            <a:gsLst>
              <a:gs pos="15000">
                <a:srgbClr val="00FFB9"/>
              </a:gs>
              <a:gs pos="80000">
                <a:srgbClr val="00E6DC"/>
              </a:gs>
            </a:gsLst>
            <a:lin ang="5400000" scaled="1"/>
          </a:gradFill>
          <a:ln w="61580" cap="flat">
            <a:noFill/>
            <a:prstDash val="solid"/>
            <a:miter/>
          </a:ln>
        </p:spPr>
        <p:txBody>
          <a:bodyPr rtlCol="0" anchor="ctr"/>
          <a:lstStyle/>
          <a:p>
            <a:endParaRPr lang="en-US"/>
          </a:p>
        </p:txBody>
      </p:sp>
      <p:pic>
        <p:nvPicPr>
          <p:cNvPr id="4" name="Siemens Logo" descr="Siemens logo">
            <a:extLst>
              <a:ext uri="{FF2B5EF4-FFF2-40B4-BE49-F238E27FC236}">
                <a16:creationId xmlns:a16="http://schemas.microsoft.com/office/drawing/2014/main" id="{F8D833B7-9866-4D2D-AEB7-012D6DDE2A37}"/>
              </a:ext>
              <a:ext uri="{C183D7F6-B498-43B3-948B-1728B52AA6E4}">
                <adec:decorative xmlns:adec="http://schemas.microsoft.com/office/drawing/2017/decorative" val="0"/>
              </a:ext>
            </a:extLst>
          </p:cNvPr>
          <p:cNvPicPr>
            <a:picLocks noChangeAspect="1"/>
          </p:cNvPicPr>
          <p:nvPr userDrawn="1"/>
        </p:nvPicPr>
        <p:blipFill>
          <a:blip r:embed="rId5" cstate="email">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p:blipFill>
        <p:spPr bwMode="black">
          <a:xfrm>
            <a:off x="10635188" y="6418800"/>
            <a:ext cx="1152000" cy="183168"/>
          </a:xfrm>
          <a:prstGeom prst="rect">
            <a:avLst/>
          </a:prstGeom>
        </p:spPr>
      </p:pic>
      <p:sp>
        <p:nvSpPr>
          <p:cNvPr id="2" name="Footer Placeholder" descr="Footer with copyright, author and department information, and date">
            <a:extLst>
              <a:ext uri="{FF2B5EF4-FFF2-40B4-BE49-F238E27FC236}">
                <a16:creationId xmlns:a16="http://schemas.microsoft.com/office/drawing/2014/main" id="{6AEDD147-ACC0-4A9C-9043-90612765C0FA}"/>
              </a:ext>
            </a:extLst>
          </p:cNvPr>
          <p:cNvSpPr>
            <a:spLocks noGrp="1"/>
          </p:cNvSpPr>
          <p:nvPr>
            <p:ph type="ftr" sz="quarter" idx="13"/>
          </p:nvPr>
        </p:nvSpPr>
        <p:spPr bwMode="black"/>
        <p:txBody>
          <a:bodyPr/>
          <a:lstStyle/>
          <a:p>
            <a:pPr>
              <a:lnSpc>
                <a:spcPct val="100000"/>
              </a:lnSpc>
            </a:pPr>
            <a:r>
              <a:rPr lang="en-US"/>
              <a:t>Restricted | © Siemens 2024 | SHERPA X | YYYY-MM-DD | Status: Draft</a:t>
            </a:r>
          </a:p>
        </p:txBody>
      </p:sp>
      <p:sp>
        <p:nvSpPr>
          <p:cNvPr id="3" name="Slide Number Placeholder">
            <a:extLst>
              <a:ext uri="{FF2B5EF4-FFF2-40B4-BE49-F238E27FC236}">
                <a16:creationId xmlns:a16="http://schemas.microsoft.com/office/drawing/2014/main" id="{4131F54F-C70B-4435-91E6-F995F83E6C69}"/>
              </a:ext>
              <a:ext uri="{C183D7F6-B498-43B3-948B-1728B52AA6E4}">
                <adec:decorative xmlns:adec="http://schemas.microsoft.com/office/drawing/2017/decorative" val="1"/>
              </a:ext>
            </a:extLst>
          </p:cNvPr>
          <p:cNvSpPr>
            <a:spLocks noGrp="1"/>
          </p:cNvSpPr>
          <p:nvPr>
            <p:ph type="sldNum" sz="quarter" idx="14"/>
          </p:nvPr>
        </p:nvSpPr>
        <p:spPr bwMode="black"/>
        <p:txBody>
          <a:bodyPr/>
          <a:lstStyle/>
          <a:p>
            <a:r>
              <a:rPr lang="en-US"/>
              <a:t>Page </a:t>
            </a:r>
            <a:fld id="{15EBE321-CBB1-4E91-BD14-37C8D44326FB}" type="slidenum">
              <a:rPr lang="en-US" smtClean="0"/>
              <a:pPr/>
              <a:t>‹#›</a:t>
            </a:fld>
            <a:endParaRPr lang="en-US"/>
          </a:p>
        </p:txBody>
      </p:sp>
      <p:pic>
        <p:nvPicPr>
          <p:cNvPr id="6" name="Imagem 5" descr="Uma imagem com Tipo de letra, Gráficos, texto, captura de ecrã&#10;&#10;Descrição gerada automaticamente">
            <a:extLst>
              <a:ext uri="{FF2B5EF4-FFF2-40B4-BE49-F238E27FC236}">
                <a16:creationId xmlns:a16="http://schemas.microsoft.com/office/drawing/2014/main" id="{C00B2712-58A8-5D13-7EC3-D8C35F7F3DA7}"/>
              </a:ext>
            </a:extLst>
          </p:cNvPr>
          <p:cNvPicPr>
            <a:picLocks noChangeAspect="1"/>
          </p:cNvPicPr>
          <p:nvPr userDrawn="1"/>
        </p:nvPicPr>
        <p:blipFill>
          <a:blip r:embed="rId7" cstate="email">
            <a:extLst>
              <a:ext uri="{28A0092B-C50C-407E-A947-70E740481C1C}">
                <a14:useLocalDpi xmlns:a14="http://schemas.microsoft.com/office/drawing/2010/main"/>
              </a:ext>
            </a:extLst>
          </a:blip>
          <a:stretch>
            <a:fillRect/>
          </a:stretch>
        </p:blipFill>
        <p:spPr>
          <a:xfrm>
            <a:off x="11025045" y="478800"/>
            <a:ext cx="755792" cy="755792"/>
          </a:xfrm>
          <a:prstGeom prst="rect">
            <a:avLst/>
          </a:prstGeom>
        </p:spPr>
      </p:pic>
    </p:spTree>
    <p:extLst>
      <p:ext uri="{BB962C8B-B14F-4D97-AF65-F5344CB8AC3E}">
        <p14:creationId xmlns:p14="http://schemas.microsoft.com/office/powerpoint/2010/main" val="2453054202"/>
      </p:ext>
    </p:extLst>
  </p:cSld>
  <p:clrMapOvr>
    <a:masterClrMapping/>
  </p:clrMapOvr>
  <p:extLst>
    <p:ext uri="{DCECCB84-F9BA-43D5-87BE-67443E8EF086}">
      <p15:sldGuideLst xmlns:p15="http://schemas.microsoft.com/office/powerpoint/2012/main">
        <p15:guide id="1" pos="259">
          <p15:clr>
            <a:srgbClr val="65CEFF"/>
          </p15:clr>
        </p15:guide>
        <p15:guide id="2" pos="6472">
          <p15:clr>
            <a:srgbClr val="65CEFF"/>
          </p15:clr>
        </p15:guide>
        <p15:guide id="3" pos="7425">
          <p15:clr>
            <a:srgbClr val="65CEFF"/>
          </p15:clr>
        </p15:guide>
        <p15:guide id="4" orient="horz" pos="891">
          <p15:clr>
            <a:srgbClr val="65CEFF"/>
          </p15:clr>
        </p15:guide>
        <p15:guide id="5" orient="horz" pos="1073">
          <p15:clr>
            <a:srgbClr val="65CEFF"/>
          </p15:clr>
        </p15:guide>
        <p15:guide id="6" orient="horz" pos="2206">
          <p15:clr>
            <a:srgbClr val="65CEFF"/>
          </p15:clr>
        </p15:guide>
        <p15:guide id="7" orient="horz" pos="2343">
          <p15:clr>
            <a:srgbClr val="65CEFF"/>
          </p15:clr>
        </p15:guide>
        <p15:guide id="8" orient="horz" pos="3658">
          <p15:clr>
            <a:srgbClr val="65CEFF"/>
          </p15:clr>
        </p15:guide>
        <p15:guide id="9" orient="horz" pos="3885">
          <p15:clr>
            <a:srgbClr val="65CEFF"/>
          </p15:clr>
        </p15:guide>
        <p15:guide id="10" orient="horz" pos="4157">
          <p15:clr>
            <a:srgbClr val="65CEFF"/>
          </p15:clr>
        </p15:guide>
      </p15:sldGuideLst>
    </p:ext>
  </p:extLst>
</p:sldLayout>
</file>

<file path=ppt/slideLayouts/slideLayout74.xml><?xml version="1.0" encoding="utf-8"?>
<p:sldLayout xmlns:a="http://schemas.openxmlformats.org/drawingml/2006/main" xmlns:r="http://schemas.openxmlformats.org/officeDocument/2006/relationships" xmlns:p="http://schemas.openxmlformats.org/presentationml/2006/main" preserve="1" userDrawn="1">
  <p:cSld name="Contact">
    <p:bg>
      <p:bgRef idx="1001">
        <a:schemeClr val="bg2"/>
      </p:bgRef>
    </p:bg>
    <p:spTree>
      <p:nvGrpSpPr>
        <p:cNvPr id="1" name=""/>
        <p:cNvGrpSpPr/>
        <p:nvPr/>
      </p:nvGrpSpPr>
      <p:grpSpPr>
        <a:xfrm>
          <a:off x="0" y="0"/>
          <a:ext cx="0" cy="0"/>
          <a:chOff x="0" y="0"/>
          <a:chExt cx="0" cy="0"/>
        </a:xfrm>
      </p:grpSpPr>
      <p:sp>
        <p:nvSpPr>
          <p:cNvPr id="6" name="Title" descr="Slide headline">
            <a:extLst>
              <a:ext uri="{FF2B5EF4-FFF2-40B4-BE49-F238E27FC236}">
                <a16:creationId xmlns:a16="http://schemas.microsoft.com/office/drawing/2014/main" id="{B29E3DA4-014E-4F3D-8186-84366ADFCB03}"/>
              </a:ext>
            </a:extLst>
          </p:cNvPr>
          <p:cNvSpPr>
            <a:spLocks noGrp="1"/>
          </p:cNvSpPr>
          <p:nvPr>
            <p:ph type="title" hasCustomPrompt="1"/>
          </p:nvPr>
        </p:nvSpPr>
        <p:spPr bwMode="black">
          <a:xfrm>
            <a:off x="1058400" y="1234800"/>
            <a:ext cx="9216000" cy="1162523"/>
          </a:xfrm>
          <a:noFill/>
        </p:spPr>
        <p:txBody>
          <a:bodyPr wrap="square" lIns="0" tIns="54000" rIns="0" bIns="0" anchor="t" anchorCtr="0">
            <a:spAutoFit/>
          </a:bodyPr>
          <a:lstStyle>
            <a:lvl1pPr marL="0">
              <a:defRPr sz="8000">
                <a:solidFill>
                  <a:schemeClr val="tx1"/>
                </a:solidFill>
              </a:defRPr>
            </a:lvl1pPr>
          </a:lstStyle>
          <a:p>
            <a:r>
              <a:rPr lang="en-US"/>
              <a:t>Contact</a:t>
            </a:r>
          </a:p>
        </p:txBody>
      </p:sp>
      <p:sp>
        <p:nvSpPr>
          <p:cNvPr id="3" name="Copy" descr="Content text frame">
            <a:extLst>
              <a:ext uri="{FF2B5EF4-FFF2-40B4-BE49-F238E27FC236}">
                <a16:creationId xmlns:a16="http://schemas.microsoft.com/office/drawing/2014/main" id="{89304306-5233-4901-B576-444696A2EA33}"/>
              </a:ext>
            </a:extLst>
          </p:cNvPr>
          <p:cNvSpPr>
            <a:spLocks noGrp="1"/>
          </p:cNvSpPr>
          <p:nvPr>
            <p:ph type="subTitle" idx="1" hasCustomPrompt="1"/>
          </p:nvPr>
        </p:nvSpPr>
        <p:spPr bwMode="black">
          <a:xfrm>
            <a:off x="1058400" y="2397324"/>
            <a:ext cx="9216000" cy="3409751"/>
          </a:xfrm>
          <a:prstGeom prst="rect">
            <a:avLst/>
          </a:prstGeom>
        </p:spPr>
        <p:txBody>
          <a:bodyPr tIns="108000">
            <a:noAutofit/>
          </a:bodyPr>
          <a:lstStyle>
            <a:lvl1pPr marL="0" indent="0" algn="l">
              <a:spcAft>
                <a:spcPts val="0"/>
              </a:spcAft>
              <a:buNone/>
              <a:defRPr sz="1400">
                <a:solidFill>
                  <a:schemeClr val="tx1"/>
                </a:solidFill>
              </a:defRPr>
            </a:lvl1pPr>
            <a:lvl2pPr marL="0" indent="0" algn="l">
              <a:spcBef>
                <a:spcPts val="600"/>
              </a:spcBef>
              <a:spcAft>
                <a:spcPts val="0"/>
              </a:spcAft>
              <a:buFont typeface="Arial" panose="020B0604020202020204" pitchFamily="34" charset="0"/>
              <a:buNone/>
              <a:defRPr sz="1400" b="1">
                <a:solidFill>
                  <a:schemeClr val="tx1"/>
                </a:solidFill>
              </a:defRPr>
            </a:lvl2pPr>
            <a:lvl3pPr marL="144000" indent="-144000" algn="l">
              <a:spcAft>
                <a:spcPts val="0"/>
              </a:spcAft>
              <a:buFont typeface="Arial" panose="020B0604020202020204" pitchFamily="34" charset="0"/>
              <a:buChar char="•"/>
              <a:defRPr sz="1400" b="0"/>
            </a:lvl3pPr>
            <a:lvl4pPr marL="0" indent="0" algn="l">
              <a:spcBef>
                <a:spcPts val="600"/>
              </a:spcBef>
              <a:spcAft>
                <a:spcPts val="0"/>
              </a:spcAft>
              <a:buFont typeface="Arial" panose="020B0604020202020204" pitchFamily="34" charset="0"/>
              <a:buNone/>
              <a:defRPr sz="1400" b="1"/>
            </a:lvl4pPr>
            <a:lvl5pPr marL="144000" indent="-144000" algn="l">
              <a:spcAft>
                <a:spcPts val="0"/>
              </a:spcAft>
              <a:buClrTx/>
              <a:buFont typeface="Arial" panose="020B0604020202020204" pitchFamily="34" charset="0"/>
              <a:buChar char="•"/>
              <a:defRPr sz="1400" b="0">
                <a:solidFill>
                  <a:schemeClr val="tx1"/>
                </a:solidFill>
              </a:defRPr>
            </a:lvl5pPr>
            <a:lvl6pPr marL="360000" indent="-180000" algn="l">
              <a:spcAft>
                <a:spcPts val="0"/>
              </a:spcAft>
              <a:buFont typeface="Arial" panose="020B0604020202020204" pitchFamily="34" charset="0"/>
              <a:buChar char="•"/>
              <a:defRPr sz="1400"/>
            </a:lvl6pPr>
            <a:lvl7pPr marL="360000" indent="-180000" algn="l">
              <a:spcAft>
                <a:spcPts val="0"/>
              </a:spcAft>
              <a:buClrTx/>
              <a:buFont typeface="Arial" panose="020B0604020202020204" pitchFamily="34" charset="0"/>
              <a:buChar char="•"/>
              <a:defRPr sz="1400" b="0"/>
            </a:lvl7pPr>
            <a:lvl8pPr marL="540000" indent="-180000" algn="l">
              <a:spcAft>
                <a:spcPts val="0"/>
              </a:spcAft>
              <a:buFont typeface="Arial" panose="020B0604020202020204" pitchFamily="34" charset="0"/>
              <a:buChar char="•"/>
              <a:defRPr sz="1400"/>
            </a:lvl8pPr>
            <a:lvl9pPr marL="540000" indent="-180000" algn="l">
              <a:spcAft>
                <a:spcPts val="0"/>
              </a:spcAft>
              <a:buClrTx/>
              <a:buFont typeface="Arial" panose="020B0604020202020204" pitchFamily="34" charset="0"/>
              <a:buChar char="•"/>
              <a:defRPr sz="1400" b="0"/>
            </a:lvl9pPr>
          </a:lstStyle>
          <a:p>
            <a:pPr lvl="0"/>
            <a:r>
              <a:rPr lang="en-US"/>
              <a:t>Click to edit the contact</a:t>
            </a:r>
          </a:p>
          <a:p>
            <a:pPr lvl="1"/>
            <a:r>
              <a:rPr lang="en-US"/>
              <a:t>Name etc.</a:t>
            </a:r>
          </a:p>
          <a:p>
            <a:pPr lvl="2"/>
            <a:r>
              <a:rPr lang="en-US"/>
              <a:t>Skills etc.</a:t>
            </a:r>
          </a:p>
          <a:p>
            <a:pPr lvl="3"/>
            <a:r>
              <a:rPr lang="en-US"/>
              <a:t>Name etc. sublevel</a:t>
            </a:r>
          </a:p>
          <a:p>
            <a:pPr lvl="4"/>
            <a:r>
              <a:rPr lang="en-US"/>
              <a:t>Skills etc. sublevel</a:t>
            </a:r>
          </a:p>
        </p:txBody>
      </p:sp>
      <p:pic>
        <p:nvPicPr>
          <p:cNvPr id="10" name="Siemens Logo" descr="Siemens logo">
            <a:extLst>
              <a:ext uri="{FF2B5EF4-FFF2-40B4-BE49-F238E27FC236}">
                <a16:creationId xmlns:a16="http://schemas.microsoft.com/office/drawing/2014/main" id="{5FD2C39E-5D81-4A0E-9F45-909328900889}"/>
              </a:ext>
              <a:ext uri="{C183D7F6-B498-43B3-948B-1728B52AA6E4}">
                <adec:decorative xmlns:adec="http://schemas.microsoft.com/office/drawing/2017/decorative" val="0"/>
              </a:ext>
            </a:extLst>
          </p:cNvPr>
          <p:cNvPicPr>
            <a:picLocks noChangeAspect="1"/>
          </p:cNvPicPr>
          <p:nvPr userDrawn="1"/>
        </p:nvPicPr>
        <p:blipFill>
          <a:blip r:embed="rId2" cstate="email">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p:blipFill>
        <p:spPr bwMode="black">
          <a:xfrm>
            <a:off x="10635188" y="6418800"/>
            <a:ext cx="1152000" cy="183168"/>
          </a:xfrm>
          <a:prstGeom prst="rect">
            <a:avLst/>
          </a:prstGeom>
        </p:spPr>
      </p:pic>
      <p:sp>
        <p:nvSpPr>
          <p:cNvPr id="8" name="Footer Placeholder" descr="Footer with copyright, author and department information, and date">
            <a:extLst>
              <a:ext uri="{FF2B5EF4-FFF2-40B4-BE49-F238E27FC236}">
                <a16:creationId xmlns:a16="http://schemas.microsoft.com/office/drawing/2014/main" id="{3279A350-3BB2-4CA2-A422-8F5A951F6F64}"/>
              </a:ext>
            </a:extLst>
          </p:cNvPr>
          <p:cNvSpPr>
            <a:spLocks noGrp="1"/>
          </p:cNvSpPr>
          <p:nvPr>
            <p:ph type="ftr" sz="quarter" idx="10"/>
          </p:nvPr>
        </p:nvSpPr>
        <p:spPr bwMode="black"/>
        <p:txBody>
          <a:bodyPr/>
          <a:lstStyle/>
          <a:p>
            <a:pPr>
              <a:lnSpc>
                <a:spcPct val="100000"/>
              </a:lnSpc>
            </a:pPr>
            <a:r>
              <a:rPr lang="en-US"/>
              <a:t>Restricted | © Siemens 2024 | SHERPA X | YYYY-MM-DD | Status: Draft</a:t>
            </a:r>
          </a:p>
        </p:txBody>
      </p:sp>
      <p:sp>
        <p:nvSpPr>
          <p:cNvPr id="9" name="Slide Number Placeholder">
            <a:extLst>
              <a:ext uri="{FF2B5EF4-FFF2-40B4-BE49-F238E27FC236}">
                <a16:creationId xmlns:a16="http://schemas.microsoft.com/office/drawing/2014/main" id="{CFF9630D-791D-45AE-8E5E-36F747F599E9}"/>
              </a:ext>
              <a:ext uri="{C183D7F6-B498-43B3-948B-1728B52AA6E4}">
                <adec:decorative xmlns:adec="http://schemas.microsoft.com/office/drawing/2017/decorative" val="1"/>
              </a:ext>
            </a:extLst>
          </p:cNvPr>
          <p:cNvSpPr>
            <a:spLocks noGrp="1"/>
          </p:cNvSpPr>
          <p:nvPr>
            <p:ph type="sldNum" sz="quarter" idx="11"/>
          </p:nvPr>
        </p:nvSpPr>
        <p:spPr bwMode="black"/>
        <p:txBody>
          <a:bodyPr/>
          <a:lstStyle/>
          <a:p>
            <a:r>
              <a:rPr lang="en-US"/>
              <a:t>Page </a:t>
            </a:r>
            <a:fld id="{15EBE321-CBB1-4E91-BD14-37C8D44326FB}" type="slidenum">
              <a:rPr lang="en-US" smtClean="0"/>
              <a:pPr/>
              <a:t>‹#›</a:t>
            </a:fld>
            <a:endParaRPr lang="en-US"/>
          </a:p>
        </p:txBody>
      </p:sp>
    </p:spTree>
    <p:extLst>
      <p:ext uri="{BB962C8B-B14F-4D97-AF65-F5344CB8AC3E}">
        <p14:creationId xmlns:p14="http://schemas.microsoft.com/office/powerpoint/2010/main" val="1726308300"/>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259">
          <p15:clr>
            <a:srgbClr val="65CEFF"/>
          </p15:clr>
        </p15:guide>
        <p15:guide id="2" pos="6472">
          <p15:clr>
            <a:srgbClr val="65CEFF"/>
          </p15:clr>
        </p15:guide>
        <p15:guide id="3" pos="7425">
          <p15:clr>
            <a:srgbClr val="65CEFF"/>
          </p15:clr>
        </p15:guide>
        <p15:guide id="4" orient="horz" pos="778">
          <p15:clr>
            <a:srgbClr val="65CEFF"/>
          </p15:clr>
        </p15:guide>
        <p15:guide id="5" orient="horz" pos="3658">
          <p15:clr>
            <a:srgbClr val="65CEFF"/>
          </p15:clr>
        </p15:guide>
        <p15:guide id="6" orient="horz" pos="4157">
          <p15:clr>
            <a:srgbClr val="65CEFF"/>
          </p15:clr>
        </p15:guide>
      </p15:sldGuideLst>
    </p:ext>
  </p:extLst>
</p:sldLayout>
</file>

<file path=ppt/slideLayouts/slideLayout75.xml><?xml version="1.0" encoding="utf-8"?>
<p:sldLayout xmlns:a="http://schemas.openxmlformats.org/drawingml/2006/main" xmlns:r="http://schemas.openxmlformats.org/officeDocument/2006/relationships" xmlns:p="http://schemas.openxmlformats.org/presentationml/2006/main" userDrawn="1">
  <p:cSld name="1_One object (small)">
    <p:spTree>
      <p:nvGrpSpPr>
        <p:cNvPr id="1" name=""/>
        <p:cNvGrpSpPr/>
        <p:nvPr/>
      </p:nvGrpSpPr>
      <p:grpSpPr>
        <a:xfrm>
          <a:off x="0" y="0"/>
          <a:ext cx="0" cy="0"/>
          <a:chOff x="0" y="0"/>
          <a:chExt cx="0" cy="0"/>
        </a:xfrm>
      </p:grpSpPr>
      <p:sp>
        <p:nvSpPr>
          <p:cNvPr id="7" name="Title">
            <a:extLst>
              <a:ext uri="{FF2B5EF4-FFF2-40B4-BE49-F238E27FC236}">
                <a16:creationId xmlns:a16="http://schemas.microsoft.com/office/drawing/2014/main" id="{9C4633C1-8D3E-45A5-A522-817574663A85}"/>
              </a:ext>
            </a:extLst>
          </p:cNvPr>
          <p:cNvSpPr>
            <a:spLocks noGrp="1"/>
          </p:cNvSpPr>
          <p:nvPr>
            <p:ph type="title"/>
          </p:nvPr>
        </p:nvSpPr>
        <p:spPr/>
        <p:txBody>
          <a:bodyPr/>
          <a:lstStyle/>
          <a:p>
            <a:r>
              <a:rPr lang="en-US"/>
              <a:t>Click to edit Master title style</a:t>
            </a:r>
          </a:p>
        </p:txBody>
      </p:sp>
      <p:sp>
        <p:nvSpPr>
          <p:cNvPr id="5" name="Footer Placeholder">
            <a:extLst>
              <a:ext uri="{FF2B5EF4-FFF2-40B4-BE49-F238E27FC236}">
                <a16:creationId xmlns:a16="http://schemas.microsoft.com/office/drawing/2014/main" id="{E519D384-FA09-4D60-95A8-589F157A93F4}"/>
              </a:ext>
            </a:extLst>
          </p:cNvPr>
          <p:cNvSpPr>
            <a:spLocks noGrp="1"/>
          </p:cNvSpPr>
          <p:nvPr>
            <p:ph type="ftr"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t>Restricted | © Siemens 2024 | SHERPA | YYYY-MM-DD | Status: Published</a:t>
            </a:r>
            <a:endParaRPr kumimoji="0" lang="en-US" sz="900" b="0" i="0" u="none" strike="noStrike" kern="1200" cap="none" spc="0" normalizeH="0" baseline="0" noProof="0">
              <a:ln>
                <a:noFill/>
              </a:ln>
              <a:effectLst/>
              <a:uLnTx/>
              <a:uFillTx/>
              <a:latin typeface="Arial"/>
              <a:ea typeface="+mn-ea"/>
              <a:cs typeface="+mn-cs"/>
            </a:endParaRPr>
          </a:p>
        </p:txBody>
      </p:sp>
      <p:sp>
        <p:nvSpPr>
          <p:cNvPr id="6" name="Slide Number Placeholder">
            <a:extLst>
              <a:ext uri="{FF2B5EF4-FFF2-40B4-BE49-F238E27FC236}">
                <a16:creationId xmlns:a16="http://schemas.microsoft.com/office/drawing/2014/main" id="{7B1666FD-2258-443A-846C-6C7533C61D5C}"/>
              </a:ext>
            </a:extLst>
          </p:cNvPr>
          <p:cNvSpPr>
            <a:spLocks noGrp="1"/>
          </p:cNvSpPr>
          <p:nvPr>
            <p:ph type="sldNum" sz="quarter" idx="11"/>
          </p:nvPr>
        </p:nvSpPr>
        <p:spPr/>
        <p:txBody>
          <a:bodyPr/>
          <a:lstStyle/>
          <a:p>
            <a:r>
              <a:rPr lang="en-US"/>
              <a:t>Page </a:t>
            </a:r>
            <a:fld id="{15EBE321-CBB1-4E91-BD14-37C8D44326FB}" type="slidenum">
              <a:rPr lang="en-US" smtClean="0"/>
              <a:pPr/>
              <a:t>‹#›</a:t>
            </a:fld>
            <a:endParaRPr lang="en-US"/>
          </a:p>
        </p:txBody>
      </p:sp>
      <p:pic>
        <p:nvPicPr>
          <p:cNvPr id="8" name="Siemens Logo">
            <a:extLst>
              <a:ext uri="{FF2B5EF4-FFF2-40B4-BE49-F238E27FC236}">
                <a16:creationId xmlns:a16="http://schemas.microsoft.com/office/drawing/2014/main" id="{91EB517C-C8FD-4E2E-B744-DB952E96B478}"/>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0635188" y="6418800"/>
            <a:ext cx="1152000" cy="183168"/>
          </a:xfrm>
          <a:prstGeom prst="rect">
            <a:avLst/>
          </a:prstGeom>
        </p:spPr>
      </p:pic>
    </p:spTree>
    <p:extLst>
      <p:ext uri="{BB962C8B-B14F-4D97-AF65-F5344CB8AC3E}">
        <p14:creationId xmlns:p14="http://schemas.microsoft.com/office/powerpoint/2010/main" val="542625691"/>
      </p:ext>
    </p:extLst>
  </p:cSld>
  <p:clrMapOvr>
    <a:masterClrMapping/>
  </p:clrMapOvr>
  <p:extLst>
    <p:ext uri="{DCECCB84-F9BA-43D5-87BE-67443E8EF086}">
      <p15:sldGuideLst xmlns:p15="http://schemas.microsoft.com/office/powerpoint/2012/main">
        <p15:guide id="1" pos="259">
          <p15:clr>
            <a:srgbClr val="65CEFF"/>
          </p15:clr>
        </p15:guide>
        <p15:guide id="2" pos="4794">
          <p15:clr>
            <a:srgbClr val="65CEFF"/>
          </p15:clr>
        </p15:guide>
        <p15:guide id="3" pos="6472">
          <p15:clr>
            <a:srgbClr val="65CEFF"/>
          </p15:clr>
        </p15:guide>
        <p15:guide id="4" pos="7425">
          <p15:clr>
            <a:srgbClr val="65CEFF"/>
          </p15:clr>
        </p15:guide>
        <p15:guide id="5" orient="horz" pos="302">
          <p15:clr>
            <a:srgbClr val="65CEFF"/>
          </p15:clr>
        </p15:guide>
        <p15:guide id="6" orient="horz" pos="664">
          <p15:clr>
            <a:srgbClr val="65CEFF"/>
          </p15:clr>
        </p15:guide>
        <p15:guide id="7" orient="horz" pos="891">
          <p15:clr>
            <a:srgbClr val="65CEFF"/>
          </p15:clr>
        </p15:guide>
        <p15:guide id="8" orient="horz" pos="3658">
          <p15:clr>
            <a:srgbClr val="65CEFF"/>
          </p15:clr>
        </p15:guide>
        <p15:guide id="9" orient="horz" pos="3885">
          <p15:clr>
            <a:srgbClr val="65CEFF"/>
          </p15:clr>
        </p15:guide>
        <p15:guide id="10" orient="horz" pos="4157">
          <p15:clr>
            <a:srgbClr val="65CEFF"/>
          </p15:clr>
        </p15:guide>
      </p15:sldGuideLst>
    </p:ext>
  </p:extLst>
</p:sldLayout>
</file>

<file path=ppt/slideLayouts/slideLayout76.xml><?xml version="1.0" encoding="utf-8"?>
<p:sldLayout xmlns:a="http://schemas.openxmlformats.org/drawingml/2006/main" xmlns:r="http://schemas.openxmlformats.org/officeDocument/2006/relationships" xmlns:p="http://schemas.openxmlformats.org/presentationml/2006/main" preserve="1" userDrawn="1">
  <p:cSld name="Title Deep Blue 80pt">
    <p:bg>
      <p:bgRef idx="1001">
        <a:schemeClr val="bg2"/>
      </p:bgRef>
    </p:bg>
    <p:spTree>
      <p:nvGrpSpPr>
        <p:cNvPr id="1" name=""/>
        <p:cNvGrpSpPr/>
        <p:nvPr/>
      </p:nvGrpSpPr>
      <p:grpSpPr>
        <a:xfrm>
          <a:off x="0" y="0"/>
          <a:ext cx="0" cy="0"/>
          <a:chOff x="0" y="0"/>
          <a:chExt cx="0" cy="0"/>
        </a:xfrm>
      </p:grpSpPr>
      <p:graphicFrame>
        <p:nvGraphicFramePr>
          <p:cNvPr id="9" name="Object 8" hidden="1">
            <a:extLst>
              <a:ext uri="{FF2B5EF4-FFF2-40B4-BE49-F238E27FC236}">
                <a16:creationId xmlns:a16="http://schemas.microsoft.com/office/drawing/2014/main" id="{58955B58-5737-4989-767D-28D61F789DB5}"/>
              </a:ext>
            </a:extLst>
          </p:cNvPr>
          <p:cNvGraphicFramePr>
            <a:graphicFrameLocks noChangeAspect="1"/>
          </p:cNvGraphicFramePr>
          <p:nvPr userDrawn="1">
            <p:custDataLst>
              <p:tags r:id="rId1"/>
            </p:custDataLst>
            <p:extLst>
              <p:ext uri="{D42A27DB-BD31-4B8C-83A1-F6EECF244321}">
                <p14:modId xmlns:p14="http://schemas.microsoft.com/office/powerpoint/2010/main" val="71734516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Folie" r:id="rId3" imgW="737" imgH="737" progId="TCLayout.ActiveDocument.1">
                  <p:embed/>
                </p:oleObj>
              </mc:Choice>
              <mc:Fallback>
                <p:oleObj name="think-cell Folie" r:id="rId3" imgW="737" imgH="737" progId="TCLayout.ActiveDocument.1">
                  <p:embed/>
                  <p:pic>
                    <p:nvPicPr>
                      <p:cNvPr id="9" name="Object 8" hidden="1">
                        <a:extLst>
                          <a:ext uri="{FF2B5EF4-FFF2-40B4-BE49-F238E27FC236}">
                            <a16:creationId xmlns:a16="http://schemas.microsoft.com/office/drawing/2014/main" id="{58955B58-5737-4989-767D-28D61F789DB5}"/>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pic>
        <p:nvPicPr>
          <p:cNvPr id="6" name="Imagem 5" descr="Uma imagem com desfocagem, luz&#10;&#10;Descrição gerada automaticamente">
            <a:extLst>
              <a:ext uri="{FF2B5EF4-FFF2-40B4-BE49-F238E27FC236}">
                <a16:creationId xmlns:a16="http://schemas.microsoft.com/office/drawing/2014/main" id="{057677B5-08FD-5A04-C72A-5EE0D72161BA}"/>
              </a:ext>
            </a:extLst>
          </p:cNvPr>
          <p:cNvPicPr>
            <a:picLocks noChangeAspect="1"/>
          </p:cNvPicPr>
          <p:nvPr userDrawn="1"/>
        </p:nvPicPr>
        <p:blipFill>
          <a:blip r:embed="rId5" cstate="email">
            <a:extLst>
              <a:ext uri="{28A0092B-C50C-407E-A947-70E740481C1C}">
                <a14:useLocalDpi xmlns:a14="http://schemas.microsoft.com/office/drawing/2010/main"/>
              </a:ext>
            </a:extLst>
          </a:blip>
          <a:stretch>
            <a:fillRect/>
          </a:stretch>
        </p:blipFill>
        <p:spPr>
          <a:xfrm>
            <a:off x="0" y="0"/>
            <a:ext cx="12192000" cy="6858000"/>
          </a:xfrm>
          <a:prstGeom prst="rect">
            <a:avLst/>
          </a:prstGeom>
        </p:spPr>
      </p:pic>
      <p:sp>
        <p:nvSpPr>
          <p:cNvPr id="4" name="Title">
            <a:extLst>
              <a:ext uri="{FF2B5EF4-FFF2-40B4-BE49-F238E27FC236}">
                <a16:creationId xmlns:a16="http://schemas.microsoft.com/office/drawing/2014/main" id="{B3CAAA86-26BD-41E0-A26A-7AF592C3A34A}"/>
              </a:ext>
            </a:extLst>
          </p:cNvPr>
          <p:cNvSpPr>
            <a:spLocks noGrp="1"/>
          </p:cNvSpPr>
          <p:nvPr>
            <p:ph type="title"/>
          </p:nvPr>
        </p:nvSpPr>
        <p:spPr>
          <a:xfrm>
            <a:off x="410400" y="1414464"/>
            <a:ext cx="9288000" cy="738664"/>
          </a:xfrm>
          <a:blipFill dpi="0" rotWithShape="1">
            <a:blip r:embed="rId6" cstate="email">
              <a:extLst>
                <a:ext uri="{28A0092B-C50C-407E-A947-70E740481C1C}">
                  <a14:useLocalDpi xmlns:a14="http://schemas.microsoft.com/office/drawing/2010/main"/>
                </a:ext>
                <a:ext uri="{96DAC541-7B7A-43D3-8B79-37D633B846F1}">
                  <asvg:svgBlip xmlns:asvg="http://schemas.microsoft.com/office/drawing/2016/SVG/main" r:embed="rId7"/>
                </a:ext>
              </a:extLst>
            </a:blip>
            <a:srcRect/>
            <a:stretch>
              <a:fillRect b="700"/>
            </a:stretch>
          </a:blipFill>
        </p:spPr>
        <p:txBody>
          <a:bodyPr vert="horz" wrap="square" rIns="0" bIns="0" anchor="t" anchorCtr="0">
            <a:spAutoFit/>
          </a:bodyPr>
          <a:lstStyle>
            <a:lvl1pPr marL="266700" indent="0">
              <a:lnSpc>
                <a:spcPct val="100000"/>
              </a:lnSpc>
              <a:defRPr sz="4800">
                <a:solidFill>
                  <a:schemeClr val="tx1"/>
                </a:solidFill>
              </a:defRPr>
            </a:lvl1pPr>
          </a:lstStyle>
          <a:p>
            <a:r>
              <a:rPr lang="en-US"/>
              <a:t>Click to edit Master title style</a:t>
            </a:r>
          </a:p>
        </p:txBody>
      </p:sp>
      <p:sp>
        <p:nvSpPr>
          <p:cNvPr id="3" name="Subhead">
            <a:extLst>
              <a:ext uri="{FF2B5EF4-FFF2-40B4-BE49-F238E27FC236}">
                <a16:creationId xmlns:a16="http://schemas.microsoft.com/office/drawing/2014/main" id="{89304306-5233-4901-B576-444696A2EA33}"/>
              </a:ext>
            </a:extLst>
          </p:cNvPr>
          <p:cNvSpPr>
            <a:spLocks noGrp="1"/>
          </p:cNvSpPr>
          <p:nvPr>
            <p:ph type="subTitle" idx="1" hasCustomPrompt="1"/>
          </p:nvPr>
        </p:nvSpPr>
        <p:spPr>
          <a:xfrm>
            <a:off x="411163" y="3876677"/>
            <a:ext cx="9288000" cy="1930398"/>
          </a:xfrm>
          <a:prstGeom prst="rect">
            <a:avLst/>
          </a:prstGeom>
        </p:spPr>
        <p:txBody>
          <a:bodyPr lIns="0" tIns="349200">
            <a:noAutofit/>
          </a:bodyPr>
          <a:lstStyle>
            <a:lvl1pPr marL="0" indent="0" algn="l">
              <a:spcAft>
                <a:spcPts val="300"/>
              </a:spcAft>
              <a:buNone/>
              <a:defRPr sz="1800">
                <a:solidFill>
                  <a:schemeClr val="tx1"/>
                </a:solidFill>
              </a:defRPr>
            </a:lvl1pPr>
            <a:lvl2pPr marL="0" marR="0" indent="0" algn="l" defTabSz="914400" rtl="0" eaLnBrk="1" fontAlgn="auto" latinLnBrk="0" hangingPunct="1">
              <a:lnSpc>
                <a:spcPct val="110000"/>
              </a:lnSpc>
              <a:spcBef>
                <a:spcPts val="0"/>
              </a:spcBef>
              <a:spcAft>
                <a:spcPts val="300"/>
              </a:spcAft>
              <a:buClr>
                <a:schemeClr val="accent1"/>
              </a:buClr>
              <a:buSzTx/>
              <a:buFont typeface="Arial" panose="020B0604020202020204" pitchFamily="34" charset="0"/>
              <a:buNone/>
              <a:tabLst/>
              <a:defRPr sz="2400"/>
            </a:lvl2pPr>
            <a:lvl3pPr marL="0" indent="0" algn="l">
              <a:spcAft>
                <a:spcPts val="300"/>
              </a:spcAft>
              <a:buNone/>
              <a:defRPr sz="1600"/>
            </a:lvl3pPr>
            <a:lvl4pPr marL="0" indent="0" algn="l">
              <a:buNone/>
              <a:defRPr sz="1600"/>
            </a:lvl4pPr>
            <a:lvl5pPr marL="0" indent="0" algn="l">
              <a:buNone/>
              <a:defRPr sz="1600"/>
            </a:lvl5pPr>
            <a:lvl6pPr marL="0" indent="0" algn="l">
              <a:buNone/>
              <a:defRPr sz="1600"/>
            </a:lvl6pPr>
            <a:lvl7pPr marL="0" indent="0" algn="l">
              <a:buNone/>
              <a:defRPr sz="1600"/>
            </a:lvl7pPr>
            <a:lvl8pPr marL="0" indent="0" algn="l">
              <a:buNone/>
              <a:defRPr sz="1600"/>
            </a:lvl8pPr>
            <a:lvl9pPr marL="0" indent="0" algn="l">
              <a:buNone/>
              <a:defRPr sz="1600"/>
            </a:lvl9pPr>
          </a:lstStyle>
          <a:p>
            <a:r>
              <a:rPr lang="en-US"/>
              <a:t>Subhead for headline size</a:t>
            </a:r>
          </a:p>
        </p:txBody>
      </p:sp>
      <p:pic>
        <p:nvPicPr>
          <p:cNvPr id="10" name="Siemens Logo">
            <a:extLst>
              <a:ext uri="{FF2B5EF4-FFF2-40B4-BE49-F238E27FC236}">
                <a16:creationId xmlns:a16="http://schemas.microsoft.com/office/drawing/2014/main" id="{9A561178-96D2-407A-94C5-91A37401F657}"/>
              </a:ext>
            </a:extLst>
          </p:cNvPr>
          <p:cNvPicPr>
            <a:picLocks noChangeAspect="1"/>
          </p:cNvPicPr>
          <p:nvPr userDrawn="1"/>
        </p:nvPicPr>
        <p:blipFill>
          <a:blip r:embed="rId8" cstate="email">
            <a:extLst>
              <a:ext uri="{28A0092B-C50C-407E-A947-70E740481C1C}">
                <a14:useLocalDpi xmlns:a14="http://schemas.microsoft.com/office/drawing/2010/main"/>
              </a:ext>
              <a:ext uri="{96DAC541-7B7A-43D3-8B79-37D633B846F1}">
                <asvg:svgBlip xmlns:asvg="http://schemas.microsoft.com/office/drawing/2016/SVG/main" r:embed="rId9"/>
              </a:ext>
            </a:extLst>
          </a:blip>
          <a:srcRect/>
          <a:stretch/>
        </p:blipFill>
        <p:spPr>
          <a:xfrm>
            <a:off x="10274400" y="6364800"/>
            <a:ext cx="1512000" cy="240408"/>
          </a:xfrm>
          <a:prstGeom prst="rect">
            <a:avLst/>
          </a:prstGeom>
        </p:spPr>
      </p:pic>
      <p:pic>
        <p:nvPicPr>
          <p:cNvPr id="14" name="Imagem 11" descr="Uma imagem com texto&#10;&#10;Descrição gerada automaticamente">
            <a:extLst>
              <a:ext uri="{FF2B5EF4-FFF2-40B4-BE49-F238E27FC236}">
                <a16:creationId xmlns:a16="http://schemas.microsoft.com/office/drawing/2014/main" id="{470687E0-0E56-77CE-6F77-72060B508FBA}"/>
              </a:ext>
            </a:extLst>
          </p:cNvPr>
          <p:cNvPicPr>
            <a:picLocks noChangeAspect="1"/>
          </p:cNvPicPr>
          <p:nvPr userDrawn="1"/>
        </p:nvPicPr>
        <p:blipFill>
          <a:blip r:embed="rId10" cstate="email">
            <a:extLst>
              <a:ext uri="{28A0092B-C50C-407E-A947-70E740481C1C}">
                <a14:useLocalDpi xmlns:a14="http://schemas.microsoft.com/office/drawing/2010/main"/>
              </a:ext>
            </a:extLst>
          </a:blip>
          <a:stretch>
            <a:fillRect/>
          </a:stretch>
        </p:blipFill>
        <p:spPr>
          <a:xfrm>
            <a:off x="10766625" y="434578"/>
            <a:ext cx="1020343" cy="1020343"/>
          </a:xfrm>
          <a:prstGeom prst="rect">
            <a:avLst/>
          </a:prstGeom>
        </p:spPr>
      </p:pic>
    </p:spTree>
    <p:extLst>
      <p:ext uri="{BB962C8B-B14F-4D97-AF65-F5344CB8AC3E}">
        <p14:creationId xmlns:p14="http://schemas.microsoft.com/office/powerpoint/2010/main" val="1277534697"/>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259">
          <p15:clr>
            <a:srgbClr val="65CEFF"/>
          </p15:clr>
        </p15:guide>
        <p15:guide id="3" pos="6109">
          <p15:clr>
            <a:srgbClr val="65CEFF"/>
          </p15:clr>
        </p15:guide>
        <p15:guide id="4" pos="7425">
          <p15:clr>
            <a:srgbClr val="65CEFF"/>
          </p15:clr>
        </p15:guide>
        <p15:guide id="5" orient="horz" pos="891">
          <p15:clr>
            <a:srgbClr val="65CEFF"/>
          </p15:clr>
        </p15:guide>
        <p15:guide id="6" orient="horz" pos="3658">
          <p15:clr>
            <a:srgbClr val="65CEFF"/>
          </p15:clr>
        </p15:guide>
        <p15:guide id="7" orient="horz" pos="4157">
          <p15:clr>
            <a:srgbClr val="65CEFF"/>
          </p15:clr>
        </p15:guide>
      </p15:sldGuideLst>
    </p:ext>
  </p:extLst>
</p:sldLayout>
</file>

<file path=ppt/slideLayouts/slideLayout77.xml><?xml version="1.0" encoding="utf-8"?>
<p:sldLayout xmlns:a="http://schemas.openxmlformats.org/drawingml/2006/main" xmlns:r="http://schemas.openxmlformats.org/officeDocument/2006/relationships" xmlns:p="http://schemas.openxmlformats.org/presentationml/2006/main" preserve="1" userDrawn="1">
  <p:cSld name="1_Title Deep Blue 80pt">
    <p:bg>
      <p:bgRef idx="1001">
        <a:schemeClr val="bg2"/>
      </p:bgRef>
    </p:bg>
    <p:spTree>
      <p:nvGrpSpPr>
        <p:cNvPr id="1" name=""/>
        <p:cNvGrpSpPr/>
        <p:nvPr/>
      </p:nvGrpSpPr>
      <p:grpSpPr>
        <a:xfrm>
          <a:off x="0" y="0"/>
          <a:ext cx="0" cy="0"/>
          <a:chOff x="0" y="0"/>
          <a:chExt cx="0" cy="0"/>
        </a:xfrm>
      </p:grpSpPr>
      <p:graphicFrame>
        <p:nvGraphicFramePr>
          <p:cNvPr id="9" name="Object 8" hidden="1">
            <a:extLst>
              <a:ext uri="{FF2B5EF4-FFF2-40B4-BE49-F238E27FC236}">
                <a16:creationId xmlns:a16="http://schemas.microsoft.com/office/drawing/2014/main" id="{58955B58-5737-4989-767D-28D61F789DB5}"/>
              </a:ext>
            </a:extLst>
          </p:cNvPr>
          <p:cNvGraphicFramePr>
            <a:graphicFrameLocks noChangeAspect="1"/>
          </p:cNvGraphicFramePr>
          <p:nvPr userDrawn="1">
            <p:custDataLst>
              <p:tags r:id="rId1"/>
            </p:custDataLst>
            <p:extLst>
              <p:ext uri="{D42A27DB-BD31-4B8C-83A1-F6EECF244321}">
                <p14:modId xmlns:p14="http://schemas.microsoft.com/office/powerpoint/2010/main" val="192361028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Folie" r:id="rId3" imgW="737" imgH="737" progId="TCLayout.ActiveDocument.1">
                  <p:embed/>
                </p:oleObj>
              </mc:Choice>
              <mc:Fallback>
                <p:oleObj name="think-cell Folie" r:id="rId3" imgW="737" imgH="737" progId="TCLayout.ActiveDocument.1">
                  <p:embed/>
                  <p:pic>
                    <p:nvPicPr>
                      <p:cNvPr id="9" name="Object 8" hidden="1">
                        <a:extLst>
                          <a:ext uri="{FF2B5EF4-FFF2-40B4-BE49-F238E27FC236}">
                            <a16:creationId xmlns:a16="http://schemas.microsoft.com/office/drawing/2014/main" id="{58955B58-5737-4989-767D-28D61F789DB5}"/>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pic>
        <p:nvPicPr>
          <p:cNvPr id="10" name="Siemens Logo">
            <a:extLst>
              <a:ext uri="{FF2B5EF4-FFF2-40B4-BE49-F238E27FC236}">
                <a16:creationId xmlns:a16="http://schemas.microsoft.com/office/drawing/2014/main" id="{9A561178-96D2-407A-94C5-91A37401F657}"/>
              </a:ext>
            </a:extLst>
          </p:cNvPr>
          <p:cNvPicPr>
            <a:picLocks noChangeAspect="1"/>
          </p:cNvPicPr>
          <p:nvPr userDrawn="1"/>
        </p:nvPicPr>
        <p:blipFill>
          <a:blip r:embed="rId5" cstate="email">
            <a:extLst>
              <a:ext uri="{28A0092B-C50C-407E-A947-70E740481C1C}">
                <a14:useLocalDpi xmlns:a14="http://schemas.microsoft.com/office/drawing/2010/main"/>
              </a:ext>
              <a:ext uri="{96DAC541-7B7A-43D3-8B79-37D633B846F1}">
                <asvg:svgBlip xmlns:asvg="http://schemas.microsoft.com/office/drawing/2016/SVG/main" r:embed="rId6"/>
              </a:ext>
            </a:extLst>
          </a:blip>
          <a:srcRect/>
          <a:stretch/>
        </p:blipFill>
        <p:spPr>
          <a:xfrm>
            <a:off x="10274400" y="6364800"/>
            <a:ext cx="1512000" cy="240408"/>
          </a:xfrm>
          <a:prstGeom prst="rect">
            <a:avLst/>
          </a:prstGeom>
        </p:spPr>
      </p:pic>
      <p:pic>
        <p:nvPicPr>
          <p:cNvPr id="8" name="Imagem 6" descr="Uma imagem com desfocagem&#10;&#10;Descrição gerada automaticamente">
            <a:extLst>
              <a:ext uri="{FF2B5EF4-FFF2-40B4-BE49-F238E27FC236}">
                <a16:creationId xmlns:a16="http://schemas.microsoft.com/office/drawing/2014/main" id="{4527ED9B-E1EA-CEFA-DB7D-93AA30D59517}"/>
              </a:ext>
            </a:extLst>
          </p:cNvPr>
          <p:cNvPicPr>
            <a:picLocks noChangeAspect="1"/>
          </p:cNvPicPr>
          <p:nvPr userDrawn="1"/>
        </p:nvPicPr>
        <p:blipFill>
          <a:blip r:embed="rId7" cstate="email">
            <a:extLst>
              <a:ext uri="{28A0092B-C50C-407E-A947-70E740481C1C}">
                <a14:useLocalDpi xmlns:a14="http://schemas.microsoft.com/office/drawing/2010/main"/>
              </a:ext>
            </a:extLst>
          </a:blip>
          <a:stretch>
            <a:fillRect/>
          </a:stretch>
        </p:blipFill>
        <p:spPr>
          <a:xfrm>
            <a:off x="0" y="0"/>
            <a:ext cx="12192000" cy="6858000"/>
          </a:xfrm>
          <a:prstGeom prst="rect">
            <a:avLst/>
          </a:prstGeom>
        </p:spPr>
      </p:pic>
      <p:sp>
        <p:nvSpPr>
          <p:cNvPr id="4" name="Title">
            <a:extLst>
              <a:ext uri="{FF2B5EF4-FFF2-40B4-BE49-F238E27FC236}">
                <a16:creationId xmlns:a16="http://schemas.microsoft.com/office/drawing/2014/main" id="{B3CAAA86-26BD-41E0-A26A-7AF592C3A34A}"/>
              </a:ext>
            </a:extLst>
          </p:cNvPr>
          <p:cNvSpPr>
            <a:spLocks noGrp="1"/>
          </p:cNvSpPr>
          <p:nvPr>
            <p:ph type="title"/>
          </p:nvPr>
        </p:nvSpPr>
        <p:spPr>
          <a:xfrm>
            <a:off x="410400" y="1414464"/>
            <a:ext cx="9288000" cy="738664"/>
          </a:xfrm>
          <a:blipFill dpi="0" rotWithShape="1">
            <a:blip r:embed="rId8" cstate="email">
              <a:extLst>
                <a:ext uri="{28A0092B-C50C-407E-A947-70E740481C1C}">
                  <a14:useLocalDpi xmlns:a14="http://schemas.microsoft.com/office/drawing/2010/main"/>
                </a:ext>
                <a:ext uri="{96DAC541-7B7A-43D3-8B79-37D633B846F1}">
                  <asvg:svgBlip xmlns:asvg="http://schemas.microsoft.com/office/drawing/2016/SVG/main" r:embed="rId9"/>
                </a:ext>
              </a:extLst>
            </a:blip>
            <a:srcRect/>
            <a:stretch>
              <a:fillRect b="700"/>
            </a:stretch>
          </a:blipFill>
        </p:spPr>
        <p:txBody>
          <a:bodyPr vert="horz" wrap="square" rIns="0" bIns="0" anchor="t" anchorCtr="0">
            <a:spAutoFit/>
          </a:bodyPr>
          <a:lstStyle>
            <a:lvl1pPr marL="266700" indent="0">
              <a:lnSpc>
                <a:spcPct val="100000"/>
              </a:lnSpc>
              <a:defRPr sz="4800">
                <a:solidFill>
                  <a:srgbClr val="333353"/>
                </a:solidFill>
              </a:defRPr>
            </a:lvl1pPr>
          </a:lstStyle>
          <a:p>
            <a:r>
              <a:rPr lang="en-US"/>
              <a:t>Click to edit Master title style</a:t>
            </a:r>
          </a:p>
        </p:txBody>
      </p:sp>
      <p:sp>
        <p:nvSpPr>
          <p:cNvPr id="3" name="Subhead">
            <a:extLst>
              <a:ext uri="{FF2B5EF4-FFF2-40B4-BE49-F238E27FC236}">
                <a16:creationId xmlns:a16="http://schemas.microsoft.com/office/drawing/2014/main" id="{89304306-5233-4901-B576-444696A2EA33}"/>
              </a:ext>
            </a:extLst>
          </p:cNvPr>
          <p:cNvSpPr>
            <a:spLocks noGrp="1"/>
          </p:cNvSpPr>
          <p:nvPr>
            <p:ph type="subTitle" idx="1" hasCustomPrompt="1"/>
          </p:nvPr>
        </p:nvSpPr>
        <p:spPr>
          <a:xfrm>
            <a:off x="411163" y="3876677"/>
            <a:ext cx="9288000" cy="1930398"/>
          </a:xfrm>
          <a:prstGeom prst="rect">
            <a:avLst/>
          </a:prstGeom>
        </p:spPr>
        <p:txBody>
          <a:bodyPr lIns="0" tIns="349200">
            <a:noAutofit/>
          </a:bodyPr>
          <a:lstStyle>
            <a:lvl1pPr marL="0" indent="0" algn="l">
              <a:spcAft>
                <a:spcPts val="300"/>
              </a:spcAft>
              <a:buNone/>
              <a:defRPr sz="1800">
                <a:solidFill>
                  <a:srgbClr val="333353"/>
                </a:solidFill>
              </a:defRPr>
            </a:lvl1pPr>
            <a:lvl2pPr marL="0" marR="0" indent="0" algn="l" defTabSz="914400" rtl="0" eaLnBrk="1" fontAlgn="auto" latinLnBrk="0" hangingPunct="1">
              <a:lnSpc>
                <a:spcPct val="110000"/>
              </a:lnSpc>
              <a:spcBef>
                <a:spcPts val="0"/>
              </a:spcBef>
              <a:spcAft>
                <a:spcPts val="300"/>
              </a:spcAft>
              <a:buClr>
                <a:schemeClr val="accent1"/>
              </a:buClr>
              <a:buSzTx/>
              <a:buFont typeface="Arial" panose="020B0604020202020204" pitchFamily="34" charset="0"/>
              <a:buNone/>
              <a:tabLst/>
              <a:defRPr sz="2400"/>
            </a:lvl2pPr>
            <a:lvl3pPr marL="0" indent="0" algn="l">
              <a:spcAft>
                <a:spcPts val="300"/>
              </a:spcAft>
              <a:buNone/>
              <a:defRPr sz="1600"/>
            </a:lvl3pPr>
            <a:lvl4pPr marL="0" indent="0" algn="l">
              <a:buNone/>
              <a:defRPr sz="1600"/>
            </a:lvl4pPr>
            <a:lvl5pPr marL="0" indent="0" algn="l">
              <a:buNone/>
              <a:defRPr sz="1600"/>
            </a:lvl5pPr>
            <a:lvl6pPr marL="0" indent="0" algn="l">
              <a:buNone/>
              <a:defRPr sz="1600"/>
            </a:lvl6pPr>
            <a:lvl7pPr marL="0" indent="0" algn="l">
              <a:buNone/>
              <a:defRPr sz="1600"/>
            </a:lvl7pPr>
            <a:lvl8pPr marL="0" indent="0" algn="l">
              <a:buNone/>
              <a:defRPr sz="1600"/>
            </a:lvl8pPr>
            <a:lvl9pPr marL="0" indent="0" algn="l">
              <a:buNone/>
              <a:defRPr sz="1600"/>
            </a:lvl9pPr>
          </a:lstStyle>
          <a:p>
            <a:r>
              <a:rPr lang="en-US"/>
              <a:t>Subhead for headline size</a:t>
            </a:r>
          </a:p>
        </p:txBody>
      </p:sp>
      <p:pic>
        <p:nvPicPr>
          <p:cNvPr id="11" name="Imagem 3">
            <a:extLst>
              <a:ext uri="{FF2B5EF4-FFF2-40B4-BE49-F238E27FC236}">
                <a16:creationId xmlns:a16="http://schemas.microsoft.com/office/drawing/2014/main" id="{01537372-9ADD-E308-761B-EFE9A7079ED2}"/>
              </a:ext>
            </a:extLst>
          </p:cNvPr>
          <p:cNvPicPr>
            <a:picLocks noChangeAspect="1"/>
          </p:cNvPicPr>
          <p:nvPr userDrawn="1"/>
        </p:nvPicPr>
        <p:blipFill>
          <a:blip r:embed="rId10" cstate="email">
            <a:extLst>
              <a:ext uri="{28A0092B-C50C-407E-A947-70E740481C1C}">
                <a14:useLocalDpi xmlns:a14="http://schemas.microsoft.com/office/drawing/2010/main"/>
              </a:ext>
            </a:extLst>
          </a:blip>
          <a:stretch>
            <a:fillRect/>
          </a:stretch>
        </p:blipFill>
        <p:spPr>
          <a:xfrm>
            <a:off x="10761256" y="394120"/>
            <a:ext cx="1020344" cy="1020344"/>
          </a:xfrm>
          <a:prstGeom prst="rect">
            <a:avLst/>
          </a:prstGeom>
        </p:spPr>
      </p:pic>
    </p:spTree>
    <p:extLst>
      <p:ext uri="{BB962C8B-B14F-4D97-AF65-F5344CB8AC3E}">
        <p14:creationId xmlns:p14="http://schemas.microsoft.com/office/powerpoint/2010/main" val="2192522233"/>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259">
          <p15:clr>
            <a:srgbClr val="65CEFF"/>
          </p15:clr>
        </p15:guide>
        <p15:guide id="3" pos="6109">
          <p15:clr>
            <a:srgbClr val="65CEFF"/>
          </p15:clr>
        </p15:guide>
        <p15:guide id="4" pos="7425">
          <p15:clr>
            <a:srgbClr val="65CEFF"/>
          </p15:clr>
        </p15:guide>
        <p15:guide id="5" orient="horz" pos="891">
          <p15:clr>
            <a:srgbClr val="65CEFF"/>
          </p15:clr>
        </p15:guide>
        <p15:guide id="6" orient="horz" pos="3658">
          <p15:clr>
            <a:srgbClr val="65CEFF"/>
          </p15:clr>
        </p15:guide>
        <p15:guide id="7" orient="horz" pos="4157">
          <p15:clr>
            <a:srgbClr val="65CEFF"/>
          </p15:clr>
        </p15:guide>
      </p15:sldGuideLst>
    </p:ext>
  </p:extLst>
</p:sldLayout>
</file>

<file path=ppt/slideLayouts/slideLayout78.xml><?xml version="1.0" encoding="utf-8"?>
<p:sldLayout xmlns:a="http://schemas.openxmlformats.org/drawingml/2006/main" xmlns:r="http://schemas.openxmlformats.org/officeDocument/2006/relationships" xmlns:p="http://schemas.openxmlformats.org/presentationml/2006/main" preserve="1" userDrawn="1">
  <p:cSld name="Title picture dark 36pt">
    <p:bg>
      <p:bgRef idx="1001">
        <a:schemeClr val="bg2"/>
      </p:bgRef>
    </p:bg>
    <p:spTree>
      <p:nvGrpSpPr>
        <p:cNvPr id="1" name=""/>
        <p:cNvGrpSpPr/>
        <p:nvPr/>
      </p:nvGrpSpPr>
      <p:grpSpPr>
        <a:xfrm>
          <a:off x="0" y="0"/>
          <a:ext cx="0" cy="0"/>
          <a:chOff x="0" y="0"/>
          <a:chExt cx="0" cy="0"/>
        </a:xfrm>
      </p:grpSpPr>
      <p:graphicFrame>
        <p:nvGraphicFramePr>
          <p:cNvPr id="6" name="Object 5" hidden="1">
            <a:extLst>
              <a:ext uri="{FF2B5EF4-FFF2-40B4-BE49-F238E27FC236}">
                <a16:creationId xmlns:a16="http://schemas.microsoft.com/office/drawing/2014/main" id="{BDA9142D-61FC-1D78-DBD3-EF37A6F46471}"/>
              </a:ext>
            </a:extLst>
          </p:cNvPr>
          <p:cNvGraphicFramePr>
            <a:graphicFrameLocks noChangeAspect="1"/>
          </p:cNvGraphicFramePr>
          <p:nvPr userDrawn="1">
            <p:custDataLst>
              <p:tags r:id="rId1"/>
            </p:custDataLst>
            <p:extLst>
              <p:ext uri="{D42A27DB-BD31-4B8C-83A1-F6EECF244321}">
                <p14:modId xmlns:p14="http://schemas.microsoft.com/office/powerpoint/2010/main" val="397246698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Folie" r:id="rId3" imgW="737" imgH="737" progId="TCLayout.ActiveDocument.1">
                  <p:embed/>
                </p:oleObj>
              </mc:Choice>
              <mc:Fallback>
                <p:oleObj name="think-cell Folie" r:id="rId3" imgW="737" imgH="737" progId="TCLayout.ActiveDocument.1">
                  <p:embed/>
                  <p:pic>
                    <p:nvPicPr>
                      <p:cNvPr id="6" name="Object 5" hidden="1">
                        <a:extLst>
                          <a:ext uri="{FF2B5EF4-FFF2-40B4-BE49-F238E27FC236}">
                            <a16:creationId xmlns:a16="http://schemas.microsoft.com/office/drawing/2014/main" id="{BDA9142D-61FC-1D78-DBD3-EF37A6F46471}"/>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8" name="Picture Placeholder">
            <a:extLst>
              <a:ext uri="{FF2B5EF4-FFF2-40B4-BE49-F238E27FC236}">
                <a16:creationId xmlns:a16="http://schemas.microsoft.com/office/drawing/2014/main" id="{2FA76E44-9BA3-4B84-98F7-42C18A2A8BA0}"/>
              </a:ext>
            </a:extLst>
          </p:cNvPr>
          <p:cNvSpPr>
            <a:spLocks noGrp="1"/>
          </p:cNvSpPr>
          <p:nvPr>
            <p:ph type="pic" sz="quarter" idx="11" hasCustomPrompt="1"/>
          </p:nvPr>
        </p:nvSpPr>
        <p:spPr>
          <a:xfrm>
            <a:off x="0" y="0"/>
            <a:ext cx="12192000" cy="3502800"/>
          </a:xfrm>
          <a:solidFill>
            <a:schemeClr val="accent1"/>
          </a:solidFill>
        </p:spPr>
        <p:txBody>
          <a:bodyPr lIns="144000" tIns="108000" rIns="144000" bIns="108000"/>
          <a:lstStyle>
            <a:lvl1pPr marL="0" indent="0">
              <a:buNone/>
              <a:defRPr>
                <a:solidFill>
                  <a:schemeClr val="tx1"/>
                </a:solidFill>
              </a:defRPr>
            </a:lvl1pPr>
          </a:lstStyle>
          <a:p>
            <a:r>
              <a:rPr lang="en-US" noProof="0"/>
              <a:t>Title picture</a:t>
            </a:r>
          </a:p>
        </p:txBody>
      </p:sp>
      <p:sp>
        <p:nvSpPr>
          <p:cNvPr id="2" name="Title">
            <a:extLst>
              <a:ext uri="{FF2B5EF4-FFF2-40B4-BE49-F238E27FC236}">
                <a16:creationId xmlns:a16="http://schemas.microsoft.com/office/drawing/2014/main" id="{8620440E-BF1B-417E-87A5-35990130B3FF}"/>
              </a:ext>
            </a:extLst>
          </p:cNvPr>
          <p:cNvSpPr>
            <a:spLocks noGrp="1"/>
          </p:cNvSpPr>
          <p:nvPr>
            <p:ph type="title" hasCustomPrompt="1"/>
          </p:nvPr>
        </p:nvSpPr>
        <p:spPr>
          <a:xfrm>
            <a:off x="410401" y="3513300"/>
            <a:ext cx="9287638" cy="1477328"/>
          </a:xfrm>
          <a:blipFill dpi="0" rotWithShape="1">
            <a:blip r:embed="rId5" cstate="email">
              <a:extLst>
                <a:ext uri="{28A0092B-C50C-407E-A947-70E740481C1C}">
                  <a14:useLocalDpi xmlns:a14="http://schemas.microsoft.com/office/drawing/2010/main"/>
                </a:ext>
                <a:ext uri="{96DAC541-7B7A-43D3-8B79-37D633B846F1}">
                  <asvg:svgBlip xmlns:asvg="http://schemas.microsoft.com/office/drawing/2016/SVG/main" r:embed="rId6"/>
                </a:ext>
              </a:extLst>
            </a:blip>
            <a:srcRect/>
            <a:stretch>
              <a:fillRect t="-1000" b="500"/>
            </a:stretch>
          </a:blipFill>
        </p:spPr>
        <p:txBody>
          <a:bodyPr vert="horz" rIns="0" bIns="0" anchor="t">
            <a:spAutoFit/>
          </a:bodyPr>
          <a:lstStyle>
            <a:lvl1pPr marL="252000">
              <a:lnSpc>
                <a:spcPct val="100000"/>
              </a:lnSpc>
              <a:defRPr sz="4800">
                <a:solidFill>
                  <a:schemeClr val="tx1"/>
                </a:solidFill>
              </a:defRPr>
            </a:lvl1pPr>
          </a:lstStyle>
          <a:p>
            <a:r>
              <a:rPr lang="en-US"/>
              <a:t>Click to edit </a:t>
            </a:r>
            <a:br>
              <a:rPr lang="en-US"/>
            </a:br>
            <a:r>
              <a:rPr lang="en-US"/>
              <a:t>Master title style</a:t>
            </a:r>
          </a:p>
        </p:txBody>
      </p:sp>
      <p:sp>
        <p:nvSpPr>
          <p:cNvPr id="3" name="Subhead">
            <a:extLst>
              <a:ext uri="{FF2B5EF4-FFF2-40B4-BE49-F238E27FC236}">
                <a16:creationId xmlns:a16="http://schemas.microsoft.com/office/drawing/2014/main" id="{89304306-5233-4901-B576-444696A2EA33}"/>
              </a:ext>
            </a:extLst>
          </p:cNvPr>
          <p:cNvSpPr>
            <a:spLocks noGrp="1"/>
          </p:cNvSpPr>
          <p:nvPr>
            <p:ph type="subTitle" idx="1" hasCustomPrompt="1"/>
          </p:nvPr>
        </p:nvSpPr>
        <p:spPr>
          <a:xfrm>
            <a:off x="411162" y="5003842"/>
            <a:ext cx="9288000" cy="725445"/>
          </a:xfrm>
          <a:prstGeom prst="rect">
            <a:avLst/>
          </a:prstGeom>
        </p:spPr>
        <p:txBody>
          <a:bodyPr lIns="0" tIns="252000">
            <a:noAutofit/>
          </a:bodyPr>
          <a:lstStyle>
            <a:lvl1pPr marL="0" indent="0" algn="l">
              <a:spcAft>
                <a:spcPts val="300"/>
              </a:spcAft>
              <a:buNone/>
              <a:defRPr sz="1800">
                <a:solidFill>
                  <a:schemeClr val="tx1"/>
                </a:solidFill>
              </a:defRPr>
            </a:lvl1pPr>
            <a:lvl2pPr marL="0" indent="0" algn="l">
              <a:spcAft>
                <a:spcPts val="300"/>
              </a:spcAft>
              <a:buNone/>
              <a:defRPr sz="1400"/>
            </a:lvl2pPr>
            <a:lvl3pPr marL="0" indent="0" algn="l">
              <a:spcAft>
                <a:spcPts val="300"/>
              </a:spcAft>
              <a:buNone/>
              <a:defRPr sz="1400"/>
            </a:lvl3pPr>
            <a:lvl4pPr marL="0" indent="0" algn="l">
              <a:buNone/>
              <a:defRPr sz="1400"/>
            </a:lvl4pPr>
            <a:lvl5pPr marL="0" indent="0" algn="l">
              <a:buNone/>
              <a:defRPr sz="1400"/>
            </a:lvl5pPr>
            <a:lvl6pPr marL="0" indent="0" algn="l">
              <a:buNone/>
              <a:defRPr sz="1400"/>
            </a:lvl6pPr>
            <a:lvl7pPr marL="0" indent="0" algn="l">
              <a:buNone/>
              <a:defRPr sz="1400"/>
            </a:lvl7pPr>
            <a:lvl8pPr marL="0" indent="0" algn="l">
              <a:buNone/>
              <a:defRPr sz="1400"/>
            </a:lvl8pPr>
            <a:lvl9pPr marL="0" indent="0" algn="l">
              <a:buNone/>
              <a:defRPr sz="1400"/>
            </a:lvl9pPr>
          </a:lstStyle>
          <a:p>
            <a:pPr lvl="0"/>
            <a:r>
              <a:rPr lang="en-US"/>
              <a:t>Subhead for headline</a:t>
            </a:r>
          </a:p>
        </p:txBody>
      </p:sp>
      <p:sp>
        <p:nvSpPr>
          <p:cNvPr id="4" name="Footer Placeholder">
            <a:extLst>
              <a:ext uri="{FF2B5EF4-FFF2-40B4-BE49-F238E27FC236}">
                <a16:creationId xmlns:a16="http://schemas.microsoft.com/office/drawing/2014/main" id="{B61796B2-8510-42B4-A5F7-E1FE5FCE45A2}"/>
              </a:ext>
            </a:extLst>
          </p:cNvPr>
          <p:cNvSpPr>
            <a:spLocks noGrp="1"/>
          </p:cNvSpPr>
          <p:nvPr>
            <p:ph type="ftr" sz="quarter" idx="13"/>
          </p:nvPr>
        </p:nvSpPr>
        <p:spPr>
          <a:xfrm>
            <a:off x="411162" y="6310800"/>
            <a:ext cx="9288000" cy="547200"/>
          </a:xfrm>
        </p:spPr>
        <p:txBody>
          <a:bodyPr/>
          <a:lstStyle/>
          <a:p>
            <a:pPr>
              <a:lnSpc>
                <a:spcPct val="100000"/>
              </a:lnSpc>
            </a:pPr>
            <a:r>
              <a:rPr lang="en-US"/>
              <a:t>Restricted | © Siemens 2025 | SHERPA X | MM080 Purchase Requisition via Direct X</a:t>
            </a:r>
          </a:p>
        </p:txBody>
      </p:sp>
      <p:pic>
        <p:nvPicPr>
          <p:cNvPr id="7" name="Siemens Logo">
            <a:extLst>
              <a:ext uri="{FF2B5EF4-FFF2-40B4-BE49-F238E27FC236}">
                <a16:creationId xmlns:a16="http://schemas.microsoft.com/office/drawing/2014/main" id="{3E4A7839-9F7E-47F2-83BA-F637AE096316}"/>
              </a:ext>
            </a:extLst>
          </p:cNvPr>
          <p:cNvPicPr>
            <a:picLocks noChangeAspect="1"/>
          </p:cNvPicPr>
          <p:nvPr userDrawn="1"/>
        </p:nvPicPr>
        <p:blipFill>
          <a:blip r:embed="rId7" cstate="email">
            <a:extLst>
              <a:ext uri="{28A0092B-C50C-407E-A947-70E740481C1C}">
                <a14:useLocalDpi xmlns:a14="http://schemas.microsoft.com/office/drawing/2010/main"/>
              </a:ext>
              <a:ext uri="{96DAC541-7B7A-43D3-8B79-37D633B846F1}">
                <asvg:svgBlip xmlns:asvg="http://schemas.microsoft.com/office/drawing/2016/SVG/main" r:embed="rId8"/>
              </a:ext>
            </a:extLst>
          </a:blip>
          <a:srcRect/>
          <a:stretch/>
        </p:blipFill>
        <p:spPr>
          <a:xfrm>
            <a:off x="10274400" y="6364800"/>
            <a:ext cx="1512000" cy="240408"/>
          </a:xfrm>
          <a:prstGeom prst="rect">
            <a:avLst/>
          </a:prstGeom>
        </p:spPr>
      </p:pic>
      <p:pic>
        <p:nvPicPr>
          <p:cNvPr id="9" name="Marcador de Posição da Imagem 9" descr="Uma imagem com desfocagem, luz&#10;&#10;Descrição gerada automaticamente">
            <a:extLst>
              <a:ext uri="{FF2B5EF4-FFF2-40B4-BE49-F238E27FC236}">
                <a16:creationId xmlns:a16="http://schemas.microsoft.com/office/drawing/2014/main" id="{5F15EDB4-559B-C94D-A06E-DD8AEA859D9E}"/>
              </a:ext>
            </a:extLst>
          </p:cNvPr>
          <p:cNvPicPr>
            <a:picLocks noChangeAspect="1"/>
          </p:cNvPicPr>
          <p:nvPr userDrawn="1"/>
        </p:nvPicPr>
        <p:blipFill rotWithShape="1">
          <a:blip r:embed="rId9" cstate="email">
            <a:extLst>
              <a:ext uri="{28A0092B-C50C-407E-A947-70E740481C1C}">
                <a14:useLocalDpi xmlns:a14="http://schemas.microsoft.com/office/drawing/2010/main"/>
              </a:ext>
            </a:extLst>
          </a:blip>
          <a:srcRect/>
          <a:stretch/>
        </p:blipFill>
        <p:spPr>
          <a:xfrm>
            <a:off x="0" y="0"/>
            <a:ext cx="12192000" cy="3502800"/>
          </a:xfrm>
          <a:prstGeom prst="rect">
            <a:avLst/>
          </a:prstGeom>
        </p:spPr>
      </p:pic>
      <p:pic>
        <p:nvPicPr>
          <p:cNvPr id="10" name="Imagem 11" descr="Uma imagem com texto&#10;&#10;Descrição gerada automaticamente">
            <a:extLst>
              <a:ext uri="{FF2B5EF4-FFF2-40B4-BE49-F238E27FC236}">
                <a16:creationId xmlns:a16="http://schemas.microsoft.com/office/drawing/2014/main" id="{2576FDD1-E3D7-E957-9CA7-288D86C03C3B}"/>
              </a:ext>
            </a:extLst>
          </p:cNvPr>
          <p:cNvPicPr>
            <a:picLocks noChangeAspect="1"/>
          </p:cNvPicPr>
          <p:nvPr userDrawn="1"/>
        </p:nvPicPr>
        <p:blipFill>
          <a:blip r:embed="rId10" cstate="email">
            <a:extLst>
              <a:ext uri="{28A0092B-C50C-407E-A947-70E740481C1C}">
                <a14:useLocalDpi xmlns:a14="http://schemas.microsoft.com/office/drawing/2010/main"/>
              </a:ext>
            </a:extLst>
          </a:blip>
          <a:stretch>
            <a:fillRect/>
          </a:stretch>
        </p:blipFill>
        <p:spPr>
          <a:xfrm>
            <a:off x="10766625" y="434578"/>
            <a:ext cx="1020343" cy="1020343"/>
          </a:xfrm>
          <a:prstGeom prst="rect">
            <a:avLst/>
          </a:prstGeom>
        </p:spPr>
      </p:pic>
    </p:spTree>
    <p:extLst>
      <p:ext uri="{BB962C8B-B14F-4D97-AF65-F5344CB8AC3E}">
        <p14:creationId xmlns:p14="http://schemas.microsoft.com/office/powerpoint/2010/main" val="2659209448"/>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259">
          <p15:clr>
            <a:srgbClr val="65CEFF"/>
          </p15:clr>
        </p15:guide>
        <p15:guide id="2" pos="6109">
          <p15:clr>
            <a:srgbClr val="65CEFF"/>
          </p15:clr>
        </p15:guide>
        <p15:guide id="3" pos="7423">
          <p15:clr>
            <a:srgbClr val="65CEFF"/>
          </p15:clr>
        </p15:guide>
        <p15:guide id="4" orient="horz" pos="913">
          <p15:clr>
            <a:srgbClr val="65CEFF"/>
          </p15:clr>
        </p15:guide>
        <p15:guide id="5" orient="horz" pos="3885">
          <p15:clr>
            <a:srgbClr val="65CEFF"/>
          </p15:clr>
        </p15:guide>
        <p15:guide id="6" orient="horz" pos="4157">
          <p15:clr>
            <a:srgbClr val="65CEFF"/>
          </p15:clr>
        </p15:guide>
      </p15:sldGuideLst>
    </p:ext>
  </p:extLst>
</p:sldLayout>
</file>

<file path=ppt/slideLayouts/slideLayout79.xml><?xml version="1.0" encoding="utf-8"?>
<p:sldLayout xmlns:a="http://schemas.openxmlformats.org/drawingml/2006/main" xmlns:r="http://schemas.openxmlformats.org/officeDocument/2006/relationships" xmlns:p="http://schemas.openxmlformats.org/presentationml/2006/main" preserve="1" userDrawn="1">
  <p:cSld name="Title picture light 48pt">
    <p:bg>
      <p:bgRef idx="1001">
        <a:schemeClr val="bg2"/>
      </p:bgRef>
    </p:bg>
    <p:spTree>
      <p:nvGrpSpPr>
        <p:cNvPr id="1" name=""/>
        <p:cNvGrpSpPr/>
        <p:nvPr/>
      </p:nvGrpSpPr>
      <p:grpSpPr>
        <a:xfrm>
          <a:off x="0" y="0"/>
          <a:ext cx="0" cy="0"/>
          <a:chOff x="0" y="0"/>
          <a:chExt cx="0" cy="0"/>
        </a:xfrm>
      </p:grpSpPr>
      <p:graphicFrame>
        <p:nvGraphicFramePr>
          <p:cNvPr id="6" name="Object 5" hidden="1">
            <a:extLst>
              <a:ext uri="{FF2B5EF4-FFF2-40B4-BE49-F238E27FC236}">
                <a16:creationId xmlns:a16="http://schemas.microsoft.com/office/drawing/2014/main" id="{C9DAEBE5-913A-8241-CA24-5CE86BD87408}"/>
              </a:ext>
            </a:extLst>
          </p:cNvPr>
          <p:cNvGraphicFramePr>
            <a:graphicFrameLocks noChangeAspect="1"/>
          </p:cNvGraphicFramePr>
          <p:nvPr userDrawn="1">
            <p:custDataLst>
              <p:tags r:id="rId1"/>
            </p:custDataLst>
            <p:extLst>
              <p:ext uri="{D42A27DB-BD31-4B8C-83A1-F6EECF244321}">
                <p14:modId xmlns:p14="http://schemas.microsoft.com/office/powerpoint/2010/main" val="2939485340"/>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Folie" r:id="rId3" imgW="737" imgH="737" progId="TCLayout.ActiveDocument.1">
                  <p:embed/>
                </p:oleObj>
              </mc:Choice>
              <mc:Fallback>
                <p:oleObj name="think-cell Folie" r:id="rId3" imgW="737" imgH="737" progId="TCLayout.ActiveDocument.1">
                  <p:embed/>
                  <p:pic>
                    <p:nvPicPr>
                      <p:cNvPr id="6" name="Object 5" hidden="1">
                        <a:extLst>
                          <a:ext uri="{FF2B5EF4-FFF2-40B4-BE49-F238E27FC236}">
                            <a16:creationId xmlns:a16="http://schemas.microsoft.com/office/drawing/2014/main" id="{C9DAEBE5-913A-8241-CA24-5CE86BD87408}"/>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a:extLst>
              <a:ext uri="{FF2B5EF4-FFF2-40B4-BE49-F238E27FC236}">
                <a16:creationId xmlns:a16="http://schemas.microsoft.com/office/drawing/2014/main" id="{8620440E-BF1B-417E-87A5-35990130B3FF}"/>
              </a:ext>
            </a:extLst>
          </p:cNvPr>
          <p:cNvSpPr>
            <a:spLocks noGrp="1"/>
          </p:cNvSpPr>
          <p:nvPr>
            <p:ph type="title" hasCustomPrompt="1"/>
          </p:nvPr>
        </p:nvSpPr>
        <p:spPr>
          <a:xfrm>
            <a:off x="410401" y="3780000"/>
            <a:ext cx="9287638" cy="1477328"/>
          </a:xfrm>
          <a:blipFill dpi="0" rotWithShape="1">
            <a:blip r:embed="rId5">
              <a:extLst>
                <a:ext uri="{96DAC541-7B7A-43D3-8B79-37D633B846F1}">
                  <asvg:svgBlip xmlns:asvg="http://schemas.microsoft.com/office/drawing/2016/SVG/main" r:embed="rId6"/>
                </a:ext>
              </a:extLst>
            </a:blip>
            <a:srcRect/>
            <a:stretch>
              <a:fillRect/>
            </a:stretch>
          </a:blipFill>
        </p:spPr>
        <p:txBody>
          <a:bodyPr vert="horz" rIns="0" bIns="0" anchor="t">
            <a:spAutoFit/>
          </a:bodyPr>
          <a:lstStyle>
            <a:lvl1pPr marL="266700" indent="0">
              <a:lnSpc>
                <a:spcPct val="100000"/>
              </a:lnSpc>
              <a:defRPr sz="4800">
                <a:solidFill>
                  <a:schemeClr val="tx1"/>
                </a:solidFill>
              </a:defRPr>
            </a:lvl1pPr>
          </a:lstStyle>
          <a:p>
            <a:r>
              <a:rPr lang="en-US"/>
              <a:t>Click to edit </a:t>
            </a:r>
            <a:br>
              <a:rPr lang="en-US"/>
            </a:br>
            <a:r>
              <a:rPr lang="en-US"/>
              <a:t>Master title style</a:t>
            </a:r>
          </a:p>
        </p:txBody>
      </p:sp>
      <p:sp>
        <p:nvSpPr>
          <p:cNvPr id="3" name="Subhead">
            <a:extLst>
              <a:ext uri="{FF2B5EF4-FFF2-40B4-BE49-F238E27FC236}">
                <a16:creationId xmlns:a16="http://schemas.microsoft.com/office/drawing/2014/main" id="{89304306-5233-4901-B576-444696A2EA33}"/>
              </a:ext>
            </a:extLst>
          </p:cNvPr>
          <p:cNvSpPr>
            <a:spLocks noGrp="1"/>
          </p:cNvSpPr>
          <p:nvPr>
            <p:ph type="subTitle" idx="1" hasCustomPrompt="1"/>
          </p:nvPr>
        </p:nvSpPr>
        <p:spPr>
          <a:xfrm>
            <a:off x="411162" y="5256000"/>
            <a:ext cx="9288000" cy="911438"/>
          </a:xfrm>
          <a:prstGeom prst="rect">
            <a:avLst/>
          </a:prstGeom>
        </p:spPr>
        <p:txBody>
          <a:bodyPr lIns="0" tIns="252000">
            <a:noAutofit/>
          </a:bodyPr>
          <a:lstStyle>
            <a:lvl1pPr marL="0" indent="0" algn="l">
              <a:spcAft>
                <a:spcPts val="300"/>
              </a:spcAft>
              <a:buNone/>
              <a:defRPr sz="1800">
                <a:solidFill>
                  <a:schemeClr val="tx1"/>
                </a:solidFill>
              </a:defRPr>
            </a:lvl1pPr>
            <a:lvl2pPr marL="0" indent="0" algn="l">
              <a:spcAft>
                <a:spcPts val="300"/>
              </a:spcAft>
              <a:buNone/>
              <a:defRPr sz="1600"/>
            </a:lvl2pPr>
            <a:lvl3pPr marL="0" indent="0" algn="l">
              <a:spcAft>
                <a:spcPts val="300"/>
              </a:spcAft>
              <a:buNone/>
              <a:defRPr sz="1400"/>
            </a:lvl3pPr>
            <a:lvl4pPr marL="0" indent="0" algn="l">
              <a:buNone/>
              <a:defRPr sz="1400"/>
            </a:lvl4pPr>
            <a:lvl5pPr marL="0" indent="0" algn="l">
              <a:buNone/>
              <a:defRPr sz="1400"/>
            </a:lvl5pPr>
            <a:lvl6pPr marL="0" indent="0" algn="l">
              <a:buNone/>
              <a:defRPr sz="1400"/>
            </a:lvl6pPr>
            <a:lvl7pPr marL="0" indent="0" algn="l">
              <a:buNone/>
              <a:defRPr sz="1400"/>
            </a:lvl7pPr>
            <a:lvl8pPr marL="0" indent="0" algn="l">
              <a:buNone/>
              <a:defRPr sz="1400"/>
            </a:lvl8pPr>
            <a:lvl9pPr marL="0" indent="0" algn="l">
              <a:buNone/>
              <a:defRPr sz="1400"/>
            </a:lvl9pPr>
          </a:lstStyle>
          <a:p>
            <a:r>
              <a:rPr lang="en-US"/>
              <a:t>Subhead for headline</a:t>
            </a:r>
          </a:p>
        </p:txBody>
      </p:sp>
      <p:sp>
        <p:nvSpPr>
          <p:cNvPr id="4" name="Footer Placeholder">
            <a:extLst>
              <a:ext uri="{FF2B5EF4-FFF2-40B4-BE49-F238E27FC236}">
                <a16:creationId xmlns:a16="http://schemas.microsoft.com/office/drawing/2014/main" id="{B61796B2-8510-42B4-A5F7-E1FE5FCE45A2}"/>
              </a:ext>
            </a:extLst>
          </p:cNvPr>
          <p:cNvSpPr>
            <a:spLocks noGrp="1"/>
          </p:cNvSpPr>
          <p:nvPr>
            <p:ph type="ftr" sz="quarter" idx="13"/>
          </p:nvPr>
        </p:nvSpPr>
        <p:spPr>
          <a:xfrm>
            <a:off x="411162" y="6310800"/>
            <a:ext cx="9288000" cy="547200"/>
          </a:xfrm>
        </p:spPr>
        <p:txBody>
          <a:bodyPr/>
          <a:lstStyle/>
          <a:p>
            <a:pPr>
              <a:lnSpc>
                <a:spcPct val="100000"/>
              </a:lnSpc>
            </a:pPr>
            <a:r>
              <a:rPr lang="en-US"/>
              <a:t>Restricted | © Siemens 2025 | SHERPA X | MM080 Purchase Requisition via Direct X</a:t>
            </a:r>
          </a:p>
        </p:txBody>
      </p:sp>
      <p:pic>
        <p:nvPicPr>
          <p:cNvPr id="9" name="Siemens Logo">
            <a:extLst>
              <a:ext uri="{FF2B5EF4-FFF2-40B4-BE49-F238E27FC236}">
                <a16:creationId xmlns:a16="http://schemas.microsoft.com/office/drawing/2014/main" id="{46D369A7-07BD-4B91-9E53-807AAAF0C30C}"/>
              </a:ext>
            </a:extLst>
          </p:cNvPr>
          <p:cNvPicPr>
            <a:picLocks noChangeAspect="1"/>
          </p:cNvPicPr>
          <p:nvPr userDrawn="1"/>
        </p:nvPicPr>
        <p:blipFill>
          <a:blip r:embed="rId7" cstate="email">
            <a:extLst>
              <a:ext uri="{28A0092B-C50C-407E-A947-70E740481C1C}">
                <a14:useLocalDpi xmlns:a14="http://schemas.microsoft.com/office/drawing/2010/main"/>
              </a:ext>
              <a:ext uri="{96DAC541-7B7A-43D3-8B79-37D633B846F1}">
                <asvg:svgBlip xmlns:asvg="http://schemas.microsoft.com/office/drawing/2016/SVG/main" r:embed="rId8"/>
              </a:ext>
            </a:extLst>
          </a:blip>
          <a:stretch>
            <a:fillRect/>
          </a:stretch>
        </p:blipFill>
        <p:spPr>
          <a:xfrm>
            <a:off x="10274400" y="6364800"/>
            <a:ext cx="1512000" cy="240408"/>
          </a:xfrm>
          <a:prstGeom prst="rect">
            <a:avLst/>
          </a:prstGeom>
        </p:spPr>
      </p:pic>
      <p:pic>
        <p:nvPicPr>
          <p:cNvPr id="7" name="Marcador de Posição da Imagem 16">
            <a:extLst>
              <a:ext uri="{FF2B5EF4-FFF2-40B4-BE49-F238E27FC236}">
                <a16:creationId xmlns:a16="http://schemas.microsoft.com/office/drawing/2014/main" id="{6DC2A7B6-7C0C-B406-52C8-9592FE39864B}"/>
              </a:ext>
            </a:extLst>
          </p:cNvPr>
          <p:cNvPicPr>
            <a:picLocks noChangeAspect="1"/>
          </p:cNvPicPr>
          <p:nvPr userDrawn="1"/>
        </p:nvPicPr>
        <p:blipFill rotWithShape="1">
          <a:blip r:embed="rId9" cstate="email">
            <a:extLst>
              <a:ext uri="{28A0092B-C50C-407E-A947-70E740481C1C}">
                <a14:useLocalDpi xmlns:a14="http://schemas.microsoft.com/office/drawing/2010/main"/>
              </a:ext>
            </a:extLst>
          </a:blip>
          <a:srcRect/>
          <a:stretch/>
        </p:blipFill>
        <p:spPr>
          <a:xfrm rot="10800000">
            <a:off x="0" y="0"/>
            <a:ext cx="12192000" cy="3502800"/>
          </a:xfrm>
          <a:prstGeom prst="rect">
            <a:avLst/>
          </a:prstGeom>
        </p:spPr>
      </p:pic>
      <p:pic>
        <p:nvPicPr>
          <p:cNvPr id="11" name="Imagem 3">
            <a:extLst>
              <a:ext uri="{FF2B5EF4-FFF2-40B4-BE49-F238E27FC236}">
                <a16:creationId xmlns:a16="http://schemas.microsoft.com/office/drawing/2014/main" id="{94E41B82-DBEF-8C08-EA6A-1FE6A2A169BA}"/>
              </a:ext>
            </a:extLst>
          </p:cNvPr>
          <p:cNvPicPr>
            <a:picLocks noChangeAspect="1"/>
          </p:cNvPicPr>
          <p:nvPr userDrawn="1"/>
        </p:nvPicPr>
        <p:blipFill>
          <a:blip r:embed="rId10" cstate="email">
            <a:extLst>
              <a:ext uri="{28A0092B-C50C-407E-A947-70E740481C1C}">
                <a14:useLocalDpi xmlns:a14="http://schemas.microsoft.com/office/drawing/2010/main"/>
              </a:ext>
            </a:extLst>
          </a:blip>
          <a:stretch>
            <a:fillRect/>
          </a:stretch>
        </p:blipFill>
        <p:spPr>
          <a:xfrm>
            <a:off x="10761256" y="394120"/>
            <a:ext cx="1020344" cy="1020344"/>
          </a:xfrm>
          <a:prstGeom prst="rect">
            <a:avLst/>
          </a:prstGeom>
        </p:spPr>
      </p:pic>
    </p:spTree>
    <p:extLst>
      <p:ext uri="{BB962C8B-B14F-4D97-AF65-F5344CB8AC3E}">
        <p14:creationId xmlns:p14="http://schemas.microsoft.com/office/powerpoint/2010/main" val="859958998"/>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pos="259">
          <p15:clr>
            <a:srgbClr val="65CEFF"/>
          </p15:clr>
        </p15:guide>
        <p15:guide id="2" pos="6109">
          <p15:clr>
            <a:srgbClr val="65CEFF"/>
          </p15:clr>
        </p15:guide>
        <p15:guide id="3" pos="7425">
          <p15:clr>
            <a:srgbClr val="65CEFF"/>
          </p15:clr>
        </p15:guide>
        <p15:guide id="4" orient="horz" pos="2206">
          <p15:clr>
            <a:srgbClr val="65CEFF"/>
          </p15:clr>
        </p15:guide>
        <p15:guide id="5" orient="horz" pos="3885">
          <p15:clr>
            <a:srgbClr val="65CEFF"/>
          </p15:clr>
        </p15:guide>
        <p15:guide id="6" orient="horz" pos="4157">
          <p15:clr>
            <a:srgbClr val="65CEFF"/>
          </p15:clr>
        </p15:guide>
      </p15:sldGuideLst>
    </p:ext>
  </p:extLst>
</p:sldLayout>
</file>

<file path=ppt/slideLayouts/slideLayout80.xml><?xml version="1.0" encoding="utf-8"?>
<p:sldLayout xmlns:a="http://schemas.openxmlformats.org/drawingml/2006/main" xmlns:r="http://schemas.openxmlformats.org/officeDocument/2006/relationships" xmlns:p="http://schemas.openxmlformats.org/presentationml/2006/main" preserve="1" userDrawn="1">
  <p:cSld name="1_Table of contents / Agenda">
    <p:bg>
      <p:bgRef idx="1001">
        <a:schemeClr val="bg2"/>
      </p:bgRef>
    </p:bg>
    <p:spTree>
      <p:nvGrpSpPr>
        <p:cNvPr id="1" name=""/>
        <p:cNvGrpSpPr/>
        <p:nvPr/>
      </p:nvGrpSpPr>
      <p:grpSpPr>
        <a:xfrm>
          <a:off x="0" y="0"/>
          <a:ext cx="0" cy="0"/>
          <a:chOff x="0" y="0"/>
          <a:chExt cx="0" cy="0"/>
        </a:xfrm>
      </p:grpSpPr>
      <p:pic>
        <p:nvPicPr>
          <p:cNvPr id="4" name="Imagem 3">
            <a:extLst>
              <a:ext uri="{FF2B5EF4-FFF2-40B4-BE49-F238E27FC236}">
                <a16:creationId xmlns:a16="http://schemas.microsoft.com/office/drawing/2014/main" id="{CE514953-7A20-5A5F-E838-45AA221C6D35}"/>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0" y="0"/>
            <a:ext cx="12192000" cy="6858000"/>
          </a:xfrm>
          <a:prstGeom prst="rect">
            <a:avLst/>
          </a:prstGeom>
        </p:spPr>
      </p:pic>
      <p:sp>
        <p:nvSpPr>
          <p:cNvPr id="2" name="Title">
            <a:extLst>
              <a:ext uri="{FF2B5EF4-FFF2-40B4-BE49-F238E27FC236}">
                <a16:creationId xmlns:a16="http://schemas.microsoft.com/office/drawing/2014/main" id="{5CDB9E4A-37E0-45B2-BC93-C2EC503FB8F7}"/>
              </a:ext>
            </a:extLst>
          </p:cNvPr>
          <p:cNvSpPr>
            <a:spLocks noGrp="1"/>
          </p:cNvSpPr>
          <p:nvPr>
            <p:ph type="title"/>
          </p:nvPr>
        </p:nvSpPr>
        <p:spPr/>
        <p:txBody>
          <a:bodyPr/>
          <a:lstStyle>
            <a:lvl1pPr>
              <a:defRPr>
                <a:solidFill>
                  <a:schemeClr val="tx1"/>
                </a:solidFill>
              </a:defRPr>
            </a:lvl1pPr>
          </a:lstStyle>
          <a:p>
            <a:r>
              <a:rPr lang="en-US"/>
              <a:t>Click to edit Master title style</a:t>
            </a:r>
          </a:p>
        </p:txBody>
      </p:sp>
      <p:sp>
        <p:nvSpPr>
          <p:cNvPr id="5" name="Footer Placeholder">
            <a:extLst>
              <a:ext uri="{FF2B5EF4-FFF2-40B4-BE49-F238E27FC236}">
                <a16:creationId xmlns:a16="http://schemas.microsoft.com/office/drawing/2014/main" id="{16495290-0795-4AB1-8AEA-2BB786783622}"/>
              </a:ext>
            </a:extLst>
          </p:cNvPr>
          <p:cNvSpPr>
            <a:spLocks noGrp="1"/>
          </p:cNvSpPr>
          <p:nvPr>
            <p:ph type="ftr" sz="quarter" idx="10"/>
          </p:nvPr>
        </p:nvSpPr>
        <p:spPr/>
        <p:txBody>
          <a:bodyPr/>
          <a:lstStyle/>
          <a:p>
            <a:r>
              <a:rPr lang="en-US"/>
              <a:t>Restricted | © Siemens 2025 | SHERPA X | MM080 Purchase Requisition via Direct X</a:t>
            </a:r>
          </a:p>
        </p:txBody>
      </p:sp>
      <p:sp>
        <p:nvSpPr>
          <p:cNvPr id="6" name="Slide Number Placeholder">
            <a:extLst>
              <a:ext uri="{FF2B5EF4-FFF2-40B4-BE49-F238E27FC236}">
                <a16:creationId xmlns:a16="http://schemas.microsoft.com/office/drawing/2014/main" id="{E8FC1C65-873A-4B8F-BB57-51EEBC35A1A9}"/>
              </a:ext>
            </a:extLst>
          </p:cNvPr>
          <p:cNvSpPr>
            <a:spLocks noGrp="1"/>
          </p:cNvSpPr>
          <p:nvPr>
            <p:ph type="sldNum" sz="quarter" idx="11"/>
          </p:nvPr>
        </p:nvSpPr>
        <p:spPr/>
        <p:txBody>
          <a:bodyPr/>
          <a:lstStyle/>
          <a:p>
            <a:r>
              <a:rPr lang="en-US"/>
              <a:t>Page </a:t>
            </a:r>
            <a:fld id="{15EBE321-CBB1-4E91-BD14-37C8D44326FB}" type="slidenum">
              <a:rPr lang="en-US" smtClean="0"/>
              <a:pPr/>
              <a:t>‹#›</a:t>
            </a:fld>
            <a:endParaRPr lang="en-US"/>
          </a:p>
        </p:txBody>
      </p:sp>
      <p:pic>
        <p:nvPicPr>
          <p:cNvPr id="7" name="Siemens Logo">
            <a:extLst>
              <a:ext uri="{FF2B5EF4-FFF2-40B4-BE49-F238E27FC236}">
                <a16:creationId xmlns:a16="http://schemas.microsoft.com/office/drawing/2014/main" id="{863976F1-B9C2-4217-A36A-7F1DCFF6EE2A}"/>
              </a:ext>
            </a:extLst>
          </p:cNvPr>
          <p:cNvPicPr>
            <a:picLocks noChangeAspect="1"/>
          </p:cNvPicPr>
          <p:nvPr userDrawn="1"/>
        </p:nvPicPr>
        <p:blipFill>
          <a:blip r:embed="rId3" cstate="email">
            <a:extLst>
              <a:ext uri="{28A0092B-C50C-407E-A947-70E740481C1C}">
                <a14:useLocalDpi xmlns:a14="http://schemas.microsoft.com/office/drawing/2010/main"/>
              </a:ext>
              <a:ext uri="{96DAC541-7B7A-43D3-8B79-37D633B846F1}">
                <asvg:svgBlip xmlns:asvg="http://schemas.microsoft.com/office/drawing/2016/SVG/main" r:embed="rId4"/>
              </a:ext>
            </a:extLst>
          </a:blip>
          <a:srcRect/>
          <a:stretch/>
        </p:blipFill>
        <p:spPr>
          <a:xfrm>
            <a:off x="10635188" y="6418800"/>
            <a:ext cx="1152000" cy="183168"/>
          </a:xfrm>
          <a:prstGeom prst="rect">
            <a:avLst/>
          </a:prstGeom>
        </p:spPr>
      </p:pic>
      <p:pic>
        <p:nvPicPr>
          <p:cNvPr id="8" name="Imagem 3">
            <a:extLst>
              <a:ext uri="{FF2B5EF4-FFF2-40B4-BE49-F238E27FC236}">
                <a16:creationId xmlns:a16="http://schemas.microsoft.com/office/drawing/2014/main" id="{C75745F4-DBF6-991F-46C5-ABC219B25442}"/>
              </a:ext>
            </a:extLst>
          </p:cNvPr>
          <p:cNvPicPr>
            <a:picLocks noChangeAspect="1"/>
          </p:cNvPicPr>
          <p:nvPr userDrawn="1"/>
        </p:nvPicPr>
        <p:blipFill>
          <a:blip r:embed="rId5" cstate="email">
            <a:extLst>
              <a:ext uri="{28A0092B-C50C-407E-A947-70E740481C1C}">
                <a14:useLocalDpi xmlns:a14="http://schemas.microsoft.com/office/drawing/2010/main"/>
              </a:ext>
            </a:extLst>
          </a:blip>
          <a:stretch>
            <a:fillRect/>
          </a:stretch>
        </p:blipFill>
        <p:spPr>
          <a:xfrm>
            <a:off x="11138881" y="425240"/>
            <a:ext cx="720000" cy="720000"/>
          </a:xfrm>
          <a:prstGeom prst="rect">
            <a:avLst/>
          </a:prstGeom>
        </p:spPr>
      </p:pic>
    </p:spTree>
    <p:extLst>
      <p:ext uri="{BB962C8B-B14F-4D97-AF65-F5344CB8AC3E}">
        <p14:creationId xmlns:p14="http://schemas.microsoft.com/office/powerpoint/2010/main" val="1707600413"/>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259">
          <p15:clr>
            <a:srgbClr val="65CEFF"/>
          </p15:clr>
        </p15:guide>
        <p15:guide id="9" pos="6472">
          <p15:clr>
            <a:srgbClr val="65CEFF"/>
          </p15:clr>
        </p15:guide>
        <p15:guide id="10" pos="7425">
          <p15:clr>
            <a:srgbClr val="65CEFF"/>
          </p15:clr>
        </p15:guide>
        <p15:guide id="12" orient="horz" pos="664">
          <p15:clr>
            <a:srgbClr val="65CEFF"/>
          </p15:clr>
        </p15:guide>
        <p15:guide id="13" orient="horz" pos="891">
          <p15:clr>
            <a:srgbClr val="65CEFF"/>
          </p15:clr>
        </p15:guide>
        <p15:guide id="16" orient="horz" pos="3658">
          <p15:clr>
            <a:srgbClr val="65CEFF"/>
          </p15:clr>
        </p15:guide>
        <p15:guide id="17" orient="horz" pos="3885">
          <p15:clr>
            <a:srgbClr val="65CEFF"/>
          </p15:clr>
        </p15:guide>
        <p15:guide id="18" orient="horz" pos="4157">
          <p15:clr>
            <a:srgbClr val="65CEFF"/>
          </p15:clr>
        </p15:guide>
      </p15:sldGuideLst>
    </p:ext>
  </p:extLst>
</p:sldLayout>
</file>

<file path=ppt/slideLayouts/slideLayout81.xml><?xml version="1.0" encoding="utf-8"?>
<p:sldLayout xmlns:a="http://schemas.openxmlformats.org/drawingml/2006/main" xmlns:r="http://schemas.openxmlformats.org/officeDocument/2006/relationships" xmlns:p="http://schemas.openxmlformats.org/presentationml/2006/main" preserve="1" userDrawn="1">
  <p:cSld name="1_Free Content">
    <p:spTree>
      <p:nvGrpSpPr>
        <p:cNvPr id="1" name=""/>
        <p:cNvGrpSpPr/>
        <p:nvPr/>
      </p:nvGrpSpPr>
      <p:grpSpPr>
        <a:xfrm>
          <a:off x="0" y="0"/>
          <a:ext cx="0" cy="0"/>
          <a:chOff x="0" y="0"/>
          <a:chExt cx="0" cy="0"/>
        </a:xfrm>
      </p:grpSpPr>
      <p:pic>
        <p:nvPicPr>
          <p:cNvPr id="4" name="Imagem 3">
            <a:extLst>
              <a:ext uri="{FF2B5EF4-FFF2-40B4-BE49-F238E27FC236}">
                <a16:creationId xmlns:a16="http://schemas.microsoft.com/office/drawing/2014/main" id="{F2D3DE62-962F-F8F3-CEEE-6642E98C7029}"/>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0" y="0"/>
            <a:ext cx="12192000" cy="6858000"/>
          </a:xfrm>
          <a:prstGeom prst="rect">
            <a:avLst/>
          </a:prstGeom>
        </p:spPr>
      </p:pic>
      <p:sp>
        <p:nvSpPr>
          <p:cNvPr id="2" name="Title">
            <a:extLst>
              <a:ext uri="{FF2B5EF4-FFF2-40B4-BE49-F238E27FC236}">
                <a16:creationId xmlns:a16="http://schemas.microsoft.com/office/drawing/2014/main" id="{5CDB9E4A-37E0-45B2-BC93-C2EC503FB8F7}"/>
              </a:ext>
            </a:extLst>
          </p:cNvPr>
          <p:cNvSpPr>
            <a:spLocks noGrp="1"/>
          </p:cNvSpPr>
          <p:nvPr>
            <p:ph type="title"/>
          </p:nvPr>
        </p:nvSpPr>
        <p:spPr/>
        <p:txBody>
          <a:bodyPr/>
          <a:lstStyle/>
          <a:p>
            <a:r>
              <a:rPr lang="en-US"/>
              <a:t>Click to edit Master title style</a:t>
            </a:r>
          </a:p>
        </p:txBody>
      </p:sp>
      <p:sp>
        <p:nvSpPr>
          <p:cNvPr id="9" name="Footer Placeholder">
            <a:extLst>
              <a:ext uri="{FF2B5EF4-FFF2-40B4-BE49-F238E27FC236}">
                <a16:creationId xmlns:a16="http://schemas.microsoft.com/office/drawing/2014/main" id="{8C6E0B19-DC70-4D19-9A56-05E87567F196}"/>
              </a:ext>
            </a:extLst>
          </p:cNvPr>
          <p:cNvSpPr>
            <a:spLocks noGrp="1"/>
          </p:cNvSpPr>
          <p:nvPr>
            <p:ph type="ftr" sz="quarter" idx="10"/>
          </p:nvPr>
        </p:nvSpPr>
        <p:spPr/>
        <p:txBody>
          <a:bodyPr/>
          <a:lstStyle/>
          <a:p>
            <a:pPr>
              <a:lnSpc>
                <a:spcPct val="100000"/>
              </a:lnSpc>
            </a:pPr>
            <a:r>
              <a:rPr lang="en-US"/>
              <a:t>Restricted | © Siemens 2025 | SHERPA X | MM080 Purchase Requisition via Direct X</a:t>
            </a:r>
          </a:p>
        </p:txBody>
      </p:sp>
      <p:sp>
        <p:nvSpPr>
          <p:cNvPr id="10" name="Slide Number Placeholder">
            <a:extLst>
              <a:ext uri="{FF2B5EF4-FFF2-40B4-BE49-F238E27FC236}">
                <a16:creationId xmlns:a16="http://schemas.microsoft.com/office/drawing/2014/main" id="{D3DF1D7C-B467-46E9-B036-83EC1DBE711C}"/>
              </a:ext>
            </a:extLst>
          </p:cNvPr>
          <p:cNvSpPr>
            <a:spLocks noGrp="1"/>
          </p:cNvSpPr>
          <p:nvPr>
            <p:ph type="sldNum" sz="quarter" idx="11"/>
          </p:nvPr>
        </p:nvSpPr>
        <p:spPr/>
        <p:txBody>
          <a:bodyPr/>
          <a:lstStyle/>
          <a:p>
            <a:r>
              <a:rPr lang="en-US"/>
              <a:t>Page </a:t>
            </a:r>
            <a:fld id="{15EBE321-CBB1-4E91-BD14-37C8D44326FB}" type="slidenum">
              <a:rPr lang="en-US" smtClean="0"/>
              <a:pPr/>
              <a:t>‹#›</a:t>
            </a:fld>
            <a:endParaRPr lang="en-US"/>
          </a:p>
        </p:txBody>
      </p:sp>
      <p:pic>
        <p:nvPicPr>
          <p:cNvPr id="7" name="Siemens Logo">
            <a:extLst>
              <a:ext uri="{FF2B5EF4-FFF2-40B4-BE49-F238E27FC236}">
                <a16:creationId xmlns:a16="http://schemas.microsoft.com/office/drawing/2014/main" id="{E73DB6A8-F91C-4B87-ACAA-19A2D5EA21EF}"/>
              </a:ext>
            </a:extLst>
          </p:cNvPr>
          <p:cNvPicPr>
            <a:picLocks noChangeAspect="1"/>
          </p:cNvPicPr>
          <p:nvPr userDrawn="1"/>
        </p:nvPicPr>
        <p:blipFill>
          <a:blip r:embed="rId3" cstate="email">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10635188" y="6418800"/>
            <a:ext cx="1152000" cy="183168"/>
          </a:xfrm>
          <a:prstGeom prst="rect">
            <a:avLst/>
          </a:prstGeom>
        </p:spPr>
      </p:pic>
      <p:pic>
        <p:nvPicPr>
          <p:cNvPr id="11" name="Imagem 3">
            <a:extLst>
              <a:ext uri="{FF2B5EF4-FFF2-40B4-BE49-F238E27FC236}">
                <a16:creationId xmlns:a16="http://schemas.microsoft.com/office/drawing/2014/main" id="{0337E8F3-94E3-6072-B619-7852F5D2E790}"/>
              </a:ext>
            </a:extLst>
          </p:cNvPr>
          <p:cNvPicPr>
            <a:picLocks noChangeAspect="1"/>
          </p:cNvPicPr>
          <p:nvPr userDrawn="1"/>
        </p:nvPicPr>
        <p:blipFill>
          <a:blip r:embed="rId5" cstate="email">
            <a:extLst>
              <a:ext uri="{28A0092B-C50C-407E-A947-70E740481C1C}">
                <a14:useLocalDpi xmlns:a14="http://schemas.microsoft.com/office/drawing/2010/main"/>
              </a:ext>
            </a:extLst>
          </a:blip>
          <a:stretch>
            <a:fillRect/>
          </a:stretch>
        </p:blipFill>
        <p:spPr>
          <a:xfrm>
            <a:off x="11138881" y="425240"/>
            <a:ext cx="720000" cy="720000"/>
          </a:xfrm>
          <a:prstGeom prst="rect">
            <a:avLst/>
          </a:prstGeom>
        </p:spPr>
      </p:pic>
    </p:spTree>
    <p:extLst>
      <p:ext uri="{BB962C8B-B14F-4D97-AF65-F5344CB8AC3E}">
        <p14:creationId xmlns:p14="http://schemas.microsoft.com/office/powerpoint/2010/main" val="4136455177"/>
      </p:ext>
    </p:extLst>
  </p:cSld>
  <p:clrMapOvr>
    <a:masterClrMapping/>
  </p:clrMapOvr>
  <p:extLst>
    <p:ext uri="{DCECCB84-F9BA-43D5-87BE-67443E8EF086}">
      <p15:sldGuideLst xmlns:p15="http://schemas.microsoft.com/office/powerpoint/2012/main">
        <p15:guide id="1" pos="259">
          <p15:clr>
            <a:srgbClr val="65CEFF"/>
          </p15:clr>
        </p15:guide>
        <p15:guide id="2" pos="2526">
          <p15:clr>
            <a:srgbClr val="65CEFF"/>
          </p15:clr>
        </p15:guide>
        <p15:guide id="3" pos="2708">
          <p15:clr>
            <a:srgbClr val="65CEFF"/>
          </p15:clr>
        </p15:guide>
        <p15:guide id="4" pos="3705">
          <p15:clr>
            <a:srgbClr val="65CEFF"/>
          </p15:clr>
        </p15:guide>
        <p15:guide id="5" pos="3978">
          <p15:clr>
            <a:srgbClr val="65CEFF"/>
          </p15:clr>
        </p15:guide>
        <p15:guide id="7" pos="4975">
          <p15:clr>
            <a:srgbClr val="65CEFF"/>
          </p15:clr>
        </p15:guide>
        <p15:guide id="8" pos="5157">
          <p15:clr>
            <a:srgbClr val="65CEFF"/>
          </p15:clr>
        </p15:guide>
        <p15:guide id="9" pos="6472">
          <p15:clr>
            <a:srgbClr val="65CEFF"/>
          </p15:clr>
        </p15:guide>
        <p15:guide id="10" pos="7425">
          <p15:clr>
            <a:srgbClr val="65CEFF"/>
          </p15:clr>
        </p15:guide>
        <p15:guide id="11" orient="horz" pos="302">
          <p15:clr>
            <a:srgbClr val="65CEFF"/>
          </p15:clr>
        </p15:guide>
        <p15:guide id="12" orient="horz" pos="664">
          <p15:clr>
            <a:srgbClr val="65CEFF"/>
          </p15:clr>
        </p15:guide>
        <p15:guide id="13" orient="horz" pos="891">
          <p15:clr>
            <a:srgbClr val="65CEFF"/>
          </p15:clr>
        </p15:guide>
        <p15:guide id="14" orient="horz" pos="2206">
          <p15:clr>
            <a:srgbClr val="65CEFF"/>
          </p15:clr>
        </p15:guide>
        <p15:guide id="15" orient="horz" pos="2343">
          <p15:clr>
            <a:srgbClr val="65CEFF"/>
          </p15:clr>
        </p15:guide>
        <p15:guide id="16" orient="horz" pos="3658">
          <p15:clr>
            <a:srgbClr val="65CEFF"/>
          </p15:clr>
        </p15:guide>
        <p15:guide id="17" orient="horz" pos="3885">
          <p15:clr>
            <a:srgbClr val="65CEFF"/>
          </p15:clr>
        </p15:guide>
        <p15:guide id="18" orient="horz" pos="4157">
          <p15:clr>
            <a:srgbClr val="65CEFF"/>
          </p15:clr>
        </p15:guide>
      </p15:sldGuideLst>
    </p:ext>
  </p:extLst>
</p:sldLayout>
</file>

<file path=ppt/slideLayouts/slideLayout82.xml><?xml version="1.0" encoding="utf-8"?>
<p:sldLayout xmlns:a="http://schemas.openxmlformats.org/drawingml/2006/main" xmlns:r="http://schemas.openxmlformats.org/officeDocument/2006/relationships" xmlns:p="http://schemas.openxmlformats.org/presentationml/2006/main" preserve="1" userDrawn="1">
  <p:cSld name="2_Free Content">
    <p:spTree>
      <p:nvGrpSpPr>
        <p:cNvPr id="1" name=""/>
        <p:cNvGrpSpPr/>
        <p:nvPr/>
      </p:nvGrpSpPr>
      <p:grpSpPr>
        <a:xfrm>
          <a:off x="0" y="0"/>
          <a:ext cx="0" cy="0"/>
          <a:chOff x="0" y="0"/>
          <a:chExt cx="0" cy="0"/>
        </a:xfrm>
      </p:grpSpPr>
      <p:pic>
        <p:nvPicPr>
          <p:cNvPr id="5" name="Imagem 4">
            <a:extLst>
              <a:ext uri="{FF2B5EF4-FFF2-40B4-BE49-F238E27FC236}">
                <a16:creationId xmlns:a16="http://schemas.microsoft.com/office/drawing/2014/main" id="{C8E1A185-1B61-4F1A-2C51-C31254DB499D}"/>
              </a:ext>
            </a:extLst>
          </p:cNvPr>
          <p:cNvPicPr>
            <a:picLocks noChangeAspect="1"/>
          </p:cNvPicPr>
          <p:nvPr userDrawn="1"/>
        </p:nvPicPr>
        <p:blipFill>
          <a:blip r:embed="rId2" cstate="email">
            <a:alphaModFix amt="50000"/>
            <a:extLst>
              <a:ext uri="{28A0092B-C50C-407E-A947-70E740481C1C}">
                <a14:useLocalDpi xmlns:a14="http://schemas.microsoft.com/office/drawing/2010/main"/>
              </a:ext>
            </a:extLst>
          </a:blip>
          <a:stretch>
            <a:fillRect/>
          </a:stretch>
        </p:blipFill>
        <p:spPr>
          <a:xfrm>
            <a:off x="0" y="0"/>
            <a:ext cx="12192000" cy="6858000"/>
          </a:xfrm>
          <a:prstGeom prst="rect">
            <a:avLst/>
          </a:prstGeom>
        </p:spPr>
      </p:pic>
      <p:sp>
        <p:nvSpPr>
          <p:cNvPr id="2" name="Title">
            <a:extLst>
              <a:ext uri="{FF2B5EF4-FFF2-40B4-BE49-F238E27FC236}">
                <a16:creationId xmlns:a16="http://schemas.microsoft.com/office/drawing/2014/main" id="{5CDB9E4A-37E0-45B2-BC93-C2EC503FB8F7}"/>
              </a:ext>
            </a:extLst>
          </p:cNvPr>
          <p:cNvSpPr>
            <a:spLocks noGrp="1"/>
          </p:cNvSpPr>
          <p:nvPr>
            <p:ph type="title"/>
          </p:nvPr>
        </p:nvSpPr>
        <p:spPr/>
        <p:txBody>
          <a:bodyPr/>
          <a:lstStyle/>
          <a:p>
            <a:r>
              <a:rPr lang="en-US"/>
              <a:t>Click to edit Master title style</a:t>
            </a:r>
          </a:p>
        </p:txBody>
      </p:sp>
      <p:sp>
        <p:nvSpPr>
          <p:cNvPr id="9" name="Footer Placeholder">
            <a:extLst>
              <a:ext uri="{FF2B5EF4-FFF2-40B4-BE49-F238E27FC236}">
                <a16:creationId xmlns:a16="http://schemas.microsoft.com/office/drawing/2014/main" id="{8C6E0B19-DC70-4D19-9A56-05E87567F196}"/>
              </a:ext>
            </a:extLst>
          </p:cNvPr>
          <p:cNvSpPr>
            <a:spLocks noGrp="1"/>
          </p:cNvSpPr>
          <p:nvPr>
            <p:ph type="ftr" sz="quarter" idx="10"/>
          </p:nvPr>
        </p:nvSpPr>
        <p:spPr/>
        <p:txBody>
          <a:bodyPr/>
          <a:lstStyle/>
          <a:p>
            <a:pPr>
              <a:lnSpc>
                <a:spcPct val="100000"/>
              </a:lnSpc>
            </a:pPr>
            <a:r>
              <a:rPr lang="en-US"/>
              <a:t>Restricted | © Siemens 2025 | SHERPA X | MM080 Purchase Requisition via Direct X</a:t>
            </a:r>
          </a:p>
        </p:txBody>
      </p:sp>
      <p:sp>
        <p:nvSpPr>
          <p:cNvPr id="10" name="Slide Number Placeholder">
            <a:extLst>
              <a:ext uri="{FF2B5EF4-FFF2-40B4-BE49-F238E27FC236}">
                <a16:creationId xmlns:a16="http://schemas.microsoft.com/office/drawing/2014/main" id="{D3DF1D7C-B467-46E9-B036-83EC1DBE711C}"/>
              </a:ext>
            </a:extLst>
          </p:cNvPr>
          <p:cNvSpPr>
            <a:spLocks noGrp="1"/>
          </p:cNvSpPr>
          <p:nvPr>
            <p:ph type="sldNum" sz="quarter" idx="11"/>
          </p:nvPr>
        </p:nvSpPr>
        <p:spPr/>
        <p:txBody>
          <a:bodyPr/>
          <a:lstStyle/>
          <a:p>
            <a:r>
              <a:rPr lang="en-US"/>
              <a:t>Page </a:t>
            </a:r>
            <a:fld id="{15EBE321-CBB1-4E91-BD14-37C8D44326FB}" type="slidenum">
              <a:rPr lang="en-US" smtClean="0"/>
              <a:pPr/>
              <a:t>‹#›</a:t>
            </a:fld>
            <a:endParaRPr lang="en-US"/>
          </a:p>
        </p:txBody>
      </p:sp>
      <p:pic>
        <p:nvPicPr>
          <p:cNvPr id="7" name="Siemens Logo">
            <a:extLst>
              <a:ext uri="{FF2B5EF4-FFF2-40B4-BE49-F238E27FC236}">
                <a16:creationId xmlns:a16="http://schemas.microsoft.com/office/drawing/2014/main" id="{E73DB6A8-F91C-4B87-ACAA-19A2D5EA21EF}"/>
              </a:ext>
            </a:extLst>
          </p:cNvPr>
          <p:cNvPicPr>
            <a:picLocks noChangeAspect="1"/>
          </p:cNvPicPr>
          <p:nvPr userDrawn="1"/>
        </p:nvPicPr>
        <p:blipFill>
          <a:blip r:embed="rId3" cstate="email">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10635188" y="6418800"/>
            <a:ext cx="1152000" cy="183168"/>
          </a:xfrm>
          <a:prstGeom prst="rect">
            <a:avLst/>
          </a:prstGeom>
        </p:spPr>
      </p:pic>
      <p:pic>
        <p:nvPicPr>
          <p:cNvPr id="11" name="Imagem 3">
            <a:extLst>
              <a:ext uri="{FF2B5EF4-FFF2-40B4-BE49-F238E27FC236}">
                <a16:creationId xmlns:a16="http://schemas.microsoft.com/office/drawing/2014/main" id="{88AE7532-99C9-E3DD-DFEC-F3FFFA9C004D}"/>
              </a:ext>
            </a:extLst>
          </p:cNvPr>
          <p:cNvPicPr>
            <a:picLocks noChangeAspect="1"/>
          </p:cNvPicPr>
          <p:nvPr userDrawn="1"/>
        </p:nvPicPr>
        <p:blipFill>
          <a:blip r:embed="rId5" cstate="email">
            <a:extLst>
              <a:ext uri="{28A0092B-C50C-407E-A947-70E740481C1C}">
                <a14:useLocalDpi xmlns:a14="http://schemas.microsoft.com/office/drawing/2010/main"/>
              </a:ext>
            </a:extLst>
          </a:blip>
          <a:stretch>
            <a:fillRect/>
          </a:stretch>
        </p:blipFill>
        <p:spPr>
          <a:xfrm>
            <a:off x="11138881" y="425240"/>
            <a:ext cx="720000" cy="720000"/>
          </a:xfrm>
          <a:prstGeom prst="rect">
            <a:avLst/>
          </a:prstGeom>
        </p:spPr>
      </p:pic>
    </p:spTree>
    <p:extLst>
      <p:ext uri="{BB962C8B-B14F-4D97-AF65-F5344CB8AC3E}">
        <p14:creationId xmlns:p14="http://schemas.microsoft.com/office/powerpoint/2010/main" val="1074784355"/>
      </p:ext>
    </p:extLst>
  </p:cSld>
  <p:clrMapOvr>
    <a:masterClrMapping/>
  </p:clrMapOvr>
  <p:extLst>
    <p:ext uri="{DCECCB84-F9BA-43D5-87BE-67443E8EF086}">
      <p15:sldGuideLst xmlns:p15="http://schemas.microsoft.com/office/powerpoint/2012/main">
        <p15:guide id="1" pos="259">
          <p15:clr>
            <a:srgbClr val="65CEFF"/>
          </p15:clr>
        </p15:guide>
        <p15:guide id="2" pos="2526">
          <p15:clr>
            <a:srgbClr val="65CEFF"/>
          </p15:clr>
        </p15:guide>
        <p15:guide id="3" pos="2708">
          <p15:clr>
            <a:srgbClr val="65CEFF"/>
          </p15:clr>
        </p15:guide>
        <p15:guide id="4" pos="3705">
          <p15:clr>
            <a:srgbClr val="65CEFF"/>
          </p15:clr>
        </p15:guide>
        <p15:guide id="5" pos="3978">
          <p15:clr>
            <a:srgbClr val="65CEFF"/>
          </p15:clr>
        </p15:guide>
        <p15:guide id="7" pos="4975">
          <p15:clr>
            <a:srgbClr val="65CEFF"/>
          </p15:clr>
        </p15:guide>
        <p15:guide id="8" pos="5157">
          <p15:clr>
            <a:srgbClr val="65CEFF"/>
          </p15:clr>
        </p15:guide>
        <p15:guide id="9" pos="6472">
          <p15:clr>
            <a:srgbClr val="65CEFF"/>
          </p15:clr>
        </p15:guide>
        <p15:guide id="10" pos="7425">
          <p15:clr>
            <a:srgbClr val="65CEFF"/>
          </p15:clr>
        </p15:guide>
        <p15:guide id="11" orient="horz" pos="302">
          <p15:clr>
            <a:srgbClr val="65CEFF"/>
          </p15:clr>
        </p15:guide>
        <p15:guide id="12" orient="horz" pos="664">
          <p15:clr>
            <a:srgbClr val="65CEFF"/>
          </p15:clr>
        </p15:guide>
        <p15:guide id="13" orient="horz" pos="891">
          <p15:clr>
            <a:srgbClr val="65CEFF"/>
          </p15:clr>
        </p15:guide>
        <p15:guide id="14" orient="horz" pos="2206">
          <p15:clr>
            <a:srgbClr val="65CEFF"/>
          </p15:clr>
        </p15:guide>
        <p15:guide id="15" orient="horz" pos="2343">
          <p15:clr>
            <a:srgbClr val="65CEFF"/>
          </p15:clr>
        </p15:guide>
        <p15:guide id="16" orient="horz" pos="3658">
          <p15:clr>
            <a:srgbClr val="65CEFF"/>
          </p15:clr>
        </p15:guide>
        <p15:guide id="17" orient="horz" pos="3885">
          <p15:clr>
            <a:srgbClr val="65CEFF"/>
          </p15:clr>
        </p15:guide>
        <p15:guide id="18" orient="horz" pos="4157">
          <p15:clr>
            <a:srgbClr val="65CEFF"/>
          </p15:clr>
        </p15:guide>
      </p15:sldGuideLst>
    </p:ext>
  </p:extLst>
</p:sldLayout>
</file>

<file path=ppt/slideLayouts/slideLayout83.xml><?xml version="1.0" encoding="utf-8"?>
<p:sldLayout xmlns:a="http://schemas.openxmlformats.org/drawingml/2006/main" xmlns:r="http://schemas.openxmlformats.org/officeDocument/2006/relationships" xmlns:p="http://schemas.openxmlformats.org/presentationml/2006/main" preserve="1" userDrawn="1">
  <p:cSld name="3_Free Content">
    <p:spTree>
      <p:nvGrpSpPr>
        <p:cNvPr id="1" name=""/>
        <p:cNvGrpSpPr/>
        <p:nvPr/>
      </p:nvGrpSpPr>
      <p:grpSpPr>
        <a:xfrm>
          <a:off x="0" y="0"/>
          <a:ext cx="0" cy="0"/>
          <a:chOff x="0" y="0"/>
          <a:chExt cx="0" cy="0"/>
        </a:xfrm>
      </p:grpSpPr>
      <p:graphicFrame>
        <p:nvGraphicFramePr>
          <p:cNvPr id="4" name="Object 3" hidden="1">
            <a:extLst>
              <a:ext uri="{FF2B5EF4-FFF2-40B4-BE49-F238E27FC236}">
                <a16:creationId xmlns:a16="http://schemas.microsoft.com/office/drawing/2014/main" id="{53B67FB6-D967-58C6-28C8-C6BC5ACA09BC}"/>
              </a:ext>
            </a:extLst>
          </p:cNvPr>
          <p:cNvGraphicFramePr>
            <a:graphicFrameLocks noChangeAspect="1"/>
          </p:cNvGraphicFramePr>
          <p:nvPr userDrawn="1">
            <p:custDataLst>
              <p:tags r:id="rId1"/>
            </p:custDataLst>
            <p:extLst>
              <p:ext uri="{D42A27DB-BD31-4B8C-83A1-F6EECF244321}">
                <p14:modId xmlns:p14="http://schemas.microsoft.com/office/powerpoint/2010/main" val="504739725"/>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Folie" r:id="rId3" imgW="737" imgH="737" progId="TCLayout.ActiveDocument.1">
                  <p:embed/>
                </p:oleObj>
              </mc:Choice>
              <mc:Fallback>
                <p:oleObj name="think-cell Folie" r:id="rId3" imgW="737" imgH="737" progId="TCLayout.ActiveDocument.1">
                  <p:embed/>
                  <p:pic>
                    <p:nvPicPr>
                      <p:cNvPr id="4" name="Object 3" hidden="1">
                        <a:extLst>
                          <a:ext uri="{FF2B5EF4-FFF2-40B4-BE49-F238E27FC236}">
                            <a16:creationId xmlns:a16="http://schemas.microsoft.com/office/drawing/2014/main" id="{53B67FB6-D967-58C6-28C8-C6BC5ACA09BC}"/>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9" name="Footer Placeholder">
            <a:extLst>
              <a:ext uri="{FF2B5EF4-FFF2-40B4-BE49-F238E27FC236}">
                <a16:creationId xmlns:a16="http://schemas.microsoft.com/office/drawing/2014/main" id="{8C6E0B19-DC70-4D19-9A56-05E87567F196}"/>
              </a:ext>
            </a:extLst>
          </p:cNvPr>
          <p:cNvSpPr>
            <a:spLocks noGrp="1"/>
          </p:cNvSpPr>
          <p:nvPr>
            <p:ph type="ftr" sz="quarter" idx="10"/>
          </p:nvPr>
        </p:nvSpPr>
        <p:spPr/>
        <p:txBody>
          <a:bodyPr/>
          <a:lstStyle/>
          <a:p>
            <a:pPr>
              <a:lnSpc>
                <a:spcPct val="100000"/>
              </a:lnSpc>
            </a:pPr>
            <a:r>
              <a:rPr lang="en-US"/>
              <a:t>Restricted | © Siemens 2025 | SHERPA X I MM080 Purchase Requisition via Direct X</a:t>
            </a:r>
          </a:p>
        </p:txBody>
      </p:sp>
      <p:sp>
        <p:nvSpPr>
          <p:cNvPr id="10" name="Slide Number Placeholder">
            <a:extLst>
              <a:ext uri="{FF2B5EF4-FFF2-40B4-BE49-F238E27FC236}">
                <a16:creationId xmlns:a16="http://schemas.microsoft.com/office/drawing/2014/main" id="{D3DF1D7C-B467-46E9-B036-83EC1DBE711C}"/>
              </a:ext>
            </a:extLst>
          </p:cNvPr>
          <p:cNvSpPr>
            <a:spLocks noGrp="1"/>
          </p:cNvSpPr>
          <p:nvPr>
            <p:ph type="sldNum" sz="quarter" idx="11"/>
          </p:nvPr>
        </p:nvSpPr>
        <p:spPr/>
        <p:txBody>
          <a:bodyPr/>
          <a:lstStyle/>
          <a:p>
            <a:r>
              <a:rPr lang="en-US"/>
              <a:t>Page </a:t>
            </a:r>
            <a:fld id="{15EBE321-CBB1-4E91-BD14-37C8D44326FB}" type="slidenum">
              <a:rPr lang="en-US" smtClean="0"/>
              <a:pPr/>
              <a:t>‹#›</a:t>
            </a:fld>
            <a:endParaRPr lang="en-US"/>
          </a:p>
        </p:txBody>
      </p:sp>
      <p:pic>
        <p:nvPicPr>
          <p:cNvPr id="7" name="Siemens Logo">
            <a:extLst>
              <a:ext uri="{FF2B5EF4-FFF2-40B4-BE49-F238E27FC236}">
                <a16:creationId xmlns:a16="http://schemas.microsoft.com/office/drawing/2014/main" id="{E73DB6A8-F91C-4B87-ACAA-19A2D5EA21EF}"/>
              </a:ext>
            </a:extLst>
          </p:cNvPr>
          <p:cNvPicPr>
            <a:picLocks noChangeAspect="1"/>
          </p:cNvPicPr>
          <p:nvPr userDrawn="1"/>
        </p:nvPicPr>
        <p:blipFill>
          <a:blip r:embed="rId5" cstate="email">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p:blipFill>
        <p:spPr>
          <a:xfrm>
            <a:off x="10635188" y="6418800"/>
            <a:ext cx="1152000" cy="183168"/>
          </a:xfrm>
          <a:prstGeom prst="rect">
            <a:avLst/>
          </a:prstGeom>
        </p:spPr>
      </p:pic>
      <p:sp>
        <p:nvSpPr>
          <p:cNvPr id="2" name="Title">
            <a:extLst>
              <a:ext uri="{FF2B5EF4-FFF2-40B4-BE49-F238E27FC236}">
                <a16:creationId xmlns:a16="http://schemas.microsoft.com/office/drawing/2014/main" id="{5CDB9E4A-37E0-45B2-BC93-C2EC503FB8F7}"/>
              </a:ext>
            </a:extLst>
          </p:cNvPr>
          <p:cNvSpPr>
            <a:spLocks noGrp="1"/>
          </p:cNvSpPr>
          <p:nvPr>
            <p:ph type="title"/>
          </p:nvPr>
        </p:nvSpPr>
        <p:spPr/>
        <p:txBody>
          <a:bodyPr vert="horz"/>
          <a:lstStyle/>
          <a:p>
            <a:r>
              <a:rPr lang="en-US"/>
              <a:t>Click to edit Master title style</a:t>
            </a:r>
          </a:p>
        </p:txBody>
      </p:sp>
      <p:pic>
        <p:nvPicPr>
          <p:cNvPr id="3" name="Imagem 11" descr="Uma imagem com texto&#10;&#10;Descrição gerada automaticamente">
            <a:extLst>
              <a:ext uri="{FF2B5EF4-FFF2-40B4-BE49-F238E27FC236}">
                <a16:creationId xmlns:a16="http://schemas.microsoft.com/office/drawing/2014/main" id="{881FC60D-4B87-4C8A-ED4B-58B8BB9D875E}"/>
              </a:ext>
            </a:extLst>
          </p:cNvPr>
          <p:cNvPicPr>
            <a:picLocks noChangeAspect="1"/>
          </p:cNvPicPr>
          <p:nvPr userDrawn="1"/>
        </p:nvPicPr>
        <p:blipFill>
          <a:blip r:embed="rId7" cstate="email">
            <a:extLst>
              <a:ext uri="{28A0092B-C50C-407E-A947-70E740481C1C}">
                <a14:useLocalDpi xmlns:a14="http://schemas.microsoft.com/office/drawing/2010/main"/>
              </a:ext>
            </a:extLst>
          </a:blip>
          <a:stretch>
            <a:fillRect/>
          </a:stretch>
        </p:blipFill>
        <p:spPr>
          <a:xfrm>
            <a:off x="11138881" y="434578"/>
            <a:ext cx="720000" cy="720000"/>
          </a:xfrm>
          <a:prstGeom prst="rect">
            <a:avLst/>
          </a:prstGeom>
        </p:spPr>
      </p:pic>
    </p:spTree>
    <p:extLst>
      <p:ext uri="{BB962C8B-B14F-4D97-AF65-F5344CB8AC3E}">
        <p14:creationId xmlns:p14="http://schemas.microsoft.com/office/powerpoint/2010/main" val="1991639056"/>
      </p:ext>
    </p:extLst>
  </p:cSld>
  <p:clrMapOvr>
    <a:masterClrMapping/>
  </p:clrMapOvr>
  <p:extLst>
    <p:ext uri="{DCECCB84-F9BA-43D5-87BE-67443E8EF086}">
      <p15:sldGuideLst xmlns:p15="http://schemas.microsoft.com/office/powerpoint/2012/main">
        <p15:guide id="1" pos="259">
          <p15:clr>
            <a:srgbClr val="65CEFF"/>
          </p15:clr>
        </p15:guide>
        <p15:guide id="2" pos="2526">
          <p15:clr>
            <a:srgbClr val="65CEFF"/>
          </p15:clr>
        </p15:guide>
        <p15:guide id="3" pos="2708">
          <p15:clr>
            <a:srgbClr val="65CEFF"/>
          </p15:clr>
        </p15:guide>
        <p15:guide id="4" pos="3705">
          <p15:clr>
            <a:srgbClr val="65CEFF"/>
          </p15:clr>
        </p15:guide>
        <p15:guide id="5" pos="3978">
          <p15:clr>
            <a:srgbClr val="65CEFF"/>
          </p15:clr>
        </p15:guide>
        <p15:guide id="7" pos="4975">
          <p15:clr>
            <a:srgbClr val="65CEFF"/>
          </p15:clr>
        </p15:guide>
        <p15:guide id="8" pos="5157">
          <p15:clr>
            <a:srgbClr val="65CEFF"/>
          </p15:clr>
        </p15:guide>
        <p15:guide id="9" pos="6472">
          <p15:clr>
            <a:srgbClr val="65CEFF"/>
          </p15:clr>
        </p15:guide>
        <p15:guide id="10" pos="7425">
          <p15:clr>
            <a:srgbClr val="65CEFF"/>
          </p15:clr>
        </p15:guide>
        <p15:guide id="11" orient="horz" pos="302">
          <p15:clr>
            <a:srgbClr val="65CEFF"/>
          </p15:clr>
        </p15:guide>
        <p15:guide id="12" orient="horz" pos="664">
          <p15:clr>
            <a:srgbClr val="65CEFF"/>
          </p15:clr>
        </p15:guide>
        <p15:guide id="13" orient="horz" pos="891">
          <p15:clr>
            <a:srgbClr val="65CEFF"/>
          </p15:clr>
        </p15:guide>
        <p15:guide id="14" orient="horz" pos="2206">
          <p15:clr>
            <a:srgbClr val="65CEFF"/>
          </p15:clr>
        </p15:guide>
        <p15:guide id="15" orient="horz" pos="2343">
          <p15:clr>
            <a:srgbClr val="65CEFF"/>
          </p15:clr>
        </p15:guide>
        <p15:guide id="16" orient="horz" pos="3658">
          <p15:clr>
            <a:srgbClr val="65CEFF"/>
          </p15:clr>
        </p15:guide>
        <p15:guide id="17" orient="horz" pos="3885">
          <p15:clr>
            <a:srgbClr val="65CEFF"/>
          </p15:clr>
        </p15:guide>
        <p15:guide id="18" orient="horz" pos="4157">
          <p15:clr>
            <a:srgbClr val="65CEFF"/>
          </p15:clr>
        </p15:guide>
      </p15:sldGuideLst>
    </p:ext>
  </p:extLst>
</p:sldLayout>
</file>

<file path=ppt/slideLayouts/slideLayout84.xml><?xml version="1.0" encoding="utf-8"?>
<p:sldLayout xmlns:a="http://schemas.openxmlformats.org/drawingml/2006/main" xmlns:r="http://schemas.openxmlformats.org/officeDocument/2006/relationships" xmlns:p="http://schemas.openxmlformats.org/presentationml/2006/main" preserve="1" userDrawn="1">
  <p:cSld name="1_One object (small)">
    <p:spTree>
      <p:nvGrpSpPr>
        <p:cNvPr id="1" name=""/>
        <p:cNvGrpSpPr/>
        <p:nvPr/>
      </p:nvGrpSpPr>
      <p:grpSpPr>
        <a:xfrm>
          <a:off x="0" y="0"/>
          <a:ext cx="0" cy="0"/>
          <a:chOff x="0" y="0"/>
          <a:chExt cx="0" cy="0"/>
        </a:xfrm>
      </p:grpSpPr>
      <p:sp>
        <p:nvSpPr>
          <p:cNvPr id="7" name="Title">
            <a:extLst>
              <a:ext uri="{FF2B5EF4-FFF2-40B4-BE49-F238E27FC236}">
                <a16:creationId xmlns:a16="http://schemas.microsoft.com/office/drawing/2014/main" id="{9C4633C1-8D3E-45A5-A522-817574663A85}"/>
              </a:ext>
            </a:extLst>
          </p:cNvPr>
          <p:cNvSpPr>
            <a:spLocks noGrp="1"/>
          </p:cNvSpPr>
          <p:nvPr>
            <p:ph type="title"/>
          </p:nvPr>
        </p:nvSpPr>
        <p:spPr/>
        <p:txBody>
          <a:bodyPr/>
          <a:lstStyle/>
          <a:p>
            <a:r>
              <a:rPr lang="en-US"/>
              <a:t>Click to edit Master title style</a:t>
            </a:r>
          </a:p>
        </p:txBody>
      </p:sp>
      <p:sp>
        <p:nvSpPr>
          <p:cNvPr id="5" name="Footer Placeholder">
            <a:extLst>
              <a:ext uri="{FF2B5EF4-FFF2-40B4-BE49-F238E27FC236}">
                <a16:creationId xmlns:a16="http://schemas.microsoft.com/office/drawing/2014/main" id="{E519D384-FA09-4D60-95A8-589F157A93F4}"/>
              </a:ext>
            </a:extLst>
          </p:cNvPr>
          <p:cNvSpPr>
            <a:spLocks noGrp="1"/>
          </p:cNvSpPr>
          <p:nvPr>
            <p:ph type="ftr"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t>Restricted | © Siemens 2025 | SHERPA X I MM080 Purchase Requisition via Direct X</a:t>
            </a:r>
            <a:endParaRPr kumimoji="0" lang="en-US" sz="900" b="0" i="0" u="none" strike="noStrike" kern="1200" cap="none" spc="0" normalizeH="0" baseline="0" noProof="0">
              <a:ln>
                <a:noFill/>
              </a:ln>
              <a:effectLst/>
              <a:uLnTx/>
              <a:uFillTx/>
              <a:latin typeface="Arial"/>
              <a:ea typeface="+mn-ea"/>
              <a:cs typeface="+mn-cs"/>
            </a:endParaRPr>
          </a:p>
        </p:txBody>
      </p:sp>
      <p:sp>
        <p:nvSpPr>
          <p:cNvPr id="6" name="Slide Number Placeholder">
            <a:extLst>
              <a:ext uri="{FF2B5EF4-FFF2-40B4-BE49-F238E27FC236}">
                <a16:creationId xmlns:a16="http://schemas.microsoft.com/office/drawing/2014/main" id="{7B1666FD-2258-443A-846C-6C7533C61D5C}"/>
              </a:ext>
            </a:extLst>
          </p:cNvPr>
          <p:cNvSpPr>
            <a:spLocks noGrp="1"/>
          </p:cNvSpPr>
          <p:nvPr>
            <p:ph type="sldNum" sz="quarter" idx="11"/>
          </p:nvPr>
        </p:nvSpPr>
        <p:spPr/>
        <p:txBody>
          <a:bodyPr/>
          <a:lstStyle/>
          <a:p>
            <a:r>
              <a:rPr lang="en-US"/>
              <a:t>Page </a:t>
            </a:r>
            <a:fld id="{15EBE321-CBB1-4E91-BD14-37C8D44326FB}" type="slidenum">
              <a:rPr lang="en-US" smtClean="0"/>
              <a:pPr/>
              <a:t>‹#›</a:t>
            </a:fld>
            <a:endParaRPr lang="en-US"/>
          </a:p>
        </p:txBody>
      </p:sp>
      <p:pic>
        <p:nvPicPr>
          <p:cNvPr id="8" name="Siemens Logo">
            <a:extLst>
              <a:ext uri="{FF2B5EF4-FFF2-40B4-BE49-F238E27FC236}">
                <a16:creationId xmlns:a16="http://schemas.microsoft.com/office/drawing/2014/main" id="{91EB517C-C8FD-4E2E-B744-DB952E96B478}"/>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0635188" y="6418800"/>
            <a:ext cx="1152000" cy="183168"/>
          </a:xfrm>
          <a:prstGeom prst="rect">
            <a:avLst/>
          </a:prstGeom>
        </p:spPr>
      </p:pic>
      <p:pic>
        <p:nvPicPr>
          <p:cNvPr id="3" name="Imagem 11" descr="Uma imagem com texto&#10;&#10;Descrição gerada automaticamente">
            <a:extLst>
              <a:ext uri="{FF2B5EF4-FFF2-40B4-BE49-F238E27FC236}">
                <a16:creationId xmlns:a16="http://schemas.microsoft.com/office/drawing/2014/main" id="{1C6C503D-1849-9A79-9B9F-5A755338D8CC}"/>
              </a:ext>
            </a:extLst>
          </p:cNvPr>
          <p:cNvPicPr>
            <a:picLocks noChangeAspect="1"/>
          </p:cNvPicPr>
          <p:nvPr userDrawn="1"/>
        </p:nvPicPr>
        <p:blipFill>
          <a:blip r:embed="rId4" cstate="email">
            <a:extLst>
              <a:ext uri="{28A0092B-C50C-407E-A947-70E740481C1C}">
                <a14:useLocalDpi xmlns:a14="http://schemas.microsoft.com/office/drawing/2010/main"/>
              </a:ext>
            </a:extLst>
          </a:blip>
          <a:stretch>
            <a:fillRect/>
          </a:stretch>
        </p:blipFill>
        <p:spPr>
          <a:xfrm>
            <a:off x="11138881" y="434578"/>
            <a:ext cx="720000" cy="720000"/>
          </a:xfrm>
          <a:prstGeom prst="rect">
            <a:avLst/>
          </a:prstGeom>
        </p:spPr>
      </p:pic>
    </p:spTree>
    <p:extLst>
      <p:ext uri="{BB962C8B-B14F-4D97-AF65-F5344CB8AC3E}">
        <p14:creationId xmlns:p14="http://schemas.microsoft.com/office/powerpoint/2010/main" val="223598851"/>
      </p:ext>
    </p:extLst>
  </p:cSld>
  <p:clrMapOvr>
    <a:masterClrMapping/>
  </p:clrMapOvr>
  <p:extLst>
    <p:ext uri="{DCECCB84-F9BA-43D5-87BE-67443E8EF086}">
      <p15:sldGuideLst xmlns:p15="http://schemas.microsoft.com/office/powerpoint/2012/main">
        <p15:guide id="1" pos="259">
          <p15:clr>
            <a:srgbClr val="65CEFF"/>
          </p15:clr>
        </p15:guide>
        <p15:guide id="2" pos="4794">
          <p15:clr>
            <a:srgbClr val="65CEFF"/>
          </p15:clr>
        </p15:guide>
        <p15:guide id="3" pos="6472">
          <p15:clr>
            <a:srgbClr val="65CEFF"/>
          </p15:clr>
        </p15:guide>
        <p15:guide id="4" pos="7425">
          <p15:clr>
            <a:srgbClr val="65CEFF"/>
          </p15:clr>
        </p15:guide>
        <p15:guide id="5" orient="horz" pos="302">
          <p15:clr>
            <a:srgbClr val="65CEFF"/>
          </p15:clr>
        </p15:guide>
        <p15:guide id="6" orient="horz" pos="664">
          <p15:clr>
            <a:srgbClr val="65CEFF"/>
          </p15:clr>
        </p15:guide>
        <p15:guide id="7" orient="horz" pos="891">
          <p15:clr>
            <a:srgbClr val="65CEFF"/>
          </p15:clr>
        </p15:guide>
        <p15:guide id="8" orient="horz" pos="3658">
          <p15:clr>
            <a:srgbClr val="65CEFF"/>
          </p15:clr>
        </p15:guide>
        <p15:guide id="9" orient="horz" pos="3885">
          <p15:clr>
            <a:srgbClr val="65CEFF"/>
          </p15:clr>
        </p15:guide>
        <p15:guide id="10" orient="horz" pos="4157">
          <p15:clr>
            <a:srgbClr val="65CEFF"/>
          </p15:clr>
        </p15:guide>
      </p15:sldGuideLst>
    </p:ext>
  </p:extLst>
</p:sldLayout>
</file>

<file path=ppt/slideLayouts/slideLayout85.xml><?xml version="1.0" encoding="utf-8"?>
<p:sldLayout xmlns:a="http://schemas.openxmlformats.org/drawingml/2006/main" xmlns:r="http://schemas.openxmlformats.org/officeDocument/2006/relationships" xmlns:p="http://schemas.openxmlformats.org/presentationml/2006/main" preserve="1" userDrawn="1">
  <p:cSld name="4_Full bleed color Deep Blue">
    <p:bg>
      <p:bgRef idx="1001">
        <a:schemeClr val="bg2"/>
      </p:bgRef>
    </p:bg>
    <p:spTree>
      <p:nvGrpSpPr>
        <p:cNvPr id="1" name=""/>
        <p:cNvGrpSpPr/>
        <p:nvPr/>
      </p:nvGrpSpPr>
      <p:grpSpPr>
        <a:xfrm>
          <a:off x="0" y="0"/>
          <a:ext cx="0" cy="0"/>
          <a:chOff x="0" y="0"/>
          <a:chExt cx="0" cy="0"/>
        </a:xfrm>
      </p:grpSpPr>
      <p:pic>
        <p:nvPicPr>
          <p:cNvPr id="8" name="Imagem 7">
            <a:extLst>
              <a:ext uri="{FF2B5EF4-FFF2-40B4-BE49-F238E27FC236}">
                <a16:creationId xmlns:a16="http://schemas.microsoft.com/office/drawing/2014/main" id="{C1BA3A57-3272-E502-0C9D-D019DB664470}"/>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0" y="0"/>
            <a:ext cx="12192000" cy="6858000"/>
          </a:xfrm>
          <a:prstGeom prst="rect">
            <a:avLst/>
          </a:prstGeom>
        </p:spPr>
      </p:pic>
      <p:pic>
        <p:nvPicPr>
          <p:cNvPr id="7" name="Siemens Logo">
            <a:extLst>
              <a:ext uri="{FF2B5EF4-FFF2-40B4-BE49-F238E27FC236}">
                <a16:creationId xmlns:a16="http://schemas.microsoft.com/office/drawing/2014/main" id="{863976F1-B9C2-4217-A36A-7F1DCFF6EE2A}"/>
              </a:ext>
            </a:extLst>
          </p:cNvPr>
          <p:cNvPicPr>
            <a:picLocks noChangeAspect="1"/>
          </p:cNvPicPr>
          <p:nvPr userDrawn="1"/>
        </p:nvPicPr>
        <p:blipFill>
          <a:blip r:embed="rId3" cstate="email">
            <a:extLst>
              <a:ext uri="{28A0092B-C50C-407E-A947-70E740481C1C}">
                <a14:useLocalDpi xmlns:a14="http://schemas.microsoft.com/office/drawing/2010/main"/>
              </a:ext>
              <a:ext uri="{96DAC541-7B7A-43D3-8B79-37D633B846F1}">
                <asvg:svgBlip xmlns:asvg="http://schemas.microsoft.com/office/drawing/2016/SVG/main" r:embed="rId4"/>
              </a:ext>
            </a:extLst>
          </a:blip>
          <a:srcRect/>
          <a:stretch/>
        </p:blipFill>
        <p:spPr>
          <a:xfrm>
            <a:off x="10635188" y="6418800"/>
            <a:ext cx="1152000" cy="183168"/>
          </a:xfrm>
          <a:prstGeom prst="rect">
            <a:avLst/>
          </a:prstGeom>
        </p:spPr>
      </p:pic>
      <p:sp>
        <p:nvSpPr>
          <p:cNvPr id="6" name="Footer Placeholder">
            <a:extLst>
              <a:ext uri="{FF2B5EF4-FFF2-40B4-BE49-F238E27FC236}">
                <a16:creationId xmlns:a16="http://schemas.microsoft.com/office/drawing/2014/main" id="{BAAECF9B-1B19-7E86-2130-2B9CC48AAD09}"/>
              </a:ext>
            </a:extLst>
          </p:cNvPr>
          <p:cNvSpPr>
            <a:spLocks noGrp="1"/>
          </p:cNvSpPr>
          <p:nvPr>
            <p:ph type="ftr" sz="quarter" idx="3"/>
          </p:nvPr>
        </p:nvSpPr>
        <p:spPr>
          <a:xfrm>
            <a:off x="1059160" y="6310800"/>
            <a:ext cx="9216000" cy="547200"/>
          </a:xfrm>
          <a:prstGeom prst="rect">
            <a:avLst/>
          </a:prstGeom>
        </p:spPr>
        <p:txBody>
          <a:bodyPr vert="horz" lIns="0" tIns="0" rIns="0" bIns="61200" rtlCol="0" anchor="ctr" anchorCtr="0"/>
          <a:lstStyle>
            <a:lvl1pPr algn="l">
              <a:lnSpc>
                <a:spcPct val="100000"/>
              </a:lnSpc>
              <a:defRPr sz="900">
                <a:solidFill>
                  <a:schemeClr val="tx1"/>
                </a:solidFill>
              </a:defRPr>
            </a:lvl1pPr>
          </a:lstStyle>
          <a:p>
            <a:r>
              <a:rPr lang="en-US"/>
              <a:t>Restricted | © Siemens 2025 | SHERPA X | MM080 Purchase Requisition via Direct X</a:t>
            </a:r>
          </a:p>
        </p:txBody>
      </p:sp>
      <p:sp>
        <p:nvSpPr>
          <p:cNvPr id="9" name="Slide Number Placeholder">
            <a:extLst>
              <a:ext uri="{FF2B5EF4-FFF2-40B4-BE49-F238E27FC236}">
                <a16:creationId xmlns:a16="http://schemas.microsoft.com/office/drawing/2014/main" id="{43AA2F96-DE34-8D88-86AF-3A8AB02A2ACA}"/>
              </a:ext>
            </a:extLst>
          </p:cNvPr>
          <p:cNvSpPr>
            <a:spLocks noGrp="1"/>
          </p:cNvSpPr>
          <p:nvPr>
            <p:ph type="sldNum" sz="quarter" idx="4"/>
          </p:nvPr>
        </p:nvSpPr>
        <p:spPr>
          <a:xfrm>
            <a:off x="411162" y="6310800"/>
            <a:ext cx="648000" cy="547200"/>
          </a:xfrm>
          <a:prstGeom prst="rect">
            <a:avLst/>
          </a:prstGeom>
        </p:spPr>
        <p:txBody>
          <a:bodyPr vert="horz" lIns="0" tIns="0" rIns="0" bIns="61200" rtlCol="0" anchor="ctr" anchorCtr="0"/>
          <a:lstStyle>
            <a:lvl1pPr algn="l">
              <a:lnSpc>
                <a:spcPct val="100000"/>
              </a:lnSpc>
              <a:defRPr sz="900" b="1">
                <a:solidFill>
                  <a:schemeClr val="tx1"/>
                </a:solidFill>
              </a:defRPr>
            </a:lvl1pPr>
          </a:lstStyle>
          <a:p>
            <a:r>
              <a:rPr lang="en-US"/>
              <a:t>Page </a:t>
            </a:r>
            <a:fld id="{15EBE321-CBB1-4E91-BD14-37C8D44326FB}" type="slidenum">
              <a:rPr lang="en-US" smtClean="0"/>
              <a:pPr/>
              <a:t>‹#›</a:t>
            </a:fld>
            <a:endParaRPr lang="en-US"/>
          </a:p>
        </p:txBody>
      </p:sp>
      <p:pic>
        <p:nvPicPr>
          <p:cNvPr id="11" name="Imagem 11" descr="Uma imagem com texto&#10;&#10;Descrição gerada automaticamente">
            <a:extLst>
              <a:ext uri="{FF2B5EF4-FFF2-40B4-BE49-F238E27FC236}">
                <a16:creationId xmlns:a16="http://schemas.microsoft.com/office/drawing/2014/main" id="{FA75BA64-E606-C4C5-7FAB-0258619838D4}"/>
              </a:ext>
            </a:extLst>
          </p:cNvPr>
          <p:cNvPicPr>
            <a:picLocks noChangeAspect="1"/>
          </p:cNvPicPr>
          <p:nvPr userDrawn="1"/>
        </p:nvPicPr>
        <p:blipFill>
          <a:blip r:embed="rId5" cstate="email">
            <a:extLst>
              <a:ext uri="{28A0092B-C50C-407E-A947-70E740481C1C}">
                <a14:useLocalDpi xmlns:a14="http://schemas.microsoft.com/office/drawing/2010/main"/>
              </a:ext>
            </a:extLst>
          </a:blip>
          <a:stretch>
            <a:fillRect/>
          </a:stretch>
        </p:blipFill>
        <p:spPr>
          <a:xfrm>
            <a:off x="11138881" y="434578"/>
            <a:ext cx="720000" cy="720000"/>
          </a:xfrm>
          <a:prstGeom prst="rect">
            <a:avLst/>
          </a:prstGeom>
        </p:spPr>
      </p:pic>
    </p:spTree>
    <p:extLst>
      <p:ext uri="{BB962C8B-B14F-4D97-AF65-F5344CB8AC3E}">
        <p14:creationId xmlns:p14="http://schemas.microsoft.com/office/powerpoint/2010/main" val="114626519"/>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259">
          <p15:clr>
            <a:srgbClr val="65CEFF"/>
          </p15:clr>
        </p15:guide>
        <p15:guide id="2" pos="2526">
          <p15:clr>
            <a:srgbClr val="65CEFF"/>
          </p15:clr>
        </p15:guide>
        <p15:guide id="3" pos="2708">
          <p15:clr>
            <a:srgbClr val="65CEFF"/>
          </p15:clr>
        </p15:guide>
        <p15:guide id="4" pos="3705">
          <p15:clr>
            <a:srgbClr val="65CEFF"/>
          </p15:clr>
        </p15:guide>
        <p15:guide id="5" pos="3978">
          <p15:clr>
            <a:srgbClr val="65CEFF"/>
          </p15:clr>
        </p15:guide>
        <p15:guide id="7" pos="4975">
          <p15:clr>
            <a:srgbClr val="65CEFF"/>
          </p15:clr>
        </p15:guide>
        <p15:guide id="8" pos="5157">
          <p15:clr>
            <a:srgbClr val="65CEFF"/>
          </p15:clr>
        </p15:guide>
        <p15:guide id="9" pos="6472">
          <p15:clr>
            <a:srgbClr val="65CEFF"/>
          </p15:clr>
        </p15:guide>
        <p15:guide id="10" pos="7425">
          <p15:clr>
            <a:srgbClr val="65CEFF"/>
          </p15:clr>
        </p15:guide>
        <p15:guide id="11" orient="horz" pos="302">
          <p15:clr>
            <a:srgbClr val="65CEFF"/>
          </p15:clr>
        </p15:guide>
        <p15:guide id="12" orient="horz" pos="664">
          <p15:clr>
            <a:srgbClr val="65CEFF"/>
          </p15:clr>
        </p15:guide>
        <p15:guide id="13" orient="horz" pos="891">
          <p15:clr>
            <a:srgbClr val="65CEFF"/>
          </p15:clr>
        </p15:guide>
        <p15:guide id="14" orient="horz" pos="2206">
          <p15:clr>
            <a:srgbClr val="65CEFF"/>
          </p15:clr>
        </p15:guide>
        <p15:guide id="15" orient="horz" pos="2343">
          <p15:clr>
            <a:srgbClr val="65CEFF"/>
          </p15:clr>
        </p15:guide>
        <p15:guide id="16" orient="horz" pos="3658">
          <p15:clr>
            <a:srgbClr val="65CEFF"/>
          </p15:clr>
        </p15:guide>
        <p15:guide id="17" orient="horz" pos="3885">
          <p15:clr>
            <a:srgbClr val="65CEFF"/>
          </p15:clr>
        </p15:guide>
        <p15:guide id="18" orient="horz" pos="4157">
          <p15:clr>
            <a:srgbClr val="65CEFF"/>
          </p15:clr>
        </p15:guide>
      </p15:sldGuideLst>
    </p:ext>
  </p:extLst>
</p:sldLayout>
</file>

<file path=ppt/slideLayouts/slideLayout86.xml><?xml version="1.0" encoding="utf-8"?>
<p:sldLayout xmlns:a="http://schemas.openxmlformats.org/drawingml/2006/main" xmlns:r="http://schemas.openxmlformats.org/officeDocument/2006/relationships" xmlns:p="http://schemas.openxmlformats.org/presentationml/2006/main" preserve="1" userDrawn="1">
  <p:cSld name="5_Full bleed color Deep Blue">
    <p:bg>
      <p:bgRef idx="1001">
        <a:schemeClr val="bg2"/>
      </p:bgRef>
    </p:bg>
    <p:spTree>
      <p:nvGrpSpPr>
        <p:cNvPr id="1" name=""/>
        <p:cNvGrpSpPr/>
        <p:nvPr/>
      </p:nvGrpSpPr>
      <p:grpSpPr>
        <a:xfrm>
          <a:off x="0" y="0"/>
          <a:ext cx="0" cy="0"/>
          <a:chOff x="0" y="0"/>
          <a:chExt cx="0" cy="0"/>
        </a:xfrm>
      </p:grpSpPr>
      <p:graphicFrame>
        <p:nvGraphicFramePr>
          <p:cNvPr id="4" name="Object 3" hidden="1">
            <a:extLst>
              <a:ext uri="{FF2B5EF4-FFF2-40B4-BE49-F238E27FC236}">
                <a16:creationId xmlns:a16="http://schemas.microsoft.com/office/drawing/2014/main" id="{5606C141-1512-A34C-D3C1-A7152EA18082}"/>
              </a:ext>
            </a:extLst>
          </p:cNvPr>
          <p:cNvGraphicFramePr>
            <a:graphicFrameLocks noChangeAspect="1"/>
          </p:cNvGraphicFramePr>
          <p:nvPr userDrawn="1">
            <p:custDataLst>
              <p:tags r:id="rId1"/>
            </p:custDataLst>
            <p:extLst>
              <p:ext uri="{D42A27DB-BD31-4B8C-83A1-F6EECF244321}">
                <p14:modId xmlns:p14="http://schemas.microsoft.com/office/powerpoint/2010/main" val="3373040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Folie" r:id="rId3" imgW="737" imgH="737" progId="TCLayout.ActiveDocument.1">
                  <p:embed/>
                </p:oleObj>
              </mc:Choice>
              <mc:Fallback>
                <p:oleObj name="think-cell Folie" r:id="rId3" imgW="737" imgH="737" progId="TCLayout.ActiveDocument.1">
                  <p:embed/>
                  <p:pic>
                    <p:nvPicPr>
                      <p:cNvPr id="4" name="Object 3" hidden="1">
                        <a:extLst>
                          <a:ext uri="{FF2B5EF4-FFF2-40B4-BE49-F238E27FC236}">
                            <a16:creationId xmlns:a16="http://schemas.microsoft.com/office/drawing/2014/main" id="{5606C141-1512-A34C-D3C1-A7152EA18082}"/>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3" name="Retângulo 2">
            <a:extLst>
              <a:ext uri="{FF2B5EF4-FFF2-40B4-BE49-F238E27FC236}">
                <a16:creationId xmlns:a16="http://schemas.microsoft.com/office/drawing/2014/main" id="{EAEE99BD-28E7-FE5E-FA77-0D47A3BA42F5}"/>
              </a:ext>
            </a:extLst>
          </p:cNvPr>
          <p:cNvSpPr/>
          <p:nvPr userDrawn="1"/>
        </p:nvSpPr>
        <p:spPr>
          <a:xfrm>
            <a:off x="0" y="0"/>
            <a:ext cx="12192000" cy="6858000"/>
          </a:xfrm>
          <a:prstGeom prst="rect">
            <a:avLst/>
          </a:prstGeom>
          <a:gradFill flip="none" rotWithShape="1">
            <a:gsLst>
              <a:gs pos="0">
                <a:srgbClr val="333255">
                  <a:alpha val="90000"/>
                </a:srgbClr>
              </a:gs>
              <a:gs pos="99000">
                <a:srgbClr val="0E0E35"/>
              </a:gs>
            </a:gsLst>
            <a:path path="circl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pPr algn="l"/>
            <a:endParaRPr lang="en-GB">
              <a:solidFill>
                <a:schemeClr val="tx1"/>
              </a:solidFill>
            </a:endParaRPr>
          </a:p>
        </p:txBody>
      </p:sp>
      <p:pic>
        <p:nvPicPr>
          <p:cNvPr id="7" name="Siemens Logo">
            <a:extLst>
              <a:ext uri="{FF2B5EF4-FFF2-40B4-BE49-F238E27FC236}">
                <a16:creationId xmlns:a16="http://schemas.microsoft.com/office/drawing/2014/main" id="{863976F1-B9C2-4217-A36A-7F1DCFF6EE2A}"/>
              </a:ext>
            </a:extLst>
          </p:cNvPr>
          <p:cNvPicPr>
            <a:picLocks noChangeAspect="1"/>
          </p:cNvPicPr>
          <p:nvPr userDrawn="1"/>
        </p:nvPicPr>
        <p:blipFill>
          <a:blip r:embed="rId5" cstate="email">
            <a:extLst>
              <a:ext uri="{28A0092B-C50C-407E-A947-70E740481C1C}">
                <a14:useLocalDpi xmlns:a14="http://schemas.microsoft.com/office/drawing/2010/main"/>
              </a:ext>
              <a:ext uri="{96DAC541-7B7A-43D3-8B79-37D633B846F1}">
                <asvg:svgBlip xmlns:asvg="http://schemas.microsoft.com/office/drawing/2016/SVG/main" r:embed="rId6"/>
              </a:ext>
            </a:extLst>
          </a:blip>
          <a:srcRect/>
          <a:stretch/>
        </p:blipFill>
        <p:spPr>
          <a:xfrm>
            <a:off x="10635188" y="6418800"/>
            <a:ext cx="1152000" cy="183168"/>
          </a:xfrm>
          <a:prstGeom prst="rect">
            <a:avLst/>
          </a:prstGeom>
        </p:spPr>
      </p:pic>
      <p:sp>
        <p:nvSpPr>
          <p:cNvPr id="8" name="Title Placeholder">
            <a:extLst>
              <a:ext uri="{FF2B5EF4-FFF2-40B4-BE49-F238E27FC236}">
                <a16:creationId xmlns:a16="http://schemas.microsoft.com/office/drawing/2014/main" id="{4315EF87-8232-406F-3929-2791AF0DD62F}"/>
              </a:ext>
            </a:extLst>
          </p:cNvPr>
          <p:cNvSpPr>
            <a:spLocks noGrp="1"/>
          </p:cNvSpPr>
          <p:nvPr>
            <p:ph type="title"/>
          </p:nvPr>
        </p:nvSpPr>
        <p:spPr>
          <a:xfrm>
            <a:off x="410400" y="478800"/>
            <a:ext cx="9863997" cy="576000"/>
          </a:xfrm>
          <a:prstGeom prst="rect">
            <a:avLst/>
          </a:prstGeom>
        </p:spPr>
        <p:txBody>
          <a:bodyPr vert="horz" lIns="0" tIns="0" rIns="324000" bIns="14400" rtlCol="0" anchor="b" anchorCtr="0">
            <a:noAutofit/>
          </a:bodyPr>
          <a:lstStyle>
            <a:lvl1pPr>
              <a:defRPr>
                <a:solidFill>
                  <a:schemeClr val="tx1"/>
                </a:solidFill>
              </a:defRPr>
            </a:lvl1pPr>
          </a:lstStyle>
          <a:p>
            <a:r>
              <a:rPr lang="en-US"/>
              <a:t>Click to edit Master title style</a:t>
            </a:r>
          </a:p>
        </p:txBody>
      </p:sp>
      <p:sp>
        <p:nvSpPr>
          <p:cNvPr id="10" name="Footer Placeholder">
            <a:extLst>
              <a:ext uri="{FF2B5EF4-FFF2-40B4-BE49-F238E27FC236}">
                <a16:creationId xmlns:a16="http://schemas.microsoft.com/office/drawing/2014/main" id="{A29C7FB6-EEF3-CCFA-F90F-B44B5967F6B9}"/>
              </a:ext>
            </a:extLst>
          </p:cNvPr>
          <p:cNvSpPr>
            <a:spLocks noGrp="1"/>
          </p:cNvSpPr>
          <p:nvPr>
            <p:ph type="ftr" sz="quarter" idx="3"/>
          </p:nvPr>
        </p:nvSpPr>
        <p:spPr>
          <a:xfrm>
            <a:off x="1059160" y="6310800"/>
            <a:ext cx="9216000" cy="547200"/>
          </a:xfrm>
          <a:prstGeom prst="rect">
            <a:avLst/>
          </a:prstGeom>
        </p:spPr>
        <p:txBody>
          <a:bodyPr vert="horz" lIns="0" tIns="0" rIns="0" bIns="61200" rtlCol="0" anchor="ctr" anchorCtr="0"/>
          <a:lstStyle>
            <a:lvl1pPr algn="l">
              <a:lnSpc>
                <a:spcPct val="100000"/>
              </a:lnSpc>
              <a:defRPr sz="900">
                <a:solidFill>
                  <a:schemeClr val="tx1"/>
                </a:solidFill>
              </a:defRPr>
            </a:lvl1pPr>
          </a:lstStyle>
          <a:p>
            <a:r>
              <a:rPr lang="en-US"/>
              <a:t>Restricted | © Siemens 2025 | SHERPA X | MM080 Purchase Requisition via Direct X</a:t>
            </a:r>
          </a:p>
        </p:txBody>
      </p:sp>
      <p:sp>
        <p:nvSpPr>
          <p:cNvPr id="13" name="Slide Number Placeholder">
            <a:extLst>
              <a:ext uri="{FF2B5EF4-FFF2-40B4-BE49-F238E27FC236}">
                <a16:creationId xmlns:a16="http://schemas.microsoft.com/office/drawing/2014/main" id="{E217BFFA-CD11-26FB-EB1B-CAB5E139BBD3}"/>
              </a:ext>
            </a:extLst>
          </p:cNvPr>
          <p:cNvSpPr>
            <a:spLocks noGrp="1"/>
          </p:cNvSpPr>
          <p:nvPr>
            <p:ph type="sldNum" sz="quarter" idx="4"/>
          </p:nvPr>
        </p:nvSpPr>
        <p:spPr>
          <a:xfrm>
            <a:off x="411162" y="6310800"/>
            <a:ext cx="648000" cy="547200"/>
          </a:xfrm>
          <a:prstGeom prst="rect">
            <a:avLst/>
          </a:prstGeom>
        </p:spPr>
        <p:txBody>
          <a:bodyPr vert="horz" lIns="0" tIns="0" rIns="0" bIns="61200" rtlCol="0" anchor="ctr" anchorCtr="0"/>
          <a:lstStyle>
            <a:lvl1pPr algn="l">
              <a:lnSpc>
                <a:spcPct val="100000"/>
              </a:lnSpc>
              <a:defRPr sz="900" b="1">
                <a:solidFill>
                  <a:schemeClr val="tx1"/>
                </a:solidFill>
              </a:defRPr>
            </a:lvl1pPr>
          </a:lstStyle>
          <a:p>
            <a:r>
              <a:rPr lang="en-US"/>
              <a:t>Page </a:t>
            </a:r>
            <a:fld id="{15EBE321-CBB1-4E91-BD14-37C8D44326FB}" type="slidenum">
              <a:rPr lang="en-US" smtClean="0"/>
              <a:pPr/>
              <a:t>‹#›</a:t>
            </a:fld>
            <a:endParaRPr lang="en-US"/>
          </a:p>
        </p:txBody>
      </p:sp>
      <p:sp>
        <p:nvSpPr>
          <p:cNvPr id="9" name="Text Placeholder">
            <a:extLst>
              <a:ext uri="{FF2B5EF4-FFF2-40B4-BE49-F238E27FC236}">
                <a16:creationId xmlns:a16="http://schemas.microsoft.com/office/drawing/2014/main" id="{772FF5AB-0FAE-0388-A712-461177C35BD6}"/>
              </a:ext>
            </a:extLst>
          </p:cNvPr>
          <p:cNvSpPr>
            <a:spLocks noGrp="1"/>
          </p:cNvSpPr>
          <p:nvPr>
            <p:ph idx="1"/>
          </p:nvPr>
        </p:nvSpPr>
        <p:spPr>
          <a:xfrm>
            <a:off x="411161" y="1414800"/>
            <a:ext cx="7200000" cy="4536000"/>
          </a:xfrm>
          <a:prstGeom prst="rect">
            <a:avLst/>
          </a:prstGeom>
        </p:spPr>
        <p:txBody>
          <a:bodyPr vert="horz" lIns="0" tIns="0" rIns="0" bIns="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14" name="Imagem 11" descr="Uma imagem com texto&#10;&#10;Descrição gerada automaticamente">
            <a:extLst>
              <a:ext uri="{FF2B5EF4-FFF2-40B4-BE49-F238E27FC236}">
                <a16:creationId xmlns:a16="http://schemas.microsoft.com/office/drawing/2014/main" id="{0A0127EB-6D54-2C8F-08B0-DF83F9477FFB}"/>
              </a:ext>
            </a:extLst>
          </p:cNvPr>
          <p:cNvPicPr>
            <a:picLocks noChangeAspect="1"/>
          </p:cNvPicPr>
          <p:nvPr userDrawn="1"/>
        </p:nvPicPr>
        <p:blipFill>
          <a:blip r:embed="rId7" cstate="email">
            <a:extLst>
              <a:ext uri="{28A0092B-C50C-407E-A947-70E740481C1C}">
                <a14:useLocalDpi xmlns:a14="http://schemas.microsoft.com/office/drawing/2010/main"/>
              </a:ext>
            </a:extLst>
          </a:blip>
          <a:stretch>
            <a:fillRect/>
          </a:stretch>
        </p:blipFill>
        <p:spPr>
          <a:xfrm>
            <a:off x="11138881" y="434578"/>
            <a:ext cx="720000" cy="720000"/>
          </a:xfrm>
          <a:prstGeom prst="rect">
            <a:avLst/>
          </a:prstGeom>
        </p:spPr>
      </p:pic>
    </p:spTree>
    <p:extLst>
      <p:ext uri="{BB962C8B-B14F-4D97-AF65-F5344CB8AC3E}">
        <p14:creationId xmlns:p14="http://schemas.microsoft.com/office/powerpoint/2010/main" val="4074851709"/>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259">
          <p15:clr>
            <a:srgbClr val="65CEFF"/>
          </p15:clr>
        </p15:guide>
        <p15:guide id="2" pos="2526">
          <p15:clr>
            <a:srgbClr val="65CEFF"/>
          </p15:clr>
        </p15:guide>
        <p15:guide id="3" pos="2708">
          <p15:clr>
            <a:srgbClr val="65CEFF"/>
          </p15:clr>
        </p15:guide>
        <p15:guide id="4" pos="3705">
          <p15:clr>
            <a:srgbClr val="65CEFF"/>
          </p15:clr>
        </p15:guide>
        <p15:guide id="5" pos="3978">
          <p15:clr>
            <a:srgbClr val="65CEFF"/>
          </p15:clr>
        </p15:guide>
        <p15:guide id="7" pos="4975">
          <p15:clr>
            <a:srgbClr val="65CEFF"/>
          </p15:clr>
        </p15:guide>
        <p15:guide id="8" pos="5157">
          <p15:clr>
            <a:srgbClr val="65CEFF"/>
          </p15:clr>
        </p15:guide>
        <p15:guide id="9" pos="6472">
          <p15:clr>
            <a:srgbClr val="65CEFF"/>
          </p15:clr>
        </p15:guide>
        <p15:guide id="10" pos="7425">
          <p15:clr>
            <a:srgbClr val="65CEFF"/>
          </p15:clr>
        </p15:guide>
        <p15:guide id="11" orient="horz" pos="302">
          <p15:clr>
            <a:srgbClr val="65CEFF"/>
          </p15:clr>
        </p15:guide>
        <p15:guide id="12" orient="horz" pos="664">
          <p15:clr>
            <a:srgbClr val="65CEFF"/>
          </p15:clr>
        </p15:guide>
        <p15:guide id="13" orient="horz" pos="891">
          <p15:clr>
            <a:srgbClr val="65CEFF"/>
          </p15:clr>
        </p15:guide>
        <p15:guide id="14" orient="horz" pos="2206">
          <p15:clr>
            <a:srgbClr val="65CEFF"/>
          </p15:clr>
        </p15:guide>
        <p15:guide id="15" orient="horz" pos="2343">
          <p15:clr>
            <a:srgbClr val="65CEFF"/>
          </p15:clr>
        </p15:guide>
        <p15:guide id="16" orient="horz" pos="3658">
          <p15:clr>
            <a:srgbClr val="65CEFF"/>
          </p15:clr>
        </p15:guide>
        <p15:guide id="17" orient="horz" pos="3885">
          <p15:clr>
            <a:srgbClr val="65CEFF"/>
          </p15:clr>
        </p15:guide>
        <p15:guide id="18" orient="horz" pos="4157">
          <p15:clr>
            <a:srgbClr val="65CEFF"/>
          </p15:clr>
        </p15:guide>
      </p15:sldGuideLst>
    </p:ext>
  </p:extLst>
</p:sldLayout>
</file>

<file path=ppt/slideLayouts/slideLayout87.xml><?xml version="1.0" encoding="utf-8"?>
<p:sldLayout xmlns:a="http://schemas.openxmlformats.org/drawingml/2006/main" xmlns:r="http://schemas.openxmlformats.org/officeDocument/2006/relationships" xmlns:p="http://schemas.openxmlformats.org/presentationml/2006/main" preserve="1" userDrawn="1">
  <p:cSld name="7_Full bleed color Deep Blue">
    <p:bg>
      <p:bgRef idx="1001">
        <a:schemeClr val="bg2"/>
      </p:bgRef>
    </p:bg>
    <p:spTree>
      <p:nvGrpSpPr>
        <p:cNvPr id="1" name=""/>
        <p:cNvGrpSpPr/>
        <p:nvPr/>
      </p:nvGrpSpPr>
      <p:grpSpPr>
        <a:xfrm>
          <a:off x="0" y="0"/>
          <a:ext cx="0" cy="0"/>
          <a:chOff x="0" y="0"/>
          <a:chExt cx="0" cy="0"/>
        </a:xfrm>
      </p:grpSpPr>
      <p:graphicFrame>
        <p:nvGraphicFramePr>
          <p:cNvPr id="4" name="Object 3" hidden="1">
            <a:extLst>
              <a:ext uri="{FF2B5EF4-FFF2-40B4-BE49-F238E27FC236}">
                <a16:creationId xmlns:a16="http://schemas.microsoft.com/office/drawing/2014/main" id="{5606C141-1512-A34C-D3C1-A7152EA18082}"/>
              </a:ext>
            </a:extLst>
          </p:cNvPr>
          <p:cNvGraphicFramePr>
            <a:graphicFrameLocks noChangeAspect="1"/>
          </p:cNvGraphicFramePr>
          <p:nvPr userDrawn="1">
            <p:custDataLst>
              <p:tags r:id="rId1"/>
            </p:custDataLst>
            <p:extLst>
              <p:ext uri="{D42A27DB-BD31-4B8C-83A1-F6EECF244321}">
                <p14:modId xmlns:p14="http://schemas.microsoft.com/office/powerpoint/2010/main" val="3373040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Folie" r:id="rId3" imgW="737" imgH="737" progId="TCLayout.ActiveDocument.1">
                  <p:embed/>
                </p:oleObj>
              </mc:Choice>
              <mc:Fallback>
                <p:oleObj name="think-cell Folie" r:id="rId3" imgW="737" imgH="737" progId="TCLayout.ActiveDocument.1">
                  <p:embed/>
                  <p:pic>
                    <p:nvPicPr>
                      <p:cNvPr id="4" name="Object 3" hidden="1">
                        <a:extLst>
                          <a:ext uri="{FF2B5EF4-FFF2-40B4-BE49-F238E27FC236}">
                            <a16:creationId xmlns:a16="http://schemas.microsoft.com/office/drawing/2014/main" id="{5606C141-1512-A34C-D3C1-A7152EA18082}"/>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3" name="Retângulo 2">
            <a:extLst>
              <a:ext uri="{FF2B5EF4-FFF2-40B4-BE49-F238E27FC236}">
                <a16:creationId xmlns:a16="http://schemas.microsoft.com/office/drawing/2014/main" id="{EAEE99BD-28E7-FE5E-FA77-0D47A3BA42F5}"/>
              </a:ext>
            </a:extLst>
          </p:cNvPr>
          <p:cNvSpPr/>
          <p:nvPr userDrawn="1"/>
        </p:nvSpPr>
        <p:spPr>
          <a:xfrm>
            <a:off x="0" y="0"/>
            <a:ext cx="12192000" cy="6858000"/>
          </a:xfrm>
          <a:prstGeom prst="rect">
            <a:avLst/>
          </a:prstGeom>
          <a:gradFill flip="none" rotWithShape="1">
            <a:gsLst>
              <a:gs pos="0">
                <a:srgbClr val="333255">
                  <a:alpha val="90000"/>
                </a:srgbClr>
              </a:gs>
              <a:gs pos="99000">
                <a:srgbClr val="0E0E35"/>
              </a:gs>
            </a:gsLst>
            <a:path path="circl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pPr algn="l"/>
            <a:endParaRPr lang="en-GB">
              <a:solidFill>
                <a:schemeClr val="tx1"/>
              </a:solidFill>
            </a:endParaRPr>
          </a:p>
        </p:txBody>
      </p:sp>
      <p:pic>
        <p:nvPicPr>
          <p:cNvPr id="7" name="Siemens Logo">
            <a:extLst>
              <a:ext uri="{FF2B5EF4-FFF2-40B4-BE49-F238E27FC236}">
                <a16:creationId xmlns:a16="http://schemas.microsoft.com/office/drawing/2014/main" id="{863976F1-B9C2-4217-A36A-7F1DCFF6EE2A}"/>
              </a:ext>
            </a:extLst>
          </p:cNvPr>
          <p:cNvPicPr>
            <a:picLocks noChangeAspect="1"/>
          </p:cNvPicPr>
          <p:nvPr userDrawn="1"/>
        </p:nvPicPr>
        <p:blipFill>
          <a:blip r:embed="rId5" cstate="email">
            <a:extLst>
              <a:ext uri="{28A0092B-C50C-407E-A947-70E740481C1C}">
                <a14:useLocalDpi xmlns:a14="http://schemas.microsoft.com/office/drawing/2010/main"/>
              </a:ext>
              <a:ext uri="{96DAC541-7B7A-43D3-8B79-37D633B846F1}">
                <asvg:svgBlip xmlns:asvg="http://schemas.microsoft.com/office/drawing/2016/SVG/main" r:embed="rId6"/>
              </a:ext>
            </a:extLst>
          </a:blip>
          <a:srcRect/>
          <a:stretch/>
        </p:blipFill>
        <p:spPr>
          <a:xfrm>
            <a:off x="10635188" y="6418800"/>
            <a:ext cx="1152000" cy="183168"/>
          </a:xfrm>
          <a:prstGeom prst="rect">
            <a:avLst/>
          </a:prstGeom>
        </p:spPr>
      </p:pic>
      <p:sp>
        <p:nvSpPr>
          <p:cNvPr id="8" name="Title Placeholder">
            <a:extLst>
              <a:ext uri="{FF2B5EF4-FFF2-40B4-BE49-F238E27FC236}">
                <a16:creationId xmlns:a16="http://schemas.microsoft.com/office/drawing/2014/main" id="{4315EF87-8232-406F-3929-2791AF0DD62F}"/>
              </a:ext>
            </a:extLst>
          </p:cNvPr>
          <p:cNvSpPr>
            <a:spLocks noGrp="1"/>
          </p:cNvSpPr>
          <p:nvPr>
            <p:ph type="title"/>
          </p:nvPr>
        </p:nvSpPr>
        <p:spPr>
          <a:xfrm>
            <a:off x="410400" y="478800"/>
            <a:ext cx="9863997" cy="576000"/>
          </a:xfrm>
          <a:prstGeom prst="rect">
            <a:avLst/>
          </a:prstGeom>
        </p:spPr>
        <p:txBody>
          <a:bodyPr vert="horz" lIns="0" tIns="0" rIns="324000" bIns="14400" rtlCol="0" anchor="b" anchorCtr="0">
            <a:noAutofit/>
          </a:bodyPr>
          <a:lstStyle>
            <a:lvl1pPr>
              <a:defRPr>
                <a:solidFill>
                  <a:schemeClr val="tx1"/>
                </a:solidFill>
              </a:defRPr>
            </a:lvl1pPr>
          </a:lstStyle>
          <a:p>
            <a:r>
              <a:rPr lang="en-US"/>
              <a:t>Click to edit Master title style</a:t>
            </a:r>
          </a:p>
        </p:txBody>
      </p:sp>
      <p:sp>
        <p:nvSpPr>
          <p:cNvPr id="10" name="Footer Placeholder">
            <a:extLst>
              <a:ext uri="{FF2B5EF4-FFF2-40B4-BE49-F238E27FC236}">
                <a16:creationId xmlns:a16="http://schemas.microsoft.com/office/drawing/2014/main" id="{A29C7FB6-EEF3-CCFA-F90F-B44B5967F6B9}"/>
              </a:ext>
            </a:extLst>
          </p:cNvPr>
          <p:cNvSpPr>
            <a:spLocks noGrp="1"/>
          </p:cNvSpPr>
          <p:nvPr>
            <p:ph type="ftr" sz="quarter" idx="3"/>
          </p:nvPr>
        </p:nvSpPr>
        <p:spPr>
          <a:xfrm>
            <a:off x="1059160" y="6310800"/>
            <a:ext cx="9216000" cy="547200"/>
          </a:xfrm>
          <a:prstGeom prst="rect">
            <a:avLst/>
          </a:prstGeom>
        </p:spPr>
        <p:txBody>
          <a:bodyPr vert="horz" lIns="0" tIns="0" rIns="0" bIns="61200" rtlCol="0" anchor="ctr" anchorCtr="0"/>
          <a:lstStyle>
            <a:lvl1pPr algn="l">
              <a:lnSpc>
                <a:spcPct val="100000"/>
              </a:lnSpc>
              <a:defRPr sz="900">
                <a:solidFill>
                  <a:schemeClr val="tx1"/>
                </a:solidFill>
              </a:defRPr>
            </a:lvl1pPr>
          </a:lstStyle>
          <a:p>
            <a:r>
              <a:rPr lang="en-US"/>
              <a:t>Restricted | © Siemens 2025 | SHERPA X | MM080 Purchase Requisition via Direct X</a:t>
            </a:r>
          </a:p>
        </p:txBody>
      </p:sp>
      <p:sp>
        <p:nvSpPr>
          <p:cNvPr id="13" name="Slide Number Placeholder">
            <a:extLst>
              <a:ext uri="{FF2B5EF4-FFF2-40B4-BE49-F238E27FC236}">
                <a16:creationId xmlns:a16="http://schemas.microsoft.com/office/drawing/2014/main" id="{E217BFFA-CD11-26FB-EB1B-CAB5E139BBD3}"/>
              </a:ext>
            </a:extLst>
          </p:cNvPr>
          <p:cNvSpPr>
            <a:spLocks noGrp="1"/>
          </p:cNvSpPr>
          <p:nvPr>
            <p:ph type="sldNum" sz="quarter" idx="4"/>
          </p:nvPr>
        </p:nvSpPr>
        <p:spPr>
          <a:xfrm>
            <a:off x="411162" y="6310800"/>
            <a:ext cx="648000" cy="547200"/>
          </a:xfrm>
          <a:prstGeom prst="rect">
            <a:avLst/>
          </a:prstGeom>
        </p:spPr>
        <p:txBody>
          <a:bodyPr vert="horz" lIns="0" tIns="0" rIns="0" bIns="61200" rtlCol="0" anchor="ctr" anchorCtr="0"/>
          <a:lstStyle>
            <a:lvl1pPr algn="l">
              <a:lnSpc>
                <a:spcPct val="100000"/>
              </a:lnSpc>
              <a:defRPr sz="900" b="1">
                <a:solidFill>
                  <a:schemeClr val="tx1"/>
                </a:solidFill>
              </a:defRPr>
            </a:lvl1pPr>
          </a:lstStyle>
          <a:p>
            <a:r>
              <a:rPr lang="en-US"/>
              <a:t>Page </a:t>
            </a:r>
            <a:fld id="{15EBE321-CBB1-4E91-BD14-37C8D44326FB}" type="slidenum">
              <a:rPr lang="en-US" smtClean="0"/>
              <a:pPr/>
              <a:t>‹#›</a:t>
            </a:fld>
            <a:endParaRPr lang="en-US"/>
          </a:p>
        </p:txBody>
      </p:sp>
      <p:pic>
        <p:nvPicPr>
          <p:cNvPr id="14" name="Imagem 11" descr="Uma imagem com texto&#10;&#10;Descrição gerada automaticamente">
            <a:extLst>
              <a:ext uri="{FF2B5EF4-FFF2-40B4-BE49-F238E27FC236}">
                <a16:creationId xmlns:a16="http://schemas.microsoft.com/office/drawing/2014/main" id="{0A0127EB-6D54-2C8F-08B0-DF83F9477FFB}"/>
              </a:ext>
            </a:extLst>
          </p:cNvPr>
          <p:cNvPicPr>
            <a:picLocks noChangeAspect="1"/>
          </p:cNvPicPr>
          <p:nvPr userDrawn="1"/>
        </p:nvPicPr>
        <p:blipFill>
          <a:blip r:embed="rId7" cstate="email">
            <a:extLst>
              <a:ext uri="{28A0092B-C50C-407E-A947-70E740481C1C}">
                <a14:useLocalDpi xmlns:a14="http://schemas.microsoft.com/office/drawing/2010/main"/>
              </a:ext>
            </a:extLst>
          </a:blip>
          <a:stretch>
            <a:fillRect/>
          </a:stretch>
        </p:blipFill>
        <p:spPr>
          <a:xfrm>
            <a:off x="11138881" y="434578"/>
            <a:ext cx="720000" cy="720000"/>
          </a:xfrm>
          <a:prstGeom prst="rect">
            <a:avLst/>
          </a:prstGeom>
        </p:spPr>
      </p:pic>
    </p:spTree>
    <p:extLst>
      <p:ext uri="{BB962C8B-B14F-4D97-AF65-F5344CB8AC3E}">
        <p14:creationId xmlns:p14="http://schemas.microsoft.com/office/powerpoint/2010/main" val="3533351536"/>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259">
          <p15:clr>
            <a:srgbClr val="65CEFF"/>
          </p15:clr>
        </p15:guide>
        <p15:guide id="2" pos="2526">
          <p15:clr>
            <a:srgbClr val="65CEFF"/>
          </p15:clr>
        </p15:guide>
        <p15:guide id="3" pos="2708">
          <p15:clr>
            <a:srgbClr val="65CEFF"/>
          </p15:clr>
        </p15:guide>
        <p15:guide id="4" pos="3705">
          <p15:clr>
            <a:srgbClr val="65CEFF"/>
          </p15:clr>
        </p15:guide>
        <p15:guide id="5" pos="3978">
          <p15:clr>
            <a:srgbClr val="65CEFF"/>
          </p15:clr>
        </p15:guide>
        <p15:guide id="7" pos="4975">
          <p15:clr>
            <a:srgbClr val="65CEFF"/>
          </p15:clr>
        </p15:guide>
        <p15:guide id="8" pos="5157">
          <p15:clr>
            <a:srgbClr val="65CEFF"/>
          </p15:clr>
        </p15:guide>
        <p15:guide id="9" pos="6472">
          <p15:clr>
            <a:srgbClr val="65CEFF"/>
          </p15:clr>
        </p15:guide>
        <p15:guide id="10" pos="7425">
          <p15:clr>
            <a:srgbClr val="65CEFF"/>
          </p15:clr>
        </p15:guide>
        <p15:guide id="11" orient="horz" pos="302">
          <p15:clr>
            <a:srgbClr val="65CEFF"/>
          </p15:clr>
        </p15:guide>
        <p15:guide id="12" orient="horz" pos="664">
          <p15:clr>
            <a:srgbClr val="65CEFF"/>
          </p15:clr>
        </p15:guide>
        <p15:guide id="13" orient="horz" pos="891">
          <p15:clr>
            <a:srgbClr val="65CEFF"/>
          </p15:clr>
        </p15:guide>
        <p15:guide id="14" orient="horz" pos="2206">
          <p15:clr>
            <a:srgbClr val="65CEFF"/>
          </p15:clr>
        </p15:guide>
        <p15:guide id="15" orient="horz" pos="2343">
          <p15:clr>
            <a:srgbClr val="65CEFF"/>
          </p15:clr>
        </p15:guide>
        <p15:guide id="16" orient="horz" pos="3658">
          <p15:clr>
            <a:srgbClr val="65CEFF"/>
          </p15:clr>
        </p15:guide>
        <p15:guide id="17" orient="horz" pos="3885">
          <p15:clr>
            <a:srgbClr val="65CEFF"/>
          </p15:clr>
        </p15:guide>
        <p15:guide id="18" orient="horz" pos="4157">
          <p15:clr>
            <a:srgbClr val="65CEFF"/>
          </p15:clr>
        </p15:guide>
      </p15:sldGuideLst>
    </p:ext>
  </p:extLst>
</p:sldLayout>
</file>

<file path=ppt/slideLayouts/slideLayout88.xml><?xml version="1.0" encoding="utf-8"?>
<p:sldLayout xmlns:a="http://schemas.openxmlformats.org/drawingml/2006/main" xmlns:r="http://schemas.openxmlformats.org/officeDocument/2006/relationships" xmlns:p="http://schemas.openxmlformats.org/presentationml/2006/main" preserve="1" userDrawn="1">
  <p:cSld name="6_Full bleed color Deep Blue">
    <p:bg>
      <p:bgRef idx="1001">
        <a:schemeClr val="bg2"/>
      </p:bgRef>
    </p:bg>
    <p:spTree>
      <p:nvGrpSpPr>
        <p:cNvPr id="1" name=""/>
        <p:cNvGrpSpPr/>
        <p:nvPr/>
      </p:nvGrpSpPr>
      <p:grpSpPr>
        <a:xfrm>
          <a:off x="0" y="0"/>
          <a:ext cx="0" cy="0"/>
          <a:chOff x="0" y="0"/>
          <a:chExt cx="0" cy="0"/>
        </a:xfrm>
      </p:grpSpPr>
      <p:graphicFrame>
        <p:nvGraphicFramePr>
          <p:cNvPr id="4" name="Object 3" hidden="1">
            <a:extLst>
              <a:ext uri="{FF2B5EF4-FFF2-40B4-BE49-F238E27FC236}">
                <a16:creationId xmlns:a16="http://schemas.microsoft.com/office/drawing/2014/main" id="{7435F99E-0D58-606B-B2BE-15CB2B3CAED3}"/>
              </a:ext>
            </a:extLst>
          </p:cNvPr>
          <p:cNvGraphicFramePr>
            <a:graphicFrameLocks noChangeAspect="1"/>
          </p:cNvGraphicFramePr>
          <p:nvPr userDrawn="1">
            <p:custDataLst>
              <p:tags r:id="rId1"/>
            </p:custDataLst>
            <p:extLst>
              <p:ext uri="{D42A27DB-BD31-4B8C-83A1-F6EECF244321}">
                <p14:modId xmlns:p14="http://schemas.microsoft.com/office/powerpoint/2010/main" val="264413323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Folie" r:id="rId3" imgW="737" imgH="737" progId="TCLayout.ActiveDocument.1">
                  <p:embed/>
                </p:oleObj>
              </mc:Choice>
              <mc:Fallback>
                <p:oleObj name="think-cell Folie" r:id="rId3" imgW="737" imgH="737" progId="TCLayout.ActiveDocument.1">
                  <p:embed/>
                  <p:pic>
                    <p:nvPicPr>
                      <p:cNvPr id="4" name="Object 3" hidden="1">
                        <a:extLst>
                          <a:ext uri="{FF2B5EF4-FFF2-40B4-BE49-F238E27FC236}">
                            <a16:creationId xmlns:a16="http://schemas.microsoft.com/office/drawing/2014/main" id="{7435F99E-0D58-606B-B2BE-15CB2B3CAED3}"/>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pic>
        <p:nvPicPr>
          <p:cNvPr id="3" name="Imagem 2">
            <a:extLst>
              <a:ext uri="{FF2B5EF4-FFF2-40B4-BE49-F238E27FC236}">
                <a16:creationId xmlns:a16="http://schemas.microsoft.com/office/drawing/2014/main" id="{34A8614B-5E4A-CCE1-D748-E7B97938D477}"/>
              </a:ext>
            </a:extLst>
          </p:cNvPr>
          <p:cNvPicPr>
            <a:picLocks noChangeAspect="1"/>
          </p:cNvPicPr>
          <p:nvPr userDrawn="1"/>
        </p:nvPicPr>
        <p:blipFill>
          <a:blip r:embed="rId5" cstate="email">
            <a:alphaModFix amt="70000"/>
            <a:extLst>
              <a:ext uri="{28A0092B-C50C-407E-A947-70E740481C1C}">
                <a14:useLocalDpi xmlns:a14="http://schemas.microsoft.com/office/drawing/2010/main"/>
              </a:ext>
            </a:extLst>
          </a:blip>
          <a:stretch>
            <a:fillRect/>
          </a:stretch>
        </p:blipFill>
        <p:spPr>
          <a:xfrm>
            <a:off x="0" y="0"/>
            <a:ext cx="12192000" cy="6858000"/>
          </a:xfrm>
          <a:prstGeom prst="rect">
            <a:avLst/>
          </a:prstGeom>
        </p:spPr>
      </p:pic>
      <p:pic>
        <p:nvPicPr>
          <p:cNvPr id="7" name="Siemens Logo">
            <a:extLst>
              <a:ext uri="{FF2B5EF4-FFF2-40B4-BE49-F238E27FC236}">
                <a16:creationId xmlns:a16="http://schemas.microsoft.com/office/drawing/2014/main" id="{863976F1-B9C2-4217-A36A-7F1DCFF6EE2A}"/>
              </a:ext>
            </a:extLst>
          </p:cNvPr>
          <p:cNvPicPr>
            <a:picLocks noChangeAspect="1"/>
          </p:cNvPicPr>
          <p:nvPr userDrawn="1"/>
        </p:nvPicPr>
        <p:blipFill>
          <a:blip r:embed="rId6" cstate="email">
            <a:extLst>
              <a:ext uri="{28A0092B-C50C-407E-A947-70E740481C1C}">
                <a14:useLocalDpi xmlns:a14="http://schemas.microsoft.com/office/drawing/2010/main"/>
              </a:ext>
              <a:ext uri="{96DAC541-7B7A-43D3-8B79-37D633B846F1}">
                <asvg:svgBlip xmlns:asvg="http://schemas.microsoft.com/office/drawing/2016/SVG/main" r:embed="rId7"/>
              </a:ext>
            </a:extLst>
          </a:blip>
          <a:srcRect/>
          <a:stretch/>
        </p:blipFill>
        <p:spPr>
          <a:xfrm>
            <a:off x="10635188" y="6418800"/>
            <a:ext cx="1152000" cy="183168"/>
          </a:xfrm>
          <a:prstGeom prst="rect">
            <a:avLst/>
          </a:prstGeom>
        </p:spPr>
      </p:pic>
      <p:sp>
        <p:nvSpPr>
          <p:cNvPr id="8" name="Text Placeholder">
            <a:extLst>
              <a:ext uri="{FF2B5EF4-FFF2-40B4-BE49-F238E27FC236}">
                <a16:creationId xmlns:a16="http://schemas.microsoft.com/office/drawing/2014/main" id="{EB99411B-0925-84FB-4D1D-FC9EEF4F2BB6}"/>
              </a:ext>
            </a:extLst>
          </p:cNvPr>
          <p:cNvSpPr>
            <a:spLocks noGrp="1"/>
          </p:cNvSpPr>
          <p:nvPr>
            <p:ph idx="1"/>
          </p:nvPr>
        </p:nvSpPr>
        <p:spPr>
          <a:xfrm>
            <a:off x="411161" y="1414800"/>
            <a:ext cx="7200000" cy="4536000"/>
          </a:xfrm>
          <a:prstGeom prst="rect">
            <a:avLst/>
          </a:prstGeom>
        </p:spPr>
        <p:txBody>
          <a:bodyPr vert="horz" lIns="0" tIns="0" rIns="0" bIns="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itle Placeholder">
            <a:extLst>
              <a:ext uri="{FF2B5EF4-FFF2-40B4-BE49-F238E27FC236}">
                <a16:creationId xmlns:a16="http://schemas.microsoft.com/office/drawing/2014/main" id="{E60B6241-46E5-87F0-2C26-30E54B5DBB3E}"/>
              </a:ext>
            </a:extLst>
          </p:cNvPr>
          <p:cNvSpPr>
            <a:spLocks noGrp="1"/>
          </p:cNvSpPr>
          <p:nvPr>
            <p:ph type="title"/>
          </p:nvPr>
        </p:nvSpPr>
        <p:spPr>
          <a:xfrm>
            <a:off x="410400" y="478800"/>
            <a:ext cx="9863997" cy="576000"/>
          </a:xfrm>
          <a:prstGeom prst="rect">
            <a:avLst/>
          </a:prstGeom>
        </p:spPr>
        <p:txBody>
          <a:bodyPr vert="horz" lIns="0" tIns="0" rIns="324000" bIns="14400" rtlCol="0" anchor="b" anchorCtr="0">
            <a:noAutofit/>
          </a:bodyPr>
          <a:lstStyle>
            <a:lvl1pPr>
              <a:defRPr>
                <a:solidFill>
                  <a:schemeClr val="tx1"/>
                </a:solidFill>
              </a:defRPr>
            </a:lvl1pPr>
          </a:lstStyle>
          <a:p>
            <a:r>
              <a:rPr lang="en-US"/>
              <a:t>Click to edit Master title style</a:t>
            </a:r>
          </a:p>
        </p:txBody>
      </p:sp>
      <p:sp>
        <p:nvSpPr>
          <p:cNvPr id="13" name="Footer Placeholder">
            <a:extLst>
              <a:ext uri="{FF2B5EF4-FFF2-40B4-BE49-F238E27FC236}">
                <a16:creationId xmlns:a16="http://schemas.microsoft.com/office/drawing/2014/main" id="{909713C9-0953-E268-454B-9992E6DEF916}"/>
              </a:ext>
            </a:extLst>
          </p:cNvPr>
          <p:cNvSpPr>
            <a:spLocks noGrp="1"/>
          </p:cNvSpPr>
          <p:nvPr>
            <p:ph type="ftr" sz="quarter" idx="3"/>
          </p:nvPr>
        </p:nvSpPr>
        <p:spPr>
          <a:xfrm>
            <a:off x="1059160" y="6310800"/>
            <a:ext cx="9216000" cy="547200"/>
          </a:xfrm>
          <a:prstGeom prst="rect">
            <a:avLst/>
          </a:prstGeom>
        </p:spPr>
        <p:txBody>
          <a:bodyPr vert="horz" lIns="0" tIns="0" rIns="0" bIns="61200" rtlCol="0" anchor="ctr" anchorCtr="0"/>
          <a:lstStyle>
            <a:lvl1pPr algn="l">
              <a:lnSpc>
                <a:spcPct val="100000"/>
              </a:lnSpc>
              <a:defRPr sz="900">
                <a:solidFill>
                  <a:schemeClr val="tx1"/>
                </a:solidFill>
              </a:defRPr>
            </a:lvl1pPr>
          </a:lstStyle>
          <a:p>
            <a:r>
              <a:rPr lang="en-US"/>
              <a:t>Restricted | © Siemens 2025 | SHERPA X | MM080 Purchase Requisition via Direct X</a:t>
            </a:r>
          </a:p>
        </p:txBody>
      </p:sp>
      <p:sp>
        <p:nvSpPr>
          <p:cNvPr id="14" name="Slide Number Placeholder">
            <a:extLst>
              <a:ext uri="{FF2B5EF4-FFF2-40B4-BE49-F238E27FC236}">
                <a16:creationId xmlns:a16="http://schemas.microsoft.com/office/drawing/2014/main" id="{D7C743A5-4AD4-1F7A-62AB-F0EBA2B17044}"/>
              </a:ext>
            </a:extLst>
          </p:cNvPr>
          <p:cNvSpPr>
            <a:spLocks noGrp="1"/>
          </p:cNvSpPr>
          <p:nvPr>
            <p:ph type="sldNum" sz="quarter" idx="4"/>
          </p:nvPr>
        </p:nvSpPr>
        <p:spPr>
          <a:xfrm>
            <a:off x="411162" y="6310800"/>
            <a:ext cx="648000" cy="547200"/>
          </a:xfrm>
          <a:prstGeom prst="rect">
            <a:avLst/>
          </a:prstGeom>
        </p:spPr>
        <p:txBody>
          <a:bodyPr vert="horz" lIns="0" tIns="0" rIns="0" bIns="61200" rtlCol="0" anchor="ctr" anchorCtr="0"/>
          <a:lstStyle>
            <a:lvl1pPr algn="l">
              <a:lnSpc>
                <a:spcPct val="100000"/>
              </a:lnSpc>
              <a:defRPr sz="900" b="1">
                <a:solidFill>
                  <a:schemeClr val="tx1"/>
                </a:solidFill>
              </a:defRPr>
            </a:lvl1pPr>
          </a:lstStyle>
          <a:p>
            <a:r>
              <a:rPr lang="en-US"/>
              <a:t>Page </a:t>
            </a:r>
            <a:fld id="{15EBE321-CBB1-4E91-BD14-37C8D44326FB}" type="slidenum">
              <a:rPr lang="en-US" smtClean="0"/>
              <a:pPr/>
              <a:t>‹#›</a:t>
            </a:fld>
            <a:endParaRPr lang="en-US"/>
          </a:p>
        </p:txBody>
      </p:sp>
      <p:pic>
        <p:nvPicPr>
          <p:cNvPr id="10" name="Imagem 11" descr="Uma imagem com texto&#10;&#10;Descrição gerada automaticamente">
            <a:extLst>
              <a:ext uri="{FF2B5EF4-FFF2-40B4-BE49-F238E27FC236}">
                <a16:creationId xmlns:a16="http://schemas.microsoft.com/office/drawing/2014/main" id="{350A0A31-9F78-0D85-3F40-D7C8C35E71A6}"/>
              </a:ext>
            </a:extLst>
          </p:cNvPr>
          <p:cNvPicPr>
            <a:picLocks noChangeAspect="1"/>
          </p:cNvPicPr>
          <p:nvPr userDrawn="1"/>
        </p:nvPicPr>
        <p:blipFill>
          <a:blip r:embed="rId8" cstate="email">
            <a:extLst>
              <a:ext uri="{28A0092B-C50C-407E-A947-70E740481C1C}">
                <a14:useLocalDpi xmlns:a14="http://schemas.microsoft.com/office/drawing/2010/main"/>
              </a:ext>
            </a:extLst>
          </a:blip>
          <a:stretch>
            <a:fillRect/>
          </a:stretch>
        </p:blipFill>
        <p:spPr>
          <a:xfrm>
            <a:off x="11138881" y="434578"/>
            <a:ext cx="720000" cy="720000"/>
          </a:xfrm>
          <a:prstGeom prst="rect">
            <a:avLst/>
          </a:prstGeom>
        </p:spPr>
      </p:pic>
    </p:spTree>
    <p:extLst>
      <p:ext uri="{BB962C8B-B14F-4D97-AF65-F5344CB8AC3E}">
        <p14:creationId xmlns:p14="http://schemas.microsoft.com/office/powerpoint/2010/main" val="1652308564"/>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259">
          <p15:clr>
            <a:srgbClr val="65CEFF"/>
          </p15:clr>
        </p15:guide>
        <p15:guide id="2" pos="2526">
          <p15:clr>
            <a:srgbClr val="65CEFF"/>
          </p15:clr>
        </p15:guide>
        <p15:guide id="3" pos="2708">
          <p15:clr>
            <a:srgbClr val="65CEFF"/>
          </p15:clr>
        </p15:guide>
        <p15:guide id="4" pos="3705">
          <p15:clr>
            <a:srgbClr val="65CEFF"/>
          </p15:clr>
        </p15:guide>
        <p15:guide id="5" pos="3978">
          <p15:clr>
            <a:srgbClr val="65CEFF"/>
          </p15:clr>
        </p15:guide>
        <p15:guide id="7" pos="4975">
          <p15:clr>
            <a:srgbClr val="65CEFF"/>
          </p15:clr>
        </p15:guide>
        <p15:guide id="8" pos="5157">
          <p15:clr>
            <a:srgbClr val="65CEFF"/>
          </p15:clr>
        </p15:guide>
        <p15:guide id="9" pos="6472">
          <p15:clr>
            <a:srgbClr val="65CEFF"/>
          </p15:clr>
        </p15:guide>
        <p15:guide id="10" pos="7425">
          <p15:clr>
            <a:srgbClr val="65CEFF"/>
          </p15:clr>
        </p15:guide>
        <p15:guide id="11" orient="horz" pos="302">
          <p15:clr>
            <a:srgbClr val="65CEFF"/>
          </p15:clr>
        </p15:guide>
        <p15:guide id="12" orient="horz" pos="664">
          <p15:clr>
            <a:srgbClr val="65CEFF"/>
          </p15:clr>
        </p15:guide>
        <p15:guide id="13" orient="horz" pos="891">
          <p15:clr>
            <a:srgbClr val="65CEFF"/>
          </p15:clr>
        </p15:guide>
        <p15:guide id="14" orient="horz" pos="2206">
          <p15:clr>
            <a:srgbClr val="65CEFF"/>
          </p15:clr>
        </p15:guide>
        <p15:guide id="15" orient="horz" pos="2343">
          <p15:clr>
            <a:srgbClr val="65CEFF"/>
          </p15:clr>
        </p15:guide>
        <p15:guide id="16" orient="horz" pos="3658">
          <p15:clr>
            <a:srgbClr val="65CEFF"/>
          </p15:clr>
        </p15:guide>
        <p15:guide id="17" orient="horz" pos="3885">
          <p15:clr>
            <a:srgbClr val="65CEFF"/>
          </p15:clr>
        </p15:guide>
        <p15:guide id="18" orient="horz" pos="4157">
          <p15:clr>
            <a:srgbClr val="65CEFF"/>
          </p15:clr>
        </p15:guide>
      </p15:sldGuideLst>
    </p:ext>
  </p:extLst>
</p:sldLayout>
</file>

<file path=ppt/slideLayouts/slideLayout89.xml><?xml version="1.0" encoding="utf-8"?>
<p:sldLayout xmlns:a="http://schemas.openxmlformats.org/drawingml/2006/main" xmlns:r="http://schemas.openxmlformats.org/officeDocument/2006/relationships" xmlns:p="http://schemas.openxmlformats.org/presentationml/2006/main" preserve="1" userDrawn="1">
  <p:cSld name="8_Full bleed color Deep Blue">
    <p:bg>
      <p:bgRef idx="1001">
        <a:schemeClr val="bg2"/>
      </p:bgRef>
    </p:bg>
    <p:spTree>
      <p:nvGrpSpPr>
        <p:cNvPr id="1" name=""/>
        <p:cNvGrpSpPr/>
        <p:nvPr/>
      </p:nvGrpSpPr>
      <p:grpSpPr>
        <a:xfrm>
          <a:off x="0" y="0"/>
          <a:ext cx="0" cy="0"/>
          <a:chOff x="0" y="0"/>
          <a:chExt cx="0" cy="0"/>
        </a:xfrm>
      </p:grpSpPr>
      <p:graphicFrame>
        <p:nvGraphicFramePr>
          <p:cNvPr id="4" name="Object 3" hidden="1">
            <a:extLst>
              <a:ext uri="{FF2B5EF4-FFF2-40B4-BE49-F238E27FC236}">
                <a16:creationId xmlns:a16="http://schemas.microsoft.com/office/drawing/2014/main" id="{7435F99E-0D58-606B-B2BE-15CB2B3CAED3}"/>
              </a:ext>
            </a:extLst>
          </p:cNvPr>
          <p:cNvGraphicFramePr>
            <a:graphicFrameLocks noChangeAspect="1"/>
          </p:cNvGraphicFramePr>
          <p:nvPr userDrawn="1">
            <p:custDataLst>
              <p:tags r:id="rId1"/>
            </p:custDataLst>
            <p:extLst>
              <p:ext uri="{D42A27DB-BD31-4B8C-83A1-F6EECF244321}">
                <p14:modId xmlns:p14="http://schemas.microsoft.com/office/powerpoint/2010/main" val="264413323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Folie" r:id="rId3" imgW="737" imgH="737" progId="TCLayout.ActiveDocument.1">
                  <p:embed/>
                </p:oleObj>
              </mc:Choice>
              <mc:Fallback>
                <p:oleObj name="think-cell Folie" r:id="rId3" imgW="737" imgH="737" progId="TCLayout.ActiveDocument.1">
                  <p:embed/>
                  <p:pic>
                    <p:nvPicPr>
                      <p:cNvPr id="4" name="Object 3" hidden="1">
                        <a:extLst>
                          <a:ext uri="{FF2B5EF4-FFF2-40B4-BE49-F238E27FC236}">
                            <a16:creationId xmlns:a16="http://schemas.microsoft.com/office/drawing/2014/main" id="{7435F99E-0D58-606B-B2BE-15CB2B3CAED3}"/>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pic>
        <p:nvPicPr>
          <p:cNvPr id="3" name="Imagem 2">
            <a:extLst>
              <a:ext uri="{FF2B5EF4-FFF2-40B4-BE49-F238E27FC236}">
                <a16:creationId xmlns:a16="http://schemas.microsoft.com/office/drawing/2014/main" id="{34A8614B-5E4A-CCE1-D748-E7B97938D477}"/>
              </a:ext>
            </a:extLst>
          </p:cNvPr>
          <p:cNvPicPr>
            <a:picLocks noChangeAspect="1"/>
          </p:cNvPicPr>
          <p:nvPr userDrawn="1"/>
        </p:nvPicPr>
        <p:blipFill>
          <a:blip r:embed="rId5" cstate="email">
            <a:alphaModFix amt="70000"/>
            <a:extLst>
              <a:ext uri="{28A0092B-C50C-407E-A947-70E740481C1C}">
                <a14:useLocalDpi xmlns:a14="http://schemas.microsoft.com/office/drawing/2010/main"/>
              </a:ext>
            </a:extLst>
          </a:blip>
          <a:stretch>
            <a:fillRect/>
          </a:stretch>
        </p:blipFill>
        <p:spPr>
          <a:xfrm>
            <a:off x="0" y="0"/>
            <a:ext cx="12192000" cy="6858000"/>
          </a:xfrm>
          <a:prstGeom prst="rect">
            <a:avLst/>
          </a:prstGeom>
        </p:spPr>
      </p:pic>
      <p:pic>
        <p:nvPicPr>
          <p:cNvPr id="7" name="Siemens Logo">
            <a:extLst>
              <a:ext uri="{FF2B5EF4-FFF2-40B4-BE49-F238E27FC236}">
                <a16:creationId xmlns:a16="http://schemas.microsoft.com/office/drawing/2014/main" id="{863976F1-B9C2-4217-A36A-7F1DCFF6EE2A}"/>
              </a:ext>
            </a:extLst>
          </p:cNvPr>
          <p:cNvPicPr>
            <a:picLocks noChangeAspect="1"/>
          </p:cNvPicPr>
          <p:nvPr userDrawn="1"/>
        </p:nvPicPr>
        <p:blipFill>
          <a:blip r:embed="rId6" cstate="email">
            <a:extLst>
              <a:ext uri="{28A0092B-C50C-407E-A947-70E740481C1C}">
                <a14:useLocalDpi xmlns:a14="http://schemas.microsoft.com/office/drawing/2010/main"/>
              </a:ext>
              <a:ext uri="{96DAC541-7B7A-43D3-8B79-37D633B846F1}">
                <asvg:svgBlip xmlns:asvg="http://schemas.microsoft.com/office/drawing/2016/SVG/main" r:embed="rId7"/>
              </a:ext>
            </a:extLst>
          </a:blip>
          <a:srcRect/>
          <a:stretch/>
        </p:blipFill>
        <p:spPr>
          <a:xfrm>
            <a:off x="10635188" y="6418800"/>
            <a:ext cx="1152000" cy="183168"/>
          </a:xfrm>
          <a:prstGeom prst="rect">
            <a:avLst/>
          </a:prstGeom>
        </p:spPr>
      </p:pic>
      <p:sp>
        <p:nvSpPr>
          <p:cNvPr id="6" name="Title Placeholder">
            <a:extLst>
              <a:ext uri="{FF2B5EF4-FFF2-40B4-BE49-F238E27FC236}">
                <a16:creationId xmlns:a16="http://schemas.microsoft.com/office/drawing/2014/main" id="{E60B6241-46E5-87F0-2C26-30E54B5DBB3E}"/>
              </a:ext>
            </a:extLst>
          </p:cNvPr>
          <p:cNvSpPr>
            <a:spLocks noGrp="1"/>
          </p:cNvSpPr>
          <p:nvPr>
            <p:ph type="title"/>
          </p:nvPr>
        </p:nvSpPr>
        <p:spPr>
          <a:xfrm>
            <a:off x="410400" y="478800"/>
            <a:ext cx="9863997" cy="576000"/>
          </a:xfrm>
          <a:prstGeom prst="rect">
            <a:avLst/>
          </a:prstGeom>
        </p:spPr>
        <p:txBody>
          <a:bodyPr vert="horz" lIns="0" tIns="0" rIns="324000" bIns="14400" rtlCol="0" anchor="b" anchorCtr="0">
            <a:noAutofit/>
          </a:bodyPr>
          <a:lstStyle>
            <a:lvl1pPr>
              <a:defRPr>
                <a:solidFill>
                  <a:schemeClr val="tx1"/>
                </a:solidFill>
              </a:defRPr>
            </a:lvl1pPr>
          </a:lstStyle>
          <a:p>
            <a:r>
              <a:rPr lang="en-US"/>
              <a:t>Click to edit Master title style</a:t>
            </a:r>
          </a:p>
        </p:txBody>
      </p:sp>
      <p:sp>
        <p:nvSpPr>
          <p:cNvPr id="13" name="Footer Placeholder">
            <a:extLst>
              <a:ext uri="{FF2B5EF4-FFF2-40B4-BE49-F238E27FC236}">
                <a16:creationId xmlns:a16="http://schemas.microsoft.com/office/drawing/2014/main" id="{909713C9-0953-E268-454B-9992E6DEF916}"/>
              </a:ext>
            </a:extLst>
          </p:cNvPr>
          <p:cNvSpPr>
            <a:spLocks noGrp="1"/>
          </p:cNvSpPr>
          <p:nvPr>
            <p:ph type="ftr" sz="quarter" idx="3"/>
          </p:nvPr>
        </p:nvSpPr>
        <p:spPr>
          <a:xfrm>
            <a:off x="1059160" y="6310800"/>
            <a:ext cx="9216000" cy="547200"/>
          </a:xfrm>
          <a:prstGeom prst="rect">
            <a:avLst/>
          </a:prstGeom>
        </p:spPr>
        <p:txBody>
          <a:bodyPr vert="horz" lIns="0" tIns="0" rIns="0" bIns="61200" rtlCol="0" anchor="ctr" anchorCtr="0"/>
          <a:lstStyle>
            <a:lvl1pPr algn="l">
              <a:lnSpc>
                <a:spcPct val="100000"/>
              </a:lnSpc>
              <a:defRPr sz="900">
                <a:solidFill>
                  <a:schemeClr val="tx1"/>
                </a:solidFill>
              </a:defRPr>
            </a:lvl1pPr>
          </a:lstStyle>
          <a:p>
            <a:r>
              <a:rPr lang="en-US"/>
              <a:t>Restricted | © Siemens 2025 | SHERPA X | MM080 Purchase Requisition via Direct X</a:t>
            </a:r>
          </a:p>
        </p:txBody>
      </p:sp>
      <p:sp>
        <p:nvSpPr>
          <p:cNvPr id="14" name="Slide Number Placeholder">
            <a:extLst>
              <a:ext uri="{FF2B5EF4-FFF2-40B4-BE49-F238E27FC236}">
                <a16:creationId xmlns:a16="http://schemas.microsoft.com/office/drawing/2014/main" id="{D7C743A5-4AD4-1F7A-62AB-F0EBA2B17044}"/>
              </a:ext>
            </a:extLst>
          </p:cNvPr>
          <p:cNvSpPr>
            <a:spLocks noGrp="1"/>
          </p:cNvSpPr>
          <p:nvPr>
            <p:ph type="sldNum" sz="quarter" idx="4"/>
          </p:nvPr>
        </p:nvSpPr>
        <p:spPr>
          <a:xfrm>
            <a:off x="411162" y="6310800"/>
            <a:ext cx="648000" cy="547200"/>
          </a:xfrm>
          <a:prstGeom prst="rect">
            <a:avLst/>
          </a:prstGeom>
        </p:spPr>
        <p:txBody>
          <a:bodyPr vert="horz" lIns="0" tIns="0" rIns="0" bIns="61200" rtlCol="0" anchor="ctr" anchorCtr="0"/>
          <a:lstStyle>
            <a:lvl1pPr algn="l">
              <a:lnSpc>
                <a:spcPct val="100000"/>
              </a:lnSpc>
              <a:defRPr sz="900" b="1">
                <a:solidFill>
                  <a:schemeClr val="tx1"/>
                </a:solidFill>
              </a:defRPr>
            </a:lvl1pPr>
          </a:lstStyle>
          <a:p>
            <a:r>
              <a:rPr lang="en-US"/>
              <a:t>Page </a:t>
            </a:r>
            <a:fld id="{15EBE321-CBB1-4E91-BD14-37C8D44326FB}" type="slidenum">
              <a:rPr lang="en-US" smtClean="0"/>
              <a:pPr/>
              <a:t>‹#›</a:t>
            </a:fld>
            <a:endParaRPr lang="en-US"/>
          </a:p>
        </p:txBody>
      </p:sp>
      <p:pic>
        <p:nvPicPr>
          <p:cNvPr id="10" name="Imagem 11" descr="Uma imagem com texto&#10;&#10;Descrição gerada automaticamente">
            <a:extLst>
              <a:ext uri="{FF2B5EF4-FFF2-40B4-BE49-F238E27FC236}">
                <a16:creationId xmlns:a16="http://schemas.microsoft.com/office/drawing/2014/main" id="{350A0A31-9F78-0D85-3F40-D7C8C35E71A6}"/>
              </a:ext>
            </a:extLst>
          </p:cNvPr>
          <p:cNvPicPr>
            <a:picLocks noChangeAspect="1"/>
          </p:cNvPicPr>
          <p:nvPr userDrawn="1"/>
        </p:nvPicPr>
        <p:blipFill>
          <a:blip r:embed="rId8" cstate="email">
            <a:extLst>
              <a:ext uri="{28A0092B-C50C-407E-A947-70E740481C1C}">
                <a14:useLocalDpi xmlns:a14="http://schemas.microsoft.com/office/drawing/2010/main"/>
              </a:ext>
            </a:extLst>
          </a:blip>
          <a:stretch>
            <a:fillRect/>
          </a:stretch>
        </p:blipFill>
        <p:spPr>
          <a:xfrm>
            <a:off x="11138881" y="434578"/>
            <a:ext cx="720000" cy="720000"/>
          </a:xfrm>
          <a:prstGeom prst="rect">
            <a:avLst/>
          </a:prstGeom>
        </p:spPr>
      </p:pic>
    </p:spTree>
    <p:extLst>
      <p:ext uri="{BB962C8B-B14F-4D97-AF65-F5344CB8AC3E}">
        <p14:creationId xmlns:p14="http://schemas.microsoft.com/office/powerpoint/2010/main" val="808950915"/>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259">
          <p15:clr>
            <a:srgbClr val="65CEFF"/>
          </p15:clr>
        </p15:guide>
        <p15:guide id="2" pos="2526">
          <p15:clr>
            <a:srgbClr val="65CEFF"/>
          </p15:clr>
        </p15:guide>
        <p15:guide id="3" pos="2708">
          <p15:clr>
            <a:srgbClr val="65CEFF"/>
          </p15:clr>
        </p15:guide>
        <p15:guide id="4" pos="3705">
          <p15:clr>
            <a:srgbClr val="65CEFF"/>
          </p15:clr>
        </p15:guide>
        <p15:guide id="5" pos="3978">
          <p15:clr>
            <a:srgbClr val="65CEFF"/>
          </p15:clr>
        </p15:guide>
        <p15:guide id="7" pos="4975">
          <p15:clr>
            <a:srgbClr val="65CEFF"/>
          </p15:clr>
        </p15:guide>
        <p15:guide id="8" pos="5157">
          <p15:clr>
            <a:srgbClr val="65CEFF"/>
          </p15:clr>
        </p15:guide>
        <p15:guide id="9" pos="6472">
          <p15:clr>
            <a:srgbClr val="65CEFF"/>
          </p15:clr>
        </p15:guide>
        <p15:guide id="10" pos="7425">
          <p15:clr>
            <a:srgbClr val="65CEFF"/>
          </p15:clr>
        </p15:guide>
        <p15:guide id="11" orient="horz" pos="302">
          <p15:clr>
            <a:srgbClr val="65CEFF"/>
          </p15:clr>
        </p15:guide>
        <p15:guide id="12" orient="horz" pos="664">
          <p15:clr>
            <a:srgbClr val="65CEFF"/>
          </p15:clr>
        </p15:guide>
        <p15:guide id="13" orient="horz" pos="891">
          <p15:clr>
            <a:srgbClr val="65CEFF"/>
          </p15:clr>
        </p15:guide>
        <p15:guide id="14" orient="horz" pos="2206">
          <p15:clr>
            <a:srgbClr val="65CEFF"/>
          </p15:clr>
        </p15:guide>
        <p15:guide id="15" orient="horz" pos="2343">
          <p15:clr>
            <a:srgbClr val="65CEFF"/>
          </p15:clr>
        </p15:guide>
        <p15:guide id="16" orient="horz" pos="3658">
          <p15:clr>
            <a:srgbClr val="65CEFF"/>
          </p15:clr>
        </p15:guide>
        <p15:guide id="17" orient="horz" pos="3885">
          <p15:clr>
            <a:srgbClr val="65CEFF"/>
          </p15:clr>
        </p15:guide>
        <p15:guide id="18" orient="horz" pos="4157">
          <p15:clr>
            <a:srgbClr val="65CEFF"/>
          </p15:clr>
        </p15:guide>
      </p15:sldGuideLst>
    </p:ext>
  </p:extLst>
</p:sldLayout>
</file>

<file path=ppt/slideLayouts/slideLayout90.xml><?xml version="1.0" encoding="utf-8"?>
<p:sldLayout xmlns:a="http://schemas.openxmlformats.org/drawingml/2006/main" xmlns:r="http://schemas.openxmlformats.org/officeDocument/2006/relationships" xmlns:p="http://schemas.openxmlformats.org/presentationml/2006/main" preserve="1" userDrawn="1">
  <p:cSld name="Contact">
    <p:bg>
      <p:bgRef idx="1001">
        <a:schemeClr val="bg2"/>
      </p:bgRef>
    </p:bg>
    <p:spTree>
      <p:nvGrpSpPr>
        <p:cNvPr id="1" name=""/>
        <p:cNvGrpSpPr/>
        <p:nvPr/>
      </p:nvGrpSpPr>
      <p:grpSpPr>
        <a:xfrm>
          <a:off x="0" y="0"/>
          <a:ext cx="0" cy="0"/>
          <a:chOff x="0" y="0"/>
          <a:chExt cx="0" cy="0"/>
        </a:xfrm>
      </p:grpSpPr>
      <p:graphicFrame>
        <p:nvGraphicFramePr>
          <p:cNvPr id="2" name="Object 1" hidden="1">
            <a:extLst>
              <a:ext uri="{FF2B5EF4-FFF2-40B4-BE49-F238E27FC236}">
                <a16:creationId xmlns:a16="http://schemas.microsoft.com/office/drawing/2014/main" id="{6C7E58C5-933D-6CCC-87EB-CC06097D6ADF}"/>
              </a:ext>
            </a:extLst>
          </p:cNvPr>
          <p:cNvGraphicFramePr>
            <a:graphicFrameLocks noChangeAspect="1"/>
          </p:cNvGraphicFramePr>
          <p:nvPr userDrawn="1">
            <p:custDataLst>
              <p:tags r:id="rId1"/>
            </p:custDataLst>
            <p:extLst>
              <p:ext uri="{D42A27DB-BD31-4B8C-83A1-F6EECF244321}">
                <p14:modId xmlns:p14="http://schemas.microsoft.com/office/powerpoint/2010/main" val="2665702034"/>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Folie" r:id="rId3" imgW="737" imgH="737" progId="TCLayout.ActiveDocument.1">
                  <p:embed/>
                </p:oleObj>
              </mc:Choice>
              <mc:Fallback>
                <p:oleObj name="think-cell Folie" r:id="rId3" imgW="737" imgH="737" progId="TCLayout.ActiveDocument.1">
                  <p:embed/>
                  <p:pic>
                    <p:nvPicPr>
                      <p:cNvPr id="2" name="Object 1" hidden="1">
                        <a:extLst>
                          <a:ext uri="{FF2B5EF4-FFF2-40B4-BE49-F238E27FC236}">
                            <a16:creationId xmlns:a16="http://schemas.microsoft.com/office/drawing/2014/main" id="{6C7E58C5-933D-6CCC-87EB-CC06097D6ADF}"/>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6" name="Title">
            <a:extLst>
              <a:ext uri="{FF2B5EF4-FFF2-40B4-BE49-F238E27FC236}">
                <a16:creationId xmlns:a16="http://schemas.microsoft.com/office/drawing/2014/main" id="{B29E3DA4-014E-4F3D-8186-84366ADFCB03}"/>
              </a:ext>
            </a:extLst>
          </p:cNvPr>
          <p:cNvSpPr>
            <a:spLocks noGrp="1"/>
          </p:cNvSpPr>
          <p:nvPr>
            <p:ph type="title" hasCustomPrompt="1"/>
          </p:nvPr>
        </p:nvSpPr>
        <p:spPr>
          <a:xfrm>
            <a:off x="411163" y="1234800"/>
            <a:ext cx="9863237" cy="1162523"/>
          </a:xfrm>
          <a:blipFill dpi="0" rotWithShape="1">
            <a:blip r:embed="rId5">
              <a:extLst>
                <a:ext uri="{96DAC541-7B7A-43D3-8B79-37D633B846F1}">
                  <asvg:svgBlip xmlns:asvg="http://schemas.microsoft.com/office/drawing/2016/SVG/main" r:embed="rId6"/>
                </a:ext>
              </a:extLst>
            </a:blip>
            <a:srcRect/>
            <a:stretch>
              <a:fillRect/>
            </a:stretch>
          </a:blipFill>
        </p:spPr>
        <p:txBody>
          <a:bodyPr vert="horz" wrap="square" lIns="0" tIns="54000" rIns="0" bIns="0" anchor="t" anchorCtr="0">
            <a:spAutoFit/>
          </a:bodyPr>
          <a:lstStyle>
            <a:lvl1pPr marL="266700" indent="0">
              <a:defRPr sz="8000">
                <a:solidFill>
                  <a:schemeClr val="tx1"/>
                </a:solidFill>
              </a:defRPr>
            </a:lvl1pPr>
          </a:lstStyle>
          <a:p>
            <a:r>
              <a:rPr lang="en-US"/>
              <a:t>Contact</a:t>
            </a:r>
          </a:p>
        </p:txBody>
      </p:sp>
      <p:sp>
        <p:nvSpPr>
          <p:cNvPr id="3" name="Copy">
            <a:extLst>
              <a:ext uri="{FF2B5EF4-FFF2-40B4-BE49-F238E27FC236}">
                <a16:creationId xmlns:a16="http://schemas.microsoft.com/office/drawing/2014/main" id="{89304306-5233-4901-B576-444696A2EA33}"/>
              </a:ext>
            </a:extLst>
          </p:cNvPr>
          <p:cNvSpPr>
            <a:spLocks noGrp="1"/>
          </p:cNvSpPr>
          <p:nvPr>
            <p:ph type="subTitle" idx="1" hasCustomPrompt="1"/>
          </p:nvPr>
        </p:nvSpPr>
        <p:spPr>
          <a:xfrm>
            <a:off x="1058400" y="2397324"/>
            <a:ext cx="9216000" cy="3409751"/>
          </a:xfrm>
          <a:prstGeom prst="rect">
            <a:avLst/>
          </a:prstGeom>
        </p:spPr>
        <p:txBody>
          <a:bodyPr tIns="108000">
            <a:noAutofit/>
          </a:bodyPr>
          <a:lstStyle>
            <a:lvl1pPr marL="0" indent="0" algn="l">
              <a:spcAft>
                <a:spcPts val="0"/>
              </a:spcAft>
              <a:buNone/>
              <a:defRPr sz="1400">
                <a:solidFill>
                  <a:schemeClr val="tx1"/>
                </a:solidFill>
              </a:defRPr>
            </a:lvl1pPr>
            <a:lvl2pPr marL="0" indent="0" algn="l">
              <a:spcBef>
                <a:spcPts val="600"/>
              </a:spcBef>
              <a:spcAft>
                <a:spcPts val="0"/>
              </a:spcAft>
              <a:buFont typeface="Arial" panose="020B0604020202020204" pitchFamily="34" charset="0"/>
              <a:buNone/>
              <a:defRPr sz="1400" b="1"/>
            </a:lvl2pPr>
            <a:lvl3pPr marL="180000" indent="-180000" algn="l">
              <a:spcAft>
                <a:spcPts val="0"/>
              </a:spcAft>
              <a:buFont typeface="Arial" panose="020B0604020202020204" pitchFamily="34" charset="0"/>
              <a:buChar char="•"/>
              <a:defRPr sz="1400" b="0"/>
            </a:lvl3pPr>
            <a:lvl4pPr marL="360000" indent="-180000" algn="l">
              <a:spcAft>
                <a:spcPts val="0"/>
              </a:spcAft>
              <a:buFont typeface="Arial" panose="020B0604020202020204" pitchFamily="34" charset="0"/>
              <a:buChar char="•"/>
              <a:defRPr sz="1400"/>
            </a:lvl4pPr>
            <a:lvl5pPr marL="360000" indent="-180000" algn="l">
              <a:spcAft>
                <a:spcPts val="0"/>
              </a:spcAft>
              <a:buFont typeface="Arial" panose="020B0604020202020204" pitchFamily="34" charset="0"/>
              <a:buChar char="•"/>
              <a:defRPr sz="1400" b="1"/>
            </a:lvl5pPr>
            <a:lvl6pPr marL="540000" indent="-180000" algn="l">
              <a:spcAft>
                <a:spcPts val="0"/>
              </a:spcAft>
              <a:buFont typeface="Arial" panose="020B0604020202020204" pitchFamily="34" charset="0"/>
              <a:buChar char="•"/>
              <a:defRPr sz="1400"/>
            </a:lvl6pPr>
            <a:lvl7pPr marL="540000" indent="-180000" algn="l">
              <a:spcAft>
                <a:spcPts val="0"/>
              </a:spcAft>
              <a:buFont typeface="Arial" panose="020B0604020202020204" pitchFamily="34" charset="0"/>
              <a:buChar char="•"/>
              <a:defRPr sz="1400" b="1"/>
            </a:lvl7pPr>
            <a:lvl8pPr marL="720000" indent="-180000" algn="l">
              <a:spcAft>
                <a:spcPts val="0"/>
              </a:spcAft>
              <a:buFont typeface="Arial" panose="020B0604020202020204" pitchFamily="34" charset="0"/>
              <a:buChar char="•"/>
              <a:defRPr sz="1400"/>
            </a:lvl8pPr>
            <a:lvl9pPr marL="720000" indent="-180000" algn="l">
              <a:spcAft>
                <a:spcPts val="0"/>
              </a:spcAft>
              <a:buFont typeface="Arial" panose="020B0604020202020204" pitchFamily="34" charset="0"/>
              <a:buChar char="•"/>
              <a:defRPr sz="1400" b="1"/>
            </a:lvl9pPr>
          </a:lstStyle>
          <a:p>
            <a:pPr lvl="0"/>
            <a:r>
              <a:rPr lang="en-US"/>
              <a:t>Click to edit the contact</a:t>
            </a:r>
          </a:p>
          <a:p>
            <a:pPr lvl="1"/>
            <a:r>
              <a:rPr lang="en-US"/>
              <a:t>Name etc.</a:t>
            </a:r>
          </a:p>
          <a:p>
            <a:pPr lvl="2"/>
            <a:r>
              <a:rPr lang="en-US"/>
              <a:t>Department etc.</a:t>
            </a:r>
          </a:p>
          <a:p>
            <a:pPr lvl="3"/>
            <a:r>
              <a:rPr lang="en-US"/>
              <a:t>subchapter</a:t>
            </a:r>
          </a:p>
          <a:p>
            <a:pPr lvl="4"/>
            <a:r>
              <a:rPr lang="en-US"/>
              <a:t>active subchapter</a:t>
            </a:r>
          </a:p>
        </p:txBody>
      </p:sp>
      <p:sp>
        <p:nvSpPr>
          <p:cNvPr id="8" name="Footer Placeholder">
            <a:extLst>
              <a:ext uri="{FF2B5EF4-FFF2-40B4-BE49-F238E27FC236}">
                <a16:creationId xmlns:a16="http://schemas.microsoft.com/office/drawing/2014/main" id="{3279A350-3BB2-4CA2-A422-8F5A951F6F64}"/>
              </a:ext>
            </a:extLst>
          </p:cNvPr>
          <p:cNvSpPr>
            <a:spLocks noGrp="1"/>
          </p:cNvSpPr>
          <p:nvPr>
            <p:ph type="ftr" sz="quarter" idx="10"/>
          </p:nvPr>
        </p:nvSpPr>
        <p:spPr/>
        <p:txBody>
          <a:bodyPr/>
          <a:lstStyle/>
          <a:p>
            <a:r>
              <a:rPr lang="en-US"/>
              <a:t>Restricted | © Siemens 2025 | SHERPA X | MM080 Purchase Requisition via Direct X</a:t>
            </a:r>
          </a:p>
        </p:txBody>
      </p:sp>
      <p:sp>
        <p:nvSpPr>
          <p:cNvPr id="9" name="Slide Number Placeholder">
            <a:extLst>
              <a:ext uri="{FF2B5EF4-FFF2-40B4-BE49-F238E27FC236}">
                <a16:creationId xmlns:a16="http://schemas.microsoft.com/office/drawing/2014/main" id="{CFF9630D-791D-45AE-8E5E-36F747F599E9}"/>
              </a:ext>
            </a:extLst>
          </p:cNvPr>
          <p:cNvSpPr>
            <a:spLocks noGrp="1"/>
          </p:cNvSpPr>
          <p:nvPr>
            <p:ph type="sldNum" sz="quarter" idx="11"/>
          </p:nvPr>
        </p:nvSpPr>
        <p:spPr/>
        <p:txBody>
          <a:bodyPr/>
          <a:lstStyle/>
          <a:p>
            <a:r>
              <a:rPr lang="en-US"/>
              <a:t>Page </a:t>
            </a:r>
            <a:fld id="{15EBE321-CBB1-4E91-BD14-37C8D44326FB}" type="slidenum">
              <a:rPr lang="en-US" smtClean="0"/>
              <a:pPr/>
              <a:t>‹#›</a:t>
            </a:fld>
            <a:endParaRPr lang="en-US"/>
          </a:p>
        </p:txBody>
      </p:sp>
      <p:pic>
        <p:nvPicPr>
          <p:cNvPr id="10" name="Siemens Logo">
            <a:extLst>
              <a:ext uri="{FF2B5EF4-FFF2-40B4-BE49-F238E27FC236}">
                <a16:creationId xmlns:a16="http://schemas.microsoft.com/office/drawing/2014/main" id="{5FD2C39E-5D81-4A0E-9F45-909328900889}"/>
              </a:ext>
            </a:extLst>
          </p:cNvPr>
          <p:cNvPicPr>
            <a:picLocks noChangeAspect="1"/>
          </p:cNvPicPr>
          <p:nvPr userDrawn="1"/>
        </p:nvPicPr>
        <p:blipFill>
          <a:blip r:embed="rId7" cstate="email">
            <a:extLst>
              <a:ext uri="{28A0092B-C50C-407E-A947-70E740481C1C}">
                <a14:useLocalDpi xmlns:a14="http://schemas.microsoft.com/office/drawing/2010/main"/>
              </a:ext>
              <a:ext uri="{96DAC541-7B7A-43D3-8B79-37D633B846F1}">
                <asvg:svgBlip xmlns:asvg="http://schemas.microsoft.com/office/drawing/2016/SVG/main" r:embed="rId8"/>
              </a:ext>
            </a:extLst>
          </a:blip>
          <a:srcRect/>
          <a:stretch/>
        </p:blipFill>
        <p:spPr>
          <a:xfrm>
            <a:off x="10635188" y="6418800"/>
            <a:ext cx="1152000" cy="183168"/>
          </a:xfrm>
          <a:prstGeom prst="rect">
            <a:avLst/>
          </a:prstGeom>
        </p:spPr>
      </p:pic>
      <p:pic>
        <p:nvPicPr>
          <p:cNvPr id="12" name="Imagem 11" descr="Uma imagem com texto&#10;&#10;Descrição gerada automaticamente">
            <a:extLst>
              <a:ext uri="{FF2B5EF4-FFF2-40B4-BE49-F238E27FC236}">
                <a16:creationId xmlns:a16="http://schemas.microsoft.com/office/drawing/2014/main" id="{41B855CF-90A1-FA05-7B5A-90270D7B1927}"/>
              </a:ext>
            </a:extLst>
          </p:cNvPr>
          <p:cNvPicPr>
            <a:picLocks noChangeAspect="1"/>
          </p:cNvPicPr>
          <p:nvPr userDrawn="1"/>
        </p:nvPicPr>
        <p:blipFill>
          <a:blip r:embed="rId9" cstate="email">
            <a:extLst>
              <a:ext uri="{28A0092B-C50C-407E-A947-70E740481C1C}">
                <a14:useLocalDpi xmlns:a14="http://schemas.microsoft.com/office/drawing/2010/main"/>
              </a:ext>
            </a:extLst>
          </a:blip>
          <a:stretch>
            <a:fillRect/>
          </a:stretch>
        </p:blipFill>
        <p:spPr>
          <a:xfrm>
            <a:off x="10766625" y="434578"/>
            <a:ext cx="1020343" cy="1020343"/>
          </a:xfrm>
          <a:prstGeom prst="rect">
            <a:avLst/>
          </a:prstGeom>
        </p:spPr>
      </p:pic>
    </p:spTree>
    <p:extLst>
      <p:ext uri="{BB962C8B-B14F-4D97-AF65-F5344CB8AC3E}">
        <p14:creationId xmlns:p14="http://schemas.microsoft.com/office/powerpoint/2010/main" val="852346548"/>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259">
          <p15:clr>
            <a:srgbClr val="65CEFF"/>
          </p15:clr>
        </p15:guide>
        <p15:guide id="2" pos="6472">
          <p15:clr>
            <a:srgbClr val="65CEFF"/>
          </p15:clr>
        </p15:guide>
        <p15:guide id="3" pos="7425">
          <p15:clr>
            <a:srgbClr val="65CEFF"/>
          </p15:clr>
        </p15:guide>
        <p15:guide id="4" orient="horz" pos="778">
          <p15:clr>
            <a:srgbClr val="65CEFF"/>
          </p15:clr>
        </p15:guide>
        <p15:guide id="5" orient="horz" pos="3658">
          <p15:clr>
            <a:srgbClr val="65CEFF"/>
          </p15:clr>
        </p15:guide>
        <p15:guide id="6" orient="horz" pos="4157">
          <p15:clr>
            <a:srgbClr val="65CEFF"/>
          </p15:clr>
        </p15:guide>
      </p15:sldGuideLst>
    </p:ext>
  </p:extLst>
</p:sldLayout>
</file>

<file path=ppt/slideLayouts/slideLayout91.xml><?xml version="1.0" encoding="utf-8"?>
<p:sldLayout xmlns:a="http://schemas.openxmlformats.org/drawingml/2006/main" xmlns:r="http://schemas.openxmlformats.org/officeDocument/2006/relationships" xmlns:p="http://schemas.openxmlformats.org/presentationml/2006/main" preserve="1" userDrawn="1">
  <p:cSld name="1_Contact">
    <p:bg>
      <p:bgRef idx="1001">
        <a:schemeClr val="bg2"/>
      </p:bgRef>
    </p:bg>
    <p:spTree>
      <p:nvGrpSpPr>
        <p:cNvPr id="1" name=""/>
        <p:cNvGrpSpPr/>
        <p:nvPr/>
      </p:nvGrpSpPr>
      <p:grpSpPr>
        <a:xfrm>
          <a:off x="0" y="0"/>
          <a:ext cx="0" cy="0"/>
          <a:chOff x="0" y="0"/>
          <a:chExt cx="0" cy="0"/>
        </a:xfrm>
      </p:grpSpPr>
      <p:graphicFrame>
        <p:nvGraphicFramePr>
          <p:cNvPr id="2" name="Object 1" hidden="1">
            <a:extLst>
              <a:ext uri="{FF2B5EF4-FFF2-40B4-BE49-F238E27FC236}">
                <a16:creationId xmlns:a16="http://schemas.microsoft.com/office/drawing/2014/main" id="{6C7E58C5-933D-6CCC-87EB-CC06097D6ADF}"/>
              </a:ext>
            </a:extLst>
          </p:cNvPr>
          <p:cNvGraphicFramePr>
            <a:graphicFrameLocks noChangeAspect="1"/>
          </p:cNvGraphicFramePr>
          <p:nvPr userDrawn="1">
            <p:custDataLst>
              <p:tags r:id="rId1"/>
            </p:custDataLst>
            <p:extLst>
              <p:ext uri="{D42A27DB-BD31-4B8C-83A1-F6EECF244321}">
                <p14:modId xmlns:p14="http://schemas.microsoft.com/office/powerpoint/2010/main" val="255825877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Folie" r:id="rId3" imgW="737" imgH="737" progId="TCLayout.ActiveDocument.1">
                  <p:embed/>
                </p:oleObj>
              </mc:Choice>
              <mc:Fallback>
                <p:oleObj name="think-cell Folie" r:id="rId3" imgW="737" imgH="737" progId="TCLayout.ActiveDocument.1">
                  <p:embed/>
                  <p:pic>
                    <p:nvPicPr>
                      <p:cNvPr id="2" name="Object 1" hidden="1">
                        <a:extLst>
                          <a:ext uri="{FF2B5EF4-FFF2-40B4-BE49-F238E27FC236}">
                            <a16:creationId xmlns:a16="http://schemas.microsoft.com/office/drawing/2014/main" id="{6C7E58C5-933D-6CCC-87EB-CC06097D6ADF}"/>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pic>
        <p:nvPicPr>
          <p:cNvPr id="13" name="Imagem 6" descr="Uma imagem com desfocagem&#10;&#10;Descrição gerada automaticamente">
            <a:extLst>
              <a:ext uri="{FF2B5EF4-FFF2-40B4-BE49-F238E27FC236}">
                <a16:creationId xmlns:a16="http://schemas.microsoft.com/office/drawing/2014/main" id="{3B53C884-C3F7-15D5-10B3-89D3A8885A28}"/>
              </a:ext>
            </a:extLst>
          </p:cNvPr>
          <p:cNvPicPr>
            <a:picLocks noChangeAspect="1"/>
          </p:cNvPicPr>
          <p:nvPr userDrawn="1"/>
        </p:nvPicPr>
        <p:blipFill>
          <a:blip r:embed="rId5" cstate="email">
            <a:extLst>
              <a:ext uri="{28A0092B-C50C-407E-A947-70E740481C1C}">
                <a14:useLocalDpi xmlns:a14="http://schemas.microsoft.com/office/drawing/2010/main"/>
              </a:ext>
            </a:extLst>
          </a:blip>
          <a:stretch>
            <a:fillRect/>
          </a:stretch>
        </p:blipFill>
        <p:spPr>
          <a:xfrm>
            <a:off x="0" y="0"/>
            <a:ext cx="12192000" cy="6858000"/>
          </a:xfrm>
          <a:prstGeom prst="rect">
            <a:avLst/>
          </a:prstGeom>
        </p:spPr>
      </p:pic>
      <p:sp>
        <p:nvSpPr>
          <p:cNvPr id="6" name="Title">
            <a:extLst>
              <a:ext uri="{FF2B5EF4-FFF2-40B4-BE49-F238E27FC236}">
                <a16:creationId xmlns:a16="http://schemas.microsoft.com/office/drawing/2014/main" id="{B29E3DA4-014E-4F3D-8186-84366ADFCB03}"/>
              </a:ext>
            </a:extLst>
          </p:cNvPr>
          <p:cNvSpPr>
            <a:spLocks noGrp="1"/>
          </p:cNvSpPr>
          <p:nvPr>
            <p:ph type="title" hasCustomPrompt="1"/>
          </p:nvPr>
        </p:nvSpPr>
        <p:spPr>
          <a:xfrm>
            <a:off x="411163" y="1234800"/>
            <a:ext cx="9863237" cy="1162523"/>
          </a:xfrm>
          <a:blipFill dpi="0" rotWithShape="1">
            <a:blip r:embed="rId6">
              <a:extLst>
                <a:ext uri="{96DAC541-7B7A-43D3-8B79-37D633B846F1}">
                  <asvg:svgBlip xmlns:asvg="http://schemas.microsoft.com/office/drawing/2016/SVG/main" r:embed="rId7"/>
                </a:ext>
              </a:extLst>
            </a:blip>
            <a:srcRect/>
            <a:stretch>
              <a:fillRect/>
            </a:stretch>
          </a:blipFill>
        </p:spPr>
        <p:txBody>
          <a:bodyPr vert="horz" wrap="square" lIns="0" tIns="54000" rIns="0" bIns="0" anchor="t" anchorCtr="0">
            <a:spAutoFit/>
          </a:bodyPr>
          <a:lstStyle>
            <a:lvl1pPr marL="266700" indent="0">
              <a:defRPr sz="8000">
                <a:solidFill>
                  <a:srgbClr val="333353"/>
                </a:solidFill>
              </a:defRPr>
            </a:lvl1pPr>
          </a:lstStyle>
          <a:p>
            <a:r>
              <a:rPr lang="en-US"/>
              <a:t>Contact</a:t>
            </a:r>
          </a:p>
        </p:txBody>
      </p:sp>
      <p:sp>
        <p:nvSpPr>
          <p:cNvPr id="3" name="Copy">
            <a:extLst>
              <a:ext uri="{FF2B5EF4-FFF2-40B4-BE49-F238E27FC236}">
                <a16:creationId xmlns:a16="http://schemas.microsoft.com/office/drawing/2014/main" id="{89304306-5233-4901-B576-444696A2EA33}"/>
              </a:ext>
            </a:extLst>
          </p:cNvPr>
          <p:cNvSpPr>
            <a:spLocks noGrp="1"/>
          </p:cNvSpPr>
          <p:nvPr>
            <p:ph type="subTitle" idx="1" hasCustomPrompt="1"/>
          </p:nvPr>
        </p:nvSpPr>
        <p:spPr>
          <a:xfrm>
            <a:off x="1058400" y="2397324"/>
            <a:ext cx="9216000" cy="3409751"/>
          </a:xfrm>
          <a:prstGeom prst="rect">
            <a:avLst/>
          </a:prstGeom>
        </p:spPr>
        <p:txBody>
          <a:bodyPr tIns="108000">
            <a:noAutofit/>
          </a:bodyPr>
          <a:lstStyle>
            <a:lvl1pPr marL="0" indent="0" algn="l">
              <a:spcAft>
                <a:spcPts val="0"/>
              </a:spcAft>
              <a:buNone/>
              <a:defRPr sz="1400">
                <a:solidFill>
                  <a:srgbClr val="333353"/>
                </a:solidFill>
              </a:defRPr>
            </a:lvl1pPr>
            <a:lvl2pPr marL="0" indent="0" algn="l">
              <a:spcBef>
                <a:spcPts val="600"/>
              </a:spcBef>
              <a:spcAft>
                <a:spcPts val="0"/>
              </a:spcAft>
              <a:buFont typeface="Arial" panose="020B0604020202020204" pitchFamily="34" charset="0"/>
              <a:buNone/>
              <a:defRPr sz="1400" b="1">
                <a:solidFill>
                  <a:srgbClr val="333353"/>
                </a:solidFill>
              </a:defRPr>
            </a:lvl2pPr>
            <a:lvl3pPr marL="180000" indent="-180000" algn="l">
              <a:spcAft>
                <a:spcPts val="0"/>
              </a:spcAft>
              <a:buFont typeface="Arial" panose="020B0604020202020204" pitchFamily="34" charset="0"/>
              <a:buChar char="•"/>
              <a:defRPr sz="1400" b="0">
                <a:solidFill>
                  <a:srgbClr val="333353"/>
                </a:solidFill>
              </a:defRPr>
            </a:lvl3pPr>
            <a:lvl4pPr marL="360000" indent="-180000" algn="l">
              <a:spcAft>
                <a:spcPts val="0"/>
              </a:spcAft>
              <a:buFont typeface="Arial" panose="020B0604020202020204" pitchFamily="34" charset="0"/>
              <a:buChar char="•"/>
              <a:defRPr sz="1400">
                <a:solidFill>
                  <a:srgbClr val="333353"/>
                </a:solidFill>
              </a:defRPr>
            </a:lvl4pPr>
            <a:lvl5pPr marL="360000" indent="-180000" algn="l">
              <a:spcAft>
                <a:spcPts val="0"/>
              </a:spcAft>
              <a:buFont typeface="Arial" panose="020B0604020202020204" pitchFamily="34" charset="0"/>
              <a:buChar char="•"/>
              <a:defRPr sz="1400" b="1">
                <a:solidFill>
                  <a:srgbClr val="333353"/>
                </a:solidFill>
              </a:defRPr>
            </a:lvl5pPr>
            <a:lvl6pPr marL="540000" indent="-180000" algn="l">
              <a:spcAft>
                <a:spcPts val="0"/>
              </a:spcAft>
              <a:buFont typeface="Arial" panose="020B0604020202020204" pitchFamily="34" charset="0"/>
              <a:buChar char="•"/>
              <a:defRPr sz="1400"/>
            </a:lvl6pPr>
            <a:lvl7pPr marL="540000" indent="-180000" algn="l">
              <a:spcAft>
                <a:spcPts val="0"/>
              </a:spcAft>
              <a:buFont typeface="Arial" panose="020B0604020202020204" pitchFamily="34" charset="0"/>
              <a:buChar char="•"/>
              <a:defRPr sz="1400" b="1"/>
            </a:lvl7pPr>
            <a:lvl8pPr marL="720000" indent="-180000" algn="l">
              <a:spcAft>
                <a:spcPts val="0"/>
              </a:spcAft>
              <a:buFont typeface="Arial" panose="020B0604020202020204" pitchFamily="34" charset="0"/>
              <a:buChar char="•"/>
              <a:defRPr sz="1400"/>
            </a:lvl8pPr>
            <a:lvl9pPr marL="720000" indent="-180000" algn="l">
              <a:spcAft>
                <a:spcPts val="0"/>
              </a:spcAft>
              <a:buFont typeface="Arial" panose="020B0604020202020204" pitchFamily="34" charset="0"/>
              <a:buChar char="•"/>
              <a:defRPr sz="1400" b="1"/>
            </a:lvl9pPr>
          </a:lstStyle>
          <a:p>
            <a:pPr lvl="0"/>
            <a:r>
              <a:rPr lang="en-US"/>
              <a:t>Click to edit the contact</a:t>
            </a:r>
          </a:p>
          <a:p>
            <a:pPr lvl="1"/>
            <a:r>
              <a:rPr lang="en-US"/>
              <a:t>Name etc.</a:t>
            </a:r>
          </a:p>
          <a:p>
            <a:pPr lvl="2"/>
            <a:r>
              <a:rPr lang="en-US"/>
              <a:t>Department etc.</a:t>
            </a:r>
          </a:p>
          <a:p>
            <a:pPr lvl="3"/>
            <a:r>
              <a:rPr lang="en-US"/>
              <a:t>subchapter</a:t>
            </a:r>
          </a:p>
          <a:p>
            <a:pPr lvl="4"/>
            <a:r>
              <a:rPr lang="en-US"/>
              <a:t>active subchapter</a:t>
            </a:r>
          </a:p>
        </p:txBody>
      </p:sp>
      <p:pic>
        <p:nvPicPr>
          <p:cNvPr id="10" name="Siemens Logo">
            <a:extLst>
              <a:ext uri="{FF2B5EF4-FFF2-40B4-BE49-F238E27FC236}">
                <a16:creationId xmlns:a16="http://schemas.microsoft.com/office/drawing/2014/main" id="{5FD2C39E-5D81-4A0E-9F45-909328900889}"/>
              </a:ext>
            </a:extLst>
          </p:cNvPr>
          <p:cNvPicPr>
            <a:picLocks noChangeAspect="1"/>
          </p:cNvPicPr>
          <p:nvPr userDrawn="1"/>
        </p:nvPicPr>
        <p:blipFill>
          <a:blip r:embed="rId8" cstate="email">
            <a:extLst>
              <a:ext uri="{28A0092B-C50C-407E-A947-70E740481C1C}">
                <a14:useLocalDpi xmlns:a14="http://schemas.microsoft.com/office/drawing/2010/main"/>
              </a:ext>
              <a:ext uri="{96DAC541-7B7A-43D3-8B79-37D633B846F1}">
                <asvg:svgBlip xmlns:asvg="http://schemas.microsoft.com/office/drawing/2016/SVG/main" r:embed="rId9"/>
              </a:ext>
            </a:extLst>
          </a:blip>
          <a:srcRect/>
          <a:stretch/>
        </p:blipFill>
        <p:spPr>
          <a:xfrm>
            <a:off x="10635188" y="6418800"/>
            <a:ext cx="1152000" cy="183168"/>
          </a:xfrm>
          <a:prstGeom prst="rect">
            <a:avLst/>
          </a:prstGeom>
        </p:spPr>
      </p:pic>
      <p:sp>
        <p:nvSpPr>
          <p:cNvPr id="8" name="Footer Placeholder">
            <a:extLst>
              <a:ext uri="{FF2B5EF4-FFF2-40B4-BE49-F238E27FC236}">
                <a16:creationId xmlns:a16="http://schemas.microsoft.com/office/drawing/2014/main" id="{3279A350-3BB2-4CA2-A422-8F5A951F6F64}"/>
              </a:ext>
            </a:extLst>
          </p:cNvPr>
          <p:cNvSpPr>
            <a:spLocks noGrp="1"/>
          </p:cNvSpPr>
          <p:nvPr>
            <p:ph type="ftr" sz="quarter" idx="10"/>
          </p:nvPr>
        </p:nvSpPr>
        <p:spPr/>
        <p:txBody>
          <a:bodyPr/>
          <a:lstStyle>
            <a:lvl1pPr>
              <a:defRPr>
                <a:solidFill>
                  <a:srgbClr val="333353"/>
                </a:solidFill>
              </a:defRPr>
            </a:lvl1pPr>
          </a:lstStyle>
          <a:p>
            <a:r>
              <a:rPr lang="en-US"/>
              <a:t>Restricted | © Siemens 2025 | SHERPA X | MM080 Purchase Requisition via Direct X</a:t>
            </a:r>
          </a:p>
        </p:txBody>
      </p:sp>
      <p:sp>
        <p:nvSpPr>
          <p:cNvPr id="9" name="Slide Number Placeholder">
            <a:extLst>
              <a:ext uri="{FF2B5EF4-FFF2-40B4-BE49-F238E27FC236}">
                <a16:creationId xmlns:a16="http://schemas.microsoft.com/office/drawing/2014/main" id="{CFF9630D-791D-45AE-8E5E-36F747F599E9}"/>
              </a:ext>
            </a:extLst>
          </p:cNvPr>
          <p:cNvSpPr>
            <a:spLocks noGrp="1"/>
          </p:cNvSpPr>
          <p:nvPr>
            <p:ph type="sldNum" sz="quarter" idx="11"/>
          </p:nvPr>
        </p:nvSpPr>
        <p:spPr/>
        <p:txBody>
          <a:bodyPr/>
          <a:lstStyle>
            <a:lvl1pPr>
              <a:defRPr>
                <a:solidFill>
                  <a:srgbClr val="333353"/>
                </a:solidFill>
              </a:defRPr>
            </a:lvl1pPr>
          </a:lstStyle>
          <a:p>
            <a:r>
              <a:rPr lang="en-US"/>
              <a:t>Page </a:t>
            </a:r>
            <a:fld id="{15EBE321-CBB1-4E91-BD14-37C8D44326FB}" type="slidenum">
              <a:rPr lang="en-US" smtClean="0"/>
              <a:pPr/>
              <a:t>‹#›</a:t>
            </a:fld>
            <a:endParaRPr lang="en-US"/>
          </a:p>
        </p:txBody>
      </p:sp>
      <p:pic>
        <p:nvPicPr>
          <p:cNvPr id="14" name="Imagem 3">
            <a:extLst>
              <a:ext uri="{FF2B5EF4-FFF2-40B4-BE49-F238E27FC236}">
                <a16:creationId xmlns:a16="http://schemas.microsoft.com/office/drawing/2014/main" id="{466AC8DC-1FA1-943B-F402-1D584C9ED5A6}"/>
              </a:ext>
            </a:extLst>
          </p:cNvPr>
          <p:cNvPicPr>
            <a:picLocks noChangeAspect="1"/>
          </p:cNvPicPr>
          <p:nvPr userDrawn="1"/>
        </p:nvPicPr>
        <p:blipFill>
          <a:blip r:embed="rId10" cstate="email">
            <a:extLst>
              <a:ext uri="{28A0092B-C50C-407E-A947-70E740481C1C}">
                <a14:useLocalDpi xmlns:a14="http://schemas.microsoft.com/office/drawing/2010/main"/>
              </a:ext>
            </a:extLst>
          </a:blip>
          <a:stretch>
            <a:fillRect/>
          </a:stretch>
        </p:blipFill>
        <p:spPr>
          <a:xfrm>
            <a:off x="10761256" y="394120"/>
            <a:ext cx="1020344" cy="1020344"/>
          </a:xfrm>
          <a:prstGeom prst="rect">
            <a:avLst/>
          </a:prstGeom>
        </p:spPr>
      </p:pic>
    </p:spTree>
    <p:extLst>
      <p:ext uri="{BB962C8B-B14F-4D97-AF65-F5344CB8AC3E}">
        <p14:creationId xmlns:p14="http://schemas.microsoft.com/office/powerpoint/2010/main" val="2325603415"/>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259">
          <p15:clr>
            <a:srgbClr val="65CEFF"/>
          </p15:clr>
        </p15:guide>
        <p15:guide id="2" pos="6472">
          <p15:clr>
            <a:srgbClr val="65CEFF"/>
          </p15:clr>
        </p15:guide>
        <p15:guide id="3" pos="7425">
          <p15:clr>
            <a:srgbClr val="65CEFF"/>
          </p15:clr>
        </p15:guide>
        <p15:guide id="4" orient="horz" pos="778">
          <p15:clr>
            <a:srgbClr val="65CEFF"/>
          </p15:clr>
        </p15:guide>
        <p15:guide id="5" orient="horz" pos="3658">
          <p15:clr>
            <a:srgbClr val="65CEFF"/>
          </p15:clr>
        </p15:guide>
        <p15:guide id="6" orient="horz" pos="4157">
          <p15:clr>
            <a:srgbClr val="65CEFF"/>
          </p15:clr>
        </p15:guide>
      </p15:sldGuideLst>
    </p:ext>
  </p:extLst>
</p:sldLayout>
</file>

<file path=ppt/slideLayouts/slideLayout92.xml><?xml version="1.0" encoding="utf-8"?>
<p:sldLayout xmlns:a="http://schemas.openxmlformats.org/drawingml/2006/main" xmlns:r="http://schemas.openxmlformats.org/officeDocument/2006/relationships" xmlns:p="http://schemas.openxmlformats.org/presentationml/2006/main" matchingName="One object (large)" type="obj">
  <p:cSld name="One object (large)">
    <p:spTree>
      <p:nvGrpSpPr>
        <p:cNvPr id="1" name=""/>
        <p:cNvGrpSpPr/>
        <p:nvPr/>
      </p:nvGrpSpPr>
      <p:grpSpPr>
        <a:xfrm>
          <a:off x="0" y="0"/>
          <a:ext cx="0" cy="0"/>
          <a:chOff x="0" y="0"/>
          <a:chExt cx="0" cy="0"/>
        </a:xfrm>
      </p:grpSpPr>
      <p:sp>
        <p:nvSpPr>
          <p:cNvPr id="2" name="cdtTitle 1 Id2"/>
          <p:cNvSpPr>
            <a:spLocks noGrp="1"/>
          </p:cNvSpPr>
          <p:nvPr>
            <p:ph type="title"/>
            <p:custDataLst>
              <p:tags r:id="rId2"/>
            </p:custDataLst>
          </p:nvPr>
        </p:nvSpPr>
        <p:spPr>
          <a:xfrm>
            <a:off x="0" y="-1"/>
            <a:ext cx="12192000" cy="1440000"/>
          </a:xfrm>
        </p:spPr>
        <p:txBody>
          <a:bodyPr/>
          <a:lstStyle/>
          <a:p>
            <a:r>
              <a:rPr lang="de-DE"/>
              <a:t>Titelmasterformat durch Klicken bearbeiten</a:t>
            </a:r>
            <a:endParaRPr lang="en-US"/>
          </a:p>
        </p:txBody>
      </p:sp>
      <p:sp>
        <p:nvSpPr>
          <p:cNvPr id="3" name="cdtContent Placeholder 2 Id3"/>
          <p:cNvSpPr>
            <a:spLocks noGrp="1"/>
          </p:cNvSpPr>
          <p:nvPr>
            <p:ph idx="1"/>
            <p:custDataLst>
              <p:tags r:id="rId3"/>
            </p:custDataLst>
          </p:nvPr>
        </p:nvSpPr>
        <p:spPr>
          <a:xfrm>
            <a:off x="626736" y="1440000"/>
            <a:ext cx="8204689" cy="4752000"/>
          </a:xfrm>
        </p:spPr>
        <p:txBody>
          <a:bodyPr/>
          <a:lstStyle>
            <a:lvl1pPr>
              <a:buFont typeface="Arial" pitchFamily="34" charset="0"/>
              <a:buNone/>
              <a:defRPr sz="1399"/>
            </a:lvl1pPr>
            <a:lvl2pPr>
              <a:defRPr sz="1399"/>
            </a:lvl2pPr>
            <a:lvl3pPr>
              <a:defRPr sz="1399"/>
            </a:lvl3pPr>
            <a:lvl4pPr>
              <a:defRPr sz="1399"/>
            </a:lvl4pPr>
            <a:lvl5pPr>
              <a:defRPr sz="1399"/>
            </a:lvl5pPr>
          </a:lstStyle>
          <a:p>
            <a:pPr lvl="0"/>
            <a:r>
              <a:rPr lang="en-US" err="1"/>
              <a:t>Textmasterformat</a:t>
            </a:r>
            <a:r>
              <a:rPr lang="en-US"/>
              <a:t> </a:t>
            </a:r>
            <a:r>
              <a:rPr lang="en-US" err="1"/>
              <a:t>bearbeiten</a:t>
            </a:r>
            <a:endParaRPr lang="en-US"/>
          </a:p>
          <a:p>
            <a:pPr lvl="1"/>
            <a:r>
              <a:rPr lang="en-US"/>
              <a:t>Second level</a:t>
            </a:r>
          </a:p>
          <a:p>
            <a:pPr lvl="2"/>
            <a:r>
              <a:rPr lang="en-US"/>
              <a:t>Third level</a:t>
            </a:r>
          </a:p>
          <a:p>
            <a:pPr lvl="3"/>
            <a:r>
              <a:rPr lang="en-US"/>
              <a:t>Fourth level</a:t>
            </a:r>
          </a:p>
          <a:p>
            <a:pPr lvl="4"/>
            <a:r>
              <a:rPr lang="en-US"/>
              <a:t>Fifth level</a:t>
            </a:r>
          </a:p>
        </p:txBody>
      </p:sp>
      <p:pic>
        <p:nvPicPr>
          <p:cNvPr id="34" name="Grafik 7"/>
          <p:cNvPicPr>
            <a:picLocks noChangeAspect="1"/>
          </p:cNvPicPr>
          <p:nvPr userDrawn="1"/>
        </p:nvPicPr>
        <p:blipFill>
          <a:blip r:embed="rId5" cstate="email">
            <a:extLst>
              <a:ext uri="{28A0092B-C50C-407E-A947-70E740481C1C}">
                <a14:useLocalDpi xmlns:a14="http://schemas.microsoft.com/office/drawing/2010/main"/>
              </a:ext>
            </a:extLst>
          </a:blip>
          <a:stretch>
            <a:fillRect/>
          </a:stretch>
        </p:blipFill>
        <p:spPr>
          <a:xfrm>
            <a:off x="9550775" y="324000"/>
            <a:ext cx="2158876" cy="913804"/>
          </a:xfrm>
          <a:prstGeom prst="rect">
            <a:avLst/>
          </a:prstGeom>
        </p:spPr>
      </p:pic>
    </p:spTree>
    <p:custDataLst>
      <p:custData r:id="rId1"/>
    </p:custDataLst>
    <p:extLst>
      <p:ext uri="{BB962C8B-B14F-4D97-AF65-F5344CB8AC3E}">
        <p14:creationId xmlns:p14="http://schemas.microsoft.com/office/powerpoint/2010/main" val="1705344008"/>
      </p:ext>
    </p:extLst>
  </p:cSld>
  <p:clrMapOvr>
    <a:masterClrMapping/>
  </p:clrMapOvr>
</p:sldLayout>
</file>

<file path=ppt/slideLayouts/slideLayout93.xml><?xml version="1.0" encoding="utf-8"?>
<p:sldLayout xmlns:a="http://schemas.openxmlformats.org/drawingml/2006/main" xmlns:r="http://schemas.openxmlformats.org/officeDocument/2006/relationships" xmlns:p="http://schemas.openxmlformats.org/presentationml/2006/main" matchingName="Free Content" type="titleOnly">
  <p:cSld name="Free Content">
    <p:spTree>
      <p:nvGrpSpPr>
        <p:cNvPr id="1" name=""/>
        <p:cNvGrpSpPr/>
        <p:nvPr/>
      </p:nvGrpSpPr>
      <p:grpSpPr>
        <a:xfrm>
          <a:off x="0" y="0"/>
          <a:ext cx="0" cy="0"/>
          <a:chOff x="0" y="0"/>
          <a:chExt cx="0" cy="0"/>
        </a:xfrm>
      </p:grpSpPr>
      <p:sp>
        <p:nvSpPr>
          <p:cNvPr id="2" name="cdtTitle 1 Id2"/>
          <p:cNvSpPr>
            <a:spLocks noGrp="1"/>
          </p:cNvSpPr>
          <p:nvPr>
            <p:ph type="title"/>
            <p:custDataLst>
              <p:tags r:id="rId1"/>
            </p:custDataLst>
          </p:nvPr>
        </p:nvSpPr>
        <p:spPr>
          <a:xfrm>
            <a:off x="0" y="0"/>
            <a:ext cx="12192000" cy="1440000"/>
          </a:xfrm>
          <a:noFill/>
          <a:ln w="9525">
            <a:noFill/>
            <a:miter lim="800000"/>
            <a:headEnd/>
            <a:tailEnd/>
          </a:ln>
        </p:spPr>
        <p:txBody>
          <a:bodyPr vert="horz" wrap="square" lIns="626400" tIns="432000" rIns="2124000" bIns="234000" numCol="1" anchor="t" anchorCtr="0" compatLnSpc="1">
            <a:prstTxWarp prst="textNoShape">
              <a:avLst/>
            </a:prstTxWarp>
          </a:bodyPr>
          <a:lstStyle>
            <a:lvl1pPr marL="0" marR="0" indent="0" algn="l" defTabSz="913486" rtl="0" eaLnBrk="1" fontAlgn="base" latinLnBrk="0" hangingPunct="1">
              <a:lnSpc>
                <a:spcPct val="100000"/>
              </a:lnSpc>
              <a:spcBef>
                <a:spcPct val="0"/>
              </a:spcBef>
              <a:spcAft>
                <a:spcPct val="0"/>
              </a:spcAft>
              <a:buClrTx/>
              <a:buSzTx/>
              <a:buFontTx/>
              <a:buNone/>
              <a:tabLst/>
              <a:defRPr lang="de-DE"/>
            </a:lvl1pPr>
          </a:lstStyle>
          <a:p>
            <a:pPr marL="0" marR="0" lvl="0" indent="0" algn="l" defTabSz="913486" rtl="0" eaLnBrk="1" fontAlgn="base" latinLnBrk="0" hangingPunct="1">
              <a:lnSpc>
                <a:spcPct val="100000"/>
              </a:lnSpc>
              <a:spcBef>
                <a:spcPct val="0"/>
              </a:spcBef>
              <a:spcAft>
                <a:spcPct val="0"/>
              </a:spcAft>
              <a:buClrTx/>
              <a:buSzTx/>
              <a:buFontTx/>
              <a:buNone/>
              <a:tabLst/>
              <a:defRPr/>
            </a:pPr>
            <a:r>
              <a:rPr lang="de-DE"/>
              <a:t>Titelmasterformat durch Klicken bearbeiten</a:t>
            </a:r>
            <a:endParaRPr kumimoji="0" lang="en-US" sz="1998" b="1" i="0" u="none" strike="noStrike" kern="0" cap="none" spc="0" normalizeH="0" baseline="0" noProof="0">
              <a:ln>
                <a:noFill/>
              </a:ln>
              <a:solidFill>
                <a:srgbClr val="000000"/>
              </a:solidFill>
              <a:effectLst/>
              <a:uLnTx/>
              <a:uFillTx/>
              <a:latin typeface="Arial" pitchFamily="34" charset="0"/>
              <a:ea typeface="+mj-ea"/>
              <a:cs typeface="Arial" pitchFamily="34" charset="0"/>
            </a:endParaRPr>
          </a:p>
        </p:txBody>
      </p:sp>
      <p:pic>
        <p:nvPicPr>
          <p:cNvPr id="33" name="Grafik 7"/>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9550775" y="324000"/>
            <a:ext cx="2158876" cy="913804"/>
          </a:xfrm>
          <a:prstGeom prst="rect">
            <a:avLst/>
          </a:prstGeom>
        </p:spPr>
      </p:pic>
    </p:spTree>
    <p:extLst>
      <p:ext uri="{BB962C8B-B14F-4D97-AF65-F5344CB8AC3E}">
        <p14:creationId xmlns:p14="http://schemas.microsoft.com/office/powerpoint/2010/main" val="2127680404"/>
      </p:ext>
    </p:extLst>
  </p:cSld>
  <p:clrMapOvr>
    <a:masterClrMapping/>
  </p:clrMapOvr>
</p:sldLayout>
</file>

<file path=ppt/slideLayouts/slideLayout94.xml><?xml version="1.0" encoding="utf-8"?>
<p:sldLayout xmlns:a="http://schemas.openxmlformats.org/drawingml/2006/main" xmlns:r="http://schemas.openxmlformats.org/officeDocument/2006/relationships" xmlns:p="http://schemas.openxmlformats.org/presentationml/2006/main" userDrawn="1">
  <p:cSld name="Title picture dark 48pt">
    <p:bg>
      <p:bgRef idx="1001">
        <a:schemeClr val="bg2"/>
      </p:bgRef>
    </p:bg>
    <p:spTree>
      <p:nvGrpSpPr>
        <p:cNvPr id="1" name=""/>
        <p:cNvGrpSpPr/>
        <p:nvPr/>
      </p:nvGrpSpPr>
      <p:grpSpPr>
        <a:xfrm>
          <a:off x="0" y="0"/>
          <a:ext cx="0" cy="0"/>
          <a:chOff x="0" y="0"/>
          <a:chExt cx="0" cy="0"/>
        </a:xfrm>
      </p:grpSpPr>
      <p:sp>
        <p:nvSpPr>
          <p:cNvPr id="2" name="Title" descr="Headline of the presentation">
            <a:extLst>
              <a:ext uri="{FF2B5EF4-FFF2-40B4-BE49-F238E27FC236}">
                <a16:creationId xmlns:a16="http://schemas.microsoft.com/office/drawing/2014/main" id="{8620440E-BF1B-417E-87A5-35990130B3FF}"/>
              </a:ext>
            </a:extLst>
          </p:cNvPr>
          <p:cNvSpPr>
            <a:spLocks noGrp="1"/>
          </p:cNvSpPr>
          <p:nvPr>
            <p:ph type="title" hasCustomPrompt="1"/>
          </p:nvPr>
        </p:nvSpPr>
        <p:spPr bwMode="black">
          <a:xfrm>
            <a:off x="410401" y="3780000"/>
            <a:ext cx="9287638" cy="1477328"/>
          </a:xfrm>
          <a:noFill/>
        </p:spPr>
        <p:txBody>
          <a:bodyPr vert="horz" rIns="0" bIns="0" anchor="t">
            <a:spAutoFit/>
          </a:bodyPr>
          <a:lstStyle>
            <a:lvl1pPr marL="0">
              <a:lnSpc>
                <a:spcPct val="100000"/>
              </a:lnSpc>
              <a:defRPr sz="4800" b="0">
                <a:solidFill>
                  <a:schemeClr val="tx1"/>
                </a:solidFill>
              </a:defRPr>
            </a:lvl1pPr>
          </a:lstStyle>
          <a:p>
            <a:r>
              <a:rPr lang="en-US"/>
              <a:t>Title chart with picture, </a:t>
            </a:r>
            <a:br>
              <a:rPr lang="en-US"/>
            </a:br>
            <a:r>
              <a:rPr lang="en-US"/>
              <a:t>Arial Regular, 48 </a:t>
            </a:r>
            <a:r>
              <a:rPr lang="en-US" err="1"/>
              <a:t>pt</a:t>
            </a:r>
            <a:endParaRPr lang="en-US"/>
          </a:p>
        </p:txBody>
      </p:sp>
      <p:sp>
        <p:nvSpPr>
          <p:cNvPr id="3" name="Subhead" descr="Subheadline of the presentation">
            <a:extLst>
              <a:ext uri="{FF2B5EF4-FFF2-40B4-BE49-F238E27FC236}">
                <a16:creationId xmlns:a16="http://schemas.microsoft.com/office/drawing/2014/main" id="{89304306-5233-4901-B576-444696A2EA33}"/>
              </a:ext>
            </a:extLst>
          </p:cNvPr>
          <p:cNvSpPr>
            <a:spLocks noGrp="1"/>
          </p:cNvSpPr>
          <p:nvPr>
            <p:ph type="subTitle" idx="1" hasCustomPrompt="1"/>
          </p:nvPr>
        </p:nvSpPr>
        <p:spPr bwMode="black">
          <a:xfrm>
            <a:off x="411162" y="5256000"/>
            <a:ext cx="9288000" cy="911438"/>
          </a:xfrm>
          <a:prstGeom prst="rect">
            <a:avLst/>
          </a:prstGeom>
        </p:spPr>
        <p:txBody>
          <a:bodyPr lIns="0" tIns="252000">
            <a:noAutofit/>
          </a:bodyPr>
          <a:lstStyle>
            <a:lvl1pPr marL="0" indent="0" algn="l">
              <a:spcAft>
                <a:spcPts val="300"/>
              </a:spcAft>
              <a:buNone/>
              <a:defRPr sz="1800">
                <a:solidFill>
                  <a:schemeClr val="tx1"/>
                </a:solidFill>
              </a:defRPr>
            </a:lvl1pPr>
            <a:lvl2pPr marL="0" indent="0" algn="l">
              <a:spcAft>
                <a:spcPts val="300"/>
              </a:spcAft>
              <a:buNone/>
              <a:defRPr sz="1600"/>
            </a:lvl2pPr>
            <a:lvl3pPr marL="0" indent="0" algn="l">
              <a:spcAft>
                <a:spcPts val="300"/>
              </a:spcAft>
              <a:buNone/>
              <a:defRPr sz="1400"/>
            </a:lvl3pPr>
            <a:lvl4pPr marL="0" indent="0" algn="l">
              <a:buNone/>
              <a:defRPr sz="1400"/>
            </a:lvl4pPr>
            <a:lvl5pPr marL="0" indent="0" algn="l">
              <a:buNone/>
              <a:defRPr sz="1400"/>
            </a:lvl5pPr>
            <a:lvl6pPr marL="0" indent="0" algn="l">
              <a:buNone/>
              <a:defRPr sz="1400"/>
            </a:lvl6pPr>
            <a:lvl7pPr marL="0" indent="0" algn="l">
              <a:buNone/>
              <a:defRPr sz="1400"/>
            </a:lvl7pPr>
            <a:lvl8pPr marL="0" indent="0" algn="l">
              <a:buNone/>
              <a:defRPr sz="1400"/>
            </a:lvl8pPr>
            <a:lvl9pPr marL="0" indent="0" algn="l">
              <a:buNone/>
              <a:defRPr sz="1400"/>
            </a:lvl9pPr>
          </a:lstStyle>
          <a:p>
            <a:r>
              <a:rPr lang="en-US"/>
              <a:t>Subhead for headline size 48 </a:t>
            </a:r>
            <a:r>
              <a:rPr lang="en-US" err="1"/>
              <a:t>pt</a:t>
            </a:r>
            <a:endParaRPr lang="en-US"/>
          </a:p>
        </p:txBody>
      </p:sp>
      <p:pic>
        <p:nvPicPr>
          <p:cNvPr id="7" name="Siemens Logo" descr="Siemens logo">
            <a:extLst>
              <a:ext uri="{FF2B5EF4-FFF2-40B4-BE49-F238E27FC236}">
                <a16:creationId xmlns:a16="http://schemas.microsoft.com/office/drawing/2014/main" id="{3E4A7839-9F7E-47F2-83BA-F637AE096316}"/>
              </a:ext>
              <a:ext uri="{C183D7F6-B498-43B3-948B-1728B52AA6E4}">
                <adec:decorative xmlns:adec="http://schemas.microsoft.com/office/drawing/2017/decorative" val="0"/>
              </a:ext>
            </a:extLst>
          </p:cNvPr>
          <p:cNvPicPr>
            <a:picLocks noChangeAspect="1"/>
          </p:cNvPicPr>
          <p:nvPr userDrawn="1"/>
        </p:nvPicPr>
        <p:blipFill>
          <a:blip r:embed="rId2" cstate="email">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p:blipFill>
        <p:spPr bwMode="black">
          <a:xfrm>
            <a:off x="10274400" y="6364800"/>
            <a:ext cx="1512000" cy="240408"/>
          </a:xfrm>
          <a:prstGeom prst="rect">
            <a:avLst/>
          </a:prstGeom>
        </p:spPr>
      </p:pic>
      <p:sp>
        <p:nvSpPr>
          <p:cNvPr id="4" name="Footer Placeholder" descr="Footer with copyright, author and department information, and date">
            <a:extLst>
              <a:ext uri="{FF2B5EF4-FFF2-40B4-BE49-F238E27FC236}">
                <a16:creationId xmlns:a16="http://schemas.microsoft.com/office/drawing/2014/main" id="{B61796B2-8510-42B4-A5F7-E1FE5FCE45A2}"/>
              </a:ext>
            </a:extLst>
          </p:cNvPr>
          <p:cNvSpPr>
            <a:spLocks noGrp="1"/>
          </p:cNvSpPr>
          <p:nvPr>
            <p:ph type="ftr" sz="quarter" idx="13"/>
          </p:nvPr>
        </p:nvSpPr>
        <p:spPr bwMode="black">
          <a:xfrm>
            <a:off x="411162" y="6310800"/>
            <a:ext cx="9288000" cy="547200"/>
          </a:xfrm>
        </p:spPr>
        <p:txBody>
          <a:bodyPr/>
          <a:lstStyle/>
          <a:p>
            <a:pPr>
              <a:lnSpc>
                <a:spcPct val="100000"/>
              </a:lnSpc>
            </a:pPr>
            <a:r>
              <a:rPr lang="en-US"/>
              <a:t>Restricted | © Siemens 2025 | SHERPA X | MM080 Purchase Requisition via Direct X</a:t>
            </a:r>
          </a:p>
        </p:txBody>
      </p:sp>
      <p:pic>
        <p:nvPicPr>
          <p:cNvPr id="5" name="Marcador de Posição da Imagem 8" descr="Uma imagem com azul, Saturação de cores, Azul elétrico, captura de ecrã&#10;&#10;Descrição gerada automaticamente">
            <a:extLst>
              <a:ext uri="{FF2B5EF4-FFF2-40B4-BE49-F238E27FC236}">
                <a16:creationId xmlns:a16="http://schemas.microsoft.com/office/drawing/2014/main" id="{70DE8838-31D9-C642-DEB4-3F58514298C5}"/>
              </a:ext>
            </a:extLst>
          </p:cNvPr>
          <p:cNvPicPr>
            <a:picLocks noChangeAspect="1"/>
          </p:cNvPicPr>
          <p:nvPr userDrawn="1"/>
        </p:nvPicPr>
        <p:blipFill rotWithShape="1">
          <a:blip r:embed="rId4" cstate="email">
            <a:extLst>
              <a:ext uri="{28A0092B-C50C-407E-A947-70E740481C1C}">
                <a14:useLocalDpi xmlns:a14="http://schemas.microsoft.com/office/drawing/2010/main"/>
              </a:ext>
            </a:extLst>
          </a:blip>
          <a:srcRect/>
          <a:stretch/>
        </p:blipFill>
        <p:spPr bwMode="black">
          <a:xfrm>
            <a:off x="-5" y="0"/>
            <a:ext cx="12192000" cy="3502800"/>
          </a:xfrm>
          <a:prstGeom prst="rect">
            <a:avLst/>
          </a:prstGeom>
        </p:spPr>
      </p:pic>
    </p:spTree>
    <p:extLst>
      <p:ext uri="{BB962C8B-B14F-4D97-AF65-F5344CB8AC3E}">
        <p14:creationId xmlns:p14="http://schemas.microsoft.com/office/powerpoint/2010/main" val="2716951299"/>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259">
          <p15:clr>
            <a:srgbClr val="65CEFF"/>
          </p15:clr>
        </p15:guide>
        <p15:guide id="2" pos="6109">
          <p15:clr>
            <a:srgbClr val="65CEFF"/>
          </p15:clr>
        </p15:guide>
        <p15:guide id="3" pos="7425">
          <p15:clr>
            <a:srgbClr val="65CEFF"/>
          </p15:clr>
        </p15:guide>
        <p15:guide id="4" orient="horz" pos="2206">
          <p15:clr>
            <a:srgbClr val="65CEFF"/>
          </p15:clr>
        </p15:guide>
        <p15:guide id="5" orient="horz" pos="3885">
          <p15:clr>
            <a:srgbClr val="65CEFF"/>
          </p15:clr>
        </p15:guide>
        <p15:guide id="6" orient="horz" pos="4157">
          <p15:clr>
            <a:srgbClr val="65CEFF"/>
          </p15:clr>
        </p15:guide>
      </p15:sldGuideLst>
    </p:ext>
  </p:extLst>
</p:sldLayout>
</file>

<file path=ppt/slideLayouts/slideLayout95.xml><?xml version="1.0" encoding="utf-8"?>
<p:sldLayout xmlns:a="http://schemas.openxmlformats.org/drawingml/2006/main" xmlns:r="http://schemas.openxmlformats.org/officeDocument/2006/relationships" xmlns:p="http://schemas.openxmlformats.org/presentationml/2006/main" preserve="1" userDrawn="1">
  <p:cSld name="Title picture dark 48pt">
    <p:bg>
      <p:bgRef idx="1001">
        <a:schemeClr val="bg2"/>
      </p:bgRef>
    </p:bg>
    <p:spTree>
      <p:nvGrpSpPr>
        <p:cNvPr id="1" name=""/>
        <p:cNvGrpSpPr/>
        <p:nvPr/>
      </p:nvGrpSpPr>
      <p:grpSpPr>
        <a:xfrm>
          <a:off x="0" y="0"/>
          <a:ext cx="0" cy="0"/>
          <a:chOff x="0" y="0"/>
          <a:chExt cx="0" cy="0"/>
        </a:xfrm>
      </p:grpSpPr>
      <p:sp>
        <p:nvSpPr>
          <p:cNvPr id="2" name="Title" descr="Headline of the presentation">
            <a:extLst>
              <a:ext uri="{FF2B5EF4-FFF2-40B4-BE49-F238E27FC236}">
                <a16:creationId xmlns:a16="http://schemas.microsoft.com/office/drawing/2014/main" id="{8620440E-BF1B-417E-87A5-35990130B3FF}"/>
              </a:ext>
            </a:extLst>
          </p:cNvPr>
          <p:cNvSpPr>
            <a:spLocks noGrp="1"/>
          </p:cNvSpPr>
          <p:nvPr>
            <p:ph type="title" hasCustomPrompt="1"/>
          </p:nvPr>
        </p:nvSpPr>
        <p:spPr bwMode="black">
          <a:xfrm>
            <a:off x="410401" y="3780000"/>
            <a:ext cx="9287638" cy="1477328"/>
          </a:xfrm>
          <a:noFill/>
        </p:spPr>
        <p:txBody>
          <a:bodyPr vert="horz" rIns="0" bIns="0" anchor="t">
            <a:spAutoFit/>
          </a:bodyPr>
          <a:lstStyle>
            <a:lvl1pPr marL="0">
              <a:lnSpc>
                <a:spcPct val="100000"/>
              </a:lnSpc>
              <a:defRPr sz="4800" b="0">
                <a:solidFill>
                  <a:schemeClr val="tx1"/>
                </a:solidFill>
              </a:defRPr>
            </a:lvl1pPr>
          </a:lstStyle>
          <a:p>
            <a:r>
              <a:rPr lang="en-US"/>
              <a:t>Title chart with picture, </a:t>
            </a:r>
            <a:br>
              <a:rPr lang="en-US"/>
            </a:br>
            <a:r>
              <a:rPr lang="en-US"/>
              <a:t>Arial Regular, 48 </a:t>
            </a:r>
            <a:r>
              <a:rPr lang="en-US" err="1"/>
              <a:t>pt</a:t>
            </a:r>
            <a:endParaRPr lang="en-US"/>
          </a:p>
        </p:txBody>
      </p:sp>
      <p:sp>
        <p:nvSpPr>
          <p:cNvPr id="3" name="Subhead" descr="Subheadline of the presentation">
            <a:extLst>
              <a:ext uri="{FF2B5EF4-FFF2-40B4-BE49-F238E27FC236}">
                <a16:creationId xmlns:a16="http://schemas.microsoft.com/office/drawing/2014/main" id="{89304306-5233-4901-B576-444696A2EA33}"/>
              </a:ext>
            </a:extLst>
          </p:cNvPr>
          <p:cNvSpPr>
            <a:spLocks noGrp="1"/>
          </p:cNvSpPr>
          <p:nvPr>
            <p:ph type="subTitle" idx="1" hasCustomPrompt="1"/>
          </p:nvPr>
        </p:nvSpPr>
        <p:spPr bwMode="black">
          <a:xfrm>
            <a:off x="411162" y="5256000"/>
            <a:ext cx="9288000" cy="911438"/>
          </a:xfrm>
          <a:prstGeom prst="rect">
            <a:avLst/>
          </a:prstGeom>
        </p:spPr>
        <p:txBody>
          <a:bodyPr lIns="0" tIns="252000">
            <a:noAutofit/>
          </a:bodyPr>
          <a:lstStyle>
            <a:lvl1pPr marL="0" indent="0" algn="l">
              <a:spcAft>
                <a:spcPts val="300"/>
              </a:spcAft>
              <a:buNone/>
              <a:defRPr sz="1800">
                <a:solidFill>
                  <a:schemeClr val="tx1"/>
                </a:solidFill>
              </a:defRPr>
            </a:lvl1pPr>
            <a:lvl2pPr marL="0" indent="0" algn="l">
              <a:spcAft>
                <a:spcPts val="300"/>
              </a:spcAft>
              <a:buNone/>
              <a:defRPr sz="1600"/>
            </a:lvl2pPr>
            <a:lvl3pPr marL="0" indent="0" algn="l">
              <a:spcAft>
                <a:spcPts val="300"/>
              </a:spcAft>
              <a:buNone/>
              <a:defRPr sz="1400"/>
            </a:lvl3pPr>
            <a:lvl4pPr marL="0" indent="0" algn="l">
              <a:buNone/>
              <a:defRPr sz="1400"/>
            </a:lvl4pPr>
            <a:lvl5pPr marL="0" indent="0" algn="l">
              <a:buNone/>
              <a:defRPr sz="1400"/>
            </a:lvl5pPr>
            <a:lvl6pPr marL="0" indent="0" algn="l">
              <a:buNone/>
              <a:defRPr sz="1400"/>
            </a:lvl6pPr>
            <a:lvl7pPr marL="0" indent="0" algn="l">
              <a:buNone/>
              <a:defRPr sz="1400"/>
            </a:lvl7pPr>
            <a:lvl8pPr marL="0" indent="0" algn="l">
              <a:buNone/>
              <a:defRPr sz="1400"/>
            </a:lvl8pPr>
            <a:lvl9pPr marL="0" indent="0" algn="l">
              <a:buNone/>
              <a:defRPr sz="1400"/>
            </a:lvl9pPr>
          </a:lstStyle>
          <a:p>
            <a:r>
              <a:rPr lang="en-US"/>
              <a:t>Subhead for headline size 48 </a:t>
            </a:r>
            <a:r>
              <a:rPr lang="en-US" err="1"/>
              <a:t>pt</a:t>
            </a:r>
            <a:endParaRPr lang="en-US"/>
          </a:p>
        </p:txBody>
      </p:sp>
      <p:pic>
        <p:nvPicPr>
          <p:cNvPr id="7" name="Siemens Logo" descr="Siemens logo">
            <a:extLst>
              <a:ext uri="{FF2B5EF4-FFF2-40B4-BE49-F238E27FC236}">
                <a16:creationId xmlns:a16="http://schemas.microsoft.com/office/drawing/2014/main" id="{3E4A7839-9F7E-47F2-83BA-F637AE096316}"/>
              </a:ext>
              <a:ext uri="{C183D7F6-B498-43B3-948B-1728B52AA6E4}">
                <adec:decorative xmlns:adec="http://schemas.microsoft.com/office/drawing/2017/decorative" val="0"/>
              </a:ext>
            </a:extLst>
          </p:cNvPr>
          <p:cNvPicPr>
            <a:picLocks noChangeAspect="1"/>
          </p:cNvPicPr>
          <p:nvPr userDrawn="1"/>
        </p:nvPicPr>
        <p:blipFill>
          <a:blip r:embed="rId2" cstate="email">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p:blipFill>
        <p:spPr bwMode="black">
          <a:xfrm>
            <a:off x="10274400" y="6364800"/>
            <a:ext cx="1512000" cy="240408"/>
          </a:xfrm>
          <a:prstGeom prst="rect">
            <a:avLst/>
          </a:prstGeom>
        </p:spPr>
      </p:pic>
      <p:sp>
        <p:nvSpPr>
          <p:cNvPr id="4" name="Footer Placeholder" descr="Footer with copyright, author and department information, and date">
            <a:extLst>
              <a:ext uri="{FF2B5EF4-FFF2-40B4-BE49-F238E27FC236}">
                <a16:creationId xmlns:a16="http://schemas.microsoft.com/office/drawing/2014/main" id="{B61796B2-8510-42B4-A5F7-E1FE5FCE45A2}"/>
              </a:ext>
            </a:extLst>
          </p:cNvPr>
          <p:cNvSpPr>
            <a:spLocks noGrp="1"/>
          </p:cNvSpPr>
          <p:nvPr>
            <p:ph type="ftr" sz="quarter" idx="13"/>
          </p:nvPr>
        </p:nvSpPr>
        <p:spPr bwMode="black">
          <a:xfrm>
            <a:off x="411162" y="6310800"/>
            <a:ext cx="9288000" cy="547200"/>
          </a:xfrm>
        </p:spPr>
        <p:txBody>
          <a:bodyPr/>
          <a:lstStyle/>
          <a:p>
            <a:pPr>
              <a:lnSpc>
                <a:spcPct val="100000"/>
              </a:lnSpc>
            </a:pPr>
            <a:r>
              <a:rPr lang="en-US"/>
              <a:t>Restricted | © Siemens 2025 | SHERPA X | MM080 Purchase Requisition via Direct X</a:t>
            </a:r>
          </a:p>
        </p:txBody>
      </p:sp>
      <p:pic>
        <p:nvPicPr>
          <p:cNvPr id="5" name="Marcador de Posição da Imagem 8" descr="Uma imagem com azul, Saturação de cores, Azul elétrico, captura de ecrã&#10;&#10;Descrição gerada automaticamente">
            <a:extLst>
              <a:ext uri="{FF2B5EF4-FFF2-40B4-BE49-F238E27FC236}">
                <a16:creationId xmlns:a16="http://schemas.microsoft.com/office/drawing/2014/main" id="{70DE8838-31D9-C642-DEB4-3F58514298C5}"/>
              </a:ext>
            </a:extLst>
          </p:cNvPr>
          <p:cNvPicPr>
            <a:picLocks noChangeAspect="1"/>
          </p:cNvPicPr>
          <p:nvPr userDrawn="1"/>
        </p:nvPicPr>
        <p:blipFill rotWithShape="1">
          <a:blip r:embed="rId4" cstate="email">
            <a:extLst>
              <a:ext uri="{28A0092B-C50C-407E-A947-70E740481C1C}">
                <a14:useLocalDpi xmlns:a14="http://schemas.microsoft.com/office/drawing/2010/main"/>
              </a:ext>
            </a:extLst>
          </a:blip>
          <a:srcRect/>
          <a:stretch/>
        </p:blipFill>
        <p:spPr bwMode="black">
          <a:xfrm>
            <a:off x="-5" y="0"/>
            <a:ext cx="12192000" cy="3502800"/>
          </a:xfrm>
          <a:prstGeom prst="rect">
            <a:avLst/>
          </a:prstGeom>
        </p:spPr>
      </p:pic>
    </p:spTree>
    <p:extLst>
      <p:ext uri="{BB962C8B-B14F-4D97-AF65-F5344CB8AC3E}">
        <p14:creationId xmlns:p14="http://schemas.microsoft.com/office/powerpoint/2010/main" val="3007373784"/>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259">
          <p15:clr>
            <a:srgbClr val="65CEFF"/>
          </p15:clr>
        </p15:guide>
        <p15:guide id="2" pos="6109">
          <p15:clr>
            <a:srgbClr val="65CEFF"/>
          </p15:clr>
        </p15:guide>
        <p15:guide id="3" pos="7425">
          <p15:clr>
            <a:srgbClr val="65CEFF"/>
          </p15:clr>
        </p15:guide>
        <p15:guide id="4" orient="horz" pos="2206">
          <p15:clr>
            <a:srgbClr val="65CEFF"/>
          </p15:clr>
        </p15:guide>
        <p15:guide id="5" orient="horz" pos="3885">
          <p15:clr>
            <a:srgbClr val="65CEFF"/>
          </p15:clr>
        </p15:guide>
        <p15:guide id="6" orient="horz" pos="4157">
          <p15:clr>
            <a:srgbClr val="65CEFF"/>
          </p15:clr>
        </p15:guide>
      </p15:sldGuideLst>
    </p:ext>
  </p:extLst>
</p:sldLayout>
</file>

<file path=ppt/slideLayouts/slideLayout96.xml><?xml version="1.0" encoding="utf-8"?>
<p:sldLayout xmlns:a="http://schemas.openxmlformats.org/drawingml/2006/main" xmlns:r="http://schemas.openxmlformats.org/officeDocument/2006/relationships" xmlns:p="http://schemas.openxmlformats.org/presentationml/2006/main" preserve="1" userDrawn="1">
  <p:cSld name="Title picture dark 40pt">
    <p:bg>
      <p:bgRef idx="1001">
        <a:schemeClr val="bg2"/>
      </p:bgRef>
    </p:bg>
    <p:spTree>
      <p:nvGrpSpPr>
        <p:cNvPr id="1" name=""/>
        <p:cNvGrpSpPr/>
        <p:nvPr/>
      </p:nvGrpSpPr>
      <p:grpSpPr>
        <a:xfrm>
          <a:off x="0" y="0"/>
          <a:ext cx="0" cy="0"/>
          <a:chOff x="0" y="0"/>
          <a:chExt cx="0" cy="0"/>
        </a:xfrm>
      </p:grpSpPr>
      <p:sp>
        <p:nvSpPr>
          <p:cNvPr id="2" name="Title" descr="Headline of the presentation">
            <a:extLst>
              <a:ext uri="{FF2B5EF4-FFF2-40B4-BE49-F238E27FC236}">
                <a16:creationId xmlns:a16="http://schemas.microsoft.com/office/drawing/2014/main" id="{8620440E-BF1B-417E-87A5-35990130B3FF}"/>
              </a:ext>
            </a:extLst>
          </p:cNvPr>
          <p:cNvSpPr>
            <a:spLocks noGrp="1"/>
          </p:cNvSpPr>
          <p:nvPr>
            <p:ph type="title" hasCustomPrompt="1"/>
          </p:nvPr>
        </p:nvSpPr>
        <p:spPr bwMode="black">
          <a:xfrm>
            <a:off x="410401" y="3780000"/>
            <a:ext cx="9287638" cy="1231106"/>
          </a:xfrm>
          <a:noFill/>
        </p:spPr>
        <p:txBody>
          <a:bodyPr rIns="0" bIns="0" anchor="t">
            <a:spAutoFit/>
          </a:bodyPr>
          <a:lstStyle>
            <a:lvl1pPr marL="0">
              <a:lnSpc>
                <a:spcPct val="100000"/>
              </a:lnSpc>
              <a:defRPr sz="4000" b="0">
                <a:solidFill>
                  <a:schemeClr val="tx1"/>
                </a:solidFill>
              </a:defRPr>
            </a:lvl1pPr>
          </a:lstStyle>
          <a:p>
            <a:r>
              <a:rPr lang="en-US"/>
              <a:t>Title chart with picture, </a:t>
            </a:r>
            <a:br>
              <a:rPr lang="en-US"/>
            </a:br>
            <a:r>
              <a:rPr lang="en-US"/>
              <a:t>Arial Regular, 40 </a:t>
            </a:r>
            <a:r>
              <a:rPr lang="en-US" err="1"/>
              <a:t>pt</a:t>
            </a:r>
            <a:endParaRPr lang="en-US"/>
          </a:p>
        </p:txBody>
      </p:sp>
      <p:sp>
        <p:nvSpPr>
          <p:cNvPr id="3" name="Subhead" descr="Subheadline of the presentation">
            <a:extLst>
              <a:ext uri="{FF2B5EF4-FFF2-40B4-BE49-F238E27FC236}">
                <a16:creationId xmlns:a16="http://schemas.microsoft.com/office/drawing/2014/main" id="{89304306-5233-4901-B576-444696A2EA33}"/>
              </a:ext>
            </a:extLst>
          </p:cNvPr>
          <p:cNvSpPr>
            <a:spLocks noGrp="1"/>
          </p:cNvSpPr>
          <p:nvPr>
            <p:ph type="subTitle" idx="1" hasCustomPrompt="1"/>
          </p:nvPr>
        </p:nvSpPr>
        <p:spPr bwMode="black">
          <a:xfrm>
            <a:off x="411162" y="5011106"/>
            <a:ext cx="9288000" cy="1156332"/>
          </a:xfrm>
          <a:prstGeom prst="rect">
            <a:avLst/>
          </a:prstGeom>
        </p:spPr>
        <p:txBody>
          <a:bodyPr lIns="0" tIns="252000">
            <a:noAutofit/>
          </a:bodyPr>
          <a:lstStyle>
            <a:lvl1pPr marL="0" indent="0" algn="l">
              <a:spcAft>
                <a:spcPts val="300"/>
              </a:spcAft>
              <a:buNone/>
              <a:defRPr sz="1600">
                <a:solidFill>
                  <a:schemeClr val="tx1"/>
                </a:solidFill>
              </a:defRPr>
            </a:lvl1pPr>
            <a:lvl2pPr marL="0" indent="0" algn="l">
              <a:spcAft>
                <a:spcPts val="300"/>
              </a:spcAft>
              <a:buNone/>
              <a:defRPr sz="1600"/>
            </a:lvl2pPr>
            <a:lvl3pPr marL="0" indent="0" algn="l">
              <a:spcAft>
                <a:spcPts val="300"/>
              </a:spcAft>
              <a:buNone/>
              <a:defRPr sz="1400"/>
            </a:lvl3pPr>
            <a:lvl4pPr marL="0" indent="0" algn="l">
              <a:buNone/>
              <a:defRPr sz="1400"/>
            </a:lvl4pPr>
            <a:lvl5pPr marL="0" indent="0" algn="l">
              <a:buNone/>
              <a:defRPr sz="1400"/>
            </a:lvl5pPr>
            <a:lvl6pPr marL="0" indent="0" algn="l">
              <a:buNone/>
              <a:defRPr sz="1400"/>
            </a:lvl6pPr>
            <a:lvl7pPr marL="0" indent="0" algn="l">
              <a:buNone/>
              <a:defRPr sz="1400"/>
            </a:lvl7pPr>
            <a:lvl8pPr marL="0" indent="0" algn="l">
              <a:buNone/>
              <a:defRPr sz="1400"/>
            </a:lvl8pPr>
            <a:lvl9pPr marL="0" indent="0" algn="l">
              <a:buNone/>
              <a:defRPr sz="1400"/>
            </a:lvl9pPr>
          </a:lstStyle>
          <a:p>
            <a:pPr lvl="0"/>
            <a:r>
              <a:rPr lang="en-US"/>
              <a:t>Subhead for headline size 40 </a:t>
            </a:r>
            <a:r>
              <a:rPr lang="en-US" err="1"/>
              <a:t>pt</a:t>
            </a:r>
            <a:endParaRPr lang="en-US"/>
          </a:p>
        </p:txBody>
      </p:sp>
      <p:pic>
        <p:nvPicPr>
          <p:cNvPr id="7" name="Siemens Logo" descr="Siemens logo">
            <a:extLst>
              <a:ext uri="{FF2B5EF4-FFF2-40B4-BE49-F238E27FC236}">
                <a16:creationId xmlns:a16="http://schemas.microsoft.com/office/drawing/2014/main" id="{3E4A7839-9F7E-47F2-83BA-F637AE096316}"/>
              </a:ext>
              <a:ext uri="{C183D7F6-B498-43B3-948B-1728B52AA6E4}">
                <adec:decorative xmlns:adec="http://schemas.microsoft.com/office/drawing/2017/decorative" val="0"/>
              </a:ext>
            </a:extLst>
          </p:cNvPr>
          <p:cNvPicPr>
            <a:picLocks noChangeAspect="1"/>
          </p:cNvPicPr>
          <p:nvPr userDrawn="1"/>
        </p:nvPicPr>
        <p:blipFill>
          <a:blip r:embed="rId2" cstate="email">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p:blipFill>
        <p:spPr bwMode="black">
          <a:xfrm>
            <a:off x="10274400" y="6364800"/>
            <a:ext cx="1512000" cy="240408"/>
          </a:xfrm>
          <a:prstGeom prst="rect">
            <a:avLst/>
          </a:prstGeom>
        </p:spPr>
      </p:pic>
      <p:sp>
        <p:nvSpPr>
          <p:cNvPr id="4" name="Footer Placeholder" descr="Footer with copyright, author and department information, and date">
            <a:extLst>
              <a:ext uri="{FF2B5EF4-FFF2-40B4-BE49-F238E27FC236}">
                <a16:creationId xmlns:a16="http://schemas.microsoft.com/office/drawing/2014/main" id="{B61796B2-8510-42B4-A5F7-E1FE5FCE45A2}"/>
              </a:ext>
            </a:extLst>
          </p:cNvPr>
          <p:cNvSpPr>
            <a:spLocks noGrp="1"/>
          </p:cNvSpPr>
          <p:nvPr>
            <p:ph type="ftr" sz="quarter" idx="13"/>
          </p:nvPr>
        </p:nvSpPr>
        <p:spPr bwMode="black">
          <a:xfrm>
            <a:off x="411162" y="6310800"/>
            <a:ext cx="9288000" cy="547200"/>
          </a:xfrm>
        </p:spPr>
        <p:txBody>
          <a:bodyPr/>
          <a:lstStyle/>
          <a:p>
            <a:pPr>
              <a:lnSpc>
                <a:spcPct val="100000"/>
              </a:lnSpc>
            </a:pPr>
            <a:r>
              <a:rPr lang="en-US"/>
              <a:t>Restricted | © Siemens 2025 | SHERPA X | MM080 Purchase Requisition via Direct X</a:t>
            </a:r>
          </a:p>
        </p:txBody>
      </p:sp>
      <p:pic>
        <p:nvPicPr>
          <p:cNvPr id="6" name="Marcador de Posição da Imagem 8" descr="Uma imagem com azul, Saturação de cores, Azul elétrico, captura de ecrã&#10;&#10;Descrição gerada automaticamente">
            <a:extLst>
              <a:ext uri="{FF2B5EF4-FFF2-40B4-BE49-F238E27FC236}">
                <a16:creationId xmlns:a16="http://schemas.microsoft.com/office/drawing/2014/main" id="{5C1C3F67-382F-07D6-EE21-C5965BF300A1}"/>
              </a:ext>
            </a:extLst>
          </p:cNvPr>
          <p:cNvPicPr>
            <a:picLocks noChangeAspect="1"/>
          </p:cNvPicPr>
          <p:nvPr userDrawn="1"/>
        </p:nvPicPr>
        <p:blipFill rotWithShape="1">
          <a:blip r:embed="rId4" cstate="email">
            <a:extLst>
              <a:ext uri="{28A0092B-C50C-407E-A947-70E740481C1C}">
                <a14:useLocalDpi xmlns:a14="http://schemas.microsoft.com/office/drawing/2010/main"/>
              </a:ext>
            </a:extLst>
          </a:blip>
          <a:srcRect/>
          <a:stretch/>
        </p:blipFill>
        <p:spPr bwMode="black">
          <a:xfrm>
            <a:off x="-5" y="0"/>
            <a:ext cx="12192000" cy="3502800"/>
          </a:xfrm>
          <a:prstGeom prst="rect">
            <a:avLst/>
          </a:prstGeom>
        </p:spPr>
      </p:pic>
    </p:spTree>
    <p:extLst>
      <p:ext uri="{BB962C8B-B14F-4D97-AF65-F5344CB8AC3E}">
        <p14:creationId xmlns:p14="http://schemas.microsoft.com/office/powerpoint/2010/main" val="794690979"/>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259">
          <p15:clr>
            <a:srgbClr val="65CEFF"/>
          </p15:clr>
        </p15:guide>
        <p15:guide id="2" pos="6109">
          <p15:clr>
            <a:srgbClr val="65CEFF"/>
          </p15:clr>
        </p15:guide>
        <p15:guide id="3" pos="7425">
          <p15:clr>
            <a:srgbClr val="65CEFF"/>
          </p15:clr>
        </p15:guide>
        <p15:guide id="4" orient="horz" pos="2206">
          <p15:clr>
            <a:srgbClr val="65CEFF"/>
          </p15:clr>
        </p15:guide>
        <p15:guide id="5" orient="horz" pos="3885">
          <p15:clr>
            <a:srgbClr val="65CEFF"/>
          </p15:clr>
        </p15:guide>
        <p15:guide id="6" orient="horz" pos="4157">
          <p15:clr>
            <a:srgbClr val="65CEFF"/>
          </p15:clr>
        </p15:guide>
      </p15:sldGuideLst>
    </p:ext>
  </p:extLst>
</p:sldLayout>
</file>

<file path=ppt/slideLayouts/slideLayout97.xml><?xml version="1.0" encoding="utf-8"?>
<p:sldLayout xmlns:a="http://schemas.openxmlformats.org/drawingml/2006/main" xmlns:r="http://schemas.openxmlformats.org/officeDocument/2006/relationships" xmlns:p="http://schemas.openxmlformats.org/presentationml/2006/main" preserve="1" userDrawn="1">
  <p:cSld name="Title picture Gradient 48pt">
    <p:bg>
      <p:bgPr>
        <a:gradFill flip="none" rotWithShape="1">
          <a:gsLst>
            <a:gs pos="40000">
              <a:schemeClr val="bg2"/>
            </a:gs>
            <a:gs pos="100000">
              <a:schemeClr val="accent1"/>
            </a:gs>
          </a:gsLst>
          <a:path path="circle">
            <a:fillToRect l="100000" t="100000"/>
          </a:path>
          <a:tileRect r="-100000" b="-100000"/>
        </a:gradFill>
        <a:effectLst/>
      </p:bgPr>
    </p:bg>
    <p:spTree>
      <p:nvGrpSpPr>
        <p:cNvPr id="1" name=""/>
        <p:cNvGrpSpPr/>
        <p:nvPr/>
      </p:nvGrpSpPr>
      <p:grpSpPr>
        <a:xfrm>
          <a:off x="0" y="0"/>
          <a:ext cx="0" cy="0"/>
          <a:chOff x="0" y="0"/>
          <a:chExt cx="0" cy="0"/>
        </a:xfrm>
      </p:grpSpPr>
      <p:sp>
        <p:nvSpPr>
          <p:cNvPr id="9" name="Gradient cover">
            <a:extLst>
              <a:ext uri="{FF2B5EF4-FFF2-40B4-BE49-F238E27FC236}">
                <a16:creationId xmlns:a16="http://schemas.microsoft.com/office/drawing/2014/main" id="{6FD70AD7-1356-4F56-BCF5-60206B8893D8}"/>
              </a:ext>
              <a:ext uri="{C183D7F6-B498-43B3-948B-1728B52AA6E4}">
                <adec:decorative xmlns:adec="http://schemas.microsoft.com/office/drawing/2017/decorative" val="1"/>
              </a:ext>
            </a:extLst>
          </p:cNvPr>
          <p:cNvSpPr/>
          <p:nvPr userDrawn="1"/>
        </p:nvSpPr>
        <p:spPr>
          <a:xfrm>
            <a:off x="0" y="3502025"/>
            <a:ext cx="12192000" cy="3355975"/>
          </a:xfrm>
          <a:prstGeom prst="rect">
            <a:avLst/>
          </a:prstGeom>
          <a:gradFill flip="none" rotWithShape="1">
            <a:gsLst>
              <a:gs pos="0">
                <a:schemeClr val="accent6"/>
              </a:gs>
              <a:gs pos="100000">
                <a:schemeClr val="bg2">
                  <a:alpha val="0"/>
                </a:schemeClr>
              </a:gs>
              <a:gs pos="40000">
                <a:schemeClr val="bg2">
                  <a:alpha val="50000"/>
                </a:schemeClr>
              </a:gs>
            </a:gsLst>
            <a:lin ang="162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pPr algn="l"/>
            <a:endParaRPr lang="en-US"/>
          </a:p>
        </p:txBody>
      </p:sp>
      <p:sp>
        <p:nvSpPr>
          <p:cNvPr id="2" name="Title" descr="Headline of the presentation">
            <a:extLst>
              <a:ext uri="{FF2B5EF4-FFF2-40B4-BE49-F238E27FC236}">
                <a16:creationId xmlns:a16="http://schemas.microsoft.com/office/drawing/2014/main" id="{8620440E-BF1B-417E-87A5-35990130B3FF}"/>
              </a:ext>
            </a:extLst>
          </p:cNvPr>
          <p:cNvSpPr>
            <a:spLocks noGrp="1"/>
          </p:cNvSpPr>
          <p:nvPr>
            <p:ph type="title" hasCustomPrompt="1"/>
          </p:nvPr>
        </p:nvSpPr>
        <p:spPr bwMode="black">
          <a:xfrm>
            <a:off x="410401" y="3780000"/>
            <a:ext cx="9287638" cy="1477328"/>
          </a:xfrm>
          <a:noFill/>
        </p:spPr>
        <p:txBody>
          <a:bodyPr rIns="0" bIns="0" anchor="t">
            <a:spAutoFit/>
          </a:bodyPr>
          <a:lstStyle>
            <a:lvl1pPr marL="0">
              <a:lnSpc>
                <a:spcPct val="100000"/>
              </a:lnSpc>
              <a:defRPr sz="4800" b="0">
                <a:solidFill>
                  <a:schemeClr val="tx1"/>
                </a:solidFill>
              </a:defRPr>
            </a:lvl1pPr>
          </a:lstStyle>
          <a:p>
            <a:r>
              <a:rPr lang="en-US"/>
              <a:t>Title chart with picture, </a:t>
            </a:r>
            <a:br>
              <a:rPr lang="en-US"/>
            </a:br>
            <a:r>
              <a:rPr lang="en-US"/>
              <a:t>Arial Regular, 48 </a:t>
            </a:r>
            <a:r>
              <a:rPr lang="en-US" err="1"/>
              <a:t>pt</a:t>
            </a:r>
            <a:endParaRPr lang="en-US"/>
          </a:p>
        </p:txBody>
      </p:sp>
      <p:sp>
        <p:nvSpPr>
          <p:cNvPr id="3" name="Subhead" descr="Subheadline of the presentation">
            <a:extLst>
              <a:ext uri="{FF2B5EF4-FFF2-40B4-BE49-F238E27FC236}">
                <a16:creationId xmlns:a16="http://schemas.microsoft.com/office/drawing/2014/main" id="{89304306-5233-4901-B576-444696A2EA33}"/>
              </a:ext>
            </a:extLst>
          </p:cNvPr>
          <p:cNvSpPr>
            <a:spLocks noGrp="1"/>
          </p:cNvSpPr>
          <p:nvPr>
            <p:ph type="subTitle" idx="1" hasCustomPrompt="1"/>
          </p:nvPr>
        </p:nvSpPr>
        <p:spPr bwMode="black">
          <a:xfrm>
            <a:off x="411162" y="5256000"/>
            <a:ext cx="9288000" cy="911438"/>
          </a:xfrm>
          <a:prstGeom prst="rect">
            <a:avLst/>
          </a:prstGeom>
        </p:spPr>
        <p:txBody>
          <a:bodyPr lIns="0" tIns="252000">
            <a:noAutofit/>
          </a:bodyPr>
          <a:lstStyle>
            <a:lvl1pPr marL="0" indent="0" algn="l">
              <a:spcAft>
                <a:spcPts val="300"/>
              </a:spcAft>
              <a:buNone/>
              <a:defRPr sz="1800">
                <a:solidFill>
                  <a:schemeClr val="tx1"/>
                </a:solidFill>
              </a:defRPr>
            </a:lvl1pPr>
            <a:lvl2pPr marL="0" indent="0" algn="l">
              <a:spcAft>
                <a:spcPts val="300"/>
              </a:spcAft>
              <a:buNone/>
              <a:defRPr sz="1600"/>
            </a:lvl2pPr>
            <a:lvl3pPr marL="0" indent="0" algn="l">
              <a:spcAft>
                <a:spcPts val="300"/>
              </a:spcAft>
              <a:buNone/>
              <a:defRPr sz="1400"/>
            </a:lvl3pPr>
            <a:lvl4pPr marL="0" indent="0" algn="l">
              <a:buNone/>
              <a:defRPr sz="1400"/>
            </a:lvl4pPr>
            <a:lvl5pPr marL="0" indent="0" algn="l">
              <a:buNone/>
              <a:defRPr sz="1400"/>
            </a:lvl5pPr>
            <a:lvl6pPr marL="0" indent="0" algn="l">
              <a:buNone/>
              <a:defRPr sz="1400"/>
            </a:lvl6pPr>
            <a:lvl7pPr marL="0" indent="0" algn="l">
              <a:buNone/>
              <a:defRPr sz="1400"/>
            </a:lvl7pPr>
            <a:lvl8pPr marL="0" indent="0" algn="l">
              <a:buNone/>
              <a:defRPr sz="1400"/>
            </a:lvl8pPr>
            <a:lvl9pPr marL="0" indent="0" algn="l">
              <a:buNone/>
              <a:defRPr sz="1400"/>
            </a:lvl9pPr>
          </a:lstStyle>
          <a:p>
            <a:r>
              <a:rPr lang="en-US"/>
              <a:t>Subhead for headline size 48 </a:t>
            </a:r>
            <a:r>
              <a:rPr lang="en-US" err="1"/>
              <a:t>pt</a:t>
            </a:r>
            <a:endParaRPr lang="en-US"/>
          </a:p>
        </p:txBody>
      </p:sp>
      <p:pic>
        <p:nvPicPr>
          <p:cNvPr id="7" name="Siemens Logo" descr="Siemens logo">
            <a:extLst>
              <a:ext uri="{FF2B5EF4-FFF2-40B4-BE49-F238E27FC236}">
                <a16:creationId xmlns:a16="http://schemas.microsoft.com/office/drawing/2014/main" id="{3E4A7839-9F7E-47F2-83BA-F637AE096316}"/>
              </a:ext>
              <a:ext uri="{C183D7F6-B498-43B3-948B-1728B52AA6E4}">
                <adec:decorative xmlns:adec="http://schemas.microsoft.com/office/drawing/2017/decorative" val="0"/>
              </a:ext>
            </a:extLst>
          </p:cNvPr>
          <p:cNvPicPr>
            <a:picLocks noChangeAspect="1"/>
          </p:cNvPicPr>
          <p:nvPr userDrawn="1"/>
        </p:nvPicPr>
        <p:blipFill>
          <a:blip r:embed="rId2" cstate="email">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p:blipFill>
        <p:spPr bwMode="black">
          <a:xfrm>
            <a:off x="10274400" y="6364800"/>
            <a:ext cx="1512000" cy="240408"/>
          </a:xfrm>
          <a:prstGeom prst="rect">
            <a:avLst/>
          </a:prstGeom>
        </p:spPr>
      </p:pic>
      <p:sp>
        <p:nvSpPr>
          <p:cNvPr id="4" name="Footer Placeholder" descr="Footer with copyright, author and department information, and date">
            <a:extLst>
              <a:ext uri="{FF2B5EF4-FFF2-40B4-BE49-F238E27FC236}">
                <a16:creationId xmlns:a16="http://schemas.microsoft.com/office/drawing/2014/main" id="{B61796B2-8510-42B4-A5F7-E1FE5FCE45A2}"/>
              </a:ext>
            </a:extLst>
          </p:cNvPr>
          <p:cNvSpPr>
            <a:spLocks noGrp="1"/>
          </p:cNvSpPr>
          <p:nvPr>
            <p:ph type="ftr" sz="quarter" idx="13"/>
          </p:nvPr>
        </p:nvSpPr>
        <p:spPr bwMode="black">
          <a:xfrm>
            <a:off x="411162" y="6310800"/>
            <a:ext cx="9288000" cy="547200"/>
          </a:xfrm>
        </p:spPr>
        <p:txBody>
          <a:bodyPr/>
          <a:lstStyle/>
          <a:p>
            <a:pPr>
              <a:lnSpc>
                <a:spcPct val="100000"/>
              </a:lnSpc>
            </a:pPr>
            <a:r>
              <a:rPr lang="en-US"/>
              <a:t>Restricted | © Siemens 2025 | SHERPA X | MM080 Purchase Requisition via Direct X</a:t>
            </a:r>
          </a:p>
        </p:txBody>
      </p:sp>
      <p:pic>
        <p:nvPicPr>
          <p:cNvPr id="5" name="Marcador de Posição da Imagem 8" descr="Uma imagem com azul, Saturação de cores, Azul elétrico, captura de ecrã&#10;&#10;Descrição gerada automaticamente">
            <a:extLst>
              <a:ext uri="{FF2B5EF4-FFF2-40B4-BE49-F238E27FC236}">
                <a16:creationId xmlns:a16="http://schemas.microsoft.com/office/drawing/2014/main" id="{1D6035DC-0382-A35D-A6CF-1C926020B373}"/>
              </a:ext>
            </a:extLst>
          </p:cNvPr>
          <p:cNvPicPr>
            <a:picLocks noChangeAspect="1"/>
          </p:cNvPicPr>
          <p:nvPr userDrawn="1"/>
        </p:nvPicPr>
        <p:blipFill rotWithShape="1">
          <a:blip r:embed="rId4" cstate="email">
            <a:extLst>
              <a:ext uri="{28A0092B-C50C-407E-A947-70E740481C1C}">
                <a14:useLocalDpi xmlns:a14="http://schemas.microsoft.com/office/drawing/2010/main"/>
              </a:ext>
            </a:extLst>
          </a:blip>
          <a:srcRect/>
          <a:stretch/>
        </p:blipFill>
        <p:spPr bwMode="black">
          <a:xfrm>
            <a:off x="-5" y="0"/>
            <a:ext cx="12192000" cy="3502800"/>
          </a:xfrm>
          <a:prstGeom prst="rect">
            <a:avLst/>
          </a:prstGeom>
        </p:spPr>
      </p:pic>
    </p:spTree>
    <p:extLst>
      <p:ext uri="{BB962C8B-B14F-4D97-AF65-F5344CB8AC3E}">
        <p14:creationId xmlns:p14="http://schemas.microsoft.com/office/powerpoint/2010/main" val="1960802815"/>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259">
          <p15:clr>
            <a:srgbClr val="65CEFF"/>
          </p15:clr>
        </p15:guide>
        <p15:guide id="2" pos="6109">
          <p15:clr>
            <a:srgbClr val="65CEFF"/>
          </p15:clr>
        </p15:guide>
        <p15:guide id="3" pos="7425">
          <p15:clr>
            <a:srgbClr val="65CEFF"/>
          </p15:clr>
        </p15:guide>
        <p15:guide id="4" orient="horz" pos="2206">
          <p15:clr>
            <a:srgbClr val="65CEFF"/>
          </p15:clr>
        </p15:guide>
        <p15:guide id="5" orient="horz" pos="3885">
          <p15:clr>
            <a:srgbClr val="65CEFF"/>
          </p15:clr>
        </p15:guide>
        <p15:guide id="6" orient="horz" pos="4157">
          <p15:clr>
            <a:srgbClr val="65CEFF"/>
          </p15:clr>
        </p15:guide>
      </p15:sldGuideLst>
    </p:ext>
  </p:extLst>
</p:sldLayout>
</file>

<file path=ppt/slideLayouts/slideLayout98.xml><?xml version="1.0" encoding="utf-8"?>
<p:sldLayout xmlns:a="http://schemas.openxmlformats.org/drawingml/2006/main" xmlns:r="http://schemas.openxmlformats.org/officeDocument/2006/relationships" xmlns:p="http://schemas.openxmlformats.org/presentationml/2006/main" preserve="1" userDrawn="1">
  <p:cSld name="Title picture Gradient 40pt">
    <p:bg>
      <p:bgPr>
        <a:gradFill flip="none" rotWithShape="1">
          <a:gsLst>
            <a:gs pos="40000">
              <a:schemeClr val="bg2"/>
            </a:gs>
            <a:gs pos="100000">
              <a:schemeClr val="accent1"/>
            </a:gs>
          </a:gsLst>
          <a:path path="circle">
            <a:fillToRect l="100000" t="100000"/>
          </a:path>
          <a:tileRect r="-100000" b="-100000"/>
        </a:gradFill>
        <a:effectLst/>
      </p:bgPr>
    </p:bg>
    <p:spTree>
      <p:nvGrpSpPr>
        <p:cNvPr id="1" name=""/>
        <p:cNvGrpSpPr/>
        <p:nvPr/>
      </p:nvGrpSpPr>
      <p:grpSpPr>
        <a:xfrm>
          <a:off x="0" y="0"/>
          <a:ext cx="0" cy="0"/>
          <a:chOff x="0" y="0"/>
          <a:chExt cx="0" cy="0"/>
        </a:xfrm>
      </p:grpSpPr>
      <p:sp>
        <p:nvSpPr>
          <p:cNvPr id="9" name="Gradient cover">
            <a:extLst>
              <a:ext uri="{FF2B5EF4-FFF2-40B4-BE49-F238E27FC236}">
                <a16:creationId xmlns:a16="http://schemas.microsoft.com/office/drawing/2014/main" id="{BC751AD9-F368-4030-BEF3-878CBEED0E5B}"/>
              </a:ext>
              <a:ext uri="{C183D7F6-B498-43B3-948B-1728B52AA6E4}">
                <adec:decorative xmlns:adec="http://schemas.microsoft.com/office/drawing/2017/decorative" val="1"/>
              </a:ext>
            </a:extLst>
          </p:cNvPr>
          <p:cNvSpPr/>
          <p:nvPr userDrawn="1"/>
        </p:nvSpPr>
        <p:spPr>
          <a:xfrm>
            <a:off x="0" y="3502025"/>
            <a:ext cx="12192000" cy="3355975"/>
          </a:xfrm>
          <a:prstGeom prst="rect">
            <a:avLst/>
          </a:prstGeom>
          <a:gradFill flip="none" rotWithShape="1">
            <a:gsLst>
              <a:gs pos="0">
                <a:schemeClr val="accent6"/>
              </a:gs>
              <a:gs pos="100000">
                <a:schemeClr val="bg2">
                  <a:alpha val="0"/>
                </a:schemeClr>
              </a:gs>
              <a:gs pos="40000">
                <a:schemeClr val="bg2">
                  <a:alpha val="50000"/>
                </a:schemeClr>
              </a:gs>
            </a:gsLst>
            <a:lin ang="162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pPr algn="l"/>
            <a:endParaRPr lang="en-US"/>
          </a:p>
        </p:txBody>
      </p:sp>
      <p:sp>
        <p:nvSpPr>
          <p:cNvPr id="2" name="Title" descr="Headline of the presentation">
            <a:extLst>
              <a:ext uri="{FF2B5EF4-FFF2-40B4-BE49-F238E27FC236}">
                <a16:creationId xmlns:a16="http://schemas.microsoft.com/office/drawing/2014/main" id="{8620440E-BF1B-417E-87A5-35990130B3FF}"/>
              </a:ext>
            </a:extLst>
          </p:cNvPr>
          <p:cNvSpPr>
            <a:spLocks noGrp="1"/>
          </p:cNvSpPr>
          <p:nvPr>
            <p:ph type="title" hasCustomPrompt="1"/>
          </p:nvPr>
        </p:nvSpPr>
        <p:spPr bwMode="black">
          <a:xfrm>
            <a:off x="410401" y="3780000"/>
            <a:ext cx="9287638" cy="1231106"/>
          </a:xfrm>
          <a:noFill/>
        </p:spPr>
        <p:txBody>
          <a:bodyPr rIns="0" bIns="0" anchor="t">
            <a:spAutoFit/>
          </a:bodyPr>
          <a:lstStyle>
            <a:lvl1pPr marL="0">
              <a:lnSpc>
                <a:spcPct val="100000"/>
              </a:lnSpc>
              <a:defRPr sz="4000" b="0">
                <a:solidFill>
                  <a:schemeClr val="tx1"/>
                </a:solidFill>
              </a:defRPr>
            </a:lvl1pPr>
          </a:lstStyle>
          <a:p>
            <a:r>
              <a:rPr lang="en-US"/>
              <a:t>Title chart with picture, </a:t>
            </a:r>
            <a:br>
              <a:rPr lang="en-US"/>
            </a:br>
            <a:r>
              <a:rPr lang="en-US"/>
              <a:t>Arial Regular, 40 </a:t>
            </a:r>
            <a:r>
              <a:rPr lang="en-US" err="1"/>
              <a:t>pt</a:t>
            </a:r>
            <a:endParaRPr lang="en-US"/>
          </a:p>
        </p:txBody>
      </p:sp>
      <p:sp>
        <p:nvSpPr>
          <p:cNvPr id="3" name="Subhead" descr="Subheadline of the presentation">
            <a:extLst>
              <a:ext uri="{FF2B5EF4-FFF2-40B4-BE49-F238E27FC236}">
                <a16:creationId xmlns:a16="http://schemas.microsoft.com/office/drawing/2014/main" id="{89304306-5233-4901-B576-444696A2EA33}"/>
              </a:ext>
            </a:extLst>
          </p:cNvPr>
          <p:cNvSpPr>
            <a:spLocks noGrp="1"/>
          </p:cNvSpPr>
          <p:nvPr>
            <p:ph type="subTitle" idx="1" hasCustomPrompt="1"/>
          </p:nvPr>
        </p:nvSpPr>
        <p:spPr bwMode="black">
          <a:xfrm>
            <a:off x="411162" y="5011106"/>
            <a:ext cx="9288000" cy="1156332"/>
          </a:xfrm>
          <a:prstGeom prst="rect">
            <a:avLst/>
          </a:prstGeom>
        </p:spPr>
        <p:txBody>
          <a:bodyPr lIns="0" tIns="252000">
            <a:noAutofit/>
          </a:bodyPr>
          <a:lstStyle>
            <a:lvl1pPr marL="0" indent="0" algn="l">
              <a:spcAft>
                <a:spcPts val="300"/>
              </a:spcAft>
              <a:buNone/>
              <a:defRPr sz="1600">
                <a:solidFill>
                  <a:schemeClr val="tx1"/>
                </a:solidFill>
              </a:defRPr>
            </a:lvl1pPr>
            <a:lvl2pPr marL="0" indent="0" algn="l">
              <a:spcAft>
                <a:spcPts val="300"/>
              </a:spcAft>
              <a:buNone/>
              <a:defRPr sz="1600"/>
            </a:lvl2pPr>
            <a:lvl3pPr marL="0" indent="0" algn="l">
              <a:spcAft>
                <a:spcPts val="300"/>
              </a:spcAft>
              <a:buNone/>
              <a:defRPr sz="1400"/>
            </a:lvl3pPr>
            <a:lvl4pPr marL="0" indent="0" algn="l">
              <a:buNone/>
              <a:defRPr sz="1400"/>
            </a:lvl4pPr>
            <a:lvl5pPr marL="0" indent="0" algn="l">
              <a:buNone/>
              <a:defRPr sz="1400"/>
            </a:lvl5pPr>
            <a:lvl6pPr marL="0" indent="0" algn="l">
              <a:buNone/>
              <a:defRPr sz="1400"/>
            </a:lvl6pPr>
            <a:lvl7pPr marL="0" indent="0" algn="l">
              <a:buNone/>
              <a:defRPr sz="1400"/>
            </a:lvl7pPr>
            <a:lvl8pPr marL="0" indent="0" algn="l">
              <a:buNone/>
              <a:defRPr sz="1400"/>
            </a:lvl8pPr>
            <a:lvl9pPr marL="0" indent="0" algn="l">
              <a:buNone/>
              <a:defRPr sz="1400"/>
            </a:lvl9pPr>
          </a:lstStyle>
          <a:p>
            <a:pPr lvl="0"/>
            <a:r>
              <a:rPr lang="en-US"/>
              <a:t>Subhead for headline size 40 </a:t>
            </a:r>
            <a:r>
              <a:rPr lang="en-US" err="1"/>
              <a:t>pt</a:t>
            </a:r>
            <a:endParaRPr lang="en-US"/>
          </a:p>
        </p:txBody>
      </p:sp>
      <p:pic>
        <p:nvPicPr>
          <p:cNvPr id="7" name="Siemens Logo" descr="Siemens logo">
            <a:extLst>
              <a:ext uri="{FF2B5EF4-FFF2-40B4-BE49-F238E27FC236}">
                <a16:creationId xmlns:a16="http://schemas.microsoft.com/office/drawing/2014/main" id="{3E4A7839-9F7E-47F2-83BA-F637AE096316}"/>
              </a:ext>
              <a:ext uri="{C183D7F6-B498-43B3-948B-1728B52AA6E4}">
                <adec:decorative xmlns:adec="http://schemas.microsoft.com/office/drawing/2017/decorative" val="0"/>
              </a:ext>
            </a:extLst>
          </p:cNvPr>
          <p:cNvPicPr>
            <a:picLocks noChangeAspect="1"/>
          </p:cNvPicPr>
          <p:nvPr userDrawn="1"/>
        </p:nvPicPr>
        <p:blipFill>
          <a:blip r:embed="rId2" cstate="email">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p:blipFill>
        <p:spPr bwMode="black">
          <a:xfrm>
            <a:off x="10274400" y="6364800"/>
            <a:ext cx="1512000" cy="240408"/>
          </a:xfrm>
          <a:prstGeom prst="rect">
            <a:avLst/>
          </a:prstGeom>
        </p:spPr>
      </p:pic>
      <p:sp>
        <p:nvSpPr>
          <p:cNvPr id="4" name="Footer Placeholder" descr="Footer with copyright, author and department information, and date">
            <a:extLst>
              <a:ext uri="{FF2B5EF4-FFF2-40B4-BE49-F238E27FC236}">
                <a16:creationId xmlns:a16="http://schemas.microsoft.com/office/drawing/2014/main" id="{B61796B2-8510-42B4-A5F7-E1FE5FCE45A2}"/>
              </a:ext>
            </a:extLst>
          </p:cNvPr>
          <p:cNvSpPr>
            <a:spLocks noGrp="1"/>
          </p:cNvSpPr>
          <p:nvPr>
            <p:ph type="ftr" sz="quarter" idx="13"/>
          </p:nvPr>
        </p:nvSpPr>
        <p:spPr bwMode="black">
          <a:xfrm>
            <a:off x="411162" y="6310800"/>
            <a:ext cx="9288000" cy="547200"/>
          </a:xfrm>
        </p:spPr>
        <p:txBody>
          <a:bodyPr/>
          <a:lstStyle/>
          <a:p>
            <a:pPr>
              <a:lnSpc>
                <a:spcPct val="100000"/>
              </a:lnSpc>
            </a:pPr>
            <a:r>
              <a:rPr lang="en-US"/>
              <a:t>Restricted | © Siemens 2025 | SHERPA X | MM080 Purchase Requisition via Direct X</a:t>
            </a:r>
          </a:p>
        </p:txBody>
      </p:sp>
      <p:pic>
        <p:nvPicPr>
          <p:cNvPr id="6" name="Marcador de Posição da Imagem 8" descr="Uma imagem com azul, Saturação de cores, Azul elétrico, captura de ecrã&#10;&#10;Descrição gerada automaticamente">
            <a:extLst>
              <a:ext uri="{FF2B5EF4-FFF2-40B4-BE49-F238E27FC236}">
                <a16:creationId xmlns:a16="http://schemas.microsoft.com/office/drawing/2014/main" id="{987E51E3-72A3-7AAC-F3CF-18EEC80FCCCB}"/>
              </a:ext>
            </a:extLst>
          </p:cNvPr>
          <p:cNvPicPr>
            <a:picLocks noChangeAspect="1"/>
          </p:cNvPicPr>
          <p:nvPr userDrawn="1"/>
        </p:nvPicPr>
        <p:blipFill rotWithShape="1">
          <a:blip r:embed="rId4" cstate="email">
            <a:extLst>
              <a:ext uri="{28A0092B-C50C-407E-A947-70E740481C1C}">
                <a14:useLocalDpi xmlns:a14="http://schemas.microsoft.com/office/drawing/2010/main"/>
              </a:ext>
            </a:extLst>
          </a:blip>
          <a:srcRect/>
          <a:stretch/>
        </p:blipFill>
        <p:spPr bwMode="black">
          <a:xfrm>
            <a:off x="-5" y="0"/>
            <a:ext cx="12192000" cy="3502800"/>
          </a:xfrm>
          <a:prstGeom prst="rect">
            <a:avLst/>
          </a:prstGeom>
        </p:spPr>
      </p:pic>
    </p:spTree>
    <p:extLst>
      <p:ext uri="{BB962C8B-B14F-4D97-AF65-F5344CB8AC3E}">
        <p14:creationId xmlns:p14="http://schemas.microsoft.com/office/powerpoint/2010/main" val="3458081834"/>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259">
          <p15:clr>
            <a:srgbClr val="65CEFF"/>
          </p15:clr>
        </p15:guide>
        <p15:guide id="2" pos="6109">
          <p15:clr>
            <a:srgbClr val="65CEFF"/>
          </p15:clr>
        </p15:guide>
        <p15:guide id="3" pos="7425">
          <p15:clr>
            <a:srgbClr val="65CEFF"/>
          </p15:clr>
        </p15:guide>
        <p15:guide id="4" orient="horz" pos="2206">
          <p15:clr>
            <a:srgbClr val="65CEFF"/>
          </p15:clr>
        </p15:guide>
        <p15:guide id="5" orient="horz" pos="3885">
          <p15:clr>
            <a:srgbClr val="65CEFF"/>
          </p15:clr>
        </p15:guide>
        <p15:guide id="6" orient="horz" pos="4157">
          <p15:clr>
            <a:srgbClr val="65CEFF"/>
          </p15:clr>
        </p15:guide>
      </p15:sldGuideLst>
    </p:ext>
  </p:extLst>
</p:sldLayout>
</file>

<file path=ppt/slideLayouts/slideLayout99.xml><?xml version="1.0" encoding="utf-8"?>
<p:sldLayout xmlns:a="http://schemas.openxmlformats.org/drawingml/2006/main" xmlns:r="http://schemas.openxmlformats.org/officeDocument/2006/relationships" xmlns:p="http://schemas.openxmlformats.org/presentationml/2006/main" preserve="1" userDrawn="1">
  <p:cSld name="Chapter title dark 80pt">
    <p:bg>
      <p:bgRef idx="1001">
        <a:schemeClr val="bg2"/>
      </p:bgRef>
    </p:bg>
    <p:spTree>
      <p:nvGrpSpPr>
        <p:cNvPr id="1" name=""/>
        <p:cNvGrpSpPr/>
        <p:nvPr/>
      </p:nvGrpSpPr>
      <p:grpSpPr>
        <a:xfrm>
          <a:off x="0" y="0"/>
          <a:ext cx="0" cy="0"/>
          <a:chOff x="0" y="0"/>
          <a:chExt cx="0" cy="0"/>
        </a:xfrm>
      </p:grpSpPr>
      <p:sp>
        <p:nvSpPr>
          <p:cNvPr id="4" name="Title" descr="Title of the chapter">
            <a:extLst>
              <a:ext uri="{FF2B5EF4-FFF2-40B4-BE49-F238E27FC236}">
                <a16:creationId xmlns:a16="http://schemas.microsoft.com/office/drawing/2014/main" id="{B3CAAA86-26BD-41E0-A26A-7AF592C3A34A}"/>
              </a:ext>
            </a:extLst>
          </p:cNvPr>
          <p:cNvSpPr>
            <a:spLocks noGrp="1"/>
          </p:cNvSpPr>
          <p:nvPr>
            <p:ph type="title" hasCustomPrompt="1"/>
          </p:nvPr>
        </p:nvSpPr>
        <p:spPr bwMode="black">
          <a:xfrm>
            <a:off x="410400" y="1414463"/>
            <a:ext cx="11376788" cy="2462213"/>
          </a:xfrm>
          <a:noFill/>
        </p:spPr>
        <p:txBody>
          <a:bodyPr rIns="0" bIns="0" anchor="b" anchorCtr="0">
            <a:spAutoFit/>
          </a:bodyPr>
          <a:lstStyle>
            <a:lvl1pPr marL="0">
              <a:lnSpc>
                <a:spcPct val="100000"/>
              </a:lnSpc>
              <a:defRPr sz="8000" b="0">
                <a:solidFill>
                  <a:schemeClr val="tx1"/>
                </a:solidFill>
              </a:defRPr>
            </a:lvl1pPr>
          </a:lstStyle>
          <a:p>
            <a:r>
              <a:rPr lang="en-US"/>
              <a:t>Chapter divider, </a:t>
            </a:r>
            <a:br>
              <a:rPr lang="en-US"/>
            </a:br>
            <a:r>
              <a:rPr lang="en-US"/>
              <a:t>Arial Regular, 80 </a:t>
            </a:r>
            <a:r>
              <a:rPr lang="en-US" err="1"/>
              <a:t>pt</a:t>
            </a:r>
            <a:endParaRPr lang="en-US"/>
          </a:p>
        </p:txBody>
      </p:sp>
      <p:sp>
        <p:nvSpPr>
          <p:cNvPr id="3" name="Subhead" descr="Subtitle of the chapter">
            <a:extLst>
              <a:ext uri="{FF2B5EF4-FFF2-40B4-BE49-F238E27FC236}">
                <a16:creationId xmlns:a16="http://schemas.microsoft.com/office/drawing/2014/main" id="{89304306-5233-4901-B576-444696A2EA33}"/>
              </a:ext>
            </a:extLst>
          </p:cNvPr>
          <p:cNvSpPr>
            <a:spLocks noGrp="1"/>
          </p:cNvSpPr>
          <p:nvPr>
            <p:ph type="subTitle" idx="1" hasCustomPrompt="1"/>
          </p:nvPr>
        </p:nvSpPr>
        <p:spPr bwMode="black">
          <a:xfrm>
            <a:off x="411163" y="3876675"/>
            <a:ext cx="9288000" cy="1930399"/>
          </a:xfrm>
          <a:prstGeom prst="rect">
            <a:avLst/>
          </a:prstGeom>
        </p:spPr>
        <p:txBody>
          <a:bodyPr lIns="0" tIns="370800">
            <a:noAutofit/>
          </a:bodyPr>
          <a:lstStyle>
            <a:lvl1pPr marL="0" indent="0" algn="l">
              <a:spcAft>
                <a:spcPts val="300"/>
              </a:spcAft>
              <a:buNone/>
              <a:defRPr sz="3200">
                <a:solidFill>
                  <a:schemeClr val="tx1"/>
                </a:solidFill>
              </a:defRPr>
            </a:lvl1pPr>
            <a:lvl2pPr marL="0" marR="0" indent="0" algn="l" defTabSz="914400" rtl="0" eaLnBrk="1" fontAlgn="auto" latinLnBrk="0" hangingPunct="1">
              <a:lnSpc>
                <a:spcPct val="110000"/>
              </a:lnSpc>
              <a:spcBef>
                <a:spcPts val="0"/>
              </a:spcBef>
              <a:spcAft>
                <a:spcPts val="300"/>
              </a:spcAft>
              <a:buClr>
                <a:schemeClr val="accent1"/>
              </a:buClr>
              <a:buSzTx/>
              <a:buFont typeface="Arial" panose="020B0604020202020204" pitchFamily="34" charset="0"/>
              <a:buNone/>
              <a:tabLst/>
              <a:defRPr sz="2400"/>
            </a:lvl2pPr>
            <a:lvl3pPr marL="0" indent="0" algn="l">
              <a:spcAft>
                <a:spcPts val="300"/>
              </a:spcAft>
              <a:buNone/>
              <a:defRPr sz="1600"/>
            </a:lvl3pPr>
            <a:lvl4pPr marL="0" indent="0" algn="l">
              <a:buNone/>
              <a:defRPr sz="1600"/>
            </a:lvl4pPr>
            <a:lvl5pPr marL="0" indent="0" algn="l">
              <a:buNone/>
              <a:defRPr sz="1600"/>
            </a:lvl5pPr>
            <a:lvl6pPr marL="0" indent="0" algn="l">
              <a:buNone/>
              <a:defRPr sz="1600"/>
            </a:lvl6pPr>
            <a:lvl7pPr marL="0" indent="0" algn="l">
              <a:buNone/>
              <a:defRPr sz="1600"/>
            </a:lvl7pPr>
            <a:lvl8pPr marL="0" indent="0" algn="l">
              <a:buNone/>
              <a:defRPr sz="1600"/>
            </a:lvl8pPr>
            <a:lvl9pPr marL="0" indent="0" algn="l">
              <a:buNone/>
              <a:defRPr sz="1600"/>
            </a:lvl9pPr>
          </a:lstStyle>
          <a:p>
            <a:r>
              <a:rPr lang="en-US"/>
              <a:t>Subhead for headline size 80 </a:t>
            </a:r>
            <a:r>
              <a:rPr lang="en-US" err="1"/>
              <a:t>pt</a:t>
            </a:r>
            <a:endParaRPr lang="en-US"/>
          </a:p>
        </p:txBody>
      </p:sp>
      <p:sp>
        <p:nvSpPr>
          <p:cNvPr id="5" name="Footer Placeholder" descr="Footer with copyright, author and department information, and date">
            <a:extLst>
              <a:ext uri="{FF2B5EF4-FFF2-40B4-BE49-F238E27FC236}">
                <a16:creationId xmlns:a16="http://schemas.microsoft.com/office/drawing/2014/main" id="{EDBCA456-A643-45C8-9383-5A06099EB621}"/>
              </a:ext>
            </a:extLst>
          </p:cNvPr>
          <p:cNvSpPr>
            <a:spLocks noGrp="1"/>
          </p:cNvSpPr>
          <p:nvPr>
            <p:ph type="ftr" sz="quarter" idx="10"/>
          </p:nvPr>
        </p:nvSpPr>
        <p:spPr bwMode="black">
          <a:xfrm>
            <a:off x="1059160" y="6310800"/>
            <a:ext cx="8640003" cy="547200"/>
          </a:xfrm>
        </p:spPr>
        <p:txBody>
          <a:bodyPr/>
          <a:lstStyle/>
          <a:p>
            <a:r>
              <a:rPr lang="en-US"/>
              <a:t>Restricted | © Siemens 2025 | SHERPA X | MM080 Purchase Requisition via Direct X</a:t>
            </a:r>
          </a:p>
        </p:txBody>
      </p:sp>
      <p:pic>
        <p:nvPicPr>
          <p:cNvPr id="10" name="Siemens Logo" descr="Siemens logo">
            <a:extLst>
              <a:ext uri="{FF2B5EF4-FFF2-40B4-BE49-F238E27FC236}">
                <a16:creationId xmlns:a16="http://schemas.microsoft.com/office/drawing/2014/main" id="{9A561178-96D2-407A-94C5-91A37401F657}"/>
              </a:ext>
              <a:ext uri="{C183D7F6-B498-43B3-948B-1728B52AA6E4}">
                <adec:decorative xmlns:adec="http://schemas.microsoft.com/office/drawing/2017/decorative" val="0"/>
              </a:ext>
            </a:extLst>
          </p:cNvPr>
          <p:cNvPicPr>
            <a:picLocks noChangeAspect="1"/>
          </p:cNvPicPr>
          <p:nvPr userDrawn="1"/>
        </p:nvPicPr>
        <p:blipFill>
          <a:blip r:embed="rId2" cstate="email">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p:blipFill>
        <p:spPr bwMode="black">
          <a:xfrm>
            <a:off x="10274400" y="6364800"/>
            <a:ext cx="1512000" cy="240408"/>
          </a:xfrm>
          <a:prstGeom prst="rect">
            <a:avLst/>
          </a:prstGeom>
        </p:spPr>
      </p:pic>
      <p:sp>
        <p:nvSpPr>
          <p:cNvPr id="6" name="Slide Number Placeholder">
            <a:extLst>
              <a:ext uri="{FF2B5EF4-FFF2-40B4-BE49-F238E27FC236}">
                <a16:creationId xmlns:a16="http://schemas.microsoft.com/office/drawing/2014/main" id="{5B05DC85-FD3C-4245-83A1-F6197CB9E08F}"/>
              </a:ext>
              <a:ext uri="{C183D7F6-B498-43B3-948B-1728B52AA6E4}">
                <adec:decorative xmlns:adec="http://schemas.microsoft.com/office/drawing/2017/decorative" val="1"/>
              </a:ext>
            </a:extLst>
          </p:cNvPr>
          <p:cNvSpPr>
            <a:spLocks noGrp="1"/>
          </p:cNvSpPr>
          <p:nvPr>
            <p:ph type="sldNum" sz="quarter" idx="11"/>
          </p:nvPr>
        </p:nvSpPr>
        <p:spPr bwMode="black"/>
        <p:txBody>
          <a:bodyPr/>
          <a:lstStyle/>
          <a:p>
            <a:r>
              <a:rPr lang="en-US"/>
              <a:t>Page </a:t>
            </a:r>
            <a:fld id="{15EBE321-CBB1-4E91-BD14-37C8D44326FB}" type="slidenum">
              <a:rPr lang="en-US" smtClean="0"/>
              <a:pPr/>
              <a:t>‹#›</a:t>
            </a:fld>
            <a:endParaRPr lang="en-US"/>
          </a:p>
        </p:txBody>
      </p:sp>
    </p:spTree>
    <p:extLst>
      <p:ext uri="{BB962C8B-B14F-4D97-AF65-F5344CB8AC3E}">
        <p14:creationId xmlns:p14="http://schemas.microsoft.com/office/powerpoint/2010/main" val="774828496"/>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259">
          <p15:clr>
            <a:srgbClr val="65CEFF"/>
          </p15:clr>
        </p15:guide>
        <p15:guide id="3" pos="6109">
          <p15:clr>
            <a:srgbClr val="65CEFF"/>
          </p15:clr>
        </p15:guide>
        <p15:guide id="4" pos="7425">
          <p15:clr>
            <a:srgbClr val="65CEFF"/>
          </p15:clr>
        </p15:guide>
        <p15:guide id="5" orient="horz" pos="891">
          <p15:clr>
            <a:srgbClr val="65CEFF"/>
          </p15:clr>
        </p15:guide>
        <p15:guide id="6" orient="horz" pos="3658">
          <p15:clr>
            <a:srgbClr val="65CEFF"/>
          </p15:clr>
        </p15:guide>
        <p15:guide id="7" orient="horz" pos="4157">
          <p15:clr>
            <a:srgbClr val="65CEFF"/>
          </p15:clr>
        </p15:guide>
      </p15:sldGuideLst>
    </p:ext>
  </p:extLst>
</p:sldLayout>
</file>

<file path=ppt/slideLayouts/slideLayout100.xml><?xml version="1.0" encoding="utf-8"?>
<p:sldLayout xmlns:a="http://schemas.openxmlformats.org/drawingml/2006/main" xmlns:r="http://schemas.openxmlformats.org/officeDocument/2006/relationships" xmlns:p="http://schemas.openxmlformats.org/presentationml/2006/main" preserve="1" userDrawn="1">
  <p:cSld name="Chapter title dark 60pt">
    <p:bg>
      <p:bgRef idx="1001">
        <a:schemeClr val="bg2"/>
      </p:bgRef>
    </p:bg>
    <p:spTree>
      <p:nvGrpSpPr>
        <p:cNvPr id="1" name=""/>
        <p:cNvGrpSpPr/>
        <p:nvPr/>
      </p:nvGrpSpPr>
      <p:grpSpPr>
        <a:xfrm>
          <a:off x="0" y="0"/>
          <a:ext cx="0" cy="0"/>
          <a:chOff x="0" y="0"/>
          <a:chExt cx="0" cy="0"/>
        </a:xfrm>
      </p:grpSpPr>
      <p:sp>
        <p:nvSpPr>
          <p:cNvPr id="4" name="Title" descr="Title of the chapter">
            <a:extLst>
              <a:ext uri="{FF2B5EF4-FFF2-40B4-BE49-F238E27FC236}">
                <a16:creationId xmlns:a16="http://schemas.microsoft.com/office/drawing/2014/main" id="{B3CAAA86-26BD-41E0-A26A-7AF592C3A34A}"/>
              </a:ext>
            </a:extLst>
          </p:cNvPr>
          <p:cNvSpPr>
            <a:spLocks noGrp="1"/>
          </p:cNvSpPr>
          <p:nvPr>
            <p:ph type="title" hasCustomPrompt="1"/>
          </p:nvPr>
        </p:nvSpPr>
        <p:spPr bwMode="black">
          <a:xfrm>
            <a:off x="410400" y="1414463"/>
            <a:ext cx="11376788" cy="2769989"/>
          </a:xfrm>
          <a:noFill/>
        </p:spPr>
        <p:txBody>
          <a:bodyPr rIns="0" bIns="0" anchor="b" anchorCtr="0">
            <a:spAutoFit/>
          </a:bodyPr>
          <a:lstStyle>
            <a:lvl1pPr marL="0">
              <a:lnSpc>
                <a:spcPct val="100000"/>
              </a:lnSpc>
              <a:defRPr sz="6000" b="0">
                <a:solidFill>
                  <a:schemeClr val="tx1"/>
                </a:solidFill>
              </a:defRPr>
            </a:lvl1pPr>
          </a:lstStyle>
          <a:p>
            <a:r>
              <a:rPr lang="en-US"/>
              <a:t>Chapter divider, </a:t>
            </a:r>
            <a:br>
              <a:rPr lang="en-US"/>
            </a:br>
            <a:r>
              <a:rPr lang="en-US"/>
              <a:t>Arial Regular, 60 </a:t>
            </a:r>
            <a:r>
              <a:rPr lang="en-US" err="1"/>
              <a:t>pt</a:t>
            </a:r>
            <a:br>
              <a:rPr lang="en-US"/>
            </a:br>
            <a:r>
              <a:rPr lang="en-US"/>
              <a:t>3 lines</a:t>
            </a:r>
          </a:p>
        </p:txBody>
      </p:sp>
      <p:sp>
        <p:nvSpPr>
          <p:cNvPr id="3" name="Subhead" descr="Subtitle of the chapter">
            <a:extLst>
              <a:ext uri="{FF2B5EF4-FFF2-40B4-BE49-F238E27FC236}">
                <a16:creationId xmlns:a16="http://schemas.microsoft.com/office/drawing/2014/main" id="{89304306-5233-4901-B576-444696A2EA33}"/>
              </a:ext>
            </a:extLst>
          </p:cNvPr>
          <p:cNvSpPr>
            <a:spLocks noGrp="1"/>
          </p:cNvSpPr>
          <p:nvPr>
            <p:ph type="subTitle" idx="1" hasCustomPrompt="1"/>
          </p:nvPr>
        </p:nvSpPr>
        <p:spPr bwMode="black">
          <a:xfrm>
            <a:off x="411163" y="4184452"/>
            <a:ext cx="9288000" cy="1622622"/>
          </a:xfrm>
          <a:prstGeom prst="rect">
            <a:avLst/>
          </a:prstGeom>
        </p:spPr>
        <p:txBody>
          <a:bodyPr lIns="0" tIns="370800">
            <a:noAutofit/>
          </a:bodyPr>
          <a:lstStyle>
            <a:lvl1pPr marL="0" indent="0" algn="l">
              <a:spcAft>
                <a:spcPts val="300"/>
              </a:spcAft>
              <a:buNone/>
              <a:defRPr sz="2400">
                <a:solidFill>
                  <a:schemeClr val="tx1"/>
                </a:solidFill>
              </a:defRPr>
            </a:lvl1pPr>
            <a:lvl2pPr marL="0" marR="0" indent="0" algn="l" defTabSz="914400" rtl="0" eaLnBrk="1" fontAlgn="auto" latinLnBrk="0" hangingPunct="1">
              <a:lnSpc>
                <a:spcPct val="110000"/>
              </a:lnSpc>
              <a:spcBef>
                <a:spcPts val="0"/>
              </a:spcBef>
              <a:spcAft>
                <a:spcPts val="300"/>
              </a:spcAft>
              <a:buClr>
                <a:schemeClr val="accent1"/>
              </a:buClr>
              <a:buSzTx/>
              <a:buFont typeface="Arial" panose="020B0604020202020204" pitchFamily="34" charset="0"/>
              <a:buNone/>
              <a:tabLst/>
              <a:defRPr sz="2400"/>
            </a:lvl2pPr>
            <a:lvl3pPr marL="0" indent="0" algn="l">
              <a:spcAft>
                <a:spcPts val="300"/>
              </a:spcAft>
              <a:buNone/>
              <a:defRPr sz="1600"/>
            </a:lvl3pPr>
            <a:lvl4pPr marL="0" indent="0" algn="l">
              <a:buNone/>
              <a:defRPr sz="1600"/>
            </a:lvl4pPr>
            <a:lvl5pPr marL="0" indent="0" algn="l">
              <a:buNone/>
              <a:defRPr sz="1600"/>
            </a:lvl5pPr>
            <a:lvl6pPr marL="0" indent="0" algn="l">
              <a:buNone/>
              <a:defRPr sz="1600"/>
            </a:lvl6pPr>
            <a:lvl7pPr marL="0" indent="0" algn="l">
              <a:buNone/>
              <a:defRPr sz="1600"/>
            </a:lvl7pPr>
            <a:lvl8pPr marL="0" indent="0" algn="l">
              <a:buNone/>
              <a:defRPr sz="1600"/>
            </a:lvl8pPr>
            <a:lvl9pPr marL="0" indent="0" algn="l">
              <a:buNone/>
              <a:defRPr sz="1600"/>
            </a:lvl9pPr>
          </a:lstStyle>
          <a:p>
            <a:pPr lvl="0"/>
            <a:r>
              <a:rPr lang="en-US"/>
              <a:t>Subhead for headline size 60 </a:t>
            </a:r>
            <a:r>
              <a:rPr lang="en-US" err="1"/>
              <a:t>pt</a:t>
            </a:r>
            <a:endParaRPr lang="en-US"/>
          </a:p>
        </p:txBody>
      </p:sp>
      <p:sp>
        <p:nvSpPr>
          <p:cNvPr id="5" name="Footer Placeholder" descr="Footer with copyright, author and department information, and date">
            <a:extLst>
              <a:ext uri="{FF2B5EF4-FFF2-40B4-BE49-F238E27FC236}">
                <a16:creationId xmlns:a16="http://schemas.microsoft.com/office/drawing/2014/main" id="{21031E7D-E514-484A-9CCD-52A9C2222261}"/>
              </a:ext>
            </a:extLst>
          </p:cNvPr>
          <p:cNvSpPr>
            <a:spLocks noGrp="1"/>
          </p:cNvSpPr>
          <p:nvPr>
            <p:ph type="ftr" sz="quarter" idx="10"/>
          </p:nvPr>
        </p:nvSpPr>
        <p:spPr bwMode="black">
          <a:xfrm>
            <a:off x="1059160" y="6310800"/>
            <a:ext cx="8640003" cy="547200"/>
          </a:xfrm>
        </p:spPr>
        <p:txBody>
          <a:bodyPr/>
          <a:lstStyle/>
          <a:p>
            <a:r>
              <a:rPr lang="en-US"/>
              <a:t>Restricted | © Siemens 2025 | SHERPA X | MM080 Purchase Requisition via Direct X</a:t>
            </a:r>
          </a:p>
        </p:txBody>
      </p:sp>
      <p:pic>
        <p:nvPicPr>
          <p:cNvPr id="10" name="Siemens Logo" descr="Siemens logo">
            <a:extLst>
              <a:ext uri="{FF2B5EF4-FFF2-40B4-BE49-F238E27FC236}">
                <a16:creationId xmlns:a16="http://schemas.microsoft.com/office/drawing/2014/main" id="{9A561178-96D2-407A-94C5-91A37401F657}"/>
              </a:ext>
              <a:ext uri="{C183D7F6-B498-43B3-948B-1728B52AA6E4}">
                <adec:decorative xmlns:adec="http://schemas.microsoft.com/office/drawing/2017/decorative" val="0"/>
              </a:ext>
            </a:extLst>
          </p:cNvPr>
          <p:cNvPicPr>
            <a:picLocks noChangeAspect="1"/>
          </p:cNvPicPr>
          <p:nvPr userDrawn="1"/>
        </p:nvPicPr>
        <p:blipFill>
          <a:blip r:embed="rId2" cstate="email">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p:blipFill>
        <p:spPr bwMode="black">
          <a:xfrm>
            <a:off x="10274400" y="6364800"/>
            <a:ext cx="1512000" cy="240408"/>
          </a:xfrm>
          <a:prstGeom prst="rect">
            <a:avLst/>
          </a:prstGeom>
        </p:spPr>
      </p:pic>
      <p:sp>
        <p:nvSpPr>
          <p:cNvPr id="6" name="Slide Number Placeholder">
            <a:extLst>
              <a:ext uri="{FF2B5EF4-FFF2-40B4-BE49-F238E27FC236}">
                <a16:creationId xmlns:a16="http://schemas.microsoft.com/office/drawing/2014/main" id="{447F428C-5AA7-413C-A721-B7AADDF8B425}"/>
              </a:ext>
              <a:ext uri="{C183D7F6-B498-43B3-948B-1728B52AA6E4}">
                <adec:decorative xmlns:adec="http://schemas.microsoft.com/office/drawing/2017/decorative" val="1"/>
              </a:ext>
            </a:extLst>
          </p:cNvPr>
          <p:cNvSpPr>
            <a:spLocks noGrp="1"/>
          </p:cNvSpPr>
          <p:nvPr>
            <p:ph type="sldNum" sz="quarter" idx="11"/>
          </p:nvPr>
        </p:nvSpPr>
        <p:spPr bwMode="black"/>
        <p:txBody>
          <a:bodyPr/>
          <a:lstStyle/>
          <a:p>
            <a:r>
              <a:rPr lang="en-US"/>
              <a:t>Page </a:t>
            </a:r>
            <a:fld id="{15EBE321-CBB1-4E91-BD14-37C8D44326FB}" type="slidenum">
              <a:rPr lang="en-US" smtClean="0"/>
              <a:pPr/>
              <a:t>‹#›</a:t>
            </a:fld>
            <a:endParaRPr lang="en-US"/>
          </a:p>
        </p:txBody>
      </p:sp>
    </p:spTree>
    <p:extLst>
      <p:ext uri="{BB962C8B-B14F-4D97-AF65-F5344CB8AC3E}">
        <p14:creationId xmlns:p14="http://schemas.microsoft.com/office/powerpoint/2010/main" val="2703085808"/>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259">
          <p15:clr>
            <a:srgbClr val="65CEFF"/>
          </p15:clr>
        </p15:guide>
        <p15:guide id="3" pos="6109">
          <p15:clr>
            <a:srgbClr val="65CEFF"/>
          </p15:clr>
        </p15:guide>
        <p15:guide id="4" pos="7425">
          <p15:clr>
            <a:srgbClr val="65CEFF"/>
          </p15:clr>
        </p15:guide>
        <p15:guide id="5" orient="horz" pos="891">
          <p15:clr>
            <a:srgbClr val="65CEFF"/>
          </p15:clr>
        </p15:guide>
        <p15:guide id="6" orient="horz" pos="3658">
          <p15:clr>
            <a:srgbClr val="65CEFF"/>
          </p15:clr>
        </p15:guide>
        <p15:guide id="7" orient="horz" pos="4157">
          <p15:clr>
            <a:srgbClr val="65CEFF"/>
          </p15:clr>
        </p15:guide>
      </p15:sldGuideLst>
    </p:ext>
  </p:extLst>
</p:sldLayout>
</file>

<file path=ppt/slideLayouts/slideLayout101.xml><?xml version="1.0" encoding="utf-8"?>
<p:sldLayout xmlns:a="http://schemas.openxmlformats.org/drawingml/2006/main" xmlns:r="http://schemas.openxmlformats.org/officeDocument/2006/relationships" xmlns:p="http://schemas.openxmlformats.org/presentationml/2006/main" preserve="1" userDrawn="1">
  <p:cSld name="Chapter title color 80pt">
    <p:bg>
      <p:bgPr>
        <a:blipFill>
          <a:blip r:embed="rId2" cstate="email">
            <a:extLst>
              <a:ext uri="{28A0092B-C50C-407E-A947-70E740481C1C}">
                <a14:useLocalDpi xmlns:a14="http://schemas.microsoft.com/office/drawing/2010/main"/>
              </a:ext>
            </a:extLst>
          </a:blip>
          <a:stretch>
            <a:fillRect/>
          </a:stretch>
        </a:blipFill>
        <a:effectLst/>
      </p:bgPr>
    </p:bg>
    <p:spTree>
      <p:nvGrpSpPr>
        <p:cNvPr id="1" name=""/>
        <p:cNvGrpSpPr/>
        <p:nvPr/>
      </p:nvGrpSpPr>
      <p:grpSpPr>
        <a:xfrm>
          <a:off x="0" y="0"/>
          <a:ext cx="0" cy="0"/>
          <a:chOff x="0" y="0"/>
          <a:chExt cx="0" cy="0"/>
        </a:xfrm>
      </p:grpSpPr>
      <p:sp>
        <p:nvSpPr>
          <p:cNvPr id="10" name="Retângulo 9">
            <a:extLst>
              <a:ext uri="{FF2B5EF4-FFF2-40B4-BE49-F238E27FC236}">
                <a16:creationId xmlns:a16="http://schemas.microsoft.com/office/drawing/2014/main" id="{63233F74-64E2-979F-AE77-CCDE0519D42E}"/>
              </a:ext>
            </a:extLst>
          </p:cNvPr>
          <p:cNvSpPr/>
          <p:nvPr userDrawn="1"/>
        </p:nvSpPr>
        <p:spPr>
          <a:xfrm>
            <a:off x="0" y="0"/>
            <a:ext cx="12192000" cy="6858000"/>
          </a:xfrm>
          <a:prstGeom prst="rect">
            <a:avLst/>
          </a:prstGeom>
          <a:solidFill>
            <a:srgbClr val="000028">
              <a:alpha val="2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pPr algn="l"/>
            <a:endParaRPr lang="en-GB">
              <a:solidFill>
                <a:schemeClr val="bg1"/>
              </a:solidFill>
            </a:endParaRPr>
          </a:p>
        </p:txBody>
      </p:sp>
      <p:sp>
        <p:nvSpPr>
          <p:cNvPr id="4" name="Title" descr="Title of the chapter">
            <a:extLst>
              <a:ext uri="{FF2B5EF4-FFF2-40B4-BE49-F238E27FC236}">
                <a16:creationId xmlns:a16="http://schemas.microsoft.com/office/drawing/2014/main" id="{B3CAAA86-26BD-41E0-A26A-7AF592C3A34A}"/>
              </a:ext>
            </a:extLst>
          </p:cNvPr>
          <p:cNvSpPr>
            <a:spLocks noGrp="1"/>
          </p:cNvSpPr>
          <p:nvPr>
            <p:ph type="title" hasCustomPrompt="1"/>
          </p:nvPr>
        </p:nvSpPr>
        <p:spPr bwMode="black">
          <a:xfrm>
            <a:off x="410400" y="1414463"/>
            <a:ext cx="11376788" cy="2462213"/>
          </a:xfrm>
          <a:noFill/>
        </p:spPr>
        <p:txBody>
          <a:bodyPr rIns="0" bIns="0" anchor="b" anchorCtr="0">
            <a:spAutoFit/>
          </a:bodyPr>
          <a:lstStyle>
            <a:lvl1pPr marL="0">
              <a:lnSpc>
                <a:spcPct val="100000"/>
              </a:lnSpc>
              <a:defRPr sz="8000" b="0">
                <a:solidFill>
                  <a:schemeClr val="bg1"/>
                </a:solidFill>
              </a:defRPr>
            </a:lvl1pPr>
          </a:lstStyle>
          <a:p>
            <a:r>
              <a:rPr lang="en-US"/>
              <a:t>Chapter divider, </a:t>
            </a:r>
            <a:br>
              <a:rPr lang="en-US"/>
            </a:br>
            <a:r>
              <a:rPr lang="en-US"/>
              <a:t>Arial Regular, 80 </a:t>
            </a:r>
            <a:r>
              <a:rPr lang="en-US" err="1"/>
              <a:t>pt</a:t>
            </a:r>
            <a:endParaRPr lang="en-US"/>
          </a:p>
        </p:txBody>
      </p:sp>
      <p:sp>
        <p:nvSpPr>
          <p:cNvPr id="3" name="Subhead" descr="Subtitle of the chapter">
            <a:extLst>
              <a:ext uri="{FF2B5EF4-FFF2-40B4-BE49-F238E27FC236}">
                <a16:creationId xmlns:a16="http://schemas.microsoft.com/office/drawing/2014/main" id="{89304306-5233-4901-B576-444696A2EA33}"/>
              </a:ext>
            </a:extLst>
          </p:cNvPr>
          <p:cNvSpPr>
            <a:spLocks noGrp="1"/>
          </p:cNvSpPr>
          <p:nvPr>
            <p:ph type="subTitle" idx="1" hasCustomPrompt="1"/>
          </p:nvPr>
        </p:nvSpPr>
        <p:spPr bwMode="black">
          <a:xfrm>
            <a:off x="411163" y="3876675"/>
            <a:ext cx="9288000" cy="1930399"/>
          </a:xfrm>
          <a:prstGeom prst="rect">
            <a:avLst/>
          </a:prstGeom>
        </p:spPr>
        <p:txBody>
          <a:bodyPr lIns="0" tIns="370800">
            <a:noAutofit/>
          </a:bodyPr>
          <a:lstStyle>
            <a:lvl1pPr marL="0" indent="0" algn="l">
              <a:spcAft>
                <a:spcPts val="300"/>
              </a:spcAft>
              <a:buNone/>
              <a:defRPr sz="3200">
                <a:solidFill>
                  <a:schemeClr val="bg1"/>
                </a:solidFill>
              </a:defRPr>
            </a:lvl1pPr>
            <a:lvl2pPr marL="0" marR="0" indent="0" algn="l" defTabSz="914400" rtl="0" eaLnBrk="1" fontAlgn="auto" latinLnBrk="0" hangingPunct="1">
              <a:lnSpc>
                <a:spcPct val="110000"/>
              </a:lnSpc>
              <a:spcBef>
                <a:spcPts val="0"/>
              </a:spcBef>
              <a:spcAft>
                <a:spcPts val="300"/>
              </a:spcAft>
              <a:buClr>
                <a:schemeClr val="accent1"/>
              </a:buClr>
              <a:buSzTx/>
              <a:buFont typeface="Arial" panose="020B0604020202020204" pitchFamily="34" charset="0"/>
              <a:buNone/>
              <a:tabLst/>
              <a:defRPr sz="2400"/>
            </a:lvl2pPr>
            <a:lvl3pPr marL="0" indent="0" algn="l">
              <a:spcAft>
                <a:spcPts val="300"/>
              </a:spcAft>
              <a:buNone/>
              <a:defRPr sz="1600"/>
            </a:lvl3pPr>
            <a:lvl4pPr marL="0" indent="0" algn="l">
              <a:buNone/>
              <a:defRPr sz="1600"/>
            </a:lvl4pPr>
            <a:lvl5pPr marL="0" indent="0" algn="l">
              <a:buNone/>
              <a:defRPr sz="1600"/>
            </a:lvl5pPr>
            <a:lvl6pPr marL="0" indent="0" algn="l">
              <a:buNone/>
              <a:defRPr sz="1600"/>
            </a:lvl6pPr>
            <a:lvl7pPr marL="0" indent="0" algn="l">
              <a:buNone/>
              <a:defRPr sz="1600"/>
            </a:lvl7pPr>
            <a:lvl8pPr marL="0" indent="0" algn="l">
              <a:buNone/>
              <a:defRPr sz="1600"/>
            </a:lvl8pPr>
            <a:lvl9pPr marL="0" indent="0" algn="l">
              <a:buNone/>
              <a:defRPr sz="1600"/>
            </a:lvl9pPr>
          </a:lstStyle>
          <a:p>
            <a:r>
              <a:rPr lang="en-US"/>
              <a:t>Subhead for headline size 80 </a:t>
            </a:r>
            <a:r>
              <a:rPr lang="en-US" err="1"/>
              <a:t>pt</a:t>
            </a:r>
            <a:endParaRPr lang="en-US"/>
          </a:p>
        </p:txBody>
      </p:sp>
      <p:sp>
        <p:nvSpPr>
          <p:cNvPr id="5" name="Footer Placeholder" descr="Footer with copyright, author and department information, and date">
            <a:extLst>
              <a:ext uri="{FF2B5EF4-FFF2-40B4-BE49-F238E27FC236}">
                <a16:creationId xmlns:a16="http://schemas.microsoft.com/office/drawing/2014/main" id="{EDBCA456-A643-45C8-9383-5A06099EB621}"/>
              </a:ext>
            </a:extLst>
          </p:cNvPr>
          <p:cNvSpPr>
            <a:spLocks noGrp="1"/>
          </p:cNvSpPr>
          <p:nvPr>
            <p:ph type="ftr" sz="quarter" idx="10"/>
          </p:nvPr>
        </p:nvSpPr>
        <p:spPr bwMode="black">
          <a:xfrm>
            <a:off x="1059160" y="6310800"/>
            <a:ext cx="8640003" cy="547200"/>
          </a:xfrm>
        </p:spPr>
        <p:txBody>
          <a:bodyPr/>
          <a:lstStyle/>
          <a:p>
            <a:r>
              <a:rPr lang="en-US"/>
              <a:t>Restricted | © Siemens 2025 | SHERPA X | MM080 Purchase Requisition via Direct X</a:t>
            </a:r>
          </a:p>
        </p:txBody>
      </p:sp>
      <p:sp>
        <p:nvSpPr>
          <p:cNvPr id="6" name="Slide Number Placeholder">
            <a:extLst>
              <a:ext uri="{FF2B5EF4-FFF2-40B4-BE49-F238E27FC236}">
                <a16:creationId xmlns:a16="http://schemas.microsoft.com/office/drawing/2014/main" id="{5B05DC85-FD3C-4245-83A1-F6197CB9E08F}"/>
              </a:ext>
              <a:ext uri="{C183D7F6-B498-43B3-948B-1728B52AA6E4}">
                <adec:decorative xmlns:adec="http://schemas.microsoft.com/office/drawing/2017/decorative" val="1"/>
              </a:ext>
            </a:extLst>
          </p:cNvPr>
          <p:cNvSpPr>
            <a:spLocks noGrp="1"/>
          </p:cNvSpPr>
          <p:nvPr>
            <p:ph type="sldNum" sz="quarter" idx="11"/>
          </p:nvPr>
        </p:nvSpPr>
        <p:spPr bwMode="black"/>
        <p:txBody>
          <a:bodyPr/>
          <a:lstStyle>
            <a:lvl1pPr>
              <a:defRPr>
                <a:solidFill>
                  <a:schemeClr val="bg1"/>
                </a:solidFill>
              </a:defRPr>
            </a:lvl1pPr>
          </a:lstStyle>
          <a:p>
            <a:r>
              <a:rPr lang="en-US"/>
              <a:t>Page </a:t>
            </a:r>
            <a:fld id="{15EBE321-CBB1-4E91-BD14-37C8D44326FB}" type="slidenum">
              <a:rPr lang="en-US" smtClean="0"/>
              <a:pPr/>
              <a:t>‹#›</a:t>
            </a:fld>
            <a:endParaRPr lang="en-US"/>
          </a:p>
        </p:txBody>
      </p:sp>
      <p:pic>
        <p:nvPicPr>
          <p:cNvPr id="8" name="Siemens Logo" descr="Siemens logo">
            <a:extLst>
              <a:ext uri="{FF2B5EF4-FFF2-40B4-BE49-F238E27FC236}">
                <a16:creationId xmlns:a16="http://schemas.microsoft.com/office/drawing/2014/main" id="{749F11AA-3049-C6CE-38C7-1170C944F85B}"/>
              </a:ext>
              <a:ext uri="{C183D7F6-B498-43B3-948B-1728B52AA6E4}">
                <adec:decorative xmlns:adec="http://schemas.microsoft.com/office/drawing/2017/decorative" val="0"/>
              </a:ext>
            </a:extLst>
          </p:cNvPr>
          <p:cNvPicPr>
            <a:picLocks noChangeAspect="1"/>
          </p:cNvPicPr>
          <p:nvPr userDrawn="1"/>
        </p:nvPicPr>
        <p:blipFill>
          <a:blip r:embed="rId3" cstate="email">
            <a:extLst>
              <a:ext uri="{28A0092B-C50C-407E-A947-70E740481C1C}">
                <a14:useLocalDpi xmlns:a14="http://schemas.microsoft.com/office/drawing/2010/main"/>
              </a:ext>
              <a:ext uri="{96DAC541-7B7A-43D3-8B79-37D633B846F1}">
                <asvg:svgBlip xmlns:asvg="http://schemas.microsoft.com/office/drawing/2016/SVG/main" r:embed="rId4"/>
              </a:ext>
            </a:extLst>
          </a:blip>
          <a:srcRect/>
          <a:stretch/>
        </p:blipFill>
        <p:spPr bwMode="black">
          <a:xfrm>
            <a:off x="10274400" y="6364800"/>
            <a:ext cx="1512000" cy="240408"/>
          </a:xfrm>
          <a:prstGeom prst="rect">
            <a:avLst/>
          </a:prstGeom>
        </p:spPr>
      </p:pic>
    </p:spTree>
    <p:extLst>
      <p:ext uri="{BB962C8B-B14F-4D97-AF65-F5344CB8AC3E}">
        <p14:creationId xmlns:p14="http://schemas.microsoft.com/office/powerpoint/2010/main" val="1014899259"/>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pos="259">
          <p15:clr>
            <a:srgbClr val="65CEFF"/>
          </p15:clr>
        </p15:guide>
        <p15:guide id="3" pos="6109">
          <p15:clr>
            <a:srgbClr val="65CEFF"/>
          </p15:clr>
        </p15:guide>
        <p15:guide id="4" pos="7425">
          <p15:clr>
            <a:srgbClr val="65CEFF"/>
          </p15:clr>
        </p15:guide>
        <p15:guide id="5" orient="horz" pos="891">
          <p15:clr>
            <a:srgbClr val="65CEFF"/>
          </p15:clr>
        </p15:guide>
        <p15:guide id="6" orient="horz" pos="3658">
          <p15:clr>
            <a:srgbClr val="65CEFF"/>
          </p15:clr>
        </p15:guide>
        <p15:guide id="7" orient="horz" pos="4157">
          <p15:clr>
            <a:srgbClr val="65CEFF"/>
          </p15:clr>
        </p15:guide>
      </p15:sldGuideLst>
    </p:ext>
  </p:extLst>
</p:sldLayout>
</file>

<file path=ppt/slideLayouts/slideLayout102.xml><?xml version="1.0" encoding="utf-8"?>
<p:sldLayout xmlns:a="http://schemas.openxmlformats.org/drawingml/2006/main" xmlns:r="http://schemas.openxmlformats.org/officeDocument/2006/relationships" xmlns:p="http://schemas.openxmlformats.org/presentationml/2006/main" preserve="1" userDrawn="1">
  <p:cSld name="Chapter title color 60pt">
    <p:bg>
      <p:bgPr>
        <a:blipFill dpi="0" rotWithShape="1">
          <a:blip r:embed="rId2" cstate="email">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4" name="Title" descr="Title of the chapter">
            <a:extLst>
              <a:ext uri="{FF2B5EF4-FFF2-40B4-BE49-F238E27FC236}">
                <a16:creationId xmlns:a16="http://schemas.microsoft.com/office/drawing/2014/main" id="{B3CAAA86-26BD-41E0-A26A-7AF592C3A34A}"/>
              </a:ext>
            </a:extLst>
          </p:cNvPr>
          <p:cNvSpPr>
            <a:spLocks noGrp="1"/>
          </p:cNvSpPr>
          <p:nvPr>
            <p:ph type="title" hasCustomPrompt="1"/>
          </p:nvPr>
        </p:nvSpPr>
        <p:spPr bwMode="black">
          <a:xfrm>
            <a:off x="410400" y="1414463"/>
            <a:ext cx="11376788" cy="2769989"/>
          </a:xfrm>
          <a:noFill/>
        </p:spPr>
        <p:txBody>
          <a:bodyPr rIns="0" bIns="0" anchor="b" anchorCtr="0">
            <a:spAutoFit/>
          </a:bodyPr>
          <a:lstStyle>
            <a:lvl1pPr marL="0">
              <a:lnSpc>
                <a:spcPct val="100000"/>
              </a:lnSpc>
              <a:defRPr sz="6000" b="0">
                <a:solidFill>
                  <a:schemeClr val="bg1"/>
                </a:solidFill>
              </a:defRPr>
            </a:lvl1pPr>
          </a:lstStyle>
          <a:p>
            <a:r>
              <a:rPr lang="en-US"/>
              <a:t>Chapter divider, </a:t>
            </a:r>
            <a:br>
              <a:rPr lang="en-US"/>
            </a:br>
            <a:r>
              <a:rPr lang="en-US"/>
              <a:t>Arial Regular, 60 </a:t>
            </a:r>
            <a:r>
              <a:rPr lang="en-US" err="1"/>
              <a:t>pt</a:t>
            </a:r>
            <a:br>
              <a:rPr lang="en-US"/>
            </a:br>
            <a:r>
              <a:rPr lang="en-US"/>
              <a:t>3 lines</a:t>
            </a:r>
          </a:p>
        </p:txBody>
      </p:sp>
      <p:sp>
        <p:nvSpPr>
          <p:cNvPr id="3" name="Subhead" descr="Subtitle of the chapter">
            <a:extLst>
              <a:ext uri="{FF2B5EF4-FFF2-40B4-BE49-F238E27FC236}">
                <a16:creationId xmlns:a16="http://schemas.microsoft.com/office/drawing/2014/main" id="{89304306-5233-4901-B576-444696A2EA33}"/>
              </a:ext>
            </a:extLst>
          </p:cNvPr>
          <p:cNvSpPr>
            <a:spLocks noGrp="1"/>
          </p:cNvSpPr>
          <p:nvPr>
            <p:ph type="subTitle" idx="1" hasCustomPrompt="1"/>
          </p:nvPr>
        </p:nvSpPr>
        <p:spPr bwMode="black">
          <a:xfrm>
            <a:off x="411163" y="4184452"/>
            <a:ext cx="9288000" cy="1622622"/>
          </a:xfrm>
          <a:prstGeom prst="rect">
            <a:avLst/>
          </a:prstGeom>
        </p:spPr>
        <p:txBody>
          <a:bodyPr lIns="0" tIns="370800">
            <a:noAutofit/>
          </a:bodyPr>
          <a:lstStyle>
            <a:lvl1pPr marL="0" indent="0" algn="l">
              <a:spcAft>
                <a:spcPts val="300"/>
              </a:spcAft>
              <a:buNone/>
              <a:defRPr sz="2400">
                <a:solidFill>
                  <a:schemeClr val="bg1"/>
                </a:solidFill>
              </a:defRPr>
            </a:lvl1pPr>
            <a:lvl2pPr marL="0" marR="0" indent="0" algn="l" defTabSz="914400" rtl="0" eaLnBrk="1" fontAlgn="auto" latinLnBrk="0" hangingPunct="1">
              <a:lnSpc>
                <a:spcPct val="110000"/>
              </a:lnSpc>
              <a:spcBef>
                <a:spcPts val="0"/>
              </a:spcBef>
              <a:spcAft>
                <a:spcPts val="300"/>
              </a:spcAft>
              <a:buClr>
                <a:schemeClr val="accent1"/>
              </a:buClr>
              <a:buSzTx/>
              <a:buFont typeface="Arial" panose="020B0604020202020204" pitchFamily="34" charset="0"/>
              <a:buNone/>
              <a:tabLst/>
              <a:defRPr sz="2400"/>
            </a:lvl2pPr>
            <a:lvl3pPr marL="0" indent="0" algn="l">
              <a:spcAft>
                <a:spcPts val="300"/>
              </a:spcAft>
              <a:buNone/>
              <a:defRPr sz="1600"/>
            </a:lvl3pPr>
            <a:lvl4pPr marL="0" indent="0" algn="l">
              <a:buNone/>
              <a:defRPr sz="1600"/>
            </a:lvl4pPr>
            <a:lvl5pPr marL="0" indent="0" algn="l">
              <a:buNone/>
              <a:defRPr sz="1600"/>
            </a:lvl5pPr>
            <a:lvl6pPr marL="0" indent="0" algn="l">
              <a:buNone/>
              <a:defRPr sz="1600"/>
            </a:lvl6pPr>
            <a:lvl7pPr marL="0" indent="0" algn="l">
              <a:buNone/>
              <a:defRPr sz="1600"/>
            </a:lvl7pPr>
            <a:lvl8pPr marL="0" indent="0" algn="l">
              <a:buNone/>
              <a:defRPr sz="1600"/>
            </a:lvl8pPr>
            <a:lvl9pPr marL="0" indent="0" algn="l">
              <a:buNone/>
              <a:defRPr sz="1600"/>
            </a:lvl9pPr>
          </a:lstStyle>
          <a:p>
            <a:pPr lvl="0"/>
            <a:r>
              <a:rPr lang="en-US"/>
              <a:t>Subhead for headline size 60 </a:t>
            </a:r>
            <a:r>
              <a:rPr lang="en-US" err="1"/>
              <a:t>pt</a:t>
            </a:r>
            <a:endParaRPr lang="en-US"/>
          </a:p>
        </p:txBody>
      </p:sp>
      <p:sp>
        <p:nvSpPr>
          <p:cNvPr id="5" name="Footer Placeholder" descr="Footer with copyright, author and department information, and date">
            <a:extLst>
              <a:ext uri="{FF2B5EF4-FFF2-40B4-BE49-F238E27FC236}">
                <a16:creationId xmlns:a16="http://schemas.microsoft.com/office/drawing/2014/main" id="{21031E7D-E514-484A-9CCD-52A9C2222261}"/>
              </a:ext>
            </a:extLst>
          </p:cNvPr>
          <p:cNvSpPr>
            <a:spLocks noGrp="1"/>
          </p:cNvSpPr>
          <p:nvPr>
            <p:ph type="ftr" sz="quarter" idx="10"/>
          </p:nvPr>
        </p:nvSpPr>
        <p:spPr bwMode="black">
          <a:xfrm>
            <a:off x="1059160" y="6310800"/>
            <a:ext cx="8640003" cy="547200"/>
          </a:xfrm>
        </p:spPr>
        <p:txBody>
          <a:bodyPr/>
          <a:lstStyle>
            <a:lvl1pPr>
              <a:defRPr>
                <a:solidFill>
                  <a:schemeClr val="bg1"/>
                </a:solidFill>
              </a:defRPr>
            </a:lvl1pPr>
          </a:lstStyle>
          <a:p>
            <a:r>
              <a:rPr lang="en-US"/>
              <a:t>Restricted | © Siemens 2025 | SHERPA X | MM080 Purchase Requisition via Direct X</a:t>
            </a:r>
          </a:p>
        </p:txBody>
      </p:sp>
      <p:sp>
        <p:nvSpPr>
          <p:cNvPr id="6" name="Slide Number Placeholder">
            <a:extLst>
              <a:ext uri="{FF2B5EF4-FFF2-40B4-BE49-F238E27FC236}">
                <a16:creationId xmlns:a16="http://schemas.microsoft.com/office/drawing/2014/main" id="{447F428C-5AA7-413C-A721-B7AADDF8B425}"/>
              </a:ext>
              <a:ext uri="{C183D7F6-B498-43B3-948B-1728B52AA6E4}">
                <adec:decorative xmlns:adec="http://schemas.microsoft.com/office/drawing/2017/decorative" val="1"/>
              </a:ext>
            </a:extLst>
          </p:cNvPr>
          <p:cNvSpPr>
            <a:spLocks noGrp="1"/>
          </p:cNvSpPr>
          <p:nvPr>
            <p:ph type="sldNum" sz="quarter" idx="11"/>
          </p:nvPr>
        </p:nvSpPr>
        <p:spPr bwMode="black"/>
        <p:txBody>
          <a:bodyPr/>
          <a:lstStyle>
            <a:lvl1pPr>
              <a:defRPr>
                <a:solidFill>
                  <a:schemeClr val="bg1"/>
                </a:solidFill>
              </a:defRPr>
            </a:lvl1pPr>
          </a:lstStyle>
          <a:p>
            <a:r>
              <a:rPr lang="en-US"/>
              <a:t>Page </a:t>
            </a:r>
            <a:fld id="{15EBE321-CBB1-4E91-BD14-37C8D44326FB}" type="slidenum">
              <a:rPr lang="en-US" smtClean="0"/>
              <a:pPr/>
              <a:t>‹#›</a:t>
            </a:fld>
            <a:endParaRPr lang="en-US"/>
          </a:p>
        </p:txBody>
      </p:sp>
      <p:pic>
        <p:nvPicPr>
          <p:cNvPr id="2" name="Siemens Logo" descr="Siemens logo">
            <a:extLst>
              <a:ext uri="{FF2B5EF4-FFF2-40B4-BE49-F238E27FC236}">
                <a16:creationId xmlns:a16="http://schemas.microsoft.com/office/drawing/2014/main" id="{4CB67303-6251-0F53-7616-F4295E0D418E}"/>
              </a:ext>
              <a:ext uri="{C183D7F6-B498-43B3-948B-1728B52AA6E4}">
                <adec:decorative xmlns:adec="http://schemas.microsoft.com/office/drawing/2017/decorative" val="0"/>
              </a:ext>
            </a:extLst>
          </p:cNvPr>
          <p:cNvPicPr>
            <a:picLocks noChangeAspect="1"/>
          </p:cNvPicPr>
          <p:nvPr userDrawn="1"/>
        </p:nvPicPr>
        <p:blipFill>
          <a:blip r:embed="rId3" cstate="email">
            <a:extLst>
              <a:ext uri="{28A0092B-C50C-407E-A947-70E740481C1C}">
                <a14:useLocalDpi xmlns:a14="http://schemas.microsoft.com/office/drawing/2010/main"/>
              </a:ext>
              <a:ext uri="{96DAC541-7B7A-43D3-8B79-37D633B846F1}">
                <asvg:svgBlip xmlns:asvg="http://schemas.microsoft.com/office/drawing/2016/SVG/main" r:embed="rId4"/>
              </a:ext>
            </a:extLst>
          </a:blip>
          <a:srcRect/>
          <a:stretch/>
        </p:blipFill>
        <p:spPr bwMode="black">
          <a:xfrm>
            <a:off x="10274400" y="6364800"/>
            <a:ext cx="1512000" cy="240408"/>
          </a:xfrm>
          <a:prstGeom prst="rect">
            <a:avLst/>
          </a:prstGeom>
        </p:spPr>
      </p:pic>
    </p:spTree>
    <p:extLst>
      <p:ext uri="{BB962C8B-B14F-4D97-AF65-F5344CB8AC3E}">
        <p14:creationId xmlns:p14="http://schemas.microsoft.com/office/powerpoint/2010/main" val="1742040197"/>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pos="259">
          <p15:clr>
            <a:srgbClr val="65CEFF"/>
          </p15:clr>
        </p15:guide>
        <p15:guide id="3" pos="6109">
          <p15:clr>
            <a:srgbClr val="65CEFF"/>
          </p15:clr>
        </p15:guide>
        <p15:guide id="4" pos="7425">
          <p15:clr>
            <a:srgbClr val="65CEFF"/>
          </p15:clr>
        </p15:guide>
        <p15:guide id="5" orient="horz" pos="891">
          <p15:clr>
            <a:srgbClr val="65CEFF"/>
          </p15:clr>
        </p15:guide>
        <p15:guide id="6" orient="horz" pos="3658">
          <p15:clr>
            <a:srgbClr val="65CEFF"/>
          </p15:clr>
        </p15:guide>
        <p15:guide id="7" orient="horz" pos="4157">
          <p15:clr>
            <a:srgbClr val="65CEFF"/>
          </p15:clr>
        </p15:guide>
      </p15:sldGuideLst>
    </p:ext>
  </p:extLst>
</p:sldLayout>
</file>

<file path=ppt/slideLayouts/slideLayout103.xml><?xml version="1.0" encoding="utf-8"?>
<p:sldLayout xmlns:a="http://schemas.openxmlformats.org/drawingml/2006/main" xmlns:r="http://schemas.openxmlformats.org/officeDocument/2006/relationships" xmlns:p="http://schemas.openxmlformats.org/presentationml/2006/main" preserve="1" userDrawn="1">
  <p:cSld name="Chapter title color 40pt">
    <p:bg>
      <p:bgPr>
        <a:solidFill>
          <a:srgbClr val="000028"/>
        </a:solidFill>
        <a:effectLst/>
      </p:bgPr>
    </p:bg>
    <p:spTree>
      <p:nvGrpSpPr>
        <p:cNvPr id="1" name=""/>
        <p:cNvGrpSpPr/>
        <p:nvPr/>
      </p:nvGrpSpPr>
      <p:grpSpPr>
        <a:xfrm>
          <a:off x="0" y="0"/>
          <a:ext cx="0" cy="0"/>
          <a:chOff x="0" y="0"/>
          <a:chExt cx="0" cy="0"/>
        </a:xfrm>
      </p:grpSpPr>
      <p:sp>
        <p:nvSpPr>
          <p:cNvPr id="4" name="Title" descr="Title of the chapter">
            <a:extLst>
              <a:ext uri="{FF2B5EF4-FFF2-40B4-BE49-F238E27FC236}">
                <a16:creationId xmlns:a16="http://schemas.microsoft.com/office/drawing/2014/main" id="{B3CAAA86-26BD-41E0-A26A-7AF592C3A34A}"/>
              </a:ext>
            </a:extLst>
          </p:cNvPr>
          <p:cNvSpPr>
            <a:spLocks noGrp="1"/>
          </p:cNvSpPr>
          <p:nvPr>
            <p:ph type="title" hasCustomPrompt="1"/>
          </p:nvPr>
        </p:nvSpPr>
        <p:spPr bwMode="black">
          <a:xfrm>
            <a:off x="410400" y="1414464"/>
            <a:ext cx="11376788" cy="2462213"/>
          </a:xfrm>
          <a:noFill/>
        </p:spPr>
        <p:txBody>
          <a:bodyPr wrap="square" rIns="0" bIns="0" anchor="b" anchorCtr="0">
            <a:spAutoFit/>
          </a:bodyPr>
          <a:lstStyle>
            <a:lvl1pPr marL="0">
              <a:lnSpc>
                <a:spcPct val="100000"/>
              </a:lnSpc>
              <a:defRPr sz="4000" b="0">
                <a:solidFill>
                  <a:schemeClr val="bg1"/>
                </a:solidFill>
              </a:defRPr>
            </a:lvl1pPr>
          </a:lstStyle>
          <a:p>
            <a:r>
              <a:rPr lang="en-US"/>
              <a:t>Chapter divider, </a:t>
            </a:r>
            <a:br>
              <a:rPr lang="en-US"/>
            </a:br>
            <a:r>
              <a:rPr lang="en-US"/>
              <a:t>Arial Regular, 40 </a:t>
            </a:r>
            <a:r>
              <a:rPr lang="en-US" err="1"/>
              <a:t>pt</a:t>
            </a:r>
            <a:r>
              <a:rPr lang="en-US"/>
              <a:t>, </a:t>
            </a:r>
            <a:br>
              <a:rPr lang="en-US"/>
            </a:br>
            <a:r>
              <a:rPr lang="en-US"/>
              <a:t>extra long headlines,</a:t>
            </a:r>
            <a:br>
              <a:rPr lang="en-US"/>
            </a:br>
            <a:r>
              <a:rPr lang="en-US"/>
              <a:t>4 lines</a:t>
            </a:r>
          </a:p>
        </p:txBody>
      </p:sp>
      <p:sp>
        <p:nvSpPr>
          <p:cNvPr id="3" name="Subhead" descr="Subtitle of the chapter">
            <a:extLst>
              <a:ext uri="{FF2B5EF4-FFF2-40B4-BE49-F238E27FC236}">
                <a16:creationId xmlns:a16="http://schemas.microsoft.com/office/drawing/2014/main" id="{89304306-5233-4901-B576-444696A2EA33}"/>
              </a:ext>
            </a:extLst>
          </p:cNvPr>
          <p:cNvSpPr>
            <a:spLocks noGrp="1"/>
          </p:cNvSpPr>
          <p:nvPr>
            <p:ph type="subTitle" idx="1" hasCustomPrompt="1"/>
          </p:nvPr>
        </p:nvSpPr>
        <p:spPr bwMode="black">
          <a:xfrm>
            <a:off x="411163" y="3876677"/>
            <a:ext cx="9288000" cy="1930121"/>
          </a:xfrm>
          <a:prstGeom prst="rect">
            <a:avLst/>
          </a:prstGeom>
        </p:spPr>
        <p:txBody>
          <a:bodyPr lIns="0" tIns="370800">
            <a:noAutofit/>
          </a:bodyPr>
          <a:lstStyle>
            <a:lvl1pPr marL="0" indent="0" algn="l">
              <a:spcAft>
                <a:spcPts val="300"/>
              </a:spcAft>
              <a:buNone/>
              <a:defRPr sz="1600">
                <a:solidFill>
                  <a:schemeClr val="bg1"/>
                </a:solidFill>
              </a:defRPr>
            </a:lvl1pPr>
            <a:lvl2pPr marL="0" marR="0" indent="0" algn="l" defTabSz="914400" rtl="0" eaLnBrk="1" fontAlgn="auto" latinLnBrk="0" hangingPunct="1">
              <a:lnSpc>
                <a:spcPct val="110000"/>
              </a:lnSpc>
              <a:spcBef>
                <a:spcPts val="0"/>
              </a:spcBef>
              <a:spcAft>
                <a:spcPts val="300"/>
              </a:spcAft>
              <a:buClr>
                <a:schemeClr val="accent1"/>
              </a:buClr>
              <a:buSzTx/>
              <a:buFont typeface="Arial" panose="020B0604020202020204" pitchFamily="34" charset="0"/>
              <a:buNone/>
              <a:tabLst/>
              <a:defRPr sz="1600"/>
            </a:lvl2pPr>
            <a:lvl3pPr marL="0" indent="0" algn="l">
              <a:spcAft>
                <a:spcPts val="300"/>
              </a:spcAft>
              <a:buNone/>
              <a:defRPr sz="1600"/>
            </a:lvl3pPr>
            <a:lvl4pPr marL="0" indent="0" algn="l">
              <a:buNone/>
              <a:defRPr sz="1600"/>
            </a:lvl4pPr>
            <a:lvl5pPr marL="0" indent="0" algn="l">
              <a:buNone/>
              <a:defRPr sz="1600"/>
            </a:lvl5pPr>
            <a:lvl6pPr marL="0" indent="0" algn="l">
              <a:buNone/>
              <a:defRPr sz="1600"/>
            </a:lvl6pPr>
            <a:lvl7pPr marL="0" indent="0" algn="l">
              <a:buNone/>
              <a:defRPr sz="1600"/>
            </a:lvl7pPr>
            <a:lvl8pPr marL="0" indent="0" algn="l">
              <a:buNone/>
              <a:defRPr sz="1600"/>
            </a:lvl8pPr>
            <a:lvl9pPr marL="0" indent="0" algn="l">
              <a:buNone/>
              <a:defRPr sz="1600"/>
            </a:lvl9pPr>
          </a:lstStyle>
          <a:p>
            <a:pPr lvl="0"/>
            <a:r>
              <a:rPr lang="en-US"/>
              <a:t>Subhead for headline size 40 </a:t>
            </a:r>
            <a:r>
              <a:rPr lang="en-US" err="1"/>
              <a:t>pt</a:t>
            </a:r>
            <a:endParaRPr lang="en-US"/>
          </a:p>
        </p:txBody>
      </p:sp>
      <p:pic>
        <p:nvPicPr>
          <p:cNvPr id="7" name="Siemens Logo" descr="Siemens logo">
            <a:extLst>
              <a:ext uri="{FF2B5EF4-FFF2-40B4-BE49-F238E27FC236}">
                <a16:creationId xmlns:a16="http://schemas.microsoft.com/office/drawing/2014/main" id="{CCD0B8A8-7DE9-432C-82EA-6468E4BB565F}"/>
              </a:ext>
              <a:ext uri="{C183D7F6-B498-43B3-948B-1728B52AA6E4}">
                <adec:decorative xmlns:adec="http://schemas.microsoft.com/office/drawing/2017/decorative" val="0"/>
              </a:ext>
            </a:extLst>
          </p:cNvPr>
          <p:cNvPicPr>
            <a:picLocks noChangeAspect="1"/>
          </p:cNvPicPr>
          <p:nvPr userDrawn="1"/>
        </p:nvPicPr>
        <p:blipFill>
          <a:blip r:embed="rId2" cstate="email">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bwMode="black">
          <a:xfrm>
            <a:off x="10274400" y="6364800"/>
            <a:ext cx="1512000" cy="240408"/>
          </a:xfrm>
          <a:prstGeom prst="rect">
            <a:avLst/>
          </a:prstGeom>
        </p:spPr>
      </p:pic>
      <p:sp>
        <p:nvSpPr>
          <p:cNvPr id="5" name="Footer Placeholder" descr="Footer with copyright, author and department information, and date">
            <a:extLst>
              <a:ext uri="{FF2B5EF4-FFF2-40B4-BE49-F238E27FC236}">
                <a16:creationId xmlns:a16="http://schemas.microsoft.com/office/drawing/2014/main" id="{1498F1A9-6241-4523-AFBC-C74F3AA4AC35}"/>
              </a:ext>
            </a:extLst>
          </p:cNvPr>
          <p:cNvSpPr>
            <a:spLocks noGrp="1"/>
          </p:cNvSpPr>
          <p:nvPr>
            <p:ph type="ftr" sz="quarter" idx="10"/>
          </p:nvPr>
        </p:nvSpPr>
        <p:spPr bwMode="black">
          <a:xfrm>
            <a:off x="1059160" y="6310800"/>
            <a:ext cx="8639240" cy="547200"/>
          </a:xfrm>
        </p:spPr>
        <p:txBody>
          <a:bodyPr/>
          <a:lstStyle>
            <a:lvl1pPr>
              <a:defRPr>
                <a:solidFill>
                  <a:schemeClr val="bg1"/>
                </a:solidFill>
              </a:defRPr>
            </a:lvl1pPr>
          </a:lstStyle>
          <a:p>
            <a:r>
              <a:rPr lang="en-US"/>
              <a:t>Restricted | © Siemens 2025 | SHERPA X | MM080 Purchase Requisition via Direct X</a:t>
            </a:r>
          </a:p>
        </p:txBody>
      </p:sp>
      <p:sp>
        <p:nvSpPr>
          <p:cNvPr id="6" name="Slide Number Placeholder">
            <a:extLst>
              <a:ext uri="{FF2B5EF4-FFF2-40B4-BE49-F238E27FC236}">
                <a16:creationId xmlns:a16="http://schemas.microsoft.com/office/drawing/2014/main" id="{267619FE-01EE-4013-B481-A8C505C5D26A}"/>
              </a:ext>
              <a:ext uri="{C183D7F6-B498-43B3-948B-1728B52AA6E4}">
                <adec:decorative xmlns:adec="http://schemas.microsoft.com/office/drawing/2017/decorative" val="1"/>
              </a:ext>
            </a:extLst>
          </p:cNvPr>
          <p:cNvSpPr>
            <a:spLocks noGrp="1"/>
          </p:cNvSpPr>
          <p:nvPr>
            <p:ph type="sldNum" sz="quarter" idx="11"/>
          </p:nvPr>
        </p:nvSpPr>
        <p:spPr bwMode="black"/>
        <p:txBody>
          <a:bodyPr/>
          <a:lstStyle>
            <a:lvl1pPr>
              <a:defRPr>
                <a:solidFill>
                  <a:schemeClr val="bg1"/>
                </a:solidFill>
              </a:defRPr>
            </a:lvl1pPr>
          </a:lstStyle>
          <a:p>
            <a:r>
              <a:rPr lang="en-US"/>
              <a:t>Page </a:t>
            </a:r>
            <a:fld id="{15EBE321-CBB1-4E91-BD14-37C8D44326FB}" type="slidenum">
              <a:rPr lang="en-US" smtClean="0"/>
              <a:pPr/>
              <a:t>‹#›</a:t>
            </a:fld>
            <a:endParaRPr lang="en-US"/>
          </a:p>
        </p:txBody>
      </p:sp>
    </p:spTree>
    <p:extLst>
      <p:ext uri="{BB962C8B-B14F-4D97-AF65-F5344CB8AC3E}">
        <p14:creationId xmlns:p14="http://schemas.microsoft.com/office/powerpoint/2010/main" val="2521287454"/>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pos="259">
          <p15:clr>
            <a:srgbClr val="65CEFF"/>
          </p15:clr>
        </p15:guide>
        <p15:guide id="3" pos="6109">
          <p15:clr>
            <a:srgbClr val="65CEFF"/>
          </p15:clr>
        </p15:guide>
        <p15:guide id="4" pos="7425">
          <p15:clr>
            <a:srgbClr val="65CEFF"/>
          </p15:clr>
        </p15:guide>
        <p15:guide id="5" orient="horz" pos="891">
          <p15:clr>
            <a:srgbClr val="65CEFF"/>
          </p15:clr>
        </p15:guide>
        <p15:guide id="6" orient="horz" pos="3658">
          <p15:clr>
            <a:srgbClr val="65CEFF"/>
          </p15:clr>
        </p15:guide>
        <p15:guide id="7" orient="horz" pos="4157">
          <p15:clr>
            <a:srgbClr val="65CEFF"/>
          </p15:clr>
        </p15:guide>
      </p15:sldGuideLst>
    </p:ext>
  </p:extLst>
</p:sldLayout>
</file>

<file path=ppt/slideLayouts/slideLayout104.xml><?xml version="1.0" encoding="utf-8"?>
<p:sldLayout xmlns:a="http://schemas.openxmlformats.org/drawingml/2006/main" xmlns:r="http://schemas.openxmlformats.org/officeDocument/2006/relationships" xmlns:p="http://schemas.openxmlformats.org/presentationml/2006/main" preserve="1" userDrawn="1">
  <p:cSld name="Index / Agenda light">
    <p:spTree>
      <p:nvGrpSpPr>
        <p:cNvPr id="1" name=""/>
        <p:cNvGrpSpPr/>
        <p:nvPr/>
      </p:nvGrpSpPr>
      <p:grpSpPr>
        <a:xfrm>
          <a:off x="0" y="0"/>
          <a:ext cx="0" cy="0"/>
          <a:chOff x="0" y="0"/>
          <a:chExt cx="0" cy="0"/>
        </a:xfrm>
      </p:grpSpPr>
      <p:graphicFrame>
        <p:nvGraphicFramePr>
          <p:cNvPr id="5" name="Object 4" hidden="1">
            <a:extLst>
              <a:ext uri="{FF2B5EF4-FFF2-40B4-BE49-F238E27FC236}">
                <a16:creationId xmlns:a16="http://schemas.microsoft.com/office/drawing/2014/main" id="{EC483EF4-B0F3-9DF8-929C-E73101064F1B}"/>
              </a:ext>
            </a:extLst>
          </p:cNvPr>
          <p:cNvGraphicFramePr>
            <a:graphicFrameLocks noChangeAspect="1"/>
          </p:cNvGraphicFramePr>
          <p:nvPr userDrawn="1">
            <p:custDataLst>
              <p:tags r:id="rId1"/>
            </p:custDataLst>
            <p:extLst>
              <p:ext uri="{D42A27DB-BD31-4B8C-83A1-F6EECF244321}">
                <p14:modId xmlns:p14="http://schemas.microsoft.com/office/powerpoint/2010/main" val="2188571924"/>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663" imgH="664" progId="TCLayout.ActiveDocument.1">
                  <p:embed/>
                </p:oleObj>
              </mc:Choice>
              <mc:Fallback>
                <p:oleObj name="think-cell Slide" r:id="rId3" imgW="663" imgH="664" progId="TCLayout.ActiveDocument.1">
                  <p:embed/>
                  <p:pic>
                    <p:nvPicPr>
                      <p:cNvPr id="5" name="Object 4" hidden="1">
                        <a:extLst>
                          <a:ext uri="{FF2B5EF4-FFF2-40B4-BE49-F238E27FC236}">
                            <a16:creationId xmlns:a16="http://schemas.microsoft.com/office/drawing/2014/main" id="{EC483EF4-B0F3-9DF8-929C-E73101064F1B}"/>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pic>
        <p:nvPicPr>
          <p:cNvPr id="11" name="Imagem 10" descr="Uma imagem com Tipo de letra, Gráficos, texto, captura de ecrã&#10;&#10;Descrição gerada automaticamente">
            <a:extLst>
              <a:ext uri="{FF2B5EF4-FFF2-40B4-BE49-F238E27FC236}">
                <a16:creationId xmlns:a16="http://schemas.microsoft.com/office/drawing/2014/main" id="{E85E7B1C-7C59-C51C-8FD1-536DDC76EB10}"/>
              </a:ext>
            </a:extLst>
          </p:cNvPr>
          <p:cNvPicPr>
            <a:picLocks noChangeAspect="1"/>
          </p:cNvPicPr>
          <p:nvPr userDrawn="1"/>
        </p:nvPicPr>
        <p:blipFill>
          <a:blip r:embed="rId5" cstate="email">
            <a:extLst>
              <a:ext uri="{28A0092B-C50C-407E-A947-70E740481C1C}">
                <a14:useLocalDpi xmlns:a14="http://schemas.microsoft.com/office/drawing/2010/main"/>
              </a:ext>
            </a:extLst>
          </a:blip>
          <a:stretch>
            <a:fillRect/>
          </a:stretch>
        </p:blipFill>
        <p:spPr>
          <a:xfrm>
            <a:off x="11025045" y="478800"/>
            <a:ext cx="755792" cy="755792"/>
          </a:xfrm>
          <a:prstGeom prst="rect">
            <a:avLst/>
          </a:prstGeom>
        </p:spPr>
      </p:pic>
      <p:sp>
        <p:nvSpPr>
          <p:cNvPr id="2" name="Title" descr="Slide headline">
            <a:extLst>
              <a:ext uri="{FF2B5EF4-FFF2-40B4-BE49-F238E27FC236}">
                <a16:creationId xmlns:a16="http://schemas.microsoft.com/office/drawing/2014/main" id="{5CDB9E4A-37E0-45B2-BC93-C2EC503FB8F7}"/>
              </a:ext>
            </a:extLst>
          </p:cNvPr>
          <p:cNvSpPr>
            <a:spLocks noGrp="1"/>
          </p:cNvSpPr>
          <p:nvPr>
            <p:ph type="title"/>
          </p:nvPr>
        </p:nvSpPr>
        <p:spPr bwMode="black">
          <a:xfrm>
            <a:off x="410400" y="478800"/>
            <a:ext cx="9863900" cy="576000"/>
          </a:xfrm>
        </p:spPr>
        <p:txBody>
          <a:bodyPr vert="horz"/>
          <a:lstStyle>
            <a:lvl1pPr>
              <a:defRPr>
                <a:solidFill>
                  <a:srgbClr val="000028"/>
                </a:solidFill>
              </a:defRPr>
            </a:lvl1pPr>
          </a:lstStyle>
          <a:p>
            <a:r>
              <a:rPr lang="en-US"/>
              <a:t>Click to edit Master title style</a:t>
            </a:r>
          </a:p>
        </p:txBody>
      </p:sp>
      <p:sp>
        <p:nvSpPr>
          <p:cNvPr id="4" name="Copy 1" descr="Agenda text frame">
            <a:extLst>
              <a:ext uri="{FF2B5EF4-FFF2-40B4-BE49-F238E27FC236}">
                <a16:creationId xmlns:a16="http://schemas.microsoft.com/office/drawing/2014/main" id="{0E701EC8-7FC1-42BE-915D-048C74A40E0C}"/>
              </a:ext>
            </a:extLst>
          </p:cNvPr>
          <p:cNvSpPr>
            <a:spLocks noGrp="1"/>
          </p:cNvSpPr>
          <p:nvPr>
            <p:ph type="body" sz="quarter" idx="12"/>
          </p:nvPr>
        </p:nvSpPr>
        <p:spPr bwMode="black">
          <a:xfrm>
            <a:off x="411163" y="1414463"/>
            <a:ext cx="7199311" cy="4751387"/>
          </a:xfrm>
        </p:spPr>
        <p:txBody>
          <a:bodyPr/>
          <a:lstStyle>
            <a:lvl1pPr defTabSz="360000">
              <a:spcAft>
                <a:spcPts val="900"/>
              </a:spcAft>
              <a:buClr>
                <a:srgbClr val="00BEDC"/>
              </a:buClr>
              <a:tabLst>
                <a:tab pos="7200000" algn="r"/>
              </a:tabLst>
              <a:defRPr/>
            </a:lvl1pPr>
            <a:lvl2pPr defTabSz="360000">
              <a:spcAft>
                <a:spcPts val="900"/>
              </a:spcAft>
              <a:buClr>
                <a:srgbClr val="00BEDC"/>
              </a:buClr>
              <a:tabLst>
                <a:tab pos="7200000" algn="r"/>
              </a:tabLst>
              <a:defRPr/>
            </a:lvl2pPr>
            <a:lvl3pPr marL="180000" defTabSz="360000">
              <a:spcAft>
                <a:spcPts val="900"/>
              </a:spcAft>
              <a:buClr>
                <a:srgbClr val="00BEDC"/>
              </a:buClr>
              <a:tabLst>
                <a:tab pos="7200000" algn="r"/>
              </a:tabLst>
              <a:defRPr b="1"/>
            </a:lvl3pPr>
            <a:lvl4pPr marL="360000" defTabSz="360000">
              <a:spcAft>
                <a:spcPts val="900"/>
              </a:spcAft>
              <a:buClr>
                <a:srgbClr val="00BEDC"/>
              </a:buClr>
              <a:tabLst>
                <a:tab pos="7200000" algn="r"/>
              </a:tabLst>
              <a:defRPr/>
            </a:lvl4pPr>
            <a:lvl5pPr marL="360000" defTabSz="360000">
              <a:spcAft>
                <a:spcPts val="900"/>
              </a:spcAft>
              <a:buClr>
                <a:srgbClr val="00BEDC"/>
              </a:buClr>
              <a:tabLst>
                <a:tab pos="7200000" algn="r"/>
              </a:tabLst>
              <a:defRPr b="1"/>
            </a:lvl5pPr>
            <a:lvl6pPr marL="180000" defTabSz="360000">
              <a:spcAft>
                <a:spcPts val="600"/>
              </a:spcAft>
              <a:buClr>
                <a:srgbClr val="00BEDC"/>
              </a:buClr>
              <a:tabLst>
                <a:tab pos="7200000" algn="r"/>
              </a:tabLst>
              <a:defRPr sz="1600"/>
            </a:lvl6pPr>
            <a:lvl7pPr marL="180000" defTabSz="360000">
              <a:spcAft>
                <a:spcPts val="600"/>
              </a:spcAft>
              <a:buClr>
                <a:srgbClr val="00BEDC"/>
              </a:buClr>
              <a:tabLst>
                <a:tab pos="7200000" algn="r"/>
              </a:tabLst>
              <a:defRPr sz="1600" b="1"/>
            </a:lvl7pPr>
            <a:lvl8pPr marL="360000" defTabSz="360000">
              <a:spcAft>
                <a:spcPts val="600"/>
              </a:spcAft>
              <a:buClr>
                <a:srgbClr val="00BEDC"/>
              </a:buClr>
              <a:tabLst>
                <a:tab pos="7200000" algn="r"/>
              </a:tabLst>
              <a:defRPr sz="1600"/>
            </a:lvl8pPr>
            <a:lvl9pPr marL="360000" defTabSz="360000">
              <a:spcAft>
                <a:spcPts val="600"/>
              </a:spcAft>
              <a:buClr>
                <a:srgbClr val="00BEDC"/>
              </a:buClr>
              <a:tabLst>
                <a:tab pos="7200000" algn="r"/>
              </a:tabLst>
              <a:defRPr sz="1600" b="1"/>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pic>
        <p:nvPicPr>
          <p:cNvPr id="7" name="Siemens Logo" descr="Siemens logo">
            <a:extLst>
              <a:ext uri="{FF2B5EF4-FFF2-40B4-BE49-F238E27FC236}">
                <a16:creationId xmlns:a16="http://schemas.microsoft.com/office/drawing/2014/main" id="{E73DB6A8-F91C-4B87-ACAA-19A2D5EA21EF}"/>
              </a:ext>
              <a:ext uri="{C183D7F6-B498-43B3-948B-1728B52AA6E4}">
                <adec:decorative xmlns:adec="http://schemas.microsoft.com/office/drawing/2017/decorative" val="0"/>
              </a:ext>
            </a:extLst>
          </p:cNvPr>
          <p:cNvPicPr>
            <a:picLocks noChangeAspect="1"/>
          </p:cNvPicPr>
          <p:nvPr userDrawn="1"/>
        </p:nvPicPr>
        <p:blipFill>
          <a:blip r:embed="rId6" cstate="email">
            <a:extLst>
              <a:ext uri="{28A0092B-C50C-407E-A947-70E740481C1C}">
                <a14:useLocalDpi xmlns:a14="http://schemas.microsoft.com/office/drawing/2010/main"/>
              </a:ext>
              <a:ext uri="{96DAC541-7B7A-43D3-8B79-37D633B846F1}">
                <asvg:svgBlip xmlns:asvg="http://schemas.microsoft.com/office/drawing/2016/SVG/main" r:embed="rId7"/>
              </a:ext>
            </a:extLst>
          </a:blip>
          <a:stretch>
            <a:fillRect/>
          </a:stretch>
        </p:blipFill>
        <p:spPr bwMode="black">
          <a:xfrm>
            <a:off x="10635188" y="6418800"/>
            <a:ext cx="1152000" cy="183168"/>
          </a:xfrm>
          <a:prstGeom prst="rect">
            <a:avLst/>
          </a:prstGeom>
        </p:spPr>
      </p:pic>
      <p:sp>
        <p:nvSpPr>
          <p:cNvPr id="9" name="Footer Placeholder" descr="Footer with copyright, author and department information, and date">
            <a:extLst>
              <a:ext uri="{FF2B5EF4-FFF2-40B4-BE49-F238E27FC236}">
                <a16:creationId xmlns:a16="http://schemas.microsoft.com/office/drawing/2014/main" id="{8C6E0B19-DC70-4D19-9A56-05E87567F196}"/>
              </a:ext>
            </a:extLst>
          </p:cNvPr>
          <p:cNvSpPr>
            <a:spLocks noGrp="1"/>
          </p:cNvSpPr>
          <p:nvPr>
            <p:ph type="ftr" sz="quarter" idx="10"/>
          </p:nvPr>
        </p:nvSpPr>
        <p:spPr bwMode="black"/>
        <p:txBody>
          <a:bodyPr/>
          <a:lstStyle/>
          <a:p>
            <a:pPr>
              <a:lnSpc>
                <a:spcPct val="100000"/>
              </a:lnSpc>
            </a:pPr>
            <a:r>
              <a:rPr lang="en-US"/>
              <a:t>Restricted | © Siemens 2025 | SHERPA X | MM080 Purchase Requisition via Direct X</a:t>
            </a:r>
          </a:p>
        </p:txBody>
      </p:sp>
      <p:sp>
        <p:nvSpPr>
          <p:cNvPr id="10" name="Slide Number Placeholder">
            <a:extLst>
              <a:ext uri="{FF2B5EF4-FFF2-40B4-BE49-F238E27FC236}">
                <a16:creationId xmlns:a16="http://schemas.microsoft.com/office/drawing/2014/main" id="{D3DF1D7C-B467-46E9-B036-83EC1DBE711C}"/>
              </a:ext>
              <a:ext uri="{C183D7F6-B498-43B3-948B-1728B52AA6E4}">
                <adec:decorative xmlns:adec="http://schemas.microsoft.com/office/drawing/2017/decorative" val="1"/>
              </a:ext>
            </a:extLst>
          </p:cNvPr>
          <p:cNvSpPr>
            <a:spLocks noGrp="1"/>
          </p:cNvSpPr>
          <p:nvPr>
            <p:ph type="sldNum" sz="quarter" idx="11"/>
          </p:nvPr>
        </p:nvSpPr>
        <p:spPr bwMode="black"/>
        <p:txBody>
          <a:bodyPr/>
          <a:lstStyle/>
          <a:p>
            <a:r>
              <a:rPr lang="en-US"/>
              <a:t>Page </a:t>
            </a:r>
            <a:fld id="{15EBE321-CBB1-4E91-BD14-37C8D44326FB}" type="slidenum">
              <a:rPr lang="en-US" smtClean="0"/>
              <a:pPr/>
              <a:t>‹#›</a:t>
            </a:fld>
            <a:endParaRPr lang="en-US"/>
          </a:p>
        </p:txBody>
      </p:sp>
    </p:spTree>
    <p:extLst>
      <p:ext uri="{BB962C8B-B14F-4D97-AF65-F5344CB8AC3E}">
        <p14:creationId xmlns:p14="http://schemas.microsoft.com/office/powerpoint/2010/main" val="1399542559"/>
      </p:ext>
    </p:extLst>
  </p:cSld>
  <p:clrMapOvr>
    <a:masterClrMapping/>
  </p:clrMapOvr>
  <p:extLst>
    <p:ext uri="{DCECCB84-F9BA-43D5-87BE-67443E8EF086}">
      <p15:sldGuideLst xmlns:p15="http://schemas.microsoft.com/office/powerpoint/2012/main">
        <p15:guide id="1" pos="259">
          <p15:clr>
            <a:srgbClr val="65CEFF"/>
          </p15:clr>
        </p15:guide>
        <p15:guide id="9" pos="6472">
          <p15:clr>
            <a:srgbClr val="65CEFF"/>
          </p15:clr>
        </p15:guide>
        <p15:guide id="10" pos="7425">
          <p15:clr>
            <a:srgbClr val="65CEFF"/>
          </p15:clr>
        </p15:guide>
        <p15:guide id="11" orient="horz" pos="302">
          <p15:clr>
            <a:srgbClr val="65CEFF"/>
          </p15:clr>
        </p15:guide>
        <p15:guide id="12" orient="horz" pos="664">
          <p15:clr>
            <a:srgbClr val="65CEFF"/>
          </p15:clr>
        </p15:guide>
        <p15:guide id="13" orient="horz" pos="891">
          <p15:clr>
            <a:srgbClr val="65CEFF"/>
          </p15:clr>
        </p15:guide>
        <p15:guide id="14" orient="horz" pos="2206">
          <p15:clr>
            <a:srgbClr val="65CEFF"/>
          </p15:clr>
        </p15:guide>
        <p15:guide id="15" orient="horz" pos="2343">
          <p15:clr>
            <a:srgbClr val="65CEFF"/>
          </p15:clr>
        </p15:guide>
        <p15:guide id="16" orient="horz" pos="3658">
          <p15:clr>
            <a:srgbClr val="65CEFF"/>
          </p15:clr>
        </p15:guide>
        <p15:guide id="17" orient="horz" pos="3885">
          <p15:clr>
            <a:srgbClr val="65CEFF"/>
          </p15:clr>
        </p15:guide>
        <p15:guide id="18" orient="horz" pos="4157">
          <p15:clr>
            <a:srgbClr val="65CEFF"/>
          </p15:clr>
        </p15:guide>
        <p15:guide id="20" pos="4794">
          <p15:clr>
            <a:srgbClr val="65CEFF"/>
          </p15:clr>
        </p15:guide>
      </p15:sldGuideLst>
    </p:ext>
  </p:extLst>
</p:sldLayout>
</file>

<file path=ppt/slideLayouts/slideLayout105.xml><?xml version="1.0" encoding="utf-8"?>
<p:sldLayout xmlns:a="http://schemas.openxmlformats.org/drawingml/2006/main" xmlns:r="http://schemas.openxmlformats.org/officeDocument/2006/relationships" xmlns:p="http://schemas.openxmlformats.org/presentationml/2006/main" preserve="1" userDrawn="1">
  <p:cSld name="Index / Agenda dark">
    <p:bg>
      <p:bgRef idx="1001">
        <a:schemeClr val="bg2"/>
      </p:bgRef>
    </p:bg>
    <p:spTree>
      <p:nvGrpSpPr>
        <p:cNvPr id="1" name=""/>
        <p:cNvGrpSpPr/>
        <p:nvPr/>
      </p:nvGrpSpPr>
      <p:grpSpPr>
        <a:xfrm>
          <a:off x="0" y="0"/>
          <a:ext cx="0" cy="0"/>
          <a:chOff x="0" y="0"/>
          <a:chExt cx="0" cy="0"/>
        </a:xfrm>
      </p:grpSpPr>
      <p:graphicFrame>
        <p:nvGraphicFramePr>
          <p:cNvPr id="6" name="Object 5" hidden="1">
            <a:extLst>
              <a:ext uri="{FF2B5EF4-FFF2-40B4-BE49-F238E27FC236}">
                <a16:creationId xmlns:a16="http://schemas.microsoft.com/office/drawing/2014/main" id="{07FD5AAC-7932-3045-AD0F-BFF2BFCC2739}"/>
              </a:ext>
            </a:extLst>
          </p:cNvPr>
          <p:cNvGraphicFramePr>
            <a:graphicFrameLocks noChangeAspect="1"/>
          </p:cNvGraphicFramePr>
          <p:nvPr userDrawn="1">
            <p:custDataLst>
              <p:tags r:id="rId1"/>
            </p:custDataLst>
            <p:extLst>
              <p:ext uri="{D42A27DB-BD31-4B8C-83A1-F6EECF244321}">
                <p14:modId xmlns:p14="http://schemas.microsoft.com/office/powerpoint/2010/main" val="162859735"/>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663" imgH="664" progId="TCLayout.ActiveDocument.1">
                  <p:embed/>
                </p:oleObj>
              </mc:Choice>
              <mc:Fallback>
                <p:oleObj name="think-cell Slide" r:id="rId3" imgW="663" imgH="664" progId="TCLayout.ActiveDocument.1">
                  <p:embed/>
                  <p:pic>
                    <p:nvPicPr>
                      <p:cNvPr id="6" name="Object 5" hidden="1">
                        <a:extLst>
                          <a:ext uri="{FF2B5EF4-FFF2-40B4-BE49-F238E27FC236}">
                            <a16:creationId xmlns:a16="http://schemas.microsoft.com/office/drawing/2014/main" id="{07FD5AAC-7932-3045-AD0F-BFF2BFCC2739}"/>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descr="Slide headline">
            <a:extLst>
              <a:ext uri="{FF2B5EF4-FFF2-40B4-BE49-F238E27FC236}">
                <a16:creationId xmlns:a16="http://schemas.microsoft.com/office/drawing/2014/main" id="{5CDB9E4A-37E0-45B2-BC93-C2EC503FB8F7}"/>
              </a:ext>
            </a:extLst>
          </p:cNvPr>
          <p:cNvSpPr>
            <a:spLocks noGrp="1"/>
          </p:cNvSpPr>
          <p:nvPr>
            <p:ph type="title"/>
          </p:nvPr>
        </p:nvSpPr>
        <p:spPr bwMode="black">
          <a:xfrm>
            <a:off x="410400" y="478800"/>
            <a:ext cx="9863900" cy="576000"/>
          </a:xfrm>
        </p:spPr>
        <p:txBody>
          <a:bodyPr vert="horz"/>
          <a:lstStyle>
            <a:lvl1pPr>
              <a:defRPr>
                <a:solidFill>
                  <a:schemeClr val="tx1"/>
                </a:solidFill>
              </a:defRPr>
            </a:lvl1pPr>
          </a:lstStyle>
          <a:p>
            <a:r>
              <a:rPr lang="en-US"/>
              <a:t>Click to edit Master title style</a:t>
            </a:r>
          </a:p>
        </p:txBody>
      </p:sp>
      <p:sp>
        <p:nvSpPr>
          <p:cNvPr id="4" name="Copy 1" descr="Agenda text frame">
            <a:extLst>
              <a:ext uri="{FF2B5EF4-FFF2-40B4-BE49-F238E27FC236}">
                <a16:creationId xmlns:a16="http://schemas.microsoft.com/office/drawing/2014/main" id="{0E701EC8-7FC1-42BE-915D-048C74A40E0C}"/>
              </a:ext>
            </a:extLst>
          </p:cNvPr>
          <p:cNvSpPr>
            <a:spLocks noGrp="1"/>
          </p:cNvSpPr>
          <p:nvPr>
            <p:ph type="body" sz="quarter" idx="12"/>
          </p:nvPr>
        </p:nvSpPr>
        <p:spPr bwMode="black">
          <a:xfrm>
            <a:off x="411163" y="1414463"/>
            <a:ext cx="5903912" cy="4751387"/>
          </a:xfrm>
        </p:spPr>
        <p:txBody>
          <a:bodyPr/>
          <a:lstStyle>
            <a:lvl1pPr>
              <a:spcAft>
                <a:spcPts val="900"/>
              </a:spcAft>
              <a:tabLst>
                <a:tab pos="5902325" algn="r"/>
              </a:tabLst>
              <a:defRPr/>
            </a:lvl1pPr>
            <a:lvl2pPr>
              <a:spcAft>
                <a:spcPts val="900"/>
              </a:spcAft>
              <a:buClr>
                <a:schemeClr val="tx1"/>
              </a:buClr>
              <a:tabLst>
                <a:tab pos="5902325" algn="r"/>
              </a:tabLst>
              <a:defRPr/>
            </a:lvl2pPr>
            <a:lvl3pPr marL="180000">
              <a:spcAft>
                <a:spcPts val="900"/>
              </a:spcAft>
              <a:buClr>
                <a:schemeClr val="tx1"/>
              </a:buClr>
              <a:tabLst>
                <a:tab pos="5902325" algn="r"/>
              </a:tabLst>
              <a:defRPr b="1"/>
            </a:lvl3pPr>
            <a:lvl4pPr marL="360000">
              <a:spcAft>
                <a:spcPts val="900"/>
              </a:spcAft>
              <a:buClr>
                <a:schemeClr val="tx1"/>
              </a:buClr>
              <a:tabLst>
                <a:tab pos="5902325" algn="r"/>
              </a:tabLst>
              <a:defRPr/>
            </a:lvl4pPr>
            <a:lvl5pPr marL="360000">
              <a:spcAft>
                <a:spcPts val="900"/>
              </a:spcAft>
              <a:buClr>
                <a:schemeClr val="tx1"/>
              </a:buClr>
              <a:tabLst>
                <a:tab pos="5902325" algn="r"/>
              </a:tabLst>
              <a:defRPr b="1"/>
            </a:lvl5pPr>
            <a:lvl6pPr marL="180000">
              <a:spcAft>
                <a:spcPts val="600"/>
              </a:spcAft>
              <a:buClr>
                <a:schemeClr val="tx1"/>
              </a:buClr>
              <a:tabLst>
                <a:tab pos="5902325" algn="r"/>
              </a:tabLst>
              <a:defRPr sz="1600"/>
            </a:lvl6pPr>
            <a:lvl7pPr marL="180000">
              <a:spcAft>
                <a:spcPts val="600"/>
              </a:spcAft>
              <a:buClr>
                <a:schemeClr val="tx1"/>
              </a:buClr>
              <a:tabLst>
                <a:tab pos="5902325" algn="r"/>
              </a:tabLst>
              <a:defRPr sz="1600" b="1"/>
            </a:lvl7pPr>
            <a:lvl8pPr marL="360000">
              <a:spcAft>
                <a:spcPts val="600"/>
              </a:spcAft>
              <a:buClr>
                <a:schemeClr val="tx1"/>
              </a:buClr>
              <a:tabLst>
                <a:tab pos="5902325" algn="r"/>
              </a:tabLst>
              <a:defRPr sz="1600"/>
            </a:lvl8pPr>
            <a:lvl9pPr marL="360000">
              <a:spcAft>
                <a:spcPts val="600"/>
              </a:spcAft>
              <a:buClr>
                <a:schemeClr val="tx1"/>
              </a:buClr>
              <a:tabLst>
                <a:tab pos="5902325" algn="r"/>
              </a:tabLst>
              <a:defRPr sz="1600" b="1"/>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12" name="Copy 2" descr="Agenda text frame">
            <a:extLst>
              <a:ext uri="{FF2B5EF4-FFF2-40B4-BE49-F238E27FC236}">
                <a16:creationId xmlns:a16="http://schemas.microsoft.com/office/drawing/2014/main" id="{F3AAF44F-3461-47E2-8680-A8CD08522059}"/>
              </a:ext>
            </a:extLst>
          </p:cNvPr>
          <p:cNvSpPr>
            <a:spLocks noGrp="1"/>
          </p:cNvSpPr>
          <p:nvPr>
            <p:ph type="body" sz="quarter" idx="13"/>
          </p:nvPr>
        </p:nvSpPr>
        <p:spPr bwMode="black">
          <a:xfrm>
            <a:off x="6743700" y="1414463"/>
            <a:ext cx="5043488" cy="4751387"/>
          </a:xfrm>
        </p:spPr>
        <p:txBody>
          <a:bodyPr/>
          <a:lstStyle>
            <a:lvl1pPr>
              <a:spcAft>
                <a:spcPts val="900"/>
              </a:spcAft>
              <a:tabLst>
                <a:tab pos="5040000" algn="r"/>
              </a:tabLst>
              <a:defRPr/>
            </a:lvl1pPr>
            <a:lvl2pPr>
              <a:spcAft>
                <a:spcPts val="900"/>
              </a:spcAft>
              <a:buClr>
                <a:schemeClr val="tx1"/>
              </a:buClr>
              <a:tabLst>
                <a:tab pos="5040000" algn="r"/>
              </a:tabLst>
              <a:defRPr/>
            </a:lvl2pPr>
            <a:lvl3pPr marL="180000">
              <a:spcAft>
                <a:spcPts val="900"/>
              </a:spcAft>
              <a:buClr>
                <a:schemeClr val="tx1"/>
              </a:buClr>
              <a:tabLst>
                <a:tab pos="5040000" algn="r"/>
              </a:tabLst>
              <a:defRPr b="1"/>
            </a:lvl3pPr>
            <a:lvl4pPr marL="360000">
              <a:spcAft>
                <a:spcPts val="900"/>
              </a:spcAft>
              <a:buClr>
                <a:schemeClr val="tx1"/>
              </a:buClr>
              <a:tabLst>
                <a:tab pos="5040000" algn="r"/>
              </a:tabLst>
              <a:defRPr/>
            </a:lvl4pPr>
            <a:lvl5pPr marL="360000">
              <a:spcAft>
                <a:spcPts val="900"/>
              </a:spcAft>
              <a:buClr>
                <a:schemeClr val="tx1"/>
              </a:buClr>
              <a:tabLst>
                <a:tab pos="5040000" algn="r"/>
              </a:tabLst>
              <a:defRPr b="1"/>
            </a:lvl5pPr>
            <a:lvl6pPr marL="180000">
              <a:spcAft>
                <a:spcPts val="600"/>
              </a:spcAft>
              <a:buClr>
                <a:schemeClr val="tx1"/>
              </a:buClr>
              <a:tabLst>
                <a:tab pos="5040000" algn="r"/>
              </a:tabLst>
              <a:defRPr sz="1600"/>
            </a:lvl6pPr>
            <a:lvl7pPr marL="180000">
              <a:spcAft>
                <a:spcPts val="600"/>
              </a:spcAft>
              <a:buClr>
                <a:schemeClr val="tx1"/>
              </a:buClr>
              <a:tabLst>
                <a:tab pos="5040000" algn="r"/>
              </a:tabLst>
              <a:defRPr sz="1600" b="1"/>
            </a:lvl7pPr>
            <a:lvl8pPr marL="360000">
              <a:spcAft>
                <a:spcPts val="600"/>
              </a:spcAft>
              <a:buClr>
                <a:schemeClr val="tx1"/>
              </a:buClr>
              <a:tabLst>
                <a:tab pos="5040000" algn="r"/>
              </a:tabLst>
              <a:defRPr sz="1600"/>
            </a:lvl8pPr>
            <a:lvl9pPr marL="360000">
              <a:spcAft>
                <a:spcPts val="600"/>
              </a:spcAft>
              <a:buClr>
                <a:schemeClr val="tx1"/>
              </a:buClr>
              <a:tabLst>
                <a:tab pos="5040000" algn="r"/>
              </a:tabLst>
              <a:defRPr sz="1600" b="1"/>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pic>
        <p:nvPicPr>
          <p:cNvPr id="8" name="Siemens Logo" descr="Siemens logo">
            <a:extLst>
              <a:ext uri="{FF2B5EF4-FFF2-40B4-BE49-F238E27FC236}">
                <a16:creationId xmlns:a16="http://schemas.microsoft.com/office/drawing/2014/main" id="{AB400EC0-C78D-42DD-85FB-5ED577185C17}"/>
              </a:ext>
              <a:ext uri="{C183D7F6-B498-43B3-948B-1728B52AA6E4}">
                <adec:decorative xmlns:adec="http://schemas.microsoft.com/office/drawing/2017/decorative" val="0"/>
              </a:ext>
            </a:extLst>
          </p:cNvPr>
          <p:cNvPicPr>
            <a:picLocks noChangeAspect="1"/>
          </p:cNvPicPr>
          <p:nvPr userDrawn="1"/>
        </p:nvPicPr>
        <p:blipFill>
          <a:blip r:embed="rId5" cstate="email">
            <a:extLst>
              <a:ext uri="{28A0092B-C50C-407E-A947-70E740481C1C}">
                <a14:useLocalDpi xmlns:a14="http://schemas.microsoft.com/office/drawing/2010/main"/>
              </a:ext>
              <a:ext uri="{96DAC541-7B7A-43D3-8B79-37D633B846F1}">
                <asvg:svgBlip xmlns:asvg="http://schemas.microsoft.com/office/drawing/2016/SVG/main" r:embed="rId6"/>
              </a:ext>
            </a:extLst>
          </a:blip>
          <a:srcRect/>
          <a:stretch/>
        </p:blipFill>
        <p:spPr bwMode="black">
          <a:xfrm>
            <a:off x="10635188" y="6418800"/>
            <a:ext cx="1152000" cy="183168"/>
          </a:xfrm>
          <a:prstGeom prst="rect">
            <a:avLst/>
          </a:prstGeom>
        </p:spPr>
      </p:pic>
      <p:sp>
        <p:nvSpPr>
          <p:cNvPr id="9" name="Footer Placeholder" descr="Footer with copyright, author and department information, and date">
            <a:extLst>
              <a:ext uri="{FF2B5EF4-FFF2-40B4-BE49-F238E27FC236}">
                <a16:creationId xmlns:a16="http://schemas.microsoft.com/office/drawing/2014/main" id="{8C6E0B19-DC70-4D19-9A56-05E87567F196}"/>
              </a:ext>
            </a:extLst>
          </p:cNvPr>
          <p:cNvSpPr>
            <a:spLocks noGrp="1"/>
          </p:cNvSpPr>
          <p:nvPr>
            <p:ph type="ftr" sz="quarter" idx="10"/>
          </p:nvPr>
        </p:nvSpPr>
        <p:spPr bwMode="black"/>
        <p:txBody>
          <a:bodyPr/>
          <a:lstStyle/>
          <a:p>
            <a:pPr>
              <a:lnSpc>
                <a:spcPct val="100000"/>
              </a:lnSpc>
            </a:pPr>
            <a:r>
              <a:rPr lang="en-US"/>
              <a:t>Restricted | © Siemens 2025 | SHERPA X | MM080 Purchase Requisition via Direct X</a:t>
            </a:r>
          </a:p>
        </p:txBody>
      </p:sp>
      <p:sp>
        <p:nvSpPr>
          <p:cNvPr id="10" name="Slide Number Placeholder">
            <a:extLst>
              <a:ext uri="{FF2B5EF4-FFF2-40B4-BE49-F238E27FC236}">
                <a16:creationId xmlns:a16="http://schemas.microsoft.com/office/drawing/2014/main" id="{D3DF1D7C-B467-46E9-B036-83EC1DBE711C}"/>
              </a:ext>
              <a:ext uri="{C183D7F6-B498-43B3-948B-1728B52AA6E4}">
                <adec:decorative xmlns:adec="http://schemas.microsoft.com/office/drawing/2017/decorative" val="1"/>
              </a:ext>
            </a:extLst>
          </p:cNvPr>
          <p:cNvSpPr>
            <a:spLocks noGrp="1"/>
          </p:cNvSpPr>
          <p:nvPr>
            <p:ph type="sldNum" sz="quarter" idx="11"/>
          </p:nvPr>
        </p:nvSpPr>
        <p:spPr bwMode="black"/>
        <p:txBody>
          <a:bodyPr/>
          <a:lstStyle/>
          <a:p>
            <a:r>
              <a:rPr lang="en-US"/>
              <a:t>Page </a:t>
            </a:r>
            <a:fld id="{15EBE321-CBB1-4E91-BD14-37C8D44326FB}" type="slidenum">
              <a:rPr lang="en-US" smtClean="0"/>
              <a:pPr/>
              <a:t>‹#›</a:t>
            </a:fld>
            <a:endParaRPr lang="en-US"/>
          </a:p>
        </p:txBody>
      </p:sp>
    </p:spTree>
    <p:extLst>
      <p:ext uri="{BB962C8B-B14F-4D97-AF65-F5344CB8AC3E}">
        <p14:creationId xmlns:p14="http://schemas.microsoft.com/office/powerpoint/2010/main" val="2017636814"/>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259">
          <p15:clr>
            <a:srgbClr val="65CEFF"/>
          </p15:clr>
        </p15:guide>
        <p15:guide id="5" pos="3978">
          <p15:clr>
            <a:srgbClr val="65CEFF"/>
          </p15:clr>
        </p15:guide>
        <p15:guide id="9" pos="6472">
          <p15:clr>
            <a:srgbClr val="65CEFF"/>
          </p15:clr>
        </p15:guide>
        <p15:guide id="10" pos="7425">
          <p15:clr>
            <a:srgbClr val="65CEFF"/>
          </p15:clr>
        </p15:guide>
        <p15:guide id="11" orient="horz" pos="302">
          <p15:clr>
            <a:srgbClr val="65CEFF"/>
          </p15:clr>
        </p15:guide>
        <p15:guide id="12" orient="horz" pos="664">
          <p15:clr>
            <a:srgbClr val="65CEFF"/>
          </p15:clr>
        </p15:guide>
        <p15:guide id="13" orient="horz" pos="891">
          <p15:clr>
            <a:srgbClr val="65CEFF"/>
          </p15:clr>
        </p15:guide>
        <p15:guide id="14" orient="horz" pos="2206">
          <p15:clr>
            <a:srgbClr val="65CEFF"/>
          </p15:clr>
        </p15:guide>
        <p15:guide id="15" orient="horz" pos="2343">
          <p15:clr>
            <a:srgbClr val="65CEFF"/>
          </p15:clr>
        </p15:guide>
        <p15:guide id="16" orient="horz" pos="3658">
          <p15:clr>
            <a:srgbClr val="65CEFF"/>
          </p15:clr>
        </p15:guide>
        <p15:guide id="17" orient="horz" pos="3885">
          <p15:clr>
            <a:srgbClr val="65CEFF"/>
          </p15:clr>
        </p15:guide>
        <p15:guide id="18" orient="horz" pos="4157">
          <p15:clr>
            <a:srgbClr val="65CEFF"/>
          </p15:clr>
        </p15:guide>
        <p15:guide id="19" pos="4248">
          <p15:clr>
            <a:srgbClr val="65CEFF"/>
          </p15:clr>
        </p15:guide>
      </p15:sldGuideLst>
    </p:ext>
  </p:extLst>
</p:sldLayout>
</file>

<file path=ppt/slideLayouts/slideLayout106.xml><?xml version="1.0" encoding="utf-8"?>
<p:sldLayout xmlns:a="http://schemas.openxmlformats.org/drawingml/2006/main" xmlns:r="http://schemas.openxmlformats.org/officeDocument/2006/relationships" xmlns:p="http://schemas.openxmlformats.org/presentationml/2006/main" preserve="1" userDrawn="1">
  <p:cSld name="Free Content">
    <p:spTree>
      <p:nvGrpSpPr>
        <p:cNvPr id="1" name=""/>
        <p:cNvGrpSpPr/>
        <p:nvPr/>
      </p:nvGrpSpPr>
      <p:grpSpPr>
        <a:xfrm>
          <a:off x="0" y="0"/>
          <a:ext cx="0" cy="0"/>
          <a:chOff x="0" y="0"/>
          <a:chExt cx="0" cy="0"/>
        </a:xfrm>
      </p:grpSpPr>
      <p:graphicFrame>
        <p:nvGraphicFramePr>
          <p:cNvPr id="5" name="Object 4" hidden="1">
            <a:extLst>
              <a:ext uri="{FF2B5EF4-FFF2-40B4-BE49-F238E27FC236}">
                <a16:creationId xmlns:a16="http://schemas.microsoft.com/office/drawing/2014/main" id="{1C958BC9-E8AA-BB49-2514-085CE54BA82C}"/>
              </a:ext>
            </a:extLst>
          </p:cNvPr>
          <p:cNvGraphicFramePr>
            <a:graphicFrameLocks noChangeAspect="1"/>
          </p:cNvGraphicFramePr>
          <p:nvPr userDrawn="1">
            <p:custDataLst>
              <p:tags r:id="rId1"/>
            </p:custDataLst>
            <p:extLst>
              <p:ext uri="{D42A27DB-BD31-4B8C-83A1-F6EECF244321}">
                <p14:modId xmlns:p14="http://schemas.microsoft.com/office/powerpoint/2010/main" val="333748597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663" imgH="664" progId="TCLayout.ActiveDocument.1">
                  <p:embed/>
                </p:oleObj>
              </mc:Choice>
              <mc:Fallback>
                <p:oleObj name="think-cell Slide" r:id="rId3" imgW="663" imgH="664" progId="TCLayout.ActiveDocument.1">
                  <p:embed/>
                  <p:pic>
                    <p:nvPicPr>
                      <p:cNvPr id="5" name="Object 4" hidden="1">
                        <a:extLst>
                          <a:ext uri="{FF2B5EF4-FFF2-40B4-BE49-F238E27FC236}">
                            <a16:creationId xmlns:a16="http://schemas.microsoft.com/office/drawing/2014/main" id="{1C958BC9-E8AA-BB49-2514-085CE54BA82C}"/>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descr="Slide headline">
            <a:extLst>
              <a:ext uri="{FF2B5EF4-FFF2-40B4-BE49-F238E27FC236}">
                <a16:creationId xmlns:a16="http://schemas.microsoft.com/office/drawing/2014/main" id="{5CDB9E4A-37E0-45B2-BC93-C2EC503FB8F7}"/>
              </a:ext>
            </a:extLst>
          </p:cNvPr>
          <p:cNvSpPr>
            <a:spLocks noGrp="1"/>
          </p:cNvSpPr>
          <p:nvPr>
            <p:ph type="title"/>
          </p:nvPr>
        </p:nvSpPr>
        <p:spPr bwMode="black">
          <a:xfrm>
            <a:off x="410400" y="478800"/>
            <a:ext cx="10445859" cy="576000"/>
          </a:xfrm>
        </p:spPr>
        <p:txBody>
          <a:bodyPr vert="horz"/>
          <a:lstStyle>
            <a:lvl1pPr>
              <a:defRPr>
                <a:solidFill>
                  <a:srgbClr val="000028"/>
                </a:solidFill>
              </a:defRPr>
            </a:lvl1pPr>
          </a:lstStyle>
          <a:p>
            <a:r>
              <a:rPr lang="en-US"/>
              <a:t>Click to edit Master title style</a:t>
            </a:r>
          </a:p>
        </p:txBody>
      </p:sp>
      <p:pic>
        <p:nvPicPr>
          <p:cNvPr id="7" name="Siemens Logo" descr="Siemens logo">
            <a:extLst>
              <a:ext uri="{FF2B5EF4-FFF2-40B4-BE49-F238E27FC236}">
                <a16:creationId xmlns:a16="http://schemas.microsoft.com/office/drawing/2014/main" id="{E73DB6A8-F91C-4B87-ACAA-19A2D5EA21EF}"/>
              </a:ext>
              <a:ext uri="{C183D7F6-B498-43B3-948B-1728B52AA6E4}">
                <adec:decorative xmlns:adec="http://schemas.microsoft.com/office/drawing/2017/decorative" val="0"/>
              </a:ext>
            </a:extLst>
          </p:cNvPr>
          <p:cNvPicPr>
            <a:picLocks noChangeAspect="1"/>
          </p:cNvPicPr>
          <p:nvPr userDrawn="1"/>
        </p:nvPicPr>
        <p:blipFill>
          <a:blip r:embed="rId5" cstate="email">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p:blipFill>
        <p:spPr bwMode="black">
          <a:xfrm>
            <a:off x="10635188" y="6418800"/>
            <a:ext cx="1152000" cy="183168"/>
          </a:xfrm>
          <a:prstGeom prst="rect">
            <a:avLst/>
          </a:prstGeom>
        </p:spPr>
      </p:pic>
      <p:sp>
        <p:nvSpPr>
          <p:cNvPr id="9" name="Footer Placeholder" descr="Footer with copyright, author and department information, and date">
            <a:extLst>
              <a:ext uri="{FF2B5EF4-FFF2-40B4-BE49-F238E27FC236}">
                <a16:creationId xmlns:a16="http://schemas.microsoft.com/office/drawing/2014/main" id="{8C6E0B19-DC70-4D19-9A56-05E87567F196}"/>
              </a:ext>
            </a:extLst>
          </p:cNvPr>
          <p:cNvSpPr>
            <a:spLocks noGrp="1"/>
          </p:cNvSpPr>
          <p:nvPr>
            <p:ph type="ftr" sz="quarter" idx="10"/>
          </p:nvPr>
        </p:nvSpPr>
        <p:spPr bwMode="black"/>
        <p:txBody>
          <a:bodyPr/>
          <a:lstStyle/>
          <a:p>
            <a:pPr>
              <a:lnSpc>
                <a:spcPct val="100000"/>
              </a:lnSpc>
            </a:pPr>
            <a:r>
              <a:rPr lang="en-US"/>
              <a:t>Restricted | © Siemens 2025 | SHERPA X | MM080 Purchase Requisition via Direct X</a:t>
            </a:r>
          </a:p>
        </p:txBody>
      </p:sp>
      <p:sp>
        <p:nvSpPr>
          <p:cNvPr id="10" name="Slide Number Placeholder">
            <a:extLst>
              <a:ext uri="{FF2B5EF4-FFF2-40B4-BE49-F238E27FC236}">
                <a16:creationId xmlns:a16="http://schemas.microsoft.com/office/drawing/2014/main" id="{D3DF1D7C-B467-46E9-B036-83EC1DBE711C}"/>
              </a:ext>
              <a:ext uri="{C183D7F6-B498-43B3-948B-1728B52AA6E4}">
                <adec:decorative xmlns:adec="http://schemas.microsoft.com/office/drawing/2017/decorative" val="1"/>
              </a:ext>
            </a:extLst>
          </p:cNvPr>
          <p:cNvSpPr>
            <a:spLocks noGrp="1"/>
          </p:cNvSpPr>
          <p:nvPr>
            <p:ph type="sldNum" sz="quarter" idx="11"/>
          </p:nvPr>
        </p:nvSpPr>
        <p:spPr bwMode="black"/>
        <p:txBody>
          <a:bodyPr/>
          <a:lstStyle/>
          <a:p>
            <a:r>
              <a:rPr lang="en-US"/>
              <a:t>Page </a:t>
            </a:r>
            <a:fld id="{15EBE321-CBB1-4E91-BD14-37C8D44326FB}" type="slidenum">
              <a:rPr lang="en-US" smtClean="0"/>
              <a:pPr/>
              <a:t>‹#›</a:t>
            </a:fld>
            <a:endParaRPr lang="en-US"/>
          </a:p>
        </p:txBody>
      </p:sp>
      <p:pic>
        <p:nvPicPr>
          <p:cNvPr id="3" name="Imagem 2" descr="Uma imagem com Tipo de letra, Gráficos, texto, captura de ecrã&#10;&#10;Descrição gerada automaticamente">
            <a:extLst>
              <a:ext uri="{FF2B5EF4-FFF2-40B4-BE49-F238E27FC236}">
                <a16:creationId xmlns:a16="http://schemas.microsoft.com/office/drawing/2014/main" id="{F4CF2E49-AF61-A0B6-1BC5-6D8192E7C710}"/>
              </a:ext>
            </a:extLst>
          </p:cNvPr>
          <p:cNvPicPr>
            <a:picLocks noChangeAspect="1"/>
          </p:cNvPicPr>
          <p:nvPr userDrawn="1"/>
        </p:nvPicPr>
        <p:blipFill>
          <a:blip r:embed="rId7" cstate="email">
            <a:extLst>
              <a:ext uri="{28A0092B-C50C-407E-A947-70E740481C1C}">
                <a14:useLocalDpi xmlns:a14="http://schemas.microsoft.com/office/drawing/2010/main"/>
              </a:ext>
            </a:extLst>
          </a:blip>
          <a:stretch>
            <a:fillRect/>
          </a:stretch>
        </p:blipFill>
        <p:spPr>
          <a:xfrm>
            <a:off x="11025045" y="478800"/>
            <a:ext cx="755792" cy="755792"/>
          </a:xfrm>
          <a:prstGeom prst="rect">
            <a:avLst/>
          </a:prstGeom>
        </p:spPr>
      </p:pic>
    </p:spTree>
    <p:extLst>
      <p:ext uri="{BB962C8B-B14F-4D97-AF65-F5344CB8AC3E}">
        <p14:creationId xmlns:p14="http://schemas.microsoft.com/office/powerpoint/2010/main" val="2451096752"/>
      </p:ext>
    </p:extLst>
  </p:cSld>
  <p:clrMapOvr>
    <a:masterClrMapping/>
  </p:clrMapOvr>
  <p:extLst>
    <p:ext uri="{DCECCB84-F9BA-43D5-87BE-67443E8EF086}">
      <p15:sldGuideLst xmlns:p15="http://schemas.microsoft.com/office/powerpoint/2012/main">
        <p15:guide id="1" pos="259">
          <p15:clr>
            <a:srgbClr val="65CEFF"/>
          </p15:clr>
        </p15:guide>
        <p15:guide id="2" pos="2526">
          <p15:clr>
            <a:srgbClr val="65CEFF"/>
          </p15:clr>
        </p15:guide>
        <p15:guide id="3" pos="2708">
          <p15:clr>
            <a:srgbClr val="65CEFF"/>
          </p15:clr>
        </p15:guide>
        <p15:guide id="4" pos="3705">
          <p15:clr>
            <a:srgbClr val="65CEFF"/>
          </p15:clr>
        </p15:guide>
        <p15:guide id="5" pos="3978">
          <p15:clr>
            <a:srgbClr val="65CEFF"/>
          </p15:clr>
        </p15:guide>
        <p15:guide id="7" pos="4975">
          <p15:clr>
            <a:srgbClr val="65CEFF"/>
          </p15:clr>
        </p15:guide>
        <p15:guide id="8" pos="5157">
          <p15:clr>
            <a:srgbClr val="65CEFF"/>
          </p15:clr>
        </p15:guide>
        <p15:guide id="9" pos="6472">
          <p15:clr>
            <a:srgbClr val="65CEFF"/>
          </p15:clr>
        </p15:guide>
        <p15:guide id="10" pos="7425">
          <p15:clr>
            <a:srgbClr val="65CEFF"/>
          </p15:clr>
        </p15:guide>
        <p15:guide id="11" orient="horz" pos="302">
          <p15:clr>
            <a:srgbClr val="65CEFF"/>
          </p15:clr>
        </p15:guide>
        <p15:guide id="12" orient="horz" pos="664">
          <p15:clr>
            <a:srgbClr val="65CEFF"/>
          </p15:clr>
        </p15:guide>
        <p15:guide id="13" orient="horz" pos="891">
          <p15:clr>
            <a:srgbClr val="65CEFF"/>
          </p15:clr>
        </p15:guide>
        <p15:guide id="14" orient="horz" pos="2206">
          <p15:clr>
            <a:srgbClr val="65CEFF"/>
          </p15:clr>
        </p15:guide>
        <p15:guide id="15" orient="horz" pos="2343">
          <p15:clr>
            <a:srgbClr val="65CEFF"/>
          </p15:clr>
        </p15:guide>
        <p15:guide id="16" orient="horz" pos="3658">
          <p15:clr>
            <a:srgbClr val="65CEFF"/>
          </p15:clr>
        </p15:guide>
        <p15:guide id="17" orient="horz" pos="3885">
          <p15:clr>
            <a:srgbClr val="65CEFF"/>
          </p15:clr>
        </p15:guide>
        <p15:guide id="18" orient="horz" pos="4157">
          <p15:clr>
            <a:srgbClr val="65CEFF"/>
          </p15:clr>
        </p15:guide>
      </p15:sldGuideLst>
    </p:ext>
  </p:extLst>
</p:sldLayout>
</file>

<file path=ppt/slideLayouts/slideLayout107.xml><?xml version="1.0" encoding="utf-8"?>
<p:sldLayout xmlns:a="http://schemas.openxmlformats.org/drawingml/2006/main" xmlns:r="http://schemas.openxmlformats.org/officeDocument/2006/relationships" xmlns:p="http://schemas.openxmlformats.org/presentationml/2006/main" preserve="1" userDrawn="1">
  <p:cSld name="Full bleed color Deep Blue">
    <p:bg>
      <p:bgRef idx="1001">
        <a:schemeClr val="bg2"/>
      </p:bgRef>
    </p:bg>
    <p:spTree>
      <p:nvGrpSpPr>
        <p:cNvPr id="1" name=""/>
        <p:cNvGrpSpPr/>
        <p:nvPr/>
      </p:nvGrpSpPr>
      <p:grpSpPr>
        <a:xfrm>
          <a:off x="0" y="0"/>
          <a:ext cx="0" cy="0"/>
          <a:chOff x="0" y="0"/>
          <a:chExt cx="0" cy="0"/>
        </a:xfrm>
      </p:grpSpPr>
      <p:graphicFrame>
        <p:nvGraphicFramePr>
          <p:cNvPr id="8" name="Object 7" hidden="1">
            <a:extLst>
              <a:ext uri="{FF2B5EF4-FFF2-40B4-BE49-F238E27FC236}">
                <a16:creationId xmlns:a16="http://schemas.microsoft.com/office/drawing/2014/main" id="{0BA1DB2C-2D65-80A3-F2B9-6CD2CBF44EC1}"/>
              </a:ext>
            </a:extLst>
          </p:cNvPr>
          <p:cNvGraphicFramePr>
            <a:graphicFrameLocks noChangeAspect="1"/>
          </p:cNvGraphicFramePr>
          <p:nvPr userDrawn="1">
            <p:custDataLst>
              <p:tags r:id="rId1"/>
            </p:custDataLst>
            <p:extLst>
              <p:ext uri="{D42A27DB-BD31-4B8C-83A1-F6EECF244321}">
                <p14:modId xmlns:p14="http://schemas.microsoft.com/office/powerpoint/2010/main" val="410798876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663" imgH="664" progId="TCLayout.ActiveDocument.1">
                  <p:embed/>
                </p:oleObj>
              </mc:Choice>
              <mc:Fallback>
                <p:oleObj name="think-cell Slide" r:id="rId3" imgW="663" imgH="664" progId="TCLayout.ActiveDocument.1">
                  <p:embed/>
                  <p:pic>
                    <p:nvPicPr>
                      <p:cNvPr id="8" name="Object 7" hidden="1">
                        <a:extLst>
                          <a:ext uri="{FF2B5EF4-FFF2-40B4-BE49-F238E27FC236}">
                            <a16:creationId xmlns:a16="http://schemas.microsoft.com/office/drawing/2014/main" id="{0BA1DB2C-2D65-80A3-F2B9-6CD2CBF44EC1}"/>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descr="Slide headline">
            <a:extLst>
              <a:ext uri="{FF2B5EF4-FFF2-40B4-BE49-F238E27FC236}">
                <a16:creationId xmlns:a16="http://schemas.microsoft.com/office/drawing/2014/main" id="{5CDB9E4A-37E0-45B2-BC93-C2EC503FB8F7}"/>
              </a:ext>
            </a:extLst>
          </p:cNvPr>
          <p:cNvSpPr>
            <a:spLocks noGrp="1"/>
          </p:cNvSpPr>
          <p:nvPr>
            <p:ph type="title"/>
          </p:nvPr>
        </p:nvSpPr>
        <p:spPr bwMode="black">
          <a:xfrm>
            <a:off x="410400" y="478800"/>
            <a:ext cx="9863997" cy="576000"/>
          </a:xfrm>
        </p:spPr>
        <p:txBody>
          <a:bodyPr vert="horz"/>
          <a:lstStyle>
            <a:lvl1pPr>
              <a:defRPr>
                <a:solidFill>
                  <a:schemeClr val="tx1"/>
                </a:solidFill>
              </a:defRPr>
            </a:lvl1pPr>
          </a:lstStyle>
          <a:p>
            <a:r>
              <a:rPr lang="en-US"/>
              <a:t>Click to edit Master title style</a:t>
            </a:r>
          </a:p>
        </p:txBody>
      </p:sp>
      <p:pic>
        <p:nvPicPr>
          <p:cNvPr id="7" name="Siemens Logo" descr="Siemens logo">
            <a:extLst>
              <a:ext uri="{FF2B5EF4-FFF2-40B4-BE49-F238E27FC236}">
                <a16:creationId xmlns:a16="http://schemas.microsoft.com/office/drawing/2014/main" id="{863976F1-B9C2-4217-A36A-7F1DCFF6EE2A}"/>
              </a:ext>
              <a:ext uri="{C183D7F6-B498-43B3-948B-1728B52AA6E4}">
                <adec:decorative xmlns:adec="http://schemas.microsoft.com/office/drawing/2017/decorative" val="0"/>
              </a:ext>
            </a:extLst>
          </p:cNvPr>
          <p:cNvPicPr>
            <a:picLocks noChangeAspect="1"/>
          </p:cNvPicPr>
          <p:nvPr userDrawn="1"/>
        </p:nvPicPr>
        <p:blipFill>
          <a:blip r:embed="rId5" cstate="email">
            <a:extLst>
              <a:ext uri="{28A0092B-C50C-407E-A947-70E740481C1C}">
                <a14:useLocalDpi xmlns:a14="http://schemas.microsoft.com/office/drawing/2010/main"/>
              </a:ext>
              <a:ext uri="{96DAC541-7B7A-43D3-8B79-37D633B846F1}">
                <asvg:svgBlip xmlns:asvg="http://schemas.microsoft.com/office/drawing/2016/SVG/main" r:embed="rId6"/>
              </a:ext>
            </a:extLst>
          </a:blip>
          <a:srcRect/>
          <a:stretch/>
        </p:blipFill>
        <p:spPr bwMode="black">
          <a:xfrm>
            <a:off x="10635188" y="6418800"/>
            <a:ext cx="1152000" cy="183168"/>
          </a:xfrm>
          <a:prstGeom prst="rect">
            <a:avLst/>
          </a:prstGeom>
        </p:spPr>
      </p:pic>
      <p:sp>
        <p:nvSpPr>
          <p:cNvPr id="5" name="Footer Placeholder" descr="Footer with copyright, author and department information, and date">
            <a:extLst>
              <a:ext uri="{FF2B5EF4-FFF2-40B4-BE49-F238E27FC236}">
                <a16:creationId xmlns:a16="http://schemas.microsoft.com/office/drawing/2014/main" id="{16495290-0795-4AB1-8AEA-2BB786783622}"/>
              </a:ext>
            </a:extLst>
          </p:cNvPr>
          <p:cNvSpPr>
            <a:spLocks noGrp="1"/>
          </p:cNvSpPr>
          <p:nvPr>
            <p:ph type="ftr" sz="quarter" idx="10"/>
          </p:nvPr>
        </p:nvSpPr>
        <p:spPr bwMode="black"/>
        <p:txBody>
          <a:bodyPr/>
          <a:lstStyle/>
          <a:p>
            <a:pPr>
              <a:lnSpc>
                <a:spcPct val="100000"/>
              </a:lnSpc>
            </a:pPr>
            <a:r>
              <a:rPr lang="en-US"/>
              <a:t>Restricted | © Siemens 2025 | SHERPA X | MM080 Purchase Requisition via Direct X</a:t>
            </a:r>
          </a:p>
        </p:txBody>
      </p:sp>
      <p:sp>
        <p:nvSpPr>
          <p:cNvPr id="6" name="Slide Number Placeholder">
            <a:extLst>
              <a:ext uri="{FF2B5EF4-FFF2-40B4-BE49-F238E27FC236}">
                <a16:creationId xmlns:a16="http://schemas.microsoft.com/office/drawing/2014/main" id="{E8FC1C65-873A-4B8F-BB57-51EEBC35A1A9}"/>
              </a:ext>
              <a:ext uri="{C183D7F6-B498-43B3-948B-1728B52AA6E4}">
                <adec:decorative xmlns:adec="http://schemas.microsoft.com/office/drawing/2017/decorative" val="1"/>
              </a:ext>
            </a:extLst>
          </p:cNvPr>
          <p:cNvSpPr>
            <a:spLocks noGrp="1"/>
          </p:cNvSpPr>
          <p:nvPr>
            <p:ph type="sldNum" sz="quarter" idx="11"/>
          </p:nvPr>
        </p:nvSpPr>
        <p:spPr bwMode="black"/>
        <p:txBody>
          <a:bodyPr/>
          <a:lstStyle/>
          <a:p>
            <a:r>
              <a:rPr lang="en-US"/>
              <a:t>Page </a:t>
            </a:r>
            <a:fld id="{15EBE321-CBB1-4E91-BD14-37C8D44326FB}" type="slidenum">
              <a:rPr lang="en-US" smtClean="0"/>
              <a:pPr/>
              <a:t>‹#›</a:t>
            </a:fld>
            <a:endParaRPr lang="en-US"/>
          </a:p>
        </p:txBody>
      </p:sp>
    </p:spTree>
    <p:extLst>
      <p:ext uri="{BB962C8B-B14F-4D97-AF65-F5344CB8AC3E}">
        <p14:creationId xmlns:p14="http://schemas.microsoft.com/office/powerpoint/2010/main" val="1334328909"/>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259">
          <p15:clr>
            <a:srgbClr val="65CEFF"/>
          </p15:clr>
        </p15:guide>
        <p15:guide id="2" pos="2526">
          <p15:clr>
            <a:srgbClr val="65CEFF"/>
          </p15:clr>
        </p15:guide>
        <p15:guide id="3" pos="2708">
          <p15:clr>
            <a:srgbClr val="65CEFF"/>
          </p15:clr>
        </p15:guide>
        <p15:guide id="4" pos="3705">
          <p15:clr>
            <a:srgbClr val="65CEFF"/>
          </p15:clr>
        </p15:guide>
        <p15:guide id="5" pos="3978">
          <p15:clr>
            <a:srgbClr val="65CEFF"/>
          </p15:clr>
        </p15:guide>
        <p15:guide id="7" pos="4975">
          <p15:clr>
            <a:srgbClr val="65CEFF"/>
          </p15:clr>
        </p15:guide>
        <p15:guide id="8" pos="5157">
          <p15:clr>
            <a:srgbClr val="65CEFF"/>
          </p15:clr>
        </p15:guide>
        <p15:guide id="9" pos="6472">
          <p15:clr>
            <a:srgbClr val="65CEFF"/>
          </p15:clr>
        </p15:guide>
        <p15:guide id="10" pos="7425">
          <p15:clr>
            <a:srgbClr val="65CEFF"/>
          </p15:clr>
        </p15:guide>
        <p15:guide id="11" orient="horz" pos="302">
          <p15:clr>
            <a:srgbClr val="65CEFF"/>
          </p15:clr>
        </p15:guide>
        <p15:guide id="12" orient="horz" pos="664">
          <p15:clr>
            <a:srgbClr val="65CEFF"/>
          </p15:clr>
        </p15:guide>
        <p15:guide id="13" orient="horz" pos="891">
          <p15:clr>
            <a:srgbClr val="65CEFF"/>
          </p15:clr>
        </p15:guide>
        <p15:guide id="14" orient="horz" pos="2206">
          <p15:clr>
            <a:srgbClr val="65CEFF"/>
          </p15:clr>
        </p15:guide>
        <p15:guide id="15" orient="horz" pos="2343">
          <p15:clr>
            <a:srgbClr val="65CEFF"/>
          </p15:clr>
        </p15:guide>
        <p15:guide id="16" orient="horz" pos="3658">
          <p15:clr>
            <a:srgbClr val="65CEFF"/>
          </p15:clr>
        </p15:guide>
        <p15:guide id="17" orient="horz" pos="3885">
          <p15:clr>
            <a:srgbClr val="65CEFF"/>
          </p15:clr>
        </p15:guide>
        <p15:guide id="18" orient="horz" pos="4157">
          <p15:clr>
            <a:srgbClr val="65CEFF"/>
          </p15:clr>
        </p15:guide>
      </p15:sldGuideLst>
    </p:ext>
  </p:extLst>
</p:sldLayout>
</file>

<file path=ppt/slideLayouts/slideLayout108.xml><?xml version="1.0" encoding="utf-8"?>
<p:sldLayout xmlns:a="http://schemas.openxmlformats.org/drawingml/2006/main" xmlns:r="http://schemas.openxmlformats.org/officeDocument/2006/relationships" xmlns:p="http://schemas.openxmlformats.org/presentationml/2006/main" preserve="1" userDrawn="1">
  <p:cSld name="7_Full bleed color Deep Blue">
    <p:bg>
      <p:bgRef idx="1001">
        <a:schemeClr val="bg2"/>
      </p:bgRef>
    </p:bg>
    <p:spTree>
      <p:nvGrpSpPr>
        <p:cNvPr id="1" name=""/>
        <p:cNvGrpSpPr/>
        <p:nvPr/>
      </p:nvGrpSpPr>
      <p:grpSpPr>
        <a:xfrm>
          <a:off x="0" y="0"/>
          <a:ext cx="0" cy="0"/>
          <a:chOff x="0" y="0"/>
          <a:chExt cx="0" cy="0"/>
        </a:xfrm>
      </p:grpSpPr>
      <p:graphicFrame>
        <p:nvGraphicFramePr>
          <p:cNvPr id="4" name="Object 3" hidden="1">
            <a:extLst>
              <a:ext uri="{FF2B5EF4-FFF2-40B4-BE49-F238E27FC236}">
                <a16:creationId xmlns:a16="http://schemas.microsoft.com/office/drawing/2014/main" id="{5606C141-1512-A34C-D3C1-A7152EA18082}"/>
              </a:ext>
            </a:extLst>
          </p:cNvPr>
          <p:cNvGraphicFramePr>
            <a:graphicFrameLocks noChangeAspect="1"/>
          </p:cNvGraphicFramePr>
          <p:nvPr userDrawn="1">
            <p:custDataLst>
              <p:tags r:id="rId1"/>
            </p:custDataLst>
            <p:extLst>
              <p:ext uri="{D42A27DB-BD31-4B8C-83A1-F6EECF244321}">
                <p14:modId xmlns:p14="http://schemas.microsoft.com/office/powerpoint/2010/main" val="524499774"/>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737" imgH="737" progId="TCLayout.ActiveDocument.1">
                  <p:embed/>
                </p:oleObj>
              </mc:Choice>
              <mc:Fallback>
                <p:oleObj name="think-cell Slide" r:id="rId3" imgW="737" imgH="737" progId="TCLayout.ActiveDocument.1">
                  <p:embed/>
                  <p:pic>
                    <p:nvPicPr>
                      <p:cNvPr id="4" name="Object 3" hidden="1">
                        <a:extLst>
                          <a:ext uri="{FF2B5EF4-FFF2-40B4-BE49-F238E27FC236}">
                            <a16:creationId xmlns:a16="http://schemas.microsoft.com/office/drawing/2014/main" id="{5606C141-1512-A34C-D3C1-A7152EA18082}"/>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3" name="Retângulo 2">
            <a:extLst>
              <a:ext uri="{FF2B5EF4-FFF2-40B4-BE49-F238E27FC236}">
                <a16:creationId xmlns:a16="http://schemas.microsoft.com/office/drawing/2014/main" id="{EAEE99BD-28E7-FE5E-FA77-0D47A3BA42F5}"/>
              </a:ext>
            </a:extLst>
          </p:cNvPr>
          <p:cNvSpPr/>
          <p:nvPr userDrawn="1"/>
        </p:nvSpPr>
        <p:spPr>
          <a:xfrm>
            <a:off x="0" y="0"/>
            <a:ext cx="12192000" cy="6858000"/>
          </a:xfrm>
          <a:prstGeom prst="rect">
            <a:avLst/>
          </a:prstGeom>
          <a:gradFill flip="none" rotWithShape="1">
            <a:gsLst>
              <a:gs pos="0">
                <a:srgbClr val="333255">
                  <a:alpha val="90000"/>
                </a:srgbClr>
              </a:gs>
              <a:gs pos="99000">
                <a:srgbClr val="0E0E35"/>
              </a:gs>
            </a:gsLst>
            <a:path path="circl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pPr algn="l"/>
            <a:endParaRPr lang="en-GB">
              <a:solidFill>
                <a:schemeClr val="tx1"/>
              </a:solidFill>
            </a:endParaRPr>
          </a:p>
        </p:txBody>
      </p:sp>
      <p:pic>
        <p:nvPicPr>
          <p:cNvPr id="7" name="Siemens Logo">
            <a:extLst>
              <a:ext uri="{FF2B5EF4-FFF2-40B4-BE49-F238E27FC236}">
                <a16:creationId xmlns:a16="http://schemas.microsoft.com/office/drawing/2014/main" id="{863976F1-B9C2-4217-A36A-7F1DCFF6EE2A}"/>
              </a:ext>
            </a:extLst>
          </p:cNvPr>
          <p:cNvPicPr>
            <a:picLocks noChangeAspect="1"/>
          </p:cNvPicPr>
          <p:nvPr userDrawn="1"/>
        </p:nvPicPr>
        <p:blipFill>
          <a:blip r:embed="rId5" cstate="email">
            <a:extLst>
              <a:ext uri="{28A0092B-C50C-407E-A947-70E740481C1C}">
                <a14:useLocalDpi xmlns:a14="http://schemas.microsoft.com/office/drawing/2010/main"/>
              </a:ext>
              <a:ext uri="{96DAC541-7B7A-43D3-8B79-37D633B846F1}">
                <asvg:svgBlip xmlns:asvg="http://schemas.microsoft.com/office/drawing/2016/SVG/main" r:embed="rId6"/>
              </a:ext>
            </a:extLst>
          </a:blip>
          <a:srcRect/>
          <a:stretch/>
        </p:blipFill>
        <p:spPr>
          <a:xfrm>
            <a:off x="10635188" y="6418800"/>
            <a:ext cx="1152000" cy="183168"/>
          </a:xfrm>
          <a:prstGeom prst="rect">
            <a:avLst/>
          </a:prstGeom>
        </p:spPr>
      </p:pic>
      <p:sp>
        <p:nvSpPr>
          <p:cNvPr id="8" name="Title Placeholder">
            <a:extLst>
              <a:ext uri="{FF2B5EF4-FFF2-40B4-BE49-F238E27FC236}">
                <a16:creationId xmlns:a16="http://schemas.microsoft.com/office/drawing/2014/main" id="{4315EF87-8232-406F-3929-2791AF0DD62F}"/>
              </a:ext>
            </a:extLst>
          </p:cNvPr>
          <p:cNvSpPr>
            <a:spLocks noGrp="1"/>
          </p:cNvSpPr>
          <p:nvPr>
            <p:ph type="title"/>
          </p:nvPr>
        </p:nvSpPr>
        <p:spPr>
          <a:xfrm>
            <a:off x="410400" y="478800"/>
            <a:ext cx="9863997" cy="576000"/>
          </a:xfrm>
          <a:prstGeom prst="rect">
            <a:avLst/>
          </a:prstGeom>
        </p:spPr>
        <p:txBody>
          <a:bodyPr vert="horz" lIns="0" tIns="0" rIns="324000" bIns="14400" rtlCol="0" anchor="t" anchorCtr="0">
            <a:noAutofit/>
          </a:bodyPr>
          <a:lstStyle>
            <a:lvl1pPr>
              <a:defRPr>
                <a:solidFill>
                  <a:schemeClr val="tx1"/>
                </a:solidFill>
              </a:defRPr>
            </a:lvl1pPr>
          </a:lstStyle>
          <a:p>
            <a:r>
              <a:rPr lang="en-US"/>
              <a:t>Click to edit Master title style</a:t>
            </a:r>
          </a:p>
        </p:txBody>
      </p:sp>
      <p:sp>
        <p:nvSpPr>
          <p:cNvPr id="10" name="Footer Placeholder">
            <a:extLst>
              <a:ext uri="{FF2B5EF4-FFF2-40B4-BE49-F238E27FC236}">
                <a16:creationId xmlns:a16="http://schemas.microsoft.com/office/drawing/2014/main" id="{A29C7FB6-EEF3-CCFA-F90F-B44B5967F6B9}"/>
              </a:ext>
            </a:extLst>
          </p:cNvPr>
          <p:cNvSpPr>
            <a:spLocks noGrp="1"/>
          </p:cNvSpPr>
          <p:nvPr>
            <p:ph type="ftr" sz="quarter" idx="3"/>
          </p:nvPr>
        </p:nvSpPr>
        <p:spPr>
          <a:xfrm>
            <a:off x="1059160" y="6310800"/>
            <a:ext cx="9216000" cy="547200"/>
          </a:xfrm>
          <a:prstGeom prst="rect">
            <a:avLst/>
          </a:prstGeom>
        </p:spPr>
        <p:txBody>
          <a:bodyPr vert="horz" lIns="0" tIns="0" rIns="0" bIns="61200" rtlCol="0" anchor="ctr" anchorCtr="0"/>
          <a:lstStyle>
            <a:lvl1pPr algn="l">
              <a:lnSpc>
                <a:spcPct val="100000"/>
              </a:lnSpc>
              <a:defRPr sz="900">
                <a:solidFill>
                  <a:schemeClr val="tx1"/>
                </a:solidFill>
              </a:defRPr>
            </a:lvl1pPr>
          </a:lstStyle>
          <a:p>
            <a:r>
              <a:rPr lang="en-US"/>
              <a:t>Restricted | © Siemens 2025 | SHERPA X | MM080 Purchase Requisition via Direct X</a:t>
            </a:r>
          </a:p>
        </p:txBody>
      </p:sp>
      <p:sp>
        <p:nvSpPr>
          <p:cNvPr id="13" name="Slide Number Placeholder">
            <a:extLst>
              <a:ext uri="{FF2B5EF4-FFF2-40B4-BE49-F238E27FC236}">
                <a16:creationId xmlns:a16="http://schemas.microsoft.com/office/drawing/2014/main" id="{E217BFFA-CD11-26FB-EB1B-CAB5E139BBD3}"/>
              </a:ext>
            </a:extLst>
          </p:cNvPr>
          <p:cNvSpPr>
            <a:spLocks noGrp="1"/>
          </p:cNvSpPr>
          <p:nvPr>
            <p:ph type="sldNum" sz="quarter" idx="4"/>
          </p:nvPr>
        </p:nvSpPr>
        <p:spPr>
          <a:xfrm>
            <a:off x="411162" y="6310800"/>
            <a:ext cx="648000" cy="547200"/>
          </a:xfrm>
          <a:prstGeom prst="rect">
            <a:avLst/>
          </a:prstGeom>
        </p:spPr>
        <p:txBody>
          <a:bodyPr vert="horz" lIns="0" tIns="0" rIns="0" bIns="61200" rtlCol="0" anchor="ctr" anchorCtr="0"/>
          <a:lstStyle>
            <a:lvl1pPr algn="l">
              <a:lnSpc>
                <a:spcPct val="100000"/>
              </a:lnSpc>
              <a:defRPr sz="900" b="1">
                <a:solidFill>
                  <a:schemeClr val="tx1"/>
                </a:solidFill>
              </a:defRPr>
            </a:lvl1pPr>
          </a:lstStyle>
          <a:p>
            <a:r>
              <a:rPr lang="en-US"/>
              <a:t>Page </a:t>
            </a:r>
            <a:fld id="{15EBE321-CBB1-4E91-BD14-37C8D44326FB}" type="slidenum">
              <a:rPr lang="en-US" smtClean="0"/>
              <a:pPr/>
              <a:t>‹#›</a:t>
            </a:fld>
            <a:endParaRPr lang="en-US"/>
          </a:p>
        </p:txBody>
      </p:sp>
      <p:pic>
        <p:nvPicPr>
          <p:cNvPr id="14" name="Imagem 11" descr="Uma imagem com texto&#10;&#10;Descrição gerada automaticamente">
            <a:extLst>
              <a:ext uri="{FF2B5EF4-FFF2-40B4-BE49-F238E27FC236}">
                <a16:creationId xmlns:a16="http://schemas.microsoft.com/office/drawing/2014/main" id="{0A0127EB-6D54-2C8F-08B0-DF83F9477FFB}"/>
              </a:ext>
            </a:extLst>
          </p:cNvPr>
          <p:cNvPicPr>
            <a:picLocks noChangeAspect="1"/>
          </p:cNvPicPr>
          <p:nvPr userDrawn="1"/>
        </p:nvPicPr>
        <p:blipFill>
          <a:blip r:embed="rId7" cstate="email">
            <a:extLst>
              <a:ext uri="{28A0092B-C50C-407E-A947-70E740481C1C}">
                <a14:useLocalDpi xmlns:a14="http://schemas.microsoft.com/office/drawing/2010/main"/>
              </a:ext>
            </a:extLst>
          </a:blip>
          <a:stretch>
            <a:fillRect/>
          </a:stretch>
        </p:blipFill>
        <p:spPr>
          <a:xfrm>
            <a:off x="11138881" y="434578"/>
            <a:ext cx="720000" cy="720000"/>
          </a:xfrm>
          <a:prstGeom prst="rect">
            <a:avLst/>
          </a:prstGeom>
        </p:spPr>
      </p:pic>
    </p:spTree>
    <p:extLst>
      <p:ext uri="{BB962C8B-B14F-4D97-AF65-F5344CB8AC3E}">
        <p14:creationId xmlns:p14="http://schemas.microsoft.com/office/powerpoint/2010/main" val="2442457259"/>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259">
          <p15:clr>
            <a:srgbClr val="65CEFF"/>
          </p15:clr>
        </p15:guide>
        <p15:guide id="2" pos="2526">
          <p15:clr>
            <a:srgbClr val="65CEFF"/>
          </p15:clr>
        </p15:guide>
        <p15:guide id="3" pos="2708">
          <p15:clr>
            <a:srgbClr val="65CEFF"/>
          </p15:clr>
        </p15:guide>
        <p15:guide id="4" pos="3705">
          <p15:clr>
            <a:srgbClr val="65CEFF"/>
          </p15:clr>
        </p15:guide>
        <p15:guide id="5" pos="3978">
          <p15:clr>
            <a:srgbClr val="65CEFF"/>
          </p15:clr>
        </p15:guide>
        <p15:guide id="7" pos="4975">
          <p15:clr>
            <a:srgbClr val="65CEFF"/>
          </p15:clr>
        </p15:guide>
        <p15:guide id="8" pos="5157">
          <p15:clr>
            <a:srgbClr val="65CEFF"/>
          </p15:clr>
        </p15:guide>
        <p15:guide id="9" pos="6472">
          <p15:clr>
            <a:srgbClr val="65CEFF"/>
          </p15:clr>
        </p15:guide>
        <p15:guide id="10" pos="7425">
          <p15:clr>
            <a:srgbClr val="65CEFF"/>
          </p15:clr>
        </p15:guide>
        <p15:guide id="11" orient="horz" pos="302">
          <p15:clr>
            <a:srgbClr val="65CEFF"/>
          </p15:clr>
        </p15:guide>
        <p15:guide id="12" orient="horz" pos="664">
          <p15:clr>
            <a:srgbClr val="65CEFF"/>
          </p15:clr>
        </p15:guide>
        <p15:guide id="13" orient="horz" pos="891">
          <p15:clr>
            <a:srgbClr val="65CEFF"/>
          </p15:clr>
        </p15:guide>
        <p15:guide id="14" orient="horz" pos="2206">
          <p15:clr>
            <a:srgbClr val="65CEFF"/>
          </p15:clr>
        </p15:guide>
        <p15:guide id="15" orient="horz" pos="2343">
          <p15:clr>
            <a:srgbClr val="65CEFF"/>
          </p15:clr>
        </p15:guide>
        <p15:guide id="16" orient="horz" pos="3658">
          <p15:clr>
            <a:srgbClr val="65CEFF"/>
          </p15:clr>
        </p15:guide>
        <p15:guide id="17" orient="horz" pos="3885">
          <p15:clr>
            <a:srgbClr val="65CEFF"/>
          </p15:clr>
        </p15:guide>
        <p15:guide id="18" orient="horz" pos="4157">
          <p15:clr>
            <a:srgbClr val="65CEFF"/>
          </p15:clr>
        </p15:guide>
      </p15:sldGuideLst>
    </p:ext>
  </p:extLst>
</p:sldLayout>
</file>

<file path=ppt/slideLayouts/slideLayout109.xml><?xml version="1.0" encoding="utf-8"?>
<p:sldLayout xmlns:a="http://schemas.openxmlformats.org/drawingml/2006/main" xmlns:r="http://schemas.openxmlformats.org/officeDocument/2006/relationships" xmlns:p="http://schemas.openxmlformats.org/presentationml/2006/main" preserve="1" userDrawn="1">
  <p:cSld name="Full bleed color Gradient">
    <p:bg>
      <p:bgPr>
        <a:gradFill flip="none" rotWithShape="1">
          <a:gsLst>
            <a:gs pos="40000">
              <a:schemeClr val="accent6"/>
            </a:gs>
            <a:gs pos="100000">
              <a:schemeClr val="accent1"/>
            </a:gs>
          </a:gsLst>
          <a:path path="circle">
            <a:fillToRect l="100000" t="100000"/>
          </a:path>
          <a:tileRect r="-100000" b="-100000"/>
        </a:gradFill>
        <a:effectLst/>
      </p:bgPr>
    </p:bg>
    <p:spTree>
      <p:nvGrpSpPr>
        <p:cNvPr id="1" name=""/>
        <p:cNvGrpSpPr/>
        <p:nvPr/>
      </p:nvGrpSpPr>
      <p:grpSpPr>
        <a:xfrm>
          <a:off x="0" y="0"/>
          <a:ext cx="0" cy="0"/>
          <a:chOff x="0" y="0"/>
          <a:chExt cx="0" cy="0"/>
        </a:xfrm>
      </p:grpSpPr>
      <p:graphicFrame>
        <p:nvGraphicFramePr>
          <p:cNvPr id="9" name="Object 8" hidden="1">
            <a:extLst>
              <a:ext uri="{FF2B5EF4-FFF2-40B4-BE49-F238E27FC236}">
                <a16:creationId xmlns:a16="http://schemas.microsoft.com/office/drawing/2014/main" id="{3ADA6C66-7966-F4E1-9B33-7A9DAAADC6B0}"/>
              </a:ext>
            </a:extLst>
          </p:cNvPr>
          <p:cNvGraphicFramePr>
            <a:graphicFrameLocks noChangeAspect="1"/>
          </p:cNvGraphicFramePr>
          <p:nvPr userDrawn="1">
            <p:custDataLst>
              <p:tags r:id="rId1"/>
            </p:custDataLst>
            <p:extLst>
              <p:ext uri="{D42A27DB-BD31-4B8C-83A1-F6EECF244321}">
                <p14:modId xmlns:p14="http://schemas.microsoft.com/office/powerpoint/2010/main" val="392038532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663" imgH="664" progId="TCLayout.ActiveDocument.1">
                  <p:embed/>
                </p:oleObj>
              </mc:Choice>
              <mc:Fallback>
                <p:oleObj name="think-cell Slide" r:id="rId3" imgW="663" imgH="664" progId="TCLayout.ActiveDocument.1">
                  <p:embed/>
                  <p:pic>
                    <p:nvPicPr>
                      <p:cNvPr id="9" name="Object 8" hidden="1">
                        <a:extLst>
                          <a:ext uri="{FF2B5EF4-FFF2-40B4-BE49-F238E27FC236}">
                            <a16:creationId xmlns:a16="http://schemas.microsoft.com/office/drawing/2014/main" id="{3ADA6C66-7966-F4E1-9B33-7A9DAAADC6B0}"/>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8" name="Color Stage">
            <a:extLst>
              <a:ext uri="{FF2B5EF4-FFF2-40B4-BE49-F238E27FC236}">
                <a16:creationId xmlns:a16="http://schemas.microsoft.com/office/drawing/2014/main" id="{B8172AC2-E83F-4EFD-B70E-DE91E64651D8}"/>
              </a:ext>
            </a:extLst>
          </p:cNvPr>
          <p:cNvSpPr/>
          <p:nvPr userDrawn="1"/>
        </p:nvSpPr>
        <p:spPr>
          <a:xfrm>
            <a:off x="0" y="1414463"/>
            <a:ext cx="12192000" cy="5443537"/>
          </a:xfrm>
          <a:prstGeom prst="rect">
            <a:avLst/>
          </a:prstGeom>
          <a:gradFill flip="none" rotWithShape="1">
            <a:gsLst>
              <a:gs pos="0">
                <a:schemeClr val="accent6"/>
              </a:gs>
              <a:gs pos="100000">
                <a:schemeClr val="bg2">
                  <a:alpha val="0"/>
                </a:schemeClr>
              </a:gs>
              <a:gs pos="40000">
                <a:schemeClr val="bg2">
                  <a:alpha val="50000"/>
                </a:schemeClr>
              </a:gs>
            </a:gsLst>
            <a:lin ang="162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pPr algn="l"/>
            <a:endParaRPr lang="en-US"/>
          </a:p>
        </p:txBody>
      </p:sp>
      <p:sp>
        <p:nvSpPr>
          <p:cNvPr id="2" name="Title" descr="Slide headline">
            <a:extLst>
              <a:ext uri="{FF2B5EF4-FFF2-40B4-BE49-F238E27FC236}">
                <a16:creationId xmlns:a16="http://schemas.microsoft.com/office/drawing/2014/main" id="{5CDB9E4A-37E0-45B2-BC93-C2EC503FB8F7}"/>
              </a:ext>
            </a:extLst>
          </p:cNvPr>
          <p:cNvSpPr>
            <a:spLocks noGrp="1"/>
          </p:cNvSpPr>
          <p:nvPr>
            <p:ph type="title"/>
          </p:nvPr>
        </p:nvSpPr>
        <p:spPr bwMode="black"/>
        <p:txBody>
          <a:bodyPr vert="horz"/>
          <a:lstStyle>
            <a:lvl1pPr>
              <a:defRPr>
                <a:solidFill>
                  <a:schemeClr val="tx1"/>
                </a:solidFill>
              </a:defRPr>
            </a:lvl1pPr>
          </a:lstStyle>
          <a:p>
            <a:r>
              <a:rPr lang="en-US"/>
              <a:t>Click to edit Master title style</a:t>
            </a:r>
          </a:p>
        </p:txBody>
      </p:sp>
      <p:pic>
        <p:nvPicPr>
          <p:cNvPr id="7" name="Siemens Logo" descr="Siemens logo">
            <a:extLst>
              <a:ext uri="{FF2B5EF4-FFF2-40B4-BE49-F238E27FC236}">
                <a16:creationId xmlns:a16="http://schemas.microsoft.com/office/drawing/2014/main" id="{863976F1-B9C2-4217-A36A-7F1DCFF6EE2A}"/>
              </a:ext>
              <a:ext uri="{C183D7F6-B498-43B3-948B-1728B52AA6E4}">
                <adec:decorative xmlns:adec="http://schemas.microsoft.com/office/drawing/2017/decorative" val="0"/>
              </a:ext>
            </a:extLst>
          </p:cNvPr>
          <p:cNvPicPr>
            <a:picLocks noChangeAspect="1"/>
          </p:cNvPicPr>
          <p:nvPr userDrawn="1"/>
        </p:nvPicPr>
        <p:blipFill>
          <a:blip r:embed="rId5" cstate="email">
            <a:extLst>
              <a:ext uri="{28A0092B-C50C-407E-A947-70E740481C1C}">
                <a14:useLocalDpi xmlns:a14="http://schemas.microsoft.com/office/drawing/2010/main"/>
              </a:ext>
              <a:ext uri="{96DAC541-7B7A-43D3-8B79-37D633B846F1}">
                <asvg:svgBlip xmlns:asvg="http://schemas.microsoft.com/office/drawing/2016/SVG/main" r:embed="rId6"/>
              </a:ext>
            </a:extLst>
          </a:blip>
          <a:srcRect/>
          <a:stretch/>
        </p:blipFill>
        <p:spPr bwMode="black">
          <a:xfrm>
            <a:off x="10635188" y="6418800"/>
            <a:ext cx="1152000" cy="183168"/>
          </a:xfrm>
          <a:prstGeom prst="rect">
            <a:avLst/>
          </a:prstGeom>
        </p:spPr>
      </p:pic>
      <p:sp>
        <p:nvSpPr>
          <p:cNvPr id="5" name="Footer Placeholder" descr="Footer with copyright, author and department information, and date">
            <a:extLst>
              <a:ext uri="{FF2B5EF4-FFF2-40B4-BE49-F238E27FC236}">
                <a16:creationId xmlns:a16="http://schemas.microsoft.com/office/drawing/2014/main" id="{E4BECE54-DDA8-4D2C-8A02-4C8E3E1585E1}"/>
              </a:ext>
            </a:extLst>
          </p:cNvPr>
          <p:cNvSpPr>
            <a:spLocks noGrp="1"/>
          </p:cNvSpPr>
          <p:nvPr>
            <p:ph type="ftr" sz="quarter" idx="10"/>
          </p:nvPr>
        </p:nvSpPr>
        <p:spPr bwMode="black"/>
        <p:txBody>
          <a:bodyPr/>
          <a:lstStyle/>
          <a:p>
            <a:pPr>
              <a:lnSpc>
                <a:spcPct val="100000"/>
              </a:lnSpc>
            </a:pPr>
            <a:r>
              <a:rPr lang="en-US"/>
              <a:t>Restricted | © Siemens 2025 | SHERPA X | MM080 Purchase Requisition via Direct X</a:t>
            </a:r>
          </a:p>
        </p:txBody>
      </p:sp>
      <p:sp>
        <p:nvSpPr>
          <p:cNvPr id="6" name="Slide Number Placeholder">
            <a:extLst>
              <a:ext uri="{FF2B5EF4-FFF2-40B4-BE49-F238E27FC236}">
                <a16:creationId xmlns:a16="http://schemas.microsoft.com/office/drawing/2014/main" id="{07B7E75B-80B4-49F8-AA70-A41C9D896853}"/>
              </a:ext>
              <a:ext uri="{C183D7F6-B498-43B3-948B-1728B52AA6E4}">
                <adec:decorative xmlns:adec="http://schemas.microsoft.com/office/drawing/2017/decorative" val="1"/>
              </a:ext>
            </a:extLst>
          </p:cNvPr>
          <p:cNvSpPr>
            <a:spLocks noGrp="1"/>
          </p:cNvSpPr>
          <p:nvPr>
            <p:ph type="sldNum" sz="quarter" idx="11"/>
          </p:nvPr>
        </p:nvSpPr>
        <p:spPr bwMode="black"/>
        <p:txBody>
          <a:bodyPr/>
          <a:lstStyle/>
          <a:p>
            <a:r>
              <a:rPr lang="en-US"/>
              <a:t>Page </a:t>
            </a:r>
            <a:fld id="{15EBE321-CBB1-4E91-BD14-37C8D44326FB}" type="slidenum">
              <a:rPr lang="en-US" smtClean="0"/>
              <a:pPr/>
              <a:t>‹#›</a:t>
            </a:fld>
            <a:endParaRPr lang="en-US"/>
          </a:p>
        </p:txBody>
      </p:sp>
    </p:spTree>
    <p:extLst>
      <p:ext uri="{BB962C8B-B14F-4D97-AF65-F5344CB8AC3E}">
        <p14:creationId xmlns:p14="http://schemas.microsoft.com/office/powerpoint/2010/main" val="43964700"/>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259">
          <p15:clr>
            <a:srgbClr val="65CEFF"/>
          </p15:clr>
        </p15:guide>
        <p15:guide id="2" pos="2526">
          <p15:clr>
            <a:srgbClr val="65CEFF"/>
          </p15:clr>
        </p15:guide>
        <p15:guide id="3" pos="2708">
          <p15:clr>
            <a:srgbClr val="65CEFF"/>
          </p15:clr>
        </p15:guide>
        <p15:guide id="4" pos="3705">
          <p15:clr>
            <a:srgbClr val="65CEFF"/>
          </p15:clr>
        </p15:guide>
        <p15:guide id="5" pos="3978">
          <p15:clr>
            <a:srgbClr val="65CEFF"/>
          </p15:clr>
        </p15:guide>
        <p15:guide id="7" pos="4975">
          <p15:clr>
            <a:srgbClr val="65CEFF"/>
          </p15:clr>
        </p15:guide>
        <p15:guide id="8" pos="5157">
          <p15:clr>
            <a:srgbClr val="65CEFF"/>
          </p15:clr>
        </p15:guide>
        <p15:guide id="9" pos="6472">
          <p15:clr>
            <a:srgbClr val="65CEFF"/>
          </p15:clr>
        </p15:guide>
        <p15:guide id="10" pos="7425">
          <p15:clr>
            <a:srgbClr val="65CEFF"/>
          </p15:clr>
        </p15:guide>
        <p15:guide id="11" orient="horz" pos="302">
          <p15:clr>
            <a:srgbClr val="65CEFF"/>
          </p15:clr>
        </p15:guide>
        <p15:guide id="12" orient="horz" pos="663">
          <p15:clr>
            <a:srgbClr val="65CEFF"/>
          </p15:clr>
        </p15:guide>
        <p15:guide id="13" orient="horz" pos="891">
          <p15:clr>
            <a:srgbClr val="65CEFF"/>
          </p15:clr>
        </p15:guide>
        <p15:guide id="14" orient="horz" pos="2206">
          <p15:clr>
            <a:srgbClr val="65CEFF"/>
          </p15:clr>
        </p15:guide>
        <p15:guide id="15" orient="horz" pos="2343">
          <p15:clr>
            <a:srgbClr val="65CEFF"/>
          </p15:clr>
        </p15:guide>
        <p15:guide id="16" orient="horz" pos="3658">
          <p15:clr>
            <a:srgbClr val="65CEFF"/>
          </p15:clr>
        </p15:guide>
        <p15:guide id="17" orient="horz" pos="3885">
          <p15:clr>
            <a:srgbClr val="65CEFF"/>
          </p15:clr>
        </p15:guide>
        <p15:guide id="18" orient="horz" pos="4157">
          <p15:clr>
            <a:srgbClr val="65CEFF"/>
          </p15:clr>
        </p15:guide>
      </p15:sldGuideLst>
    </p:ext>
  </p:extLst>
</p:sldLayout>
</file>

<file path=ppt/slideLayouts/slideLayout110.xml><?xml version="1.0" encoding="utf-8"?>
<p:sldLayout xmlns:a="http://schemas.openxmlformats.org/drawingml/2006/main" xmlns:r="http://schemas.openxmlformats.org/officeDocument/2006/relationships" xmlns:p="http://schemas.openxmlformats.org/presentationml/2006/main" preserve="1" userDrawn="1">
  <p:cSld name="Full bleed color Light Sand">
    <p:bg>
      <p:bgRef idx="1001">
        <a:schemeClr val="bg2"/>
      </p:bgRef>
    </p:bg>
    <p:spTree>
      <p:nvGrpSpPr>
        <p:cNvPr id="1" name=""/>
        <p:cNvGrpSpPr/>
        <p:nvPr/>
      </p:nvGrpSpPr>
      <p:grpSpPr>
        <a:xfrm>
          <a:off x="0" y="0"/>
          <a:ext cx="0" cy="0"/>
          <a:chOff x="0" y="0"/>
          <a:chExt cx="0" cy="0"/>
        </a:xfrm>
      </p:grpSpPr>
      <p:graphicFrame>
        <p:nvGraphicFramePr>
          <p:cNvPr id="7" name="Object 6" hidden="1">
            <a:extLst>
              <a:ext uri="{FF2B5EF4-FFF2-40B4-BE49-F238E27FC236}">
                <a16:creationId xmlns:a16="http://schemas.microsoft.com/office/drawing/2014/main" id="{BF307510-1CD4-7DA5-F914-34C4C89D9AE5}"/>
              </a:ext>
            </a:extLst>
          </p:cNvPr>
          <p:cNvGraphicFramePr>
            <a:graphicFrameLocks noChangeAspect="1"/>
          </p:cNvGraphicFramePr>
          <p:nvPr userDrawn="1">
            <p:custDataLst>
              <p:tags r:id="rId1"/>
            </p:custDataLst>
            <p:extLst>
              <p:ext uri="{D42A27DB-BD31-4B8C-83A1-F6EECF244321}">
                <p14:modId xmlns:p14="http://schemas.microsoft.com/office/powerpoint/2010/main" val="299378737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663" imgH="664" progId="TCLayout.ActiveDocument.1">
                  <p:embed/>
                </p:oleObj>
              </mc:Choice>
              <mc:Fallback>
                <p:oleObj name="think-cell Slide" r:id="rId3" imgW="663" imgH="664" progId="TCLayout.ActiveDocument.1">
                  <p:embed/>
                  <p:pic>
                    <p:nvPicPr>
                      <p:cNvPr id="7" name="Object 6" hidden="1">
                        <a:extLst>
                          <a:ext uri="{FF2B5EF4-FFF2-40B4-BE49-F238E27FC236}">
                            <a16:creationId xmlns:a16="http://schemas.microsoft.com/office/drawing/2014/main" id="{BF307510-1CD4-7DA5-F914-34C4C89D9AE5}"/>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descr="Slide headline">
            <a:extLst>
              <a:ext uri="{FF2B5EF4-FFF2-40B4-BE49-F238E27FC236}">
                <a16:creationId xmlns:a16="http://schemas.microsoft.com/office/drawing/2014/main" id="{5CDB9E4A-37E0-45B2-BC93-C2EC503FB8F7}"/>
              </a:ext>
            </a:extLst>
          </p:cNvPr>
          <p:cNvSpPr>
            <a:spLocks noGrp="1"/>
          </p:cNvSpPr>
          <p:nvPr>
            <p:ph type="title"/>
          </p:nvPr>
        </p:nvSpPr>
        <p:spPr bwMode="black"/>
        <p:txBody>
          <a:bodyPr vert="horz"/>
          <a:lstStyle>
            <a:lvl1pPr>
              <a:defRPr>
                <a:solidFill>
                  <a:srgbClr val="000028"/>
                </a:solidFill>
              </a:defRPr>
            </a:lvl1pPr>
          </a:lstStyle>
          <a:p>
            <a:r>
              <a:rPr lang="en-US"/>
              <a:t>Click to edit Master title style</a:t>
            </a:r>
          </a:p>
        </p:txBody>
      </p:sp>
      <p:pic>
        <p:nvPicPr>
          <p:cNvPr id="8" name="Siemens Logo" descr="Siemens logo">
            <a:extLst>
              <a:ext uri="{FF2B5EF4-FFF2-40B4-BE49-F238E27FC236}">
                <a16:creationId xmlns:a16="http://schemas.microsoft.com/office/drawing/2014/main" id="{1AC59AB3-8DAC-43B8-977E-A91337DC0825}"/>
              </a:ext>
              <a:ext uri="{C183D7F6-B498-43B3-948B-1728B52AA6E4}">
                <adec:decorative xmlns:adec="http://schemas.microsoft.com/office/drawing/2017/decorative" val="0"/>
              </a:ext>
            </a:extLst>
          </p:cNvPr>
          <p:cNvPicPr>
            <a:picLocks noChangeAspect="1"/>
          </p:cNvPicPr>
          <p:nvPr userDrawn="1"/>
        </p:nvPicPr>
        <p:blipFill>
          <a:blip r:embed="rId5" cstate="email">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p:blipFill>
        <p:spPr bwMode="black">
          <a:xfrm>
            <a:off x="10635188" y="6418800"/>
            <a:ext cx="1152000" cy="183168"/>
          </a:xfrm>
          <a:prstGeom prst="rect">
            <a:avLst/>
          </a:prstGeom>
        </p:spPr>
      </p:pic>
      <p:sp>
        <p:nvSpPr>
          <p:cNvPr id="5" name="Footer Placeholder" descr="Footer with copyright, author and department information, and date">
            <a:extLst>
              <a:ext uri="{FF2B5EF4-FFF2-40B4-BE49-F238E27FC236}">
                <a16:creationId xmlns:a16="http://schemas.microsoft.com/office/drawing/2014/main" id="{16495290-0795-4AB1-8AEA-2BB786783622}"/>
              </a:ext>
            </a:extLst>
          </p:cNvPr>
          <p:cNvSpPr>
            <a:spLocks noGrp="1"/>
          </p:cNvSpPr>
          <p:nvPr>
            <p:ph type="ftr" sz="quarter" idx="10"/>
          </p:nvPr>
        </p:nvSpPr>
        <p:spPr bwMode="black"/>
        <p:txBody>
          <a:bodyPr/>
          <a:lstStyle>
            <a:lvl1pPr>
              <a:defRPr>
                <a:solidFill>
                  <a:schemeClr val="tx2"/>
                </a:solidFill>
              </a:defRPr>
            </a:lvl1pPr>
          </a:lstStyle>
          <a:p>
            <a:r>
              <a:rPr lang="en-US"/>
              <a:t>Restricted | © Siemens 2025 | SHERPA X | MM080 Purchase Requisition via Direct X</a:t>
            </a:r>
          </a:p>
        </p:txBody>
      </p:sp>
      <p:sp>
        <p:nvSpPr>
          <p:cNvPr id="6" name="Slide Number Placeholder">
            <a:extLst>
              <a:ext uri="{FF2B5EF4-FFF2-40B4-BE49-F238E27FC236}">
                <a16:creationId xmlns:a16="http://schemas.microsoft.com/office/drawing/2014/main" id="{E8FC1C65-873A-4B8F-BB57-51EEBC35A1A9}"/>
              </a:ext>
              <a:ext uri="{C183D7F6-B498-43B3-948B-1728B52AA6E4}">
                <adec:decorative xmlns:adec="http://schemas.microsoft.com/office/drawing/2017/decorative" val="1"/>
              </a:ext>
            </a:extLst>
          </p:cNvPr>
          <p:cNvSpPr>
            <a:spLocks noGrp="1"/>
          </p:cNvSpPr>
          <p:nvPr>
            <p:ph type="sldNum" sz="quarter" idx="11"/>
          </p:nvPr>
        </p:nvSpPr>
        <p:spPr bwMode="black"/>
        <p:txBody>
          <a:bodyPr/>
          <a:lstStyle>
            <a:lvl1pPr>
              <a:defRPr>
                <a:solidFill>
                  <a:schemeClr val="tx2"/>
                </a:solidFill>
              </a:defRPr>
            </a:lvl1pPr>
          </a:lstStyle>
          <a:p>
            <a:r>
              <a:rPr lang="en-US"/>
              <a:t>Page </a:t>
            </a:r>
            <a:fld id="{15EBE321-CBB1-4E91-BD14-37C8D44326FB}" type="slidenum">
              <a:rPr lang="en-US" smtClean="0"/>
              <a:pPr/>
              <a:t>‹#›</a:t>
            </a:fld>
            <a:endParaRPr lang="en-US"/>
          </a:p>
        </p:txBody>
      </p:sp>
      <p:pic>
        <p:nvPicPr>
          <p:cNvPr id="3" name="Imagem 2" descr="Uma imagem com Tipo de letra, Gráficos, texto, captura de ecrã&#10;&#10;Descrição gerada automaticamente">
            <a:extLst>
              <a:ext uri="{FF2B5EF4-FFF2-40B4-BE49-F238E27FC236}">
                <a16:creationId xmlns:a16="http://schemas.microsoft.com/office/drawing/2014/main" id="{964BA73B-5A07-47C4-996D-44A95DD14808}"/>
              </a:ext>
            </a:extLst>
          </p:cNvPr>
          <p:cNvPicPr>
            <a:picLocks noChangeAspect="1"/>
          </p:cNvPicPr>
          <p:nvPr userDrawn="1"/>
        </p:nvPicPr>
        <p:blipFill>
          <a:blip r:embed="rId7" cstate="email">
            <a:extLst>
              <a:ext uri="{28A0092B-C50C-407E-A947-70E740481C1C}">
                <a14:useLocalDpi xmlns:a14="http://schemas.microsoft.com/office/drawing/2010/main"/>
              </a:ext>
            </a:extLst>
          </a:blip>
          <a:stretch>
            <a:fillRect/>
          </a:stretch>
        </p:blipFill>
        <p:spPr>
          <a:xfrm>
            <a:off x="11025045" y="478800"/>
            <a:ext cx="755792" cy="755792"/>
          </a:xfrm>
          <a:prstGeom prst="rect">
            <a:avLst/>
          </a:prstGeom>
        </p:spPr>
      </p:pic>
    </p:spTree>
    <p:extLst>
      <p:ext uri="{BB962C8B-B14F-4D97-AF65-F5344CB8AC3E}">
        <p14:creationId xmlns:p14="http://schemas.microsoft.com/office/powerpoint/2010/main" val="3191187054"/>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pos="259">
          <p15:clr>
            <a:srgbClr val="65CEFF"/>
          </p15:clr>
        </p15:guide>
        <p15:guide id="2" pos="2526">
          <p15:clr>
            <a:srgbClr val="65CEFF"/>
          </p15:clr>
        </p15:guide>
        <p15:guide id="3" pos="2708">
          <p15:clr>
            <a:srgbClr val="65CEFF"/>
          </p15:clr>
        </p15:guide>
        <p15:guide id="4" pos="3705">
          <p15:clr>
            <a:srgbClr val="65CEFF"/>
          </p15:clr>
        </p15:guide>
        <p15:guide id="5" pos="3978">
          <p15:clr>
            <a:srgbClr val="65CEFF"/>
          </p15:clr>
        </p15:guide>
        <p15:guide id="7" pos="4975">
          <p15:clr>
            <a:srgbClr val="65CEFF"/>
          </p15:clr>
        </p15:guide>
        <p15:guide id="8" pos="5157">
          <p15:clr>
            <a:srgbClr val="65CEFF"/>
          </p15:clr>
        </p15:guide>
        <p15:guide id="9" pos="6472">
          <p15:clr>
            <a:srgbClr val="65CEFF"/>
          </p15:clr>
        </p15:guide>
        <p15:guide id="10" pos="7425">
          <p15:clr>
            <a:srgbClr val="65CEFF"/>
          </p15:clr>
        </p15:guide>
        <p15:guide id="11" orient="horz" pos="302">
          <p15:clr>
            <a:srgbClr val="65CEFF"/>
          </p15:clr>
        </p15:guide>
        <p15:guide id="12" orient="horz" pos="664">
          <p15:clr>
            <a:srgbClr val="65CEFF"/>
          </p15:clr>
        </p15:guide>
        <p15:guide id="13" orient="horz" pos="891">
          <p15:clr>
            <a:srgbClr val="65CEFF"/>
          </p15:clr>
        </p15:guide>
        <p15:guide id="14" orient="horz" pos="2206">
          <p15:clr>
            <a:srgbClr val="65CEFF"/>
          </p15:clr>
        </p15:guide>
        <p15:guide id="15" orient="horz" pos="2343">
          <p15:clr>
            <a:srgbClr val="65CEFF"/>
          </p15:clr>
        </p15:guide>
        <p15:guide id="16" orient="horz" pos="3658">
          <p15:clr>
            <a:srgbClr val="65CEFF"/>
          </p15:clr>
        </p15:guide>
        <p15:guide id="17" orient="horz" pos="3885">
          <p15:clr>
            <a:srgbClr val="65CEFF"/>
          </p15:clr>
        </p15:guide>
        <p15:guide id="18" orient="horz" pos="4157">
          <p15:clr>
            <a:srgbClr val="65CEFF"/>
          </p15:clr>
        </p15:guide>
      </p15:sldGuideLst>
    </p:ext>
  </p:extLst>
</p:sldLayout>
</file>

<file path=ppt/slideLayouts/slideLayout111.xml><?xml version="1.0" encoding="utf-8"?>
<p:sldLayout xmlns:a="http://schemas.openxmlformats.org/drawingml/2006/main" xmlns:r="http://schemas.openxmlformats.org/officeDocument/2006/relationships" xmlns:p="http://schemas.openxmlformats.org/presentationml/2006/main" preserve="1" userDrawn="1">
  <p:cSld name="One object (small)">
    <p:spTree>
      <p:nvGrpSpPr>
        <p:cNvPr id="1" name=""/>
        <p:cNvGrpSpPr/>
        <p:nvPr/>
      </p:nvGrpSpPr>
      <p:grpSpPr>
        <a:xfrm>
          <a:off x="0" y="0"/>
          <a:ext cx="0" cy="0"/>
          <a:chOff x="0" y="0"/>
          <a:chExt cx="0" cy="0"/>
        </a:xfrm>
      </p:grpSpPr>
      <p:graphicFrame>
        <p:nvGraphicFramePr>
          <p:cNvPr id="9" name="Object 8" hidden="1">
            <a:extLst>
              <a:ext uri="{FF2B5EF4-FFF2-40B4-BE49-F238E27FC236}">
                <a16:creationId xmlns:a16="http://schemas.microsoft.com/office/drawing/2014/main" id="{5AF8D565-19AD-F232-35A2-0E008502A9B8}"/>
              </a:ext>
            </a:extLst>
          </p:cNvPr>
          <p:cNvGraphicFramePr>
            <a:graphicFrameLocks noChangeAspect="1"/>
          </p:cNvGraphicFramePr>
          <p:nvPr userDrawn="1">
            <p:custDataLst>
              <p:tags r:id="rId1"/>
            </p:custDataLst>
            <p:extLst>
              <p:ext uri="{D42A27DB-BD31-4B8C-83A1-F6EECF244321}">
                <p14:modId xmlns:p14="http://schemas.microsoft.com/office/powerpoint/2010/main" val="2521321022"/>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663" imgH="664" progId="TCLayout.ActiveDocument.1">
                  <p:embed/>
                </p:oleObj>
              </mc:Choice>
              <mc:Fallback>
                <p:oleObj name="think-cell Slide" r:id="rId3" imgW="663" imgH="664" progId="TCLayout.ActiveDocument.1">
                  <p:embed/>
                  <p:pic>
                    <p:nvPicPr>
                      <p:cNvPr id="9" name="Object 8" hidden="1">
                        <a:extLst>
                          <a:ext uri="{FF2B5EF4-FFF2-40B4-BE49-F238E27FC236}">
                            <a16:creationId xmlns:a16="http://schemas.microsoft.com/office/drawing/2014/main" id="{5AF8D565-19AD-F232-35A2-0E008502A9B8}"/>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7" name="Title" descr="Slide headline">
            <a:extLst>
              <a:ext uri="{FF2B5EF4-FFF2-40B4-BE49-F238E27FC236}">
                <a16:creationId xmlns:a16="http://schemas.microsoft.com/office/drawing/2014/main" id="{9C4633C1-8D3E-45A5-A522-817574663A85}"/>
              </a:ext>
            </a:extLst>
          </p:cNvPr>
          <p:cNvSpPr>
            <a:spLocks noGrp="1"/>
          </p:cNvSpPr>
          <p:nvPr>
            <p:ph type="title"/>
          </p:nvPr>
        </p:nvSpPr>
        <p:spPr bwMode="black"/>
        <p:txBody>
          <a:bodyPr vert="horz"/>
          <a:lstStyle>
            <a:lvl1pPr>
              <a:defRPr>
                <a:solidFill>
                  <a:srgbClr val="000028"/>
                </a:solidFill>
              </a:defRPr>
            </a:lvl1pPr>
          </a:lstStyle>
          <a:p>
            <a:r>
              <a:rPr lang="en-US"/>
              <a:t>Click to edit Master title style</a:t>
            </a:r>
          </a:p>
        </p:txBody>
      </p:sp>
      <p:sp>
        <p:nvSpPr>
          <p:cNvPr id="3" name="Copy" descr="Content text frame">
            <a:extLst>
              <a:ext uri="{FF2B5EF4-FFF2-40B4-BE49-F238E27FC236}">
                <a16:creationId xmlns:a16="http://schemas.microsoft.com/office/drawing/2014/main" id="{9CE7E2D8-94E8-4FE6-93A5-924CA3EC5315}"/>
              </a:ext>
            </a:extLst>
          </p:cNvPr>
          <p:cNvSpPr>
            <a:spLocks noGrp="1"/>
          </p:cNvSpPr>
          <p:nvPr>
            <p:ph idx="1"/>
          </p:nvPr>
        </p:nvSpPr>
        <p:spPr bwMode="black">
          <a:xfrm>
            <a:off x="411162" y="1414800"/>
            <a:ext cx="7199313" cy="4752000"/>
          </a:xfrm>
          <a:prstGeom prst="rect">
            <a:avLst/>
          </a:prstGeom>
        </p:spPr>
        <p:txBody>
          <a:bodyPr>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pic>
        <p:nvPicPr>
          <p:cNvPr id="8" name="Siemens Logo" descr="Siemens logo">
            <a:extLst>
              <a:ext uri="{FF2B5EF4-FFF2-40B4-BE49-F238E27FC236}">
                <a16:creationId xmlns:a16="http://schemas.microsoft.com/office/drawing/2014/main" id="{91EB517C-C8FD-4E2E-B744-DB952E96B478}"/>
              </a:ext>
              <a:ext uri="{C183D7F6-B498-43B3-948B-1728B52AA6E4}">
                <adec:decorative xmlns:adec="http://schemas.microsoft.com/office/drawing/2017/decorative" val="0"/>
              </a:ext>
            </a:extLst>
          </p:cNvPr>
          <p:cNvPicPr>
            <a:picLocks noChangeAspect="1"/>
          </p:cNvPicPr>
          <p:nvPr userDrawn="1"/>
        </p:nvPicPr>
        <p:blipFill>
          <a:blip r:embed="rId5" cstate="email">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p:blipFill>
        <p:spPr bwMode="black">
          <a:xfrm>
            <a:off x="10635188" y="6418800"/>
            <a:ext cx="1152000" cy="183168"/>
          </a:xfrm>
          <a:prstGeom prst="rect">
            <a:avLst/>
          </a:prstGeom>
        </p:spPr>
      </p:pic>
      <p:sp>
        <p:nvSpPr>
          <p:cNvPr id="5" name="Footer Placeholder" descr="Footer with copyright, author and department information, and date">
            <a:extLst>
              <a:ext uri="{FF2B5EF4-FFF2-40B4-BE49-F238E27FC236}">
                <a16:creationId xmlns:a16="http://schemas.microsoft.com/office/drawing/2014/main" id="{E519D384-FA09-4D60-95A8-589F157A93F4}"/>
              </a:ext>
            </a:extLst>
          </p:cNvPr>
          <p:cNvSpPr>
            <a:spLocks noGrp="1"/>
          </p:cNvSpPr>
          <p:nvPr>
            <p:ph type="ftr" sz="quarter" idx="10"/>
          </p:nvPr>
        </p:nvSpPr>
        <p:spPr bwMode="black"/>
        <p:txBody>
          <a:bodyPr/>
          <a:lstStyle/>
          <a:p>
            <a:pPr>
              <a:lnSpc>
                <a:spcPct val="100000"/>
              </a:lnSpc>
            </a:pPr>
            <a:r>
              <a:rPr lang="en-US"/>
              <a:t>Restricted | © Siemens 2025 | SHERPA X | MM080 Purchase Requisition via Direct X</a:t>
            </a:r>
          </a:p>
        </p:txBody>
      </p:sp>
      <p:sp>
        <p:nvSpPr>
          <p:cNvPr id="6" name="Slide Number Placeholder">
            <a:extLst>
              <a:ext uri="{FF2B5EF4-FFF2-40B4-BE49-F238E27FC236}">
                <a16:creationId xmlns:a16="http://schemas.microsoft.com/office/drawing/2014/main" id="{7B1666FD-2258-443A-846C-6C7533C61D5C}"/>
              </a:ext>
              <a:ext uri="{C183D7F6-B498-43B3-948B-1728B52AA6E4}">
                <adec:decorative xmlns:adec="http://schemas.microsoft.com/office/drawing/2017/decorative" val="1"/>
              </a:ext>
            </a:extLst>
          </p:cNvPr>
          <p:cNvSpPr>
            <a:spLocks noGrp="1"/>
          </p:cNvSpPr>
          <p:nvPr>
            <p:ph type="sldNum" sz="quarter" idx="11"/>
          </p:nvPr>
        </p:nvSpPr>
        <p:spPr bwMode="black"/>
        <p:txBody>
          <a:bodyPr/>
          <a:lstStyle/>
          <a:p>
            <a:r>
              <a:rPr lang="en-US"/>
              <a:t>Page </a:t>
            </a:r>
            <a:fld id="{15EBE321-CBB1-4E91-BD14-37C8D44326FB}" type="slidenum">
              <a:rPr lang="en-US" smtClean="0"/>
              <a:pPr/>
              <a:t>‹#›</a:t>
            </a:fld>
            <a:endParaRPr lang="en-US"/>
          </a:p>
        </p:txBody>
      </p:sp>
      <p:pic>
        <p:nvPicPr>
          <p:cNvPr id="2" name="Imagem 1" descr="Uma imagem com Tipo de letra, Gráficos, texto, captura de ecrã&#10;&#10;Descrição gerada automaticamente">
            <a:extLst>
              <a:ext uri="{FF2B5EF4-FFF2-40B4-BE49-F238E27FC236}">
                <a16:creationId xmlns:a16="http://schemas.microsoft.com/office/drawing/2014/main" id="{366D69E8-0F49-9540-3607-3071D9A70559}"/>
              </a:ext>
            </a:extLst>
          </p:cNvPr>
          <p:cNvPicPr>
            <a:picLocks noChangeAspect="1"/>
          </p:cNvPicPr>
          <p:nvPr userDrawn="1"/>
        </p:nvPicPr>
        <p:blipFill>
          <a:blip r:embed="rId7" cstate="email">
            <a:extLst>
              <a:ext uri="{28A0092B-C50C-407E-A947-70E740481C1C}">
                <a14:useLocalDpi xmlns:a14="http://schemas.microsoft.com/office/drawing/2010/main"/>
              </a:ext>
            </a:extLst>
          </a:blip>
          <a:stretch>
            <a:fillRect/>
          </a:stretch>
        </p:blipFill>
        <p:spPr>
          <a:xfrm>
            <a:off x="11025045" y="478800"/>
            <a:ext cx="755792" cy="755792"/>
          </a:xfrm>
          <a:prstGeom prst="rect">
            <a:avLst/>
          </a:prstGeom>
        </p:spPr>
      </p:pic>
    </p:spTree>
    <p:extLst>
      <p:ext uri="{BB962C8B-B14F-4D97-AF65-F5344CB8AC3E}">
        <p14:creationId xmlns:p14="http://schemas.microsoft.com/office/powerpoint/2010/main" val="767768419"/>
      </p:ext>
    </p:extLst>
  </p:cSld>
  <p:clrMapOvr>
    <a:masterClrMapping/>
  </p:clrMapOvr>
  <p:extLst>
    <p:ext uri="{DCECCB84-F9BA-43D5-87BE-67443E8EF086}">
      <p15:sldGuideLst xmlns:p15="http://schemas.microsoft.com/office/powerpoint/2012/main">
        <p15:guide id="1" pos="259">
          <p15:clr>
            <a:srgbClr val="65CEFF"/>
          </p15:clr>
        </p15:guide>
        <p15:guide id="2" pos="4794">
          <p15:clr>
            <a:srgbClr val="65CEFF"/>
          </p15:clr>
        </p15:guide>
        <p15:guide id="3" pos="6472">
          <p15:clr>
            <a:srgbClr val="65CEFF"/>
          </p15:clr>
        </p15:guide>
        <p15:guide id="4" pos="7425">
          <p15:clr>
            <a:srgbClr val="65CEFF"/>
          </p15:clr>
        </p15:guide>
        <p15:guide id="5" orient="horz" pos="302">
          <p15:clr>
            <a:srgbClr val="65CEFF"/>
          </p15:clr>
        </p15:guide>
        <p15:guide id="6" orient="horz" pos="664">
          <p15:clr>
            <a:srgbClr val="65CEFF"/>
          </p15:clr>
        </p15:guide>
        <p15:guide id="7" orient="horz" pos="891">
          <p15:clr>
            <a:srgbClr val="65CEFF"/>
          </p15:clr>
        </p15:guide>
        <p15:guide id="8" orient="horz" pos="3658">
          <p15:clr>
            <a:srgbClr val="65CEFF"/>
          </p15:clr>
        </p15:guide>
        <p15:guide id="9" orient="horz" pos="3885">
          <p15:clr>
            <a:srgbClr val="65CEFF"/>
          </p15:clr>
        </p15:guide>
        <p15:guide id="10" orient="horz" pos="4157">
          <p15:clr>
            <a:srgbClr val="65CEFF"/>
          </p15:clr>
        </p15:guide>
      </p15:sldGuideLst>
    </p:ext>
  </p:extLst>
</p:sldLayout>
</file>

<file path=ppt/slideLayouts/slideLayout112.xml><?xml version="1.0" encoding="utf-8"?>
<p:sldLayout xmlns:a="http://schemas.openxmlformats.org/drawingml/2006/main" xmlns:r="http://schemas.openxmlformats.org/officeDocument/2006/relationships" xmlns:p="http://schemas.openxmlformats.org/presentationml/2006/main" preserve="1" userDrawn="1">
  <p:cSld name="One object (large)">
    <p:spTree>
      <p:nvGrpSpPr>
        <p:cNvPr id="1" name=""/>
        <p:cNvGrpSpPr/>
        <p:nvPr/>
      </p:nvGrpSpPr>
      <p:grpSpPr>
        <a:xfrm>
          <a:off x="0" y="0"/>
          <a:ext cx="0" cy="0"/>
          <a:chOff x="0" y="0"/>
          <a:chExt cx="0" cy="0"/>
        </a:xfrm>
      </p:grpSpPr>
      <p:graphicFrame>
        <p:nvGraphicFramePr>
          <p:cNvPr id="8" name="Object 7" hidden="1">
            <a:extLst>
              <a:ext uri="{FF2B5EF4-FFF2-40B4-BE49-F238E27FC236}">
                <a16:creationId xmlns:a16="http://schemas.microsoft.com/office/drawing/2014/main" id="{E6473163-8190-ACF8-B633-B4CE16DE4D2C}"/>
              </a:ext>
            </a:extLst>
          </p:cNvPr>
          <p:cNvGraphicFramePr>
            <a:graphicFrameLocks noChangeAspect="1"/>
          </p:cNvGraphicFramePr>
          <p:nvPr userDrawn="1">
            <p:custDataLst>
              <p:tags r:id="rId1"/>
            </p:custDataLst>
            <p:extLst>
              <p:ext uri="{D42A27DB-BD31-4B8C-83A1-F6EECF244321}">
                <p14:modId xmlns:p14="http://schemas.microsoft.com/office/powerpoint/2010/main" val="2367818912"/>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663" imgH="664" progId="TCLayout.ActiveDocument.1">
                  <p:embed/>
                </p:oleObj>
              </mc:Choice>
              <mc:Fallback>
                <p:oleObj name="think-cell Slide" r:id="rId3" imgW="663" imgH="664" progId="TCLayout.ActiveDocument.1">
                  <p:embed/>
                  <p:pic>
                    <p:nvPicPr>
                      <p:cNvPr id="8" name="Object 7" hidden="1">
                        <a:extLst>
                          <a:ext uri="{FF2B5EF4-FFF2-40B4-BE49-F238E27FC236}">
                            <a16:creationId xmlns:a16="http://schemas.microsoft.com/office/drawing/2014/main" id="{E6473163-8190-ACF8-B633-B4CE16DE4D2C}"/>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7" name="Title" descr="Slide headline">
            <a:extLst>
              <a:ext uri="{FF2B5EF4-FFF2-40B4-BE49-F238E27FC236}">
                <a16:creationId xmlns:a16="http://schemas.microsoft.com/office/drawing/2014/main" id="{9C4633C1-8D3E-45A5-A522-817574663A85}"/>
              </a:ext>
            </a:extLst>
          </p:cNvPr>
          <p:cNvSpPr>
            <a:spLocks noGrp="1"/>
          </p:cNvSpPr>
          <p:nvPr>
            <p:ph type="title"/>
          </p:nvPr>
        </p:nvSpPr>
        <p:spPr bwMode="black"/>
        <p:txBody>
          <a:bodyPr vert="horz"/>
          <a:lstStyle>
            <a:lvl1pPr>
              <a:defRPr>
                <a:solidFill>
                  <a:srgbClr val="000028"/>
                </a:solidFill>
              </a:defRPr>
            </a:lvl1pPr>
          </a:lstStyle>
          <a:p>
            <a:r>
              <a:rPr lang="en-US"/>
              <a:t>Click to edit Master title style</a:t>
            </a:r>
          </a:p>
        </p:txBody>
      </p:sp>
      <p:sp>
        <p:nvSpPr>
          <p:cNvPr id="3" name="Copy" descr="Content text frame">
            <a:extLst>
              <a:ext uri="{FF2B5EF4-FFF2-40B4-BE49-F238E27FC236}">
                <a16:creationId xmlns:a16="http://schemas.microsoft.com/office/drawing/2014/main" id="{9CE7E2D8-94E8-4FE6-93A5-924CA3EC5315}"/>
              </a:ext>
            </a:extLst>
          </p:cNvPr>
          <p:cNvSpPr>
            <a:spLocks noGrp="1"/>
          </p:cNvSpPr>
          <p:nvPr>
            <p:ph idx="1"/>
          </p:nvPr>
        </p:nvSpPr>
        <p:spPr bwMode="black">
          <a:xfrm>
            <a:off x="411162" y="1414800"/>
            <a:ext cx="11376026" cy="4752000"/>
          </a:xfrm>
          <a:prstGeom prst="rect">
            <a:avLst/>
          </a:prstGeom>
        </p:spPr>
        <p:txBody>
          <a:bodyPr>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pic>
        <p:nvPicPr>
          <p:cNvPr id="9" name="Siemens Logo" descr="Siemens logo">
            <a:extLst>
              <a:ext uri="{FF2B5EF4-FFF2-40B4-BE49-F238E27FC236}">
                <a16:creationId xmlns:a16="http://schemas.microsoft.com/office/drawing/2014/main" id="{2EA6CE5F-6FF7-4E0A-AEB2-1A7C43CE05C1}"/>
              </a:ext>
              <a:ext uri="{C183D7F6-B498-43B3-948B-1728B52AA6E4}">
                <adec:decorative xmlns:adec="http://schemas.microsoft.com/office/drawing/2017/decorative" val="0"/>
              </a:ext>
            </a:extLst>
          </p:cNvPr>
          <p:cNvPicPr>
            <a:picLocks noChangeAspect="1"/>
          </p:cNvPicPr>
          <p:nvPr userDrawn="1"/>
        </p:nvPicPr>
        <p:blipFill>
          <a:blip r:embed="rId5" cstate="email">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p:blipFill>
        <p:spPr bwMode="black">
          <a:xfrm>
            <a:off x="10635188" y="6418800"/>
            <a:ext cx="1152000" cy="183168"/>
          </a:xfrm>
          <a:prstGeom prst="rect">
            <a:avLst/>
          </a:prstGeom>
        </p:spPr>
      </p:pic>
      <p:sp>
        <p:nvSpPr>
          <p:cNvPr id="5" name="Footer Placeholder" descr="Footer with copyright, author and department information, and date">
            <a:extLst>
              <a:ext uri="{FF2B5EF4-FFF2-40B4-BE49-F238E27FC236}">
                <a16:creationId xmlns:a16="http://schemas.microsoft.com/office/drawing/2014/main" id="{7367E6C0-4D2C-4C5F-86D8-A2CFF0EB3D6A}"/>
              </a:ext>
            </a:extLst>
          </p:cNvPr>
          <p:cNvSpPr>
            <a:spLocks noGrp="1"/>
          </p:cNvSpPr>
          <p:nvPr>
            <p:ph type="ftr" sz="quarter" idx="10"/>
          </p:nvPr>
        </p:nvSpPr>
        <p:spPr bwMode="black"/>
        <p:txBody>
          <a:bodyPr/>
          <a:lstStyle/>
          <a:p>
            <a:pPr>
              <a:lnSpc>
                <a:spcPct val="100000"/>
              </a:lnSpc>
            </a:pPr>
            <a:r>
              <a:rPr lang="en-US"/>
              <a:t>Restricted | © Siemens 2025 | SHERPA X | MM080 Purchase Requisition via Direct X</a:t>
            </a:r>
          </a:p>
        </p:txBody>
      </p:sp>
      <p:sp>
        <p:nvSpPr>
          <p:cNvPr id="6" name="Slide Number Placeholder">
            <a:extLst>
              <a:ext uri="{FF2B5EF4-FFF2-40B4-BE49-F238E27FC236}">
                <a16:creationId xmlns:a16="http://schemas.microsoft.com/office/drawing/2014/main" id="{6F746812-65E3-4C09-AC38-B0CFE93C8A95}"/>
              </a:ext>
              <a:ext uri="{C183D7F6-B498-43B3-948B-1728B52AA6E4}">
                <adec:decorative xmlns:adec="http://schemas.microsoft.com/office/drawing/2017/decorative" val="1"/>
              </a:ext>
            </a:extLst>
          </p:cNvPr>
          <p:cNvSpPr>
            <a:spLocks noGrp="1"/>
          </p:cNvSpPr>
          <p:nvPr>
            <p:ph type="sldNum" sz="quarter" idx="11"/>
          </p:nvPr>
        </p:nvSpPr>
        <p:spPr bwMode="black"/>
        <p:txBody>
          <a:bodyPr/>
          <a:lstStyle/>
          <a:p>
            <a:r>
              <a:rPr lang="en-US"/>
              <a:t>Page </a:t>
            </a:r>
            <a:fld id="{15EBE321-CBB1-4E91-BD14-37C8D44326FB}" type="slidenum">
              <a:rPr lang="en-US" smtClean="0"/>
              <a:pPr/>
              <a:t>‹#›</a:t>
            </a:fld>
            <a:endParaRPr lang="en-US"/>
          </a:p>
        </p:txBody>
      </p:sp>
      <p:pic>
        <p:nvPicPr>
          <p:cNvPr id="2" name="Imagem 1" descr="Uma imagem com Tipo de letra, Gráficos, texto, captura de ecrã&#10;&#10;Descrição gerada automaticamente">
            <a:extLst>
              <a:ext uri="{FF2B5EF4-FFF2-40B4-BE49-F238E27FC236}">
                <a16:creationId xmlns:a16="http://schemas.microsoft.com/office/drawing/2014/main" id="{F420FD94-5F7C-ACE7-A20F-8ED98461B4E5}"/>
              </a:ext>
            </a:extLst>
          </p:cNvPr>
          <p:cNvPicPr>
            <a:picLocks noChangeAspect="1"/>
          </p:cNvPicPr>
          <p:nvPr userDrawn="1"/>
        </p:nvPicPr>
        <p:blipFill>
          <a:blip r:embed="rId7" cstate="email">
            <a:extLst>
              <a:ext uri="{28A0092B-C50C-407E-A947-70E740481C1C}">
                <a14:useLocalDpi xmlns:a14="http://schemas.microsoft.com/office/drawing/2010/main"/>
              </a:ext>
            </a:extLst>
          </a:blip>
          <a:stretch>
            <a:fillRect/>
          </a:stretch>
        </p:blipFill>
        <p:spPr>
          <a:xfrm>
            <a:off x="11025045" y="478800"/>
            <a:ext cx="755792" cy="755792"/>
          </a:xfrm>
          <a:prstGeom prst="rect">
            <a:avLst/>
          </a:prstGeom>
        </p:spPr>
      </p:pic>
    </p:spTree>
    <p:extLst>
      <p:ext uri="{BB962C8B-B14F-4D97-AF65-F5344CB8AC3E}">
        <p14:creationId xmlns:p14="http://schemas.microsoft.com/office/powerpoint/2010/main" val="3396650845"/>
      </p:ext>
    </p:extLst>
  </p:cSld>
  <p:clrMapOvr>
    <a:masterClrMapping/>
  </p:clrMapOvr>
  <p:extLst>
    <p:ext uri="{DCECCB84-F9BA-43D5-87BE-67443E8EF086}">
      <p15:sldGuideLst xmlns:p15="http://schemas.microsoft.com/office/powerpoint/2012/main">
        <p15:guide id="1" pos="259">
          <p15:clr>
            <a:srgbClr val="65CEFF"/>
          </p15:clr>
        </p15:guide>
        <p15:guide id="2" pos="6472">
          <p15:clr>
            <a:srgbClr val="65CEFF"/>
          </p15:clr>
        </p15:guide>
        <p15:guide id="3" pos="7425">
          <p15:clr>
            <a:srgbClr val="65CEFF"/>
          </p15:clr>
        </p15:guide>
        <p15:guide id="4" orient="horz" pos="302">
          <p15:clr>
            <a:srgbClr val="65CEFF"/>
          </p15:clr>
        </p15:guide>
        <p15:guide id="5" orient="horz" pos="664">
          <p15:clr>
            <a:srgbClr val="65CEFF"/>
          </p15:clr>
        </p15:guide>
        <p15:guide id="6" orient="horz" pos="891">
          <p15:clr>
            <a:srgbClr val="65CEFF"/>
          </p15:clr>
        </p15:guide>
        <p15:guide id="7" orient="horz" pos="3658">
          <p15:clr>
            <a:srgbClr val="65CEFF"/>
          </p15:clr>
        </p15:guide>
        <p15:guide id="8" orient="horz" pos="3885">
          <p15:clr>
            <a:srgbClr val="65CEFF"/>
          </p15:clr>
        </p15:guide>
        <p15:guide id="9" orient="horz" pos="4157">
          <p15:clr>
            <a:srgbClr val="65CEFF"/>
          </p15:clr>
        </p15:guide>
      </p15:sldGuideLst>
    </p:ext>
  </p:extLst>
</p:sldLayout>
</file>

<file path=ppt/slideLayouts/slideLayout113.xml><?xml version="1.0" encoding="utf-8"?>
<p:sldLayout xmlns:a="http://schemas.openxmlformats.org/drawingml/2006/main" xmlns:r="http://schemas.openxmlformats.org/officeDocument/2006/relationships" xmlns:p="http://schemas.openxmlformats.org/presentationml/2006/main" preserve="1" userDrawn="1">
  <p:cSld name="Two columns">
    <p:spTree>
      <p:nvGrpSpPr>
        <p:cNvPr id="1" name=""/>
        <p:cNvGrpSpPr/>
        <p:nvPr/>
      </p:nvGrpSpPr>
      <p:grpSpPr>
        <a:xfrm>
          <a:off x="0" y="0"/>
          <a:ext cx="0" cy="0"/>
          <a:chOff x="0" y="0"/>
          <a:chExt cx="0" cy="0"/>
        </a:xfrm>
      </p:grpSpPr>
      <p:graphicFrame>
        <p:nvGraphicFramePr>
          <p:cNvPr id="9" name="Object 8" hidden="1">
            <a:extLst>
              <a:ext uri="{FF2B5EF4-FFF2-40B4-BE49-F238E27FC236}">
                <a16:creationId xmlns:a16="http://schemas.microsoft.com/office/drawing/2014/main" id="{E5E1C249-86B5-BD71-75E1-77E3E2E21FCA}"/>
              </a:ext>
            </a:extLst>
          </p:cNvPr>
          <p:cNvGraphicFramePr>
            <a:graphicFrameLocks noChangeAspect="1"/>
          </p:cNvGraphicFramePr>
          <p:nvPr userDrawn="1">
            <p:custDataLst>
              <p:tags r:id="rId1"/>
            </p:custDataLst>
            <p:extLst>
              <p:ext uri="{D42A27DB-BD31-4B8C-83A1-F6EECF244321}">
                <p14:modId xmlns:p14="http://schemas.microsoft.com/office/powerpoint/2010/main" val="103782690"/>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663" imgH="664" progId="TCLayout.ActiveDocument.1">
                  <p:embed/>
                </p:oleObj>
              </mc:Choice>
              <mc:Fallback>
                <p:oleObj name="think-cell Slide" r:id="rId3" imgW="663" imgH="664" progId="TCLayout.ActiveDocument.1">
                  <p:embed/>
                  <p:pic>
                    <p:nvPicPr>
                      <p:cNvPr id="9" name="Object 8" hidden="1">
                        <a:extLst>
                          <a:ext uri="{FF2B5EF4-FFF2-40B4-BE49-F238E27FC236}">
                            <a16:creationId xmlns:a16="http://schemas.microsoft.com/office/drawing/2014/main" id="{E5E1C249-86B5-BD71-75E1-77E3E2E21FCA}"/>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8" name="Title" descr="Slide headline">
            <a:extLst>
              <a:ext uri="{FF2B5EF4-FFF2-40B4-BE49-F238E27FC236}">
                <a16:creationId xmlns:a16="http://schemas.microsoft.com/office/drawing/2014/main" id="{39939C22-A735-46A9-A277-A4B1B330F31C}"/>
              </a:ext>
            </a:extLst>
          </p:cNvPr>
          <p:cNvSpPr>
            <a:spLocks noGrp="1"/>
          </p:cNvSpPr>
          <p:nvPr>
            <p:ph type="title"/>
          </p:nvPr>
        </p:nvSpPr>
        <p:spPr bwMode="black"/>
        <p:txBody>
          <a:bodyPr vert="horz"/>
          <a:lstStyle>
            <a:lvl1pPr>
              <a:defRPr>
                <a:solidFill>
                  <a:srgbClr val="000028"/>
                </a:solidFill>
              </a:defRPr>
            </a:lvl1pPr>
          </a:lstStyle>
          <a:p>
            <a:r>
              <a:rPr lang="en-US"/>
              <a:t>Click to edit Master title style</a:t>
            </a:r>
          </a:p>
        </p:txBody>
      </p:sp>
      <p:sp>
        <p:nvSpPr>
          <p:cNvPr id="3" name="Copy 1" descr="Content text frame">
            <a:extLst>
              <a:ext uri="{FF2B5EF4-FFF2-40B4-BE49-F238E27FC236}">
                <a16:creationId xmlns:a16="http://schemas.microsoft.com/office/drawing/2014/main" id="{A8B1D58A-DC84-4573-957E-9BEA9AAB308E}"/>
              </a:ext>
            </a:extLst>
          </p:cNvPr>
          <p:cNvSpPr>
            <a:spLocks noGrp="1"/>
          </p:cNvSpPr>
          <p:nvPr>
            <p:ph sz="half" idx="1"/>
          </p:nvPr>
        </p:nvSpPr>
        <p:spPr bwMode="black">
          <a:xfrm>
            <a:off x="411162" y="1414800"/>
            <a:ext cx="5470526" cy="4752000"/>
          </a:xfrm>
          <a:prstGeom prst="rect">
            <a:avLst/>
          </a:prstGeom>
        </p:spPr>
        <p:txBody>
          <a:bodyPr>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4" name="Copy 2" descr="Content text frame">
            <a:extLst>
              <a:ext uri="{FF2B5EF4-FFF2-40B4-BE49-F238E27FC236}">
                <a16:creationId xmlns:a16="http://schemas.microsoft.com/office/drawing/2014/main" id="{BF3FF41E-3844-4153-B955-A1F3E9EC1D30}"/>
              </a:ext>
            </a:extLst>
          </p:cNvPr>
          <p:cNvSpPr>
            <a:spLocks noGrp="1"/>
          </p:cNvSpPr>
          <p:nvPr>
            <p:ph sz="half" idx="2"/>
          </p:nvPr>
        </p:nvSpPr>
        <p:spPr bwMode="black">
          <a:xfrm>
            <a:off x="6315075" y="1414800"/>
            <a:ext cx="5465763" cy="4752000"/>
          </a:xfrm>
          <a:prstGeom prst="rect">
            <a:avLst/>
          </a:prstGeom>
        </p:spPr>
        <p:txBody>
          <a:bodyPr>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pic>
        <p:nvPicPr>
          <p:cNvPr id="10" name="Siemens Logo" descr="Siemens logo">
            <a:extLst>
              <a:ext uri="{FF2B5EF4-FFF2-40B4-BE49-F238E27FC236}">
                <a16:creationId xmlns:a16="http://schemas.microsoft.com/office/drawing/2014/main" id="{6FCACBED-2537-4F3E-8D2C-E60141005364}"/>
              </a:ext>
              <a:ext uri="{C183D7F6-B498-43B3-948B-1728B52AA6E4}">
                <adec:decorative xmlns:adec="http://schemas.microsoft.com/office/drawing/2017/decorative" val="0"/>
              </a:ext>
            </a:extLst>
          </p:cNvPr>
          <p:cNvPicPr>
            <a:picLocks noChangeAspect="1"/>
          </p:cNvPicPr>
          <p:nvPr userDrawn="1"/>
        </p:nvPicPr>
        <p:blipFill>
          <a:blip r:embed="rId5" cstate="email">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p:blipFill>
        <p:spPr bwMode="black">
          <a:xfrm>
            <a:off x="10635188" y="6418800"/>
            <a:ext cx="1152000" cy="183168"/>
          </a:xfrm>
          <a:prstGeom prst="rect">
            <a:avLst/>
          </a:prstGeom>
        </p:spPr>
      </p:pic>
      <p:sp>
        <p:nvSpPr>
          <p:cNvPr id="6" name="Footer Placeholder" descr="Footer with copyright, author and department information, and date">
            <a:extLst>
              <a:ext uri="{FF2B5EF4-FFF2-40B4-BE49-F238E27FC236}">
                <a16:creationId xmlns:a16="http://schemas.microsoft.com/office/drawing/2014/main" id="{33A503D1-D234-4258-9A03-D858B10BA46D}"/>
              </a:ext>
            </a:extLst>
          </p:cNvPr>
          <p:cNvSpPr>
            <a:spLocks noGrp="1"/>
          </p:cNvSpPr>
          <p:nvPr>
            <p:ph type="ftr" sz="quarter" idx="10"/>
          </p:nvPr>
        </p:nvSpPr>
        <p:spPr bwMode="black"/>
        <p:txBody>
          <a:bodyPr/>
          <a:lstStyle/>
          <a:p>
            <a:pPr>
              <a:lnSpc>
                <a:spcPct val="100000"/>
              </a:lnSpc>
            </a:pPr>
            <a:r>
              <a:rPr lang="en-US"/>
              <a:t>Restricted | © Siemens 2025 | SHERPA X | MM080 Purchase Requisition via Direct X</a:t>
            </a:r>
          </a:p>
        </p:txBody>
      </p:sp>
      <p:sp>
        <p:nvSpPr>
          <p:cNvPr id="7" name="Slide Number Placeholder">
            <a:extLst>
              <a:ext uri="{FF2B5EF4-FFF2-40B4-BE49-F238E27FC236}">
                <a16:creationId xmlns:a16="http://schemas.microsoft.com/office/drawing/2014/main" id="{21AA656B-0BAF-4B75-90BE-93CAC5946C0B}"/>
              </a:ext>
              <a:ext uri="{C183D7F6-B498-43B3-948B-1728B52AA6E4}">
                <adec:decorative xmlns:adec="http://schemas.microsoft.com/office/drawing/2017/decorative" val="1"/>
              </a:ext>
            </a:extLst>
          </p:cNvPr>
          <p:cNvSpPr>
            <a:spLocks noGrp="1"/>
          </p:cNvSpPr>
          <p:nvPr>
            <p:ph type="sldNum" sz="quarter" idx="11"/>
          </p:nvPr>
        </p:nvSpPr>
        <p:spPr bwMode="black"/>
        <p:txBody>
          <a:bodyPr/>
          <a:lstStyle/>
          <a:p>
            <a:r>
              <a:rPr lang="en-US"/>
              <a:t>Page </a:t>
            </a:r>
            <a:fld id="{15EBE321-CBB1-4E91-BD14-37C8D44326FB}" type="slidenum">
              <a:rPr lang="en-US" smtClean="0"/>
              <a:pPr/>
              <a:t>‹#›</a:t>
            </a:fld>
            <a:endParaRPr lang="en-US"/>
          </a:p>
        </p:txBody>
      </p:sp>
      <p:pic>
        <p:nvPicPr>
          <p:cNvPr id="2" name="Imagem 1" descr="Uma imagem com Tipo de letra, Gráficos, texto, captura de ecrã&#10;&#10;Descrição gerada automaticamente">
            <a:extLst>
              <a:ext uri="{FF2B5EF4-FFF2-40B4-BE49-F238E27FC236}">
                <a16:creationId xmlns:a16="http://schemas.microsoft.com/office/drawing/2014/main" id="{3C1EFE4E-D7FD-552C-9E95-0FCF239BCB96}"/>
              </a:ext>
            </a:extLst>
          </p:cNvPr>
          <p:cNvPicPr>
            <a:picLocks noChangeAspect="1"/>
          </p:cNvPicPr>
          <p:nvPr userDrawn="1"/>
        </p:nvPicPr>
        <p:blipFill>
          <a:blip r:embed="rId7" cstate="email">
            <a:extLst>
              <a:ext uri="{28A0092B-C50C-407E-A947-70E740481C1C}">
                <a14:useLocalDpi xmlns:a14="http://schemas.microsoft.com/office/drawing/2010/main"/>
              </a:ext>
            </a:extLst>
          </a:blip>
          <a:stretch>
            <a:fillRect/>
          </a:stretch>
        </p:blipFill>
        <p:spPr>
          <a:xfrm>
            <a:off x="11025045" y="478800"/>
            <a:ext cx="755792" cy="755792"/>
          </a:xfrm>
          <a:prstGeom prst="rect">
            <a:avLst/>
          </a:prstGeom>
        </p:spPr>
      </p:pic>
    </p:spTree>
    <p:extLst>
      <p:ext uri="{BB962C8B-B14F-4D97-AF65-F5344CB8AC3E}">
        <p14:creationId xmlns:p14="http://schemas.microsoft.com/office/powerpoint/2010/main" val="2913163162"/>
      </p:ext>
    </p:extLst>
  </p:cSld>
  <p:clrMapOvr>
    <a:masterClrMapping/>
  </p:clrMapOvr>
  <p:extLst>
    <p:ext uri="{DCECCB84-F9BA-43D5-87BE-67443E8EF086}">
      <p15:sldGuideLst xmlns:p15="http://schemas.microsoft.com/office/powerpoint/2012/main">
        <p15:guide id="1" pos="259">
          <p15:clr>
            <a:srgbClr val="65CEFF"/>
          </p15:clr>
        </p15:guide>
        <p15:guide id="2" pos="3705">
          <p15:clr>
            <a:srgbClr val="65CEFF"/>
          </p15:clr>
        </p15:guide>
        <p15:guide id="3" pos="3978">
          <p15:clr>
            <a:srgbClr val="65CEFF"/>
          </p15:clr>
        </p15:guide>
        <p15:guide id="4" pos="6472">
          <p15:clr>
            <a:srgbClr val="65CEFF"/>
          </p15:clr>
        </p15:guide>
        <p15:guide id="5" pos="7425">
          <p15:clr>
            <a:srgbClr val="65CEFF"/>
          </p15:clr>
        </p15:guide>
        <p15:guide id="6" orient="horz" pos="302">
          <p15:clr>
            <a:srgbClr val="65CEFF"/>
          </p15:clr>
        </p15:guide>
        <p15:guide id="7" orient="horz" pos="664">
          <p15:clr>
            <a:srgbClr val="65CEFF"/>
          </p15:clr>
        </p15:guide>
        <p15:guide id="8" orient="horz" pos="891">
          <p15:clr>
            <a:srgbClr val="65CEFF"/>
          </p15:clr>
        </p15:guide>
        <p15:guide id="9" orient="horz" pos="3658">
          <p15:clr>
            <a:srgbClr val="65CEFF"/>
          </p15:clr>
        </p15:guide>
        <p15:guide id="10" orient="horz" pos="3885">
          <p15:clr>
            <a:srgbClr val="65CEFF"/>
          </p15:clr>
        </p15:guide>
        <p15:guide id="11" orient="horz" pos="4157">
          <p15:clr>
            <a:srgbClr val="65CEFF"/>
          </p15:clr>
        </p15:guide>
      </p15:sldGuideLst>
    </p:ext>
  </p:extLst>
</p:sldLayout>
</file>

<file path=ppt/slideLayouts/slideLayout114.xml><?xml version="1.0" encoding="utf-8"?>
<p:sldLayout xmlns:a="http://schemas.openxmlformats.org/drawingml/2006/main" xmlns:r="http://schemas.openxmlformats.org/officeDocument/2006/relationships" xmlns:p="http://schemas.openxmlformats.org/presentationml/2006/main" preserve="1" userDrawn="1">
  <p:cSld name="Three columns">
    <p:spTree>
      <p:nvGrpSpPr>
        <p:cNvPr id="1" name=""/>
        <p:cNvGrpSpPr/>
        <p:nvPr/>
      </p:nvGrpSpPr>
      <p:grpSpPr>
        <a:xfrm>
          <a:off x="0" y="0"/>
          <a:ext cx="0" cy="0"/>
          <a:chOff x="0" y="0"/>
          <a:chExt cx="0" cy="0"/>
        </a:xfrm>
      </p:grpSpPr>
      <p:graphicFrame>
        <p:nvGraphicFramePr>
          <p:cNvPr id="11" name="Object 10" hidden="1">
            <a:extLst>
              <a:ext uri="{FF2B5EF4-FFF2-40B4-BE49-F238E27FC236}">
                <a16:creationId xmlns:a16="http://schemas.microsoft.com/office/drawing/2014/main" id="{E2BCC471-28E7-B7EA-D275-D070DA543391}"/>
              </a:ext>
            </a:extLst>
          </p:cNvPr>
          <p:cNvGraphicFramePr>
            <a:graphicFrameLocks noChangeAspect="1"/>
          </p:cNvGraphicFramePr>
          <p:nvPr userDrawn="1">
            <p:custDataLst>
              <p:tags r:id="rId1"/>
            </p:custDataLst>
            <p:extLst>
              <p:ext uri="{D42A27DB-BD31-4B8C-83A1-F6EECF244321}">
                <p14:modId xmlns:p14="http://schemas.microsoft.com/office/powerpoint/2010/main" val="2857917845"/>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663" imgH="664" progId="TCLayout.ActiveDocument.1">
                  <p:embed/>
                </p:oleObj>
              </mc:Choice>
              <mc:Fallback>
                <p:oleObj name="think-cell Slide" r:id="rId3" imgW="663" imgH="664" progId="TCLayout.ActiveDocument.1">
                  <p:embed/>
                  <p:pic>
                    <p:nvPicPr>
                      <p:cNvPr id="11" name="Object 10" hidden="1">
                        <a:extLst>
                          <a:ext uri="{FF2B5EF4-FFF2-40B4-BE49-F238E27FC236}">
                            <a16:creationId xmlns:a16="http://schemas.microsoft.com/office/drawing/2014/main" id="{E2BCC471-28E7-B7EA-D275-D070DA543391}"/>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8" name="Title" descr="Slide headline">
            <a:extLst>
              <a:ext uri="{FF2B5EF4-FFF2-40B4-BE49-F238E27FC236}">
                <a16:creationId xmlns:a16="http://schemas.microsoft.com/office/drawing/2014/main" id="{39939C22-A735-46A9-A277-A4B1B330F31C}"/>
              </a:ext>
            </a:extLst>
          </p:cNvPr>
          <p:cNvSpPr>
            <a:spLocks noGrp="1"/>
          </p:cNvSpPr>
          <p:nvPr>
            <p:ph type="title"/>
          </p:nvPr>
        </p:nvSpPr>
        <p:spPr bwMode="black"/>
        <p:txBody>
          <a:bodyPr vert="horz"/>
          <a:lstStyle>
            <a:lvl1pPr>
              <a:defRPr>
                <a:solidFill>
                  <a:srgbClr val="000028"/>
                </a:solidFill>
              </a:defRPr>
            </a:lvl1pPr>
          </a:lstStyle>
          <a:p>
            <a:r>
              <a:rPr lang="en-US"/>
              <a:t>Click to edit Master title style</a:t>
            </a:r>
          </a:p>
        </p:txBody>
      </p:sp>
      <p:sp>
        <p:nvSpPr>
          <p:cNvPr id="3" name="Copy 1" descr="Content text frame">
            <a:extLst>
              <a:ext uri="{FF2B5EF4-FFF2-40B4-BE49-F238E27FC236}">
                <a16:creationId xmlns:a16="http://schemas.microsoft.com/office/drawing/2014/main" id="{A8B1D58A-DC84-4573-957E-9BEA9AAB308E}"/>
              </a:ext>
            </a:extLst>
          </p:cNvPr>
          <p:cNvSpPr>
            <a:spLocks noGrp="1"/>
          </p:cNvSpPr>
          <p:nvPr>
            <p:ph sz="half" idx="1"/>
          </p:nvPr>
        </p:nvSpPr>
        <p:spPr bwMode="black">
          <a:xfrm>
            <a:off x="411162" y="1414800"/>
            <a:ext cx="3600000" cy="4752000"/>
          </a:xfrm>
          <a:prstGeom prst="rect">
            <a:avLst/>
          </a:prstGeom>
        </p:spPr>
        <p:txBody>
          <a:bodyPr>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4" name="Copy 2" descr="Content text frame">
            <a:extLst>
              <a:ext uri="{FF2B5EF4-FFF2-40B4-BE49-F238E27FC236}">
                <a16:creationId xmlns:a16="http://schemas.microsoft.com/office/drawing/2014/main" id="{BF3FF41E-3844-4153-B955-A1F3E9EC1D30}"/>
              </a:ext>
            </a:extLst>
          </p:cNvPr>
          <p:cNvSpPr>
            <a:spLocks noGrp="1"/>
          </p:cNvSpPr>
          <p:nvPr>
            <p:ph sz="half" idx="2"/>
          </p:nvPr>
        </p:nvSpPr>
        <p:spPr bwMode="black">
          <a:xfrm>
            <a:off x="4298400" y="1414800"/>
            <a:ext cx="3600000" cy="4752000"/>
          </a:xfrm>
          <a:prstGeom prst="rect">
            <a:avLst/>
          </a:prstGeom>
        </p:spPr>
        <p:txBody>
          <a:bodyPr>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9" name="Copy 3" descr="Content text frame">
            <a:extLst>
              <a:ext uri="{FF2B5EF4-FFF2-40B4-BE49-F238E27FC236}">
                <a16:creationId xmlns:a16="http://schemas.microsoft.com/office/drawing/2014/main" id="{F020B491-E63A-4FB5-94ED-2BC31EB35C33}"/>
              </a:ext>
            </a:extLst>
          </p:cNvPr>
          <p:cNvSpPr>
            <a:spLocks noGrp="1"/>
          </p:cNvSpPr>
          <p:nvPr>
            <p:ph sz="half" idx="12"/>
          </p:nvPr>
        </p:nvSpPr>
        <p:spPr bwMode="black">
          <a:xfrm>
            <a:off x="8186400" y="1414800"/>
            <a:ext cx="3600000" cy="4752000"/>
          </a:xfrm>
          <a:prstGeom prst="rect">
            <a:avLst/>
          </a:prstGeom>
        </p:spPr>
        <p:txBody>
          <a:bodyPr>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pic>
        <p:nvPicPr>
          <p:cNvPr id="10" name="Siemens Logo" descr="Siemens logo">
            <a:extLst>
              <a:ext uri="{FF2B5EF4-FFF2-40B4-BE49-F238E27FC236}">
                <a16:creationId xmlns:a16="http://schemas.microsoft.com/office/drawing/2014/main" id="{6FCACBED-2537-4F3E-8D2C-E60141005364}"/>
              </a:ext>
              <a:ext uri="{C183D7F6-B498-43B3-948B-1728B52AA6E4}">
                <adec:decorative xmlns:adec="http://schemas.microsoft.com/office/drawing/2017/decorative" val="0"/>
              </a:ext>
            </a:extLst>
          </p:cNvPr>
          <p:cNvPicPr>
            <a:picLocks noChangeAspect="1"/>
          </p:cNvPicPr>
          <p:nvPr userDrawn="1"/>
        </p:nvPicPr>
        <p:blipFill>
          <a:blip r:embed="rId5" cstate="email">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p:blipFill>
        <p:spPr bwMode="black">
          <a:xfrm>
            <a:off x="10635188" y="6418800"/>
            <a:ext cx="1152000" cy="183168"/>
          </a:xfrm>
          <a:prstGeom prst="rect">
            <a:avLst/>
          </a:prstGeom>
        </p:spPr>
      </p:pic>
      <p:sp>
        <p:nvSpPr>
          <p:cNvPr id="6" name="Footer Placeholder" descr="Footer with copyright, author and department information, and date">
            <a:extLst>
              <a:ext uri="{FF2B5EF4-FFF2-40B4-BE49-F238E27FC236}">
                <a16:creationId xmlns:a16="http://schemas.microsoft.com/office/drawing/2014/main" id="{E613FA68-C74A-4621-9563-250388EBCC8B}"/>
              </a:ext>
            </a:extLst>
          </p:cNvPr>
          <p:cNvSpPr>
            <a:spLocks noGrp="1"/>
          </p:cNvSpPr>
          <p:nvPr>
            <p:ph type="ftr" sz="quarter" idx="13"/>
          </p:nvPr>
        </p:nvSpPr>
        <p:spPr bwMode="black"/>
        <p:txBody>
          <a:bodyPr/>
          <a:lstStyle/>
          <a:p>
            <a:pPr>
              <a:lnSpc>
                <a:spcPct val="100000"/>
              </a:lnSpc>
            </a:pPr>
            <a:r>
              <a:rPr lang="en-US"/>
              <a:t>Restricted | © Siemens 2025 | SHERPA X | MM080 Purchase Requisition via Direct X</a:t>
            </a:r>
          </a:p>
        </p:txBody>
      </p:sp>
      <p:sp>
        <p:nvSpPr>
          <p:cNvPr id="7" name="Slide Number Placeholder">
            <a:extLst>
              <a:ext uri="{FF2B5EF4-FFF2-40B4-BE49-F238E27FC236}">
                <a16:creationId xmlns:a16="http://schemas.microsoft.com/office/drawing/2014/main" id="{F9117D9C-D502-472C-A3C8-FA9087A2EDCE}"/>
              </a:ext>
              <a:ext uri="{C183D7F6-B498-43B3-948B-1728B52AA6E4}">
                <adec:decorative xmlns:adec="http://schemas.microsoft.com/office/drawing/2017/decorative" val="1"/>
              </a:ext>
            </a:extLst>
          </p:cNvPr>
          <p:cNvSpPr>
            <a:spLocks noGrp="1"/>
          </p:cNvSpPr>
          <p:nvPr>
            <p:ph type="sldNum" sz="quarter" idx="14"/>
          </p:nvPr>
        </p:nvSpPr>
        <p:spPr bwMode="black"/>
        <p:txBody>
          <a:bodyPr/>
          <a:lstStyle/>
          <a:p>
            <a:r>
              <a:rPr lang="en-US"/>
              <a:t>Page </a:t>
            </a:r>
            <a:fld id="{15EBE321-CBB1-4E91-BD14-37C8D44326FB}" type="slidenum">
              <a:rPr lang="en-US" smtClean="0"/>
              <a:pPr/>
              <a:t>‹#›</a:t>
            </a:fld>
            <a:endParaRPr lang="en-US"/>
          </a:p>
        </p:txBody>
      </p:sp>
      <p:pic>
        <p:nvPicPr>
          <p:cNvPr id="2" name="Imagem 1" descr="Uma imagem com Tipo de letra, Gráficos, texto, captura de ecrã&#10;&#10;Descrição gerada automaticamente">
            <a:extLst>
              <a:ext uri="{FF2B5EF4-FFF2-40B4-BE49-F238E27FC236}">
                <a16:creationId xmlns:a16="http://schemas.microsoft.com/office/drawing/2014/main" id="{332B548D-F9E2-2F34-4BFC-0F1BAEC4C924}"/>
              </a:ext>
            </a:extLst>
          </p:cNvPr>
          <p:cNvPicPr>
            <a:picLocks noChangeAspect="1"/>
          </p:cNvPicPr>
          <p:nvPr userDrawn="1"/>
        </p:nvPicPr>
        <p:blipFill>
          <a:blip r:embed="rId7" cstate="email">
            <a:extLst>
              <a:ext uri="{28A0092B-C50C-407E-A947-70E740481C1C}">
                <a14:useLocalDpi xmlns:a14="http://schemas.microsoft.com/office/drawing/2010/main"/>
              </a:ext>
            </a:extLst>
          </a:blip>
          <a:stretch>
            <a:fillRect/>
          </a:stretch>
        </p:blipFill>
        <p:spPr>
          <a:xfrm>
            <a:off x="11025045" y="478800"/>
            <a:ext cx="755792" cy="755792"/>
          </a:xfrm>
          <a:prstGeom prst="rect">
            <a:avLst/>
          </a:prstGeom>
        </p:spPr>
      </p:pic>
    </p:spTree>
    <p:extLst>
      <p:ext uri="{BB962C8B-B14F-4D97-AF65-F5344CB8AC3E}">
        <p14:creationId xmlns:p14="http://schemas.microsoft.com/office/powerpoint/2010/main" val="1638162284"/>
      </p:ext>
    </p:extLst>
  </p:cSld>
  <p:clrMapOvr>
    <a:masterClrMapping/>
  </p:clrMapOvr>
  <p:extLst>
    <p:ext uri="{DCECCB84-F9BA-43D5-87BE-67443E8EF086}">
      <p15:sldGuideLst xmlns:p15="http://schemas.microsoft.com/office/powerpoint/2012/main">
        <p15:guide id="1" pos="259">
          <p15:clr>
            <a:srgbClr val="65CEFF"/>
          </p15:clr>
        </p15:guide>
        <p15:guide id="2" pos="2526">
          <p15:clr>
            <a:srgbClr val="65CEFF"/>
          </p15:clr>
        </p15:guide>
        <p15:guide id="3" pos="2708">
          <p15:clr>
            <a:srgbClr val="65CEFF"/>
          </p15:clr>
        </p15:guide>
        <p15:guide id="4" pos="4975">
          <p15:clr>
            <a:srgbClr val="65CEFF"/>
          </p15:clr>
        </p15:guide>
        <p15:guide id="5" pos="5157">
          <p15:clr>
            <a:srgbClr val="65CEFF"/>
          </p15:clr>
        </p15:guide>
        <p15:guide id="6" pos="6472">
          <p15:clr>
            <a:srgbClr val="65CEFF"/>
          </p15:clr>
        </p15:guide>
        <p15:guide id="7" pos="7425">
          <p15:clr>
            <a:srgbClr val="65CEFF"/>
          </p15:clr>
        </p15:guide>
        <p15:guide id="8" orient="horz" pos="302">
          <p15:clr>
            <a:srgbClr val="65CEFF"/>
          </p15:clr>
        </p15:guide>
        <p15:guide id="9" orient="horz" pos="664">
          <p15:clr>
            <a:srgbClr val="65CEFF"/>
          </p15:clr>
        </p15:guide>
        <p15:guide id="10" orient="horz" pos="891">
          <p15:clr>
            <a:srgbClr val="65CEFF"/>
          </p15:clr>
        </p15:guide>
        <p15:guide id="11" orient="horz" pos="3658">
          <p15:clr>
            <a:srgbClr val="65CEFF"/>
          </p15:clr>
        </p15:guide>
        <p15:guide id="12" orient="horz" pos="3885">
          <p15:clr>
            <a:srgbClr val="65CEFF"/>
          </p15:clr>
        </p15:guide>
        <p15:guide id="13" orient="horz" pos="4157">
          <p15:clr>
            <a:srgbClr val="65CEFF"/>
          </p15:clr>
        </p15:guide>
      </p15:sldGuideLst>
    </p:ext>
  </p:extLst>
</p:sldLayout>
</file>

<file path=ppt/slideLayouts/slideLayout115.xml><?xml version="1.0" encoding="utf-8"?>
<p:sldLayout xmlns:a="http://schemas.openxmlformats.org/drawingml/2006/main" xmlns:r="http://schemas.openxmlformats.org/officeDocument/2006/relationships" xmlns:p="http://schemas.openxmlformats.org/presentationml/2006/main" preserve="1" userDrawn="1">
  <p:cSld name="Four objects">
    <p:spTree>
      <p:nvGrpSpPr>
        <p:cNvPr id="1" name=""/>
        <p:cNvGrpSpPr/>
        <p:nvPr/>
      </p:nvGrpSpPr>
      <p:grpSpPr>
        <a:xfrm>
          <a:off x="0" y="0"/>
          <a:ext cx="0" cy="0"/>
          <a:chOff x="0" y="0"/>
          <a:chExt cx="0" cy="0"/>
        </a:xfrm>
      </p:grpSpPr>
      <p:graphicFrame>
        <p:nvGraphicFramePr>
          <p:cNvPr id="11" name="Object 10" hidden="1">
            <a:extLst>
              <a:ext uri="{FF2B5EF4-FFF2-40B4-BE49-F238E27FC236}">
                <a16:creationId xmlns:a16="http://schemas.microsoft.com/office/drawing/2014/main" id="{6340933C-FAE6-57C7-ED97-22A6C2F91A08}"/>
              </a:ext>
            </a:extLst>
          </p:cNvPr>
          <p:cNvGraphicFramePr>
            <a:graphicFrameLocks noChangeAspect="1"/>
          </p:cNvGraphicFramePr>
          <p:nvPr userDrawn="1">
            <p:custDataLst>
              <p:tags r:id="rId1"/>
            </p:custDataLst>
            <p:extLst>
              <p:ext uri="{D42A27DB-BD31-4B8C-83A1-F6EECF244321}">
                <p14:modId xmlns:p14="http://schemas.microsoft.com/office/powerpoint/2010/main" val="2210861372"/>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663" imgH="664" progId="TCLayout.ActiveDocument.1">
                  <p:embed/>
                </p:oleObj>
              </mc:Choice>
              <mc:Fallback>
                <p:oleObj name="think-cell Slide" r:id="rId3" imgW="663" imgH="664" progId="TCLayout.ActiveDocument.1">
                  <p:embed/>
                  <p:pic>
                    <p:nvPicPr>
                      <p:cNvPr id="11" name="Object 10" hidden="1">
                        <a:extLst>
                          <a:ext uri="{FF2B5EF4-FFF2-40B4-BE49-F238E27FC236}">
                            <a16:creationId xmlns:a16="http://schemas.microsoft.com/office/drawing/2014/main" id="{6340933C-FAE6-57C7-ED97-22A6C2F91A08}"/>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8" name="Title" descr="Slide headline">
            <a:extLst>
              <a:ext uri="{FF2B5EF4-FFF2-40B4-BE49-F238E27FC236}">
                <a16:creationId xmlns:a16="http://schemas.microsoft.com/office/drawing/2014/main" id="{39939C22-A735-46A9-A277-A4B1B330F31C}"/>
              </a:ext>
            </a:extLst>
          </p:cNvPr>
          <p:cNvSpPr>
            <a:spLocks noGrp="1"/>
          </p:cNvSpPr>
          <p:nvPr>
            <p:ph type="title"/>
          </p:nvPr>
        </p:nvSpPr>
        <p:spPr bwMode="black"/>
        <p:txBody>
          <a:bodyPr vert="horz"/>
          <a:lstStyle>
            <a:lvl1pPr>
              <a:defRPr>
                <a:solidFill>
                  <a:srgbClr val="000028"/>
                </a:solidFill>
              </a:defRPr>
            </a:lvl1pPr>
          </a:lstStyle>
          <a:p>
            <a:r>
              <a:rPr lang="en-US"/>
              <a:t>Click to edit Master title style</a:t>
            </a:r>
          </a:p>
        </p:txBody>
      </p:sp>
      <p:sp>
        <p:nvSpPr>
          <p:cNvPr id="3" name="Copy 1" descr="Content text frame">
            <a:extLst>
              <a:ext uri="{FF2B5EF4-FFF2-40B4-BE49-F238E27FC236}">
                <a16:creationId xmlns:a16="http://schemas.microsoft.com/office/drawing/2014/main" id="{A8B1D58A-DC84-4573-957E-9BEA9AAB308E}"/>
              </a:ext>
            </a:extLst>
          </p:cNvPr>
          <p:cNvSpPr>
            <a:spLocks noGrp="1"/>
          </p:cNvSpPr>
          <p:nvPr>
            <p:ph sz="half" idx="1"/>
          </p:nvPr>
        </p:nvSpPr>
        <p:spPr bwMode="black">
          <a:xfrm>
            <a:off x="411162" y="1414800"/>
            <a:ext cx="5470526" cy="2088000"/>
          </a:xfrm>
          <a:prstGeom prst="rect">
            <a:avLst/>
          </a:prstGeom>
        </p:spPr>
        <p:txBody>
          <a:bodyPr>
            <a:noAutofit/>
          </a:bodyPr>
          <a:lstStyle>
            <a:lvl1pPr>
              <a:defRPr sz="1600"/>
            </a:lvl1pPr>
            <a:lvl2pPr>
              <a:defRPr sz="16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9" name="Copy 2" descr="Content text frame">
            <a:extLst>
              <a:ext uri="{FF2B5EF4-FFF2-40B4-BE49-F238E27FC236}">
                <a16:creationId xmlns:a16="http://schemas.microsoft.com/office/drawing/2014/main" id="{2871E7F7-6A93-4406-8617-80D9CFF396A8}"/>
              </a:ext>
            </a:extLst>
          </p:cNvPr>
          <p:cNvSpPr>
            <a:spLocks noGrp="1"/>
          </p:cNvSpPr>
          <p:nvPr>
            <p:ph sz="half" idx="12"/>
          </p:nvPr>
        </p:nvSpPr>
        <p:spPr bwMode="black">
          <a:xfrm>
            <a:off x="411162" y="3718800"/>
            <a:ext cx="5470526" cy="2088000"/>
          </a:xfrm>
          <a:prstGeom prst="rect">
            <a:avLst/>
          </a:prstGeom>
        </p:spPr>
        <p:txBody>
          <a:bodyPr>
            <a:noAutofit/>
          </a:bodyPr>
          <a:lstStyle>
            <a:lvl1pPr>
              <a:defRPr sz="1600"/>
            </a:lvl1pPr>
            <a:lvl2pPr>
              <a:defRPr sz="16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4" name="Copy 3" descr="Content text frame">
            <a:extLst>
              <a:ext uri="{FF2B5EF4-FFF2-40B4-BE49-F238E27FC236}">
                <a16:creationId xmlns:a16="http://schemas.microsoft.com/office/drawing/2014/main" id="{BF3FF41E-3844-4153-B955-A1F3E9EC1D30}"/>
              </a:ext>
            </a:extLst>
          </p:cNvPr>
          <p:cNvSpPr>
            <a:spLocks noGrp="1"/>
          </p:cNvSpPr>
          <p:nvPr>
            <p:ph sz="half" idx="2"/>
          </p:nvPr>
        </p:nvSpPr>
        <p:spPr bwMode="black">
          <a:xfrm>
            <a:off x="6315075" y="1414800"/>
            <a:ext cx="5465763" cy="2088000"/>
          </a:xfrm>
          <a:prstGeom prst="rect">
            <a:avLst/>
          </a:prstGeom>
        </p:spPr>
        <p:txBody>
          <a:bodyPr>
            <a:noAutofit/>
          </a:bodyPr>
          <a:lstStyle>
            <a:lvl1pPr>
              <a:defRPr sz="1600"/>
            </a:lvl1pPr>
            <a:lvl2pPr>
              <a:defRPr sz="16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12" name="Copy 4" descr="Content text frame">
            <a:extLst>
              <a:ext uri="{FF2B5EF4-FFF2-40B4-BE49-F238E27FC236}">
                <a16:creationId xmlns:a16="http://schemas.microsoft.com/office/drawing/2014/main" id="{7AD3B9B1-3210-46C8-8222-A0E11719EB88}"/>
              </a:ext>
            </a:extLst>
          </p:cNvPr>
          <p:cNvSpPr>
            <a:spLocks noGrp="1"/>
          </p:cNvSpPr>
          <p:nvPr>
            <p:ph sz="half" idx="13"/>
          </p:nvPr>
        </p:nvSpPr>
        <p:spPr bwMode="black">
          <a:xfrm>
            <a:off x="6315075" y="3718800"/>
            <a:ext cx="5465763" cy="2088000"/>
          </a:xfrm>
          <a:prstGeom prst="rect">
            <a:avLst/>
          </a:prstGeom>
        </p:spPr>
        <p:txBody>
          <a:bodyPr>
            <a:noAutofit/>
          </a:bodyPr>
          <a:lstStyle>
            <a:lvl1pPr>
              <a:defRPr sz="1600"/>
            </a:lvl1pPr>
            <a:lvl2pPr>
              <a:defRPr sz="16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pic>
        <p:nvPicPr>
          <p:cNvPr id="10" name="Siemens Logo" descr="Siemens logo">
            <a:extLst>
              <a:ext uri="{FF2B5EF4-FFF2-40B4-BE49-F238E27FC236}">
                <a16:creationId xmlns:a16="http://schemas.microsoft.com/office/drawing/2014/main" id="{6FCACBED-2537-4F3E-8D2C-E60141005364}"/>
              </a:ext>
              <a:ext uri="{C183D7F6-B498-43B3-948B-1728B52AA6E4}">
                <adec:decorative xmlns:adec="http://schemas.microsoft.com/office/drawing/2017/decorative" val="0"/>
              </a:ext>
            </a:extLst>
          </p:cNvPr>
          <p:cNvPicPr>
            <a:picLocks noChangeAspect="1"/>
          </p:cNvPicPr>
          <p:nvPr userDrawn="1"/>
        </p:nvPicPr>
        <p:blipFill>
          <a:blip r:embed="rId5" cstate="email">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p:blipFill>
        <p:spPr bwMode="black">
          <a:xfrm>
            <a:off x="10635188" y="6418800"/>
            <a:ext cx="1152000" cy="183168"/>
          </a:xfrm>
          <a:prstGeom prst="rect">
            <a:avLst/>
          </a:prstGeom>
        </p:spPr>
      </p:pic>
      <p:sp>
        <p:nvSpPr>
          <p:cNvPr id="6" name="Footer Placeholder" descr="Footer with copyright, author and department information, and date">
            <a:extLst>
              <a:ext uri="{FF2B5EF4-FFF2-40B4-BE49-F238E27FC236}">
                <a16:creationId xmlns:a16="http://schemas.microsoft.com/office/drawing/2014/main" id="{1DF6F0C8-00D9-4034-B3CC-D376702BE1C8}"/>
              </a:ext>
            </a:extLst>
          </p:cNvPr>
          <p:cNvSpPr>
            <a:spLocks noGrp="1"/>
          </p:cNvSpPr>
          <p:nvPr>
            <p:ph type="ftr" sz="quarter" idx="14"/>
          </p:nvPr>
        </p:nvSpPr>
        <p:spPr bwMode="black"/>
        <p:txBody>
          <a:bodyPr/>
          <a:lstStyle/>
          <a:p>
            <a:pPr>
              <a:lnSpc>
                <a:spcPct val="100000"/>
              </a:lnSpc>
            </a:pPr>
            <a:r>
              <a:rPr lang="en-US"/>
              <a:t>Restricted | © Siemens 2025 | SHERPA X | MM080 Purchase Requisition via Direct X</a:t>
            </a:r>
          </a:p>
        </p:txBody>
      </p:sp>
      <p:sp>
        <p:nvSpPr>
          <p:cNvPr id="7" name="Slide Number Placeholder">
            <a:extLst>
              <a:ext uri="{FF2B5EF4-FFF2-40B4-BE49-F238E27FC236}">
                <a16:creationId xmlns:a16="http://schemas.microsoft.com/office/drawing/2014/main" id="{53D55964-F7E8-48E3-84D5-FE4FE835C563}"/>
              </a:ext>
              <a:ext uri="{C183D7F6-B498-43B3-948B-1728B52AA6E4}">
                <adec:decorative xmlns:adec="http://schemas.microsoft.com/office/drawing/2017/decorative" val="1"/>
              </a:ext>
            </a:extLst>
          </p:cNvPr>
          <p:cNvSpPr>
            <a:spLocks noGrp="1"/>
          </p:cNvSpPr>
          <p:nvPr>
            <p:ph type="sldNum" sz="quarter" idx="15"/>
          </p:nvPr>
        </p:nvSpPr>
        <p:spPr bwMode="black"/>
        <p:txBody>
          <a:bodyPr/>
          <a:lstStyle/>
          <a:p>
            <a:r>
              <a:rPr lang="en-US"/>
              <a:t>Page </a:t>
            </a:r>
            <a:fld id="{15EBE321-CBB1-4E91-BD14-37C8D44326FB}" type="slidenum">
              <a:rPr lang="en-US" smtClean="0"/>
              <a:pPr/>
              <a:t>‹#›</a:t>
            </a:fld>
            <a:endParaRPr lang="en-US"/>
          </a:p>
        </p:txBody>
      </p:sp>
      <p:pic>
        <p:nvPicPr>
          <p:cNvPr id="2" name="Imagem 1" descr="Uma imagem com Tipo de letra, Gráficos, texto, captura de ecrã&#10;&#10;Descrição gerada automaticamente">
            <a:extLst>
              <a:ext uri="{FF2B5EF4-FFF2-40B4-BE49-F238E27FC236}">
                <a16:creationId xmlns:a16="http://schemas.microsoft.com/office/drawing/2014/main" id="{78C58A62-0120-A9FF-7B12-7C83E28E629A}"/>
              </a:ext>
            </a:extLst>
          </p:cNvPr>
          <p:cNvPicPr>
            <a:picLocks noChangeAspect="1"/>
          </p:cNvPicPr>
          <p:nvPr userDrawn="1"/>
        </p:nvPicPr>
        <p:blipFill>
          <a:blip r:embed="rId7" cstate="email">
            <a:extLst>
              <a:ext uri="{28A0092B-C50C-407E-A947-70E740481C1C}">
                <a14:useLocalDpi xmlns:a14="http://schemas.microsoft.com/office/drawing/2010/main"/>
              </a:ext>
            </a:extLst>
          </a:blip>
          <a:stretch>
            <a:fillRect/>
          </a:stretch>
        </p:blipFill>
        <p:spPr>
          <a:xfrm>
            <a:off x="11025045" y="478800"/>
            <a:ext cx="755792" cy="755792"/>
          </a:xfrm>
          <a:prstGeom prst="rect">
            <a:avLst/>
          </a:prstGeom>
        </p:spPr>
      </p:pic>
    </p:spTree>
    <p:extLst>
      <p:ext uri="{BB962C8B-B14F-4D97-AF65-F5344CB8AC3E}">
        <p14:creationId xmlns:p14="http://schemas.microsoft.com/office/powerpoint/2010/main" val="2223262193"/>
      </p:ext>
    </p:extLst>
  </p:cSld>
  <p:clrMapOvr>
    <a:masterClrMapping/>
  </p:clrMapOvr>
  <p:extLst>
    <p:ext uri="{DCECCB84-F9BA-43D5-87BE-67443E8EF086}">
      <p15:sldGuideLst xmlns:p15="http://schemas.microsoft.com/office/powerpoint/2012/main">
        <p15:guide id="1" pos="259">
          <p15:clr>
            <a:srgbClr val="65CEFF"/>
          </p15:clr>
        </p15:guide>
        <p15:guide id="2" pos="3705">
          <p15:clr>
            <a:srgbClr val="65CEFF"/>
          </p15:clr>
        </p15:guide>
        <p15:guide id="3" pos="3978">
          <p15:clr>
            <a:srgbClr val="65CEFF"/>
          </p15:clr>
        </p15:guide>
        <p15:guide id="4" pos="6472">
          <p15:clr>
            <a:srgbClr val="65CEFF"/>
          </p15:clr>
        </p15:guide>
        <p15:guide id="5" pos="7425">
          <p15:clr>
            <a:srgbClr val="65CEFF"/>
          </p15:clr>
        </p15:guide>
        <p15:guide id="6" orient="horz" pos="302">
          <p15:clr>
            <a:srgbClr val="65CEFF"/>
          </p15:clr>
        </p15:guide>
        <p15:guide id="7" orient="horz" pos="664">
          <p15:clr>
            <a:srgbClr val="65CEFF"/>
          </p15:clr>
        </p15:guide>
        <p15:guide id="8" orient="horz" pos="891">
          <p15:clr>
            <a:srgbClr val="65CEFF"/>
          </p15:clr>
        </p15:guide>
        <p15:guide id="9" orient="horz" pos="2206">
          <p15:clr>
            <a:srgbClr val="65CEFF"/>
          </p15:clr>
        </p15:guide>
        <p15:guide id="10" orient="horz" pos="2343">
          <p15:clr>
            <a:srgbClr val="65CEFF"/>
          </p15:clr>
        </p15:guide>
        <p15:guide id="11" orient="horz" pos="3658">
          <p15:clr>
            <a:srgbClr val="65CEFF"/>
          </p15:clr>
        </p15:guide>
        <p15:guide id="12" orient="horz" pos="3885">
          <p15:clr>
            <a:srgbClr val="65CEFF"/>
          </p15:clr>
        </p15:guide>
        <p15:guide id="13" orient="horz" pos="4157">
          <p15:clr>
            <a:srgbClr val="65CEFF"/>
          </p15:clr>
        </p15:guide>
      </p15:sldGuideLst>
    </p:ext>
  </p:extLst>
</p:sldLayout>
</file>

<file path=ppt/slideLayouts/slideLayout116.xml><?xml version="1.0" encoding="utf-8"?>
<p:sldLayout xmlns:a="http://schemas.openxmlformats.org/drawingml/2006/main" xmlns:r="http://schemas.openxmlformats.org/officeDocument/2006/relationships" xmlns:p="http://schemas.openxmlformats.org/presentationml/2006/main" preserve="1" userDrawn="1">
  <p:cSld name="Two columns (Spotlight)">
    <p:spTree>
      <p:nvGrpSpPr>
        <p:cNvPr id="1" name=""/>
        <p:cNvGrpSpPr/>
        <p:nvPr/>
      </p:nvGrpSpPr>
      <p:grpSpPr>
        <a:xfrm>
          <a:off x="0" y="0"/>
          <a:ext cx="0" cy="0"/>
          <a:chOff x="0" y="0"/>
          <a:chExt cx="0" cy="0"/>
        </a:xfrm>
      </p:grpSpPr>
      <p:graphicFrame>
        <p:nvGraphicFramePr>
          <p:cNvPr id="10" name="Object 9" hidden="1">
            <a:extLst>
              <a:ext uri="{FF2B5EF4-FFF2-40B4-BE49-F238E27FC236}">
                <a16:creationId xmlns:a16="http://schemas.microsoft.com/office/drawing/2014/main" id="{F550997B-C79C-51D5-4CAB-2F2F0BEE7514}"/>
              </a:ext>
            </a:extLst>
          </p:cNvPr>
          <p:cNvGraphicFramePr>
            <a:graphicFrameLocks noChangeAspect="1"/>
          </p:cNvGraphicFramePr>
          <p:nvPr userDrawn="1">
            <p:custDataLst>
              <p:tags r:id="rId1"/>
            </p:custDataLst>
            <p:extLst>
              <p:ext uri="{D42A27DB-BD31-4B8C-83A1-F6EECF244321}">
                <p14:modId xmlns:p14="http://schemas.microsoft.com/office/powerpoint/2010/main" val="421042710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663" imgH="664" progId="TCLayout.ActiveDocument.1">
                  <p:embed/>
                </p:oleObj>
              </mc:Choice>
              <mc:Fallback>
                <p:oleObj name="think-cell Slide" r:id="rId3" imgW="663" imgH="664" progId="TCLayout.ActiveDocument.1">
                  <p:embed/>
                  <p:pic>
                    <p:nvPicPr>
                      <p:cNvPr id="10" name="Object 9" hidden="1">
                        <a:extLst>
                          <a:ext uri="{FF2B5EF4-FFF2-40B4-BE49-F238E27FC236}">
                            <a16:creationId xmlns:a16="http://schemas.microsoft.com/office/drawing/2014/main" id="{F550997B-C79C-51D5-4CAB-2F2F0BEE7514}"/>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descr="Slide headline">
            <a:extLst>
              <a:ext uri="{FF2B5EF4-FFF2-40B4-BE49-F238E27FC236}">
                <a16:creationId xmlns:a16="http://schemas.microsoft.com/office/drawing/2014/main" id="{E568133C-15D2-4F33-802E-DF15E7891829}"/>
              </a:ext>
            </a:extLst>
          </p:cNvPr>
          <p:cNvSpPr>
            <a:spLocks noGrp="1"/>
          </p:cNvSpPr>
          <p:nvPr>
            <p:ph type="title"/>
          </p:nvPr>
        </p:nvSpPr>
        <p:spPr bwMode="black"/>
        <p:txBody>
          <a:bodyPr vert="horz"/>
          <a:lstStyle>
            <a:lvl1pPr>
              <a:defRPr>
                <a:solidFill>
                  <a:srgbClr val="000028"/>
                </a:solidFill>
              </a:defRPr>
            </a:lvl1pPr>
          </a:lstStyle>
          <a:p>
            <a:r>
              <a:rPr lang="en-US"/>
              <a:t>Click to edit Master title style</a:t>
            </a:r>
          </a:p>
        </p:txBody>
      </p:sp>
      <p:sp>
        <p:nvSpPr>
          <p:cNvPr id="7" name="Picture Placeholder" descr="Thematic picture – please describe further">
            <a:extLst>
              <a:ext uri="{FF2B5EF4-FFF2-40B4-BE49-F238E27FC236}">
                <a16:creationId xmlns:a16="http://schemas.microsoft.com/office/drawing/2014/main" id="{90866A30-329B-420B-B42B-2C69E0DE6D9B}"/>
              </a:ext>
            </a:extLst>
          </p:cNvPr>
          <p:cNvSpPr>
            <a:spLocks noGrp="1"/>
          </p:cNvSpPr>
          <p:nvPr>
            <p:ph type="pic" sz="quarter" idx="12" hasCustomPrompt="1"/>
          </p:nvPr>
        </p:nvSpPr>
        <p:spPr bwMode="ltGray">
          <a:xfrm>
            <a:off x="411161" y="1414800"/>
            <a:ext cx="7199313" cy="4752000"/>
          </a:xfrm>
          <a:solidFill>
            <a:srgbClr val="9999A9"/>
          </a:solidFill>
        </p:spPr>
        <p:txBody>
          <a:bodyPr lIns="144000" tIns="108000" rIns="144000" bIns="108000">
            <a:noAutofit/>
          </a:bodyPr>
          <a:lstStyle/>
          <a:p>
            <a:r>
              <a:rPr lang="en-US"/>
              <a:t>Thematic picture</a:t>
            </a:r>
          </a:p>
        </p:txBody>
      </p:sp>
      <p:sp>
        <p:nvSpPr>
          <p:cNvPr id="4" name="Copy" descr="Content text frame">
            <a:extLst>
              <a:ext uri="{FF2B5EF4-FFF2-40B4-BE49-F238E27FC236}">
                <a16:creationId xmlns:a16="http://schemas.microsoft.com/office/drawing/2014/main" id="{BF3FF41E-3844-4153-B955-A1F3E9EC1D30}"/>
              </a:ext>
            </a:extLst>
          </p:cNvPr>
          <p:cNvSpPr>
            <a:spLocks noGrp="1"/>
          </p:cNvSpPr>
          <p:nvPr>
            <p:ph sz="half" idx="2"/>
          </p:nvPr>
        </p:nvSpPr>
        <p:spPr bwMode="black">
          <a:xfrm>
            <a:off x="8043189" y="1414800"/>
            <a:ext cx="3744000" cy="4752000"/>
          </a:xfrm>
          <a:prstGeom prst="rect">
            <a:avLst/>
          </a:prstGeom>
        </p:spPr>
        <p:txBody>
          <a:bodyPr>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pic>
        <p:nvPicPr>
          <p:cNvPr id="9" name="Siemens Logo" descr="Siemens logo">
            <a:extLst>
              <a:ext uri="{FF2B5EF4-FFF2-40B4-BE49-F238E27FC236}">
                <a16:creationId xmlns:a16="http://schemas.microsoft.com/office/drawing/2014/main" id="{F468BE17-5D03-45C2-9D37-CF354AAA9589}"/>
              </a:ext>
              <a:ext uri="{C183D7F6-B498-43B3-948B-1728B52AA6E4}">
                <adec:decorative xmlns:adec="http://schemas.microsoft.com/office/drawing/2017/decorative" val="0"/>
              </a:ext>
            </a:extLst>
          </p:cNvPr>
          <p:cNvPicPr>
            <a:picLocks noChangeAspect="1"/>
          </p:cNvPicPr>
          <p:nvPr userDrawn="1"/>
        </p:nvPicPr>
        <p:blipFill>
          <a:blip r:embed="rId5" cstate="email">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p:blipFill>
        <p:spPr bwMode="black">
          <a:xfrm>
            <a:off x="10635188" y="6418800"/>
            <a:ext cx="1152000" cy="183168"/>
          </a:xfrm>
          <a:prstGeom prst="rect">
            <a:avLst/>
          </a:prstGeom>
        </p:spPr>
      </p:pic>
      <p:sp>
        <p:nvSpPr>
          <p:cNvPr id="3" name="Footer Placeholder" descr="Footer with copyright, author and department information, and date">
            <a:extLst>
              <a:ext uri="{FF2B5EF4-FFF2-40B4-BE49-F238E27FC236}">
                <a16:creationId xmlns:a16="http://schemas.microsoft.com/office/drawing/2014/main" id="{33756E69-CA2F-47EC-9D32-CB09C4CD83F1}"/>
              </a:ext>
            </a:extLst>
          </p:cNvPr>
          <p:cNvSpPr>
            <a:spLocks noGrp="1"/>
          </p:cNvSpPr>
          <p:nvPr>
            <p:ph type="ftr" sz="quarter" idx="13"/>
          </p:nvPr>
        </p:nvSpPr>
        <p:spPr bwMode="black"/>
        <p:txBody>
          <a:bodyPr/>
          <a:lstStyle/>
          <a:p>
            <a:pPr>
              <a:lnSpc>
                <a:spcPct val="100000"/>
              </a:lnSpc>
            </a:pPr>
            <a:r>
              <a:rPr lang="en-US"/>
              <a:t>Restricted | © Siemens 2025 | SHERPA X | MM080 Purchase Requisition via Direct X</a:t>
            </a:r>
          </a:p>
        </p:txBody>
      </p:sp>
      <p:sp>
        <p:nvSpPr>
          <p:cNvPr id="5" name="Slide Number Placeholder">
            <a:extLst>
              <a:ext uri="{FF2B5EF4-FFF2-40B4-BE49-F238E27FC236}">
                <a16:creationId xmlns:a16="http://schemas.microsoft.com/office/drawing/2014/main" id="{95022CCB-0484-488B-8637-222C3919B0F7}"/>
              </a:ext>
              <a:ext uri="{C183D7F6-B498-43B3-948B-1728B52AA6E4}">
                <adec:decorative xmlns:adec="http://schemas.microsoft.com/office/drawing/2017/decorative" val="1"/>
              </a:ext>
            </a:extLst>
          </p:cNvPr>
          <p:cNvSpPr>
            <a:spLocks noGrp="1"/>
          </p:cNvSpPr>
          <p:nvPr>
            <p:ph type="sldNum" sz="quarter" idx="14"/>
          </p:nvPr>
        </p:nvSpPr>
        <p:spPr bwMode="black"/>
        <p:txBody>
          <a:bodyPr/>
          <a:lstStyle/>
          <a:p>
            <a:r>
              <a:rPr lang="en-US"/>
              <a:t>Page </a:t>
            </a:r>
            <a:fld id="{15EBE321-CBB1-4E91-BD14-37C8D44326FB}" type="slidenum">
              <a:rPr lang="en-US" smtClean="0"/>
              <a:pPr/>
              <a:t>‹#›</a:t>
            </a:fld>
            <a:endParaRPr lang="en-US"/>
          </a:p>
        </p:txBody>
      </p:sp>
      <p:pic>
        <p:nvPicPr>
          <p:cNvPr id="6" name="Imagem 5" descr="Uma imagem com Tipo de letra, Gráficos, texto, captura de ecrã&#10;&#10;Descrição gerada automaticamente">
            <a:extLst>
              <a:ext uri="{FF2B5EF4-FFF2-40B4-BE49-F238E27FC236}">
                <a16:creationId xmlns:a16="http://schemas.microsoft.com/office/drawing/2014/main" id="{A6CCB8F0-0618-7671-C46E-BF4120281962}"/>
              </a:ext>
            </a:extLst>
          </p:cNvPr>
          <p:cNvPicPr>
            <a:picLocks noChangeAspect="1"/>
          </p:cNvPicPr>
          <p:nvPr userDrawn="1"/>
        </p:nvPicPr>
        <p:blipFill>
          <a:blip r:embed="rId7" cstate="email">
            <a:extLst>
              <a:ext uri="{28A0092B-C50C-407E-A947-70E740481C1C}">
                <a14:useLocalDpi xmlns:a14="http://schemas.microsoft.com/office/drawing/2010/main"/>
              </a:ext>
            </a:extLst>
          </a:blip>
          <a:stretch>
            <a:fillRect/>
          </a:stretch>
        </p:blipFill>
        <p:spPr>
          <a:xfrm>
            <a:off x="11025045" y="478800"/>
            <a:ext cx="755792" cy="755792"/>
          </a:xfrm>
          <a:prstGeom prst="rect">
            <a:avLst/>
          </a:prstGeom>
        </p:spPr>
      </p:pic>
    </p:spTree>
    <p:extLst>
      <p:ext uri="{BB962C8B-B14F-4D97-AF65-F5344CB8AC3E}">
        <p14:creationId xmlns:p14="http://schemas.microsoft.com/office/powerpoint/2010/main" val="615424421"/>
      </p:ext>
    </p:extLst>
  </p:cSld>
  <p:clrMapOvr>
    <a:masterClrMapping/>
  </p:clrMapOvr>
  <p:extLst>
    <p:ext uri="{DCECCB84-F9BA-43D5-87BE-67443E8EF086}">
      <p15:sldGuideLst xmlns:p15="http://schemas.microsoft.com/office/powerpoint/2012/main">
        <p15:guide id="1" pos="259">
          <p15:clr>
            <a:srgbClr val="65CEFF"/>
          </p15:clr>
        </p15:guide>
        <p15:guide id="2" pos="4794">
          <p15:clr>
            <a:srgbClr val="65CEFF"/>
          </p15:clr>
        </p15:guide>
        <p15:guide id="3" pos="5066">
          <p15:clr>
            <a:srgbClr val="65CEFF"/>
          </p15:clr>
        </p15:guide>
        <p15:guide id="4" pos="6472">
          <p15:clr>
            <a:srgbClr val="65CEFF"/>
          </p15:clr>
        </p15:guide>
        <p15:guide id="5" pos="7425">
          <p15:clr>
            <a:srgbClr val="65CEFF"/>
          </p15:clr>
        </p15:guide>
        <p15:guide id="6" orient="horz" pos="302">
          <p15:clr>
            <a:srgbClr val="65CEFF"/>
          </p15:clr>
        </p15:guide>
        <p15:guide id="7" orient="horz" pos="664">
          <p15:clr>
            <a:srgbClr val="65CEFF"/>
          </p15:clr>
        </p15:guide>
        <p15:guide id="8" orient="horz" pos="891">
          <p15:clr>
            <a:srgbClr val="65CEFF"/>
          </p15:clr>
        </p15:guide>
        <p15:guide id="9" orient="horz" pos="3658">
          <p15:clr>
            <a:srgbClr val="65CEFF"/>
          </p15:clr>
        </p15:guide>
        <p15:guide id="10" orient="horz" pos="3885">
          <p15:clr>
            <a:srgbClr val="65CEFF"/>
          </p15:clr>
        </p15:guide>
        <p15:guide id="11" orient="horz" pos="4157">
          <p15:clr>
            <a:srgbClr val="65CEFF"/>
          </p15:clr>
        </p15:guide>
      </p15:sldGuideLst>
    </p:ext>
  </p:extLst>
</p:sldLayout>
</file>

<file path=ppt/slideLayouts/slideLayout117.xml><?xml version="1.0" encoding="utf-8"?>
<p:sldLayout xmlns:a="http://schemas.openxmlformats.org/drawingml/2006/main" xmlns:r="http://schemas.openxmlformats.org/officeDocument/2006/relationships" xmlns:p="http://schemas.openxmlformats.org/presentationml/2006/main" preserve="1" userDrawn="1">
  <p:cSld name="One table (large)">
    <p:spTree>
      <p:nvGrpSpPr>
        <p:cNvPr id="1" name=""/>
        <p:cNvGrpSpPr/>
        <p:nvPr/>
      </p:nvGrpSpPr>
      <p:grpSpPr>
        <a:xfrm>
          <a:off x="0" y="0"/>
          <a:ext cx="0" cy="0"/>
          <a:chOff x="0" y="0"/>
          <a:chExt cx="0" cy="0"/>
        </a:xfrm>
      </p:grpSpPr>
      <p:graphicFrame>
        <p:nvGraphicFramePr>
          <p:cNvPr id="8" name="Object 7" hidden="1">
            <a:extLst>
              <a:ext uri="{FF2B5EF4-FFF2-40B4-BE49-F238E27FC236}">
                <a16:creationId xmlns:a16="http://schemas.microsoft.com/office/drawing/2014/main" id="{611BDBF6-878D-2DD2-1307-8F917772EC0F}"/>
              </a:ext>
            </a:extLst>
          </p:cNvPr>
          <p:cNvGraphicFramePr>
            <a:graphicFrameLocks noChangeAspect="1"/>
          </p:cNvGraphicFramePr>
          <p:nvPr userDrawn="1">
            <p:custDataLst>
              <p:tags r:id="rId1"/>
            </p:custDataLst>
            <p:extLst>
              <p:ext uri="{D42A27DB-BD31-4B8C-83A1-F6EECF244321}">
                <p14:modId xmlns:p14="http://schemas.microsoft.com/office/powerpoint/2010/main" val="266831613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663" imgH="664" progId="TCLayout.ActiveDocument.1">
                  <p:embed/>
                </p:oleObj>
              </mc:Choice>
              <mc:Fallback>
                <p:oleObj name="think-cell Slide" r:id="rId3" imgW="663" imgH="664" progId="TCLayout.ActiveDocument.1">
                  <p:embed/>
                  <p:pic>
                    <p:nvPicPr>
                      <p:cNvPr id="8" name="Object 7" hidden="1">
                        <a:extLst>
                          <a:ext uri="{FF2B5EF4-FFF2-40B4-BE49-F238E27FC236}">
                            <a16:creationId xmlns:a16="http://schemas.microsoft.com/office/drawing/2014/main" id="{611BDBF6-878D-2DD2-1307-8F917772EC0F}"/>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7" name="Title" descr="Slide headline">
            <a:extLst>
              <a:ext uri="{FF2B5EF4-FFF2-40B4-BE49-F238E27FC236}">
                <a16:creationId xmlns:a16="http://schemas.microsoft.com/office/drawing/2014/main" id="{9C4633C1-8D3E-45A5-A522-817574663A85}"/>
              </a:ext>
            </a:extLst>
          </p:cNvPr>
          <p:cNvSpPr>
            <a:spLocks noGrp="1"/>
          </p:cNvSpPr>
          <p:nvPr>
            <p:ph type="title"/>
          </p:nvPr>
        </p:nvSpPr>
        <p:spPr bwMode="black"/>
        <p:txBody>
          <a:bodyPr vert="horz"/>
          <a:lstStyle>
            <a:lvl1pPr>
              <a:defRPr>
                <a:solidFill>
                  <a:srgbClr val="000028"/>
                </a:solidFill>
              </a:defRPr>
            </a:lvl1pPr>
          </a:lstStyle>
          <a:p>
            <a:r>
              <a:rPr lang="en-US"/>
              <a:t>Click to edit Master title style</a:t>
            </a:r>
          </a:p>
        </p:txBody>
      </p:sp>
      <p:sp>
        <p:nvSpPr>
          <p:cNvPr id="6" name="Table Placeholder" descr="Content table  frame">
            <a:extLst>
              <a:ext uri="{FF2B5EF4-FFF2-40B4-BE49-F238E27FC236}">
                <a16:creationId xmlns:a16="http://schemas.microsoft.com/office/drawing/2014/main" id="{D41D1FE0-EDDA-47B8-BF1F-831D4733C32A}"/>
              </a:ext>
            </a:extLst>
          </p:cNvPr>
          <p:cNvSpPr>
            <a:spLocks noGrp="1"/>
          </p:cNvSpPr>
          <p:nvPr>
            <p:ph type="tbl" sz="quarter" idx="12"/>
          </p:nvPr>
        </p:nvSpPr>
        <p:spPr bwMode="black">
          <a:xfrm>
            <a:off x="404812" y="1414461"/>
            <a:ext cx="11376026" cy="4392000"/>
          </a:xfrm>
        </p:spPr>
        <p:txBody>
          <a:bodyPr/>
          <a:lstStyle/>
          <a:p>
            <a:endParaRPr lang="en-US"/>
          </a:p>
        </p:txBody>
      </p:sp>
      <p:pic>
        <p:nvPicPr>
          <p:cNvPr id="9" name="Siemens Logo" descr="Siemens logo">
            <a:extLst>
              <a:ext uri="{FF2B5EF4-FFF2-40B4-BE49-F238E27FC236}">
                <a16:creationId xmlns:a16="http://schemas.microsoft.com/office/drawing/2014/main" id="{2EA6CE5F-6FF7-4E0A-AEB2-1A7C43CE05C1}"/>
              </a:ext>
              <a:ext uri="{C183D7F6-B498-43B3-948B-1728B52AA6E4}">
                <adec:decorative xmlns:adec="http://schemas.microsoft.com/office/drawing/2017/decorative" val="0"/>
              </a:ext>
            </a:extLst>
          </p:cNvPr>
          <p:cNvPicPr>
            <a:picLocks noChangeAspect="1"/>
          </p:cNvPicPr>
          <p:nvPr userDrawn="1"/>
        </p:nvPicPr>
        <p:blipFill>
          <a:blip r:embed="rId5" cstate="email">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p:blipFill>
        <p:spPr bwMode="black">
          <a:xfrm>
            <a:off x="10635188" y="6418800"/>
            <a:ext cx="1152000" cy="183168"/>
          </a:xfrm>
          <a:prstGeom prst="rect">
            <a:avLst/>
          </a:prstGeom>
        </p:spPr>
      </p:pic>
      <p:sp>
        <p:nvSpPr>
          <p:cNvPr id="3" name="Footer Placeholder" descr="Footer with copyright, author and department information, and date">
            <a:extLst>
              <a:ext uri="{FF2B5EF4-FFF2-40B4-BE49-F238E27FC236}">
                <a16:creationId xmlns:a16="http://schemas.microsoft.com/office/drawing/2014/main" id="{9CEA2FAD-1597-4F5C-878D-02CB854024F3}"/>
              </a:ext>
            </a:extLst>
          </p:cNvPr>
          <p:cNvSpPr>
            <a:spLocks noGrp="1"/>
          </p:cNvSpPr>
          <p:nvPr>
            <p:ph type="ftr" sz="quarter" idx="13"/>
          </p:nvPr>
        </p:nvSpPr>
        <p:spPr bwMode="black"/>
        <p:txBody>
          <a:bodyPr/>
          <a:lstStyle/>
          <a:p>
            <a:pPr>
              <a:lnSpc>
                <a:spcPct val="100000"/>
              </a:lnSpc>
            </a:pPr>
            <a:r>
              <a:rPr lang="en-US"/>
              <a:t>Restricted | © Siemens 2025 | SHERPA X | MM080 Purchase Requisition via Direct X</a:t>
            </a:r>
          </a:p>
        </p:txBody>
      </p:sp>
      <p:sp>
        <p:nvSpPr>
          <p:cNvPr id="5" name="Slide Number Placeholder">
            <a:extLst>
              <a:ext uri="{FF2B5EF4-FFF2-40B4-BE49-F238E27FC236}">
                <a16:creationId xmlns:a16="http://schemas.microsoft.com/office/drawing/2014/main" id="{CE0A22CB-5E69-4817-B713-C02B97CF6B91}"/>
              </a:ext>
              <a:ext uri="{C183D7F6-B498-43B3-948B-1728B52AA6E4}">
                <adec:decorative xmlns:adec="http://schemas.microsoft.com/office/drawing/2017/decorative" val="1"/>
              </a:ext>
            </a:extLst>
          </p:cNvPr>
          <p:cNvSpPr>
            <a:spLocks noGrp="1"/>
          </p:cNvSpPr>
          <p:nvPr>
            <p:ph type="sldNum" sz="quarter" idx="14"/>
          </p:nvPr>
        </p:nvSpPr>
        <p:spPr bwMode="black"/>
        <p:txBody>
          <a:bodyPr/>
          <a:lstStyle/>
          <a:p>
            <a:r>
              <a:rPr lang="en-US"/>
              <a:t>Page </a:t>
            </a:r>
            <a:fld id="{15EBE321-CBB1-4E91-BD14-37C8D44326FB}" type="slidenum">
              <a:rPr lang="en-US" smtClean="0"/>
              <a:pPr/>
              <a:t>‹#›</a:t>
            </a:fld>
            <a:endParaRPr lang="en-US"/>
          </a:p>
        </p:txBody>
      </p:sp>
      <p:pic>
        <p:nvPicPr>
          <p:cNvPr id="2" name="Imagem 1" descr="Uma imagem com Tipo de letra, Gráficos, texto, captura de ecrã&#10;&#10;Descrição gerada automaticamente">
            <a:extLst>
              <a:ext uri="{FF2B5EF4-FFF2-40B4-BE49-F238E27FC236}">
                <a16:creationId xmlns:a16="http://schemas.microsoft.com/office/drawing/2014/main" id="{91CC009F-904A-3B34-CD8E-992B6149546C}"/>
              </a:ext>
            </a:extLst>
          </p:cNvPr>
          <p:cNvPicPr>
            <a:picLocks noChangeAspect="1"/>
          </p:cNvPicPr>
          <p:nvPr userDrawn="1"/>
        </p:nvPicPr>
        <p:blipFill>
          <a:blip r:embed="rId7" cstate="email">
            <a:extLst>
              <a:ext uri="{28A0092B-C50C-407E-A947-70E740481C1C}">
                <a14:useLocalDpi xmlns:a14="http://schemas.microsoft.com/office/drawing/2010/main"/>
              </a:ext>
            </a:extLst>
          </a:blip>
          <a:stretch>
            <a:fillRect/>
          </a:stretch>
        </p:blipFill>
        <p:spPr>
          <a:xfrm>
            <a:off x="11025045" y="478800"/>
            <a:ext cx="755792" cy="755792"/>
          </a:xfrm>
          <a:prstGeom prst="rect">
            <a:avLst/>
          </a:prstGeom>
        </p:spPr>
      </p:pic>
    </p:spTree>
    <p:extLst>
      <p:ext uri="{BB962C8B-B14F-4D97-AF65-F5344CB8AC3E}">
        <p14:creationId xmlns:p14="http://schemas.microsoft.com/office/powerpoint/2010/main" val="1147932664"/>
      </p:ext>
    </p:extLst>
  </p:cSld>
  <p:clrMapOvr>
    <a:masterClrMapping/>
  </p:clrMapOvr>
  <p:extLst>
    <p:ext uri="{DCECCB84-F9BA-43D5-87BE-67443E8EF086}">
      <p15:sldGuideLst xmlns:p15="http://schemas.microsoft.com/office/powerpoint/2012/main">
        <p15:guide id="1" pos="259">
          <p15:clr>
            <a:srgbClr val="65CEFF"/>
          </p15:clr>
        </p15:guide>
        <p15:guide id="2" pos="6472">
          <p15:clr>
            <a:srgbClr val="65CEFF"/>
          </p15:clr>
        </p15:guide>
        <p15:guide id="3" pos="7425">
          <p15:clr>
            <a:srgbClr val="65CEFF"/>
          </p15:clr>
        </p15:guide>
        <p15:guide id="4" orient="horz" pos="302">
          <p15:clr>
            <a:srgbClr val="65CEFF"/>
          </p15:clr>
        </p15:guide>
        <p15:guide id="5" orient="horz" pos="664">
          <p15:clr>
            <a:srgbClr val="65CEFF"/>
          </p15:clr>
        </p15:guide>
        <p15:guide id="6" orient="horz" pos="891">
          <p15:clr>
            <a:srgbClr val="65CEFF"/>
          </p15:clr>
        </p15:guide>
        <p15:guide id="7" orient="horz" pos="3658">
          <p15:clr>
            <a:srgbClr val="65CEFF"/>
          </p15:clr>
        </p15:guide>
        <p15:guide id="8" orient="horz" pos="3885">
          <p15:clr>
            <a:srgbClr val="65CEFF"/>
          </p15:clr>
        </p15:guide>
        <p15:guide id="9" orient="horz" pos="4157">
          <p15:clr>
            <a:srgbClr val="65CEFF"/>
          </p15:clr>
        </p15:guide>
      </p15:sldGuideLst>
    </p:ext>
  </p:extLst>
</p:sldLayout>
</file>

<file path=ppt/slideLayouts/slideLayout118.xml><?xml version="1.0" encoding="utf-8"?>
<p:sldLayout xmlns:a="http://schemas.openxmlformats.org/drawingml/2006/main" xmlns:r="http://schemas.openxmlformats.org/officeDocument/2006/relationships" xmlns:p="http://schemas.openxmlformats.org/presentationml/2006/main" preserve="1" userDrawn="1">
  <p:cSld name="Process flow">
    <p:bg>
      <p:bgRef idx="1001">
        <a:schemeClr val="bg2"/>
      </p:bgRef>
    </p:bg>
    <p:spTree>
      <p:nvGrpSpPr>
        <p:cNvPr id="1" name=""/>
        <p:cNvGrpSpPr/>
        <p:nvPr/>
      </p:nvGrpSpPr>
      <p:grpSpPr>
        <a:xfrm>
          <a:off x="0" y="0"/>
          <a:ext cx="0" cy="0"/>
          <a:chOff x="0" y="0"/>
          <a:chExt cx="0" cy="0"/>
        </a:xfrm>
      </p:grpSpPr>
      <p:graphicFrame>
        <p:nvGraphicFramePr>
          <p:cNvPr id="8" name="Object 7" hidden="1">
            <a:extLst>
              <a:ext uri="{FF2B5EF4-FFF2-40B4-BE49-F238E27FC236}">
                <a16:creationId xmlns:a16="http://schemas.microsoft.com/office/drawing/2014/main" id="{F82C904B-D4AC-EDB0-D560-B841D38E5A7B}"/>
              </a:ext>
            </a:extLst>
          </p:cNvPr>
          <p:cNvGraphicFramePr>
            <a:graphicFrameLocks noChangeAspect="1"/>
          </p:cNvGraphicFramePr>
          <p:nvPr userDrawn="1">
            <p:custDataLst>
              <p:tags r:id="rId1"/>
            </p:custDataLst>
            <p:extLst>
              <p:ext uri="{D42A27DB-BD31-4B8C-83A1-F6EECF244321}">
                <p14:modId xmlns:p14="http://schemas.microsoft.com/office/powerpoint/2010/main" val="412061801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663" imgH="664" progId="TCLayout.ActiveDocument.1">
                  <p:embed/>
                </p:oleObj>
              </mc:Choice>
              <mc:Fallback>
                <p:oleObj name="think-cell Slide" r:id="rId3" imgW="663" imgH="664" progId="TCLayout.ActiveDocument.1">
                  <p:embed/>
                  <p:pic>
                    <p:nvPicPr>
                      <p:cNvPr id="8" name="Object 7" hidden="1">
                        <a:extLst>
                          <a:ext uri="{FF2B5EF4-FFF2-40B4-BE49-F238E27FC236}">
                            <a16:creationId xmlns:a16="http://schemas.microsoft.com/office/drawing/2014/main" id="{F82C904B-D4AC-EDB0-D560-B841D38E5A7B}"/>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5" name="Title" descr="Slide headline">
            <a:extLst>
              <a:ext uri="{FF2B5EF4-FFF2-40B4-BE49-F238E27FC236}">
                <a16:creationId xmlns:a16="http://schemas.microsoft.com/office/drawing/2014/main" id="{9F2A455C-53B1-4792-8EA9-F00926C48E39}"/>
              </a:ext>
            </a:extLst>
          </p:cNvPr>
          <p:cNvSpPr>
            <a:spLocks noGrp="1"/>
          </p:cNvSpPr>
          <p:nvPr>
            <p:ph type="title"/>
          </p:nvPr>
        </p:nvSpPr>
        <p:spPr bwMode="black"/>
        <p:txBody>
          <a:bodyPr vert="horz"/>
          <a:lstStyle>
            <a:lvl1pPr>
              <a:defRPr>
                <a:solidFill>
                  <a:schemeClr val="tx1"/>
                </a:solidFill>
              </a:defRPr>
            </a:lvl1pPr>
          </a:lstStyle>
          <a:p>
            <a:r>
              <a:rPr lang="en-US"/>
              <a:t>Click to edit Master title style</a:t>
            </a:r>
          </a:p>
        </p:txBody>
      </p:sp>
      <p:sp>
        <p:nvSpPr>
          <p:cNvPr id="3" name="Copy 1" descr="Content text frame">
            <a:extLst>
              <a:ext uri="{FF2B5EF4-FFF2-40B4-BE49-F238E27FC236}">
                <a16:creationId xmlns:a16="http://schemas.microsoft.com/office/drawing/2014/main" id="{9CE7E2D8-94E8-4FE6-93A5-924CA3EC5315}"/>
              </a:ext>
            </a:extLst>
          </p:cNvPr>
          <p:cNvSpPr>
            <a:spLocks noGrp="1"/>
          </p:cNvSpPr>
          <p:nvPr>
            <p:ph idx="1"/>
          </p:nvPr>
        </p:nvSpPr>
        <p:spPr bwMode="black">
          <a:xfrm>
            <a:off x="411162" y="1414462"/>
            <a:ext cx="3600000" cy="4392000"/>
          </a:xfrm>
          <a:prstGeom prst="rect">
            <a:avLst/>
          </a:prstGeom>
          <a:ln w="19050">
            <a:solidFill>
              <a:srgbClr val="00BEDC"/>
            </a:solidFill>
          </a:ln>
        </p:spPr>
        <p:txBody>
          <a:bodyPr lIns="216000" tIns="144000" rIns="216000" bIns="144000">
            <a:noAutofit/>
          </a:bodyPr>
          <a:lstStyle>
            <a:lvl1pPr>
              <a:defRPr>
                <a:ln>
                  <a:noFill/>
                </a:ln>
              </a:defRPr>
            </a:lvl1pPr>
            <a:lvl2pPr>
              <a:buClr>
                <a:schemeClr val="tx1"/>
              </a:buClr>
              <a:defRPr>
                <a:ln>
                  <a:noFill/>
                </a:ln>
              </a:defRPr>
            </a:lvl2pPr>
            <a:lvl3pPr>
              <a:buClr>
                <a:schemeClr val="tx1"/>
              </a:buClr>
              <a:defRPr>
                <a:ln>
                  <a:noFill/>
                </a:ln>
              </a:defRPr>
            </a:lvl3pPr>
            <a:lvl4pPr>
              <a:buClr>
                <a:schemeClr val="tx1"/>
              </a:buClr>
              <a:defRPr>
                <a:ln>
                  <a:noFill/>
                </a:ln>
              </a:defRPr>
            </a:lvl4pPr>
            <a:lvl5pPr>
              <a:buClr>
                <a:schemeClr val="tx1"/>
              </a:buClr>
              <a:defRPr>
                <a:ln>
                  <a:noFill/>
                </a:ln>
              </a:defRPr>
            </a:lvl5pPr>
            <a:lvl6pPr>
              <a:buClr>
                <a:schemeClr val="tx1"/>
              </a:buClr>
              <a:defRPr>
                <a:ln>
                  <a:noFill/>
                </a:ln>
              </a:defRPr>
            </a:lvl6pPr>
            <a:lvl7pPr>
              <a:buClr>
                <a:schemeClr val="tx1"/>
              </a:buClr>
              <a:defRPr>
                <a:ln>
                  <a:noFill/>
                </a:ln>
              </a:defRPr>
            </a:lvl7pPr>
            <a:lvl8pPr>
              <a:buClr>
                <a:schemeClr val="tx1"/>
              </a:buClr>
              <a:defRPr>
                <a:ln>
                  <a:noFill/>
                </a:ln>
              </a:defRPr>
            </a:lvl8pPr>
            <a:lvl9pPr>
              <a:buClr>
                <a:schemeClr val="tx1"/>
              </a:buClr>
              <a:defRPr>
                <a:ln>
                  <a:noFill/>
                </a:ln>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11" name="Copy 2" descr="Content text frame">
            <a:extLst>
              <a:ext uri="{FF2B5EF4-FFF2-40B4-BE49-F238E27FC236}">
                <a16:creationId xmlns:a16="http://schemas.microsoft.com/office/drawing/2014/main" id="{3AC3CE10-0C4B-4A11-BA76-8CAFED13661C}"/>
              </a:ext>
            </a:extLst>
          </p:cNvPr>
          <p:cNvSpPr>
            <a:spLocks noGrp="1"/>
          </p:cNvSpPr>
          <p:nvPr>
            <p:ph idx="13"/>
          </p:nvPr>
        </p:nvSpPr>
        <p:spPr bwMode="black">
          <a:xfrm>
            <a:off x="4299176" y="1414462"/>
            <a:ext cx="3600000" cy="4392000"/>
          </a:xfrm>
          <a:prstGeom prst="rect">
            <a:avLst/>
          </a:prstGeom>
          <a:ln w="19050">
            <a:solidFill>
              <a:srgbClr val="00BEDC"/>
            </a:solidFill>
          </a:ln>
        </p:spPr>
        <p:txBody>
          <a:bodyPr lIns="216000" tIns="144000" rIns="216000" bIns="144000">
            <a:noAutofit/>
          </a:bodyPr>
          <a:lstStyle>
            <a:lvl1pPr>
              <a:defRPr>
                <a:ln>
                  <a:noFill/>
                </a:ln>
              </a:defRPr>
            </a:lvl1pPr>
            <a:lvl2pPr>
              <a:buClr>
                <a:schemeClr val="tx1"/>
              </a:buClr>
              <a:defRPr>
                <a:ln>
                  <a:noFill/>
                </a:ln>
              </a:defRPr>
            </a:lvl2pPr>
            <a:lvl3pPr>
              <a:buClr>
                <a:schemeClr val="tx1"/>
              </a:buClr>
              <a:defRPr>
                <a:ln>
                  <a:noFill/>
                </a:ln>
              </a:defRPr>
            </a:lvl3pPr>
            <a:lvl4pPr>
              <a:buClr>
                <a:schemeClr val="tx1"/>
              </a:buClr>
              <a:defRPr>
                <a:ln>
                  <a:noFill/>
                </a:ln>
              </a:defRPr>
            </a:lvl4pPr>
            <a:lvl5pPr>
              <a:buClr>
                <a:schemeClr val="tx1"/>
              </a:buClr>
              <a:defRPr>
                <a:ln>
                  <a:noFill/>
                </a:ln>
              </a:defRPr>
            </a:lvl5pPr>
            <a:lvl6pPr>
              <a:buClr>
                <a:schemeClr val="tx1"/>
              </a:buClr>
              <a:defRPr>
                <a:ln>
                  <a:noFill/>
                </a:ln>
              </a:defRPr>
            </a:lvl6pPr>
            <a:lvl7pPr>
              <a:buClr>
                <a:schemeClr val="tx1"/>
              </a:buClr>
              <a:defRPr>
                <a:ln>
                  <a:noFill/>
                </a:ln>
              </a:defRPr>
            </a:lvl7pPr>
            <a:lvl8pPr>
              <a:buClr>
                <a:schemeClr val="tx1"/>
              </a:buClr>
              <a:defRPr>
                <a:ln>
                  <a:noFill/>
                </a:ln>
              </a:defRPr>
            </a:lvl8pPr>
            <a:lvl9pPr>
              <a:buClr>
                <a:schemeClr val="tx1"/>
              </a:buClr>
              <a:defRPr>
                <a:ln>
                  <a:noFill/>
                </a:ln>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10" name="Copy 3" descr="Content text frame (highlight)">
            <a:extLst>
              <a:ext uri="{FF2B5EF4-FFF2-40B4-BE49-F238E27FC236}">
                <a16:creationId xmlns:a16="http://schemas.microsoft.com/office/drawing/2014/main" id="{E840DCCC-8E77-40B8-B94B-A4D3A4D77826}"/>
              </a:ext>
            </a:extLst>
          </p:cNvPr>
          <p:cNvSpPr>
            <a:spLocks noGrp="1"/>
          </p:cNvSpPr>
          <p:nvPr>
            <p:ph idx="12"/>
          </p:nvPr>
        </p:nvSpPr>
        <p:spPr bwMode="blackWhite">
          <a:xfrm>
            <a:off x="8187189" y="1414462"/>
            <a:ext cx="3600000" cy="4392000"/>
          </a:xfrm>
          <a:prstGeom prst="rect">
            <a:avLst/>
          </a:prstGeom>
          <a:solidFill>
            <a:srgbClr val="00BEDC"/>
          </a:solidFill>
          <a:ln w="19050">
            <a:solidFill>
              <a:srgbClr val="009999"/>
            </a:solidFill>
          </a:ln>
        </p:spPr>
        <p:txBody>
          <a:bodyPr lIns="216000" tIns="144000" rIns="216000" bIns="144000">
            <a:noAutofit/>
          </a:bodyPr>
          <a:lstStyle>
            <a:lvl1pPr>
              <a:defRPr>
                <a:solidFill>
                  <a:schemeClr val="tx1"/>
                </a:solidFill>
              </a:defRPr>
            </a:lvl1pPr>
            <a:lvl2pPr>
              <a:buClr>
                <a:schemeClr val="tx1"/>
              </a:buClr>
              <a:defRPr>
                <a:solidFill>
                  <a:schemeClr val="tx1"/>
                </a:solidFill>
              </a:defRPr>
            </a:lvl2pPr>
            <a:lvl3pPr>
              <a:buClr>
                <a:schemeClr val="tx1"/>
              </a:buClr>
              <a:defRPr>
                <a:solidFill>
                  <a:schemeClr val="tx1"/>
                </a:solidFill>
              </a:defRPr>
            </a:lvl3pPr>
            <a:lvl4pPr>
              <a:buClr>
                <a:schemeClr val="tx1"/>
              </a:buClr>
              <a:defRPr>
                <a:solidFill>
                  <a:schemeClr val="tx1"/>
                </a:solidFill>
              </a:defRPr>
            </a:lvl4pPr>
            <a:lvl5pPr>
              <a:buClr>
                <a:schemeClr val="tx1"/>
              </a:buClr>
              <a:defRPr>
                <a:solidFill>
                  <a:schemeClr val="tx1"/>
                </a:solidFill>
              </a:defRPr>
            </a:lvl5pPr>
            <a:lvl6pPr>
              <a:buClr>
                <a:schemeClr val="tx1"/>
              </a:buClr>
              <a:defRPr>
                <a:solidFill>
                  <a:schemeClr val="tx1"/>
                </a:solidFill>
              </a:defRPr>
            </a:lvl6pPr>
            <a:lvl7pPr>
              <a:buClr>
                <a:schemeClr val="tx1"/>
              </a:buClr>
              <a:defRPr>
                <a:solidFill>
                  <a:schemeClr val="tx1"/>
                </a:solidFill>
              </a:defRPr>
            </a:lvl7pPr>
            <a:lvl8pPr>
              <a:buClr>
                <a:schemeClr val="tx1"/>
              </a:buClr>
              <a:defRPr>
                <a:solidFill>
                  <a:schemeClr val="tx1"/>
                </a:solidFill>
              </a:defRPr>
            </a:lvl8pPr>
            <a:lvl9pPr>
              <a:buClr>
                <a:schemeClr val="tx1"/>
              </a:buClr>
              <a:defRPr>
                <a:solidFill>
                  <a:schemeClr val="tx1"/>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pic>
        <p:nvPicPr>
          <p:cNvPr id="9" name="Siemens Logo" descr="Siemens logo">
            <a:extLst>
              <a:ext uri="{FF2B5EF4-FFF2-40B4-BE49-F238E27FC236}">
                <a16:creationId xmlns:a16="http://schemas.microsoft.com/office/drawing/2014/main" id="{E5DDD55C-5C17-4BCD-A9BB-FE8A69DC48DE}"/>
              </a:ext>
              <a:ext uri="{C183D7F6-B498-43B3-948B-1728B52AA6E4}">
                <adec:decorative xmlns:adec="http://schemas.microsoft.com/office/drawing/2017/decorative" val="0"/>
              </a:ext>
            </a:extLst>
          </p:cNvPr>
          <p:cNvPicPr>
            <a:picLocks noChangeAspect="1"/>
          </p:cNvPicPr>
          <p:nvPr userDrawn="1"/>
        </p:nvPicPr>
        <p:blipFill>
          <a:blip r:embed="rId5" cstate="email">
            <a:extLst>
              <a:ext uri="{28A0092B-C50C-407E-A947-70E740481C1C}">
                <a14:useLocalDpi xmlns:a14="http://schemas.microsoft.com/office/drawing/2010/main"/>
              </a:ext>
              <a:ext uri="{96DAC541-7B7A-43D3-8B79-37D633B846F1}">
                <asvg:svgBlip xmlns:asvg="http://schemas.microsoft.com/office/drawing/2016/SVG/main" r:embed="rId6"/>
              </a:ext>
            </a:extLst>
          </a:blip>
          <a:srcRect/>
          <a:stretch/>
        </p:blipFill>
        <p:spPr bwMode="black">
          <a:xfrm>
            <a:off x="10635188" y="6418800"/>
            <a:ext cx="1152000" cy="183168"/>
          </a:xfrm>
          <a:prstGeom prst="rect">
            <a:avLst/>
          </a:prstGeom>
        </p:spPr>
      </p:pic>
      <p:sp>
        <p:nvSpPr>
          <p:cNvPr id="6" name="Footer Placeholder" descr="Footer with copyright, author and department information, and date">
            <a:extLst>
              <a:ext uri="{FF2B5EF4-FFF2-40B4-BE49-F238E27FC236}">
                <a16:creationId xmlns:a16="http://schemas.microsoft.com/office/drawing/2014/main" id="{91FCCEDD-7521-4BD5-8A32-A62DA6246709}"/>
              </a:ext>
            </a:extLst>
          </p:cNvPr>
          <p:cNvSpPr>
            <a:spLocks noGrp="1"/>
          </p:cNvSpPr>
          <p:nvPr>
            <p:ph type="ftr" sz="quarter" idx="14"/>
          </p:nvPr>
        </p:nvSpPr>
        <p:spPr bwMode="black"/>
        <p:txBody>
          <a:bodyPr/>
          <a:lstStyle/>
          <a:p>
            <a:pPr>
              <a:lnSpc>
                <a:spcPct val="100000"/>
              </a:lnSpc>
            </a:pPr>
            <a:r>
              <a:rPr lang="en-US"/>
              <a:t>Restricted | © Siemens 2025 | SHERPA X | MM080 Purchase Requisition via Direct X</a:t>
            </a:r>
          </a:p>
        </p:txBody>
      </p:sp>
      <p:sp>
        <p:nvSpPr>
          <p:cNvPr id="7" name="Slide Number Placeholder">
            <a:extLst>
              <a:ext uri="{FF2B5EF4-FFF2-40B4-BE49-F238E27FC236}">
                <a16:creationId xmlns:a16="http://schemas.microsoft.com/office/drawing/2014/main" id="{DC2AAE3E-7F56-4838-BCE7-6B966549F4DA}"/>
              </a:ext>
              <a:ext uri="{C183D7F6-B498-43B3-948B-1728B52AA6E4}">
                <adec:decorative xmlns:adec="http://schemas.microsoft.com/office/drawing/2017/decorative" val="1"/>
              </a:ext>
            </a:extLst>
          </p:cNvPr>
          <p:cNvSpPr>
            <a:spLocks noGrp="1"/>
          </p:cNvSpPr>
          <p:nvPr>
            <p:ph type="sldNum" sz="quarter" idx="15"/>
          </p:nvPr>
        </p:nvSpPr>
        <p:spPr bwMode="black"/>
        <p:txBody>
          <a:bodyPr/>
          <a:lstStyle/>
          <a:p>
            <a:r>
              <a:rPr lang="en-US"/>
              <a:t>Page </a:t>
            </a:r>
            <a:fld id="{15EBE321-CBB1-4E91-BD14-37C8D44326FB}" type="slidenum">
              <a:rPr lang="en-US" smtClean="0"/>
              <a:pPr/>
              <a:t>‹#›</a:t>
            </a:fld>
            <a:endParaRPr lang="en-US"/>
          </a:p>
        </p:txBody>
      </p:sp>
    </p:spTree>
    <p:extLst>
      <p:ext uri="{BB962C8B-B14F-4D97-AF65-F5344CB8AC3E}">
        <p14:creationId xmlns:p14="http://schemas.microsoft.com/office/powerpoint/2010/main" val="1229372408"/>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259">
          <p15:clr>
            <a:srgbClr val="65CEFF"/>
          </p15:clr>
        </p15:guide>
        <p15:guide id="2" pos="2526">
          <p15:clr>
            <a:srgbClr val="65CEFF"/>
          </p15:clr>
        </p15:guide>
        <p15:guide id="3" pos="2708">
          <p15:clr>
            <a:srgbClr val="65CEFF"/>
          </p15:clr>
        </p15:guide>
        <p15:guide id="4" pos="4975">
          <p15:clr>
            <a:srgbClr val="65CEFF"/>
          </p15:clr>
        </p15:guide>
        <p15:guide id="5" pos="5157">
          <p15:clr>
            <a:srgbClr val="65CEFF"/>
          </p15:clr>
        </p15:guide>
        <p15:guide id="6" pos="6472">
          <p15:clr>
            <a:srgbClr val="65CEFF"/>
          </p15:clr>
        </p15:guide>
        <p15:guide id="7" pos="7425">
          <p15:clr>
            <a:srgbClr val="65CEFF"/>
          </p15:clr>
        </p15:guide>
        <p15:guide id="8" orient="horz" pos="302">
          <p15:clr>
            <a:srgbClr val="65CEFF"/>
          </p15:clr>
        </p15:guide>
        <p15:guide id="9" orient="horz" pos="664">
          <p15:clr>
            <a:srgbClr val="65CEFF"/>
          </p15:clr>
        </p15:guide>
        <p15:guide id="10" orient="horz" pos="891">
          <p15:clr>
            <a:srgbClr val="65CEFF"/>
          </p15:clr>
        </p15:guide>
        <p15:guide id="11" orient="horz" pos="3658">
          <p15:clr>
            <a:srgbClr val="65CEFF"/>
          </p15:clr>
        </p15:guide>
        <p15:guide id="12" orient="horz" pos="3885">
          <p15:clr>
            <a:srgbClr val="65CEFF"/>
          </p15:clr>
        </p15:guide>
        <p15:guide id="13" orient="horz" pos="4157">
          <p15:clr>
            <a:srgbClr val="65CEFF"/>
          </p15:clr>
        </p15:guide>
      </p15:sldGuideLst>
    </p:ext>
  </p:extLst>
</p:sldLayout>
</file>

<file path=ppt/slideLayouts/slideLayout119.xml><?xml version="1.0" encoding="utf-8"?>
<p:sldLayout xmlns:a="http://schemas.openxmlformats.org/drawingml/2006/main" xmlns:r="http://schemas.openxmlformats.org/officeDocument/2006/relationships" xmlns:p="http://schemas.openxmlformats.org/presentationml/2006/main" preserve="1" userDrawn="1">
  <p:cSld name="Quote dark">
    <p:bg>
      <p:bgPr>
        <a:solidFill>
          <a:schemeClr val="bg2"/>
        </a:solidFill>
        <a:effectLst/>
      </p:bgPr>
    </p:bg>
    <p:spTree>
      <p:nvGrpSpPr>
        <p:cNvPr id="1" name=""/>
        <p:cNvGrpSpPr/>
        <p:nvPr/>
      </p:nvGrpSpPr>
      <p:grpSpPr>
        <a:xfrm>
          <a:off x="0" y="0"/>
          <a:ext cx="0" cy="0"/>
          <a:chOff x="0" y="0"/>
          <a:chExt cx="0" cy="0"/>
        </a:xfrm>
      </p:grpSpPr>
      <p:sp>
        <p:nvSpPr>
          <p:cNvPr id="4" name="Title">
            <a:extLst>
              <a:ext uri="{FF2B5EF4-FFF2-40B4-BE49-F238E27FC236}">
                <a16:creationId xmlns:a16="http://schemas.microsoft.com/office/drawing/2014/main" id="{00B813CE-4DD6-4EAD-800B-047C0542F19B}"/>
              </a:ext>
            </a:extLst>
          </p:cNvPr>
          <p:cNvSpPr>
            <a:spLocks noGrp="1"/>
          </p:cNvSpPr>
          <p:nvPr>
            <p:ph type="title"/>
          </p:nvPr>
        </p:nvSpPr>
        <p:spPr>
          <a:xfrm>
            <a:off x="410400" y="-540000"/>
            <a:ext cx="9863997" cy="360000"/>
          </a:xfrm>
        </p:spPr>
        <p:txBody>
          <a:bodyPr/>
          <a:lstStyle>
            <a:lvl1pPr>
              <a:defRPr b="0">
                <a:solidFill>
                  <a:schemeClr val="accent1">
                    <a:alpha val="0"/>
                  </a:schemeClr>
                </a:solidFill>
              </a:defRPr>
            </a:lvl1pPr>
          </a:lstStyle>
          <a:p>
            <a:r>
              <a:rPr lang="en-US"/>
              <a:t>Click to edit Master title style</a:t>
            </a:r>
          </a:p>
        </p:txBody>
      </p:sp>
      <p:sp>
        <p:nvSpPr>
          <p:cNvPr id="7" name="Copy" descr="Quote text frame">
            <a:extLst>
              <a:ext uri="{FF2B5EF4-FFF2-40B4-BE49-F238E27FC236}">
                <a16:creationId xmlns:a16="http://schemas.microsoft.com/office/drawing/2014/main" id="{9E21D6DF-C9DB-4F02-863A-C5513347A27E}"/>
              </a:ext>
            </a:extLst>
          </p:cNvPr>
          <p:cNvSpPr>
            <a:spLocks noGrp="1"/>
          </p:cNvSpPr>
          <p:nvPr>
            <p:ph type="body" sz="quarter" idx="12" hasCustomPrompt="1"/>
          </p:nvPr>
        </p:nvSpPr>
        <p:spPr bwMode="black">
          <a:xfrm>
            <a:off x="1022400" y="1702799"/>
            <a:ext cx="9252000" cy="4104000"/>
          </a:xfrm>
        </p:spPr>
        <p:txBody>
          <a:bodyPr>
            <a:noAutofit/>
          </a:bodyPr>
          <a:lstStyle>
            <a:lvl1pPr marL="0">
              <a:lnSpc>
                <a:spcPct val="110000"/>
              </a:lnSpc>
              <a:spcAft>
                <a:spcPts val="0"/>
              </a:spcAft>
              <a:defRPr sz="4800" b="0">
                <a:solidFill>
                  <a:schemeClr val="tx1"/>
                </a:solidFill>
              </a:defRPr>
            </a:lvl1pPr>
            <a:lvl2pPr marL="36000" indent="0">
              <a:lnSpc>
                <a:spcPct val="110000"/>
              </a:lnSpc>
              <a:spcBef>
                <a:spcPts val="600"/>
              </a:spcBef>
              <a:spcAft>
                <a:spcPts val="0"/>
              </a:spcAft>
              <a:buNone/>
              <a:defRPr sz="1800"/>
            </a:lvl2pPr>
            <a:lvl3pPr marL="36000" indent="0">
              <a:lnSpc>
                <a:spcPct val="110000"/>
              </a:lnSpc>
              <a:spcBef>
                <a:spcPts val="600"/>
              </a:spcBef>
              <a:spcAft>
                <a:spcPts val="0"/>
              </a:spcAft>
              <a:buNone/>
              <a:defRPr sz="1800">
                <a:solidFill>
                  <a:schemeClr val="tx1"/>
                </a:solidFill>
              </a:defRPr>
            </a:lvl3pPr>
            <a:lvl4pPr marL="0" indent="0">
              <a:lnSpc>
                <a:spcPct val="110000"/>
              </a:lnSpc>
              <a:spcAft>
                <a:spcPts val="0"/>
              </a:spcAft>
              <a:buNone/>
              <a:defRPr sz="4800"/>
            </a:lvl4pPr>
            <a:lvl5pPr marL="0" indent="0">
              <a:lnSpc>
                <a:spcPct val="110000"/>
              </a:lnSpc>
              <a:spcAft>
                <a:spcPts val="0"/>
              </a:spcAft>
              <a:buNone/>
              <a:defRPr sz="4800"/>
            </a:lvl5pPr>
          </a:lstStyle>
          <a:p>
            <a:pPr lvl="0"/>
            <a:r>
              <a:rPr lang="en-US"/>
              <a:t>Please insert quote here</a:t>
            </a:r>
          </a:p>
          <a:p>
            <a:pPr lvl="1"/>
            <a:r>
              <a:rPr lang="en-US"/>
              <a:t>Name, Author</a:t>
            </a:r>
          </a:p>
        </p:txBody>
      </p:sp>
      <p:sp>
        <p:nvSpPr>
          <p:cNvPr id="11" name="Quote marks">
            <a:extLst>
              <a:ext uri="{FF2B5EF4-FFF2-40B4-BE49-F238E27FC236}">
                <a16:creationId xmlns:a16="http://schemas.microsoft.com/office/drawing/2014/main" id="{916E4245-F21C-4EAB-8B26-FEA21C26067F}"/>
              </a:ext>
              <a:ext uri="{C183D7F6-B498-43B3-948B-1728B52AA6E4}">
                <adec:decorative xmlns:adec="http://schemas.microsoft.com/office/drawing/2017/decorative" val="1"/>
              </a:ext>
            </a:extLst>
          </p:cNvPr>
          <p:cNvSpPr/>
          <p:nvPr userDrawn="1"/>
        </p:nvSpPr>
        <p:spPr bwMode="ltGray">
          <a:xfrm>
            <a:off x="1058400" y="766763"/>
            <a:ext cx="907891" cy="647700"/>
          </a:xfrm>
          <a:custGeom>
            <a:avLst/>
            <a:gdLst>
              <a:gd name="connsiteX0" fmla="*/ 0 w 2619164"/>
              <a:gd name="connsiteY0" fmla="*/ 1868543 h 1868542"/>
              <a:gd name="connsiteX1" fmla="*/ 742610 w 2619164"/>
              <a:gd name="connsiteY1" fmla="*/ 0 h 1868542"/>
              <a:gd name="connsiteX2" fmla="*/ 1318210 w 2619164"/>
              <a:gd name="connsiteY2" fmla="*/ 0 h 1868542"/>
              <a:gd name="connsiteX3" fmla="*/ 742610 w 2619164"/>
              <a:gd name="connsiteY3" fmla="*/ 1868543 h 1868542"/>
              <a:gd name="connsiteX4" fmla="*/ 0 w 2619164"/>
              <a:gd name="connsiteY4" fmla="*/ 1868543 h 1868542"/>
              <a:gd name="connsiteX5" fmla="*/ 1300954 w 2619164"/>
              <a:gd name="connsiteY5" fmla="*/ 1868543 h 1868542"/>
              <a:gd name="connsiteX6" fmla="*/ 2043564 w 2619164"/>
              <a:gd name="connsiteY6" fmla="*/ 0 h 1868542"/>
              <a:gd name="connsiteX7" fmla="*/ 2619164 w 2619164"/>
              <a:gd name="connsiteY7" fmla="*/ 0 h 1868542"/>
              <a:gd name="connsiteX8" fmla="*/ 2043564 w 2619164"/>
              <a:gd name="connsiteY8" fmla="*/ 1868543 h 1868542"/>
              <a:gd name="connsiteX9" fmla="*/ 1300954 w 2619164"/>
              <a:gd name="connsiteY9" fmla="*/ 1868543 h 18685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619164" h="1868542">
                <a:moveTo>
                  <a:pt x="0" y="1868543"/>
                </a:moveTo>
                <a:lnTo>
                  <a:pt x="742610" y="0"/>
                </a:lnTo>
                <a:lnTo>
                  <a:pt x="1318210" y="0"/>
                </a:lnTo>
                <a:lnTo>
                  <a:pt x="742610" y="1868543"/>
                </a:lnTo>
                <a:lnTo>
                  <a:pt x="0" y="1868543"/>
                </a:lnTo>
                <a:close/>
                <a:moveTo>
                  <a:pt x="1300954" y="1868543"/>
                </a:moveTo>
                <a:lnTo>
                  <a:pt x="2043564" y="0"/>
                </a:lnTo>
                <a:lnTo>
                  <a:pt x="2619164" y="0"/>
                </a:lnTo>
                <a:lnTo>
                  <a:pt x="2043564" y="1868543"/>
                </a:lnTo>
                <a:lnTo>
                  <a:pt x="1300954" y="1868543"/>
                </a:lnTo>
                <a:close/>
              </a:path>
            </a:pathLst>
          </a:custGeom>
          <a:gradFill>
            <a:gsLst>
              <a:gs pos="15000">
                <a:srgbClr val="00FFB9"/>
              </a:gs>
              <a:gs pos="80000">
                <a:srgbClr val="00E6DC"/>
              </a:gs>
            </a:gsLst>
            <a:lin ang="5400000" scaled="1"/>
          </a:gradFill>
          <a:ln w="61580" cap="flat">
            <a:noFill/>
            <a:prstDash val="solid"/>
            <a:miter/>
          </a:ln>
        </p:spPr>
        <p:txBody>
          <a:bodyPr rtlCol="0" anchor="ctr"/>
          <a:lstStyle/>
          <a:p>
            <a:endParaRPr lang="en-US"/>
          </a:p>
        </p:txBody>
      </p:sp>
      <p:pic>
        <p:nvPicPr>
          <p:cNvPr id="8" name="Siemens Logo" descr="Siemens logo">
            <a:extLst>
              <a:ext uri="{FF2B5EF4-FFF2-40B4-BE49-F238E27FC236}">
                <a16:creationId xmlns:a16="http://schemas.microsoft.com/office/drawing/2014/main" id="{AF2E271F-5AF7-408E-9752-03D1D6448EAA}"/>
              </a:ext>
              <a:ext uri="{C183D7F6-B498-43B3-948B-1728B52AA6E4}">
                <adec:decorative xmlns:adec="http://schemas.microsoft.com/office/drawing/2017/decorative" val="0"/>
              </a:ext>
            </a:extLst>
          </p:cNvPr>
          <p:cNvPicPr>
            <a:picLocks noChangeAspect="1"/>
          </p:cNvPicPr>
          <p:nvPr userDrawn="1"/>
        </p:nvPicPr>
        <p:blipFill>
          <a:blip r:embed="rId2" cstate="email">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p:blipFill>
        <p:spPr bwMode="black">
          <a:xfrm>
            <a:off x="10635188" y="6418800"/>
            <a:ext cx="1152000" cy="183168"/>
          </a:xfrm>
          <a:prstGeom prst="rect">
            <a:avLst/>
          </a:prstGeom>
        </p:spPr>
      </p:pic>
      <p:sp>
        <p:nvSpPr>
          <p:cNvPr id="2" name="Footer Placeholder" descr="Footer with copyright, author and department information, and date">
            <a:extLst>
              <a:ext uri="{FF2B5EF4-FFF2-40B4-BE49-F238E27FC236}">
                <a16:creationId xmlns:a16="http://schemas.microsoft.com/office/drawing/2014/main" id="{EC4F35EF-AC94-4800-9CB7-CA49CAFDD249}"/>
              </a:ext>
            </a:extLst>
          </p:cNvPr>
          <p:cNvSpPr>
            <a:spLocks noGrp="1"/>
          </p:cNvSpPr>
          <p:nvPr>
            <p:ph type="ftr" sz="quarter" idx="13"/>
          </p:nvPr>
        </p:nvSpPr>
        <p:spPr bwMode="black"/>
        <p:txBody>
          <a:bodyPr/>
          <a:lstStyle/>
          <a:p>
            <a:pPr>
              <a:lnSpc>
                <a:spcPct val="100000"/>
              </a:lnSpc>
            </a:pPr>
            <a:r>
              <a:rPr lang="en-US"/>
              <a:t>Restricted | © Siemens 2025 | SHERPA X | MM080 Purchase Requisition via Direct X</a:t>
            </a:r>
          </a:p>
        </p:txBody>
      </p:sp>
      <p:sp>
        <p:nvSpPr>
          <p:cNvPr id="3" name="Slide Number Placeholder">
            <a:extLst>
              <a:ext uri="{FF2B5EF4-FFF2-40B4-BE49-F238E27FC236}">
                <a16:creationId xmlns:a16="http://schemas.microsoft.com/office/drawing/2014/main" id="{CCC7FBE7-01B9-4EC8-8BE1-F416F7C5B7AA}"/>
              </a:ext>
              <a:ext uri="{C183D7F6-B498-43B3-948B-1728B52AA6E4}">
                <adec:decorative xmlns:adec="http://schemas.microsoft.com/office/drawing/2017/decorative" val="1"/>
              </a:ext>
            </a:extLst>
          </p:cNvPr>
          <p:cNvSpPr>
            <a:spLocks noGrp="1"/>
          </p:cNvSpPr>
          <p:nvPr>
            <p:ph type="sldNum" sz="quarter" idx="14"/>
          </p:nvPr>
        </p:nvSpPr>
        <p:spPr bwMode="black"/>
        <p:txBody>
          <a:bodyPr/>
          <a:lstStyle/>
          <a:p>
            <a:r>
              <a:rPr lang="en-US"/>
              <a:t>Page </a:t>
            </a:r>
            <a:fld id="{15EBE321-CBB1-4E91-BD14-37C8D44326FB}" type="slidenum">
              <a:rPr lang="en-US" smtClean="0"/>
              <a:pPr/>
              <a:t>‹#›</a:t>
            </a:fld>
            <a:endParaRPr lang="en-US"/>
          </a:p>
        </p:txBody>
      </p:sp>
    </p:spTree>
    <p:extLst>
      <p:ext uri="{BB962C8B-B14F-4D97-AF65-F5344CB8AC3E}">
        <p14:creationId xmlns:p14="http://schemas.microsoft.com/office/powerpoint/2010/main" val="1494760547"/>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259">
          <p15:clr>
            <a:srgbClr val="65CEFF"/>
          </p15:clr>
        </p15:guide>
        <p15:guide id="2" pos="6472">
          <p15:clr>
            <a:srgbClr val="65CEFF"/>
          </p15:clr>
        </p15:guide>
        <p15:guide id="3" pos="7425">
          <p15:clr>
            <a:srgbClr val="65CEFF"/>
          </p15:clr>
        </p15:guide>
        <p15:guide id="4" orient="horz" pos="891">
          <p15:clr>
            <a:srgbClr val="65CEFF"/>
          </p15:clr>
        </p15:guide>
        <p15:guide id="5" orient="horz" pos="1073">
          <p15:clr>
            <a:srgbClr val="65CEFF"/>
          </p15:clr>
        </p15:guide>
        <p15:guide id="6" orient="horz" pos="3658">
          <p15:clr>
            <a:srgbClr val="65CEFF"/>
          </p15:clr>
        </p15:guide>
        <p15:guide id="7" orient="horz" pos="3885">
          <p15:clr>
            <a:srgbClr val="65CEFF"/>
          </p15:clr>
        </p15:guide>
        <p15:guide id="8" orient="horz" pos="4157">
          <p15:clr>
            <a:srgbClr val="65CEFF"/>
          </p15:clr>
        </p15:guide>
      </p15:sldGuideLst>
    </p:ext>
  </p:extLst>
</p:sldLayout>
</file>

<file path=ppt/slideLayouts/slideLayout120.xml><?xml version="1.0" encoding="utf-8"?>
<p:sldLayout xmlns:a="http://schemas.openxmlformats.org/drawingml/2006/main" xmlns:r="http://schemas.openxmlformats.org/officeDocument/2006/relationships" xmlns:p="http://schemas.openxmlformats.org/presentationml/2006/main" preserve="1" userDrawn="1">
  <p:cSld name="Quote light">
    <p:spTree>
      <p:nvGrpSpPr>
        <p:cNvPr id="1" name=""/>
        <p:cNvGrpSpPr/>
        <p:nvPr/>
      </p:nvGrpSpPr>
      <p:grpSpPr>
        <a:xfrm>
          <a:off x="0" y="0"/>
          <a:ext cx="0" cy="0"/>
          <a:chOff x="0" y="0"/>
          <a:chExt cx="0" cy="0"/>
        </a:xfrm>
      </p:grpSpPr>
      <p:graphicFrame>
        <p:nvGraphicFramePr>
          <p:cNvPr id="8" name="Object 7" hidden="1">
            <a:extLst>
              <a:ext uri="{FF2B5EF4-FFF2-40B4-BE49-F238E27FC236}">
                <a16:creationId xmlns:a16="http://schemas.microsoft.com/office/drawing/2014/main" id="{DC4093E6-4FDF-8AED-2D7C-E73D45025E6B}"/>
              </a:ext>
            </a:extLst>
          </p:cNvPr>
          <p:cNvGraphicFramePr>
            <a:graphicFrameLocks noChangeAspect="1"/>
          </p:cNvGraphicFramePr>
          <p:nvPr userDrawn="1">
            <p:custDataLst>
              <p:tags r:id="rId1"/>
            </p:custDataLst>
            <p:extLst>
              <p:ext uri="{D42A27DB-BD31-4B8C-83A1-F6EECF244321}">
                <p14:modId xmlns:p14="http://schemas.microsoft.com/office/powerpoint/2010/main" val="262922196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663" imgH="664" progId="TCLayout.ActiveDocument.1">
                  <p:embed/>
                </p:oleObj>
              </mc:Choice>
              <mc:Fallback>
                <p:oleObj name="think-cell Slide" r:id="rId3" imgW="663" imgH="664" progId="TCLayout.ActiveDocument.1">
                  <p:embed/>
                  <p:pic>
                    <p:nvPicPr>
                      <p:cNvPr id="8" name="Object 7" hidden="1">
                        <a:extLst>
                          <a:ext uri="{FF2B5EF4-FFF2-40B4-BE49-F238E27FC236}">
                            <a16:creationId xmlns:a16="http://schemas.microsoft.com/office/drawing/2014/main" id="{DC4093E6-4FDF-8AED-2D7C-E73D45025E6B}"/>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7" name="Copy" descr="Quote text frame">
            <a:extLst>
              <a:ext uri="{FF2B5EF4-FFF2-40B4-BE49-F238E27FC236}">
                <a16:creationId xmlns:a16="http://schemas.microsoft.com/office/drawing/2014/main" id="{9E21D6DF-C9DB-4F02-863A-C5513347A27E}"/>
              </a:ext>
            </a:extLst>
          </p:cNvPr>
          <p:cNvSpPr>
            <a:spLocks noGrp="1"/>
          </p:cNvSpPr>
          <p:nvPr>
            <p:ph type="body" sz="quarter" idx="12" hasCustomPrompt="1"/>
          </p:nvPr>
        </p:nvSpPr>
        <p:spPr bwMode="black">
          <a:xfrm>
            <a:off x="1022400" y="1702799"/>
            <a:ext cx="9252760" cy="4104000"/>
          </a:xfrm>
        </p:spPr>
        <p:txBody>
          <a:bodyPr>
            <a:noAutofit/>
          </a:bodyPr>
          <a:lstStyle>
            <a:lvl1pPr marL="0">
              <a:lnSpc>
                <a:spcPct val="110000"/>
              </a:lnSpc>
              <a:spcAft>
                <a:spcPts val="0"/>
              </a:spcAft>
              <a:defRPr sz="4800" b="0">
                <a:solidFill>
                  <a:schemeClr val="tx2"/>
                </a:solidFill>
              </a:defRPr>
            </a:lvl1pPr>
            <a:lvl2pPr marL="36000" indent="0">
              <a:lnSpc>
                <a:spcPct val="110000"/>
              </a:lnSpc>
              <a:spcBef>
                <a:spcPts val="600"/>
              </a:spcBef>
              <a:spcAft>
                <a:spcPts val="0"/>
              </a:spcAft>
              <a:buNone/>
              <a:defRPr sz="1800">
                <a:solidFill>
                  <a:schemeClr val="tx2"/>
                </a:solidFill>
              </a:defRPr>
            </a:lvl2pPr>
            <a:lvl3pPr marL="36000" indent="0">
              <a:lnSpc>
                <a:spcPct val="110000"/>
              </a:lnSpc>
              <a:spcBef>
                <a:spcPts val="600"/>
              </a:spcBef>
              <a:spcAft>
                <a:spcPts val="0"/>
              </a:spcAft>
              <a:buNone/>
              <a:defRPr sz="1800">
                <a:solidFill>
                  <a:schemeClr val="accent1"/>
                </a:solidFill>
              </a:defRPr>
            </a:lvl3pPr>
            <a:lvl4pPr marL="0" indent="0">
              <a:lnSpc>
                <a:spcPct val="110000"/>
              </a:lnSpc>
              <a:spcAft>
                <a:spcPts val="0"/>
              </a:spcAft>
              <a:buNone/>
              <a:defRPr sz="4800"/>
            </a:lvl4pPr>
            <a:lvl5pPr marL="0" indent="0">
              <a:lnSpc>
                <a:spcPct val="110000"/>
              </a:lnSpc>
              <a:spcAft>
                <a:spcPts val="0"/>
              </a:spcAft>
              <a:buNone/>
              <a:defRPr sz="4800"/>
            </a:lvl5pPr>
          </a:lstStyle>
          <a:p>
            <a:pPr lvl="0"/>
            <a:r>
              <a:rPr lang="en-US"/>
              <a:t>Please insert quote here</a:t>
            </a:r>
          </a:p>
          <a:p>
            <a:pPr lvl="1"/>
            <a:r>
              <a:rPr lang="en-US"/>
              <a:t>Name, Author</a:t>
            </a:r>
          </a:p>
        </p:txBody>
      </p:sp>
      <p:sp>
        <p:nvSpPr>
          <p:cNvPr id="12" name="Quote marks">
            <a:extLst>
              <a:ext uri="{FF2B5EF4-FFF2-40B4-BE49-F238E27FC236}">
                <a16:creationId xmlns:a16="http://schemas.microsoft.com/office/drawing/2014/main" id="{58EF2AB0-A78A-44C9-9A7D-F20D9ED854E0}"/>
              </a:ext>
              <a:ext uri="{C183D7F6-B498-43B3-948B-1728B52AA6E4}">
                <adec:decorative xmlns:adec="http://schemas.microsoft.com/office/drawing/2017/decorative" val="1"/>
              </a:ext>
            </a:extLst>
          </p:cNvPr>
          <p:cNvSpPr/>
          <p:nvPr/>
        </p:nvSpPr>
        <p:spPr bwMode="ltGray">
          <a:xfrm>
            <a:off x="1058400" y="766763"/>
            <a:ext cx="907891" cy="647700"/>
          </a:xfrm>
          <a:custGeom>
            <a:avLst/>
            <a:gdLst>
              <a:gd name="connsiteX0" fmla="*/ 0 w 2619164"/>
              <a:gd name="connsiteY0" fmla="*/ 1868543 h 1868542"/>
              <a:gd name="connsiteX1" fmla="*/ 742610 w 2619164"/>
              <a:gd name="connsiteY1" fmla="*/ 0 h 1868542"/>
              <a:gd name="connsiteX2" fmla="*/ 1318210 w 2619164"/>
              <a:gd name="connsiteY2" fmla="*/ 0 h 1868542"/>
              <a:gd name="connsiteX3" fmla="*/ 742610 w 2619164"/>
              <a:gd name="connsiteY3" fmla="*/ 1868543 h 1868542"/>
              <a:gd name="connsiteX4" fmla="*/ 0 w 2619164"/>
              <a:gd name="connsiteY4" fmla="*/ 1868543 h 1868542"/>
              <a:gd name="connsiteX5" fmla="*/ 1300954 w 2619164"/>
              <a:gd name="connsiteY5" fmla="*/ 1868543 h 1868542"/>
              <a:gd name="connsiteX6" fmla="*/ 2043564 w 2619164"/>
              <a:gd name="connsiteY6" fmla="*/ 0 h 1868542"/>
              <a:gd name="connsiteX7" fmla="*/ 2619164 w 2619164"/>
              <a:gd name="connsiteY7" fmla="*/ 0 h 1868542"/>
              <a:gd name="connsiteX8" fmla="*/ 2043564 w 2619164"/>
              <a:gd name="connsiteY8" fmla="*/ 1868543 h 1868542"/>
              <a:gd name="connsiteX9" fmla="*/ 1300954 w 2619164"/>
              <a:gd name="connsiteY9" fmla="*/ 1868543 h 18685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619164" h="1868542">
                <a:moveTo>
                  <a:pt x="0" y="1868543"/>
                </a:moveTo>
                <a:lnTo>
                  <a:pt x="742610" y="0"/>
                </a:lnTo>
                <a:lnTo>
                  <a:pt x="1318210" y="0"/>
                </a:lnTo>
                <a:lnTo>
                  <a:pt x="742610" y="1868543"/>
                </a:lnTo>
                <a:lnTo>
                  <a:pt x="0" y="1868543"/>
                </a:lnTo>
                <a:close/>
                <a:moveTo>
                  <a:pt x="1300954" y="1868543"/>
                </a:moveTo>
                <a:lnTo>
                  <a:pt x="2043564" y="0"/>
                </a:lnTo>
                <a:lnTo>
                  <a:pt x="2619164" y="0"/>
                </a:lnTo>
                <a:lnTo>
                  <a:pt x="2043564" y="1868543"/>
                </a:lnTo>
                <a:lnTo>
                  <a:pt x="1300954" y="1868543"/>
                </a:lnTo>
                <a:close/>
              </a:path>
            </a:pathLst>
          </a:custGeom>
          <a:gradFill>
            <a:gsLst>
              <a:gs pos="15000">
                <a:srgbClr val="00FFB9"/>
              </a:gs>
              <a:gs pos="80000">
                <a:srgbClr val="00E6DC"/>
              </a:gs>
            </a:gsLst>
            <a:lin ang="5400000" scaled="1"/>
          </a:gradFill>
          <a:ln w="61580" cap="flat">
            <a:noFill/>
            <a:prstDash val="solid"/>
            <a:miter/>
          </a:ln>
        </p:spPr>
        <p:txBody>
          <a:bodyPr rtlCol="0" anchor="ctr"/>
          <a:lstStyle/>
          <a:p>
            <a:endParaRPr lang="en-US"/>
          </a:p>
        </p:txBody>
      </p:sp>
      <p:pic>
        <p:nvPicPr>
          <p:cNvPr id="4" name="Siemens Logo" descr="Siemens logo">
            <a:extLst>
              <a:ext uri="{FF2B5EF4-FFF2-40B4-BE49-F238E27FC236}">
                <a16:creationId xmlns:a16="http://schemas.microsoft.com/office/drawing/2014/main" id="{F8D833B7-9866-4D2D-AEB7-012D6DDE2A37}"/>
              </a:ext>
              <a:ext uri="{C183D7F6-B498-43B3-948B-1728B52AA6E4}">
                <adec:decorative xmlns:adec="http://schemas.microsoft.com/office/drawing/2017/decorative" val="0"/>
              </a:ext>
            </a:extLst>
          </p:cNvPr>
          <p:cNvPicPr>
            <a:picLocks noChangeAspect="1"/>
          </p:cNvPicPr>
          <p:nvPr userDrawn="1"/>
        </p:nvPicPr>
        <p:blipFill>
          <a:blip r:embed="rId5" cstate="email">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p:blipFill>
        <p:spPr bwMode="black">
          <a:xfrm>
            <a:off x="10635188" y="6418800"/>
            <a:ext cx="1152000" cy="183168"/>
          </a:xfrm>
          <a:prstGeom prst="rect">
            <a:avLst/>
          </a:prstGeom>
        </p:spPr>
      </p:pic>
      <p:sp>
        <p:nvSpPr>
          <p:cNvPr id="2" name="Footer Placeholder" descr="Footer with copyright, author and department information, and date">
            <a:extLst>
              <a:ext uri="{FF2B5EF4-FFF2-40B4-BE49-F238E27FC236}">
                <a16:creationId xmlns:a16="http://schemas.microsoft.com/office/drawing/2014/main" id="{6AEDD147-ACC0-4A9C-9043-90612765C0FA}"/>
              </a:ext>
            </a:extLst>
          </p:cNvPr>
          <p:cNvSpPr>
            <a:spLocks noGrp="1"/>
          </p:cNvSpPr>
          <p:nvPr>
            <p:ph type="ftr" sz="quarter" idx="13"/>
          </p:nvPr>
        </p:nvSpPr>
        <p:spPr bwMode="black"/>
        <p:txBody>
          <a:bodyPr/>
          <a:lstStyle/>
          <a:p>
            <a:pPr>
              <a:lnSpc>
                <a:spcPct val="100000"/>
              </a:lnSpc>
            </a:pPr>
            <a:r>
              <a:rPr lang="en-US"/>
              <a:t>Restricted | © Siemens 2025 | SHERPA X | MM080 Purchase Requisition via Direct X</a:t>
            </a:r>
          </a:p>
        </p:txBody>
      </p:sp>
      <p:sp>
        <p:nvSpPr>
          <p:cNvPr id="3" name="Slide Number Placeholder">
            <a:extLst>
              <a:ext uri="{FF2B5EF4-FFF2-40B4-BE49-F238E27FC236}">
                <a16:creationId xmlns:a16="http://schemas.microsoft.com/office/drawing/2014/main" id="{4131F54F-C70B-4435-91E6-F995F83E6C69}"/>
              </a:ext>
              <a:ext uri="{C183D7F6-B498-43B3-948B-1728B52AA6E4}">
                <adec:decorative xmlns:adec="http://schemas.microsoft.com/office/drawing/2017/decorative" val="1"/>
              </a:ext>
            </a:extLst>
          </p:cNvPr>
          <p:cNvSpPr>
            <a:spLocks noGrp="1"/>
          </p:cNvSpPr>
          <p:nvPr>
            <p:ph type="sldNum" sz="quarter" idx="14"/>
          </p:nvPr>
        </p:nvSpPr>
        <p:spPr bwMode="black"/>
        <p:txBody>
          <a:bodyPr/>
          <a:lstStyle/>
          <a:p>
            <a:r>
              <a:rPr lang="en-US"/>
              <a:t>Page </a:t>
            </a:r>
            <a:fld id="{15EBE321-CBB1-4E91-BD14-37C8D44326FB}" type="slidenum">
              <a:rPr lang="en-US" smtClean="0"/>
              <a:pPr/>
              <a:t>‹#›</a:t>
            </a:fld>
            <a:endParaRPr lang="en-US"/>
          </a:p>
        </p:txBody>
      </p:sp>
      <p:pic>
        <p:nvPicPr>
          <p:cNvPr id="6" name="Imagem 5" descr="Uma imagem com Tipo de letra, Gráficos, texto, captura de ecrã&#10;&#10;Descrição gerada automaticamente">
            <a:extLst>
              <a:ext uri="{FF2B5EF4-FFF2-40B4-BE49-F238E27FC236}">
                <a16:creationId xmlns:a16="http://schemas.microsoft.com/office/drawing/2014/main" id="{C00B2712-58A8-5D13-7EC3-D8C35F7F3DA7}"/>
              </a:ext>
            </a:extLst>
          </p:cNvPr>
          <p:cNvPicPr>
            <a:picLocks noChangeAspect="1"/>
          </p:cNvPicPr>
          <p:nvPr userDrawn="1"/>
        </p:nvPicPr>
        <p:blipFill>
          <a:blip r:embed="rId7" cstate="email">
            <a:extLst>
              <a:ext uri="{28A0092B-C50C-407E-A947-70E740481C1C}">
                <a14:useLocalDpi xmlns:a14="http://schemas.microsoft.com/office/drawing/2010/main"/>
              </a:ext>
            </a:extLst>
          </a:blip>
          <a:stretch>
            <a:fillRect/>
          </a:stretch>
        </p:blipFill>
        <p:spPr>
          <a:xfrm>
            <a:off x="11025045" y="478800"/>
            <a:ext cx="755792" cy="755792"/>
          </a:xfrm>
          <a:prstGeom prst="rect">
            <a:avLst/>
          </a:prstGeom>
        </p:spPr>
      </p:pic>
    </p:spTree>
    <p:extLst>
      <p:ext uri="{BB962C8B-B14F-4D97-AF65-F5344CB8AC3E}">
        <p14:creationId xmlns:p14="http://schemas.microsoft.com/office/powerpoint/2010/main" val="178257319"/>
      </p:ext>
    </p:extLst>
  </p:cSld>
  <p:clrMapOvr>
    <a:masterClrMapping/>
  </p:clrMapOvr>
  <p:extLst>
    <p:ext uri="{DCECCB84-F9BA-43D5-87BE-67443E8EF086}">
      <p15:sldGuideLst xmlns:p15="http://schemas.microsoft.com/office/powerpoint/2012/main">
        <p15:guide id="1" pos="259">
          <p15:clr>
            <a:srgbClr val="65CEFF"/>
          </p15:clr>
        </p15:guide>
        <p15:guide id="2" pos="6472">
          <p15:clr>
            <a:srgbClr val="65CEFF"/>
          </p15:clr>
        </p15:guide>
        <p15:guide id="3" pos="7425">
          <p15:clr>
            <a:srgbClr val="65CEFF"/>
          </p15:clr>
        </p15:guide>
        <p15:guide id="4" orient="horz" pos="891">
          <p15:clr>
            <a:srgbClr val="65CEFF"/>
          </p15:clr>
        </p15:guide>
        <p15:guide id="5" orient="horz" pos="1073">
          <p15:clr>
            <a:srgbClr val="65CEFF"/>
          </p15:clr>
        </p15:guide>
        <p15:guide id="6" orient="horz" pos="2206">
          <p15:clr>
            <a:srgbClr val="65CEFF"/>
          </p15:clr>
        </p15:guide>
        <p15:guide id="7" orient="horz" pos="2343">
          <p15:clr>
            <a:srgbClr val="65CEFF"/>
          </p15:clr>
        </p15:guide>
        <p15:guide id="8" orient="horz" pos="3658">
          <p15:clr>
            <a:srgbClr val="65CEFF"/>
          </p15:clr>
        </p15:guide>
        <p15:guide id="9" orient="horz" pos="3885">
          <p15:clr>
            <a:srgbClr val="65CEFF"/>
          </p15:clr>
        </p15:guide>
        <p15:guide id="10" orient="horz" pos="4157">
          <p15:clr>
            <a:srgbClr val="65CEFF"/>
          </p15:clr>
        </p15:guide>
      </p15:sldGuideLst>
    </p:ext>
  </p:extLst>
</p:sldLayout>
</file>

<file path=ppt/slideLayouts/slideLayout121.xml><?xml version="1.0" encoding="utf-8"?>
<p:sldLayout xmlns:a="http://schemas.openxmlformats.org/drawingml/2006/main" xmlns:r="http://schemas.openxmlformats.org/officeDocument/2006/relationships" xmlns:p="http://schemas.openxmlformats.org/presentationml/2006/main" preserve="1" userDrawn="1">
  <p:cSld name="Contact">
    <p:bg>
      <p:bgRef idx="1001">
        <a:schemeClr val="bg2"/>
      </p:bgRef>
    </p:bg>
    <p:spTree>
      <p:nvGrpSpPr>
        <p:cNvPr id="1" name=""/>
        <p:cNvGrpSpPr/>
        <p:nvPr/>
      </p:nvGrpSpPr>
      <p:grpSpPr>
        <a:xfrm>
          <a:off x="0" y="0"/>
          <a:ext cx="0" cy="0"/>
          <a:chOff x="0" y="0"/>
          <a:chExt cx="0" cy="0"/>
        </a:xfrm>
      </p:grpSpPr>
      <p:sp>
        <p:nvSpPr>
          <p:cNvPr id="6" name="Title" descr="Slide headline">
            <a:extLst>
              <a:ext uri="{FF2B5EF4-FFF2-40B4-BE49-F238E27FC236}">
                <a16:creationId xmlns:a16="http://schemas.microsoft.com/office/drawing/2014/main" id="{B29E3DA4-014E-4F3D-8186-84366ADFCB03}"/>
              </a:ext>
            </a:extLst>
          </p:cNvPr>
          <p:cNvSpPr>
            <a:spLocks noGrp="1"/>
          </p:cNvSpPr>
          <p:nvPr>
            <p:ph type="title" hasCustomPrompt="1"/>
          </p:nvPr>
        </p:nvSpPr>
        <p:spPr bwMode="black">
          <a:xfrm>
            <a:off x="1058400" y="1234800"/>
            <a:ext cx="9216000" cy="1162523"/>
          </a:xfrm>
          <a:noFill/>
        </p:spPr>
        <p:txBody>
          <a:bodyPr wrap="square" lIns="0" tIns="54000" rIns="0" bIns="0" anchor="t" anchorCtr="0">
            <a:spAutoFit/>
          </a:bodyPr>
          <a:lstStyle>
            <a:lvl1pPr marL="0">
              <a:defRPr sz="8000">
                <a:solidFill>
                  <a:schemeClr val="tx1"/>
                </a:solidFill>
              </a:defRPr>
            </a:lvl1pPr>
          </a:lstStyle>
          <a:p>
            <a:r>
              <a:rPr lang="en-US"/>
              <a:t>Contact</a:t>
            </a:r>
          </a:p>
        </p:txBody>
      </p:sp>
      <p:sp>
        <p:nvSpPr>
          <p:cNvPr id="3" name="Copy" descr="Content text frame">
            <a:extLst>
              <a:ext uri="{FF2B5EF4-FFF2-40B4-BE49-F238E27FC236}">
                <a16:creationId xmlns:a16="http://schemas.microsoft.com/office/drawing/2014/main" id="{89304306-5233-4901-B576-444696A2EA33}"/>
              </a:ext>
            </a:extLst>
          </p:cNvPr>
          <p:cNvSpPr>
            <a:spLocks noGrp="1"/>
          </p:cNvSpPr>
          <p:nvPr>
            <p:ph type="subTitle" idx="1" hasCustomPrompt="1"/>
          </p:nvPr>
        </p:nvSpPr>
        <p:spPr bwMode="black">
          <a:xfrm>
            <a:off x="1058400" y="2397324"/>
            <a:ext cx="9216000" cy="3409751"/>
          </a:xfrm>
          <a:prstGeom prst="rect">
            <a:avLst/>
          </a:prstGeom>
        </p:spPr>
        <p:txBody>
          <a:bodyPr tIns="108000">
            <a:noAutofit/>
          </a:bodyPr>
          <a:lstStyle>
            <a:lvl1pPr marL="0" indent="0" algn="l">
              <a:spcAft>
                <a:spcPts val="0"/>
              </a:spcAft>
              <a:buNone/>
              <a:defRPr sz="1400">
                <a:solidFill>
                  <a:schemeClr val="tx1"/>
                </a:solidFill>
              </a:defRPr>
            </a:lvl1pPr>
            <a:lvl2pPr marL="0" indent="0" algn="l">
              <a:spcBef>
                <a:spcPts val="600"/>
              </a:spcBef>
              <a:spcAft>
                <a:spcPts val="0"/>
              </a:spcAft>
              <a:buFont typeface="Arial" panose="020B0604020202020204" pitchFamily="34" charset="0"/>
              <a:buNone/>
              <a:defRPr sz="1400" b="1">
                <a:solidFill>
                  <a:schemeClr val="tx1"/>
                </a:solidFill>
              </a:defRPr>
            </a:lvl2pPr>
            <a:lvl3pPr marL="144000" indent="-144000" algn="l">
              <a:spcAft>
                <a:spcPts val="0"/>
              </a:spcAft>
              <a:buFont typeface="Arial" panose="020B0604020202020204" pitchFamily="34" charset="0"/>
              <a:buChar char="•"/>
              <a:defRPr sz="1400" b="0"/>
            </a:lvl3pPr>
            <a:lvl4pPr marL="0" indent="0" algn="l">
              <a:spcBef>
                <a:spcPts val="600"/>
              </a:spcBef>
              <a:spcAft>
                <a:spcPts val="0"/>
              </a:spcAft>
              <a:buFont typeface="Arial" panose="020B0604020202020204" pitchFamily="34" charset="0"/>
              <a:buNone/>
              <a:defRPr sz="1400" b="1"/>
            </a:lvl4pPr>
            <a:lvl5pPr marL="144000" indent="-144000" algn="l">
              <a:spcAft>
                <a:spcPts val="0"/>
              </a:spcAft>
              <a:buClrTx/>
              <a:buFont typeface="Arial" panose="020B0604020202020204" pitchFamily="34" charset="0"/>
              <a:buChar char="•"/>
              <a:defRPr sz="1400" b="0">
                <a:solidFill>
                  <a:schemeClr val="tx1"/>
                </a:solidFill>
              </a:defRPr>
            </a:lvl5pPr>
            <a:lvl6pPr marL="360000" indent="-180000" algn="l">
              <a:spcAft>
                <a:spcPts val="0"/>
              </a:spcAft>
              <a:buFont typeface="Arial" panose="020B0604020202020204" pitchFamily="34" charset="0"/>
              <a:buChar char="•"/>
              <a:defRPr sz="1400"/>
            </a:lvl6pPr>
            <a:lvl7pPr marL="360000" indent="-180000" algn="l">
              <a:spcAft>
                <a:spcPts val="0"/>
              </a:spcAft>
              <a:buClrTx/>
              <a:buFont typeface="Arial" panose="020B0604020202020204" pitchFamily="34" charset="0"/>
              <a:buChar char="•"/>
              <a:defRPr sz="1400" b="0"/>
            </a:lvl7pPr>
            <a:lvl8pPr marL="540000" indent="-180000" algn="l">
              <a:spcAft>
                <a:spcPts val="0"/>
              </a:spcAft>
              <a:buFont typeface="Arial" panose="020B0604020202020204" pitchFamily="34" charset="0"/>
              <a:buChar char="•"/>
              <a:defRPr sz="1400"/>
            </a:lvl8pPr>
            <a:lvl9pPr marL="540000" indent="-180000" algn="l">
              <a:spcAft>
                <a:spcPts val="0"/>
              </a:spcAft>
              <a:buClrTx/>
              <a:buFont typeface="Arial" panose="020B0604020202020204" pitchFamily="34" charset="0"/>
              <a:buChar char="•"/>
              <a:defRPr sz="1400" b="0"/>
            </a:lvl9pPr>
          </a:lstStyle>
          <a:p>
            <a:pPr lvl="0"/>
            <a:r>
              <a:rPr lang="en-US"/>
              <a:t>Click to edit the contact</a:t>
            </a:r>
          </a:p>
          <a:p>
            <a:pPr lvl="1"/>
            <a:r>
              <a:rPr lang="en-US"/>
              <a:t>Name etc.</a:t>
            </a:r>
          </a:p>
          <a:p>
            <a:pPr lvl="2"/>
            <a:r>
              <a:rPr lang="en-US"/>
              <a:t>Skills etc.</a:t>
            </a:r>
          </a:p>
          <a:p>
            <a:pPr lvl="3"/>
            <a:r>
              <a:rPr lang="en-US"/>
              <a:t>Name etc. sublevel</a:t>
            </a:r>
          </a:p>
          <a:p>
            <a:pPr lvl="4"/>
            <a:r>
              <a:rPr lang="en-US"/>
              <a:t>Skills etc. sublevel</a:t>
            </a:r>
          </a:p>
        </p:txBody>
      </p:sp>
      <p:pic>
        <p:nvPicPr>
          <p:cNvPr id="10" name="Siemens Logo" descr="Siemens logo">
            <a:extLst>
              <a:ext uri="{FF2B5EF4-FFF2-40B4-BE49-F238E27FC236}">
                <a16:creationId xmlns:a16="http://schemas.microsoft.com/office/drawing/2014/main" id="{5FD2C39E-5D81-4A0E-9F45-909328900889}"/>
              </a:ext>
              <a:ext uri="{C183D7F6-B498-43B3-948B-1728B52AA6E4}">
                <adec:decorative xmlns:adec="http://schemas.microsoft.com/office/drawing/2017/decorative" val="0"/>
              </a:ext>
            </a:extLst>
          </p:cNvPr>
          <p:cNvPicPr>
            <a:picLocks noChangeAspect="1"/>
          </p:cNvPicPr>
          <p:nvPr userDrawn="1"/>
        </p:nvPicPr>
        <p:blipFill>
          <a:blip r:embed="rId2" cstate="email">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p:blipFill>
        <p:spPr bwMode="black">
          <a:xfrm>
            <a:off x="10635188" y="6418800"/>
            <a:ext cx="1152000" cy="183168"/>
          </a:xfrm>
          <a:prstGeom prst="rect">
            <a:avLst/>
          </a:prstGeom>
        </p:spPr>
      </p:pic>
      <p:sp>
        <p:nvSpPr>
          <p:cNvPr id="8" name="Footer Placeholder" descr="Footer with copyright, author and department information, and date">
            <a:extLst>
              <a:ext uri="{FF2B5EF4-FFF2-40B4-BE49-F238E27FC236}">
                <a16:creationId xmlns:a16="http://schemas.microsoft.com/office/drawing/2014/main" id="{3279A350-3BB2-4CA2-A422-8F5A951F6F64}"/>
              </a:ext>
            </a:extLst>
          </p:cNvPr>
          <p:cNvSpPr>
            <a:spLocks noGrp="1"/>
          </p:cNvSpPr>
          <p:nvPr>
            <p:ph type="ftr" sz="quarter" idx="10"/>
          </p:nvPr>
        </p:nvSpPr>
        <p:spPr bwMode="black"/>
        <p:txBody>
          <a:bodyPr/>
          <a:lstStyle/>
          <a:p>
            <a:pPr>
              <a:lnSpc>
                <a:spcPct val="100000"/>
              </a:lnSpc>
            </a:pPr>
            <a:r>
              <a:rPr lang="en-US"/>
              <a:t>Restricted | © Siemens 2025 | SHERPA X | MM080 Purchase Requisition via Direct X</a:t>
            </a:r>
          </a:p>
        </p:txBody>
      </p:sp>
      <p:sp>
        <p:nvSpPr>
          <p:cNvPr id="9" name="Slide Number Placeholder">
            <a:extLst>
              <a:ext uri="{FF2B5EF4-FFF2-40B4-BE49-F238E27FC236}">
                <a16:creationId xmlns:a16="http://schemas.microsoft.com/office/drawing/2014/main" id="{CFF9630D-791D-45AE-8E5E-36F747F599E9}"/>
              </a:ext>
              <a:ext uri="{C183D7F6-B498-43B3-948B-1728B52AA6E4}">
                <adec:decorative xmlns:adec="http://schemas.microsoft.com/office/drawing/2017/decorative" val="1"/>
              </a:ext>
            </a:extLst>
          </p:cNvPr>
          <p:cNvSpPr>
            <a:spLocks noGrp="1"/>
          </p:cNvSpPr>
          <p:nvPr>
            <p:ph type="sldNum" sz="quarter" idx="11"/>
          </p:nvPr>
        </p:nvSpPr>
        <p:spPr bwMode="black"/>
        <p:txBody>
          <a:bodyPr/>
          <a:lstStyle/>
          <a:p>
            <a:r>
              <a:rPr lang="en-US"/>
              <a:t>Page </a:t>
            </a:r>
            <a:fld id="{15EBE321-CBB1-4E91-BD14-37C8D44326FB}" type="slidenum">
              <a:rPr lang="en-US" smtClean="0"/>
              <a:pPr/>
              <a:t>‹#›</a:t>
            </a:fld>
            <a:endParaRPr lang="en-US"/>
          </a:p>
        </p:txBody>
      </p:sp>
    </p:spTree>
    <p:extLst>
      <p:ext uri="{BB962C8B-B14F-4D97-AF65-F5344CB8AC3E}">
        <p14:creationId xmlns:p14="http://schemas.microsoft.com/office/powerpoint/2010/main" val="1519540489"/>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259">
          <p15:clr>
            <a:srgbClr val="65CEFF"/>
          </p15:clr>
        </p15:guide>
        <p15:guide id="2" pos="6472">
          <p15:clr>
            <a:srgbClr val="65CEFF"/>
          </p15:clr>
        </p15:guide>
        <p15:guide id="3" pos="7425">
          <p15:clr>
            <a:srgbClr val="65CEFF"/>
          </p15:clr>
        </p15:guide>
        <p15:guide id="4" orient="horz" pos="778">
          <p15:clr>
            <a:srgbClr val="65CEFF"/>
          </p15:clr>
        </p15:guide>
        <p15:guide id="5" orient="horz" pos="3658">
          <p15:clr>
            <a:srgbClr val="65CEFF"/>
          </p15:clr>
        </p15:guide>
        <p15:guide id="6" orient="horz" pos="4157">
          <p15:clr>
            <a:srgbClr val="65CEFF"/>
          </p15:clr>
        </p15:guide>
      </p15:sldGuideLst>
    </p:ext>
  </p:extLst>
</p:sldLayout>
</file>

<file path=ppt/slideLayouts/slideLayout122.xml><?xml version="1.0" encoding="utf-8"?>
<p:sldLayout xmlns:a="http://schemas.openxmlformats.org/drawingml/2006/main" xmlns:r="http://schemas.openxmlformats.org/officeDocument/2006/relationships" xmlns:p="http://schemas.openxmlformats.org/presentationml/2006/main" userDrawn="1">
  <p:cSld name="1_One object (small)">
    <p:spTree>
      <p:nvGrpSpPr>
        <p:cNvPr id="1" name=""/>
        <p:cNvGrpSpPr/>
        <p:nvPr/>
      </p:nvGrpSpPr>
      <p:grpSpPr>
        <a:xfrm>
          <a:off x="0" y="0"/>
          <a:ext cx="0" cy="0"/>
          <a:chOff x="0" y="0"/>
          <a:chExt cx="0" cy="0"/>
        </a:xfrm>
      </p:grpSpPr>
      <p:sp>
        <p:nvSpPr>
          <p:cNvPr id="7" name="Title">
            <a:extLst>
              <a:ext uri="{FF2B5EF4-FFF2-40B4-BE49-F238E27FC236}">
                <a16:creationId xmlns:a16="http://schemas.microsoft.com/office/drawing/2014/main" id="{9C4633C1-8D3E-45A5-A522-817574663A85}"/>
              </a:ext>
            </a:extLst>
          </p:cNvPr>
          <p:cNvSpPr>
            <a:spLocks noGrp="1"/>
          </p:cNvSpPr>
          <p:nvPr>
            <p:ph type="title"/>
          </p:nvPr>
        </p:nvSpPr>
        <p:spPr/>
        <p:txBody>
          <a:bodyPr/>
          <a:lstStyle/>
          <a:p>
            <a:r>
              <a:rPr lang="en-US"/>
              <a:t>Click to edit Master title style</a:t>
            </a:r>
          </a:p>
        </p:txBody>
      </p:sp>
      <p:sp>
        <p:nvSpPr>
          <p:cNvPr id="5" name="Footer Placeholder">
            <a:extLst>
              <a:ext uri="{FF2B5EF4-FFF2-40B4-BE49-F238E27FC236}">
                <a16:creationId xmlns:a16="http://schemas.microsoft.com/office/drawing/2014/main" id="{E519D384-FA09-4D60-95A8-589F157A93F4}"/>
              </a:ext>
            </a:extLst>
          </p:cNvPr>
          <p:cNvSpPr>
            <a:spLocks noGrp="1"/>
          </p:cNvSpPr>
          <p:nvPr>
            <p:ph type="ftr"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t>Restricted | © Siemens 2025 | SHERPA | MM080 Purchase Requisition via Direct X</a:t>
            </a:r>
            <a:endParaRPr kumimoji="0" lang="en-US" sz="900" b="0" i="0" u="none" strike="noStrike" kern="1200" cap="none" spc="0" normalizeH="0" baseline="0" noProof="0">
              <a:ln>
                <a:noFill/>
              </a:ln>
              <a:effectLst/>
              <a:uLnTx/>
              <a:uFillTx/>
              <a:latin typeface="Arial"/>
              <a:ea typeface="+mn-ea"/>
              <a:cs typeface="+mn-cs"/>
            </a:endParaRPr>
          </a:p>
        </p:txBody>
      </p:sp>
      <p:sp>
        <p:nvSpPr>
          <p:cNvPr id="6" name="Slide Number Placeholder">
            <a:extLst>
              <a:ext uri="{FF2B5EF4-FFF2-40B4-BE49-F238E27FC236}">
                <a16:creationId xmlns:a16="http://schemas.microsoft.com/office/drawing/2014/main" id="{7B1666FD-2258-443A-846C-6C7533C61D5C}"/>
              </a:ext>
            </a:extLst>
          </p:cNvPr>
          <p:cNvSpPr>
            <a:spLocks noGrp="1"/>
          </p:cNvSpPr>
          <p:nvPr>
            <p:ph type="sldNum" sz="quarter" idx="11"/>
          </p:nvPr>
        </p:nvSpPr>
        <p:spPr/>
        <p:txBody>
          <a:bodyPr/>
          <a:lstStyle/>
          <a:p>
            <a:r>
              <a:rPr lang="en-US"/>
              <a:t>Page </a:t>
            </a:r>
            <a:fld id="{15EBE321-CBB1-4E91-BD14-37C8D44326FB}" type="slidenum">
              <a:rPr lang="en-US" smtClean="0"/>
              <a:pPr/>
              <a:t>‹#›</a:t>
            </a:fld>
            <a:endParaRPr lang="en-US"/>
          </a:p>
        </p:txBody>
      </p:sp>
      <p:pic>
        <p:nvPicPr>
          <p:cNvPr id="8" name="Siemens Logo">
            <a:extLst>
              <a:ext uri="{FF2B5EF4-FFF2-40B4-BE49-F238E27FC236}">
                <a16:creationId xmlns:a16="http://schemas.microsoft.com/office/drawing/2014/main" id="{91EB517C-C8FD-4E2E-B744-DB952E96B478}"/>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0635188" y="6418800"/>
            <a:ext cx="1152000" cy="183168"/>
          </a:xfrm>
          <a:prstGeom prst="rect">
            <a:avLst/>
          </a:prstGeom>
        </p:spPr>
      </p:pic>
    </p:spTree>
    <p:extLst>
      <p:ext uri="{BB962C8B-B14F-4D97-AF65-F5344CB8AC3E}">
        <p14:creationId xmlns:p14="http://schemas.microsoft.com/office/powerpoint/2010/main" val="1515894053"/>
      </p:ext>
    </p:extLst>
  </p:cSld>
  <p:clrMapOvr>
    <a:masterClrMapping/>
  </p:clrMapOvr>
  <p:extLst>
    <p:ext uri="{DCECCB84-F9BA-43D5-87BE-67443E8EF086}">
      <p15:sldGuideLst xmlns:p15="http://schemas.microsoft.com/office/powerpoint/2012/main">
        <p15:guide id="1" pos="259">
          <p15:clr>
            <a:srgbClr val="65CEFF"/>
          </p15:clr>
        </p15:guide>
        <p15:guide id="2" pos="4794">
          <p15:clr>
            <a:srgbClr val="65CEFF"/>
          </p15:clr>
        </p15:guide>
        <p15:guide id="3" pos="6472">
          <p15:clr>
            <a:srgbClr val="65CEFF"/>
          </p15:clr>
        </p15:guide>
        <p15:guide id="4" pos="7425">
          <p15:clr>
            <a:srgbClr val="65CEFF"/>
          </p15:clr>
        </p15:guide>
        <p15:guide id="5" orient="horz" pos="302">
          <p15:clr>
            <a:srgbClr val="65CEFF"/>
          </p15:clr>
        </p15:guide>
        <p15:guide id="6" orient="horz" pos="664">
          <p15:clr>
            <a:srgbClr val="65CEFF"/>
          </p15:clr>
        </p15:guide>
        <p15:guide id="7" orient="horz" pos="891">
          <p15:clr>
            <a:srgbClr val="65CEFF"/>
          </p15:clr>
        </p15:guide>
        <p15:guide id="8" orient="horz" pos="3658">
          <p15:clr>
            <a:srgbClr val="65CEFF"/>
          </p15:clr>
        </p15:guide>
        <p15:guide id="9" orient="horz" pos="3885">
          <p15:clr>
            <a:srgbClr val="65CEFF"/>
          </p15:clr>
        </p15:guide>
        <p15:guide id="10" orient="horz" pos="4157">
          <p15:clr>
            <a:srgbClr val="65CEFF"/>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theme" Target="../theme/theme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image" Target="../media/image1.emf"/><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oleObject" Target="../embeddings/oleObject1.bin"/><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ags" Target="../tags/tag2.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8.xml"/><Relationship Id="rId13" Type="http://schemas.openxmlformats.org/officeDocument/2006/relationships/slideLayout" Target="../slideLayouts/slideLayout33.xml"/><Relationship Id="rId18" Type="http://schemas.openxmlformats.org/officeDocument/2006/relationships/slideLayout" Target="../slideLayouts/slideLayout38.xml"/><Relationship Id="rId26" Type="http://schemas.openxmlformats.org/officeDocument/2006/relationships/slideLayout" Target="../slideLayouts/slideLayout46.xml"/><Relationship Id="rId3" Type="http://schemas.openxmlformats.org/officeDocument/2006/relationships/slideLayout" Target="../slideLayouts/slideLayout23.xml"/><Relationship Id="rId21" Type="http://schemas.openxmlformats.org/officeDocument/2006/relationships/slideLayout" Target="../slideLayouts/slideLayout41.xml"/><Relationship Id="rId7" Type="http://schemas.openxmlformats.org/officeDocument/2006/relationships/slideLayout" Target="../slideLayouts/slideLayout27.xml"/><Relationship Id="rId12" Type="http://schemas.openxmlformats.org/officeDocument/2006/relationships/slideLayout" Target="../slideLayouts/slideLayout32.xml"/><Relationship Id="rId17" Type="http://schemas.openxmlformats.org/officeDocument/2006/relationships/slideLayout" Target="../slideLayouts/slideLayout37.xml"/><Relationship Id="rId25" Type="http://schemas.openxmlformats.org/officeDocument/2006/relationships/slideLayout" Target="../slideLayouts/slideLayout45.xml"/><Relationship Id="rId2" Type="http://schemas.openxmlformats.org/officeDocument/2006/relationships/slideLayout" Target="../slideLayouts/slideLayout22.xml"/><Relationship Id="rId16" Type="http://schemas.openxmlformats.org/officeDocument/2006/relationships/slideLayout" Target="../slideLayouts/slideLayout36.xml"/><Relationship Id="rId20" Type="http://schemas.openxmlformats.org/officeDocument/2006/relationships/slideLayout" Target="../slideLayouts/slideLayout40.xml"/><Relationship Id="rId29" Type="http://schemas.openxmlformats.org/officeDocument/2006/relationships/tags" Target="../tags/tag17.xml"/><Relationship Id="rId1" Type="http://schemas.openxmlformats.org/officeDocument/2006/relationships/slideLayout" Target="../slideLayouts/slideLayout21.xml"/><Relationship Id="rId6" Type="http://schemas.openxmlformats.org/officeDocument/2006/relationships/slideLayout" Target="../slideLayouts/slideLayout26.xml"/><Relationship Id="rId11" Type="http://schemas.openxmlformats.org/officeDocument/2006/relationships/slideLayout" Target="../slideLayouts/slideLayout31.xml"/><Relationship Id="rId24" Type="http://schemas.openxmlformats.org/officeDocument/2006/relationships/slideLayout" Target="../slideLayouts/slideLayout44.xml"/><Relationship Id="rId32" Type="http://schemas.openxmlformats.org/officeDocument/2006/relationships/image" Target="../media/image30.png"/><Relationship Id="rId5" Type="http://schemas.openxmlformats.org/officeDocument/2006/relationships/slideLayout" Target="../slideLayouts/slideLayout25.xml"/><Relationship Id="rId15" Type="http://schemas.openxmlformats.org/officeDocument/2006/relationships/slideLayout" Target="../slideLayouts/slideLayout35.xml"/><Relationship Id="rId23" Type="http://schemas.openxmlformats.org/officeDocument/2006/relationships/slideLayout" Target="../slideLayouts/slideLayout43.xml"/><Relationship Id="rId28" Type="http://schemas.openxmlformats.org/officeDocument/2006/relationships/theme" Target="../theme/theme2.xml"/><Relationship Id="rId10" Type="http://schemas.openxmlformats.org/officeDocument/2006/relationships/slideLayout" Target="../slideLayouts/slideLayout30.xml"/><Relationship Id="rId19" Type="http://schemas.openxmlformats.org/officeDocument/2006/relationships/slideLayout" Target="../slideLayouts/slideLayout39.xml"/><Relationship Id="rId31" Type="http://schemas.openxmlformats.org/officeDocument/2006/relationships/image" Target="../media/image29.emf"/><Relationship Id="rId4" Type="http://schemas.openxmlformats.org/officeDocument/2006/relationships/slideLayout" Target="../slideLayouts/slideLayout24.xml"/><Relationship Id="rId9" Type="http://schemas.openxmlformats.org/officeDocument/2006/relationships/slideLayout" Target="../slideLayouts/slideLayout29.xml"/><Relationship Id="rId14" Type="http://schemas.openxmlformats.org/officeDocument/2006/relationships/slideLayout" Target="../slideLayouts/slideLayout34.xml"/><Relationship Id="rId22" Type="http://schemas.openxmlformats.org/officeDocument/2006/relationships/slideLayout" Target="../slideLayouts/slideLayout42.xml"/><Relationship Id="rId27" Type="http://schemas.openxmlformats.org/officeDocument/2006/relationships/slideLayout" Target="../slideLayouts/slideLayout47.xml"/><Relationship Id="rId30" Type="http://schemas.openxmlformats.org/officeDocument/2006/relationships/oleObject" Target="../embeddings/oleObject13.bin"/></Relationships>
</file>

<file path=ppt/slideMasters/_rels/slideMaster3.xml.rels><?xml version="1.0" encoding="UTF-8" standalone="yes"?>
<Relationships xmlns="http://schemas.openxmlformats.org/package/2006/relationships"><Relationship Id="rId13" Type="http://schemas.openxmlformats.org/officeDocument/2006/relationships/slideLayout" Target="../slideLayouts/slideLayout60.xml"/><Relationship Id="rId18" Type="http://schemas.openxmlformats.org/officeDocument/2006/relationships/slideLayout" Target="../slideLayouts/slideLayout65.xml"/><Relationship Id="rId26" Type="http://schemas.openxmlformats.org/officeDocument/2006/relationships/slideLayout" Target="../slideLayouts/slideLayout73.xml"/><Relationship Id="rId3" Type="http://schemas.openxmlformats.org/officeDocument/2006/relationships/slideLayout" Target="../slideLayouts/slideLayout50.xml"/><Relationship Id="rId21" Type="http://schemas.openxmlformats.org/officeDocument/2006/relationships/slideLayout" Target="../slideLayouts/slideLayout68.xml"/><Relationship Id="rId7" Type="http://schemas.openxmlformats.org/officeDocument/2006/relationships/slideLayout" Target="../slideLayouts/slideLayout54.xml"/><Relationship Id="rId12" Type="http://schemas.openxmlformats.org/officeDocument/2006/relationships/slideLayout" Target="../slideLayouts/slideLayout59.xml"/><Relationship Id="rId17" Type="http://schemas.openxmlformats.org/officeDocument/2006/relationships/slideLayout" Target="../slideLayouts/slideLayout64.xml"/><Relationship Id="rId25" Type="http://schemas.openxmlformats.org/officeDocument/2006/relationships/slideLayout" Target="../slideLayouts/slideLayout72.xml"/><Relationship Id="rId33" Type="http://schemas.openxmlformats.org/officeDocument/2006/relationships/image" Target="../media/image30.png"/><Relationship Id="rId2" Type="http://schemas.openxmlformats.org/officeDocument/2006/relationships/slideLayout" Target="../slideLayouts/slideLayout49.xml"/><Relationship Id="rId16" Type="http://schemas.openxmlformats.org/officeDocument/2006/relationships/slideLayout" Target="../slideLayouts/slideLayout63.xml"/><Relationship Id="rId20" Type="http://schemas.openxmlformats.org/officeDocument/2006/relationships/slideLayout" Target="../slideLayouts/slideLayout67.xml"/><Relationship Id="rId29" Type="http://schemas.openxmlformats.org/officeDocument/2006/relationships/theme" Target="../theme/theme3.xml"/><Relationship Id="rId1" Type="http://schemas.openxmlformats.org/officeDocument/2006/relationships/slideLayout" Target="../slideLayouts/slideLayout48.xml"/><Relationship Id="rId6" Type="http://schemas.openxmlformats.org/officeDocument/2006/relationships/slideLayout" Target="../slideLayouts/slideLayout53.xml"/><Relationship Id="rId11" Type="http://schemas.openxmlformats.org/officeDocument/2006/relationships/slideLayout" Target="../slideLayouts/slideLayout58.xml"/><Relationship Id="rId24" Type="http://schemas.openxmlformats.org/officeDocument/2006/relationships/slideLayout" Target="../slideLayouts/slideLayout71.xml"/><Relationship Id="rId32" Type="http://schemas.openxmlformats.org/officeDocument/2006/relationships/image" Target="../media/image29.emf"/><Relationship Id="rId5" Type="http://schemas.openxmlformats.org/officeDocument/2006/relationships/slideLayout" Target="../slideLayouts/slideLayout52.xml"/><Relationship Id="rId15" Type="http://schemas.openxmlformats.org/officeDocument/2006/relationships/slideLayout" Target="../slideLayouts/slideLayout62.xml"/><Relationship Id="rId23" Type="http://schemas.openxmlformats.org/officeDocument/2006/relationships/slideLayout" Target="../slideLayouts/slideLayout70.xml"/><Relationship Id="rId28" Type="http://schemas.openxmlformats.org/officeDocument/2006/relationships/slideLayout" Target="../slideLayouts/slideLayout75.xml"/><Relationship Id="rId10" Type="http://schemas.openxmlformats.org/officeDocument/2006/relationships/slideLayout" Target="../slideLayouts/slideLayout57.xml"/><Relationship Id="rId19" Type="http://schemas.openxmlformats.org/officeDocument/2006/relationships/slideLayout" Target="../slideLayouts/slideLayout66.xml"/><Relationship Id="rId31" Type="http://schemas.openxmlformats.org/officeDocument/2006/relationships/oleObject" Target="../embeddings/oleObject13.bin"/><Relationship Id="rId4" Type="http://schemas.openxmlformats.org/officeDocument/2006/relationships/slideLayout" Target="../slideLayouts/slideLayout51.xml"/><Relationship Id="rId9" Type="http://schemas.openxmlformats.org/officeDocument/2006/relationships/slideLayout" Target="../slideLayouts/slideLayout56.xml"/><Relationship Id="rId14" Type="http://schemas.openxmlformats.org/officeDocument/2006/relationships/slideLayout" Target="../slideLayouts/slideLayout61.xml"/><Relationship Id="rId22" Type="http://schemas.openxmlformats.org/officeDocument/2006/relationships/slideLayout" Target="../slideLayouts/slideLayout69.xml"/><Relationship Id="rId27" Type="http://schemas.openxmlformats.org/officeDocument/2006/relationships/slideLayout" Target="../slideLayouts/slideLayout74.xml"/><Relationship Id="rId30" Type="http://schemas.openxmlformats.org/officeDocument/2006/relationships/tags" Target="../tags/tag34.xml"/><Relationship Id="rId8" Type="http://schemas.openxmlformats.org/officeDocument/2006/relationships/slideLayout" Target="../slideLayouts/slideLayout55.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83.xml"/><Relationship Id="rId13" Type="http://schemas.openxmlformats.org/officeDocument/2006/relationships/slideLayout" Target="../slideLayouts/slideLayout88.xml"/><Relationship Id="rId18" Type="http://schemas.openxmlformats.org/officeDocument/2006/relationships/slideLayout" Target="../slideLayouts/slideLayout93.xml"/><Relationship Id="rId3" Type="http://schemas.openxmlformats.org/officeDocument/2006/relationships/slideLayout" Target="../slideLayouts/slideLayout78.xml"/><Relationship Id="rId21" Type="http://schemas.openxmlformats.org/officeDocument/2006/relationships/tags" Target="../tags/tag51.xml"/><Relationship Id="rId7" Type="http://schemas.openxmlformats.org/officeDocument/2006/relationships/slideLayout" Target="../slideLayouts/slideLayout82.xml"/><Relationship Id="rId12" Type="http://schemas.openxmlformats.org/officeDocument/2006/relationships/slideLayout" Target="../slideLayouts/slideLayout87.xml"/><Relationship Id="rId17" Type="http://schemas.openxmlformats.org/officeDocument/2006/relationships/slideLayout" Target="../slideLayouts/slideLayout92.xml"/><Relationship Id="rId2" Type="http://schemas.openxmlformats.org/officeDocument/2006/relationships/slideLayout" Target="../slideLayouts/slideLayout77.xml"/><Relationship Id="rId16" Type="http://schemas.openxmlformats.org/officeDocument/2006/relationships/slideLayout" Target="../slideLayouts/slideLayout91.xml"/><Relationship Id="rId20" Type="http://schemas.openxmlformats.org/officeDocument/2006/relationships/theme" Target="../theme/theme4.xml"/><Relationship Id="rId1" Type="http://schemas.openxmlformats.org/officeDocument/2006/relationships/slideLayout" Target="../slideLayouts/slideLayout76.xml"/><Relationship Id="rId6" Type="http://schemas.openxmlformats.org/officeDocument/2006/relationships/slideLayout" Target="../slideLayouts/slideLayout81.xml"/><Relationship Id="rId11" Type="http://schemas.openxmlformats.org/officeDocument/2006/relationships/slideLayout" Target="../slideLayouts/slideLayout86.xml"/><Relationship Id="rId5" Type="http://schemas.openxmlformats.org/officeDocument/2006/relationships/slideLayout" Target="../slideLayouts/slideLayout80.xml"/><Relationship Id="rId15" Type="http://schemas.openxmlformats.org/officeDocument/2006/relationships/slideLayout" Target="../slideLayouts/slideLayout90.xml"/><Relationship Id="rId23" Type="http://schemas.openxmlformats.org/officeDocument/2006/relationships/image" Target="../media/image1.emf"/><Relationship Id="rId10" Type="http://schemas.openxmlformats.org/officeDocument/2006/relationships/slideLayout" Target="../slideLayouts/slideLayout85.xml"/><Relationship Id="rId19" Type="http://schemas.openxmlformats.org/officeDocument/2006/relationships/slideLayout" Target="../slideLayouts/slideLayout94.xml"/><Relationship Id="rId4" Type="http://schemas.openxmlformats.org/officeDocument/2006/relationships/slideLayout" Target="../slideLayouts/slideLayout79.xml"/><Relationship Id="rId9" Type="http://schemas.openxmlformats.org/officeDocument/2006/relationships/slideLayout" Target="../slideLayouts/slideLayout84.xml"/><Relationship Id="rId14" Type="http://schemas.openxmlformats.org/officeDocument/2006/relationships/slideLayout" Target="../slideLayouts/slideLayout89.xml"/><Relationship Id="rId22" Type="http://schemas.openxmlformats.org/officeDocument/2006/relationships/oleObject" Target="../embeddings/oleObject1.bin"/></Relationships>
</file>

<file path=ppt/slideMasters/_rels/slideMaster5.xml.rels><?xml version="1.0" encoding="UTF-8" standalone="yes"?>
<Relationships xmlns="http://schemas.openxmlformats.org/package/2006/relationships"><Relationship Id="rId13" Type="http://schemas.openxmlformats.org/officeDocument/2006/relationships/slideLayout" Target="../slideLayouts/slideLayout107.xml"/><Relationship Id="rId18" Type="http://schemas.openxmlformats.org/officeDocument/2006/relationships/slideLayout" Target="../slideLayouts/slideLayout112.xml"/><Relationship Id="rId26" Type="http://schemas.openxmlformats.org/officeDocument/2006/relationships/slideLayout" Target="../slideLayouts/slideLayout120.xml"/><Relationship Id="rId3" Type="http://schemas.openxmlformats.org/officeDocument/2006/relationships/slideLayout" Target="../slideLayouts/slideLayout97.xml"/><Relationship Id="rId21" Type="http://schemas.openxmlformats.org/officeDocument/2006/relationships/slideLayout" Target="../slideLayouts/slideLayout115.xml"/><Relationship Id="rId7" Type="http://schemas.openxmlformats.org/officeDocument/2006/relationships/slideLayout" Target="../slideLayouts/slideLayout101.xml"/><Relationship Id="rId12" Type="http://schemas.openxmlformats.org/officeDocument/2006/relationships/slideLayout" Target="../slideLayouts/slideLayout106.xml"/><Relationship Id="rId17" Type="http://schemas.openxmlformats.org/officeDocument/2006/relationships/slideLayout" Target="../slideLayouts/slideLayout111.xml"/><Relationship Id="rId25" Type="http://schemas.openxmlformats.org/officeDocument/2006/relationships/slideLayout" Target="../slideLayouts/slideLayout119.xml"/><Relationship Id="rId33" Type="http://schemas.openxmlformats.org/officeDocument/2006/relationships/image" Target="../media/image30.png"/><Relationship Id="rId2" Type="http://schemas.openxmlformats.org/officeDocument/2006/relationships/slideLayout" Target="../slideLayouts/slideLayout96.xml"/><Relationship Id="rId16" Type="http://schemas.openxmlformats.org/officeDocument/2006/relationships/slideLayout" Target="../slideLayouts/slideLayout110.xml"/><Relationship Id="rId20" Type="http://schemas.openxmlformats.org/officeDocument/2006/relationships/slideLayout" Target="../slideLayouts/slideLayout114.xml"/><Relationship Id="rId29" Type="http://schemas.openxmlformats.org/officeDocument/2006/relationships/theme" Target="../theme/theme5.xml"/><Relationship Id="rId1" Type="http://schemas.openxmlformats.org/officeDocument/2006/relationships/slideLayout" Target="../slideLayouts/slideLayout95.xml"/><Relationship Id="rId6" Type="http://schemas.openxmlformats.org/officeDocument/2006/relationships/slideLayout" Target="../slideLayouts/slideLayout100.xml"/><Relationship Id="rId11" Type="http://schemas.openxmlformats.org/officeDocument/2006/relationships/slideLayout" Target="../slideLayouts/slideLayout105.xml"/><Relationship Id="rId24" Type="http://schemas.openxmlformats.org/officeDocument/2006/relationships/slideLayout" Target="../slideLayouts/slideLayout118.xml"/><Relationship Id="rId32" Type="http://schemas.openxmlformats.org/officeDocument/2006/relationships/image" Target="../media/image29.emf"/><Relationship Id="rId5" Type="http://schemas.openxmlformats.org/officeDocument/2006/relationships/slideLayout" Target="../slideLayouts/slideLayout99.xml"/><Relationship Id="rId15" Type="http://schemas.openxmlformats.org/officeDocument/2006/relationships/slideLayout" Target="../slideLayouts/slideLayout109.xml"/><Relationship Id="rId23" Type="http://schemas.openxmlformats.org/officeDocument/2006/relationships/slideLayout" Target="../slideLayouts/slideLayout117.xml"/><Relationship Id="rId28" Type="http://schemas.openxmlformats.org/officeDocument/2006/relationships/slideLayout" Target="../slideLayouts/slideLayout122.xml"/><Relationship Id="rId10" Type="http://schemas.openxmlformats.org/officeDocument/2006/relationships/slideLayout" Target="../slideLayouts/slideLayout104.xml"/><Relationship Id="rId19" Type="http://schemas.openxmlformats.org/officeDocument/2006/relationships/slideLayout" Target="../slideLayouts/slideLayout113.xml"/><Relationship Id="rId31" Type="http://schemas.openxmlformats.org/officeDocument/2006/relationships/oleObject" Target="../embeddings/oleObject13.bin"/><Relationship Id="rId4" Type="http://schemas.openxmlformats.org/officeDocument/2006/relationships/slideLayout" Target="../slideLayouts/slideLayout98.xml"/><Relationship Id="rId9" Type="http://schemas.openxmlformats.org/officeDocument/2006/relationships/slideLayout" Target="../slideLayouts/slideLayout103.xml"/><Relationship Id="rId14" Type="http://schemas.openxmlformats.org/officeDocument/2006/relationships/slideLayout" Target="../slideLayouts/slideLayout108.xml"/><Relationship Id="rId22" Type="http://schemas.openxmlformats.org/officeDocument/2006/relationships/slideLayout" Target="../slideLayouts/slideLayout116.xml"/><Relationship Id="rId27" Type="http://schemas.openxmlformats.org/officeDocument/2006/relationships/slideLayout" Target="../slideLayouts/slideLayout121.xml"/><Relationship Id="rId30" Type="http://schemas.openxmlformats.org/officeDocument/2006/relationships/tags" Target="../tags/tag66.xml"/><Relationship Id="rId8" Type="http://schemas.openxmlformats.org/officeDocument/2006/relationships/slideLayout" Target="../slideLayouts/slideLayout10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aphicFrame>
        <p:nvGraphicFramePr>
          <p:cNvPr id="7" name="Object 6" hidden="1">
            <a:extLst>
              <a:ext uri="{FF2B5EF4-FFF2-40B4-BE49-F238E27FC236}">
                <a16:creationId xmlns:a16="http://schemas.microsoft.com/office/drawing/2014/main" id="{82F34FDE-D734-C091-5650-D5BAF816D3EE}"/>
              </a:ext>
            </a:extLst>
          </p:cNvPr>
          <p:cNvGraphicFramePr>
            <a:graphicFrameLocks noChangeAspect="1"/>
          </p:cNvGraphicFramePr>
          <p:nvPr userDrawn="1">
            <p:custDataLst>
              <p:tags r:id="rId22"/>
            </p:custDataLst>
            <p:extLst>
              <p:ext uri="{D42A27DB-BD31-4B8C-83A1-F6EECF244321}">
                <p14:modId xmlns:p14="http://schemas.microsoft.com/office/powerpoint/2010/main" val="1092940750"/>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Folie" r:id="rId23" imgW="737" imgH="737" progId="TCLayout.ActiveDocument.1">
                  <p:embed/>
                </p:oleObj>
              </mc:Choice>
              <mc:Fallback>
                <p:oleObj name="think-cell Folie" r:id="rId23" imgW="737" imgH="737" progId="TCLayout.ActiveDocument.1">
                  <p:embed/>
                  <p:pic>
                    <p:nvPicPr>
                      <p:cNvPr id="7" name="Object 6" hidden="1">
                        <a:extLst>
                          <a:ext uri="{FF2B5EF4-FFF2-40B4-BE49-F238E27FC236}">
                            <a16:creationId xmlns:a16="http://schemas.microsoft.com/office/drawing/2014/main" id="{82F34FDE-D734-C091-5650-D5BAF816D3EE}"/>
                          </a:ext>
                        </a:extLst>
                      </p:cNvPr>
                      <p:cNvPicPr/>
                      <p:nvPr/>
                    </p:nvPicPr>
                    <p:blipFill>
                      <a:blip r:embed="rId24"/>
                      <a:stretch>
                        <a:fillRect/>
                      </a:stretch>
                    </p:blipFill>
                    <p:spPr>
                      <a:xfrm>
                        <a:off x="1588" y="1588"/>
                        <a:ext cx="1588" cy="1588"/>
                      </a:xfrm>
                      <a:prstGeom prst="rect">
                        <a:avLst/>
                      </a:prstGeom>
                    </p:spPr>
                  </p:pic>
                </p:oleObj>
              </mc:Fallback>
            </mc:AlternateContent>
          </a:graphicData>
        </a:graphic>
      </p:graphicFrame>
      <p:sp>
        <p:nvSpPr>
          <p:cNvPr id="2" name="Title Placeholder">
            <a:extLst>
              <a:ext uri="{FF2B5EF4-FFF2-40B4-BE49-F238E27FC236}">
                <a16:creationId xmlns:a16="http://schemas.microsoft.com/office/drawing/2014/main" id="{2500D031-E8B7-42AD-B616-57A243A31EFA}"/>
              </a:ext>
            </a:extLst>
          </p:cNvPr>
          <p:cNvSpPr>
            <a:spLocks noGrp="1"/>
          </p:cNvSpPr>
          <p:nvPr>
            <p:ph type="title"/>
          </p:nvPr>
        </p:nvSpPr>
        <p:spPr>
          <a:xfrm>
            <a:off x="410400" y="478800"/>
            <a:ext cx="9863997" cy="576000"/>
          </a:xfrm>
          <a:prstGeom prst="rect">
            <a:avLst/>
          </a:prstGeom>
        </p:spPr>
        <p:txBody>
          <a:bodyPr vert="horz" lIns="0" tIns="0" rIns="324000" bIns="14400" rtlCol="0" anchor="b" anchorCtr="0">
            <a:noAutofit/>
          </a:bodyPr>
          <a:lstStyle/>
          <a:p>
            <a:r>
              <a:rPr lang="en-US"/>
              <a:t>Click to edit Master title style</a:t>
            </a:r>
          </a:p>
        </p:txBody>
      </p:sp>
      <p:sp>
        <p:nvSpPr>
          <p:cNvPr id="3" name="Text Placeholder">
            <a:extLst>
              <a:ext uri="{FF2B5EF4-FFF2-40B4-BE49-F238E27FC236}">
                <a16:creationId xmlns:a16="http://schemas.microsoft.com/office/drawing/2014/main" id="{6750A408-ED0E-47CF-AC3A-5AD4A6E25CE3}"/>
              </a:ext>
            </a:extLst>
          </p:cNvPr>
          <p:cNvSpPr>
            <a:spLocks noGrp="1"/>
          </p:cNvSpPr>
          <p:nvPr>
            <p:ph type="body" idx="1"/>
          </p:nvPr>
        </p:nvSpPr>
        <p:spPr>
          <a:xfrm>
            <a:off x="411161" y="1414800"/>
            <a:ext cx="7200000" cy="4536000"/>
          </a:xfrm>
          <a:prstGeom prst="rect">
            <a:avLst/>
          </a:prstGeom>
        </p:spPr>
        <p:txBody>
          <a:bodyPr vert="horz" lIns="0" tIns="0" rIns="0" bIns="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a:extLst>
              <a:ext uri="{FF2B5EF4-FFF2-40B4-BE49-F238E27FC236}">
                <a16:creationId xmlns:a16="http://schemas.microsoft.com/office/drawing/2014/main" id="{4F5CAFE5-0972-49AB-B42B-7C613C153AFE}"/>
              </a:ext>
            </a:extLst>
          </p:cNvPr>
          <p:cNvSpPr>
            <a:spLocks noGrp="1"/>
          </p:cNvSpPr>
          <p:nvPr>
            <p:ph type="ftr" sz="quarter" idx="3"/>
          </p:nvPr>
        </p:nvSpPr>
        <p:spPr>
          <a:xfrm>
            <a:off x="1059160" y="6310800"/>
            <a:ext cx="9216000" cy="547200"/>
          </a:xfrm>
          <a:prstGeom prst="rect">
            <a:avLst/>
          </a:prstGeom>
        </p:spPr>
        <p:txBody>
          <a:bodyPr vert="horz" lIns="0" tIns="0" rIns="0" bIns="61200" rtlCol="0" anchor="ctr" anchorCtr="0"/>
          <a:lstStyle>
            <a:lvl1pPr algn="l">
              <a:lnSpc>
                <a:spcPct val="100000"/>
              </a:lnSpc>
              <a:defRPr sz="900">
                <a:solidFill>
                  <a:schemeClr val="tx1"/>
                </a:solidFill>
              </a:defRPr>
            </a:lvl1pPr>
          </a:lstStyle>
          <a:p>
            <a:r>
              <a:rPr lang="en-US"/>
              <a:t>Restricted | © Siemens 2024 | SHERPA X | YYYY-MM-DD | Status: Published</a:t>
            </a:r>
          </a:p>
        </p:txBody>
      </p:sp>
      <p:sp>
        <p:nvSpPr>
          <p:cNvPr id="6" name="Slide Number Placeholder">
            <a:extLst>
              <a:ext uri="{FF2B5EF4-FFF2-40B4-BE49-F238E27FC236}">
                <a16:creationId xmlns:a16="http://schemas.microsoft.com/office/drawing/2014/main" id="{1C051FD7-F65C-4306-9083-C9770A0AF2DF}"/>
              </a:ext>
            </a:extLst>
          </p:cNvPr>
          <p:cNvSpPr>
            <a:spLocks noGrp="1"/>
          </p:cNvSpPr>
          <p:nvPr>
            <p:ph type="sldNum" sz="quarter" idx="4"/>
          </p:nvPr>
        </p:nvSpPr>
        <p:spPr>
          <a:xfrm>
            <a:off x="411162" y="6310800"/>
            <a:ext cx="648000" cy="547200"/>
          </a:xfrm>
          <a:prstGeom prst="rect">
            <a:avLst/>
          </a:prstGeom>
        </p:spPr>
        <p:txBody>
          <a:bodyPr vert="horz" lIns="0" tIns="0" rIns="0" bIns="61200" rtlCol="0" anchor="ctr" anchorCtr="0"/>
          <a:lstStyle>
            <a:lvl1pPr algn="l">
              <a:lnSpc>
                <a:spcPct val="100000"/>
              </a:lnSpc>
              <a:defRPr sz="900" b="1">
                <a:solidFill>
                  <a:schemeClr val="tx1"/>
                </a:solidFill>
              </a:defRPr>
            </a:lvl1pPr>
          </a:lstStyle>
          <a:p>
            <a:r>
              <a:rPr lang="en-US"/>
              <a:t>Page </a:t>
            </a:r>
            <a:fld id="{15EBE321-CBB1-4E91-BD14-37C8D44326FB}" type="slidenum">
              <a:rPr lang="en-US" smtClean="0"/>
              <a:pPr/>
              <a:t>‹#›</a:t>
            </a:fld>
            <a:endParaRPr lang="en-US"/>
          </a:p>
        </p:txBody>
      </p:sp>
    </p:spTree>
    <p:extLst>
      <p:ext uri="{BB962C8B-B14F-4D97-AF65-F5344CB8AC3E}">
        <p14:creationId xmlns:p14="http://schemas.microsoft.com/office/powerpoint/2010/main" val="1698585145"/>
      </p:ext>
    </p:extLst>
  </p:cSld>
  <p:clrMap bg1="lt1" tx1="dk1" bg2="lt2" tx2="dk2" accent1="accent1" accent2="accent2" accent3="accent3" accent4="accent4" accent5="accent5" accent6="accent6" hlink="hlink" folHlink="folHlink"/>
  <p:sldLayoutIdLst>
    <p:sldLayoutId id="2147483717" r:id="rId1"/>
    <p:sldLayoutId id="2147483807" r:id="rId2"/>
    <p:sldLayoutId id="2147483726" r:id="rId3"/>
    <p:sldLayoutId id="2147483727" r:id="rId4"/>
    <p:sldLayoutId id="2147483800" r:id="rId5"/>
    <p:sldLayoutId id="2147483796" r:id="rId6"/>
    <p:sldLayoutId id="2147483797" r:id="rId7"/>
    <p:sldLayoutId id="2147483799" r:id="rId8"/>
    <p:sldLayoutId id="2147483811" r:id="rId9"/>
    <p:sldLayoutId id="2147483803" r:id="rId10"/>
    <p:sldLayoutId id="2147483804" r:id="rId11"/>
    <p:sldLayoutId id="2147483809" r:id="rId12"/>
    <p:sldLayoutId id="2147483805" r:id="rId13"/>
    <p:sldLayoutId id="2147483810" r:id="rId14"/>
    <p:sldLayoutId id="2147483678" r:id="rId15"/>
    <p:sldLayoutId id="2147483806" r:id="rId16"/>
    <p:sldLayoutId id="2147483813" r:id="rId17"/>
    <p:sldLayoutId id="2147483814" r:id="rId18"/>
    <p:sldLayoutId id="2147483843" r:id="rId19"/>
    <p:sldLayoutId id="2147483922" r:id="rId20"/>
  </p:sldLayoutIdLst>
  <p:hf hdr="0" dt="0"/>
  <p:txStyles>
    <p:titleStyle>
      <a:lvl1pPr algn="l" defTabSz="914400" rtl="0" eaLnBrk="1" latinLnBrk="0" hangingPunct="1">
        <a:lnSpc>
          <a:spcPct val="90000"/>
        </a:lnSpc>
        <a:spcBef>
          <a:spcPct val="0"/>
        </a:spcBef>
        <a:buNone/>
        <a:defRPr sz="2000" b="1" kern="1200">
          <a:solidFill>
            <a:schemeClr val="accent1"/>
          </a:solidFill>
          <a:latin typeface="+mj-lt"/>
          <a:ea typeface="+mj-ea"/>
          <a:cs typeface="+mj-cs"/>
        </a:defRPr>
      </a:lvl1pPr>
    </p:titleStyle>
    <p:bodyStyle>
      <a:lvl1pPr marL="0" indent="0" algn="l" defTabSz="914400" rtl="0" eaLnBrk="1" latinLnBrk="0" hangingPunct="1">
        <a:lnSpc>
          <a:spcPct val="110000"/>
        </a:lnSpc>
        <a:spcBef>
          <a:spcPts val="0"/>
        </a:spcBef>
        <a:spcAft>
          <a:spcPts val="300"/>
        </a:spcAft>
        <a:buFont typeface="Arial" panose="020B0604020202020204" pitchFamily="34" charset="0"/>
        <a:buNone/>
        <a:defRPr sz="1800" kern="1200">
          <a:solidFill>
            <a:schemeClr val="tx1"/>
          </a:solidFill>
          <a:latin typeface="+mn-lt"/>
          <a:ea typeface="+mn-ea"/>
          <a:cs typeface="+mn-cs"/>
        </a:defRPr>
      </a:lvl1pPr>
      <a:lvl2pPr marL="180000" indent="-180000" algn="l" defTabSz="914400" rtl="0" eaLnBrk="1" latinLnBrk="0" hangingPunct="1">
        <a:lnSpc>
          <a:spcPct val="110000"/>
        </a:lnSpc>
        <a:spcBef>
          <a:spcPts val="0"/>
        </a:spcBef>
        <a:spcAft>
          <a:spcPts val="300"/>
        </a:spcAft>
        <a:buClr>
          <a:schemeClr val="accent1"/>
        </a:buClr>
        <a:buFont typeface="Arial" panose="020B0604020202020204" pitchFamily="34" charset="0"/>
        <a:buChar char="•"/>
        <a:defRPr sz="1800" kern="1200">
          <a:solidFill>
            <a:schemeClr val="tx1"/>
          </a:solidFill>
          <a:latin typeface="+mn-lt"/>
          <a:ea typeface="+mn-ea"/>
          <a:cs typeface="+mn-cs"/>
        </a:defRPr>
      </a:lvl2pPr>
      <a:lvl3pPr marL="360000" indent="-180000" algn="l" defTabSz="914400" rtl="0" eaLnBrk="1" latinLnBrk="0" hangingPunct="1">
        <a:lnSpc>
          <a:spcPct val="110000"/>
        </a:lnSpc>
        <a:spcBef>
          <a:spcPts val="0"/>
        </a:spcBef>
        <a:spcAft>
          <a:spcPts val="300"/>
        </a:spcAft>
        <a:buClr>
          <a:schemeClr val="accent1"/>
        </a:buClr>
        <a:buFont typeface="Arial" panose="020B0604020202020204" pitchFamily="34" charset="0"/>
        <a:buChar char="•"/>
        <a:defRPr sz="1800" kern="1200">
          <a:solidFill>
            <a:schemeClr val="tx1"/>
          </a:solidFill>
          <a:latin typeface="+mn-lt"/>
          <a:ea typeface="+mn-ea"/>
          <a:cs typeface="+mn-cs"/>
        </a:defRPr>
      </a:lvl3pPr>
      <a:lvl4pPr marL="540000" indent="-180000" algn="l" defTabSz="914400" rtl="0" eaLnBrk="1" latinLnBrk="0" hangingPunct="1">
        <a:lnSpc>
          <a:spcPct val="110000"/>
        </a:lnSpc>
        <a:spcBef>
          <a:spcPts val="0"/>
        </a:spcBef>
        <a:spcAft>
          <a:spcPts val="300"/>
        </a:spcAft>
        <a:buClr>
          <a:schemeClr val="accent1"/>
        </a:buClr>
        <a:buFont typeface="Arial" panose="020B0604020202020204" pitchFamily="34" charset="0"/>
        <a:buChar char="•"/>
        <a:defRPr sz="1800" kern="1200">
          <a:solidFill>
            <a:schemeClr val="tx1"/>
          </a:solidFill>
          <a:latin typeface="+mn-lt"/>
          <a:ea typeface="+mn-ea"/>
          <a:cs typeface="+mn-cs"/>
        </a:defRPr>
      </a:lvl4pPr>
      <a:lvl5pPr marL="720000" indent="-180000" algn="l" defTabSz="914400" rtl="0" eaLnBrk="1" latinLnBrk="0" hangingPunct="1">
        <a:lnSpc>
          <a:spcPct val="110000"/>
        </a:lnSpc>
        <a:spcBef>
          <a:spcPts val="0"/>
        </a:spcBef>
        <a:spcAft>
          <a:spcPts val="300"/>
        </a:spcAft>
        <a:buClr>
          <a:schemeClr val="accent1"/>
        </a:buClr>
        <a:buFont typeface="Arial" panose="020B0604020202020204" pitchFamily="34" charset="0"/>
        <a:buChar char="•"/>
        <a:defRPr sz="1800" kern="1200">
          <a:solidFill>
            <a:schemeClr val="tx1"/>
          </a:solidFill>
          <a:latin typeface="+mn-lt"/>
          <a:ea typeface="+mn-ea"/>
          <a:cs typeface="+mn-cs"/>
        </a:defRPr>
      </a:lvl5pPr>
      <a:lvl6pPr marL="900000" indent="-180000" algn="l" defTabSz="914400" rtl="0" eaLnBrk="1" latinLnBrk="0" hangingPunct="1">
        <a:lnSpc>
          <a:spcPct val="110000"/>
        </a:lnSpc>
        <a:spcBef>
          <a:spcPts val="0"/>
        </a:spcBef>
        <a:spcAft>
          <a:spcPts val="300"/>
        </a:spcAft>
        <a:buClr>
          <a:schemeClr val="accent1"/>
        </a:buClr>
        <a:buFont typeface="Arial" panose="020B0604020202020204" pitchFamily="34" charset="0"/>
        <a:buChar char="•"/>
        <a:defRPr sz="1800" kern="1200">
          <a:solidFill>
            <a:schemeClr val="tx1"/>
          </a:solidFill>
          <a:latin typeface="+mn-lt"/>
          <a:ea typeface="+mn-ea"/>
          <a:cs typeface="+mn-cs"/>
        </a:defRPr>
      </a:lvl6pPr>
      <a:lvl7pPr marL="1080000" indent="-180000" algn="l" defTabSz="914400" rtl="0" eaLnBrk="1" latinLnBrk="0" hangingPunct="1">
        <a:lnSpc>
          <a:spcPct val="110000"/>
        </a:lnSpc>
        <a:spcBef>
          <a:spcPts val="0"/>
        </a:spcBef>
        <a:spcAft>
          <a:spcPts val="300"/>
        </a:spcAft>
        <a:buClr>
          <a:schemeClr val="accent1"/>
        </a:buClr>
        <a:buFont typeface="Arial" panose="020B0604020202020204" pitchFamily="34" charset="0"/>
        <a:buChar char="•"/>
        <a:defRPr sz="1800" kern="1200">
          <a:solidFill>
            <a:schemeClr val="tx1"/>
          </a:solidFill>
          <a:latin typeface="+mn-lt"/>
          <a:ea typeface="+mn-ea"/>
          <a:cs typeface="+mn-cs"/>
        </a:defRPr>
      </a:lvl7pPr>
      <a:lvl8pPr marL="1260000" indent="-180000" algn="l" defTabSz="914400" rtl="0" eaLnBrk="1" latinLnBrk="0" hangingPunct="1">
        <a:lnSpc>
          <a:spcPct val="110000"/>
        </a:lnSpc>
        <a:spcBef>
          <a:spcPts val="0"/>
        </a:spcBef>
        <a:spcAft>
          <a:spcPts val="300"/>
        </a:spcAft>
        <a:buClr>
          <a:schemeClr val="accent1"/>
        </a:buClr>
        <a:buFont typeface="Arial" panose="020B0604020202020204" pitchFamily="34" charset="0"/>
        <a:buChar char="•"/>
        <a:defRPr sz="1800" kern="1200">
          <a:solidFill>
            <a:schemeClr val="tx1"/>
          </a:solidFill>
          <a:latin typeface="+mn-lt"/>
          <a:ea typeface="+mn-ea"/>
          <a:cs typeface="+mn-cs"/>
        </a:defRPr>
      </a:lvl8pPr>
      <a:lvl9pPr marL="1440000" indent="-180000" algn="l" defTabSz="914400" rtl="0" eaLnBrk="1" latinLnBrk="0" hangingPunct="1">
        <a:lnSpc>
          <a:spcPct val="110000"/>
        </a:lnSpc>
        <a:spcBef>
          <a:spcPts val="0"/>
        </a:spcBef>
        <a:spcAft>
          <a:spcPts val="300"/>
        </a:spcAft>
        <a:buClr>
          <a:schemeClr val="accent1"/>
        </a:buClr>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aphicFrame>
        <p:nvGraphicFramePr>
          <p:cNvPr id="7" name="Object 6" hidden="1">
            <a:extLst>
              <a:ext uri="{FF2B5EF4-FFF2-40B4-BE49-F238E27FC236}">
                <a16:creationId xmlns:a16="http://schemas.microsoft.com/office/drawing/2014/main" id="{985D4A8C-D534-8BF3-8009-C3A8417E6051}"/>
              </a:ext>
            </a:extLst>
          </p:cNvPr>
          <p:cNvGraphicFramePr>
            <a:graphicFrameLocks noChangeAspect="1"/>
          </p:cNvGraphicFramePr>
          <p:nvPr userDrawn="1">
            <p:custDataLst>
              <p:tags r:id="rId29"/>
            </p:custDataLst>
            <p:extLst>
              <p:ext uri="{D42A27DB-BD31-4B8C-83A1-F6EECF244321}">
                <p14:modId xmlns:p14="http://schemas.microsoft.com/office/powerpoint/2010/main" val="257650947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0" imgW="663" imgH="664" progId="TCLayout.ActiveDocument.1">
                  <p:embed/>
                </p:oleObj>
              </mc:Choice>
              <mc:Fallback>
                <p:oleObj name="think-cell Slide" r:id="rId30" imgW="663" imgH="664" progId="TCLayout.ActiveDocument.1">
                  <p:embed/>
                  <p:pic>
                    <p:nvPicPr>
                      <p:cNvPr id="7" name="Object 6" hidden="1">
                        <a:extLst>
                          <a:ext uri="{FF2B5EF4-FFF2-40B4-BE49-F238E27FC236}">
                            <a16:creationId xmlns:a16="http://schemas.microsoft.com/office/drawing/2014/main" id="{985D4A8C-D534-8BF3-8009-C3A8417E6051}"/>
                          </a:ext>
                        </a:extLst>
                      </p:cNvPr>
                      <p:cNvPicPr/>
                      <p:nvPr/>
                    </p:nvPicPr>
                    <p:blipFill>
                      <a:blip r:embed="rId31"/>
                      <a:stretch>
                        <a:fillRect/>
                      </a:stretch>
                    </p:blipFill>
                    <p:spPr>
                      <a:xfrm>
                        <a:off x="1588" y="1588"/>
                        <a:ext cx="1588" cy="1588"/>
                      </a:xfrm>
                      <a:prstGeom prst="rect">
                        <a:avLst/>
                      </a:prstGeom>
                    </p:spPr>
                  </p:pic>
                </p:oleObj>
              </mc:Fallback>
            </mc:AlternateContent>
          </a:graphicData>
        </a:graphic>
      </p:graphicFrame>
      <p:sp>
        <p:nvSpPr>
          <p:cNvPr id="2" name="Title Placeholder" descr="Slide headline">
            <a:extLst>
              <a:ext uri="{FF2B5EF4-FFF2-40B4-BE49-F238E27FC236}">
                <a16:creationId xmlns:a16="http://schemas.microsoft.com/office/drawing/2014/main" id="{2500D031-E8B7-42AD-B616-57A243A31EFA}"/>
              </a:ext>
            </a:extLst>
          </p:cNvPr>
          <p:cNvSpPr>
            <a:spLocks noGrp="1"/>
          </p:cNvSpPr>
          <p:nvPr>
            <p:ph type="title"/>
          </p:nvPr>
        </p:nvSpPr>
        <p:spPr bwMode="black">
          <a:xfrm>
            <a:off x="410400" y="478800"/>
            <a:ext cx="9863997" cy="576000"/>
          </a:xfrm>
          <a:prstGeom prst="rect">
            <a:avLst/>
          </a:prstGeom>
        </p:spPr>
        <p:txBody>
          <a:bodyPr vert="horz" lIns="0" tIns="0" rIns="324000" bIns="14400" rtlCol="0" anchor="t" anchorCtr="0">
            <a:noAutofit/>
          </a:bodyPr>
          <a:lstStyle/>
          <a:p>
            <a:r>
              <a:rPr lang="en-US"/>
              <a:t>Click to edit Master title style</a:t>
            </a:r>
          </a:p>
        </p:txBody>
      </p:sp>
      <p:sp>
        <p:nvSpPr>
          <p:cNvPr id="3" name="Text Placeholder" descr="Content text frame">
            <a:extLst>
              <a:ext uri="{FF2B5EF4-FFF2-40B4-BE49-F238E27FC236}">
                <a16:creationId xmlns:a16="http://schemas.microsoft.com/office/drawing/2014/main" id="{6750A408-ED0E-47CF-AC3A-5AD4A6E25CE3}"/>
              </a:ext>
            </a:extLst>
          </p:cNvPr>
          <p:cNvSpPr>
            <a:spLocks noGrp="1"/>
          </p:cNvSpPr>
          <p:nvPr>
            <p:ph type="body" idx="1"/>
          </p:nvPr>
        </p:nvSpPr>
        <p:spPr bwMode="black">
          <a:xfrm>
            <a:off x="411161" y="1414800"/>
            <a:ext cx="7200000" cy="4536000"/>
          </a:xfrm>
          <a:prstGeom prst="rect">
            <a:avLst/>
          </a:prstGeom>
        </p:spPr>
        <p:txBody>
          <a:bodyPr vert="horz" lIns="0" tIns="0" rIns="0" bIns="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5" name="Footer Placeholder" descr="Footer with copyright, author and department information, and date">
            <a:extLst>
              <a:ext uri="{FF2B5EF4-FFF2-40B4-BE49-F238E27FC236}">
                <a16:creationId xmlns:a16="http://schemas.microsoft.com/office/drawing/2014/main" id="{4F5CAFE5-0972-49AB-B42B-7C613C153AFE}"/>
              </a:ext>
            </a:extLst>
          </p:cNvPr>
          <p:cNvSpPr>
            <a:spLocks noGrp="1"/>
          </p:cNvSpPr>
          <p:nvPr>
            <p:ph type="ftr" sz="quarter" idx="3"/>
          </p:nvPr>
        </p:nvSpPr>
        <p:spPr bwMode="black">
          <a:xfrm>
            <a:off x="1059160" y="6310800"/>
            <a:ext cx="9216000" cy="547200"/>
          </a:xfrm>
          <a:prstGeom prst="rect">
            <a:avLst/>
          </a:prstGeom>
        </p:spPr>
        <p:txBody>
          <a:bodyPr vert="horz" lIns="0" tIns="0" rIns="0" bIns="61200" rtlCol="0" anchor="ctr" anchorCtr="0"/>
          <a:lstStyle>
            <a:lvl1pPr algn="l">
              <a:lnSpc>
                <a:spcPct val="100000"/>
              </a:lnSpc>
              <a:defRPr sz="900">
                <a:solidFill>
                  <a:schemeClr val="tx1"/>
                </a:solidFill>
                <a:latin typeface="+mn-lt"/>
              </a:defRPr>
            </a:lvl1pPr>
          </a:lstStyle>
          <a:p>
            <a:r>
              <a:rPr lang="en-US"/>
              <a:t>Restricted | © Siemens 2024 | SHERPA X | YYYY-MM-DD | Status: Draft</a:t>
            </a:r>
          </a:p>
        </p:txBody>
      </p:sp>
      <p:sp>
        <p:nvSpPr>
          <p:cNvPr id="6" name="Slide Number Placeholder" descr="Page number">
            <a:extLst>
              <a:ext uri="{FF2B5EF4-FFF2-40B4-BE49-F238E27FC236}">
                <a16:creationId xmlns:a16="http://schemas.microsoft.com/office/drawing/2014/main" id="{1C051FD7-F65C-4306-9083-C9770A0AF2DF}"/>
              </a:ext>
            </a:extLst>
          </p:cNvPr>
          <p:cNvSpPr>
            <a:spLocks noGrp="1"/>
          </p:cNvSpPr>
          <p:nvPr>
            <p:ph type="sldNum" sz="quarter" idx="4"/>
          </p:nvPr>
        </p:nvSpPr>
        <p:spPr bwMode="black">
          <a:xfrm>
            <a:off x="411162" y="6310800"/>
            <a:ext cx="648000" cy="547200"/>
          </a:xfrm>
          <a:prstGeom prst="rect">
            <a:avLst/>
          </a:prstGeom>
        </p:spPr>
        <p:txBody>
          <a:bodyPr vert="horz" lIns="0" tIns="0" rIns="0" bIns="61200" rtlCol="0" anchor="ctr" anchorCtr="0"/>
          <a:lstStyle>
            <a:lvl1pPr algn="l">
              <a:lnSpc>
                <a:spcPct val="100000"/>
              </a:lnSpc>
              <a:defRPr sz="900" b="1">
                <a:solidFill>
                  <a:schemeClr val="tx1"/>
                </a:solidFill>
                <a:latin typeface="+mn-lt"/>
              </a:defRPr>
            </a:lvl1pPr>
          </a:lstStyle>
          <a:p>
            <a:r>
              <a:rPr lang="en-US"/>
              <a:t>Page </a:t>
            </a:r>
            <a:fld id="{15EBE321-CBB1-4E91-BD14-37C8D44326FB}" type="slidenum">
              <a:rPr lang="en-US" smtClean="0"/>
              <a:pPr/>
              <a:t>‹#›</a:t>
            </a:fld>
            <a:endParaRPr lang="en-US"/>
          </a:p>
        </p:txBody>
      </p:sp>
      <p:pic>
        <p:nvPicPr>
          <p:cNvPr id="4" name="Imagem 10" descr="Uma imagem com Tipo de letra, Gráficos, texto, captura de ecrã&#10;&#10;Descrição gerada automaticamente">
            <a:extLst>
              <a:ext uri="{FF2B5EF4-FFF2-40B4-BE49-F238E27FC236}">
                <a16:creationId xmlns:a16="http://schemas.microsoft.com/office/drawing/2014/main" id="{678730AC-955A-7342-222C-98CEDEC2B97E}"/>
              </a:ext>
            </a:extLst>
          </p:cNvPr>
          <p:cNvPicPr>
            <a:picLocks noChangeAspect="1"/>
          </p:cNvPicPr>
          <p:nvPr userDrawn="1"/>
        </p:nvPicPr>
        <p:blipFill>
          <a:blip r:embed="rId32" cstate="email">
            <a:extLst>
              <a:ext uri="{28A0092B-C50C-407E-A947-70E740481C1C}">
                <a14:useLocalDpi xmlns:a14="http://schemas.microsoft.com/office/drawing/2010/main"/>
              </a:ext>
            </a:extLst>
          </a:blip>
          <a:stretch>
            <a:fillRect/>
          </a:stretch>
        </p:blipFill>
        <p:spPr>
          <a:xfrm>
            <a:off x="11025045" y="478800"/>
            <a:ext cx="755792" cy="755792"/>
          </a:xfrm>
          <a:prstGeom prst="rect">
            <a:avLst/>
          </a:prstGeom>
        </p:spPr>
      </p:pic>
    </p:spTree>
    <p:extLst>
      <p:ext uri="{BB962C8B-B14F-4D97-AF65-F5344CB8AC3E}">
        <p14:creationId xmlns:p14="http://schemas.microsoft.com/office/powerpoint/2010/main" val="2497864734"/>
      </p:ext>
    </p:extLst>
  </p:cSld>
  <p:clrMap bg1="lt1" tx1="dk1" bg2="lt2" tx2="dk2" accent1="accent1" accent2="accent2" accent3="accent3" accent4="accent4" accent5="accent5" accent6="accent6" hlink="hlink" folHlink="folHlink"/>
  <p:sldLayoutIdLst>
    <p:sldLayoutId id="2147483816" r:id="rId1"/>
    <p:sldLayoutId id="2147483817" r:id="rId2"/>
    <p:sldLayoutId id="2147483818" r:id="rId3"/>
    <p:sldLayoutId id="2147483819" r:id="rId4"/>
    <p:sldLayoutId id="2147483820" r:id="rId5"/>
    <p:sldLayoutId id="2147483821" r:id="rId6"/>
    <p:sldLayoutId id="2147483822" r:id="rId7"/>
    <p:sldLayoutId id="2147483823" r:id="rId8"/>
    <p:sldLayoutId id="2147483824" r:id="rId9"/>
    <p:sldLayoutId id="2147483825" r:id="rId10"/>
    <p:sldLayoutId id="2147483826" r:id="rId11"/>
    <p:sldLayoutId id="2147483827" r:id="rId12"/>
    <p:sldLayoutId id="2147483828" r:id="rId13"/>
    <p:sldLayoutId id="2147483829" r:id="rId14"/>
    <p:sldLayoutId id="2147483830" r:id="rId15"/>
    <p:sldLayoutId id="2147483831" r:id="rId16"/>
    <p:sldLayoutId id="2147483832" r:id="rId17"/>
    <p:sldLayoutId id="2147483833" r:id="rId18"/>
    <p:sldLayoutId id="2147483834" r:id="rId19"/>
    <p:sldLayoutId id="2147483835" r:id="rId20"/>
    <p:sldLayoutId id="2147483836" r:id="rId21"/>
    <p:sldLayoutId id="2147483837" r:id="rId22"/>
    <p:sldLayoutId id="2147483838" r:id="rId23"/>
    <p:sldLayoutId id="2147483839" r:id="rId24"/>
    <p:sldLayoutId id="2147483840" r:id="rId25"/>
    <p:sldLayoutId id="2147483841" r:id="rId26"/>
    <p:sldLayoutId id="2147483842" r:id="rId27"/>
  </p:sldLayoutIdLst>
  <p:hf hdr="0" dt="0"/>
  <p:txStyles>
    <p:titleStyle>
      <a:lvl1pPr algn="l" defTabSz="914400" rtl="0" eaLnBrk="1" latinLnBrk="0" hangingPunct="1">
        <a:lnSpc>
          <a:spcPct val="90000"/>
        </a:lnSpc>
        <a:spcBef>
          <a:spcPct val="0"/>
        </a:spcBef>
        <a:buNone/>
        <a:defRPr sz="2000" b="1" kern="1200">
          <a:solidFill>
            <a:srgbClr val="000028"/>
          </a:solidFill>
          <a:latin typeface="+mj-lt"/>
          <a:ea typeface="+mj-ea"/>
          <a:cs typeface="+mj-cs"/>
        </a:defRPr>
      </a:lvl1pPr>
    </p:titleStyle>
    <p:bodyStyle>
      <a:lvl1pPr marL="0" indent="0" algn="l" defTabSz="914400" rtl="0" eaLnBrk="1" latinLnBrk="0" hangingPunct="1">
        <a:lnSpc>
          <a:spcPct val="110000"/>
        </a:lnSpc>
        <a:spcBef>
          <a:spcPts val="0"/>
        </a:spcBef>
        <a:spcAft>
          <a:spcPts val="300"/>
        </a:spcAft>
        <a:buFont typeface="Arial" panose="020B0604020202020204" pitchFamily="34" charset="0"/>
        <a:buNone/>
        <a:defRPr sz="1800" kern="1200">
          <a:solidFill>
            <a:schemeClr val="tx1"/>
          </a:solidFill>
          <a:latin typeface="+mn-lt"/>
          <a:ea typeface="+mn-ea"/>
          <a:cs typeface="+mn-cs"/>
        </a:defRPr>
      </a:lvl1pPr>
      <a:lvl2pPr marL="180000" indent="-180000" algn="l" defTabSz="914400" rtl="0" eaLnBrk="1" latinLnBrk="0" hangingPunct="1">
        <a:lnSpc>
          <a:spcPct val="110000"/>
        </a:lnSpc>
        <a:spcBef>
          <a:spcPts val="0"/>
        </a:spcBef>
        <a:spcAft>
          <a:spcPts val="300"/>
        </a:spcAft>
        <a:buClr>
          <a:srgbClr val="00BEDC"/>
        </a:buClr>
        <a:buFont typeface="Arial" panose="020B0604020202020204" pitchFamily="34" charset="0"/>
        <a:buChar char="•"/>
        <a:defRPr sz="1800" kern="1200">
          <a:solidFill>
            <a:schemeClr val="tx1"/>
          </a:solidFill>
          <a:latin typeface="+mn-lt"/>
          <a:ea typeface="+mn-ea"/>
          <a:cs typeface="+mn-cs"/>
        </a:defRPr>
      </a:lvl2pPr>
      <a:lvl3pPr marL="360000" indent="-180000" algn="l" defTabSz="914400" rtl="0" eaLnBrk="1" latinLnBrk="0" hangingPunct="1">
        <a:lnSpc>
          <a:spcPct val="110000"/>
        </a:lnSpc>
        <a:spcBef>
          <a:spcPts val="0"/>
        </a:spcBef>
        <a:spcAft>
          <a:spcPts val="300"/>
        </a:spcAft>
        <a:buClr>
          <a:srgbClr val="00BEDC"/>
        </a:buClr>
        <a:buFont typeface="Arial" panose="020B0604020202020204" pitchFamily="34" charset="0"/>
        <a:buChar char="•"/>
        <a:defRPr sz="1800" kern="1200">
          <a:solidFill>
            <a:schemeClr val="tx1"/>
          </a:solidFill>
          <a:latin typeface="+mn-lt"/>
          <a:ea typeface="+mn-ea"/>
          <a:cs typeface="+mn-cs"/>
        </a:defRPr>
      </a:lvl3pPr>
      <a:lvl4pPr marL="540000" indent="-180000" algn="l" defTabSz="914400" rtl="0" eaLnBrk="1" latinLnBrk="0" hangingPunct="1">
        <a:lnSpc>
          <a:spcPct val="110000"/>
        </a:lnSpc>
        <a:spcBef>
          <a:spcPts val="0"/>
        </a:spcBef>
        <a:spcAft>
          <a:spcPts val="300"/>
        </a:spcAft>
        <a:buClr>
          <a:srgbClr val="00BEDC"/>
        </a:buClr>
        <a:buFont typeface="Arial" panose="020B0604020202020204" pitchFamily="34" charset="0"/>
        <a:buChar char="•"/>
        <a:defRPr sz="1800" kern="1200">
          <a:solidFill>
            <a:schemeClr val="tx1"/>
          </a:solidFill>
          <a:latin typeface="+mn-lt"/>
          <a:ea typeface="+mn-ea"/>
          <a:cs typeface="+mn-cs"/>
        </a:defRPr>
      </a:lvl4pPr>
      <a:lvl5pPr marL="720000" indent="-180000" algn="l" defTabSz="914400" rtl="0" eaLnBrk="1" latinLnBrk="0" hangingPunct="1">
        <a:lnSpc>
          <a:spcPct val="110000"/>
        </a:lnSpc>
        <a:spcBef>
          <a:spcPts val="0"/>
        </a:spcBef>
        <a:spcAft>
          <a:spcPts val="300"/>
        </a:spcAft>
        <a:buClr>
          <a:srgbClr val="00BEDC"/>
        </a:buClr>
        <a:buFont typeface="Arial" panose="020B0604020202020204" pitchFamily="34" charset="0"/>
        <a:buChar char="•"/>
        <a:defRPr sz="1800" kern="1200">
          <a:solidFill>
            <a:schemeClr val="tx1"/>
          </a:solidFill>
          <a:latin typeface="+mn-lt"/>
          <a:ea typeface="+mn-ea"/>
          <a:cs typeface="+mn-cs"/>
        </a:defRPr>
      </a:lvl5pPr>
      <a:lvl6pPr marL="900000" indent="-180000" algn="l" defTabSz="914400" rtl="0" eaLnBrk="1" latinLnBrk="0" hangingPunct="1">
        <a:lnSpc>
          <a:spcPct val="110000"/>
        </a:lnSpc>
        <a:spcBef>
          <a:spcPts val="0"/>
        </a:spcBef>
        <a:spcAft>
          <a:spcPts val="300"/>
        </a:spcAft>
        <a:buClr>
          <a:srgbClr val="00BEDC"/>
        </a:buClr>
        <a:buFont typeface="Arial" panose="020B0604020202020204" pitchFamily="34" charset="0"/>
        <a:buChar char="•"/>
        <a:defRPr sz="1800" kern="1200">
          <a:solidFill>
            <a:schemeClr val="tx1"/>
          </a:solidFill>
          <a:latin typeface="+mn-lt"/>
          <a:ea typeface="+mn-ea"/>
          <a:cs typeface="+mn-cs"/>
        </a:defRPr>
      </a:lvl6pPr>
      <a:lvl7pPr marL="1080000" indent="-180000" algn="l" defTabSz="914400" rtl="0" eaLnBrk="1" latinLnBrk="0" hangingPunct="1">
        <a:lnSpc>
          <a:spcPct val="110000"/>
        </a:lnSpc>
        <a:spcBef>
          <a:spcPts val="0"/>
        </a:spcBef>
        <a:spcAft>
          <a:spcPts val="300"/>
        </a:spcAft>
        <a:buClr>
          <a:srgbClr val="00BEDC"/>
        </a:buClr>
        <a:buFont typeface="Arial" panose="020B0604020202020204" pitchFamily="34" charset="0"/>
        <a:buChar char="•"/>
        <a:defRPr sz="1800" kern="1200">
          <a:solidFill>
            <a:schemeClr val="tx1"/>
          </a:solidFill>
          <a:latin typeface="+mn-lt"/>
          <a:ea typeface="+mn-ea"/>
          <a:cs typeface="+mn-cs"/>
        </a:defRPr>
      </a:lvl7pPr>
      <a:lvl8pPr marL="1260000" indent="-180000" algn="l" defTabSz="914400" rtl="0" eaLnBrk="1" latinLnBrk="0" hangingPunct="1">
        <a:lnSpc>
          <a:spcPct val="110000"/>
        </a:lnSpc>
        <a:spcBef>
          <a:spcPts val="0"/>
        </a:spcBef>
        <a:spcAft>
          <a:spcPts val="300"/>
        </a:spcAft>
        <a:buClr>
          <a:srgbClr val="00BEDC"/>
        </a:buClr>
        <a:buFont typeface="Arial" panose="020B0604020202020204" pitchFamily="34" charset="0"/>
        <a:buChar char="•"/>
        <a:defRPr sz="1800" kern="1200">
          <a:solidFill>
            <a:schemeClr val="tx1"/>
          </a:solidFill>
          <a:latin typeface="+mn-lt"/>
          <a:ea typeface="+mn-ea"/>
          <a:cs typeface="+mn-cs"/>
        </a:defRPr>
      </a:lvl8pPr>
      <a:lvl9pPr marL="1440000" indent="-180000" algn="l" defTabSz="914400" rtl="0" eaLnBrk="1" latinLnBrk="0" hangingPunct="1">
        <a:lnSpc>
          <a:spcPct val="110000"/>
        </a:lnSpc>
        <a:spcBef>
          <a:spcPts val="0"/>
        </a:spcBef>
        <a:spcAft>
          <a:spcPts val="300"/>
        </a:spcAft>
        <a:buClr>
          <a:srgbClr val="00BEDC"/>
        </a:buClr>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aphicFrame>
        <p:nvGraphicFramePr>
          <p:cNvPr id="7" name="Object 6" hidden="1">
            <a:extLst>
              <a:ext uri="{FF2B5EF4-FFF2-40B4-BE49-F238E27FC236}">
                <a16:creationId xmlns:a16="http://schemas.microsoft.com/office/drawing/2014/main" id="{985D4A8C-D534-8BF3-8009-C3A8417E6051}"/>
              </a:ext>
            </a:extLst>
          </p:cNvPr>
          <p:cNvGraphicFramePr>
            <a:graphicFrameLocks noChangeAspect="1"/>
          </p:cNvGraphicFramePr>
          <p:nvPr userDrawn="1">
            <p:custDataLst>
              <p:tags r:id="rId30"/>
            </p:custDataLst>
            <p:extLst>
              <p:ext uri="{D42A27DB-BD31-4B8C-83A1-F6EECF244321}">
                <p14:modId xmlns:p14="http://schemas.microsoft.com/office/powerpoint/2010/main" val="257650947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1" imgW="663" imgH="664" progId="TCLayout.ActiveDocument.1">
                  <p:embed/>
                </p:oleObj>
              </mc:Choice>
              <mc:Fallback>
                <p:oleObj name="think-cell Slide" r:id="rId31" imgW="663" imgH="664" progId="TCLayout.ActiveDocument.1">
                  <p:embed/>
                  <p:pic>
                    <p:nvPicPr>
                      <p:cNvPr id="7" name="Object 6" hidden="1">
                        <a:extLst>
                          <a:ext uri="{FF2B5EF4-FFF2-40B4-BE49-F238E27FC236}">
                            <a16:creationId xmlns:a16="http://schemas.microsoft.com/office/drawing/2014/main" id="{985D4A8C-D534-8BF3-8009-C3A8417E6051}"/>
                          </a:ext>
                        </a:extLst>
                      </p:cNvPr>
                      <p:cNvPicPr/>
                      <p:nvPr/>
                    </p:nvPicPr>
                    <p:blipFill>
                      <a:blip r:embed="rId32"/>
                      <a:stretch>
                        <a:fillRect/>
                      </a:stretch>
                    </p:blipFill>
                    <p:spPr>
                      <a:xfrm>
                        <a:off x="1588" y="1588"/>
                        <a:ext cx="1588" cy="1588"/>
                      </a:xfrm>
                      <a:prstGeom prst="rect">
                        <a:avLst/>
                      </a:prstGeom>
                    </p:spPr>
                  </p:pic>
                </p:oleObj>
              </mc:Fallback>
            </mc:AlternateContent>
          </a:graphicData>
        </a:graphic>
      </p:graphicFrame>
      <p:sp>
        <p:nvSpPr>
          <p:cNvPr id="2" name="Title Placeholder" descr="Slide headline">
            <a:extLst>
              <a:ext uri="{FF2B5EF4-FFF2-40B4-BE49-F238E27FC236}">
                <a16:creationId xmlns:a16="http://schemas.microsoft.com/office/drawing/2014/main" id="{2500D031-E8B7-42AD-B616-57A243A31EFA}"/>
              </a:ext>
            </a:extLst>
          </p:cNvPr>
          <p:cNvSpPr>
            <a:spLocks noGrp="1"/>
          </p:cNvSpPr>
          <p:nvPr>
            <p:ph type="title"/>
          </p:nvPr>
        </p:nvSpPr>
        <p:spPr bwMode="black">
          <a:xfrm>
            <a:off x="410400" y="478800"/>
            <a:ext cx="9863997" cy="576000"/>
          </a:xfrm>
          <a:prstGeom prst="rect">
            <a:avLst/>
          </a:prstGeom>
        </p:spPr>
        <p:txBody>
          <a:bodyPr vert="horz" lIns="0" tIns="0" rIns="324000" bIns="14400" rtlCol="0" anchor="t" anchorCtr="0">
            <a:noAutofit/>
          </a:bodyPr>
          <a:lstStyle/>
          <a:p>
            <a:r>
              <a:rPr lang="en-US"/>
              <a:t>Click to edit Master title style</a:t>
            </a:r>
          </a:p>
        </p:txBody>
      </p:sp>
      <p:sp>
        <p:nvSpPr>
          <p:cNvPr id="3" name="Text Placeholder" descr="Content text frame">
            <a:extLst>
              <a:ext uri="{FF2B5EF4-FFF2-40B4-BE49-F238E27FC236}">
                <a16:creationId xmlns:a16="http://schemas.microsoft.com/office/drawing/2014/main" id="{6750A408-ED0E-47CF-AC3A-5AD4A6E25CE3}"/>
              </a:ext>
            </a:extLst>
          </p:cNvPr>
          <p:cNvSpPr>
            <a:spLocks noGrp="1"/>
          </p:cNvSpPr>
          <p:nvPr>
            <p:ph type="body" idx="1"/>
          </p:nvPr>
        </p:nvSpPr>
        <p:spPr bwMode="black">
          <a:xfrm>
            <a:off x="411161" y="1414800"/>
            <a:ext cx="7200000" cy="4536000"/>
          </a:xfrm>
          <a:prstGeom prst="rect">
            <a:avLst/>
          </a:prstGeom>
        </p:spPr>
        <p:txBody>
          <a:bodyPr vert="horz" lIns="0" tIns="0" rIns="0" bIns="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5" name="Footer Placeholder" descr="Footer with copyright, author and department information, and date">
            <a:extLst>
              <a:ext uri="{FF2B5EF4-FFF2-40B4-BE49-F238E27FC236}">
                <a16:creationId xmlns:a16="http://schemas.microsoft.com/office/drawing/2014/main" id="{4F5CAFE5-0972-49AB-B42B-7C613C153AFE}"/>
              </a:ext>
            </a:extLst>
          </p:cNvPr>
          <p:cNvSpPr>
            <a:spLocks noGrp="1"/>
          </p:cNvSpPr>
          <p:nvPr>
            <p:ph type="ftr" sz="quarter" idx="3"/>
          </p:nvPr>
        </p:nvSpPr>
        <p:spPr bwMode="black">
          <a:xfrm>
            <a:off x="1059160" y="6310800"/>
            <a:ext cx="9216000" cy="547200"/>
          </a:xfrm>
          <a:prstGeom prst="rect">
            <a:avLst/>
          </a:prstGeom>
        </p:spPr>
        <p:txBody>
          <a:bodyPr vert="horz" lIns="0" tIns="0" rIns="0" bIns="61200" rtlCol="0" anchor="ctr" anchorCtr="0"/>
          <a:lstStyle>
            <a:lvl1pPr algn="l">
              <a:lnSpc>
                <a:spcPct val="100000"/>
              </a:lnSpc>
              <a:defRPr sz="900">
                <a:solidFill>
                  <a:schemeClr val="tx1"/>
                </a:solidFill>
                <a:latin typeface="+mn-lt"/>
              </a:defRPr>
            </a:lvl1pPr>
          </a:lstStyle>
          <a:p>
            <a:r>
              <a:rPr lang="en-US"/>
              <a:t>Restricted | © Siemens 2024 | SHERPA X | YYYY-MM-DD | Status: Draft</a:t>
            </a:r>
          </a:p>
        </p:txBody>
      </p:sp>
      <p:sp>
        <p:nvSpPr>
          <p:cNvPr id="6" name="Slide Number Placeholder" descr="Page number">
            <a:extLst>
              <a:ext uri="{FF2B5EF4-FFF2-40B4-BE49-F238E27FC236}">
                <a16:creationId xmlns:a16="http://schemas.microsoft.com/office/drawing/2014/main" id="{1C051FD7-F65C-4306-9083-C9770A0AF2DF}"/>
              </a:ext>
            </a:extLst>
          </p:cNvPr>
          <p:cNvSpPr>
            <a:spLocks noGrp="1"/>
          </p:cNvSpPr>
          <p:nvPr>
            <p:ph type="sldNum" sz="quarter" idx="4"/>
          </p:nvPr>
        </p:nvSpPr>
        <p:spPr bwMode="black">
          <a:xfrm>
            <a:off x="411162" y="6310800"/>
            <a:ext cx="648000" cy="547200"/>
          </a:xfrm>
          <a:prstGeom prst="rect">
            <a:avLst/>
          </a:prstGeom>
        </p:spPr>
        <p:txBody>
          <a:bodyPr vert="horz" lIns="0" tIns="0" rIns="0" bIns="61200" rtlCol="0" anchor="ctr" anchorCtr="0"/>
          <a:lstStyle>
            <a:lvl1pPr algn="l">
              <a:lnSpc>
                <a:spcPct val="100000"/>
              </a:lnSpc>
              <a:defRPr sz="900" b="1">
                <a:solidFill>
                  <a:schemeClr val="tx1"/>
                </a:solidFill>
                <a:latin typeface="+mn-lt"/>
              </a:defRPr>
            </a:lvl1pPr>
          </a:lstStyle>
          <a:p>
            <a:r>
              <a:rPr lang="en-US"/>
              <a:t>Page </a:t>
            </a:r>
            <a:fld id="{15EBE321-CBB1-4E91-BD14-37C8D44326FB}" type="slidenum">
              <a:rPr lang="en-US" smtClean="0"/>
              <a:pPr/>
              <a:t>‹#›</a:t>
            </a:fld>
            <a:endParaRPr lang="en-US"/>
          </a:p>
        </p:txBody>
      </p:sp>
      <p:pic>
        <p:nvPicPr>
          <p:cNvPr id="4" name="Imagem 10" descr="Uma imagem com Tipo de letra, Gráficos, texto, captura de ecrã&#10;&#10;Descrição gerada automaticamente">
            <a:extLst>
              <a:ext uri="{FF2B5EF4-FFF2-40B4-BE49-F238E27FC236}">
                <a16:creationId xmlns:a16="http://schemas.microsoft.com/office/drawing/2014/main" id="{678730AC-955A-7342-222C-98CEDEC2B97E}"/>
              </a:ext>
            </a:extLst>
          </p:cNvPr>
          <p:cNvPicPr>
            <a:picLocks noChangeAspect="1"/>
          </p:cNvPicPr>
          <p:nvPr userDrawn="1"/>
        </p:nvPicPr>
        <p:blipFill>
          <a:blip r:embed="rId33" cstate="email">
            <a:extLst>
              <a:ext uri="{28A0092B-C50C-407E-A947-70E740481C1C}">
                <a14:useLocalDpi xmlns:a14="http://schemas.microsoft.com/office/drawing/2010/main"/>
              </a:ext>
            </a:extLst>
          </a:blip>
          <a:stretch>
            <a:fillRect/>
          </a:stretch>
        </p:blipFill>
        <p:spPr>
          <a:xfrm>
            <a:off x="11025045" y="478800"/>
            <a:ext cx="755792" cy="755792"/>
          </a:xfrm>
          <a:prstGeom prst="rect">
            <a:avLst/>
          </a:prstGeom>
        </p:spPr>
      </p:pic>
    </p:spTree>
    <p:extLst>
      <p:ext uri="{BB962C8B-B14F-4D97-AF65-F5344CB8AC3E}">
        <p14:creationId xmlns:p14="http://schemas.microsoft.com/office/powerpoint/2010/main" val="2348488936"/>
      </p:ext>
    </p:extLst>
  </p:cSld>
  <p:clrMap bg1="lt1" tx1="dk1" bg2="lt2" tx2="dk2" accent1="accent1" accent2="accent2" accent3="accent3" accent4="accent4" accent5="accent5" accent6="accent6" hlink="hlink" folHlink="folHlink"/>
  <p:sldLayoutIdLst>
    <p:sldLayoutId id="2147483845" r:id="rId1"/>
    <p:sldLayoutId id="2147483846" r:id="rId2"/>
    <p:sldLayoutId id="2147483847" r:id="rId3"/>
    <p:sldLayoutId id="2147483848" r:id="rId4"/>
    <p:sldLayoutId id="2147483849" r:id="rId5"/>
    <p:sldLayoutId id="2147483850" r:id="rId6"/>
    <p:sldLayoutId id="2147483851" r:id="rId7"/>
    <p:sldLayoutId id="2147483852" r:id="rId8"/>
    <p:sldLayoutId id="2147483853" r:id="rId9"/>
    <p:sldLayoutId id="2147483854" r:id="rId10"/>
    <p:sldLayoutId id="2147483855" r:id="rId11"/>
    <p:sldLayoutId id="2147483856" r:id="rId12"/>
    <p:sldLayoutId id="2147483857" r:id="rId13"/>
    <p:sldLayoutId id="2147483858" r:id="rId14"/>
    <p:sldLayoutId id="2147483859" r:id="rId15"/>
    <p:sldLayoutId id="2147483860" r:id="rId16"/>
    <p:sldLayoutId id="2147483861" r:id="rId17"/>
    <p:sldLayoutId id="2147483862" r:id="rId18"/>
    <p:sldLayoutId id="2147483863" r:id="rId19"/>
    <p:sldLayoutId id="2147483864" r:id="rId20"/>
    <p:sldLayoutId id="2147483865" r:id="rId21"/>
    <p:sldLayoutId id="2147483866" r:id="rId22"/>
    <p:sldLayoutId id="2147483867" r:id="rId23"/>
    <p:sldLayoutId id="2147483868" r:id="rId24"/>
    <p:sldLayoutId id="2147483869" r:id="rId25"/>
    <p:sldLayoutId id="2147483870" r:id="rId26"/>
    <p:sldLayoutId id="2147483871" r:id="rId27"/>
    <p:sldLayoutId id="2147483872" r:id="rId28"/>
  </p:sldLayoutIdLst>
  <p:hf hdr="0" dt="0"/>
  <p:txStyles>
    <p:titleStyle>
      <a:lvl1pPr algn="l" defTabSz="914400" rtl="0" eaLnBrk="1" latinLnBrk="0" hangingPunct="1">
        <a:lnSpc>
          <a:spcPct val="90000"/>
        </a:lnSpc>
        <a:spcBef>
          <a:spcPct val="0"/>
        </a:spcBef>
        <a:buNone/>
        <a:defRPr sz="2000" b="1" kern="1200">
          <a:solidFill>
            <a:srgbClr val="000028"/>
          </a:solidFill>
          <a:latin typeface="+mj-lt"/>
          <a:ea typeface="+mj-ea"/>
          <a:cs typeface="+mj-cs"/>
        </a:defRPr>
      </a:lvl1pPr>
    </p:titleStyle>
    <p:bodyStyle>
      <a:lvl1pPr marL="0" indent="0" algn="l" defTabSz="914400" rtl="0" eaLnBrk="1" latinLnBrk="0" hangingPunct="1">
        <a:lnSpc>
          <a:spcPct val="110000"/>
        </a:lnSpc>
        <a:spcBef>
          <a:spcPts val="0"/>
        </a:spcBef>
        <a:spcAft>
          <a:spcPts val="300"/>
        </a:spcAft>
        <a:buFont typeface="Arial" panose="020B0604020202020204" pitchFamily="34" charset="0"/>
        <a:buNone/>
        <a:defRPr sz="1800" kern="1200">
          <a:solidFill>
            <a:schemeClr val="tx1"/>
          </a:solidFill>
          <a:latin typeface="+mn-lt"/>
          <a:ea typeface="+mn-ea"/>
          <a:cs typeface="+mn-cs"/>
        </a:defRPr>
      </a:lvl1pPr>
      <a:lvl2pPr marL="180000" indent="-180000" algn="l" defTabSz="914400" rtl="0" eaLnBrk="1" latinLnBrk="0" hangingPunct="1">
        <a:lnSpc>
          <a:spcPct val="110000"/>
        </a:lnSpc>
        <a:spcBef>
          <a:spcPts val="0"/>
        </a:spcBef>
        <a:spcAft>
          <a:spcPts val="300"/>
        </a:spcAft>
        <a:buClr>
          <a:srgbClr val="00BEDC"/>
        </a:buClr>
        <a:buFont typeface="Arial" panose="020B0604020202020204" pitchFamily="34" charset="0"/>
        <a:buChar char="•"/>
        <a:defRPr sz="1800" kern="1200">
          <a:solidFill>
            <a:schemeClr val="tx1"/>
          </a:solidFill>
          <a:latin typeface="+mn-lt"/>
          <a:ea typeface="+mn-ea"/>
          <a:cs typeface="+mn-cs"/>
        </a:defRPr>
      </a:lvl2pPr>
      <a:lvl3pPr marL="360000" indent="-180000" algn="l" defTabSz="914400" rtl="0" eaLnBrk="1" latinLnBrk="0" hangingPunct="1">
        <a:lnSpc>
          <a:spcPct val="110000"/>
        </a:lnSpc>
        <a:spcBef>
          <a:spcPts val="0"/>
        </a:spcBef>
        <a:spcAft>
          <a:spcPts val="300"/>
        </a:spcAft>
        <a:buClr>
          <a:srgbClr val="00BEDC"/>
        </a:buClr>
        <a:buFont typeface="Arial" panose="020B0604020202020204" pitchFamily="34" charset="0"/>
        <a:buChar char="•"/>
        <a:defRPr sz="1800" kern="1200">
          <a:solidFill>
            <a:schemeClr val="tx1"/>
          </a:solidFill>
          <a:latin typeface="+mn-lt"/>
          <a:ea typeface="+mn-ea"/>
          <a:cs typeface="+mn-cs"/>
        </a:defRPr>
      </a:lvl3pPr>
      <a:lvl4pPr marL="540000" indent="-180000" algn="l" defTabSz="914400" rtl="0" eaLnBrk="1" latinLnBrk="0" hangingPunct="1">
        <a:lnSpc>
          <a:spcPct val="110000"/>
        </a:lnSpc>
        <a:spcBef>
          <a:spcPts val="0"/>
        </a:spcBef>
        <a:spcAft>
          <a:spcPts val="300"/>
        </a:spcAft>
        <a:buClr>
          <a:srgbClr val="00BEDC"/>
        </a:buClr>
        <a:buFont typeface="Arial" panose="020B0604020202020204" pitchFamily="34" charset="0"/>
        <a:buChar char="•"/>
        <a:defRPr sz="1800" kern="1200">
          <a:solidFill>
            <a:schemeClr val="tx1"/>
          </a:solidFill>
          <a:latin typeface="+mn-lt"/>
          <a:ea typeface="+mn-ea"/>
          <a:cs typeface="+mn-cs"/>
        </a:defRPr>
      </a:lvl4pPr>
      <a:lvl5pPr marL="720000" indent="-180000" algn="l" defTabSz="914400" rtl="0" eaLnBrk="1" latinLnBrk="0" hangingPunct="1">
        <a:lnSpc>
          <a:spcPct val="110000"/>
        </a:lnSpc>
        <a:spcBef>
          <a:spcPts val="0"/>
        </a:spcBef>
        <a:spcAft>
          <a:spcPts val="300"/>
        </a:spcAft>
        <a:buClr>
          <a:srgbClr val="00BEDC"/>
        </a:buClr>
        <a:buFont typeface="Arial" panose="020B0604020202020204" pitchFamily="34" charset="0"/>
        <a:buChar char="•"/>
        <a:defRPr sz="1800" kern="1200">
          <a:solidFill>
            <a:schemeClr val="tx1"/>
          </a:solidFill>
          <a:latin typeface="+mn-lt"/>
          <a:ea typeface="+mn-ea"/>
          <a:cs typeface="+mn-cs"/>
        </a:defRPr>
      </a:lvl5pPr>
      <a:lvl6pPr marL="900000" indent="-180000" algn="l" defTabSz="914400" rtl="0" eaLnBrk="1" latinLnBrk="0" hangingPunct="1">
        <a:lnSpc>
          <a:spcPct val="110000"/>
        </a:lnSpc>
        <a:spcBef>
          <a:spcPts val="0"/>
        </a:spcBef>
        <a:spcAft>
          <a:spcPts val="300"/>
        </a:spcAft>
        <a:buClr>
          <a:srgbClr val="00BEDC"/>
        </a:buClr>
        <a:buFont typeface="Arial" panose="020B0604020202020204" pitchFamily="34" charset="0"/>
        <a:buChar char="•"/>
        <a:defRPr sz="1800" kern="1200">
          <a:solidFill>
            <a:schemeClr val="tx1"/>
          </a:solidFill>
          <a:latin typeface="+mn-lt"/>
          <a:ea typeface="+mn-ea"/>
          <a:cs typeface="+mn-cs"/>
        </a:defRPr>
      </a:lvl6pPr>
      <a:lvl7pPr marL="1080000" indent="-180000" algn="l" defTabSz="914400" rtl="0" eaLnBrk="1" latinLnBrk="0" hangingPunct="1">
        <a:lnSpc>
          <a:spcPct val="110000"/>
        </a:lnSpc>
        <a:spcBef>
          <a:spcPts val="0"/>
        </a:spcBef>
        <a:spcAft>
          <a:spcPts val="300"/>
        </a:spcAft>
        <a:buClr>
          <a:srgbClr val="00BEDC"/>
        </a:buClr>
        <a:buFont typeface="Arial" panose="020B0604020202020204" pitchFamily="34" charset="0"/>
        <a:buChar char="•"/>
        <a:defRPr sz="1800" kern="1200">
          <a:solidFill>
            <a:schemeClr val="tx1"/>
          </a:solidFill>
          <a:latin typeface="+mn-lt"/>
          <a:ea typeface="+mn-ea"/>
          <a:cs typeface="+mn-cs"/>
        </a:defRPr>
      </a:lvl7pPr>
      <a:lvl8pPr marL="1260000" indent="-180000" algn="l" defTabSz="914400" rtl="0" eaLnBrk="1" latinLnBrk="0" hangingPunct="1">
        <a:lnSpc>
          <a:spcPct val="110000"/>
        </a:lnSpc>
        <a:spcBef>
          <a:spcPts val="0"/>
        </a:spcBef>
        <a:spcAft>
          <a:spcPts val="300"/>
        </a:spcAft>
        <a:buClr>
          <a:srgbClr val="00BEDC"/>
        </a:buClr>
        <a:buFont typeface="Arial" panose="020B0604020202020204" pitchFamily="34" charset="0"/>
        <a:buChar char="•"/>
        <a:defRPr sz="1800" kern="1200">
          <a:solidFill>
            <a:schemeClr val="tx1"/>
          </a:solidFill>
          <a:latin typeface="+mn-lt"/>
          <a:ea typeface="+mn-ea"/>
          <a:cs typeface="+mn-cs"/>
        </a:defRPr>
      </a:lvl8pPr>
      <a:lvl9pPr marL="1440000" indent="-180000" algn="l" defTabSz="914400" rtl="0" eaLnBrk="1" latinLnBrk="0" hangingPunct="1">
        <a:lnSpc>
          <a:spcPct val="110000"/>
        </a:lnSpc>
        <a:spcBef>
          <a:spcPts val="0"/>
        </a:spcBef>
        <a:spcAft>
          <a:spcPts val="300"/>
        </a:spcAft>
        <a:buClr>
          <a:srgbClr val="00BEDC"/>
        </a:buClr>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aphicFrame>
        <p:nvGraphicFramePr>
          <p:cNvPr id="7" name="Object 6" hidden="1">
            <a:extLst>
              <a:ext uri="{FF2B5EF4-FFF2-40B4-BE49-F238E27FC236}">
                <a16:creationId xmlns:a16="http://schemas.microsoft.com/office/drawing/2014/main" id="{82F34FDE-D734-C091-5650-D5BAF816D3EE}"/>
              </a:ext>
            </a:extLst>
          </p:cNvPr>
          <p:cNvGraphicFramePr>
            <a:graphicFrameLocks noChangeAspect="1"/>
          </p:cNvGraphicFramePr>
          <p:nvPr userDrawn="1">
            <p:custDataLst>
              <p:tags r:id="rId21"/>
            </p:custDataLst>
            <p:extLst>
              <p:ext uri="{D42A27DB-BD31-4B8C-83A1-F6EECF244321}">
                <p14:modId xmlns:p14="http://schemas.microsoft.com/office/powerpoint/2010/main" val="1092940750"/>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Folie" r:id="rId22" imgW="737" imgH="737" progId="TCLayout.ActiveDocument.1">
                  <p:embed/>
                </p:oleObj>
              </mc:Choice>
              <mc:Fallback>
                <p:oleObj name="think-cell Folie" r:id="rId22" imgW="737" imgH="737" progId="TCLayout.ActiveDocument.1">
                  <p:embed/>
                  <p:pic>
                    <p:nvPicPr>
                      <p:cNvPr id="7" name="Object 6" hidden="1">
                        <a:extLst>
                          <a:ext uri="{FF2B5EF4-FFF2-40B4-BE49-F238E27FC236}">
                            <a16:creationId xmlns:a16="http://schemas.microsoft.com/office/drawing/2014/main" id="{82F34FDE-D734-C091-5650-D5BAF816D3EE}"/>
                          </a:ext>
                        </a:extLst>
                      </p:cNvPr>
                      <p:cNvPicPr/>
                      <p:nvPr/>
                    </p:nvPicPr>
                    <p:blipFill>
                      <a:blip r:embed="rId23"/>
                      <a:stretch>
                        <a:fillRect/>
                      </a:stretch>
                    </p:blipFill>
                    <p:spPr>
                      <a:xfrm>
                        <a:off x="1588" y="1588"/>
                        <a:ext cx="1588" cy="1588"/>
                      </a:xfrm>
                      <a:prstGeom prst="rect">
                        <a:avLst/>
                      </a:prstGeom>
                    </p:spPr>
                  </p:pic>
                </p:oleObj>
              </mc:Fallback>
            </mc:AlternateContent>
          </a:graphicData>
        </a:graphic>
      </p:graphicFrame>
      <p:sp>
        <p:nvSpPr>
          <p:cNvPr id="2" name="Title Placeholder">
            <a:extLst>
              <a:ext uri="{FF2B5EF4-FFF2-40B4-BE49-F238E27FC236}">
                <a16:creationId xmlns:a16="http://schemas.microsoft.com/office/drawing/2014/main" id="{2500D031-E8B7-42AD-B616-57A243A31EFA}"/>
              </a:ext>
            </a:extLst>
          </p:cNvPr>
          <p:cNvSpPr>
            <a:spLocks noGrp="1"/>
          </p:cNvSpPr>
          <p:nvPr>
            <p:ph type="title"/>
          </p:nvPr>
        </p:nvSpPr>
        <p:spPr>
          <a:xfrm>
            <a:off x="410400" y="478800"/>
            <a:ext cx="9863997" cy="576000"/>
          </a:xfrm>
          <a:prstGeom prst="rect">
            <a:avLst/>
          </a:prstGeom>
        </p:spPr>
        <p:txBody>
          <a:bodyPr vert="horz" lIns="0" tIns="0" rIns="324000" bIns="14400" rtlCol="0" anchor="b" anchorCtr="0">
            <a:noAutofit/>
          </a:bodyPr>
          <a:lstStyle/>
          <a:p>
            <a:r>
              <a:rPr lang="en-US"/>
              <a:t>Click to edit Master title style</a:t>
            </a:r>
          </a:p>
        </p:txBody>
      </p:sp>
      <p:sp>
        <p:nvSpPr>
          <p:cNvPr id="3" name="Text Placeholder">
            <a:extLst>
              <a:ext uri="{FF2B5EF4-FFF2-40B4-BE49-F238E27FC236}">
                <a16:creationId xmlns:a16="http://schemas.microsoft.com/office/drawing/2014/main" id="{6750A408-ED0E-47CF-AC3A-5AD4A6E25CE3}"/>
              </a:ext>
            </a:extLst>
          </p:cNvPr>
          <p:cNvSpPr>
            <a:spLocks noGrp="1"/>
          </p:cNvSpPr>
          <p:nvPr>
            <p:ph type="body" idx="1"/>
          </p:nvPr>
        </p:nvSpPr>
        <p:spPr>
          <a:xfrm>
            <a:off x="411161" y="1414800"/>
            <a:ext cx="7200000" cy="4536000"/>
          </a:xfrm>
          <a:prstGeom prst="rect">
            <a:avLst/>
          </a:prstGeom>
        </p:spPr>
        <p:txBody>
          <a:bodyPr vert="horz" lIns="0" tIns="0" rIns="0" bIns="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a:extLst>
              <a:ext uri="{FF2B5EF4-FFF2-40B4-BE49-F238E27FC236}">
                <a16:creationId xmlns:a16="http://schemas.microsoft.com/office/drawing/2014/main" id="{4F5CAFE5-0972-49AB-B42B-7C613C153AFE}"/>
              </a:ext>
            </a:extLst>
          </p:cNvPr>
          <p:cNvSpPr>
            <a:spLocks noGrp="1"/>
          </p:cNvSpPr>
          <p:nvPr>
            <p:ph type="ftr" sz="quarter" idx="3"/>
          </p:nvPr>
        </p:nvSpPr>
        <p:spPr>
          <a:xfrm>
            <a:off x="1059160" y="6310800"/>
            <a:ext cx="9216000" cy="547200"/>
          </a:xfrm>
          <a:prstGeom prst="rect">
            <a:avLst/>
          </a:prstGeom>
        </p:spPr>
        <p:txBody>
          <a:bodyPr vert="horz" lIns="0" tIns="0" rIns="0" bIns="61200" rtlCol="0" anchor="ctr" anchorCtr="0"/>
          <a:lstStyle>
            <a:lvl1pPr algn="l">
              <a:lnSpc>
                <a:spcPct val="100000"/>
              </a:lnSpc>
              <a:defRPr sz="900">
                <a:solidFill>
                  <a:schemeClr val="tx1"/>
                </a:solidFill>
              </a:defRPr>
            </a:lvl1pPr>
          </a:lstStyle>
          <a:p>
            <a:r>
              <a:rPr lang="en-US"/>
              <a:t>Restricted | © Siemens 2025 | SHERPA X | MM080 Purchase Requisition via Direct X</a:t>
            </a:r>
          </a:p>
        </p:txBody>
      </p:sp>
      <p:sp>
        <p:nvSpPr>
          <p:cNvPr id="6" name="Slide Number Placeholder">
            <a:extLst>
              <a:ext uri="{FF2B5EF4-FFF2-40B4-BE49-F238E27FC236}">
                <a16:creationId xmlns:a16="http://schemas.microsoft.com/office/drawing/2014/main" id="{1C051FD7-F65C-4306-9083-C9770A0AF2DF}"/>
              </a:ext>
            </a:extLst>
          </p:cNvPr>
          <p:cNvSpPr>
            <a:spLocks noGrp="1"/>
          </p:cNvSpPr>
          <p:nvPr>
            <p:ph type="sldNum" sz="quarter" idx="4"/>
          </p:nvPr>
        </p:nvSpPr>
        <p:spPr>
          <a:xfrm>
            <a:off x="411162" y="6310800"/>
            <a:ext cx="648000" cy="547200"/>
          </a:xfrm>
          <a:prstGeom prst="rect">
            <a:avLst/>
          </a:prstGeom>
        </p:spPr>
        <p:txBody>
          <a:bodyPr vert="horz" lIns="0" tIns="0" rIns="0" bIns="61200" rtlCol="0" anchor="ctr" anchorCtr="0"/>
          <a:lstStyle>
            <a:lvl1pPr algn="l">
              <a:lnSpc>
                <a:spcPct val="100000"/>
              </a:lnSpc>
              <a:defRPr sz="900" b="1">
                <a:solidFill>
                  <a:schemeClr val="tx1"/>
                </a:solidFill>
              </a:defRPr>
            </a:lvl1pPr>
          </a:lstStyle>
          <a:p>
            <a:r>
              <a:rPr lang="en-US"/>
              <a:t>Page </a:t>
            </a:r>
            <a:fld id="{15EBE321-CBB1-4E91-BD14-37C8D44326FB}" type="slidenum">
              <a:rPr lang="en-US" smtClean="0"/>
              <a:pPr/>
              <a:t>‹#›</a:t>
            </a:fld>
            <a:endParaRPr lang="en-US"/>
          </a:p>
        </p:txBody>
      </p:sp>
    </p:spTree>
    <p:extLst>
      <p:ext uri="{BB962C8B-B14F-4D97-AF65-F5344CB8AC3E}">
        <p14:creationId xmlns:p14="http://schemas.microsoft.com/office/powerpoint/2010/main" val="412134867"/>
      </p:ext>
    </p:extLst>
  </p:cSld>
  <p:clrMap bg1="lt1" tx1="dk1" bg2="lt2" tx2="dk2" accent1="accent1" accent2="accent2" accent3="accent3" accent4="accent4" accent5="accent5" accent6="accent6" hlink="hlink" folHlink="folHlink"/>
  <p:sldLayoutIdLst>
    <p:sldLayoutId id="2147483874" r:id="rId1"/>
    <p:sldLayoutId id="2147483875" r:id="rId2"/>
    <p:sldLayoutId id="2147483876" r:id="rId3"/>
    <p:sldLayoutId id="2147483877" r:id="rId4"/>
    <p:sldLayoutId id="2147483878" r:id="rId5"/>
    <p:sldLayoutId id="2147483879" r:id="rId6"/>
    <p:sldLayoutId id="2147483880" r:id="rId7"/>
    <p:sldLayoutId id="2147483881" r:id="rId8"/>
    <p:sldLayoutId id="2147483882" r:id="rId9"/>
    <p:sldLayoutId id="2147483883" r:id="rId10"/>
    <p:sldLayoutId id="2147483884" r:id="rId11"/>
    <p:sldLayoutId id="2147483885" r:id="rId12"/>
    <p:sldLayoutId id="2147483886" r:id="rId13"/>
    <p:sldLayoutId id="2147483887" r:id="rId14"/>
    <p:sldLayoutId id="2147483888" r:id="rId15"/>
    <p:sldLayoutId id="2147483889" r:id="rId16"/>
    <p:sldLayoutId id="2147483890" r:id="rId17"/>
    <p:sldLayoutId id="2147483891" r:id="rId18"/>
    <p:sldLayoutId id="2147483892" r:id="rId19"/>
  </p:sldLayoutIdLst>
  <p:hf hdr="0" dt="0"/>
  <p:txStyles>
    <p:titleStyle>
      <a:lvl1pPr algn="l" defTabSz="914400" rtl="0" eaLnBrk="1" latinLnBrk="0" hangingPunct="1">
        <a:lnSpc>
          <a:spcPct val="90000"/>
        </a:lnSpc>
        <a:spcBef>
          <a:spcPct val="0"/>
        </a:spcBef>
        <a:buNone/>
        <a:defRPr sz="2000" b="1" kern="1200">
          <a:solidFill>
            <a:schemeClr val="accent1"/>
          </a:solidFill>
          <a:latin typeface="+mj-lt"/>
          <a:ea typeface="+mj-ea"/>
          <a:cs typeface="+mj-cs"/>
        </a:defRPr>
      </a:lvl1pPr>
    </p:titleStyle>
    <p:bodyStyle>
      <a:lvl1pPr marL="0" indent="0" algn="l" defTabSz="914400" rtl="0" eaLnBrk="1" latinLnBrk="0" hangingPunct="1">
        <a:lnSpc>
          <a:spcPct val="110000"/>
        </a:lnSpc>
        <a:spcBef>
          <a:spcPts val="0"/>
        </a:spcBef>
        <a:spcAft>
          <a:spcPts val="300"/>
        </a:spcAft>
        <a:buFont typeface="Arial" panose="020B0604020202020204" pitchFamily="34" charset="0"/>
        <a:buNone/>
        <a:defRPr sz="1800" kern="1200">
          <a:solidFill>
            <a:schemeClr val="tx1"/>
          </a:solidFill>
          <a:latin typeface="+mn-lt"/>
          <a:ea typeface="+mn-ea"/>
          <a:cs typeface="+mn-cs"/>
        </a:defRPr>
      </a:lvl1pPr>
      <a:lvl2pPr marL="180000" indent="-180000" algn="l" defTabSz="914400" rtl="0" eaLnBrk="1" latinLnBrk="0" hangingPunct="1">
        <a:lnSpc>
          <a:spcPct val="110000"/>
        </a:lnSpc>
        <a:spcBef>
          <a:spcPts val="0"/>
        </a:spcBef>
        <a:spcAft>
          <a:spcPts val="300"/>
        </a:spcAft>
        <a:buClr>
          <a:schemeClr val="accent1"/>
        </a:buClr>
        <a:buFont typeface="Arial" panose="020B0604020202020204" pitchFamily="34" charset="0"/>
        <a:buChar char="•"/>
        <a:defRPr sz="1800" kern="1200">
          <a:solidFill>
            <a:schemeClr val="tx1"/>
          </a:solidFill>
          <a:latin typeface="+mn-lt"/>
          <a:ea typeface="+mn-ea"/>
          <a:cs typeface="+mn-cs"/>
        </a:defRPr>
      </a:lvl2pPr>
      <a:lvl3pPr marL="360000" indent="-180000" algn="l" defTabSz="914400" rtl="0" eaLnBrk="1" latinLnBrk="0" hangingPunct="1">
        <a:lnSpc>
          <a:spcPct val="110000"/>
        </a:lnSpc>
        <a:spcBef>
          <a:spcPts val="0"/>
        </a:spcBef>
        <a:spcAft>
          <a:spcPts val="300"/>
        </a:spcAft>
        <a:buClr>
          <a:schemeClr val="accent1"/>
        </a:buClr>
        <a:buFont typeface="Arial" panose="020B0604020202020204" pitchFamily="34" charset="0"/>
        <a:buChar char="•"/>
        <a:defRPr sz="1800" kern="1200">
          <a:solidFill>
            <a:schemeClr val="tx1"/>
          </a:solidFill>
          <a:latin typeface="+mn-lt"/>
          <a:ea typeface="+mn-ea"/>
          <a:cs typeface="+mn-cs"/>
        </a:defRPr>
      </a:lvl3pPr>
      <a:lvl4pPr marL="540000" indent="-180000" algn="l" defTabSz="914400" rtl="0" eaLnBrk="1" latinLnBrk="0" hangingPunct="1">
        <a:lnSpc>
          <a:spcPct val="110000"/>
        </a:lnSpc>
        <a:spcBef>
          <a:spcPts val="0"/>
        </a:spcBef>
        <a:spcAft>
          <a:spcPts val="300"/>
        </a:spcAft>
        <a:buClr>
          <a:schemeClr val="accent1"/>
        </a:buClr>
        <a:buFont typeface="Arial" panose="020B0604020202020204" pitchFamily="34" charset="0"/>
        <a:buChar char="•"/>
        <a:defRPr sz="1800" kern="1200">
          <a:solidFill>
            <a:schemeClr val="tx1"/>
          </a:solidFill>
          <a:latin typeface="+mn-lt"/>
          <a:ea typeface="+mn-ea"/>
          <a:cs typeface="+mn-cs"/>
        </a:defRPr>
      </a:lvl4pPr>
      <a:lvl5pPr marL="720000" indent="-180000" algn="l" defTabSz="914400" rtl="0" eaLnBrk="1" latinLnBrk="0" hangingPunct="1">
        <a:lnSpc>
          <a:spcPct val="110000"/>
        </a:lnSpc>
        <a:spcBef>
          <a:spcPts val="0"/>
        </a:spcBef>
        <a:spcAft>
          <a:spcPts val="300"/>
        </a:spcAft>
        <a:buClr>
          <a:schemeClr val="accent1"/>
        </a:buClr>
        <a:buFont typeface="Arial" panose="020B0604020202020204" pitchFamily="34" charset="0"/>
        <a:buChar char="•"/>
        <a:defRPr sz="1800" kern="1200">
          <a:solidFill>
            <a:schemeClr val="tx1"/>
          </a:solidFill>
          <a:latin typeface="+mn-lt"/>
          <a:ea typeface="+mn-ea"/>
          <a:cs typeface="+mn-cs"/>
        </a:defRPr>
      </a:lvl5pPr>
      <a:lvl6pPr marL="900000" indent="-180000" algn="l" defTabSz="914400" rtl="0" eaLnBrk="1" latinLnBrk="0" hangingPunct="1">
        <a:lnSpc>
          <a:spcPct val="110000"/>
        </a:lnSpc>
        <a:spcBef>
          <a:spcPts val="0"/>
        </a:spcBef>
        <a:spcAft>
          <a:spcPts val="300"/>
        </a:spcAft>
        <a:buClr>
          <a:schemeClr val="accent1"/>
        </a:buClr>
        <a:buFont typeface="Arial" panose="020B0604020202020204" pitchFamily="34" charset="0"/>
        <a:buChar char="•"/>
        <a:defRPr sz="1800" kern="1200">
          <a:solidFill>
            <a:schemeClr val="tx1"/>
          </a:solidFill>
          <a:latin typeface="+mn-lt"/>
          <a:ea typeface="+mn-ea"/>
          <a:cs typeface="+mn-cs"/>
        </a:defRPr>
      </a:lvl6pPr>
      <a:lvl7pPr marL="1080000" indent="-180000" algn="l" defTabSz="914400" rtl="0" eaLnBrk="1" latinLnBrk="0" hangingPunct="1">
        <a:lnSpc>
          <a:spcPct val="110000"/>
        </a:lnSpc>
        <a:spcBef>
          <a:spcPts val="0"/>
        </a:spcBef>
        <a:spcAft>
          <a:spcPts val="300"/>
        </a:spcAft>
        <a:buClr>
          <a:schemeClr val="accent1"/>
        </a:buClr>
        <a:buFont typeface="Arial" panose="020B0604020202020204" pitchFamily="34" charset="0"/>
        <a:buChar char="•"/>
        <a:defRPr sz="1800" kern="1200">
          <a:solidFill>
            <a:schemeClr val="tx1"/>
          </a:solidFill>
          <a:latin typeface="+mn-lt"/>
          <a:ea typeface="+mn-ea"/>
          <a:cs typeface="+mn-cs"/>
        </a:defRPr>
      </a:lvl7pPr>
      <a:lvl8pPr marL="1260000" indent="-180000" algn="l" defTabSz="914400" rtl="0" eaLnBrk="1" latinLnBrk="0" hangingPunct="1">
        <a:lnSpc>
          <a:spcPct val="110000"/>
        </a:lnSpc>
        <a:spcBef>
          <a:spcPts val="0"/>
        </a:spcBef>
        <a:spcAft>
          <a:spcPts val="300"/>
        </a:spcAft>
        <a:buClr>
          <a:schemeClr val="accent1"/>
        </a:buClr>
        <a:buFont typeface="Arial" panose="020B0604020202020204" pitchFamily="34" charset="0"/>
        <a:buChar char="•"/>
        <a:defRPr sz="1800" kern="1200">
          <a:solidFill>
            <a:schemeClr val="tx1"/>
          </a:solidFill>
          <a:latin typeface="+mn-lt"/>
          <a:ea typeface="+mn-ea"/>
          <a:cs typeface="+mn-cs"/>
        </a:defRPr>
      </a:lvl8pPr>
      <a:lvl9pPr marL="1440000" indent="-180000" algn="l" defTabSz="914400" rtl="0" eaLnBrk="1" latinLnBrk="0" hangingPunct="1">
        <a:lnSpc>
          <a:spcPct val="110000"/>
        </a:lnSpc>
        <a:spcBef>
          <a:spcPts val="0"/>
        </a:spcBef>
        <a:spcAft>
          <a:spcPts val="300"/>
        </a:spcAft>
        <a:buClr>
          <a:schemeClr val="accent1"/>
        </a:buClr>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aphicFrame>
        <p:nvGraphicFramePr>
          <p:cNvPr id="7" name="Object 6" hidden="1">
            <a:extLst>
              <a:ext uri="{FF2B5EF4-FFF2-40B4-BE49-F238E27FC236}">
                <a16:creationId xmlns:a16="http://schemas.microsoft.com/office/drawing/2014/main" id="{985D4A8C-D534-8BF3-8009-C3A8417E6051}"/>
              </a:ext>
            </a:extLst>
          </p:cNvPr>
          <p:cNvGraphicFramePr>
            <a:graphicFrameLocks noChangeAspect="1"/>
          </p:cNvGraphicFramePr>
          <p:nvPr userDrawn="1">
            <p:custDataLst>
              <p:tags r:id="rId30"/>
            </p:custDataLst>
            <p:extLst>
              <p:ext uri="{D42A27DB-BD31-4B8C-83A1-F6EECF244321}">
                <p14:modId xmlns:p14="http://schemas.microsoft.com/office/powerpoint/2010/main" val="257650947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1" imgW="663" imgH="664" progId="TCLayout.ActiveDocument.1">
                  <p:embed/>
                </p:oleObj>
              </mc:Choice>
              <mc:Fallback>
                <p:oleObj name="think-cell Slide" r:id="rId31" imgW="663" imgH="664" progId="TCLayout.ActiveDocument.1">
                  <p:embed/>
                  <p:pic>
                    <p:nvPicPr>
                      <p:cNvPr id="7" name="Object 6" hidden="1">
                        <a:extLst>
                          <a:ext uri="{FF2B5EF4-FFF2-40B4-BE49-F238E27FC236}">
                            <a16:creationId xmlns:a16="http://schemas.microsoft.com/office/drawing/2014/main" id="{985D4A8C-D534-8BF3-8009-C3A8417E6051}"/>
                          </a:ext>
                        </a:extLst>
                      </p:cNvPr>
                      <p:cNvPicPr/>
                      <p:nvPr/>
                    </p:nvPicPr>
                    <p:blipFill>
                      <a:blip r:embed="rId32"/>
                      <a:stretch>
                        <a:fillRect/>
                      </a:stretch>
                    </p:blipFill>
                    <p:spPr>
                      <a:xfrm>
                        <a:off x="1588" y="1588"/>
                        <a:ext cx="1588" cy="1588"/>
                      </a:xfrm>
                      <a:prstGeom prst="rect">
                        <a:avLst/>
                      </a:prstGeom>
                    </p:spPr>
                  </p:pic>
                </p:oleObj>
              </mc:Fallback>
            </mc:AlternateContent>
          </a:graphicData>
        </a:graphic>
      </p:graphicFrame>
      <p:sp>
        <p:nvSpPr>
          <p:cNvPr id="2" name="Title Placeholder" descr="Slide headline">
            <a:extLst>
              <a:ext uri="{FF2B5EF4-FFF2-40B4-BE49-F238E27FC236}">
                <a16:creationId xmlns:a16="http://schemas.microsoft.com/office/drawing/2014/main" id="{2500D031-E8B7-42AD-B616-57A243A31EFA}"/>
              </a:ext>
            </a:extLst>
          </p:cNvPr>
          <p:cNvSpPr>
            <a:spLocks noGrp="1"/>
          </p:cNvSpPr>
          <p:nvPr>
            <p:ph type="title"/>
          </p:nvPr>
        </p:nvSpPr>
        <p:spPr bwMode="black">
          <a:xfrm>
            <a:off x="410400" y="478800"/>
            <a:ext cx="9863997" cy="576000"/>
          </a:xfrm>
          <a:prstGeom prst="rect">
            <a:avLst/>
          </a:prstGeom>
        </p:spPr>
        <p:txBody>
          <a:bodyPr vert="horz" lIns="0" tIns="0" rIns="324000" bIns="14400" rtlCol="0" anchor="t" anchorCtr="0">
            <a:noAutofit/>
          </a:bodyPr>
          <a:lstStyle/>
          <a:p>
            <a:r>
              <a:rPr lang="en-US"/>
              <a:t>Click to edit Master title style</a:t>
            </a:r>
          </a:p>
        </p:txBody>
      </p:sp>
      <p:sp>
        <p:nvSpPr>
          <p:cNvPr id="3" name="Text Placeholder" descr="Content text frame">
            <a:extLst>
              <a:ext uri="{FF2B5EF4-FFF2-40B4-BE49-F238E27FC236}">
                <a16:creationId xmlns:a16="http://schemas.microsoft.com/office/drawing/2014/main" id="{6750A408-ED0E-47CF-AC3A-5AD4A6E25CE3}"/>
              </a:ext>
            </a:extLst>
          </p:cNvPr>
          <p:cNvSpPr>
            <a:spLocks noGrp="1"/>
          </p:cNvSpPr>
          <p:nvPr>
            <p:ph type="body" idx="1"/>
          </p:nvPr>
        </p:nvSpPr>
        <p:spPr bwMode="black">
          <a:xfrm>
            <a:off x="411161" y="1414800"/>
            <a:ext cx="7200000" cy="4536000"/>
          </a:xfrm>
          <a:prstGeom prst="rect">
            <a:avLst/>
          </a:prstGeom>
        </p:spPr>
        <p:txBody>
          <a:bodyPr vert="horz" lIns="0" tIns="0" rIns="0" bIns="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5" name="Footer Placeholder" descr="Footer with copyright, author and department information, and date">
            <a:extLst>
              <a:ext uri="{FF2B5EF4-FFF2-40B4-BE49-F238E27FC236}">
                <a16:creationId xmlns:a16="http://schemas.microsoft.com/office/drawing/2014/main" id="{4F5CAFE5-0972-49AB-B42B-7C613C153AFE}"/>
              </a:ext>
            </a:extLst>
          </p:cNvPr>
          <p:cNvSpPr>
            <a:spLocks noGrp="1"/>
          </p:cNvSpPr>
          <p:nvPr>
            <p:ph type="ftr" sz="quarter" idx="3"/>
          </p:nvPr>
        </p:nvSpPr>
        <p:spPr bwMode="black">
          <a:xfrm>
            <a:off x="1059160" y="6310800"/>
            <a:ext cx="9216000" cy="547200"/>
          </a:xfrm>
          <a:prstGeom prst="rect">
            <a:avLst/>
          </a:prstGeom>
        </p:spPr>
        <p:txBody>
          <a:bodyPr vert="horz" lIns="0" tIns="0" rIns="0" bIns="61200" rtlCol="0" anchor="ctr" anchorCtr="0"/>
          <a:lstStyle>
            <a:lvl1pPr algn="l">
              <a:lnSpc>
                <a:spcPct val="100000"/>
              </a:lnSpc>
              <a:defRPr sz="900">
                <a:solidFill>
                  <a:schemeClr val="tx1"/>
                </a:solidFill>
                <a:latin typeface="+mn-lt"/>
              </a:defRPr>
            </a:lvl1pPr>
          </a:lstStyle>
          <a:p>
            <a:r>
              <a:rPr lang="en-US"/>
              <a:t>Restricted | © Siemens 2025 | SHERPA X | MM080 Purchase Requisition via Direct X</a:t>
            </a:r>
          </a:p>
        </p:txBody>
      </p:sp>
      <p:sp>
        <p:nvSpPr>
          <p:cNvPr id="6" name="Slide Number Placeholder" descr="Page number">
            <a:extLst>
              <a:ext uri="{FF2B5EF4-FFF2-40B4-BE49-F238E27FC236}">
                <a16:creationId xmlns:a16="http://schemas.microsoft.com/office/drawing/2014/main" id="{1C051FD7-F65C-4306-9083-C9770A0AF2DF}"/>
              </a:ext>
            </a:extLst>
          </p:cNvPr>
          <p:cNvSpPr>
            <a:spLocks noGrp="1"/>
          </p:cNvSpPr>
          <p:nvPr>
            <p:ph type="sldNum" sz="quarter" idx="4"/>
          </p:nvPr>
        </p:nvSpPr>
        <p:spPr bwMode="black">
          <a:xfrm>
            <a:off x="411162" y="6310800"/>
            <a:ext cx="648000" cy="547200"/>
          </a:xfrm>
          <a:prstGeom prst="rect">
            <a:avLst/>
          </a:prstGeom>
        </p:spPr>
        <p:txBody>
          <a:bodyPr vert="horz" lIns="0" tIns="0" rIns="0" bIns="61200" rtlCol="0" anchor="ctr" anchorCtr="0"/>
          <a:lstStyle>
            <a:lvl1pPr algn="l">
              <a:lnSpc>
                <a:spcPct val="100000"/>
              </a:lnSpc>
              <a:defRPr sz="900" b="1">
                <a:solidFill>
                  <a:schemeClr val="tx1"/>
                </a:solidFill>
                <a:latin typeface="+mn-lt"/>
              </a:defRPr>
            </a:lvl1pPr>
          </a:lstStyle>
          <a:p>
            <a:r>
              <a:rPr lang="en-US"/>
              <a:t>Page </a:t>
            </a:r>
            <a:fld id="{15EBE321-CBB1-4E91-BD14-37C8D44326FB}" type="slidenum">
              <a:rPr lang="en-US" smtClean="0"/>
              <a:pPr/>
              <a:t>‹#›</a:t>
            </a:fld>
            <a:endParaRPr lang="en-US"/>
          </a:p>
        </p:txBody>
      </p:sp>
      <p:pic>
        <p:nvPicPr>
          <p:cNvPr id="4" name="Imagem 10" descr="Uma imagem com Tipo de letra, Gráficos, texto, captura de ecrã&#10;&#10;Descrição gerada automaticamente">
            <a:extLst>
              <a:ext uri="{FF2B5EF4-FFF2-40B4-BE49-F238E27FC236}">
                <a16:creationId xmlns:a16="http://schemas.microsoft.com/office/drawing/2014/main" id="{678730AC-955A-7342-222C-98CEDEC2B97E}"/>
              </a:ext>
            </a:extLst>
          </p:cNvPr>
          <p:cNvPicPr>
            <a:picLocks noChangeAspect="1"/>
          </p:cNvPicPr>
          <p:nvPr userDrawn="1"/>
        </p:nvPicPr>
        <p:blipFill>
          <a:blip r:embed="rId33" cstate="email">
            <a:extLst>
              <a:ext uri="{28A0092B-C50C-407E-A947-70E740481C1C}">
                <a14:useLocalDpi xmlns:a14="http://schemas.microsoft.com/office/drawing/2010/main"/>
              </a:ext>
            </a:extLst>
          </a:blip>
          <a:stretch>
            <a:fillRect/>
          </a:stretch>
        </p:blipFill>
        <p:spPr>
          <a:xfrm>
            <a:off x="11025045" y="478800"/>
            <a:ext cx="755792" cy="755792"/>
          </a:xfrm>
          <a:prstGeom prst="rect">
            <a:avLst/>
          </a:prstGeom>
        </p:spPr>
      </p:pic>
    </p:spTree>
    <p:extLst>
      <p:ext uri="{BB962C8B-B14F-4D97-AF65-F5344CB8AC3E}">
        <p14:creationId xmlns:p14="http://schemas.microsoft.com/office/powerpoint/2010/main" val="701645948"/>
      </p:ext>
    </p:extLst>
  </p:cSld>
  <p:clrMap bg1="lt1" tx1="dk1" bg2="lt2" tx2="dk2" accent1="accent1" accent2="accent2" accent3="accent3" accent4="accent4" accent5="accent5" accent6="accent6" hlink="hlink" folHlink="folHlink"/>
  <p:sldLayoutIdLst>
    <p:sldLayoutId id="2147483894" r:id="rId1"/>
    <p:sldLayoutId id="2147483895" r:id="rId2"/>
    <p:sldLayoutId id="2147483896" r:id="rId3"/>
    <p:sldLayoutId id="2147483897" r:id="rId4"/>
    <p:sldLayoutId id="2147483898" r:id="rId5"/>
    <p:sldLayoutId id="2147483899" r:id="rId6"/>
    <p:sldLayoutId id="2147483900" r:id="rId7"/>
    <p:sldLayoutId id="2147483901" r:id="rId8"/>
    <p:sldLayoutId id="2147483902" r:id="rId9"/>
    <p:sldLayoutId id="2147483903" r:id="rId10"/>
    <p:sldLayoutId id="2147483904" r:id="rId11"/>
    <p:sldLayoutId id="2147483905" r:id="rId12"/>
    <p:sldLayoutId id="2147483906" r:id="rId13"/>
    <p:sldLayoutId id="2147483907" r:id="rId14"/>
    <p:sldLayoutId id="2147483908" r:id="rId15"/>
    <p:sldLayoutId id="2147483909" r:id="rId16"/>
    <p:sldLayoutId id="2147483910" r:id="rId17"/>
    <p:sldLayoutId id="2147483911" r:id="rId18"/>
    <p:sldLayoutId id="2147483912" r:id="rId19"/>
    <p:sldLayoutId id="2147483913" r:id="rId20"/>
    <p:sldLayoutId id="2147483914" r:id="rId21"/>
    <p:sldLayoutId id="2147483915" r:id="rId22"/>
    <p:sldLayoutId id="2147483916" r:id="rId23"/>
    <p:sldLayoutId id="2147483917" r:id="rId24"/>
    <p:sldLayoutId id="2147483918" r:id="rId25"/>
    <p:sldLayoutId id="2147483919" r:id="rId26"/>
    <p:sldLayoutId id="2147483920" r:id="rId27"/>
    <p:sldLayoutId id="2147483921" r:id="rId28"/>
  </p:sldLayoutIdLst>
  <p:hf hdr="0" dt="0"/>
  <p:txStyles>
    <p:titleStyle>
      <a:lvl1pPr algn="l" defTabSz="914400" rtl="0" eaLnBrk="1" latinLnBrk="0" hangingPunct="1">
        <a:lnSpc>
          <a:spcPct val="90000"/>
        </a:lnSpc>
        <a:spcBef>
          <a:spcPct val="0"/>
        </a:spcBef>
        <a:buNone/>
        <a:defRPr sz="2000" b="1" kern="1200">
          <a:solidFill>
            <a:srgbClr val="000028"/>
          </a:solidFill>
          <a:latin typeface="+mj-lt"/>
          <a:ea typeface="+mj-ea"/>
          <a:cs typeface="+mj-cs"/>
        </a:defRPr>
      </a:lvl1pPr>
    </p:titleStyle>
    <p:bodyStyle>
      <a:lvl1pPr marL="0" indent="0" algn="l" defTabSz="914400" rtl="0" eaLnBrk="1" latinLnBrk="0" hangingPunct="1">
        <a:lnSpc>
          <a:spcPct val="110000"/>
        </a:lnSpc>
        <a:spcBef>
          <a:spcPts val="0"/>
        </a:spcBef>
        <a:spcAft>
          <a:spcPts val="300"/>
        </a:spcAft>
        <a:buFont typeface="Arial" panose="020B0604020202020204" pitchFamily="34" charset="0"/>
        <a:buNone/>
        <a:defRPr sz="1800" kern="1200">
          <a:solidFill>
            <a:schemeClr val="tx1"/>
          </a:solidFill>
          <a:latin typeface="+mn-lt"/>
          <a:ea typeface="+mn-ea"/>
          <a:cs typeface="+mn-cs"/>
        </a:defRPr>
      </a:lvl1pPr>
      <a:lvl2pPr marL="180000" indent="-180000" algn="l" defTabSz="914400" rtl="0" eaLnBrk="1" latinLnBrk="0" hangingPunct="1">
        <a:lnSpc>
          <a:spcPct val="110000"/>
        </a:lnSpc>
        <a:spcBef>
          <a:spcPts val="0"/>
        </a:spcBef>
        <a:spcAft>
          <a:spcPts val="300"/>
        </a:spcAft>
        <a:buClr>
          <a:srgbClr val="00BEDC"/>
        </a:buClr>
        <a:buFont typeface="Arial" panose="020B0604020202020204" pitchFamily="34" charset="0"/>
        <a:buChar char="•"/>
        <a:defRPr sz="1800" kern="1200">
          <a:solidFill>
            <a:schemeClr val="tx1"/>
          </a:solidFill>
          <a:latin typeface="+mn-lt"/>
          <a:ea typeface="+mn-ea"/>
          <a:cs typeface="+mn-cs"/>
        </a:defRPr>
      </a:lvl2pPr>
      <a:lvl3pPr marL="360000" indent="-180000" algn="l" defTabSz="914400" rtl="0" eaLnBrk="1" latinLnBrk="0" hangingPunct="1">
        <a:lnSpc>
          <a:spcPct val="110000"/>
        </a:lnSpc>
        <a:spcBef>
          <a:spcPts val="0"/>
        </a:spcBef>
        <a:spcAft>
          <a:spcPts val="300"/>
        </a:spcAft>
        <a:buClr>
          <a:srgbClr val="00BEDC"/>
        </a:buClr>
        <a:buFont typeface="Arial" panose="020B0604020202020204" pitchFamily="34" charset="0"/>
        <a:buChar char="•"/>
        <a:defRPr sz="1800" kern="1200">
          <a:solidFill>
            <a:schemeClr val="tx1"/>
          </a:solidFill>
          <a:latin typeface="+mn-lt"/>
          <a:ea typeface="+mn-ea"/>
          <a:cs typeface="+mn-cs"/>
        </a:defRPr>
      </a:lvl3pPr>
      <a:lvl4pPr marL="540000" indent="-180000" algn="l" defTabSz="914400" rtl="0" eaLnBrk="1" latinLnBrk="0" hangingPunct="1">
        <a:lnSpc>
          <a:spcPct val="110000"/>
        </a:lnSpc>
        <a:spcBef>
          <a:spcPts val="0"/>
        </a:spcBef>
        <a:spcAft>
          <a:spcPts val="300"/>
        </a:spcAft>
        <a:buClr>
          <a:srgbClr val="00BEDC"/>
        </a:buClr>
        <a:buFont typeface="Arial" panose="020B0604020202020204" pitchFamily="34" charset="0"/>
        <a:buChar char="•"/>
        <a:defRPr sz="1800" kern="1200">
          <a:solidFill>
            <a:schemeClr val="tx1"/>
          </a:solidFill>
          <a:latin typeface="+mn-lt"/>
          <a:ea typeface="+mn-ea"/>
          <a:cs typeface="+mn-cs"/>
        </a:defRPr>
      </a:lvl4pPr>
      <a:lvl5pPr marL="720000" indent="-180000" algn="l" defTabSz="914400" rtl="0" eaLnBrk="1" latinLnBrk="0" hangingPunct="1">
        <a:lnSpc>
          <a:spcPct val="110000"/>
        </a:lnSpc>
        <a:spcBef>
          <a:spcPts val="0"/>
        </a:spcBef>
        <a:spcAft>
          <a:spcPts val="300"/>
        </a:spcAft>
        <a:buClr>
          <a:srgbClr val="00BEDC"/>
        </a:buClr>
        <a:buFont typeface="Arial" panose="020B0604020202020204" pitchFamily="34" charset="0"/>
        <a:buChar char="•"/>
        <a:defRPr sz="1800" kern="1200">
          <a:solidFill>
            <a:schemeClr val="tx1"/>
          </a:solidFill>
          <a:latin typeface="+mn-lt"/>
          <a:ea typeface="+mn-ea"/>
          <a:cs typeface="+mn-cs"/>
        </a:defRPr>
      </a:lvl5pPr>
      <a:lvl6pPr marL="900000" indent="-180000" algn="l" defTabSz="914400" rtl="0" eaLnBrk="1" latinLnBrk="0" hangingPunct="1">
        <a:lnSpc>
          <a:spcPct val="110000"/>
        </a:lnSpc>
        <a:spcBef>
          <a:spcPts val="0"/>
        </a:spcBef>
        <a:spcAft>
          <a:spcPts val="300"/>
        </a:spcAft>
        <a:buClr>
          <a:srgbClr val="00BEDC"/>
        </a:buClr>
        <a:buFont typeface="Arial" panose="020B0604020202020204" pitchFamily="34" charset="0"/>
        <a:buChar char="•"/>
        <a:defRPr sz="1800" kern="1200">
          <a:solidFill>
            <a:schemeClr val="tx1"/>
          </a:solidFill>
          <a:latin typeface="+mn-lt"/>
          <a:ea typeface="+mn-ea"/>
          <a:cs typeface="+mn-cs"/>
        </a:defRPr>
      </a:lvl6pPr>
      <a:lvl7pPr marL="1080000" indent="-180000" algn="l" defTabSz="914400" rtl="0" eaLnBrk="1" latinLnBrk="0" hangingPunct="1">
        <a:lnSpc>
          <a:spcPct val="110000"/>
        </a:lnSpc>
        <a:spcBef>
          <a:spcPts val="0"/>
        </a:spcBef>
        <a:spcAft>
          <a:spcPts val="300"/>
        </a:spcAft>
        <a:buClr>
          <a:srgbClr val="00BEDC"/>
        </a:buClr>
        <a:buFont typeface="Arial" panose="020B0604020202020204" pitchFamily="34" charset="0"/>
        <a:buChar char="•"/>
        <a:defRPr sz="1800" kern="1200">
          <a:solidFill>
            <a:schemeClr val="tx1"/>
          </a:solidFill>
          <a:latin typeface="+mn-lt"/>
          <a:ea typeface="+mn-ea"/>
          <a:cs typeface="+mn-cs"/>
        </a:defRPr>
      </a:lvl7pPr>
      <a:lvl8pPr marL="1260000" indent="-180000" algn="l" defTabSz="914400" rtl="0" eaLnBrk="1" latinLnBrk="0" hangingPunct="1">
        <a:lnSpc>
          <a:spcPct val="110000"/>
        </a:lnSpc>
        <a:spcBef>
          <a:spcPts val="0"/>
        </a:spcBef>
        <a:spcAft>
          <a:spcPts val="300"/>
        </a:spcAft>
        <a:buClr>
          <a:srgbClr val="00BEDC"/>
        </a:buClr>
        <a:buFont typeface="Arial" panose="020B0604020202020204" pitchFamily="34" charset="0"/>
        <a:buChar char="•"/>
        <a:defRPr sz="1800" kern="1200">
          <a:solidFill>
            <a:schemeClr val="tx1"/>
          </a:solidFill>
          <a:latin typeface="+mn-lt"/>
          <a:ea typeface="+mn-ea"/>
          <a:cs typeface="+mn-cs"/>
        </a:defRPr>
      </a:lvl8pPr>
      <a:lvl9pPr marL="1440000" indent="-180000" algn="l" defTabSz="914400" rtl="0" eaLnBrk="1" latinLnBrk="0" hangingPunct="1">
        <a:lnSpc>
          <a:spcPct val="110000"/>
        </a:lnSpc>
        <a:spcBef>
          <a:spcPts val="0"/>
        </a:spcBef>
        <a:spcAft>
          <a:spcPts val="300"/>
        </a:spcAft>
        <a:buClr>
          <a:srgbClr val="00BEDC"/>
        </a:buClr>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3.xml"/><Relationship Id="rId1" Type="http://schemas.openxmlformats.org/officeDocument/2006/relationships/tags" Target="../tags/tag83.xml"/><Relationship Id="rId5" Type="http://schemas.openxmlformats.org/officeDocument/2006/relationships/image" Target="../media/image1.emf"/><Relationship Id="rId4" Type="http://schemas.openxmlformats.org/officeDocument/2006/relationships/oleObject" Target="../embeddings/oleObject30.bin"/></Relationships>
</file>

<file path=ppt/slides/_rels/slide3.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2.xml"/><Relationship Id="rId1" Type="http://schemas.openxmlformats.org/officeDocument/2006/relationships/slideLayout" Target="../slideLayouts/slideLayout8.xml"/><Relationship Id="rId5" Type="http://schemas.openxmlformats.org/officeDocument/2006/relationships/image" Target="../media/image34.svg"/><Relationship Id="rId4" Type="http://schemas.openxmlformats.org/officeDocument/2006/relationships/image" Target="../media/image33.png"/></Relationships>
</file>

<file path=ppt/slides/_rels/slide4.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3.xml"/><Relationship Id="rId1" Type="http://schemas.openxmlformats.org/officeDocument/2006/relationships/slideLayout" Target="../slideLayouts/slideLayout8.xml"/></Relationships>
</file>

<file path=ppt/slides/_rels/slide5.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4.xml"/><Relationship Id="rId1" Type="http://schemas.openxmlformats.org/officeDocument/2006/relationships/slideLayout" Target="../slideLayouts/slideLayout8.xml"/><Relationship Id="rId4" Type="http://schemas.openxmlformats.org/officeDocument/2006/relationships/image" Target="../media/image37.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8.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3" Type="http://schemas.openxmlformats.org/officeDocument/2006/relationships/oleObject" Target="../embeddings/oleObject31.bin"/><Relationship Id="rId2" Type="http://schemas.openxmlformats.org/officeDocument/2006/relationships/slideLayout" Target="../slideLayouts/slideLayout21.xml"/><Relationship Id="rId1" Type="http://schemas.openxmlformats.org/officeDocument/2006/relationships/tags" Target="../tags/tag84.xml"/><Relationship Id="rId4" Type="http://schemas.openxmlformats.org/officeDocument/2006/relationships/image" Target="../media/image1.emf"/></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9.xml"/></Relationships>
</file>

<file path=ppt/slides/_rels/slide10.xml.rels><?xml version="1.0" encoding="UTF-8" standalone="yes"?>
<Relationships xmlns="http://schemas.openxmlformats.org/package/2006/relationships"><Relationship Id="rId8" Type="http://schemas.openxmlformats.org/officeDocument/2006/relationships/tags" Target="../tags/tag92.xml"/><Relationship Id="rId3" Type="http://schemas.openxmlformats.org/officeDocument/2006/relationships/tags" Target="../tags/tag87.xml"/><Relationship Id="rId7" Type="http://schemas.openxmlformats.org/officeDocument/2006/relationships/tags" Target="../tags/tag91.xml"/><Relationship Id="rId2" Type="http://schemas.openxmlformats.org/officeDocument/2006/relationships/tags" Target="../tags/tag86.xml"/><Relationship Id="rId1" Type="http://schemas.openxmlformats.org/officeDocument/2006/relationships/tags" Target="../tags/tag85.xml"/><Relationship Id="rId6" Type="http://schemas.openxmlformats.org/officeDocument/2006/relationships/tags" Target="../tags/tag90.xml"/><Relationship Id="rId11" Type="http://schemas.openxmlformats.org/officeDocument/2006/relationships/notesSlide" Target="../notesSlides/notesSlide8.xml"/><Relationship Id="rId5" Type="http://schemas.openxmlformats.org/officeDocument/2006/relationships/tags" Target="../tags/tag89.xml"/><Relationship Id="rId10" Type="http://schemas.openxmlformats.org/officeDocument/2006/relationships/slideLayout" Target="../slideLayouts/slideLayout9.xml"/><Relationship Id="rId4" Type="http://schemas.openxmlformats.org/officeDocument/2006/relationships/tags" Target="../tags/tag88.xml"/><Relationship Id="rId9" Type="http://schemas.openxmlformats.org/officeDocument/2006/relationships/tags" Target="../tags/tag93.xml"/></Relationships>
</file>

<file path=ppt/slides/_rels/slide11.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75.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12.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9.xml"/></Relationships>
</file>

<file path=ppt/slides/_rels/slide13.xml.rels><?xml version="1.0" encoding="UTF-8" standalone="yes"?>
<Relationships xmlns="http://schemas.openxmlformats.org/package/2006/relationships"><Relationship Id="rId3" Type="http://schemas.openxmlformats.org/officeDocument/2006/relationships/oleObject" Target="../embeddings/oleObject31.bin"/><Relationship Id="rId2" Type="http://schemas.openxmlformats.org/officeDocument/2006/relationships/slideLayout" Target="../slideLayouts/slideLayout21.xml"/><Relationship Id="rId1" Type="http://schemas.openxmlformats.org/officeDocument/2006/relationships/tags" Target="../tags/tag94.xml"/><Relationship Id="rId4" Type="http://schemas.openxmlformats.org/officeDocument/2006/relationships/image" Target="../media/image1.emf"/></Relationships>
</file>

<file path=ppt/slides/_rels/slide14.xml.rels><?xml version="1.0" encoding="UTF-8" standalone="yes"?>
<Relationships xmlns="http://schemas.openxmlformats.org/package/2006/relationships"><Relationship Id="rId3" Type="http://schemas.openxmlformats.org/officeDocument/2006/relationships/tags" Target="../tags/tag97.xml"/><Relationship Id="rId7" Type="http://schemas.openxmlformats.org/officeDocument/2006/relationships/notesSlide" Target="../notesSlides/notesSlide9.xml"/><Relationship Id="rId2" Type="http://schemas.openxmlformats.org/officeDocument/2006/relationships/tags" Target="../tags/tag96.xml"/><Relationship Id="rId1" Type="http://schemas.openxmlformats.org/officeDocument/2006/relationships/tags" Target="../tags/tag95.xml"/><Relationship Id="rId6" Type="http://schemas.openxmlformats.org/officeDocument/2006/relationships/slideLayout" Target="../slideLayouts/slideLayout9.xml"/><Relationship Id="rId5" Type="http://schemas.openxmlformats.org/officeDocument/2006/relationships/tags" Target="../tags/tag99.xml"/><Relationship Id="rId4" Type="http://schemas.openxmlformats.org/officeDocument/2006/relationships/tags" Target="../tags/tag98.xml"/></Relationships>
</file>

<file path=ppt/slides/_rels/slide15.xml.rels><?xml version="1.0" encoding="UTF-8" standalone="yes"?>
<Relationships xmlns="http://schemas.openxmlformats.org/package/2006/relationships"><Relationship Id="rId3" Type="http://schemas.openxmlformats.org/officeDocument/2006/relationships/oleObject" Target="../embeddings/oleObject31.bin"/><Relationship Id="rId2" Type="http://schemas.openxmlformats.org/officeDocument/2006/relationships/slideLayout" Target="../slideLayouts/slideLayout94.xml"/><Relationship Id="rId1" Type="http://schemas.openxmlformats.org/officeDocument/2006/relationships/tags" Target="../tags/tag100.xml"/><Relationship Id="rId4" Type="http://schemas.openxmlformats.org/officeDocument/2006/relationships/image" Target="../media/image1.emf"/></Relationships>
</file>

<file path=ppt/slides/_rels/slide16.xml.rels><?xml version="1.0" encoding="UTF-8" standalone="yes"?>
<Relationships xmlns="http://schemas.openxmlformats.org/package/2006/relationships"><Relationship Id="rId3" Type="http://schemas.openxmlformats.org/officeDocument/2006/relationships/tags" Target="../tags/tag103.xml"/><Relationship Id="rId7" Type="http://schemas.openxmlformats.org/officeDocument/2006/relationships/notesSlide" Target="../notesSlides/notesSlide10.xml"/><Relationship Id="rId2" Type="http://schemas.openxmlformats.org/officeDocument/2006/relationships/tags" Target="../tags/tag102.xml"/><Relationship Id="rId1" Type="http://schemas.openxmlformats.org/officeDocument/2006/relationships/tags" Target="../tags/tag101.xml"/><Relationship Id="rId6" Type="http://schemas.openxmlformats.org/officeDocument/2006/relationships/slideLayout" Target="../slideLayouts/slideLayout84.xml"/><Relationship Id="rId5" Type="http://schemas.openxmlformats.org/officeDocument/2006/relationships/tags" Target="../tags/tag105.xml"/><Relationship Id="rId4" Type="http://schemas.openxmlformats.org/officeDocument/2006/relationships/tags" Target="../tags/tag104.xml"/></Relationships>
</file>

<file path=ppt/slides/_rels/slide17.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11.xml"/><Relationship Id="rId1" Type="http://schemas.openxmlformats.org/officeDocument/2006/relationships/slideLayout" Target="../slideLayouts/slideLayout84.xml"/></Relationships>
</file>

<file path=ppt/slides/_rels/slide18.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12.xml"/><Relationship Id="rId1" Type="http://schemas.openxmlformats.org/officeDocument/2006/relationships/slideLayout" Target="../slideLayouts/slideLayout84.xml"/></Relationships>
</file>

<file path=ppt/slides/_rels/slide19.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13.xml"/><Relationship Id="rId1" Type="http://schemas.openxmlformats.org/officeDocument/2006/relationships/slideLayout" Target="../slideLayouts/slideLayout84.xml"/></Relationships>
</file>

<file path=ppt/slides/_rels/slide20.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14.xml"/><Relationship Id="rId1" Type="http://schemas.openxmlformats.org/officeDocument/2006/relationships/slideLayout" Target="../slideLayouts/slideLayout84.xml"/></Relationships>
</file>

<file path=ppt/slides/_rels/slide21.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15.xml"/><Relationship Id="rId1" Type="http://schemas.openxmlformats.org/officeDocument/2006/relationships/slideLayout" Target="../slideLayouts/slideLayout84.xml"/></Relationships>
</file>

<file path=ppt/slides/_rels/slide22.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16.xml"/><Relationship Id="rId1" Type="http://schemas.openxmlformats.org/officeDocument/2006/relationships/slideLayout" Target="../slideLayouts/slideLayout84.xml"/><Relationship Id="rId4" Type="http://schemas.openxmlformats.org/officeDocument/2006/relationships/image" Target="../media/image45.png"/></Relationships>
</file>

<file path=ppt/slides/_rels/slide23.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17.xml"/><Relationship Id="rId1" Type="http://schemas.openxmlformats.org/officeDocument/2006/relationships/slideLayout" Target="../slideLayouts/slideLayout84.xml"/></Relationships>
</file>

<file path=ppt/slides/_rels/slide24.xml.rels><?xml version="1.0" encoding="UTF-8" standalone="yes"?>
<Relationships xmlns="http://schemas.openxmlformats.org/package/2006/relationships"><Relationship Id="rId3" Type="http://schemas.openxmlformats.org/officeDocument/2006/relationships/oleObject" Target="../embeddings/oleObject31.bin"/><Relationship Id="rId2" Type="http://schemas.openxmlformats.org/officeDocument/2006/relationships/slideLayout" Target="../slideLayouts/slideLayout94.xml"/><Relationship Id="rId1" Type="http://schemas.openxmlformats.org/officeDocument/2006/relationships/tags" Target="../tags/tag106.xml"/><Relationship Id="rId4" Type="http://schemas.openxmlformats.org/officeDocument/2006/relationships/image" Target="../media/image1.emf"/></Relationships>
</file>

<file path=ppt/slides/_rels/slide25.xml.rels><?xml version="1.0" encoding="UTF-8" standalone="yes"?>
<Relationships xmlns="http://schemas.openxmlformats.org/package/2006/relationships"><Relationship Id="rId3" Type="http://schemas.openxmlformats.org/officeDocument/2006/relationships/tags" Target="../tags/tag109.xml"/><Relationship Id="rId7" Type="http://schemas.openxmlformats.org/officeDocument/2006/relationships/notesSlide" Target="../notesSlides/notesSlide18.xml"/><Relationship Id="rId2" Type="http://schemas.openxmlformats.org/officeDocument/2006/relationships/tags" Target="../tags/tag108.xml"/><Relationship Id="rId1" Type="http://schemas.openxmlformats.org/officeDocument/2006/relationships/tags" Target="../tags/tag107.xml"/><Relationship Id="rId6" Type="http://schemas.openxmlformats.org/officeDocument/2006/relationships/slideLayout" Target="../slideLayouts/slideLayout84.xml"/><Relationship Id="rId5" Type="http://schemas.openxmlformats.org/officeDocument/2006/relationships/tags" Target="../tags/tag111.xml"/><Relationship Id="rId4" Type="http://schemas.openxmlformats.org/officeDocument/2006/relationships/tags" Target="../tags/tag110.xml"/></Relationships>
</file>

<file path=ppt/slides/_rels/slide26.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19.xml"/><Relationship Id="rId1" Type="http://schemas.openxmlformats.org/officeDocument/2006/relationships/slideLayout" Target="../slideLayouts/slideLayout84.xml"/></Relationships>
</file>

<file path=ppt/slides/_rels/slide27.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20.xml"/><Relationship Id="rId1" Type="http://schemas.openxmlformats.org/officeDocument/2006/relationships/slideLayout" Target="../slideLayouts/slideLayout84.xml"/></Relationships>
</file>

<file path=ppt/slides/_rels/slide28.xml.rels><?xml version="1.0" encoding="UTF-8" standalone="yes"?>
<Relationships xmlns="http://schemas.openxmlformats.org/package/2006/relationships"><Relationship Id="rId3" Type="http://schemas.openxmlformats.org/officeDocument/2006/relationships/tags" Target="../tags/tag114.xml"/><Relationship Id="rId7" Type="http://schemas.openxmlformats.org/officeDocument/2006/relationships/notesSlide" Target="../notesSlides/notesSlide21.xml"/><Relationship Id="rId2" Type="http://schemas.openxmlformats.org/officeDocument/2006/relationships/tags" Target="../tags/tag113.xml"/><Relationship Id="rId1" Type="http://schemas.openxmlformats.org/officeDocument/2006/relationships/tags" Target="../tags/tag112.xml"/><Relationship Id="rId6" Type="http://schemas.openxmlformats.org/officeDocument/2006/relationships/slideLayout" Target="../slideLayouts/slideLayout84.xml"/><Relationship Id="rId5" Type="http://schemas.openxmlformats.org/officeDocument/2006/relationships/tags" Target="../tags/tag116.xml"/><Relationship Id="rId4" Type="http://schemas.openxmlformats.org/officeDocument/2006/relationships/tags" Target="../tags/tag115.xml"/></Relationships>
</file>

<file path=ppt/slides/_rels/slide29.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notesSlide" Target="../notesSlides/notesSlide22.xml"/><Relationship Id="rId1" Type="http://schemas.openxmlformats.org/officeDocument/2006/relationships/slideLayout" Target="../slideLayouts/slideLayout84.xml"/><Relationship Id="rId4" Type="http://schemas.openxmlformats.org/officeDocument/2006/relationships/image" Target="../media/image50.png"/></Relationships>
</file>

<file path=ppt/slides/_rels/slide30.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notesSlide" Target="../notesSlides/notesSlide23.xml"/><Relationship Id="rId1" Type="http://schemas.openxmlformats.org/officeDocument/2006/relationships/slideLayout" Target="../slideLayouts/slideLayout84.xml"/><Relationship Id="rId4" Type="http://schemas.openxmlformats.org/officeDocument/2006/relationships/image" Target="../media/image52.png"/></Relationships>
</file>

<file path=ppt/slides/_rels/slide31.xml.rels><?xml version="1.0" encoding="UTF-8" standalone="yes"?>
<Relationships xmlns="http://schemas.openxmlformats.org/package/2006/relationships"><Relationship Id="rId3" Type="http://schemas.openxmlformats.org/officeDocument/2006/relationships/oleObject" Target="../embeddings/oleObject31.bin"/><Relationship Id="rId2" Type="http://schemas.openxmlformats.org/officeDocument/2006/relationships/slideLayout" Target="../slideLayouts/slideLayout19.xml"/><Relationship Id="rId1" Type="http://schemas.openxmlformats.org/officeDocument/2006/relationships/tags" Target="../tags/tag117.xml"/><Relationship Id="rId4" Type="http://schemas.openxmlformats.org/officeDocument/2006/relationships/image" Target="../media/image1.emf"/></Relationships>
</file>

<file path=ppt/slides/_rels/slide32.xml.rels><?xml version="1.0" encoding="UTF-8" standalone="yes"?>
<Relationships xmlns="http://schemas.openxmlformats.org/package/2006/relationships"><Relationship Id="rId8" Type="http://schemas.openxmlformats.org/officeDocument/2006/relationships/notesSlide" Target="../notesSlides/notesSlide24.xml"/><Relationship Id="rId3" Type="http://schemas.openxmlformats.org/officeDocument/2006/relationships/tags" Target="../tags/tag120.xml"/><Relationship Id="rId7" Type="http://schemas.openxmlformats.org/officeDocument/2006/relationships/slideLayout" Target="../slideLayouts/slideLayout9.xml"/><Relationship Id="rId2" Type="http://schemas.openxmlformats.org/officeDocument/2006/relationships/tags" Target="../tags/tag119.xml"/><Relationship Id="rId1" Type="http://schemas.openxmlformats.org/officeDocument/2006/relationships/tags" Target="../tags/tag118.xml"/><Relationship Id="rId6" Type="http://schemas.openxmlformats.org/officeDocument/2006/relationships/tags" Target="../tags/tag123.xml"/><Relationship Id="rId5" Type="http://schemas.openxmlformats.org/officeDocument/2006/relationships/tags" Target="../tags/tag122.xml"/><Relationship Id="rId4" Type="http://schemas.openxmlformats.org/officeDocument/2006/relationships/tags" Target="../tags/tag121.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37.xml.rels><?xml version="1.0" encoding="UTF-8" standalone="yes"?>
<Relationships xmlns="http://schemas.openxmlformats.org/package/2006/relationships"><Relationship Id="rId3" Type="http://schemas.openxmlformats.org/officeDocument/2006/relationships/oleObject" Target="../embeddings/oleObject31.bin"/><Relationship Id="rId2" Type="http://schemas.openxmlformats.org/officeDocument/2006/relationships/slideLayout" Target="../slideLayouts/slideLayout19.xml"/><Relationship Id="rId1" Type="http://schemas.openxmlformats.org/officeDocument/2006/relationships/tags" Target="../tags/tag124.xml"/><Relationship Id="rId4" Type="http://schemas.openxmlformats.org/officeDocument/2006/relationships/image" Target="../media/image1.emf"/></Relationships>
</file>

<file path=ppt/slides/_rels/slide38.xml.rels><?xml version="1.0" encoding="UTF-8" standalone="yes"?>
<Relationships xmlns="http://schemas.openxmlformats.org/package/2006/relationships"><Relationship Id="rId8" Type="http://schemas.openxmlformats.org/officeDocument/2006/relationships/notesSlide" Target="../notesSlides/notesSlide25.xml"/><Relationship Id="rId3" Type="http://schemas.openxmlformats.org/officeDocument/2006/relationships/tags" Target="../tags/tag127.xml"/><Relationship Id="rId7" Type="http://schemas.openxmlformats.org/officeDocument/2006/relationships/slideLayout" Target="../slideLayouts/slideLayout9.xml"/><Relationship Id="rId2" Type="http://schemas.openxmlformats.org/officeDocument/2006/relationships/tags" Target="../tags/tag126.xml"/><Relationship Id="rId1" Type="http://schemas.openxmlformats.org/officeDocument/2006/relationships/tags" Target="../tags/tag125.xml"/><Relationship Id="rId6" Type="http://schemas.openxmlformats.org/officeDocument/2006/relationships/tags" Target="../tags/tag130.xml"/><Relationship Id="rId5" Type="http://schemas.openxmlformats.org/officeDocument/2006/relationships/tags" Target="../tags/tag129.xml"/><Relationship Id="rId4" Type="http://schemas.openxmlformats.org/officeDocument/2006/relationships/tags" Target="../tags/tag128.xml"/><Relationship Id="rId9" Type="http://schemas.microsoft.com/office/2018/10/relationships/comments" Target="../comments/modernComment_7FFE5E7F_F78D4639.xml"/></Relationships>
</file>

<file path=ppt/slides/_rels/slide39.xml.rels><?xml version="1.0" encoding="UTF-8" standalone="yes"?>
<Relationships xmlns="http://schemas.openxmlformats.org/package/2006/relationships"><Relationship Id="rId3" Type="http://schemas.openxmlformats.org/officeDocument/2006/relationships/image" Target="../media/image53.png"/><Relationship Id="rId7" Type="http://schemas.openxmlformats.org/officeDocument/2006/relationships/image" Target="../media/image57.png"/><Relationship Id="rId2" Type="http://schemas.openxmlformats.org/officeDocument/2006/relationships/notesSlide" Target="../notesSlides/notesSlide26.xml"/><Relationship Id="rId1" Type="http://schemas.openxmlformats.org/officeDocument/2006/relationships/slideLayout" Target="../slideLayouts/slideLayout9.xml"/><Relationship Id="rId6" Type="http://schemas.openxmlformats.org/officeDocument/2006/relationships/image" Target="../media/image56.png"/><Relationship Id="rId5" Type="http://schemas.openxmlformats.org/officeDocument/2006/relationships/image" Target="../media/image55.png"/><Relationship Id="rId4" Type="http://schemas.openxmlformats.org/officeDocument/2006/relationships/image" Target="../media/image54.png"/></Relationships>
</file>

<file path=ppt/slides/_rels/slide40.xml.rels><?xml version="1.0" encoding="UTF-8" standalone="yes"?>
<Relationships xmlns="http://schemas.openxmlformats.org/package/2006/relationships"><Relationship Id="rId3" Type="http://schemas.openxmlformats.org/officeDocument/2006/relationships/image" Target="../media/image58.png"/><Relationship Id="rId7" Type="http://schemas.openxmlformats.org/officeDocument/2006/relationships/image" Target="../media/image62.png"/><Relationship Id="rId2" Type="http://schemas.openxmlformats.org/officeDocument/2006/relationships/notesSlide" Target="../notesSlides/notesSlide27.xml"/><Relationship Id="rId1" Type="http://schemas.openxmlformats.org/officeDocument/2006/relationships/slideLayout" Target="../slideLayouts/slideLayout9.xml"/><Relationship Id="rId6" Type="http://schemas.openxmlformats.org/officeDocument/2006/relationships/image" Target="../media/image61.png"/><Relationship Id="rId5" Type="http://schemas.openxmlformats.org/officeDocument/2006/relationships/image" Target="../media/image60.png"/><Relationship Id="rId4" Type="http://schemas.openxmlformats.org/officeDocument/2006/relationships/image" Target="../media/image59.png"/></Relationships>
</file>

<file path=ppt/slides/_rels/slide41.xml.rels><?xml version="1.0" encoding="UTF-8" standalone="yes"?>
<Relationships xmlns="http://schemas.openxmlformats.org/package/2006/relationships"><Relationship Id="rId3" Type="http://schemas.openxmlformats.org/officeDocument/2006/relationships/image" Target="../media/image63.png"/><Relationship Id="rId2" Type="http://schemas.openxmlformats.org/officeDocument/2006/relationships/notesSlide" Target="../notesSlides/notesSlide28.xml"/><Relationship Id="rId1" Type="http://schemas.openxmlformats.org/officeDocument/2006/relationships/slideLayout" Target="../slideLayouts/slideLayout9.xml"/><Relationship Id="rId4" Type="http://schemas.openxmlformats.org/officeDocument/2006/relationships/image" Target="../media/image64.png"/></Relationships>
</file>

<file path=ppt/slides/_rels/slide42.xml.rels><?xml version="1.0" encoding="UTF-8" standalone="yes"?>
<Relationships xmlns="http://schemas.openxmlformats.org/package/2006/relationships"><Relationship Id="rId3" Type="http://schemas.openxmlformats.org/officeDocument/2006/relationships/image" Target="../media/image65.png"/><Relationship Id="rId2" Type="http://schemas.openxmlformats.org/officeDocument/2006/relationships/notesSlide" Target="../notesSlides/notesSlide29.xml"/><Relationship Id="rId1" Type="http://schemas.openxmlformats.org/officeDocument/2006/relationships/slideLayout" Target="../slideLayouts/slideLayout9.xml"/><Relationship Id="rId4" Type="http://schemas.openxmlformats.org/officeDocument/2006/relationships/image" Target="../media/image66.png"/></Relationships>
</file>

<file path=ppt/slides/_rels/slide43.xml.rels><?xml version="1.0" encoding="UTF-8" standalone="yes"?>
<Relationships xmlns="http://schemas.openxmlformats.org/package/2006/relationships"><Relationship Id="rId8" Type="http://schemas.openxmlformats.org/officeDocument/2006/relationships/image" Target="../media/image71.png"/><Relationship Id="rId3" Type="http://schemas.openxmlformats.org/officeDocument/2006/relationships/notesSlide" Target="../notesSlides/notesSlide30.xml"/><Relationship Id="rId7" Type="http://schemas.openxmlformats.org/officeDocument/2006/relationships/image" Target="../media/image70.png"/><Relationship Id="rId2" Type="http://schemas.openxmlformats.org/officeDocument/2006/relationships/slideLayout" Target="../slideLayouts/slideLayout9.xml"/><Relationship Id="rId1" Type="http://schemas.openxmlformats.org/officeDocument/2006/relationships/themeOverride" Target="../theme/themeOverride1.xml"/><Relationship Id="rId6" Type="http://schemas.openxmlformats.org/officeDocument/2006/relationships/image" Target="../media/image69.png"/><Relationship Id="rId5" Type="http://schemas.openxmlformats.org/officeDocument/2006/relationships/image" Target="../media/image68.png"/><Relationship Id="rId4" Type="http://schemas.openxmlformats.org/officeDocument/2006/relationships/image" Target="../media/image67.png"/><Relationship Id="rId9" Type="http://schemas.openxmlformats.org/officeDocument/2006/relationships/image" Target="../media/image72.png"/></Relationships>
</file>

<file path=ppt/slides/_rels/slide44.xml.rels><?xml version="1.0" encoding="UTF-8" standalone="yes"?>
<Relationships xmlns="http://schemas.openxmlformats.org/package/2006/relationships"><Relationship Id="rId3" Type="http://schemas.openxmlformats.org/officeDocument/2006/relationships/notesSlide" Target="../notesSlides/notesSlide31.xml"/><Relationship Id="rId2" Type="http://schemas.openxmlformats.org/officeDocument/2006/relationships/slideLayout" Target="../slideLayouts/slideLayout9.xml"/><Relationship Id="rId1" Type="http://schemas.openxmlformats.org/officeDocument/2006/relationships/themeOverride" Target="../theme/themeOverride2.xml"/><Relationship Id="rId4" Type="http://schemas.openxmlformats.org/officeDocument/2006/relationships/image" Target="../media/image73.png"/></Relationships>
</file>

<file path=ppt/slides/_rels/slide45.xml.rels><?xml version="1.0" encoding="UTF-8" standalone="yes"?>
<Relationships xmlns="http://schemas.openxmlformats.org/package/2006/relationships"><Relationship Id="rId3" Type="http://schemas.openxmlformats.org/officeDocument/2006/relationships/image" Target="../media/image74.png"/><Relationship Id="rId2" Type="http://schemas.openxmlformats.org/officeDocument/2006/relationships/notesSlide" Target="../notesSlides/notesSlide32.xml"/><Relationship Id="rId1" Type="http://schemas.openxmlformats.org/officeDocument/2006/relationships/slideLayout" Target="../slideLayouts/slideLayout9.xml"/><Relationship Id="rId5" Type="http://schemas.openxmlformats.org/officeDocument/2006/relationships/image" Target="../media/image76.png"/><Relationship Id="rId4" Type="http://schemas.openxmlformats.org/officeDocument/2006/relationships/image" Target="../media/image75.png"/></Relationships>
</file>

<file path=ppt/slides/_rels/slide46.xml.rels><?xml version="1.0" encoding="UTF-8" standalone="yes"?>
<Relationships xmlns="http://schemas.openxmlformats.org/package/2006/relationships"><Relationship Id="rId3" Type="http://schemas.openxmlformats.org/officeDocument/2006/relationships/image" Target="../media/image77.png"/><Relationship Id="rId2" Type="http://schemas.openxmlformats.org/officeDocument/2006/relationships/notesSlide" Target="../notesSlides/notesSlide33.xml"/><Relationship Id="rId1" Type="http://schemas.openxmlformats.org/officeDocument/2006/relationships/slideLayout" Target="../slideLayouts/slideLayout9.xml"/><Relationship Id="rId6" Type="http://schemas.openxmlformats.org/officeDocument/2006/relationships/image" Target="../media/image79.png"/><Relationship Id="rId5" Type="http://schemas.openxmlformats.org/officeDocument/2006/relationships/image" Target="../media/image78.png"/><Relationship Id="rId4" Type="http://schemas.openxmlformats.org/officeDocument/2006/relationships/image" Target="../media/image63.png"/></Relationships>
</file>

<file path=ppt/slides/_rels/slide47.xml.rels><?xml version="1.0" encoding="UTF-8" standalone="yes"?>
<Relationships xmlns="http://schemas.openxmlformats.org/package/2006/relationships"><Relationship Id="rId3" Type="http://schemas.openxmlformats.org/officeDocument/2006/relationships/image" Target="../media/image80.png"/><Relationship Id="rId2" Type="http://schemas.openxmlformats.org/officeDocument/2006/relationships/notesSlide" Target="../notesSlides/notesSlide34.xml"/><Relationship Id="rId1" Type="http://schemas.openxmlformats.org/officeDocument/2006/relationships/slideLayout" Target="../slideLayouts/slideLayout9.xml"/></Relationships>
</file>

<file path=ppt/slides/_rels/slide48.xml.rels><?xml version="1.0" encoding="UTF-8" standalone="yes"?>
<Relationships xmlns="http://schemas.openxmlformats.org/package/2006/relationships"><Relationship Id="rId3" Type="http://schemas.openxmlformats.org/officeDocument/2006/relationships/image" Target="../media/image81.png"/><Relationship Id="rId2" Type="http://schemas.openxmlformats.org/officeDocument/2006/relationships/notesSlide" Target="../notesSlides/notesSlide35.xml"/><Relationship Id="rId1" Type="http://schemas.openxmlformats.org/officeDocument/2006/relationships/slideLayout" Target="../slideLayouts/slideLayout9.xml"/></Relationships>
</file>

<file path=ppt/slides/_rels/slide49.xml.rels><?xml version="1.0" encoding="UTF-8" standalone="yes"?>
<Relationships xmlns="http://schemas.openxmlformats.org/package/2006/relationships"><Relationship Id="rId3" Type="http://schemas.openxmlformats.org/officeDocument/2006/relationships/image" Target="../media/image82.png"/><Relationship Id="rId2" Type="http://schemas.openxmlformats.org/officeDocument/2006/relationships/notesSlide" Target="../notesSlides/notesSlide36.xml"/><Relationship Id="rId1" Type="http://schemas.openxmlformats.org/officeDocument/2006/relationships/slideLayout" Target="../slideLayouts/slideLayout9.xml"/></Relationships>
</file>

<file path=ppt/slides/_rels/slide50.xml.rels><?xml version="1.0" encoding="UTF-8" standalone="yes"?>
<Relationships xmlns="http://schemas.openxmlformats.org/package/2006/relationships"><Relationship Id="rId3" Type="http://schemas.openxmlformats.org/officeDocument/2006/relationships/image" Target="../media/image83.png"/><Relationship Id="rId2" Type="http://schemas.openxmlformats.org/officeDocument/2006/relationships/notesSlide" Target="../notesSlides/notesSlide37.xml"/><Relationship Id="rId1" Type="http://schemas.openxmlformats.org/officeDocument/2006/relationships/slideLayout" Target="../slideLayouts/slideLayout9.xml"/></Relationships>
</file>

<file path=ppt/slides/_rels/slide51.xml.rels><?xml version="1.0" encoding="UTF-8" standalone="yes"?>
<Relationships xmlns="http://schemas.openxmlformats.org/package/2006/relationships"><Relationship Id="rId3" Type="http://schemas.openxmlformats.org/officeDocument/2006/relationships/image" Target="../media/image84.png"/><Relationship Id="rId2" Type="http://schemas.openxmlformats.org/officeDocument/2006/relationships/notesSlide" Target="../notesSlides/notesSlide38.xml"/><Relationship Id="rId1" Type="http://schemas.openxmlformats.org/officeDocument/2006/relationships/slideLayout" Target="../slideLayouts/slideLayout9.xml"/></Relationships>
</file>

<file path=ppt/slides/_rels/slide52.xml.rels><?xml version="1.0" encoding="UTF-8" standalone="yes"?>
<Relationships xmlns="http://schemas.openxmlformats.org/package/2006/relationships"><Relationship Id="rId3" Type="http://schemas.openxmlformats.org/officeDocument/2006/relationships/image" Target="../media/image85.png"/><Relationship Id="rId2" Type="http://schemas.openxmlformats.org/officeDocument/2006/relationships/notesSlide" Target="../notesSlides/notesSlide39.xml"/><Relationship Id="rId1" Type="http://schemas.openxmlformats.org/officeDocument/2006/relationships/slideLayout" Target="../slideLayouts/slideLayout9.xml"/><Relationship Id="rId5" Type="http://schemas.openxmlformats.org/officeDocument/2006/relationships/image" Target="../media/image87.png"/><Relationship Id="rId4" Type="http://schemas.openxmlformats.org/officeDocument/2006/relationships/image" Target="../media/image86.png"/></Relationships>
</file>

<file path=ppt/slides/_rels/slide53.xml.rels><?xml version="1.0" encoding="UTF-8" standalone="yes"?>
<Relationships xmlns="http://schemas.openxmlformats.org/package/2006/relationships"><Relationship Id="rId3" Type="http://schemas.openxmlformats.org/officeDocument/2006/relationships/image" Target="../media/image88.png"/><Relationship Id="rId2" Type="http://schemas.openxmlformats.org/officeDocument/2006/relationships/notesSlide" Target="../notesSlides/notesSlide40.xml"/><Relationship Id="rId1" Type="http://schemas.openxmlformats.org/officeDocument/2006/relationships/slideLayout" Target="../slideLayouts/slideLayout9.xml"/></Relationships>
</file>

<file path=ppt/slides/_rels/slide54.xml.rels><?xml version="1.0" encoding="UTF-8" standalone="yes"?>
<Relationships xmlns="http://schemas.openxmlformats.org/package/2006/relationships"><Relationship Id="rId3" Type="http://schemas.openxmlformats.org/officeDocument/2006/relationships/image" Target="../media/image89.png"/><Relationship Id="rId2" Type="http://schemas.openxmlformats.org/officeDocument/2006/relationships/notesSlide" Target="../notesSlides/notesSlide41.xml"/><Relationship Id="rId1" Type="http://schemas.openxmlformats.org/officeDocument/2006/relationships/slideLayout" Target="../slideLayouts/slideLayout9.xml"/></Relationships>
</file>

<file path=ppt/slides/_rels/slide55.xml.rels><?xml version="1.0" encoding="UTF-8" standalone="yes"?>
<Relationships xmlns="http://schemas.openxmlformats.org/package/2006/relationships"><Relationship Id="rId3" Type="http://schemas.openxmlformats.org/officeDocument/2006/relationships/image" Target="../media/image90.png"/><Relationship Id="rId2" Type="http://schemas.openxmlformats.org/officeDocument/2006/relationships/notesSlide" Target="../notesSlides/notesSlide42.xml"/><Relationship Id="rId1" Type="http://schemas.openxmlformats.org/officeDocument/2006/relationships/slideLayout" Target="../slideLayouts/slideLayout9.xml"/><Relationship Id="rId4" Type="http://schemas.openxmlformats.org/officeDocument/2006/relationships/image" Target="../media/image91.png"/></Relationships>
</file>

<file path=ppt/slides/_rels/slide56.xml.rels><?xml version="1.0" encoding="UTF-8" standalone="yes"?>
<Relationships xmlns="http://schemas.openxmlformats.org/package/2006/relationships"><Relationship Id="rId3" Type="http://schemas.openxmlformats.org/officeDocument/2006/relationships/image" Target="../media/image92.png"/><Relationship Id="rId2" Type="http://schemas.openxmlformats.org/officeDocument/2006/relationships/notesSlide" Target="../notesSlides/notesSlide43.xml"/><Relationship Id="rId1" Type="http://schemas.openxmlformats.org/officeDocument/2006/relationships/slideLayout" Target="../slideLayouts/slideLayout9.xml"/></Relationships>
</file>

<file path=ppt/slides/_rels/slide57.xml.rels><?xml version="1.0" encoding="UTF-8" standalone="yes"?>
<Relationships xmlns="http://schemas.openxmlformats.org/package/2006/relationships"><Relationship Id="rId3" Type="http://schemas.openxmlformats.org/officeDocument/2006/relationships/image" Target="../media/image93.png"/><Relationship Id="rId2" Type="http://schemas.openxmlformats.org/officeDocument/2006/relationships/notesSlide" Target="../notesSlides/notesSlide44.xml"/><Relationship Id="rId1" Type="http://schemas.openxmlformats.org/officeDocument/2006/relationships/slideLayout" Target="../slideLayouts/slideLayout9.xml"/></Relationships>
</file>

<file path=ppt/slides/_rels/slide58.xml.rels><?xml version="1.0" encoding="UTF-8" standalone="yes"?>
<Relationships xmlns="http://schemas.openxmlformats.org/package/2006/relationships"><Relationship Id="rId3" Type="http://schemas.openxmlformats.org/officeDocument/2006/relationships/image" Target="../media/image94.png"/><Relationship Id="rId2" Type="http://schemas.openxmlformats.org/officeDocument/2006/relationships/notesSlide" Target="../notesSlides/notesSlide45.xml"/><Relationship Id="rId1" Type="http://schemas.openxmlformats.org/officeDocument/2006/relationships/slideLayout" Target="../slideLayouts/slideLayout9.xml"/><Relationship Id="rId4" Type="http://schemas.openxmlformats.org/officeDocument/2006/relationships/image" Target="../media/image95.png"/></Relationships>
</file>

<file path=ppt/slides/_rels/slide59.xml.rels><?xml version="1.0" encoding="UTF-8" standalone="yes"?>
<Relationships xmlns="http://schemas.openxmlformats.org/package/2006/relationships"><Relationship Id="rId3" Type="http://schemas.openxmlformats.org/officeDocument/2006/relationships/image" Target="../media/image96.png"/><Relationship Id="rId2" Type="http://schemas.openxmlformats.org/officeDocument/2006/relationships/notesSlide" Target="../notesSlides/notesSlide46.xml"/><Relationship Id="rId1" Type="http://schemas.openxmlformats.org/officeDocument/2006/relationships/slideLayout" Target="../slideLayouts/slideLayout9.xml"/></Relationships>
</file>

<file path=ppt/slides/_rels/slide60.xml.rels><?xml version="1.0" encoding="UTF-8" standalone="yes"?>
<Relationships xmlns="http://schemas.openxmlformats.org/package/2006/relationships"><Relationship Id="rId3" Type="http://schemas.openxmlformats.org/officeDocument/2006/relationships/image" Target="../media/image97.png"/><Relationship Id="rId2" Type="http://schemas.openxmlformats.org/officeDocument/2006/relationships/notesSlide" Target="../notesSlides/notesSlide47.xml"/><Relationship Id="rId1" Type="http://schemas.openxmlformats.org/officeDocument/2006/relationships/slideLayout" Target="../slideLayouts/slideLayout9.xml"/></Relationships>
</file>

<file path=ppt/slides/_rels/slide61.xml.rels><?xml version="1.0" encoding="UTF-8" standalone="yes"?>
<Relationships xmlns="http://schemas.openxmlformats.org/package/2006/relationships"><Relationship Id="rId3" Type="http://schemas.openxmlformats.org/officeDocument/2006/relationships/image" Target="../media/image98.png"/><Relationship Id="rId2" Type="http://schemas.openxmlformats.org/officeDocument/2006/relationships/notesSlide" Target="../notesSlides/notesSlide48.xml"/><Relationship Id="rId1" Type="http://schemas.openxmlformats.org/officeDocument/2006/relationships/slideLayout" Target="../slideLayouts/slideLayout9.xml"/><Relationship Id="rId6" Type="http://schemas.openxmlformats.org/officeDocument/2006/relationships/image" Target="../media/image101.png"/><Relationship Id="rId5" Type="http://schemas.openxmlformats.org/officeDocument/2006/relationships/image" Target="../media/image100.png"/><Relationship Id="rId4" Type="http://schemas.openxmlformats.org/officeDocument/2006/relationships/image" Target="../media/image99.png"/></Relationships>
</file>

<file path=ppt/slides/_rels/slide62.xml.rels><?xml version="1.0" encoding="UTF-8" standalone="yes"?>
<Relationships xmlns="http://schemas.openxmlformats.org/package/2006/relationships"><Relationship Id="rId3" Type="http://schemas.openxmlformats.org/officeDocument/2006/relationships/image" Target="../media/image102.png"/><Relationship Id="rId2" Type="http://schemas.openxmlformats.org/officeDocument/2006/relationships/notesSlide" Target="../notesSlides/notesSlide49.xml"/><Relationship Id="rId1" Type="http://schemas.openxmlformats.org/officeDocument/2006/relationships/slideLayout" Target="../slideLayouts/slideLayout9.xml"/><Relationship Id="rId5" Type="http://schemas.openxmlformats.org/officeDocument/2006/relationships/image" Target="../media/image104.png"/><Relationship Id="rId4" Type="http://schemas.openxmlformats.org/officeDocument/2006/relationships/image" Target="../media/image103.png"/></Relationships>
</file>

<file path=ppt/slides/_rels/slide63.xml.rels><?xml version="1.0" encoding="UTF-8" standalone="yes"?>
<Relationships xmlns="http://schemas.openxmlformats.org/package/2006/relationships"><Relationship Id="rId3" Type="http://schemas.openxmlformats.org/officeDocument/2006/relationships/image" Target="../media/image105.png"/><Relationship Id="rId2" Type="http://schemas.openxmlformats.org/officeDocument/2006/relationships/notesSlide" Target="../notesSlides/notesSlide50.xml"/><Relationship Id="rId1" Type="http://schemas.openxmlformats.org/officeDocument/2006/relationships/slideLayout" Target="../slideLayouts/slideLayout9.xml"/></Relationships>
</file>

<file path=ppt/slides/_rels/slide64.xml.rels><?xml version="1.0" encoding="UTF-8" standalone="yes"?>
<Relationships xmlns="http://schemas.openxmlformats.org/package/2006/relationships"><Relationship Id="rId3" Type="http://schemas.openxmlformats.org/officeDocument/2006/relationships/image" Target="../media/image106.png"/><Relationship Id="rId2" Type="http://schemas.openxmlformats.org/officeDocument/2006/relationships/notesSlide" Target="../notesSlides/notesSlide51.xml"/><Relationship Id="rId1" Type="http://schemas.openxmlformats.org/officeDocument/2006/relationships/slideLayout" Target="../slideLayouts/slideLayout9.xml"/><Relationship Id="rId4" Type="http://schemas.openxmlformats.org/officeDocument/2006/relationships/image" Target="../media/image107.png"/></Relationships>
</file>

<file path=ppt/slides/_rels/slide65.xml.rels><?xml version="1.0" encoding="UTF-8" standalone="yes"?>
<Relationships xmlns="http://schemas.openxmlformats.org/package/2006/relationships"><Relationship Id="rId3" Type="http://schemas.openxmlformats.org/officeDocument/2006/relationships/oleObject" Target="../embeddings/oleObject31.bin"/><Relationship Id="rId2" Type="http://schemas.openxmlformats.org/officeDocument/2006/relationships/slideLayout" Target="../slideLayouts/slideLayout95.xml"/><Relationship Id="rId1" Type="http://schemas.openxmlformats.org/officeDocument/2006/relationships/tags" Target="../tags/tag131.xml"/><Relationship Id="rId4" Type="http://schemas.openxmlformats.org/officeDocument/2006/relationships/image" Target="../media/image1.emf"/></Relationships>
</file>

<file path=ppt/slides/_rels/slide66.xml.rels><?xml version="1.0" encoding="UTF-8" standalone="yes"?>
<Relationships xmlns="http://schemas.openxmlformats.org/package/2006/relationships"><Relationship Id="rId3" Type="http://schemas.openxmlformats.org/officeDocument/2006/relationships/image" Target="../media/image108.png"/><Relationship Id="rId2" Type="http://schemas.openxmlformats.org/officeDocument/2006/relationships/notesSlide" Target="../notesSlides/notesSlide52.xml"/><Relationship Id="rId1" Type="http://schemas.openxmlformats.org/officeDocument/2006/relationships/slideLayout" Target="../slideLayouts/slideLayout122.xml"/><Relationship Id="rId5" Type="http://schemas.openxmlformats.org/officeDocument/2006/relationships/image" Target="../media/image110.png"/><Relationship Id="rId4" Type="http://schemas.openxmlformats.org/officeDocument/2006/relationships/image" Target="../media/image109.png"/></Relationships>
</file>

<file path=ppt/slides/_rels/slide67.xml.rels><?xml version="1.0" encoding="UTF-8" standalone="yes"?>
<Relationships xmlns="http://schemas.openxmlformats.org/package/2006/relationships"><Relationship Id="rId3" Type="http://schemas.openxmlformats.org/officeDocument/2006/relationships/image" Target="../media/image111.png"/><Relationship Id="rId2" Type="http://schemas.openxmlformats.org/officeDocument/2006/relationships/notesSlide" Target="../notesSlides/notesSlide53.xml"/><Relationship Id="rId1" Type="http://schemas.openxmlformats.org/officeDocument/2006/relationships/slideLayout" Target="../slideLayouts/slideLayout122.xml"/><Relationship Id="rId5" Type="http://schemas.openxmlformats.org/officeDocument/2006/relationships/image" Target="../media/image113.png"/><Relationship Id="rId4" Type="http://schemas.openxmlformats.org/officeDocument/2006/relationships/image" Target="../media/image112.png"/></Relationships>
</file>

<file path=ppt/slides/_rels/slide68.xml.rels><?xml version="1.0" encoding="UTF-8" standalone="yes"?>
<Relationships xmlns="http://schemas.openxmlformats.org/package/2006/relationships"><Relationship Id="rId3" Type="http://schemas.openxmlformats.org/officeDocument/2006/relationships/image" Target="../media/image114.png"/><Relationship Id="rId2" Type="http://schemas.openxmlformats.org/officeDocument/2006/relationships/notesSlide" Target="../notesSlides/notesSlide54.xml"/><Relationship Id="rId1" Type="http://schemas.openxmlformats.org/officeDocument/2006/relationships/slideLayout" Target="../slideLayouts/slideLayout122.xml"/><Relationship Id="rId5" Type="http://schemas.openxmlformats.org/officeDocument/2006/relationships/image" Target="../media/image116.png"/><Relationship Id="rId4" Type="http://schemas.openxmlformats.org/officeDocument/2006/relationships/image" Target="../media/image115.png"/></Relationships>
</file>

<file path=ppt/slides/_rels/slide69.xml.rels><?xml version="1.0" encoding="UTF-8" standalone="yes"?>
<Relationships xmlns="http://schemas.openxmlformats.org/package/2006/relationships"><Relationship Id="rId3" Type="http://schemas.openxmlformats.org/officeDocument/2006/relationships/image" Target="../media/image117.png"/><Relationship Id="rId2" Type="http://schemas.openxmlformats.org/officeDocument/2006/relationships/notesSlide" Target="../notesSlides/notesSlide55.xml"/><Relationship Id="rId1" Type="http://schemas.openxmlformats.org/officeDocument/2006/relationships/slideLayout" Target="../slideLayouts/slideLayout122.xml"/><Relationship Id="rId5" Type="http://schemas.openxmlformats.org/officeDocument/2006/relationships/image" Target="../media/image119.png"/><Relationship Id="rId4" Type="http://schemas.openxmlformats.org/officeDocument/2006/relationships/image" Target="../media/image118.png"/></Relationships>
</file>

<file path=ppt/slides/_rels/slide70.xml.rels><?xml version="1.0" encoding="UTF-8" standalone="yes"?>
<Relationships xmlns="http://schemas.openxmlformats.org/package/2006/relationships"><Relationship Id="rId3" Type="http://schemas.openxmlformats.org/officeDocument/2006/relationships/image" Target="../media/image120.png"/><Relationship Id="rId2" Type="http://schemas.openxmlformats.org/officeDocument/2006/relationships/notesSlide" Target="../notesSlides/notesSlide56.xml"/><Relationship Id="rId1" Type="http://schemas.openxmlformats.org/officeDocument/2006/relationships/slideLayout" Target="../slideLayouts/slideLayout122.xml"/><Relationship Id="rId4" Type="http://schemas.openxmlformats.org/officeDocument/2006/relationships/image" Target="../media/image121.png"/></Relationships>
</file>

<file path=ppt/slides/_rels/slide71.xml.rels><?xml version="1.0" encoding="UTF-8" standalone="yes"?>
<Relationships xmlns="http://schemas.openxmlformats.org/package/2006/relationships"><Relationship Id="rId3" Type="http://schemas.openxmlformats.org/officeDocument/2006/relationships/image" Target="../media/image63.png"/><Relationship Id="rId2" Type="http://schemas.openxmlformats.org/officeDocument/2006/relationships/notesSlide" Target="../notesSlides/notesSlide57.xml"/><Relationship Id="rId1" Type="http://schemas.openxmlformats.org/officeDocument/2006/relationships/slideLayout" Target="../slideLayouts/slideLayout122.xml"/><Relationship Id="rId4" Type="http://schemas.openxmlformats.org/officeDocument/2006/relationships/image" Target="../media/image122.png"/></Relationships>
</file>

<file path=ppt/slides/_rels/slide72.xml.rels><?xml version="1.0" encoding="UTF-8" standalone="yes"?>
<Relationships xmlns="http://schemas.openxmlformats.org/package/2006/relationships"><Relationship Id="rId3" Type="http://schemas.openxmlformats.org/officeDocument/2006/relationships/image" Target="../media/image123.png"/><Relationship Id="rId2" Type="http://schemas.openxmlformats.org/officeDocument/2006/relationships/notesSlide" Target="../notesSlides/notesSlide58.xml"/><Relationship Id="rId1" Type="http://schemas.openxmlformats.org/officeDocument/2006/relationships/slideLayout" Target="../slideLayouts/slideLayout122.xml"/><Relationship Id="rId4" Type="http://schemas.openxmlformats.org/officeDocument/2006/relationships/image" Target="../media/image124.png"/></Relationships>
</file>

<file path=ppt/slides/_rels/slide73.xml.rels><?xml version="1.0" encoding="UTF-8" standalone="yes"?>
<Relationships xmlns="http://schemas.openxmlformats.org/package/2006/relationships"><Relationship Id="rId3" Type="http://schemas.openxmlformats.org/officeDocument/2006/relationships/oleObject" Target="../embeddings/oleObject31.bin"/><Relationship Id="rId2" Type="http://schemas.openxmlformats.org/officeDocument/2006/relationships/slideLayout" Target="../slideLayouts/slideLayout19.xml"/><Relationship Id="rId1" Type="http://schemas.openxmlformats.org/officeDocument/2006/relationships/tags" Target="../tags/tag132.xml"/><Relationship Id="rId4" Type="http://schemas.openxmlformats.org/officeDocument/2006/relationships/image" Target="../media/image1.emf"/></Relationships>
</file>

<file path=ppt/slides/_rels/slide74.xml.rels><?xml version="1.0" encoding="UTF-8" standalone="yes"?>
<Relationships xmlns="http://schemas.openxmlformats.org/package/2006/relationships"><Relationship Id="rId8" Type="http://schemas.openxmlformats.org/officeDocument/2006/relationships/notesSlide" Target="../notesSlides/notesSlide59.xml"/><Relationship Id="rId3" Type="http://schemas.openxmlformats.org/officeDocument/2006/relationships/tags" Target="../tags/tag135.xml"/><Relationship Id="rId7" Type="http://schemas.openxmlformats.org/officeDocument/2006/relationships/slideLayout" Target="../slideLayouts/slideLayout9.xml"/><Relationship Id="rId2" Type="http://schemas.openxmlformats.org/officeDocument/2006/relationships/tags" Target="../tags/tag134.xml"/><Relationship Id="rId1" Type="http://schemas.openxmlformats.org/officeDocument/2006/relationships/tags" Target="../tags/tag133.xml"/><Relationship Id="rId6" Type="http://schemas.openxmlformats.org/officeDocument/2006/relationships/tags" Target="../tags/tag138.xml"/><Relationship Id="rId5" Type="http://schemas.openxmlformats.org/officeDocument/2006/relationships/tags" Target="../tags/tag137.xml"/><Relationship Id="rId4" Type="http://schemas.openxmlformats.org/officeDocument/2006/relationships/tags" Target="../tags/tag136.xml"/></Relationships>
</file>

<file path=ppt/slides/_rels/slide75.xml.rels><?xml version="1.0" encoding="UTF-8" standalone="yes"?>
<Relationships xmlns="http://schemas.openxmlformats.org/package/2006/relationships"><Relationship Id="rId3" Type="http://schemas.openxmlformats.org/officeDocument/2006/relationships/image" Target="../media/image125.png"/><Relationship Id="rId2" Type="http://schemas.openxmlformats.org/officeDocument/2006/relationships/notesSlide" Target="../notesSlides/notesSlide60.xml"/><Relationship Id="rId1" Type="http://schemas.openxmlformats.org/officeDocument/2006/relationships/slideLayout" Target="../slideLayouts/slideLayout9.xml"/></Relationships>
</file>

<file path=ppt/slides/_rels/slide76.xml.rels><?xml version="1.0" encoding="UTF-8" standalone="yes"?>
<Relationships xmlns="http://schemas.openxmlformats.org/package/2006/relationships"><Relationship Id="rId3" Type="http://schemas.openxmlformats.org/officeDocument/2006/relationships/image" Target="../media/image126.png"/><Relationship Id="rId2" Type="http://schemas.openxmlformats.org/officeDocument/2006/relationships/notesSlide" Target="../notesSlides/notesSlide61.xml"/><Relationship Id="rId1" Type="http://schemas.openxmlformats.org/officeDocument/2006/relationships/slideLayout" Target="../slideLayouts/slideLayout9.xml"/></Relationships>
</file>

<file path=ppt/slides/_rels/slide77.xml.rels><?xml version="1.0" encoding="UTF-8" standalone="yes"?>
<Relationships xmlns="http://schemas.openxmlformats.org/package/2006/relationships"><Relationship Id="rId3" Type="http://schemas.openxmlformats.org/officeDocument/2006/relationships/image" Target="../media/image127.png"/><Relationship Id="rId2" Type="http://schemas.openxmlformats.org/officeDocument/2006/relationships/notesSlide" Target="../notesSlides/notesSlide62.xml"/><Relationship Id="rId1" Type="http://schemas.openxmlformats.org/officeDocument/2006/relationships/slideLayout" Target="../slideLayouts/slideLayout9.xml"/><Relationship Id="rId5" Type="http://schemas.openxmlformats.org/officeDocument/2006/relationships/image" Target="../media/image129.png"/><Relationship Id="rId4" Type="http://schemas.openxmlformats.org/officeDocument/2006/relationships/image" Target="../media/image128.png"/></Relationships>
</file>

<file path=ppt/slides/_rels/slide78.xml.rels><?xml version="1.0" encoding="UTF-8" standalone="yes"?>
<Relationships xmlns="http://schemas.openxmlformats.org/package/2006/relationships"><Relationship Id="rId3" Type="http://schemas.openxmlformats.org/officeDocument/2006/relationships/image" Target="../media/image130.png"/><Relationship Id="rId2" Type="http://schemas.openxmlformats.org/officeDocument/2006/relationships/notesSlide" Target="../notesSlides/notesSlide63.xml"/><Relationship Id="rId1" Type="http://schemas.openxmlformats.org/officeDocument/2006/relationships/slideLayout" Target="../slideLayouts/slideLayout9.xml"/></Relationships>
</file>

<file path=ppt/slides/_rels/slide79.xml.rels><?xml version="1.0" encoding="UTF-8" standalone="yes"?>
<Relationships xmlns="http://schemas.openxmlformats.org/package/2006/relationships"><Relationship Id="rId3" Type="http://schemas.openxmlformats.org/officeDocument/2006/relationships/oleObject" Target="../embeddings/oleObject31.bin"/><Relationship Id="rId2" Type="http://schemas.openxmlformats.org/officeDocument/2006/relationships/slideLayout" Target="../slideLayouts/slideLayout19.xml"/><Relationship Id="rId1" Type="http://schemas.openxmlformats.org/officeDocument/2006/relationships/tags" Target="../tags/tag139.xml"/><Relationship Id="rId4" Type="http://schemas.openxmlformats.org/officeDocument/2006/relationships/image" Target="../media/image1.emf"/></Relationships>
</file>

<file path=ppt/slides/_rels/slide80.xml.rels><?xml version="1.0" encoding="UTF-8" standalone="yes"?>
<Relationships xmlns="http://schemas.openxmlformats.org/package/2006/relationships"><Relationship Id="rId8" Type="http://schemas.openxmlformats.org/officeDocument/2006/relationships/notesSlide" Target="../notesSlides/notesSlide64.xml"/><Relationship Id="rId3" Type="http://schemas.openxmlformats.org/officeDocument/2006/relationships/tags" Target="../tags/tag142.xml"/><Relationship Id="rId7" Type="http://schemas.openxmlformats.org/officeDocument/2006/relationships/slideLayout" Target="../slideLayouts/slideLayout9.xml"/><Relationship Id="rId2" Type="http://schemas.openxmlformats.org/officeDocument/2006/relationships/tags" Target="../tags/tag141.xml"/><Relationship Id="rId1" Type="http://schemas.openxmlformats.org/officeDocument/2006/relationships/tags" Target="../tags/tag140.xml"/><Relationship Id="rId6" Type="http://schemas.openxmlformats.org/officeDocument/2006/relationships/tags" Target="../tags/tag145.xml"/><Relationship Id="rId5" Type="http://schemas.openxmlformats.org/officeDocument/2006/relationships/tags" Target="../tags/tag144.xml"/><Relationship Id="rId4" Type="http://schemas.openxmlformats.org/officeDocument/2006/relationships/tags" Target="../tags/tag143.xml"/></Relationships>
</file>

<file path=ppt/slides/_rels/slide81.xml.rels><?xml version="1.0" encoding="UTF-8" standalone="yes"?>
<Relationships xmlns="http://schemas.openxmlformats.org/package/2006/relationships"><Relationship Id="rId3" Type="http://schemas.openxmlformats.org/officeDocument/2006/relationships/notesSlide" Target="../notesSlides/notesSlide65.xml"/><Relationship Id="rId2" Type="http://schemas.openxmlformats.org/officeDocument/2006/relationships/slideLayout" Target="../slideLayouts/slideLayout9.xml"/><Relationship Id="rId1" Type="http://schemas.openxmlformats.org/officeDocument/2006/relationships/themeOverride" Target="../theme/themeOverride3.xml"/><Relationship Id="rId6" Type="http://schemas.openxmlformats.org/officeDocument/2006/relationships/image" Target="../media/image133.png"/><Relationship Id="rId5" Type="http://schemas.openxmlformats.org/officeDocument/2006/relationships/image" Target="../media/image132.png"/><Relationship Id="rId4" Type="http://schemas.openxmlformats.org/officeDocument/2006/relationships/image" Target="../media/image131.png"/></Relationships>
</file>

<file path=ppt/slides/_rels/slide82.xml.rels><?xml version="1.0" encoding="UTF-8" standalone="yes"?>
<Relationships xmlns="http://schemas.openxmlformats.org/package/2006/relationships"><Relationship Id="rId3" Type="http://schemas.openxmlformats.org/officeDocument/2006/relationships/image" Target="../media/image134.png"/><Relationship Id="rId2" Type="http://schemas.openxmlformats.org/officeDocument/2006/relationships/notesSlide" Target="../notesSlides/notesSlide66.xml"/><Relationship Id="rId1" Type="http://schemas.openxmlformats.org/officeDocument/2006/relationships/slideLayout" Target="../slideLayouts/slideLayout9.xml"/></Relationships>
</file>

<file path=ppt/slides/_rels/slide83.xml.rels><?xml version="1.0" encoding="UTF-8" standalone="yes"?>
<Relationships xmlns="http://schemas.openxmlformats.org/package/2006/relationships"><Relationship Id="rId3" Type="http://schemas.openxmlformats.org/officeDocument/2006/relationships/image" Target="../media/image135.png"/><Relationship Id="rId2" Type="http://schemas.openxmlformats.org/officeDocument/2006/relationships/notesSlide" Target="../notesSlides/notesSlide67.xml"/><Relationship Id="rId1" Type="http://schemas.openxmlformats.org/officeDocument/2006/relationships/slideLayout" Target="../slideLayouts/slideLayout9.xml"/><Relationship Id="rId4" Type="http://schemas.openxmlformats.org/officeDocument/2006/relationships/image" Target="../media/image136.png"/></Relationships>
</file>

<file path=ppt/slides/_rels/slide84.xml.rels><?xml version="1.0" encoding="UTF-8" standalone="yes"?>
<Relationships xmlns="http://schemas.openxmlformats.org/package/2006/relationships"><Relationship Id="rId3" Type="http://schemas.openxmlformats.org/officeDocument/2006/relationships/image" Target="../media/image135.png"/><Relationship Id="rId2" Type="http://schemas.openxmlformats.org/officeDocument/2006/relationships/notesSlide" Target="../notesSlides/notesSlide68.xml"/><Relationship Id="rId1" Type="http://schemas.openxmlformats.org/officeDocument/2006/relationships/slideLayout" Target="../slideLayouts/slideLayout9.xml"/><Relationship Id="rId4" Type="http://schemas.openxmlformats.org/officeDocument/2006/relationships/image" Target="../media/image136.png"/></Relationships>
</file>

<file path=ppt/slides/_rels/slide85.xml.rels><?xml version="1.0" encoding="UTF-8" standalone="yes"?>
<Relationships xmlns="http://schemas.openxmlformats.org/package/2006/relationships"><Relationship Id="rId3" Type="http://schemas.openxmlformats.org/officeDocument/2006/relationships/image" Target="../media/image137.png"/><Relationship Id="rId2" Type="http://schemas.openxmlformats.org/officeDocument/2006/relationships/notesSlide" Target="../notesSlides/notesSlide69.xml"/><Relationship Id="rId1" Type="http://schemas.openxmlformats.org/officeDocument/2006/relationships/slideLayout" Target="../slideLayouts/slideLayout9.xml"/><Relationship Id="rId5" Type="http://schemas.openxmlformats.org/officeDocument/2006/relationships/image" Target="../media/image136.png"/><Relationship Id="rId4" Type="http://schemas.openxmlformats.org/officeDocument/2006/relationships/image" Target="../media/image138.png"/></Relationships>
</file>

<file path=ppt/slides/_rels/slide86.xml.rels><?xml version="1.0" encoding="UTF-8" standalone="yes"?>
<Relationships xmlns="http://schemas.openxmlformats.org/package/2006/relationships"><Relationship Id="rId3" Type="http://schemas.openxmlformats.org/officeDocument/2006/relationships/image" Target="../media/image139.png"/><Relationship Id="rId2" Type="http://schemas.openxmlformats.org/officeDocument/2006/relationships/notesSlide" Target="../notesSlides/notesSlide70.xml"/><Relationship Id="rId1" Type="http://schemas.openxmlformats.org/officeDocument/2006/relationships/slideLayout" Target="../slideLayouts/slideLayout9.xml"/><Relationship Id="rId4" Type="http://schemas.openxmlformats.org/officeDocument/2006/relationships/image" Target="../media/image140.png"/></Relationships>
</file>

<file path=ppt/slides/_rels/slide87.xml.rels><?xml version="1.0" encoding="UTF-8" standalone="yes"?>
<Relationships xmlns="http://schemas.openxmlformats.org/package/2006/relationships"><Relationship Id="rId3" Type="http://schemas.openxmlformats.org/officeDocument/2006/relationships/image" Target="../media/image139.png"/><Relationship Id="rId2" Type="http://schemas.openxmlformats.org/officeDocument/2006/relationships/notesSlide" Target="../notesSlides/notesSlide71.xml"/><Relationship Id="rId1" Type="http://schemas.openxmlformats.org/officeDocument/2006/relationships/slideLayout" Target="../slideLayouts/slideLayout9.xml"/></Relationships>
</file>

<file path=ppt/slides/_rels/slide88.xml.rels><?xml version="1.0" encoding="UTF-8" standalone="yes"?>
<Relationships xmlns="http://schemas.openxmlformats.org/package/2006/relationships"><Relationship Id="rId3" Type="http://schemas.openxmlformats.org/officeDocument/2006/relationships/image" Target="../media/image141.png"/><Relationship Id="rId2" Type="http://schemas.openxmlformats.org/officeDocument/2006/relationships/notesSlide" Target="../notesSlides/notesSlide72.xml"/><Relationship Id="rId1" Type="http://schemas.openxmlformats.org/officeDocument/2006/relationships/slideLayout" Target="../slideLayouts/slideLayout9.xml"/><Relationship Id="rId5" Type="http://schemas.openxmlformats.org/officeDocument/2006/relationships/image" Target="../media/image143.png"/><Relationship Id="rId4" Type="http://schemas.openxmlformats.org/officeDocument/2006/relationships/image" Target="../media/image142.png"/></Relationships>
</file>

<file path=ppt/slides/_rels/slide89.xml.rels><?xml version="1.0" encoding="UTF-8" standalone="yes"?>
<Relationships xmlns="http://schemas.openxmlformats.org/package/2006/relationships"><Relationship Id="rId3" Type="http://schemas.openxmlformats.org/officeDocument/2006/relationships/image" Target="../media/image144.png"/><Relationship Id="rId2" Type="http://schemas.openxmlformats.org/officeDocument/2006/relationships/notesSlide" Target="../notesSlides/notesSlide73.xml"/><Relationship Id="rId1" Type="http://schemas.openxmlformats.org/officeDocument/2006/relationships/slideLayout" Target="../slideLayouts/slideLayout9.xml"/><Relationship Id="rId4" Type="http://schemas.openxmlformats.org/officeDocument/2006/relationships/image" Target="../media/image145.png"/></Relationships>
</file>

<file path=ppt/slides/_rels/slide90.xml.rels><?xml version="1.0" encoding="UTF-8" standalone="yes"?>
<Relationships xmlns="http://schemas.openxmlformats.org/package/2006/relationships"><Relationship Id="rId3" Type="http://schemas.openxmlformats.org/officeDocument/2006/relationships/oleObject" Target="../embeddings/oleObject31.bin"/><Relationship Id="rId2" Type="http://schemas.openxmlformats.org/officeDocument/2006/relationships/slideLayout" Target="../slideLayouts/slideLayout19.xml"/><Relationship Id="rId1" Type="http://schemas.openxmlformats.org/officeDocument/2006/relationships/tags" Target="../tags/tag146.xml"/><Relationship Id="rId4" Type="http://schemas.openxmlformats.org/officeDocument/2006/relationships/image" Target="../media/image1.emf"/></Relationships>
</file>

<file path=ppt/slides/_rels/slide91.xml.rels><?xml version="1.0" encoding="UTF-8" standalone="yes"?>
<Relationships xmlns="http://schemas.openxmlformats.org/package/2006/relationships"><Relationship Id="rId8" Type="http://schemas.openxmlformats.org/officeDocument/2006/relationships/notesSlide" Target="../notesSlides/notesSlide74.xml"/><Relationship Id="rId3" Type="http://schemas.openxmlformats.org/officeDocument/2006/relationships/tags" Target="../tags/tag149.xml"/><Relationship Id="rId7" Type="http://schemas.openxmlformats.org/officeDocument/2006/relationships/slideLayout" Target="../slideLayouts/slideLayout9.xml"/><Relationship Id="rId2" Type="http://schemas.openxmlformats.org/officeDocument/2006/relationships/tags" Target="../tags/tag148.xml"/><Relationship Id="rId1" Type="http://schemas.openxmlformats.org/officeDocument/2006/relationships/tags" Target="../tags/tag147.xml"/><Relationship Id="rId6" Type="http://schemas.openxmlformats.org/officeDocument/2006/relationships/tags" Target="../tags/tag152.xml"/><Relationship Id="rId5" Type="http://schemas.openxmlformats.org/officeDocument/2006/relationships/tags" Target="../tags/tag151.xml"/><Relationship Id="rId4" Type="http://schemas.openxmlformats.org/officeDocument/2006/relationships/tags" Target="../tags/tag150.xml"/></Relationships>
</file>

<file path=ppt/slides/_rels/slide92.xml.rels><?xml version="1.0" encoding="UTF-8" standalone="yes"?>
<Relationships xmlns="http://schemas.openxmlformats.org/package/2006/relationships"><Relationship Id="rId3" Type="http://schemas.openxmlformats.org/officeDocument/2006/relationships/image" Target="../media/image146.png"/><Relationship Id="rId2" Type="http://schemas.openxmlformats.org/officeDocument/2006/relationships/notesSlide" Target="../notesSlides/notesSlide75.xml"/><Relationship Id="rId1" Type="http://schemas.openxmlformats.org/officeDocument/2006/relationships/slideLayout" Target="../slideLayouts/slideLayout9.xml"/></Relationships>
</file>

<file path=ppt/slides/_rels/slide93.xml.rels><?xml version="1.0" encoding="UTF-8" standalone="yes"?>
<Relationships xmlns="http://schemas.openxmlformats.org/package/2006/relationships"><Relationship Id="rId3" Type="http://schemas.openxmlformats.org/officeDocument/2006/relationships/image" Target="../media/image147.png"/><Relationship Id="rId2" Type="http://schemas.openxmlformats.org/officeDocument/2006/relationships/notesSlide" Target="../notesSlides/notesSlide76.xml"/><Relationship Id="rId1" Type="http://schemas.openxmlformats.org/officeDocument/2006/relationships/slideLayout" Target="../slideLayouts/slideLayout9.xml"/><Relationship Id="rId4" Type="http://schemas.openxmlformats.org/officeDocument/2006/relationships/image" Target="../media/image145.png"/></Relationships>
</file>

<file path=ppt/slides/_rels/slide94.xml.rels><?xml version="1.0" encoding="UTF-8" standalone="yes"?>
<Relationships xmlns="http://schemas.openxmlformats.org/package/2006/relationships"><Relationship Id="rId3" Type="http://schemas.openxmlformats.org/officeDocument/2006/relationships/oleObject" Target="../embeddings/oleObject31.bin"/><Relationship Id="rId2" Type="http://schemas.openxmlformats.org/officeDocument/2006/relationships/slideLayout" Target="../slideLayouts/slideLayout19.xml"/><Relationship Id="rId1" Type="http://schemas.openxmlformats.org/officeDocument/2006/relationships/tags" Target="../tags/tag153.xml"/><Relationship Id="rId4" Type="http://schemas.openxmlformats.org/officeDocument/2006/relationships/image" Target="../media/image1.emf"/></Relationships>
</file>

<file path=ppt/slides/_rels/slide95.xml.rels><?xml version="1.0" encoding="UTF-8" standalone="yes"?>
<Relationships xmlns="http://schemas.openxmlformats.org/package/2006/relationships"><Relationship Id="rId3" Type="http://schemas.openxmlformats.org/officeDocument/2006/relationships/oleObject" Target="../embeddings/oleObject32.bin"/><Relationship Id="rId2" Type="http://schemas.openxmlformats.org/officeDocument/2006/relationships/slideLayout" Target="../slideLayouts/slideLayout12.xml"/><Relationship Id="rId1" Type="http://schemas.openxmlformats.org/officeDocument/2006/relationships/tags" Target="../tags/tag154.xml"/><Relationship Id="rId4" Type="http://schemas.openxmlformats.org/officeDocument/2006/relationships/image" Target="../media/image148.emf"/></Relationships>
</file>

<file path=ppt/slides/_rels/slide96.xml.rels><?xml version="1.0" encoding="UTF-8" standalone="yes"?>
<Relationships xmlns="http://schemas.openxmlformats.org/package/2006/relationships"><Relationship Id="rId2" Type="http://schemas.openxmlformats.org/officeDocument/2006/relationships/image" Target="../media/image149.png"/><Relationship Id="rId1" Type="http://schemas.openxmlformats.org/officeDocument/2006/relationships/slideLayout" Target="../slideLayouts/slideLayout9.xml"/></Relationships>
</file>

<file path=ppt/slides/_rels/slide97.xml.rels><?xml version="1.0" encoding="UTF-8" standalone="yes"?>
<Relationships xmlns="http://schemas.openxmlformats.org/package/2006/relationships"><Relationship Id="rId3" Type="http://schemas.openxmlformats.org/officeDocument/2006/relationships/oleObject" Target="../embeddings/oleObject31.bin"/><Relationship Id="rId2" Type="http://schemas.openxmlformats.org/officeDocument/2006/relationships/slideLayout" Target="../slideLayouts/slideLayout19.xml"/><Relationship Id="rId1" Type="http://schemas.openxmlformats.org/officeDocument/2006/relationships/tags" Target="../tags/tag155.xml"/><Relationship Id="rId4" Type="http://schemas.openxmlformats.org/officeDocument/2006/relationships/image" Target="../media/image1.emf"/></Relationships>
</file>

<file path=ppt/slides/_rels/slide98.xml.rels><?xml version="1.0" encoding="UTF-8" standalone="yes"?>
<Relationships xmlns="http://schemas.openxmlformats.org/package/2006/relationships"><Relationship Id="rId8" Type="http://schemas.openxmlformats.org/officeDocument/2006/relationships/notesSlide" Target="../notesSlides/notesSlide77.xml"/><Relationship Id="rId3" Type="http://schemas.openxmlformats.org/officeDocument/2006/relationships/tags" Target="../tags/tag158.xml"/><Relationship Id="rId7" Type="http://schemas.openxmlformats.org/officeDocument/2006/relationships/slideLayout" Target="../slideLayouts/slideLayout9.xml"/><Relationship Id="rId2" Type="http://schemas.openxmlformats.org/officeDocument/2006/relationships/tags" Target="../tags/tag157.xml"/><Relationship Id="rId1" Type="http://schemas.openxmlformats.org/officeDocument/2006/relationships/tags" Target="../tags/tag156.xml"/><Relationship Id="rId6" Type="http://schemas.openxmlformats.org/officeDocument/2006/relationships/tags" Target="../tags/tag161.xml"/><Relationship Id="rId5" Type="http://schemas.openxmlformats.org/officeDocument/2006/relationships/tags" Target="../tags/tag160.xml"/><Relationship Id="rId4" Type="http://schemas.openxmlformats.org/officeDocument/2006/relationships/tags" Target="../tags/tag159.xml"/></Relationships>
</file>

<file path=ppt/slides/_rels/slide99.xml.rels><?xml version="1.0" encoding="UTF-8" standalone="yes"?>
<Relationships xmlns="http://schemas.openxmlformats.org/package/2006/relationships"><Relationship Id="rId3" Type="http://schemas.openxmlformats.org/officeDocument/2006/relationships/image" Target="../media/image150.png"/><Relationship Id="rId2" Type="http://schemas.openxmlformats.org/officeDocument/2006/relationships/notesSlide" Target="../notesSlides/notesSlide78.xml"/><Relationship Id="rId1" Type="http://schemas.openxmlformats.org/officeDocument/2006/relationships/slideLayout" Target="../slideLayouts/slideLayout9.xml"/><Relationship Id="rId4" Type="http://schemas.openxmlformats.org/officeDocument/2006/relationships/image" Target="../media/image151.png"/></Relationships>
</file>

<file path=ppt/slides/_rels/slide100.xml.rels><?xml version="1.0" encoding="UTF-8" standalone="yes"?>
<Relationships xmlns="http://schemas.openxmlformats.org/package/2006/relationships"><Relationship Id="rId3" Type="http://schemas.openxmlformats.org/officeDocument/2006/relationships/image" Target="../media/image152.png"/><Relationship Id="rId2" Type="http://schemas.openxmlformats.org/officeDocument/2006/relationships/notesSlide" Target="../notesSlides/notesSlide79.xml"/><Relationship Id="rId1" Type="http://schemas.openxmlformats.org/officeDocument/2006/relationships/slideLayout" Target="../slideLayouts/slideLayout9.xml"/><Relationship Id="rId4" Type="http://schemas.openxmlformats.org/officeDocument/2006/relationships/image" Target="../media/image153.png"/></Relationships>
</file>

<file path=ppt/slides/_rels/slide101.xml.rels><?xml version="1.0" encoding="UTF-8" standalone="yes"?>
<Relationships xmlns="http://schemas.openxmlformats.org/package/2006/relationships"><Relationship Id="rId3" Type="http://schemas.openxmlformats.org/officeDocument/2006/relationships/image" Target="../media/image154.png"/><Relationship Id="rId2" Type="http://schemas.openxmlformats.org/officeDocument/2006/relationships/notesSlide" Target="../notesSlides/notesSlide80.xml"/><Relationship Id="rId1" Type="http://schemas.openxmlformats.org/officeDocument/2006/relationships/slideLayout" Target="../slideLayouts/slideLayout9.xml"/><Relationship Id="rId4" Type="http://schemas.openxmlformats.org/officeDocument/2006/relationships/image" Target="../media/image155.png"/></Relationships>
</file>

<file path=ppt/slides/_rels/slide102.xml.rels><?xml version="1.0" encoding="UTF-8" standalone="yes"?>
<Relationships xmlns="http://schemas.openxmlformats.org/package/2006/relationships"><Relationship Id="rId3" Type="http://schemas.openxmlformats.org/officeDocument/2006/relationships/oleObject" Target="../embeddings/oleObject31.bin"/><Relationship Id="rId2" Type="http://schemas.openxmlformats.org/officeDocument/2006/relationships/slideLayout" Target="../slideLayouts/slideLayout19.xml"/><Relationship Id="rId1" Type="http://schemas.openxmlformats.org/officeDocument/2006/relationships/tags" Target="../tags/tag162.xml"/><Relationship Id="rId4" Type="http://schemas.openxmlformats.org/officeDocument/2006/relationships/image" Target="../media/image1.emf"/></Relationships>
</file>

<file path=ppt/slides/_rels/slide103.xml.rels><?xml version="1.0" encoding="UTF-8" standalone="yes"?>
<Relationships xmlns="http://schemas.openxmlformats.org/package/2006/relationships"><Relationship Id="rId3" Type="http://schemas.openxmlformats.org/officeDocument/2006/relationships/image" Target="../media/image156.png"/><Relationship Id="rId2" Type="http://schemas.openxmlformats.org/officeDocument/2006/relationships/notesSlide" Target="../notesSlides/notesSlide81.xml"/><Relationship Id="rId1" Type="http://schemas.openxmlformats.org/officeDocument/2006/relationships/slideLayout" Target="../slideLayouts/slideLayout9.xml"/></Relationships>
</file>

<file path=ppt/slides/_rels/slide104.xml.rels><?xml version="1.0" encoding="UTF-8" standalone="yes"?>
<Relationships xmlns="http://schemas.openxmlformats.org/package/2006/relationships"><Relationship Id="rId3" Type="http://schemas.openxmlformats.org/officeDocument/2006/relationships/image" Target="../media/image157.png"/><Relationship Id="rId2" Type="http://schemas.openxmlformats.org/officeDocument/2006/relationships/notesSlide" Target="../notesSlides/notesSlide82.xml"/><Relationship Id="rId1" Type="http://schemas.openxmlformats.org/officeDocument/2006/relationships/slideLayout" Target="../slideLayouts/slideLayout9.xml"/><Relationship Id="rId4" Type="http://schemas.openxmlformats.org/officeDocument/2006/relationships/image" Target="../media/image158.png"/></Relationships>
</file>

<file path=ppt/slides/_rels/slide105.xml.rels><?xml version="1.0" encoding="UTF-8" standalone="yes"?>
<Relationships xmlns="http://schemas.openxmlformats.org/package/2006/relationships"><Relationship Id="rId3" Type="http://schemas.openxmlformats.org/officeDocument/2006/relationships/image" Target="../media/image159.png"/><Relationship Id="rId2" Type="http://schemas.openxmlformats.org/officeDocument/2006/relationships/notesSlide" Target="../notesSlides/notesSlide83.xml"/><Relationship Id="rId1" Type="http://schemas.openxmlformats.org/officeDocument/2006/relationships/slideLayout" Target="../slideLayouts/slideLayout9.xml"/><Relationship Id="rId4" Type="http://schemas.openxmlformats.org/officeDocument/2006/relationships/image" Target="../media/image160.png"/></Relationships>
</file>

<file path=ppt/slides/_rels/slide106.xml.rels><?xml version="1.0" encoding="UTF-8" standalone="yes"?>
<Relationships xmlns="http://schemas.openxmlformats.org/package/2006/relationships"><Relationship Id="rId3" Type="http://schemas.openxmlformats.org/officeDocument/2006/relationships/image" Target="../media/image161.png"/><Relationship Id="rId2" Type="http://schemas.openxmlformats.org/officeDocument/2006/relationships/notesSlide" Target="../notesSlides/notesSlide84.xml"/><Relationship Id="rId1" Type="http://schemas.openxmlformats.org/officeDocument/2006/relationships/slideLayout" Target="../slideLayouts/slideLayout9.xml"/><Relationship Id="rId4" Type="http://schemas.openxmlformats.org/officeDocument/2006/relationships/image" Target="../media/image162.png"/></Relationships>
</file>

<file path=ppt/slides/_rels/slide107.xml.rels><?xml version="1.0" encoding="UTF-8" standalone="yes"?>
<Relationships xmlns="http://schemas.openxmlformats.org/package/2006/relationships"><Relationship Id="rId3" Type="http://schemas.openxmlformats.org/officeDocument/2006/relationships/hyperlink" Target="https://siemensgbs.service-now.com/esc?id=sc_cat_item&amp;sys_id=b51297671b94f510d3b5fe639b4bcbd8" TargetMode="External"/><Relationship Id="rId2" Type="http://schemas.openxmlformats.org/officeDocument/2006/relationships/notesSlide" Target="../notesSlides/notesSlide85.xml"/><Relationship Id="rId1" Type="http://schemas.openxmlformats.org/officeDocument/2006/relationships/slideLayout" Target="../slideLayouts/slideLayout9.xml"/><Relationship Id="rId5" Type="http://schemas.openxmlformats.org/officeDocument/2006/relationships/image" Target="../media/image164.png"/><Relationship Id="rId4" Type="http://schemas.openxmlformats.org/officeDocument/2006/relationships/image" Target="../media/image163.png"/></Relationships>
</file>

<file path=ppt/slides/_rels/slide108.xml.rels><?xml version="1.0" encoding="UTF-8" standalone="yes"?>
<Relationships xmlns="http://schemas.openxmlformats.org/package/2006/relationships"><Relationship Id="rId3" Type="http://schemas.openxmlformats.org/officeDocument/2006/relationships/image" Target="../media/image165.png"/><Relationship Id="rId2" Type="http://schemas.openxmlformats.org/officeDocument/2006/relationships/notesSlide" Target="../notesSlides/notesSlide86.xml"/><Relationship Id="rId1" Type="http://schemas.openxmlformats.org/officeDocument/2006/relationships/slideLayout" Target="../slideLayouts/slideLayout9.xml"/><Relationship Id="rId4" Type="http://schemas.openxmlformats.org/officeDocument/2006/relationships/image" Target="../media/image166.png"/></Relationships>
</file>

<file path=ppt/slides/_rels/slide109.xml.rels><?xml version="1.0" encoding="UTF-8" standalone="yes"?>
<Relationships xmlns="http://schemas.openxmlformats.org/package/2006/relationships"><Relationship Id="rId3" Type="http://schemas.openxmlformats.org/officeDocument/2006/relationships/image" Target="../media/image167.png"/><Relationship Id="rId2" Type="http://schemas.openxmlformats.org/officeDocument/2006/relationships/notesSlide" Target="../notesSlides/notesSlide87.xml"/><Relationship Id="rId1" Type="http://schemas.openxmlformats.org/officeDocument/2006/relationships/slideLayout" Target="../slideLayouts/slideLayout9.xml"/></Relationships>
</file>

<file path=ppt/slides/_rels/slide110.xml.rels><?xml version="1.0" encoding="UTF-8" standalone="yes"?>
<Relationships xmlns="http://schemas.openxmlformats.org/package/2006/relationships"><Relationship Id="rId3" Type="http://schemas.openxmlformats.org/officeDocument/2006/relationships/image" Target="../media/image168.png"/><Relationship Id="rId2" Type="http://schemas.openxmlformats.org/officeDocument/2006/relationships/notesSlide" Target="../notesSlides/notesSlide88.xml"/><Relationship Id="rId1" Type="http://schemas.openxmlformats.org/officeDocument/2006/relationships/slideLayout" Target="../slideLayouts/slideLayout9.xml"/><Relationship Id="rId4" Type="http://schemas.openxmlformats.org/officeDocument/2006/relationships/image" Target="../media/image169.png"/></Relationships>
</file>

<file path=ppt/slides/_rels/slide111.xml.rels><?xml version="1.0" encoding="UTF-8" standalone="yes"?>
<Relationships xmlns="http://schemas.openxmlformats.org/package/2006/relationships"><Relationship Id="rId3" Type="http://schemas.openxmlformats.org/officeDocument/2006/relationships/image" Target="../media/image170.png"/><Relationship Id="rId2" Type="http://schemas.openxmlformats.org/officeDocument/2006/relationships/notesSlide" Target="../notesSlides/notesSlide89.xml"/><Relationship Id="rId1" Type="http://schemas.openxmlformats.org/officeDocument/2006/relationships/slideLayout" Target="../slideLayouts/slideLayout9.xml"/></Relationships>
</file>

<file path=ppt/slides/_rels/slide112.xml.rels><?xml version="1.0" encoding="UTF-8" standalone="yes"?>
<Relationships xmlns="http://schemas.openxmlformats.org/package/2006/relationships"><Relationship Id="rId3" Type="http://schemas.openxmlformats.org/officeDocument/2006/relationships/oleObject" Target="../embeddings/oleObject31.bin"/><Relationship Id="rId2" Type="http://schemas.openxmlformats.org/officeDocument/2006/relationships/slideLayout" Target="../slideLayouts/slideLayout19.xml"/><Relationship Id="rId1" Type="http://schemas.openxmlformats.org/officeDocument/2006/relationships/tags" Target="../tags/tag163.xml"/><Relationship Id="rId4" Type="http://schemas.openxmlformats.org/officeDocument/2006/relationships/image" Target="../media/image1.emf"/></Relationships>
</file>

<file path=ppt/slides/_rels/slide113.xml.rels><?xml version="1.0" encoding="UTF-8" standalone="yes"?>
<Relationships xmlns="http://schemas.openxmlformats.org/package/2006/relationships"><Relationship Id="rId3" Type="http://schemas.openxmlformats.org/officeDocument/2006/relationships/image" Target="../media/image171.png"/><Relationship Id="rId2" Type="http://schemas.openxmlformats.org/officeDocument/2006/relationships/notesSlide" Target="../notesSlides/notesSlide90.xml"/><Relationship Id="rId1" Type="http://schemas.openxmlformats.org/officeDocument/2006/relationships/slideLayout" Target="../slideLayouts/slideLayout9.xml"/><Relationship Id="rId4" Type="http://schemas.openxmlformats.org/officeDocument/2006/relationships/image" Target="../media/image172.png"/></Relationships>
</file>

<file path=ppt/slides/_rels/slide114.xml.rels><?xml version="1.0" encoding="UTF-8" standalone="yes"?>
<Relationships xmlns="http://schemas.openxmlformats.org/package/2006/relationships"><Relationship Id="rId8" Type="http://schemas.openxmlformats.org/officeDocument/2006/relationships/tags" Target="../tags/tag171.xml"/><Relationship Id="rId3" Type="http://schemas.openxmlformats.org/officeDocument/2006/relationships/tags" Target="../tags/tag166.xml"/><Relationship Id="rId7" Type="http://schemas.openxmlformats.org/officeDocument/2006/relationships/tags" Target="../tags/tag170.xml"/><Relationship Id="rId12" Type="http://schemas.openxmlformats.org/officeDocument/2006/relationships/notesSlide" Target="../notesSlides/notesSlide91.xml"/><Relationship Id="rId2" Type="http://schemas.openxmlformats.org/officeDocument/2006/relationships/tags" Target="../tags/tag165.xml"/><Relationship Id="rId1" Type="http://schemas.openxmlformats.org/officeDocument/2006/relationships/tags" Target="../tags/tag164.xml"/><Relationship Id="rId6" Type="http://schemas.openxmlformats.org/officeDocument/2006/relationships/tags" Target="../tags/tag169.xml"/><Relationship Id="rId11" Type="http://schemas.openxmlformats.org/officeDocument/2006/relationships/slideLayout" Target="../slideLayouts/slideLayout9.xml"/><Relationship Id="rId5" Type="http://schemas.openxmlformats.org/officeDocument/2006/relationships/tags" Target="../tags/tag168.xml"/><Relationship Id="rId10" Type="http://schemas.openxmlformats.org/officeDocument/2006/relationships/tags" Target="../tags/tag173.xml"/><Relationship Id="rId4" Type="http://schemas.openxmlformats.org/officeDocument/2006/relationships/tags" Target="../tags/tag167.xml"/><Relationship Id="rId9" Type="http://schemas.openxmlformats.org/officeDocument/2006/relationships/tags" Target="../tags/tag172.xml"/></Relationships>
</file>

<file path=ppt/slides/_rels/slide115.xml.rels><?xml version="1.0" encoding="UTF-8" standalone="yes"?>
<Relationships xmlns="http://schemas.openxmlformats.org/package/2006/relationships"><Relationship Id="rId3" Type="http://schemas.openxmlformats.org/officeDocument/2006/relationships/image" Target="../media/image173.png"/><Relationship Id="rId2" Type="http://schemas.openxmlformats.org/officeDocument/2006/relationships/notesSlide" Target="../notesSlides/notesSlide92.xml"/><Relationship Id="rId1" Type="http://schemas.openxmlformats.org/officeDocument/2006/relationships/slideLayout" Target="../slideLayouts/slideLayout9.xml"/><Relationship Id="rId5" Type="http://schemas.openxmlformats.org/officeDocument/2006/relationships/image" Target="../media/image175.png"/><Relationship Id="rId4" Type="http://schemas.openxmlformats.org/officeDocument/2006/relationships/image" Target="../media/image174.png"/></Relationships>
</file>

<file path=ppt/slides/_rels/slide116.xml.rels><?xml version="1.0" encoding="UTF-8" standalone="yes"?>
<Relationships xmlns="http://schemas.openxmlformats.org/package/2006/relationships"><Relationship Id="rId3" Type="http://schemas.openxmlformats.org/officeDocument/2006/relationships/oleObject" Target="../embeddings/oleObject31.bin"/><Relationship Id="rId2" Type="http://schemas.openxmlformats.org/officeDocument/2006/relationships/slideLayout" Target="../slideLayouts/slideLayout19.xml"/><Relationship Id="rId1" Type="http://schemas.openxmlformats.org/officeDocument/2006/relationships/tags" Target="../tags/tag174.xml"/><Relationship Id="rId4" Type="http://schemas.openxmlformats.org/officeDocument/2006/relationships/image" Target="../media/image1.emf"/></Relationships>
</file>

<file path=ppt/slides/_rels/slide117.xml.rels><?xml version="1.0" encoding="UTF-8" standalone="yes"?>
<Relationships xmlns="http://schemas.openxmlformats.org/package/2006/relationships"><Relationship Id="rId3" Type="http://schemas.openxmlformats.org/officeDocument/2006/relationships/image" Target="../media/image176.png"/><Relationship Id="rId2" Type="http://schemas.openxmlformats.org/officeDocument/2006/relationships/notesSlide" Target="../notesSlides/notesSlide93.xml"/><Relationship Id="rId1" Type="http://schemas.openxmlformats.org/officeDocument/2006/relationships/slideLayout" Target="../slideLayouts/slideLayout9.xml"/></Relationships>
</file>

<file path=ppt/slides/_rels/slide118.xml.rels><?xml version="1.0" encoding="UTF-8" standalone="yes"?>
<Relationships xmlns="http://schemas.openxmlformats.org/package/2006/relationships"><Relationship Id="rId3" Type="http://schemas.openxmlformats.org/officeDocument/2006/relationships/image" Target="../media/image177.png"/><Relationship Id="rId2" Type="http://schemas.openxmlformats.org/officeDocument/2006/relationships/notesSlide" Target="../notesSlides/notesSlide94.xml"/><Relationship Id="rId1" Type="http://schemas.openxmlformats.org/officeDocument/2006/relationships/slideLayout" Target="../slideLayouts/slideLayout9.xml"/></Relationships>
</file>

<file path=ppt/slides/_rels/slide119.xml.rels><?xml version="1.0" encoding="UTF-8" standalone="yes"?>
<Relationships xmlns="http://schemas.openxmlformats.org/package/2006/relationships"><Relationship Id="rId3" Type="http://schemas.openxmlformats.org/officeDocument/2006/relationships/image" Target="../media/image178.png"/><Relationship Id="rId2" Type="http://schemas.openxmlformats.org/officeDocument/2006/relationships/notesSlide" Target="../notesSlides/notesSlide95.xml"/><Relationship Id="rId1" Type="http://schemas.openxmlformats.org/officeDocument/2006/relationships/slideLayout" Target="../slideLayouts/slideLayout9.xml"/></Relationships>
</file>

<file path=ppt/slides/_rels/slide120.xml.rels><?xml version="1.0" encoding="UTF-8" standalone="yes"?>
<Relationships xmlns="http://schemas.openxmlformats.org/package/2006/relationships"><Relationship Id="rId3" Type="http://schemas.openxmlformats.org/officeDocument/2006/relationships/image" Target="../media/image179.png"/><Relationship Id="rId2" Type="http://schemas.openxmlformats.org/officeDocument/2006/relationships/notesSlide" Target="../notesSlides/notesSlide96.xml"/><Relationship Id="rId1" Type="http://schemas.openxmlformats.org/officeDocument/2006/relationships/slideLayout" Target="../slideLayouts/slideLayout9.xml"/></Relationships>
</file>

<file path=ppt/slides/_rels/slide121.xml.rels><?xml version="1.0" encoding="UTF-8" standalone="yes"?>
<Relationships xmlns="http://schemas.openxmlformats.org/package/2006/relationships"><Relationship Id="rId3" Type="http://schemas.openxmlformats.org/officeDocument/2006/relationships/image" Target="../media/image180.png"/><Relationship Id="rId2" Type="http://schemas.openxmlformats.org/officeDocument/2006/relationships/notesSlide" Target="../notesSlides/notesSlide97.xml"/><Relationship Id="rId1" Type="http://schemas.openxmlformats.org/officeDocument/2006/relationships/slideLayout" Target="../slideLayouts/slideLayout9.xml"/><Relationship Id="rId4" Type="http://schemas.openxmlformats.org/officeDocument/2006/relationships/image" Target="../media/image181.png"/></Relationships>
</file>

<file path=ppt/slides/_rels/slide122.xml.rels><?xml version="1.0" encoding="UTF-8" standalone="yes"?>
<Relationships xmlns="http://schemas.openxmlformats.org/package/2006/relationships"><Relationship Id="rId3" Type="http://schemas.openxmlformats.org/officeDocument/2006/relationships/image" Target="../media/image182.png"/><Relationship Id="rId2" Type="http://schemas.openxmlformats.org/officeDocument/2006/relationships/notesSlide" Target="../notesSlides/notesSlide98.xml"/><Relationship Id="rId1" Type="http://schemas.openxmlformats.org/officeDocument/2006/relationships/slideLayout" Target="../slideLayouts/slideLayout9.xml"/></Relationships>
</file>

<file path=ppt/slides/_rels/slide123.xml.rels><?xml version="1.0" encoding="UTF-8" standalone="yes"?>
<Relationships xmlns="http://schemas.openxmlformats.org/package/2006/relationships"><Relationship Id="rId2" Type="http://schemas.openxmlformats.org/officeDocument/2006/relationships/notesSlide" Target="../notesSlides/notesSlide99.xml"/><Relationship Id="rId1" Type="http://schemas.openxmlformats.org/officeDocument/2006/relationships/slideLayout" Target="../slideLayouts/slideLayout9.xml"/></Relationships>
</file>

<file path=ppt/slides/_rels/slide124.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8.xml"/></Relationships>
</file>

<file path=ppt/slides/_rels/slide125.xml.rels><?xml version="1.0" encoding="UTF-8" standalone="yes"?>
<Relationships xmlns="http://schemas.openxmlformats.org/package/2006/relationships"><Relationship Id="rId3" Type="http://schemas.openxmlformats.org/officeDocument/2006/relationships/hyperlink" Target="https://siemensgbs.service-now.com/esc?id=emp_taxonomy_topic&amp;topic_id=4058e5251b299a100c061f44bb4bcb9f" TargetMode="External"/><Relationship Id="rId2" Type="http://schemas.microsoft.com/office/2018/10/relationships/comments" Target="../comments/modernComment_7FFE5EF1_AF86541A.xml"/><Relationship Id="rId1" Type="http://schemas.openxmlformats.org/officeDocument/2006/relationships/slideLayout" Target="../slideLayouts/slideLayout8.xml"/><Relationship Id="rId4" Type="http://schemas.openxmlformats.org/officeDocument/2006/relationships/image" Target="../media/image18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Tabelle 4">
            <a:extLst>
              <a:ext uri="{FF2B5EF4-FFF2-40B4-BE49-F238E27FC236}">
                <a16:creationId xmlns:a16="http://schemas.microsoft.com/office/drawing/2014/main" id="{B090CABB-6176-F374-8408-EBF7464F59DB}"/>
              </a:ext>
            </a:extLst>
          </p:cNvPr>
          <p:cNvGraphicFramePr>
            <a:graphicFrameLocks noGrp="1"/>
          </p:cNvGraphicFramePr>
          <p:nvPr>
            <p:extLst>
              <p:ext uri="{D42A27DB-BD31-4B8C-83A1-F6EECF244321}">
                <p14:modId xmlns:p14="http://schemas.microsoft.com/office/powerpoint/2010/main" val="3960463982"/>
              </p:ext>
            </p:extLst>
          </p:nvPr>
        </p:nvGraphicFramePr>
        <p:xfrm>
          <a:off x="409456" y="2540032"/>
          <a:ext cx="11443368" cy="3505337"/>
        </p:xfrm>
        <a:graphic>
          <a:graphicData uri="http://schemas.openxmlformats.org/drawingml/2006/table">
            <a:tbl>
              <a:tblPr firstRow="1" bandRow="1">
                <a:tableStyleId>{93296810-A885-4BE3-A3E7-6D5BEEA58F35}</a:tableStyleId>
              </a:tblPr>
              <a:tblGrid>
                <a:gridCol w="691375">
                  <a:extLst>
                    <a:ext uri="{9D8B030D-6E8A-4147-A177-3AD203B41FA5}">
                      <a16:colId xmlns:a16="http://schemas.microsoft.com/office/drawing/2014/main" val="1154502295"/>
                    </a:ext>
                  </a:extLst>
                </a:gridCol>
                <a:gridCol w="781235">
                  <a:extLst>
                    <a:ext uri="{9D8B030D-6E8A-4147-A177-3AD203B41FA5}">
                      <a16:colId xmlns:a16="http://schemas.microsoft.com/office/drawing/2014/main" val="4215773775"/>
                    </a:ext>
                  </a:extLst>
                </a:gridCol>
                <a:gridCol w="2914349">
                  <a:extLst>
                    <a:ext uri="{9D8B030D-6E8A-4147-A177-3AD203B41FA5}">
                      <a16:colId xmlns:a16="http://schemas.microsoft.com/office/drawing/2014/main" val="1459782918"/>
                    </a:ext>
                  </a:extLst>
                </a:gridCol>
                <a:gridCol w="1412658">
                  <a:extLst>
                    <a:ext uri="{9D8B030D-6E8A-4147-A177-3AD203B41FA5}">
                      <a16:colId xmlns:a16="http://schemas.microsoft.com/office/drawing/2014/main" val="1196279512"/>
                    </a:ext>
                  </a:extLst>
                </a:gridCol>
                <a:gridCol w="1270603">
                  <a:extLst>
                    <a:ext uri="{9D8B030D-6E8A-4147-A177-3AD203B41FA5}">
                      <a16:colId xmlns:a16="http://schemas.microsoft.com/office/drawing/2014/main" val="2292569891"/>
                    </a:ext>
                  </a:extLst>
                </a:gridCol>
                <a:gridCol w="1270603">
                  <a:extLst>
                    <a:ext uri="{9D8B030D-6E8A-4147-A177-3AD203B41FA5}">
                      <a16:colId xmlns:a16="http://schemas.microsoft.com/office/drawing/2014/main" val="846924958"/>
                    </a:ext>
                  </a:extLst>
                </a:gridCol>
                <a:gridCol w="3102545">
                  <a:extLst>
                    <a:ext uri="{9D8B030D-6E8A-4147-A177-3AD203B41FA5}">
                      <a16:colId xmlns:a16="http://schemas.microsoft.com/office/drawing/2014/main" val="2065581910"/>
                    </a:ext>
                  </a:extLst>
                </a:gridCol>
              </a:tblGrid>
              <a:tr h="353669">
                <a:tc>
                  <a:txBody>
                    <a:bodyPr/>
                    <a:lstStyle/>
                    <a:p>
                      <a:r>
                        <a:rPr lang="en-US" sz="1200" dirty="0"/>
                        <a:t>Status</a:t>
                      </a:r>
                    </a:p>
                  </a:txBody>
                  <a:tcPr/>
                </a:tc>
                <a:tc>
                  <a:txBody>
                    <a:bodyPr/>
                    <a:lstStyle/>
                    <a:p>
                      <a:r>
                        <a:rPr lang="en-US" sz="1200" dirty="0"/>
                        <a:t>Chapter</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t>Titel of slide </a:t>
                      </a:r>
                    </a:p>
                  </a:txBody>
                  <a:tcPr/>
                </a:tc>
                <a:tc>
                  <a:txBody>
                    <a:bodyPr/>
                    <a:lstStyle/>
                    <a:p>
                      <a:r>
                        <a:rPr lang="en-US" sz="1200" dirty="0"/>
                        <a:t>What is new</a:t>
                      </a:r>
                    </a:p>
                  </a:txBody>
                  <a:tcPr/>
                </a:tc>
                <a:tc>
                  <a:txBody>
                    <a:bodyPr/>
                    <a:lstStyle/>
                    <a:p>
                      <a:r>
                        <a:rPr lang="en-US" sz="1200" dirty="0"/>
                        <a:t>Responsible</a:t>
                      </a:r>
                    </a:p>
                  </a:txBody>
                  <a:tcPr/>
                </a:tc>
                <a:tc>
                  <a:txBody>
                    <a:bodyPr/>
                    <a:lstStyle/>
                    <a:p>
                      <a:r>
                        <a:rPr lang="en-US" sz="1200" dirty="0"/>
                        <a:t>Deadline</a:t>
                      </a:r>
                    </a:p>
                  </a:txBody>
                  <a:tcPr/>
                </a:tc>
                <a:tc>
                  <a:txBody>
                    <a:bodyPr/>
                    <a:lstStyle/>
                    <a:p>
                      <a:r>
                        <a:rPr lang="en-US" sz="1200" dirty="0"/>
                        <a:t>Comment</a:t>
                      </a:r>
                    </a:p>
                  </a:txBody>
                  <a:tcPr/>
                </a:tc>
                <a:extLst>
                  <a:ext uri="{0D108BD9-81ED-4DB2-BD59-A6C34878D82A}">
                    <a16:rowId xmlns:a16="http://schemas.microsoft.com/office/drawing/2014/main" val="4260332198"/>
                  </a:ext>
                </a:extLst>
              </a:tr>
              <a:tr h="560868">
                <a:tc>
                  <a:txBody>
                    <a:bodyPr/>
                    <a:lstStyle/>
                    <a:p>
                      <a:r>
                        <a:rPr lang="en-US" sz="1000" dirty="0">
                          <a:solidFill>
                            <a:schemeClr val="bg1"/>
                          </a:solidFill>
                        </a:rPr>
                        <a:t>open</a:t>
                      </a:r>
                    </a:p>
                  </a:txBody>
                  <a:tcPr/>
                </a:tc>
                <a:tc>
                  <a:txBody>
                    <a:bodyPr/>
                    <a:lstStyle/>
                    <a:p>
                      <a:r>
                        <a:rPr lang="en-US" sz="1000" dirty="0">
                          <a:solidFill>
                            <a:schemeClr val="bg1"/>
                          </a:solidFill>
                        </a:rPr>
                        <a:t>14 (new)</a:t>
                      </a:r>
                    </a:p>
                  </a:txBody>
                  <a:tcPr/>
                </a:tc>
                <a:tc>
                  <a:txBody>
                    <a:bodyPr/>
                    <a:lstStyle/>
                    <a:p>
                      <a:pPr marL="0" lvl="0" indent="0">
                        <a:buFont typeface="+mj-lt"/>
                        <a:buNone/>
                      </a:pPr>
                      <a:r>
                        <a:rPr lang="en-DE" sz="1000" kern="1200" dirty="0">
                          <a:solidFill>
                            <a:schemeClr val="dk1"/>
                          </a:solidFill>
                          <a:effectLst/>
                          <a:latin typeface="Arial"/>
                          <a:ea typeface="Times New Roman" panose="02020603050405020304" pitchFamily="18" charset="0"/>
                          <a:cs typeface="+mn-cs"/>
                        </a:rPr>
                        <a:t>PO change workflow</a:t>
                      </a:r>
                      <a:r>
                        <a:rPr lang="de-DE" sz="1000" kern="1200" dirty="0">
                          <a:solidFill>
                            <a:schemeClr val="dk1"/>
                          </a:solidFill>
                          <a:effectLst/>
                          <a:latin typeface="Arial"/>
                          <a:ea typeface="Times New Roman" panose="02020603050405020304" pitchFamily="18" charset="0"/>
                          <a:cs typeface="+mn-cs"/>
                        </a:rPr>
                        <a:t> (</a:t>
                      </a:r>
                      <a:r>
                        <a:rPr lang="de-DE" sz="1000" kern="1200" dirty="0" err="1">
                          <a:solidFill>
                            <a:schemeClr val="dk1"/>
                          </a:solidFill>
                          <a:effectLst/>
                          <a:latin typeface="Arial"/>
                          <a:ea typeface="Times New Roman" panose="02020603050405020304" pitchFamily="18" charset="0"/>
                          <a:cs typeface="+mn-cs"/>
                        </a:rPr>
                        <a:t>process</a:t>
                      </a:r>
                      <a:r>
                        <a:rPr lang="de-DE" sz="1000" kern="1200" dirty="0">
                          <a:solidFill>
                            <a:schemeClr val="dk1"/>
                          </a:solidFill>
                          <a:effectLst/>
                          <a:latin typeface="Arial"/>
                          <a:ea typeface="Times New Roman" panose="02020603050405020304" pitchFamily="18" charset="0"/>
                          <a:cs typeface="+mn-cs"/>
                        </a:rPr>
                        <a:t> update)</a:t>
                      </a:r>
                      <a:endParaRPr lang="en-US" sz="1000" kern="1200" dirty="0">
                        <a:solidFill>
                          <a:schemeClr val="dk1"/>
                        </a:solidFill>
                        <a:effectLst/>
                        <a:latin typeface="Arial"/>
                        <a:ea typeface="Times New Roman" panose="02020603050405020304" pitchFamily="18" charset="0"/>
                        <a:cs typeface="+mn-cs"/>
                      </a:endParaRPr>
                    </a:p>
                    <a:p>
                      <a:pPr marL="0" indent="0" algn="l" defTabSz="914400" rtl="0" eaLnBrk="1" latinLnBrk="0" hangingPunct="1">
                        <a:buNone/>
                      </a:pPr>
                      <a:endParaRPr lang="en-US" sz="1000" kern="1200" dirty="0">
                        <a:solidFill>
                          <a:schemeClr val="dk1"/>
                        </a:solidFill>
                        <a:latin typeface="+mn-lt"/>
                        <a:ea typeface="+mn-ea"/>
                        <a:cs typeface="+mn-cs"/>
                      </a:endParaRPr>
                    </a:p>
                  </a:txBody>
                  <a:tcPr/>
                </a:tc>
                <a:tc>
                  <a:txBody>
                    <a:bodyPr/>
                    <a:lstStyle/>
                    <a:p>
                      <a:pPr marL="0" indent="0" algn="l" defTabSz="914400" rtl="0" eaLnBrk="1" latinLnBrk="0" hangingPunct="1">
                        <a:buNone/>
                      </a:pPr>
                      <a:r>
                        <a:rPr lang="en-US" sz="1000" kern="1200" dirty="0">
                          <a:solidFill>
                            <a:schemeClr val="bg1"/>
                          </a:solidFill>
                          <a:latin typeface="+mn-lt"/>
                          <a:ea typeface="+mn-ea"/>
                          <a:cs typeface="+mn-cs"/>
                        </a:rPr>
                        <a:t>new chapter/slide</a:t>
                      </a:r>
                    </a:p>
                    <a:p>
                      <a:pPr marL="0" indent="0" algn="l" defTabSz="914400" rtl="0" eaLnBrk="1" latinLnBrk="0" hangingPunct="1">
                        <a:buNone/>
                      </a:pPr>
                      <a:endParaRPr lang="en-US" sz="1000" kern="1200">
                        <a:solidFill>
                          <a:schemeClr val="bg1"/>
                        </a:solidFill>
                        <a:latin typeface="+mn-lt"/>
                        <a:ea typeface="+mn-ea"/>
                        <a:cs typeface="+mn-cs"/>
                      </a:endParaRPr>
                    </a:p>
                  </a:txBody>
                  <a:tcPr/>
                </a:tc>
                <a:tc>
                  <a:txBody>
                    <a:bodyPr/>
                    <a:lstStyle/>
                    <a:p>
                      <a:pPr lvl="0">
                        <a:buNone/>
                      </a:pPr>
                      <a:r>
                        <a:rPr lang="en-US" sz="1000" b="0" i="0" u="none" strike="noStrike" noProof="0" dirty="0">
                          <a:solidFill>
                            <a:schemeClr val="bg1"/>
                          </a:solidFill>
                          <a:latin typeface="Arial"/>
                        </a:rPr>
                        <a:t>Ajit/Cristina</a:t>
                      </a:r>
                      <a:endParaRPr lang="en-US" dirty="0"/>
                    </a:p>
                  </a:txBody>
                  <a:tcPr/>
                </a:tc>
                <a:tc>
                  <a:txBody>
                    <a:bodyPr/>
                    <a:lstStyle/>
                    <a:p>
                      <a:pPr lvl="0" algn="l">
                        <a:lnSpc>
                          <a:spcPct val="100000"/>
                        </a:lnSpc>
                        <a:spcBef>
                          <a:spcPts val="0"/>
                        </a:spcBef>
                        <a:spcAft>
                          <a:spcPts val="0"/>
                        </a:spcAft>
                        <a:buNone/>
                      </a:pPr>
                      <a:r>
                        <a:rPr lang="en-US" sz="1000" b="0" i="0" u="none" strike="noStrike" noProof="0" dirty="0">
                          <a:solidFill>
                            <a:srgbClr val="000000"/>
                          </a:solidFill>
                          <a:latin typeface="Arial"/>
                        </a:rPr>
                        <a:t>July 31</a:t>
                      </a:r>
                      <a:r>
                        <a:rPr lang="en-US" sz="1000" b="0" i="0" u="none" strike="noStrike" baseline="30000" noProof="0" dirty="0">
                          <a:solidFill>
                            <a:srgbClr val="000000"/>
                          </a:solidFill>
                          <a:latin typeface="Arial"/>
                        </a:rPr>
                        <a:t>st</a:t>
                      </a:r>
                      <a:endParaRPr lang="en-US" dirty="0"/>
                    </a:p>
                  </a:txBody>
                  <a:tcPr/>
                </a:tc>
                <a:tc>
                  <a:txBody>
                    <a:bodyPr/>
                    <a:lstStyle/>
                    <a:p>
                      <a:endParaRPr lang="en-US" sz="1000" dirty="0"/>
                    </a:p>
                  </a:txBody>
                  <a:tcPr/>
                </a:tc>
                <a:extLst>
                  <a:ext uri="{0D108BD9-81ED-4DB2-BD59-A6C34878D82A}">
                    <a16:rowId xmlns:a16="http://schemas.microsoft.com/office/drawing/2014/main" val="943559515"/>
                  </a:ext>
                </a:extLst>
              </a:tr>
              <a:tr h="353669">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00" dirty="0">
                          <a:solidFill>
                            <a:schemeClr val="bg1"/>
                          </a:solidFill>
                        </a:rPr>
                        <a:t>open</a:t>
                      </a:r>
                    </a:p>
                    <a:p>
                      <a:endParaRPr lang="en-US" sz="100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00" dirty="0">
                          <a:solidFill>
                            <a:schemeClr val="bg1"/>
                          </a:solidFill>
                        </a:rPr>
                        <a:t>6</a:t>
                      </a:r>
                    </a:p>
                  </a:txBody>
                  <a:tcPr/>
                </a:tc>
                <a:tc>
                  <a:txBody>
                    <a:bodyPr/>
                    <a:lstStyle/>
                    <a:p>
                      <a:pPr marL="0" lvl="0" indent="0">
                        <a:buFont typeface="+mj-lt"/>
                        <a:buNone/>
                      </a:pPr>
                      <a:r>
                        <a:rPr lang="en-DE" sz="1000" kern="1200" dirty="0">
                          <a:solidFill>
                            <a:schemeClr val="dk1"/>
                          </a:solidFill>
                          <a:effectLst/>
                          <a:latin typeface="Arial"/>
                          <a:ea typeface="Times New Roman" panose="02020603050405020304" pitchFamily="18" charset="0"/>
                          <a:cs typeface="+mn-cs"/>
                        </a:rPr>
                        <a:t>PO reviewer </a:t>
                      </a:r>
                      <a:r>
                        <a:rPr lang="en-US" sz="1000" kern="1200" dirty="0">
                          <a:solidFill>
                            <a:schemeClr val="dk1"/>
                          </a:solidFill>
                          <a:effectLst/>
                          <a:latin typeface="Arial"/>
                          <a:ea typeface="Times New Roman" panose="02020603050405020304" pitchFamily="18" charset="0"/>
                          <a:cs typeface="+mn-cs"/>
                        </a:rPr>
                        <a:t>BTP (</a:t>
                      </a:r>
                      <a:r>
                        <a:rPr lang="en-DE" sz="1000" kern="1200" dirty="0">
                          <a:solidFill>
                            <a:schemeClr val="dk1"/>
                          </a:solidFill>
                          <a:effectLst/>
                          <a:latin typeface="Arial"/>
                          <a:ea typeface="Times New Roman" panose="02020603050405020304" pitchFamily="18" charset="0"/>
                          <a:cs typeface="+mn-cs"/>
                        </a:rPr>
                        <a:t>form update</a:t>
                      </a:r>
                      <a:r>
                        <a:rPr lang="de-DE" sz="1000" kern="1200" dirty="0">
                          <a:solidFill>
                            <a:schemeClr val="dk1"/>
                          </a:solidFill>
                          <a:effectLst/>
                          <a:latin typeface="Arial"/>
                          <a:ea typeface="Times New Roman" panose="02020603050405020304" pitchFamily="18" charset="0"/>
                          <a:cs typeface="+mn-cs"/>
                        </a:rPr>
                        <a:t>)</a:t>
                      </a:r>
                      <a:r>
                        <a:rPr lang="en-DE" sz="1000" kern="1200" dirty="0">
                          <a:solidFill>
                            <a:schemeClr val="dk1"/>
                          </a:solidFill>
                          <a:effectLst/>
                          <a:latin typeface="Arial"/>
                          <a:ea typeface="Times New Roman" panose="02020603050405020304" pitchFamily="18" charset="0"/>
                          <a:cs typeface="+mn-cs"/>
                        </a:rPr>
                        <a:t> </a:t>
                      </a:r>
                      <a:endParaRPr lang="en-DE" sz="1000" kern="1200" dirty="0">
                        <a:solidFill>
                          <a:schemeClr val="dk1"/>
                        </a:solidFill>
                        <a:effectLst/>
                        <a:latin typeface="Arial"/>
                        <a:ea typeface="Aptos" panose="020B0004020202020204" pitchFamily="34" charset="0"/>
                        <a:cs typeface="+mn-cs"/>
                      </a:endParaRPr>
                    </a:p>
                    <a:p>
                      <a:endParaRPr lang="en-US" sz="1000" kern="1200" dirty="0">
                        <a:solidFill>
                          <a:schemeClr val="dk1"/>
                        </a:solidFill>
                        <a:latin typeface="+mn-lt"/>
                        <a:ea typeface="+mn-ea"/>
                        <a:cs typeface="+mn-cs"/>
                      </a:endParaRPr>
                    </a:p>
                  </a:txBody>
                  <a:tcPr/>
                </a:tc>
                <a:tc>
                  <a:txBody>
                    <a:bodyPr/>
                    <a:lstStyle/>
                    <a:p>
                      <a:pPr marL="0" indent="0" algn="l" defTabSz="914400" rtl="0" eaLnBrk="1" latinLnBrk="0" hangingPunct="1">
                        <a:buNone/>
                      </a:pPr>
                      <a:r>
                        <a:rPr lang="en-US" sz="1000" kern="1200" dirty="0">
                          <a:solidFill>
                            <a:schemeClr val="bg1"/>
                          </a:solidFill>
                          <a:latin typeface="+mn-lt"/>
                          <a:ea typeface="+mn-ea"/>
                          <a:cs typeface="+mn-cs"/>
                        </a:rPr>
                        <a:t>notes on slide (layout)</a:t>
                      </a:r>
                      <a:endParaRPr lang="en-DE" sz="1000" kern="1200" dirty="0">
                        <a:solidFill>
                          <a:schemeClr val="bg1"/>
                        </a:solidFill>
                        <a:latin typeface="+mn-lt"/>
                        <a:ea typeface="+mn-ea"/>
                        <a:cs typeface="+mn-cs"/>
                      </a:endParaRPr>
                    </a:p>
                    <a:p>
                      <a:endParaRPr lang="en-US" sz="1000" kern="1200">
                        <a:solidFill>
                          <a:schemeClr val="bg1"/>
                        </a:solidFill>
                        <a:latin typeface="+mn-lt"/>
                        <a:ea typeface="+mn-ea"/>
                        <a:cs typeface="+mn-cs"/>
                      </a:endParaRPr>
                    </a:p>
                  </a:txBody>
                  <a:tcPr/>
                </a:tc>
                <a:tc>
                  <a:txBody>
                    <a:bodyPr/>
                    <a:lstStyle/>
                    <a:p>
                      <a:pPr marL="0" marR="0" lvl="0" indent="0" algn="l" defTabSz="914400">
                        <a:lnSpc>
                          <a:spcPct val="100000"/>
                        </a:lnSpc>
                        <a:spcBef>
                          <a:spcPts val="0"/>
                        </a:spcBef>
                        <a:spcAft>
                          <a:spcPts val="0"/>
                        </a:spcAft>
                        <a:buNone/>
                        <a:tabLst/>
                        <a:defRPr/>
                      </a:pPr>
                      <a:r>
                        <a:rPr lang="en-US" sz="1000" b="0" i="0" u="none" strike="noStrike" noProof="0" dirty="0">
                          <a:solidFill>
                            <a:schemeClr val="bg1"/>
                          </a:solidFill>
                          <a:latin typeface="Arial"/>
                        </a:rPr>
                        <a:t>Ajit/Cristina</a:t>
                      </a:r>
                      <a:endParaRPr lang="en-US" dirty="0"/>
                    </a:p>
                    <a:p>
                      <a:endParaRPr lang="en-US" sz="1000">
                        <a:solidFill>
                          <a:schemeClr val="bg1"/>
                        </a:solidFill>
                      </a:endParaRPr>
                    </a:p>
                  </a:txBody>
                  <a:tcPr/>
                </a:tc>
                <a:tc>
                  <a:txBody>
                    <a:bodyPr/>
                    <a:lstStyle/>
                    <a:p>
                      <a:pPr lvl="0" algn="l">
                        <a:lnSpc>
                          <a:spcPct val="100000"/>
                        </a:lnSpc>
                        <a:spcBef>
                          <a:spcPts val="0"/>
                        </a:spcBef>
                        <a:spcAft>
                          <a:spcPts val="0"/>
                        </a:spcAft>
                        <a:buNone/>
                      </a:pPr>
                      <a:r>
                        <a:rPr lang="en-US" sz="1000" b="0" i="0" u="none" strike="noStrike" noProof="0" dirty="0">
                          <a:solidFill>
                            <a:srgbClr val="000000"/>
                          </a:solidFill>
                          <a:latin typeface="Arial"/>
                        </a:rPr>
                        <a:t>Aug 29</a:t>
                      </a:r>
                      <a:r>
                        <a:rPr lang="en-US" sz="1000" b="0" i="0" u="none" strike="noStrike" baseline="30000" noProof="0" dirty="0">
                          <a:solidFill>
                            <a:srgbClr val="000000"/>
                          </a:solidFill>
                          <a:latin typeface="Arial"/>
                        </a:rPr>
                        <a:t>th</a:t>
                      </a:r>
                      <a:r>
                        <a:rPr lang="en-US" sz="1000" b="0" i="0" u="none" strike="noStrike" noProof="0" dirty="0">
                          <a:solidFill>
                            <a:srgbClr val="000000"/>
                          </a:solidFill>
                          <a:latin typeface="Arial"/>
                        </a:rPr>
                        <a:t> </a:t>
                      </a:r>
                      <a:endParaRPr lang="en-US" dirty="0"/>
                    </a:p>
                  </a:txBody>
                  <a:tcPr/>
                </a:tc>
                <a:tc>
                  <a:txBody>
                    <a:bodyPr/>
                    <a:lstStyle/>
                    <a:p>
                      <a:endParaRPr lang="en-US" sz="1000" dirty="0"/>
                    </a:p>
                  </a:txBody>
                  <a:tcPr/>
                </a:tc>
                <a:extLst>
                  <a:ext uri="{0D108BD9-81ED-4DB2-BD59-A6C34878D82A}">
                    <a16:rowId xmlns:a16="http://schemas.microsoft.com/office/drawing/2014/main" val="3618122338"/>
                  </a:ext>
                </a:extLst>
              </a:tr>
              <a:tr h="353669">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00" dirty="0">
                          <a:solidFill>
                            <a:schemeClr val="bg1"/>
                          </a:solidFill>
                        </a:rPr>
                        <a:t>open</a:t>
                      </a:r>
                    </a:p>
                    <a:p>
                      <a:endParaRPr lang="en-US" sz="100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00" dirty="0">
                          <a:solidFill>
                            <a:schemeClr val="bg1"/>
                          </a:solidFill>
                        </a:rPr>
                        <a:t>2,3,4,6,8,</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000" dirty="0">
                          <a:solidFill>
                            <a:schemeClr val="bg1"/>
                          </a:solidFill>
                        </a:rPr>
                        <a:t>10, 11</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DE" sz="1000" kern="1200" dirty="0">
                          <a:solidFill>
                            <a:schemeClr val="dk1"/>
                          </a:solidFill>
                          <a:effectLst/>
                          <a:latin typeface="Arial"/>
                          <a:ea typeface="Times New Roman" panose="02020603050405020304" pitchFamily="18" charset="0"/>
                          <a:cs typeface="+mn-cs"/>
                        </a:rPr>
                        <a:t>Email notification </a:t>
                      </a:r>
                      <a:r>
                        <a:rPr lang="de-DE" sz="1000" kern="1200" dirty="0">
                          <a:solidFill>
                            <a:schemeClr val="dk1"/>
                          </a:solidFill>
                          <a:effectLst/>
                          <a:latin typeface="Arial"/>
                          <a:ea typeface="Times New Roman" panose="02020603050405020304" pitchFamily="18" charset="0"/>
                          <a:cs typeface="+mn-cs"/>
                        </a:rPr>
                        <a:t>(</a:t>
                      </a:r>
                      <a:r>
                        <a:rPr lang="en-DE" sz="1000" kern="1200" dirty="0">
                          <a:solidFill>
                            <a:schemeClr val="dk1"/>
                          </a:solidFill>
                          <a:effectLst/>
                          <a:latin typeface="Arial"/>
                          <a:ea typeface="Times New Roman" panose="02020603050405020304" pitchFamily="18" charset="0"/>
                          <a:cs typeface="+mn-cs"/>
                        </a:rPr>
                        <a:t>cosmetic changes</a:t>
                      </a:r>
                      <a:r>
                        <a:rPr lang="de-DE" sz="1000" kern="1200" dirty="0">
                          <a:solidFill>
                            <a:schemeClr val="dk1"/>
                          </a:solidFill>
                          <a:effectLst/>
                          <a:latin typeface="Arial"/>
                          <a:ea typeface="Times New Roman" panose="02020603050405020304" pitchFamily="18" charset="0"/>
                          <a:cs typeface="+mn-cs"/>
                        </a:rPr>
                        <a:t>)</a:t>
                      </a:r>
                      <a:endParaRPr lang="en-DE" sz="1000" kern="1200" dirty="0">
                        <a:solidFill>
                          <a:schemeClr val="dk1"/>
                        </a:solidFill>
                        <a:effectLst/>
                        <a:latin typeface="Arial"/>
                        <a:ea typeface="Aptos" panose="020B0004020202020204" pitchFamily="34" charset="0"/>
                        <a:cs typeface="+mn-cs"/>
                      </a:endParaRPr>
                    </a:p>
                    <a:p>
                      <a:endParaRPr lang="en-US" sz="1000" dirty="0"/>
                    </a:p>
                  </a:txBody>
                  <a:tcPr/>
                </a:tc>
                <a:tc>
                  <a:txBody>
                    <a:bodyPr/>
                    <a:lstStyle/>
                    <a:p>
                      <a:pPr marL="0" indent="0" algn="l" defTabSz="914400" rtl="0" eaLnBrk="1" latinLnBrk="0" hangingPunct="1">
                        <a:buNone/>
                      </a:pPr>
                      <a:r>
                        <a:rPr lang="en-US" sz="1000" kern="1200" dirty="0">
                          <a:solidFill>
                            <a:schemeClr val="bg1"/>
                          </a:solidFill>
                          <a:latin typeface="+mn-lt"/>
                          <a:ea typeface="+mn-ea"/>
                          <a:cs typeface="+mn-cs"/>
                        </a:rPr>
                        <a:t>notes on slide (layout)</a:t>
                      </a:r>
                      <a:endParaRPr lang="en-DE" sz="1000" kern="1200" dirty="0">
                        <a:solidFill>
                          <a:schemeClr val="bg1"/>
                        </a:solidFill>
                        <a:latin typeface="+mn-lt"/>
                        <a:ea typeface="+mn-ea"/>
                        <a:cs typeface="+mn-cs"/>
                      </a:endParaRPr>
                    </a:p>
                  </a:txBody>
                  <a:tcPr/>
                </a:tc>
                <a:tc>
                  <a:txBody>
                    <a:bodyPr/>
                    <a:lstStyle/>
                    <a:p>
                      <a:pPr marL="0" marR="0" lvl="0" indent="0" algn="l" defTabSz="914400">
                        <a:lnSpc>
                          <a:spcPct val="100000"/>
                        </a:lnSpc>
                        <a:spcBef>
                          <a:spcPts val="0"/>
                        </a:spcBef>
                        <a:spcAft>
                          <a:spcPts val="0"/>
                        </a:spcAft>
                        <a:buNone/>
                        <a:tabLst/>
                        <a:defRPr/>
                      </a:pPr>
                      <a:r>
                        <a:rPr lang="en-US" sz="1000" b="0" i="0" u="none" strike="noStrike" noProof="0" dirty="0">
                          <a:solidFill>
                            <a:schemeClr val="bg1"/>
                          </a:solidFill>
                          <a:latin typeface="Arial"/>
                        </a:rPr>
                        <a:t>Ajit/Cristina</a:t>
                      </a:r>
                      <a:endParaRPr lang="en-US" dirty="0"/>
                    </a:p>
                    <a:p>
                      <a:endParaRPr lang="en-US" sz="1000">
                        <a:solidFill>
                          <a:schemeClr val="bg1"/>
                        </a:solidFill>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00" b="0" i="0" u="none" strike="noStrike" noProof="0" dirty="0">
                          <a:solidFill>
                            <a:srgbClr val="000000"/>
                          </a:solidFill>
                          <a:latin typeface="+mn-lt"/>
                        </a:rPr>
                        <a:t>Aug 29</a:t>
                      </a:r>
                      <a:r>
                        <a:rPr lang="en-US" sz="1000" b="0" i="0" u="none" strike="noStrike" baseline="30000" noProof="0" dirty="0">
                          <a:solidFill>
                            <a:srgbClr val="000000"/>
                          </a:solidFill>
                          <a:latin typeface="+mn-lt"/>
                        </a:rPr>
                        <a:t>th</a:t>
                      </a:r>
                      <a:r>
                        <a:rPr lang="en-US" sz="1000" b="0" i="0" u="none" strike="noStrike" noProof="0" dirty="0">
                          <a:solidFill>
                            <a:srgbClr val="000000"/>
                          </a:solidFill>
                          <a:latin typeface="+mn-lt"/>
                        </a:rPr>
                        <a:t> </a:t>
                      </a:r>
                      <a:endParaRPr lang="en-US" sz="1000" dirty="0"/>
                    </a:p>
                    <a:p>
                      <a:endParaRPr lang="en-US" sz="1000" dirty="0">
                        <a:solidFill>
                          <a:schemeClr val="bg1"/>
                        </a:solidFill>
                      </a:endParaRPr>
                    </a:p>
                  </a:txBody>
                  <a:tcPr/>
                </a:tc>
                <a:tc>
                  <a:txBody>
                    <a:bodyPr/>
                    <a:lstStyle/>
                    <a:p>
                      <a:endParaRPr lang="en-US" sz="1000" dirty="0"/>
                    </a:p>
                  </a:txBody>
                  <a:tcPr/>
                </a:tc>
                <a:extLst>
                  <a:ext uri="{0D108BD9-81ED-4DB2-BD59-A6C34878D82A}">
                    <a16:rowId xmlns:a16="http://schemas.microsoft.com/office/drawing/2014/main" val="3237532279"/>
                  </a:ext>
                </a:extLst>
              </a:tr>
              <a:tr h="353669">
                <a:tc>
                  <a:txBody>
                    <a:bodyPr/>
                    <a:lstStyle/>
                    <a:p>
                      <a:endParaRPr lang="en-US" sz="1000"/>
                    </a:p>
                  </a:txBody>
                  <a:tcPr/>
                </a:tc>
                <a:tc>
                  <a:txBody>
                    <a:bodyPr/>
                    <a:lstStyle/>
                    <a:p>
                      <a:endParaRPr lang="en-US" sz="1000"/>
                    </a:p>
                  </a:txBody>
                  <a:tcPr/>
                </a:tc>
                <a:tc>
                  <a:txBody>
                    <a:bodyPr/>
                    <a:lstStyle/>
                    <a:p>
                      <a:endParaRPr lang="en-US" sz="1000" dirty="0"/>
                    </a:p>
                  </a:txBody>
                  <a:tcPr/>
                </a:tc>
                <a:tc>
                  <a:txBody>
                    <a:bodyPr/>
                    <a:lstStyle/>
                    <a:p>
                      <a:pPr marL="228600" indent="-228600" algn="l" defTabSz="914400" rtl="0" eaLnBrk="1" latinLnBrk="0" hangingPunct="1">
                        <a:buAutoNum type="alphaLcParenR"/>
                      </a:pPr>
                      <a:r>
                        <a:rPr lang="en-US" sz="1000" kern="1200" dirty="0">
                          <a:solidFill>
                            <a:schemeClr val="dk1"/>
                          </a:solidFill>
                          <a:latin typeface="+mn-lt"/>
                          <a:ea typeface="+mn-ea"/>
                          <a:cs typeface="+mn-cs"/>
                        </a:rPr>
                        <a:t>new chapter/slide</a:t>
                      </a:r>
                    </a:p>
                    <a:p>
                      <a:pPr marL="228600" indent="-228600" algn="l" defTabSz="914400" rtl="0" eaLnBrk="1" latinLnBrk="0" hangingPunct="1">
                        <a:buAutoNum type="alphaLcParenR"/>
                      </a:pPr>
                      <a:r>
                        <a:rPr lang="en-US" sz="1000" kern="1200" dirty="0">
                          <a:solidFill>
                            <a:schemeClr val="dk1"/>
                          </a:solidFill>
                          <a:latin typeface="+mn-lt"/>
                          <a:ea typeface="+mn-ea"/>
                          <a:cs typeface="+mn-cs"/>
                        </a:rPr>
                        <a:t>changes on slide</a:t>
                      </a:r>
                    </a:p>
                    <a:p>
                      <a:pPr marL="228600" indent="-228600" algn="l" defTabSz="914400" rtl="0" eaLnBrk="1" latinLnBrk="0" hangingPunct="1">
                        <a:buAutoNum type="alphaLcParenR"/>
                      </a:pPr>
                      <a:r>
                        <a:rPr lang="en-US" sz="1000" kern="1200" dirty="0">
                          <a:solidFill>
                            <a:schemeClr val="dk1"/>
                          </a:solidFill>
                          <a:latin typeface="+mn-lt"/>
                          <a:ea typeface="+mn-ea"/>
                          <a:cs typeface="+mn-cs"/>
                        </a:rPr>
                        <a:t>notes on slide</a:t>
                      </a:r>
                    </a:p>
                  </a:txBody>
                  <a:tcPr/>
                </a:tc>
                <a:tc>
                  <a:txBody>
                    <a:bodyPr/>
                    <a:lstStyle/>
                    <a:p>
                      <a:endParaRPr lang="en-US" sz="1000"/>
                    </a:p>
                  </a:txBody>
                  <a:tcPr/>
                </a:tc>
                <a:tc>
                  <a:txBody>
                    <a:bodyPr/>
                    <a:lstStyle/>
                    <a:p>
                      <a:endParaRPr lang="en-US" sz="1000"/>
                    </a:p>
                  </a:txBody>
                  <a:tcPr/>
                </a:tc>
                <a:tc>
                  <a:txBody>
                    <a:bodyPr/>
                    <a:lstStyle/>
                    <a:p>
                      <a:endParaRPr lang="en-US" sz="1000"/>
                    </a:p>
                  </a:txBody>
                  <a:tcPr/>
                </a:tc>
                <a:extLst>
                  <a:ext uri="{0D108BD9-81ED-4DB2-BD59-A6C34878D82A}">
                    <a16:rowId xmlns:a16="http://schemas.microsoft.com/office/drawing/2014/main" val="4158154854"/>
                  </a:ext>
                </a:extLst>
              </a:tr>
              <a:tr h="353669">
                <a:tc>
                  <a:txBody>
                    <a:bodyPr/>
                    <a:lstStyle/>
                    <a:p>
                      <a:endParaRPr lang="en-US" sz="1000"/>
                    </a:p>
                  </a:txBody>
                  <a:tcPr/>
                </a:tc>
                <a:tc>
                  <a:txBody>
                    <a:bodyPr/>
                    <a:lstStyle/>
                    <a:p>
                      <a:endParaRPr lang="en-US" sz="1000"/>
                    </a:p>
                  </a:txBody>
                  <a:tcPr/>
                </a:tc>
                <a:tc>
                  <a:txBody>
                    <a:bodyPr/>
                    <a:lstStyle/>
                    <a:p>
                      <a:endParaRPr lang="en-US" sz="1000"/>
                    </a:p>
                  </a:txBody>
                  <a:tcPr/>
                </a:tc>
                <a:tc>
                  <a:txBody>
                    <a:bodyPr/>
                    <a:lstStyle/>
                    <a:p>
                      <a:pPr marL="228600" indent="-228600" algn="l" defTabSz="914400" rtl="0" eaLnBrk="1" latinLnBrk="0" hangingPunct="1">
                        <a:buAutoNum type="alphaLcParenR"/>
                      </a:pPr>
                      <a:r>
                        <a:rPr lang="en-US" sz="1000" kern="1200" dirty="0">
                          <a:solidFill>
                            <a:schemeClr val="dk1"/>
                          </a:solidFill>
                          <a:latin typeface="+mn-lt"/>
                          <a:ea typeface="+mn-ea"/>
                          <a:cs typeface="+mn-cs"/>
                        </a:rPr>
                        <a:t>new chapter/slide</a:t>
                      </a:r>
                    </a:p>
                    <a:p>
                      <a:pPr marL="228600" indent="-228600" algn="l" defTabSz="914400" rtl="0" eaLnBrk="1" latinLnBrk="0" hangingPunct="1">
                        <a:buAutoNum type="alphaLcParenR"/>
                      </a:pPr>
                      <a:r>
                        <a:rPr lang="en-US" sz="1000" kern="1200" dirty="0">
                          <a:solidFill>
                            <a:schemeClr val="dk1"/>
                          </a:solidFill>
                          <a:latin typeface="+mn-lt"/>
                          <a:ea typeface="+mn-ea"/>
                          <a:cs typeface="+mn-cs"/>
                        </a:rPr>
                        <a:t>changes on slide</a:t>
                      </a:r>
                    </a:p>
                    <a:p>
                      <a:pPr marL="228600" indent="-228600" algn="l" defTabSz="914400" rtl="0" eaLnBrk="1" latinLnBrk="0" hangingPunct="1">
                        <a:buAutoNum type="alphaLcParenR"/>
                      </a:pPr>
                      <a:r>
                        <a:rPr lang="en-US" sz="1000" kern="1200" dirty="0">
                          <a:solidFill>
                            <a:schemeClr val="dk1"/>
                          </a:solidFill>
                          <a:latin typeface="+mn-lt"/>
                          <a:ea typeface="+mn-ea"/>
                          <a:cs typeface="+mn-cs"/>
                        </a:rPr>
                        <a:t>notes on slide</a:t>
                      </a:r>
                    </a:p>
                  </a:txBody>
                  <a:tcPr/>
                </a:tc>
                <a:tc>
                  <a:txBody>
                    <a:bodyPr/>
                    <a:lstStyle/>
                    <a:p>
                      <a:endParaRPr lang="en-US" sz="1000"/>
                    </a:p>
                  </a:txBody>
                  <a:tcPr/>
                </a:tc>
                <a:tc>
                  <a:txBody>
                    <a:bodyPr/>
                    <a:lstStyle/>
                    <a:p>
                      <a:endParaRPr lang="en-US" sz="1000"/>
                    </a:p>
                  </a:txBody>
                  <a:tcPr/>
                </a:tc>
                <a:tc>
                  <a:txBody>
                    <a:bodyPr/>
                    <a:lstStyle/>
                    <a:p>
                      <a:endParaRPr lang="en-US" sz="1000" dirty="0"/>
                    </a:p>
                  </a:txBody>
                  <a:tcPr/>
                </a:tc>
                <a:extLst>
                  <a:ext uri="{0D108BD9-81ED-4DB2-BD59-A6C34878D82A}">
                    <a16:rowId xmlns:a16="http://schemas.microsoft.com/office/drawing/2014/main" val="1416506261"/>
                  </a:ext>
                </a:extLst>
              </a:tr>
              <a:tr h="353669">
                <a:tc>
                  <a:txBody>
                    <a:bodyPr/>
                    <a:lstStyle/>
                    <a:p>
                      <a:endParaRPr lang="en-US" sz="1000"/>
                    </a:p>
                  </a:txBody>
                  <a:tcPr/>
                </a:tc>
                <a:tc>
                  <a:txBody>
                    <a:bodyPr/>
                    <a:lstStyle/>
                    <a:p>
                      <a:endParaRPr lang="en-US" sz="1000"/>
                    </a:p>
                  </a:txBody>
                  <a:tcPr/>
                </a:tc>
                <a:tc>
                  <a:txBody>
                    <a:bodyPr/>
                    <a:lstStyle/>
                    <a:p>
                      <a:endParaRPr lang="en-US" sz="1000"/>
                    </a:p>
                  </a:txBody>
                  <a:tcPr/>
                </a:tc>
                <a:tc>
                  <a:txBody>
                    <a:bodyPr/>
                    <a:lstStyle/>
                    <a:p>
                      <a:pPr marL="228600" indent="-228600" algn="l" defTabSz="914400" rtl="0" eaLnBrk="1" latinLnBrk="0" hangingPunct="1">
                        <a:buAutoNum type="alphaLcParenR"/>
                      </a:pPr>
                      <a:r>
                        <a:rPr lang="en-US" sz="1000" kern="1200" dirty="0">
                          <a:solidFill>
                            <a:schemeClr val="dk1"/>
                          </a:solidFill>
                          <a:latin typeface="+mn-lt"/>
                          <a:ea typeface="+mn-ea"/>
                          <a:cs typeface="+mn-cs"/>
                        </a:rPr>
                        <a:t>new chapter/slide</a:t>
                      </a:r>
                    </a:p>
                    <a:p>
                      <a:pPr marL="228600" indent="-228600" algn="l" defTabSz="914400" rtl="0" eaLnBrk="1" latinLnBrk="0" hangingPunct="1">
                        <a:buAutoNum type="alphaLcParenR"/>
                      </a:pPr>
                      <a:r>
                        <a:rPr lang="en-US" sz="1000" kern="1200" dirty="0">
                          <a:solidFill>
                            <a:schemeClr val="dk1"/>
                          </a:solidFill>
                          <a:latin typeface="+mn-lt"/>
                          <a:ea typeface="+mn-ea"/>
                          <a:cs typeface="+mn-cs"/>
                        </a:rPr>
                        <a:t>changes on slide</a:t>
                      </a:r>
                    </a:p>
                    <a:p>
                      <a:pPr marL="228600" indent="-228600" algn="l" defTabSz="914400" rtl="0" eaLnBrk="1" latinLnBrk="0" hangingPunct="1">
                        <a:buAutoNum type="alphaLcParenR"/>
                      </a:pPr>
                      <a:r>
                        <a:rPr lang="en-US" sz="1000" kern="1200" dirty="0">
                          <a:solidFill>
                            <a:schemeClr val="dk1"/>
                          </a:solidFill>
                          <a:latin typeface="+mn-lt"/>
                          <a:ea typeface="+mn-ea"/>
                          <a:cs typeface="+mn-cs"/>
                        </a:rPr>
                        <a:t>notes on slide</a:t>
                      </a:r>
                    </a:p>
                  </a:txBody>
                  <a:tcPr/>
                </a:tc>
                <a:tc>
                  <a:txBody>
                    <a:bodyPr/>
                    <a:lstStyle/>
                    <a:p>
                      <a:endParaRPr lang="en-US" sz="1000" dirty="0"/>
                    </a:p>
                  </a:txBody>
                  <a:tcPr/>
                </a:tc>
                <a:tc>
                  <a:txBody>
                    <a:bodyPr/>
                    <a:lstStyle/>
                    <a:p>
                      <a:endParaRPr lang="en-US" sz="1000" dirty="0"/>
                    </a:p>
                  </a:txBody>
                  <a:tcPr/>
                </a:tc>
                <a:tc>
                  <a:txBody>
                    <a:bodyPr/>
                    <a:lstStyle/>
                    <a:p>
                      <a:endParaRPr lang="en-US" sz="1000" dirty="0"/>
                    </a:p>
                  </a:txBody>
                  <a:tcPr/>
                </a:tc>
                <a:extLst>
                  <a:ext uri="{0D108BD9-81ED-4DB2-BD59-A6C34878D82A}">
                    <a16:rowId xmlns:a16="http://schemas.microsoft.com/office/drawing/2014/main" val="1070362239"/>
                  </a:ext>
                </a:extLst>
              </a:tr>
            </a:tbl>
          </a:graphicData>
        </a:graphic>
      </p:graphicFrame>
      <p:sp>
        <p:nvSpPr>
          <p:cNvPr id="8" name="Rechteck 7">
            <a:extLst>
              <a:ext uri="{FF2B5EF4-FFF2-40B4-BE49-F238E27FC236}">
                <a16:creationId xmlns:a16="http://schemas.microsoft.com/office/drawing/2014/main" id="{D903BF67-5258-7A28-0CF4-CF75F8042540}"/>
              </a:ext>
            </a:extLst>
          </p:cNvPr>
          <p:cNvSpPr/>
          <p:nvPr/>
        </p:nvSpPr>
        <p:spPr>
          <a:xfrm>
            <a:off x="2494115" y="1571587"/>
            <a:ext cx="1512735" cy="30938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nchorCtr="0"/>
          <a:lstStyle/>
          <a:p>
            <a:pPr algn="ctr"/>
            <a:r>
              <a:rPr lang="en-US" sz="1200"/>
              <a:t>New slide for 1420</a:t>
            </a:r>
          </a:p>
        </p:txBody>
      </p:sp>
      <p:sp>
        <p:nvSpPr>
          <p:cNvPr id="9" name="Legende: mit Pfeil nach unten 8">
            <a:extLst>
              <a:ext uri="{FF2B5EF4-FFF2-40B4-BE49-F238E27FC236}">
                <a16:creationId xmlns:a16="http://schemas.microsoft.com/office/drawing/2014/main" id="{A589A49C-2B78-6075-99E4-338FF2153D74}"/>
              </a:ext>
            </a:extLst>
          </p:cNvPr>
          <p:cNvSpPr/>
          <p:nvPr/>
        </p:nvSpPr>
        <p:spPr>
          <a:xfrm>
            <a:off x="10232564" y="1686176"/>
            <a:ext cx="1478171" cy="624142"/>
          </a:xfrm>
          <a:prstGeom prst="downArrowCallout">
            <a:avLst>
              <a:gd name="adj1" fmla="val 23320"/>
              <a:gd name="adj2" fmla="val 25000"/>
              <a:gd name="adj3" fmla="val 25000"/>
              <a:gd name="adj4" fmla="val 64977"/>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pPr algn="l"/>
            <a:r>
              <a:rPr lang="en-US" sz="1000"/>
              <a:t>e.g. layout</a:t>
            </a:r>
          </a:p>
        </p:txBody>
      </p:sp>
      <p:sp>
        <p:nvSpPr>
          <p:cNvPr id="10" name="Rechteck 9">
            <a:extLst>
              <a:ext uri="{FF2B5EF4-FFF2-40B4-BE49-F238E27FC236}">
                <a16:creationId xmlns:a16="http://schemas.microsoft.com/office/drawing/2014/main" id="{7C0ADD61-9176-3F28-397A-9374F906A41F}"/>
              </a:ext>
            </a:extLst>
          </p:cNvPr>
          <p:cNvSpPr/>
          <p:nvPr/>
        </p:nvSpPr>
        <p:spPr>
          <a:xfrm>
            <a:off x="409456" y="996902"/>
            <a:ext cx="3704196" cy="1412851"/>
          </a:xfrm>
          <a:prstGeom prst="rect">
            <a:avLst/>
          </a:prstGeom>
          <a:noFill/>
          <a:ln w="12700" cap="flat" cmpd="sng" algn="ctr">
            <a:solidFill>
              <a:schemeClr val="tx1"/>
            </a:solidFill>
            <a:prstDash val="solid"/>
            <a:miter lim="800000"/>
            <a:headEnd type="none" w="med" len="med"/>
            <a:tailEnd type="none" w="med" len="med"/>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pPr algn="l"/>
            <a:endParaRPr lang="en-US"/>
          </a:p>
        </p:txBody>
      </p:sp>
      <p:sp>
        <p:nvSpPr>
          <p:cNvPr id="11" name="Rechteck 10">
            <a:extLst>
              <a:ext uri="{FF2B5EF4-FFF2-40B4-BE49-F238E27FC236}">
                <a16:creationId xmlns:a16="http://schemas.microsoft.com/office/drawing/2014/main" id="{6264263F-B954-765A-C315-8A9B9142228A}"/>
              </a:ext>
            </a:extLst>
          </p:cNvPr>
          <p:cNvSpPr/>
          <p:nvPr/>
        </p:nvSpPr>
        <p:spPr>
          <a:xfrm>
            <a:off x="4274651" y="996902"/>
            <a:ext cx="3704196" cy="1412851"/>
          </a:xfrm>
          <a:prstGeom prst="rect">
            <a:avLst/>
          </a:prstGeom>
          <a:noFill/>
          <a:ln w="12700" cap="flat" cmpd="sng" algn="ctr">
            <a:solidFill>
              <a:schemeClr val="tx1"/>
            </a:solidFill>
            <a:prstDash val="solid"/>
            <a:miter lim="800000"/>
            <a:headEnd type="none" w="med" len="med"/>
            <a:tailEnd type="none" w="med" len="med"/>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pPr algn="l"/>
            <a:endParaRPr lang="en-US"/>
          </a:p>
        </p:txBody>
      </p:sp>
      <p:sp>
        <p:nvSpPr>
          <p:cNvPr id="12" name="Rechteck 11">
            <a:extLst>
              <a:ext uri="{FF2B5EF4-FFF2-40B4-BE49-F238E27FC236}">
                <a16:creationId xmlns:a16="http://schemas.microsoft.com/office/drawing/2014/main" id="{9D8466CB-2010-C9BE-5F6A-4D5FC3976BAE}"/>
              </a:ext>
            </a:extLst>
          </p:cNvPr>
          <p:cNvSpPr/>
          <p:nvPr/>
        </p:nvSpPr>
        <p:spPr>
          <a:xfrm>
            <a:off x="8139846" y="996902"/>
            <a:ext cx="3704196" cy="1412851"/>
          </a:xfrm>
          <a:prstGeom prst="rect">
            <a:avLst/>
          </a:prstGeom>
          <a:noFill/>
          <a:ln w="12700" cap="flat" cmpd="sng" algn="ctr">
            <a:solidFill>
              <a:schemeClr val="tx1"/>
            </a:solidFill>
            <a:prstDash val="solid"/>
            <a:miter lim="800000"/>
            <a:headEnd type="none" w="med" len="med"/>
            <a:tailEnd type="none" w="med" len="med"/>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pPr algn="l"/>
            <a:endParaRPr lang="en-US"/>
          </a:p>
        </p:txBody>
      </p:sp>
      <p:sp>
        <p:nvSpPr>
          <p:cNvPr id="13" name="Titel 1">
            <a:extLst>
              <a:ext uri="{FF2B5EF4-FFF2-40B4-BE49-F238E27FC236}">
                <a16:creationId xmlns:a16="http://schemas.microsoft.com/office/drawing/2014/main" id="{C197FBE3-6B42-B5D8-5145-86070AF95401}"/>
              </a:ext>
            </a:extLst>
          </p:cNvPr>
          <p:cNvSpPr>
            <a:spLocks noGrp="1"/>
          </p:cNvSpPr>
          <p:nvPr>
            <p:ph type="title"/>
          </p:nvPr>
        </p:nvSpPr>
        <p:spPr>
          <a:xfrm>
            <a:off x="409456" y="177647"/>
            <a:ext cx="9863997" cy="707886"/>
          </a:xfrm>
        </p:spPr>
        <p:txBody>
          <a:bodyPr/>
          <a:lstStyle/>
          <a:p>
            <a:r>
              <a:rPr lang="en-US" sz="3200"/>
              <a:t>Change log</a:t>
            </a:r>
            <a:br>
              <a:rPr lang="en-US" sz="3200"/>
            </a:br>
            <a:r>
              <a:rPr lang="de-DE" altLang="en-DE" sz="1400"/>
              <a:t>N</a:t>
            </a:r>
            <a:r>
              <a:rPr lang="en-DE" altLang="en-DE" sz="1400" err="1"/>
              <a:t>ew</a:t>
            </a:r>
            <a:r>
              <a:rPr lang="en-DE" altLang="en-DE" sz="1400"/>
              <a:t> pptx version</a:t>
            </a:r>
            <a:r>
              <a:rPr lang="de-DE" altLang="en-DE" sz="1400"/>
              <a:t> </a:t>
            </a:r>
            <a:r>
              <a:rPr lang="de-DE" altLang="en-DE" sz="1400" err="1"/>
              <a:t>for</a:t>
            </a:r>
            <a:r>
              <a:rPr lang="de-DE" altLang="en-DE" sz="1400"/>
              <a:t> 1420</a:t>
            </a:r>
            <a:r>
              <a:rPr lang="en-DE" altLang="en-DE" sz="1400"/>
              <a:t> </a:t>
            </a:r>
            <a:endParaRPr lang="en-US" sz="1400"/>
          </a:p>
        </p:txBody>
      </p:sp>
      <p:sp>
        <p:nvSpPr>
          <p:cNvPr id="14" name="Textfeld 13">
            <a:extLst>
              <a:ext uri="{FF2B5EF4-FFF2-40B4-BE49-F238E27FC236}">
                <a16:creationId xmlns:a16="http://schemas.microsoft.com/office/drawing/2014/main" id="{419C1554-B6B6-DFC5-5E3E-BABD23EFD75B}"/>
              </a:ext>
            </a:extLst>
          </p:cNvPr>
          <p:cNvSpPr txBox="1"/>
          <p:nvPr/>
        </p:nvSpPr>
        <p:spPr>
          <a:xfrm>
            <a:off x="500314" y="1064205"/>
            <a:ext cx="1890676" cy="184666"/>
          </a:xfrm>
          <a:prstGeom prst="rect">
            <a:avLst/>
          </a:prstGeom>
          <a:noFill/>
        </p:spPr>
        <p:txBody>
          <a:bodyPr wrap="square" lIns="0" tIns="0" rIns="0" bIns="0" rtlCol="0">
            <a:spAutoFit/>
          </a:bodyPr>
          <a:lstStyle/>
          <a:p>
            <a:pPr algn="l"/>
            <a:r>
              <a:rPr lang="en-US" sz="1200" b="1">
                <a:solidFill>
                  <a:schemeClr val="tx1"/>
                </a:solidFill>
              </a:rPr>
              <a:t>New chapter/slide</a:t>
            </a:r>
          </a:p>
        </p:txBody>
      </p:sp>
      <p:sp>
        <p:nvSpPr>
          <p:cNvPr id="15" name="Textfeld 14">
            <a:extLst>
              <a:ext uri="{FF2B5EF4-FFF2-40B4-BE49-F238E27FC236}">
                <a16:creationId xmlns:a16="http://schemas.microsoft.com/office/drawing/2014/main" id="{36195AC5-D2F5-A2E5-5D3A-772F149436A4}"/>
              </a:ext>
            </a:extLst>
          </p:cNvPr>
          <p:cNvSpPr txBox="1"/>
          <p:nvPr/>
        </p:nvSpPr>
        <p:spPr>
          <a:xfrm>
            <a:off x="500314" y="1459112"/>
            <a:ext cx="2041931" cy="369332"/>
          </a:xfrm>
          <a:prstGeom prst="rect">
            <a:avLst/>
          </a:prstGeom>
          <a:noFill/>
        </p:spPr>
        <p:txBody>
          <a:bodyPr wrap="square" lIns="0" tIns="0" rIns="0" bIns="0" rtlCol="0">
            <a:spAutoFit/>
          </a:bodyPr>
          <a:lstStyle/>
          <a:p>
            <a:pPr marL="342900" indent="-342900" algn="l">
              <a:buAutoNum type="alphaLcParenR"/>
            </a:pPr>
            <a:r>
              <a:rPr lang="en-US" sz="1200">
                <a:solidFill>
                  <a:schemeClr val="tx1"/>
                </a:solidFill>
              </a:rPr>
              <a:t>Update change log</a:t>
            </a:r>
          </a:p>
          <a:p>
            <a:pPr marL="342900" indent="-342900" algn="l">
              <a:buAutoNum type="alphaLcParenR"/>
            </a:pPr>
            <a:r>
              <a:rPr lang="en-US" sz="1200">
                <a:solidFill>
                  <a:schemeClr val="tx1"/>
                </a:solidFill>
              </a:rPr>
              <a:t>Add note to the slide</a:t>
            </a:r>
          </a:p>
        </p:txBody>
      </p:sp>
      <p:cxnSp>
        <p:nvCxnSpPr>
          <p:cNvPr id="17" name="Gerade Verbindung mit Pfeil 16">
            <a:extLst>
              <a:ext uri="{FF2B5EF4-FFF2-40B4-BE49-F238E27FC236}">
                <a16:creationId xmlns:a16="http://schemas.microsoft.com/office/drawing/2014/main" id="{3FBE6DE5-AE54-C5B1-1623-C2CEF7EFD8CA}"/>
              </a:ext>
            </a:extLst>
          </p:cNvPr>
          <p:cNvCxnSpPr/>
          <p:nvPr/>
        </p:nvCxnSpPr>
        <p:spPr>
          <a:xfrm>
            <a:off x="2280604" y="1739426"/>
            <a:ext cx="213511" cy="0"/>
          </a:xfrm>
          <a:prstGeom prst="straightConnector1">
            <a:avLst/>
          </a:prstGeom>
          <a:ln w="9525" cap="flat" cmpd="sng" algn="ctr">
            <a:solidFill>
              <a:schemeClr val="accent2"/>
            </a:solidFill>
            <a:prstDash val="solid"/>
            <a:miter lim="800000"/>
            <a:headEnd type="none" w="lg" len="lg"/>
            <a:tailEnd type="triangle" w="med" len="med"/>
          </a:ln>
        </p:spPr>
        <p:style>
          <a:lnRef idx="1">
            <a:schemeClr val="accent1"/>
          </a:lnRef>
          <a:fillRef idx="0">
            <a:schemeClr val="accent1"/>
          </a:fillRef>
          <a:effectRef idx="0">
            <a:schemeClr val="accent1"/>
          </a:effectRef>
          <a:fontRef idx="minor">
            <a:schemeClr val="tx1"/>
          </a:fontRef>
        </p:style>
      </p:cxnSp>
      <p:sp>
        <p:nvSpPr>
          <p:cNvPr id="18" name="Rechteck 17">
            <a:extLst>
              <a:ext uri="{FF2B5EF4-FFF2-40B4-BE49-F238E27FC236}">
                <a16:creationId xmlns:a16="http://schemas.microsoft.com/office/drawing/2014/main" id="{9C865190-16C8-552E-C483-27D1694595C4}"/>
              </a:ext>
            </a:extLst>
          </p:cNvPr>
          <p:cNvSpPr/>
          <p:nvPr/>
        </p:nvSpPr>
        <p:spPr>
          <a:xfrm>
            <a:off x="6359542" y="1762087"/>
            <a:ext cx="1471291" cy="30938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nchorCtr="0"/>
          <a:lstStyle/>
          <a:p>
            <a:pPr algn="ctr"/>
            <a:r>
              <a:rPr lang="en-US" sz="1200"/>
              <a:t>Changes for 1420</a:t>
            </a:r>
          </a:p>
        </p:txBody>
      </p:sp>
      <p:sp>
        <p:nvSpPr>
          <p:cNvPr id="19" name="Textfeld 18">
            <a:extLst>
              <a:ext uri="{FF2B5EF4-FFF2-40B4-BE49-F238E27FC236}">
                <a16:creationId xmlns:a16="http://schemas.microsoft.com/office/drawing/2014/main" id="{26943957-7042-63C2-268B-3680F2F49508}"/>
              </a:ext>
            </a:extLst>
          </p:cNvPr>
          <p:cNvSpPr txBox="1"/>
          <p:nvPr/>
        </p:nvSpPr>
        <p:spPr>
          <a:xfrm>
            <a:off x="4365741" y="1064205"/>
            <a:ext cx="1890676" cy="184666"/>
          </a:xfrm>
          <a:prstGeom prst="rect">
            <a:avLst/>
          </a:prstGeom>
          <a:noFill/>
        </p:spPr>
        <p:txBody>
          <a:bodyPr wrap="square" lIns="0" tIns="0" rIns="0" bIns="0" rtlCol="0">
            <a:spAutoFit/>
          </a:bodyPr>
          <a:lstStyle/>
          <a:p>
            <a:pPr algn="l"/>
            <a:r>
              <a:rPr lang="en-US" sz="1200" b="1">
                <a:solidFill>
                  <a:schemeClr val="tx1"/>
                </a:solidFill>
              </a:rPr>
              <a:t>Changes on slide</a:t>
            </a:r>
          </a:p>
        </p:txBody>
      </p:sp>
      <p:sp>
        <p:nvSpPr>
          <p:cNvPr id="20" name="Textfeld 19">
            <a:extLst>
              <a:ext uri="{FF2B5EF4-FFF2-40B4-BE49-F238E27FC236}">
                <a16:creationId xmlns:a16="http://schemas.microsoft.com/office/drawing/2014/main" id="{1DB0D2BE-7C69-D3A2-3E59-E1CC60E51C6B}"/>
              </a:ext>
            </a:extLst>
          </p:cNvPr>
          <p:cNvSpPr txBox="1"/>
          <p:nvPr/>
        </p:nvSpPr>
        <p:spPr>
          <a:xfrm>
            <a:off x="4365741" y="1273485"/>
            <a:ext cx="2357825" cy="738664"/>
          </a:xfrm>
          <a:prstGeom prst="rect">
            <a:avLst/>
          </a:prstGeom>
          <a:noFill/>
        </p:spPr>
        <p:txBody>
          <a:bodyPr wrap="square" lIns="0" tIns="0" rIns="0" bIns="0" rtlCol="0">
            <a:spAutoFit/>
          </a:bodyPr>
          <a:lstStyle/>
          <a:p>
            <a:pPr marL="342900" indent="-342900" algn="l">
              <a:buAutoNum type="alphaLcParenR"/>
            </a:pPr>
            <a:r>
              <a:rPr lang="en-US" sz="1200">
                <a:solidFill>
                  <a:schemeClr val="tx1"/>
                </a:solidFill>
              </a:rPr>
              <a:t>Update change log</a:t>
            </a:r>
          </a:p>
          <a:p>
            <a:pPr marL="342900" indent="-342900" algn="l">
              <a:buAutoNum type="alphaLcParenR"/>
            </a:pPr>
            <a:r>
              <a:rPr lang="en-US" sz="1200"/>
              <a:t>Add text/changes in </a:t>
            </a:r>
            <a:r>
              <a:rPr lang="en-US" sz="1200">
                <a:solidFill>
                  <a:schemeClr val="accent2"/>
                </a:solidFill>
              </a:rPr>
              <a:t>green</a:t>
            </a:r>
          </a:p>
          <a:p>
            <a:pPr marL="342900" indent="-342900" algn="l">
              <a:buAutoNum type="alphaLcParenR"/>
            </a:pPr>
            <a:r>
              <a:rPr lang="en-US" sz="1200"/>
              <a:t>Delete text in </a:t>
            </a:r>
            <a:r>
              <a:rPr lang="en-US" sz="1200" strike="sngStrike">
                <a:solidFill>
                  <a:srgbClr val="FF0000"/>
                </a:solidFill>
              </a:rPr>
              <a:t>red</a:t>
            </a:r>
          </a:p>
          <a:p>
            <a:pPr marL="342900" indent="-342900" algn="l">
              <a:buAutoNum type="alphaLcParenR"/>
            </a:pPr>
            <a:r>
              <a:rPr lang="en-US" sz="1200">
                <a:solidFill>
                  <a:schemeClr val="tx1"/>
                </a:solidFill>
              </a:rPr>
              <a:t>Add note to the slide</a:t>
            </a:r>
          </a:p>
        </p:txBody>
      </p:sp>
      <p:cxnSp>
        <p:nvCxnSpPr>
          <p:cNvPr id="21" name="Gerade Verbindung mit Pfeil 20">
            <a:extLst>
              <a:ext uri="{FF2B5EF4-FFF2-40B4-BE49-F238E27FC236}">
                <a16:creationId xmlns:a16="http://schemas.microsoft.com/office/drawing/2014/main" id="{F5B45639-68F7-9A31-8014-F4D7FDDEF3E6}"/>
              </a:ext>
            </a:extLst>
          </p:cNvPr>
          <p:cNvCxnSpPr/>
          <p:nvPr/>
        </p:nvCxnSpPr>
        <p:spPr>
          <a:xfrm>
            <a:off x="6146031" y="1929926"/>
            <a:ext cx="213511" cy="0"/>
          </a:xfrm>
          <a:prstGeom prst="straightConnector1">
            <a:avLst/>
          </a:prstGeom>
          <a:ln w="9525" cap="flat" cmpd="sng" algn="ctr">
            <a:solidFill>
              <a:schemeClr val="accent2"/>
            </a:solidFill>
            <a:prstDash val="solid"/>
            <a:miter lim="800000"/>
            <a:headEnd type="none" w="lg" len="lg"/>
            <a:tailEnd type="triangle" w="med" len="med"/>
          </a:ln>
        </p:spPr>
        <p:style>
          <a:lnRef idx="1">
            <a:schemeClr val="accent1"/>
          </a:lnRef>
          <a:fillRef idx="0">
            <a:schemeClr val="accent1"/>
          </a:fillRef>
          <a:effectRef idx="0">
            <a:schemeClr val="accent1"/>
          </a:effectRef>
          <a:fontRef idx="minor">
            <a:schemeClr val="tx1"/>
          </a:fontRef>
        </p:style>
      </p:cxnSp>
      <p:sp>
        <p:nvSpPr>
          <p:cNvPr id="23" name="Textfeld 22">
            <a:extLst>
              <a:ext uri="{FF2B5EF4-FFF2-40B4-BE49-F238E27FC236}">
                <a16:creationId xmlns:a16="http://schemas.microsoft.com/office/drawing/2014/main" id="{92464D9F-7C98-E7FD-58F0-764C1E119E75}"/>
              </a:ext>
            </a:extLst>
          </p:cNvPr>
          <p:cNvSpPr txBox="1"/>
          <p:nvPr/>
        </p:nvSpPr>
        <p:spPr>
          <a:xfrm>
            <a:off x="8245644" y="1064205"/>
            <a:ext cx="1890676" cy="184666"/>
          </a:xfrm>
          <a:prstGeom prst="rect">
            <a:avLst/>
          </a:prstGeom>
          <a:noFill/>
        </p:spPr>
        <p:txBody>
          <a:bodyPr wrap="square" lIns="0" tIns="0" rIns="0" bIns="0" rtlCol="0">
            <a:spAutoFit/>
          </a:bodyPr>
          <a:lstStyle/>
          <a:p>
            <a:pPr algn="l"/>
            <a:r>
              <a:rPr lang="en-US" sz="1200" b="1"/>
              <a:t>Notes</a:t>
            </a:r>
            <a:r>
              <a:rPr lang="en-US" sz="1200" b="1">
                <a:solidFill>
                  <a:schemeClr val="tx1"/>
                </a:solidFill>
              </a:rPr>
              <a:t> on slide</a:t>
            </a:r>
          </a:p>
        </p:txBody>
      </p:sp>
      <p:sp>
        <p:nvSpPr>
          <p:cNvPr id="24" name="Textfeld 23">
            <a:extLst>
              <a:ext uri="{FF2B5EF4-FFF2-40B4-BE49-F238E27FC236}">
                <a16:creationId xmlns:a16="http://schemas.microsoft.com/office/drawing/2014/main" id="{1552B111-5895-6A79-8FD0-03B32AF179CA}"/>
              </a:ext>
            </a:extLst>
          </p:cNvPr>
          <p:cNvSpPr txBox="1"/>
          <p:nvPr/>
        </p:nvSpPr>
        <p:spPr>
          <a:xfrm>
            <a:off x="8245644" y="1265097"/>
            <a:ext cx="2041931" cy="738664"/>
          </a:xfrm>
          <a:prstGeom prst="rect">
            <a:avLst/>
          </a:prstGeom>
          <a:noFill/>
        </p:spPr>
        <p:txBody>
          <a:bodyPr wrap="square" lIns="0" tIns="0" rIns="0" bIns="0" rtlCol="0">
            <a:spAutoFit/>
          </a:bodyPr>
          <a:lstStyle/>
          <a:p>
            <a:pPr marL="342900" indent="-342900" algn="l">
              <a:buAutoNum type="alphaLcParenR"/>
            </a:pPr>
            <a:r>
              <a:rPr lang="en-US" sz="1200">
                <a:solidFill>
                  <a:schemeClr val="tx1"/>
                </a:solidFill>
              </a:rPr>
              <a:t>Update change log</a:t>
            </a:r>
          </a:p>
          <a:p>
            <a:pPr marL="342900" indent="-342900" algn="l">
              <a:buAutoNum type="alphaLcParenR"/>
            </a:pPr>
            <a:r>
              <a:rPr lang="en-US" sz="1200">
                <a:solidFill>
                  <a:schemeClr val="tx1"/>
                </a:solidFill>
              </a:rPr>
              <a:t>Add note to the slide</a:t>
            </a:r>
          </a:p>
          <a:p>
            <a:pPr marL="342900" indent="-342900">
              <a:buFontTx/>
              <a:buAutoNum type="alphaLcParenR"/>
            </a:pPr>
            <a:r>
              <a:rPr lang="en-US" sz="1200"/>
              <a:t>Notes in </a:t>
            </a:r>
            <a:r>
              <a:rPr lang="en-US" sz="1200">
                <a:solidFill>
                  <a:schemeClr val="accent2"/>
                </a:solidFill>
              </a:rPr>
              <a:t>green box</a:t>
            </a:r>
          </a:p>
          <a:p>
            <a:pPr algn="l"/>
            <a:endParaRPr lang="en-US" sz="1200">
              <a:solidFill>
                <a:schemeClr val="tx1"/>
              </a:solidFill>
            </a:endParaRPr>
          </a:p>
        </p:txBody>
      </p:sp>
      <p:cxnSp>
        <p:nvCxnSpPr>
          <p:cNvPr id="25" name="Gerade Verbindung mit Pfeil 24">
            <a:extLst>
              <a:ext uri="{FF2B5EF4-FFF2-40B4-BE49-F238E27FC236}">
                <a16:creationId xmlns:a16="http://schemas.microsoft.com/office/drawing/2014/main" id="{6B5FE45F-9B58-DF65-C4C5-A7FDC1AC824B}"/>
              </a:ext>
            </a:extLst>
          </p:cNvPr>
          <p:cNvCxnSpPr/>
          <p:nvPr/>
        </p:nvCxnSpPr>
        <p:spPr>
          <a:xfrm>
            <a:off x="10025934" y="1538534"/>
            <a:ext cx="213511" cy="0"/>
          </a:xfrm>
          <a:prstGeom prst="straightConnector1">
            <a:avLst/>
          </a:prstGeom>
          <a:ln w="9525" cap="flat" cmpd="sng" algn="ctr">
            <a:solidFill>
              <a:schemeClr val="accent2"/>
            </a:solidFill>
            <a:prstDash val="solid"/>
            <a:miter lim="800000"/>
            <a:headEnd type="none" w="lg" len="lg"/>
            <a:tailEnd type="triangle" w="med" len="med"/>
          </a:ln>
        </p:spPr>
        <p:style>
          <a:lnRef idx="1">
            <a:schemeClr val="accent1"/>
          </a:lnRef>
          <a:fillRef idx="0">
            <a:schemeClr val="accent1"/>
          </a:fillRef>
          <a:effectRef idx="0">
            <a:schemeClr val="accent1"/>
          </a:effectRef>
          <a:fontRef idx="minor">
            <a:schemeClr val="tx1"/>
          </a:fontRef>
        </p:style>
      </p:cxnSp>
      <p:sp>
        <p:nvSpPr>
          <p:cNvPr id="26" name="Rechteck 25">
            <a:extLst>
              <a:ext uri="{FF2B5EF4-FFF2-40B4-BE49-F238E27FC236}">
                <a16:creationId xmlns:a16="http://schemas.microsoft.com/office/drawing/2014/main" id="{47CFE63C-11E7-F82A-EA29-DC7FD6088D87}"/>
              </a:ext>
            </a:extLst>
          </p:cNvPr>
          <p:cNvSpPr/>
          <p:nvPr/>
        </p:nvSpPr>
        <p:spPr>
          <a:xfrm>
            <a:off x="10232564" y="1317208"/>
            <a:ext cx="1471291" cy="30938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nchorCtr="0"/>
          <a:lstStyle/>
          <a:p>
            <a:pPr algn="ctr"/>
            <a:r>
              <a:rPr lang="en-US" sz="1200"/>
              <a:t>Changes for 1420</a:t>
            </a:r>
          </a:p>
        </p:txBody>
      </p:sp>
      <p:cxnSp>
        <p:nvCxnSpPr>
          <p:cNvPr id="27" name="Gerade Verbindung mit Pfeil 26">
            <a:extLst>
              <a:ext uri="{FF2B5EF4-FFF2-40B4-BE49-F238E27FC236}">
                <a16:creationId xmlns:a16="http://schemas.microsoft.com/office/drawing/2014/main" id="{01293324-7617-A03B-DAAD-D13057B6A1A3}"/>
              </a:ext>
            </a:extLst>
          </p:cNvPr>
          <p:cNvCxnSpPr/>
          <p:nvPr/>
        </p:nvCxnSpPr>
        <p:spPr>
          <a:xfrm>
            <a:off x="10015622" y="1739426"/>
            <a:ext cx="213511" cy="0"/>
          </a:xfrm>
          <a:prstGeom prst="straightConnector1">
            <a:avLst/>
          </a:prstGeom>
          <a:ln w="9525" cap="flat" cmpd="sng" algn="ctr">
            <a:solidFill>
              <a:schemeClr val="accent2"/>
            </a:solidFill>
            <a:prstDash val="solid"/>
            <a:miter lim="800000"/>
            <a:headEnd type="none" w="lg" len="lg"/>
            <a:tailEnd type="triangle" w="med"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92953687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1" name="Object 20" hidden="1">
            <a:extLst>
              <a:ext uri="{FF2B5EF4-FFF2-40B4-BE49-F238E27FC236}">
                <a16:creationId xmlns:a16="http://schemas.microsoft.com/office/drawing/2014/main" id="{FE5E87D9-D96E-02ED-2860-CF20738780D1}"/>
              </a:ext>
            </a:extLst>
          </p:cNvPr>
          <p:cNvGraphicFramePr>
            <a:graphicFrameLocks noChangeAspect="1"/>
          </p:cNvGraphicFramePr>
          <p:nvPr>
            <p:custDataLst>
              <p:tags r:id="rId1"/>
            </p:custDataLst>
            <p:extLst>
              <p:ext uri="{D42A27DB-BD31-4B8C-83A1-F6EECF244321}">
                <p14:modId xmlns:p14="http://schemas.microsoft.com/office/powerpoint/2010/main" val="346602689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Folie" r:id="rId4" imgW="737" imgH="737" progId="TCLayout.ActiveDocument.1">
                  <p:embed/>
                </p:oleObj>
              </mc:Choice>
              <mc:Fallback>
                <p:oleObj name="think-cell Folie" r:id="rId4" imgW="737" imgH="737" progId="TCLayout.ActiveDocument.1">
                  <p:embed/>
                  <p:pic>
                    <p:nvPicPr>
                      <p:cNvPr id="21" name="Object 20" hidden="1">
                        <a:extLst>
                          <a:ext uri="{FF2B5EF4-FFF2-40B4-BE49-F238E27FC236}">
                            <a16:creationId xmlns:a16="http://schemas.microsoft.com/office/drawing/2014/main" id="{FE5E87D9-D96E-02ED-2860-CF20738780D1}"/>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25" name="Subtitle 24">
            <a:extLst>
              <a:ext uri="{FF2B5EF4-FFF2-40B4-BE49-F238E27FC236}">
                <a16:creationId xmlns:a16="http://schemas.microsoft.com/office/drawing/2014/main" id="{69ED533E-C68F-5341-EC72-D32166811AB8}"/>
              </a:ext>
            </a:extLst>
          </p:cNvPr>
          <p:cNvSpPr>
            <a:spLocks noGrp="1"/>
          </p:cNvSpPr>
          <p:nvPr>
            <p:ph type="subTitle" idx="1"/>
          </p:nvPr>
        </p:nvSpPr>
        <p:spPr/>
        <p:txBody>
          <a:bodyPr/>
          <a:lstStyle/>
          <a:p>
            <a:r>
              <a:rPr lang="en-US"/>
              <a:t>SHERPA X GF</a:t>
            </a:r>
          </a:p>
        </p:txBody>
      </p:sp>
      <p:sp>
        <p:nvSpPr>
          <p:cNvPr id="27" name="Title 26">
            <a:extLst>
              <a:ext uri="{FF2B5EF4-FFF2-40B4-BE49-F238E27FC236}">
                <a16:creationId xmlns:a16="http://schemas.microsoft.com/office/drawing/2014/main" id="{D84B331F-ABA5-6BAA-931C-02F58B1DDEEE}"/>
              </a:ext>
            </a:extLst>
          </p:cNvPr>
          <p:cNvSpPr>
            <a:spLocks noGrp="1"/>
          </p:cNvSpPr>
          <p:nvPr>
            <p:ph type="title"/>
          </p:nvPr>
        </p:nvSpPr>
        <p:spPr>
          <a:xfrm>
            <a:off x="410400" y="3513300"/>
            <a:ext cx="10942107" cy="615553"/>
          </a:xfrm>
        </p:spPr>
        <p:txBody>
          <a:bodyPr vert="horz"/>
          <a:lstStyle/>
          <a:p>
            <a:r>
              <a:rPr lang="cs-CZ" sz="4000"/>
              <a:t>MM081</a:t>
            </a:r>
            <a:r>
              <a:rPr lang="de-DE" sz="4000"/>
              <a:t> </a:t>
            </a:r>
            <a:r>
              <a:rPr lang="de-DE" sz="4000" err="1"/>
              <a:t>Procurement</a:t>
            </a:r>
            <a:r>
              <a:rPr lang="de-DE" sz="4000"/>
              <a:t> via </a:t>
            </a:r>
            <a:r>
              <a:rPr lang="de-DE" sz="4000" err="1"/>
              <a:t>Direct</a:t>
            </a:r>
            <a:r>
              <a:rPr lang="de-DE" sz="4000"/>
              <a:t> X</a:t>
            </a:r>
            <a:endParaRPr lang="en-US" sz="4000"/>
          </a:p>
        </p:txBody>
      </p:sp>
      <p:sp>
        <p:nvSpPr>
          <p:cNvPr id="2" name="Footer Placeholder 1">
            <a:extLst>
              <a:ext uri="{FF2B5EF4-FFF2-40B4-BE49-F238E27FC236}">
                <a16:creationId xmlns:a16="http://schemas.microsoft.com/office/drawing/2014/main" id="{21DD33AE-4BF3-9D3D-F878-EC4C58AEB4D4}"/>
              </a:ext>
            </a:extLst>
          </p:cNvPr>
          <p:cNvSpPr>
            <a:spLocks noGrp="1"/>
          </p:cNvSpPr>
          <p:nvPr>
            <p:ph type="ftr" sz="quarter" idx="13"/>
          </p:nvPr>
        </p:nvSpPr>
        <p:spPr/>
        <p:txBody>
          <a:bodyPr/>
          <a:lstStyle/>
          <a:p>
            <a:pPr>
              <a:lnSpc>
                <a:spcPct val="100000"/>
              </a:lnSpc>
            </a:pPr>
            <a:r>
              <a:rPr lang="en-US"/>
              <a:t>Internal | © Siemens 2024 | SX PRD OCM | Template for Training Content Delivery | 2024-03-19</a:t>
            </a:r>
          </a:p>
        </p:txBody>
      </p:sp>
    </p:spTree>
    <p:extLst>
      <p:ext uri="{BB962C8B-B14F-4D97-AF65-F5344CB8AC3E}">
        <p14:creationId xmlns:p14="http://schemas.microsoft.com/office/powerpoint/2010/main" val="55717215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chor="t"/>
          <a:lstStyle/>
          <a:p>
            <a:r>
              <a:rPr lang="en-US">
                <a:solidFill>
                  <a:srgbClr val="00557C"/>
                </a:solidFill>
              </a:rPr>
              <a:t>Ground Rules</a:t>
            </a:r>
          </a:p>
        </p:txBody>
      </p:sp>
      <p:sp>
        <p:nvSpPr>
          <p:cNvPr id="3" name="Content Placeholder 2"/>
          <p:cNvSpPr>
            <a:spLocks noGrp="1"/>
          </p:cNvSpPr>
          <p:nvPr>
            <p:ph idx="4294967295"/>
          </p:nvPr>
        </p:nvSpPr>
        <p:spPr>
          <a:xfrm>
            <a:off x="735162" y="2084397"/>
            <a:ext cx="7889854" cy="2483231"/>
          </a:xfrm>
        </p:spPr>
        <p:txBody>
          <a:bodyPr/>
          <a:lstStyle/>
          <a:p>
            <a:pPr marL="342900" indent="-342900">
              <a:buFont typeface="+mj-lt"/>
              <a:buAutoNum type="arabicPeriod"/>
            </a:pPr>
            <a:r>
              <a:rPr lang="en-US"/>
              <a:t>Turn your cell phone to silent mode.</a:t>
            </a:r>
          </a:p>
          <a:p>
            <a:pPr marL="342900" indent="-342900">
              <a:buFont typeface="+mj-lt"/>
              <a:buAutoNum type="arabicPeriod"/>
            </a:pPr>
            <a:r>
              <a:rPr lang="en-US"/>
              <a:t>Please do not access your email or the internet outside the breaks.</a:t>
            </a:r>
          </a:p>
          <a:p>
            <a:pPr marL="342900" indent="-342900">
              <a:buFont typeface="+mj-lt"/>
              <a:buAutoNum type="arabicPeriod"/>
            </a:pPr>
            <a:r>
              <a:rPr lang="en-US"/>
              <a:t>Please mute your microphone.</a:t>
            </a:r>
          </a:p>
          <a:p>
            <a:pPr marL="342900" indent="-342900">
              <a:buFont typeface="+mj-lt"/>
              <a:buAutoNum type="arabicPeriod"/>
            </a:pPr>
            <a:r>
              <a:rPr lang="en-US"/>
              <a:t>Participate fully in the training session and ask questions.</a:t>
            </a:r>
          </a:p>
          <a:p>
            <a:pPr marL="342900" indent="-342900">
              <a:buFont typeface="+mj-lt"/>
              <a:buAutoNum type="arabicPeriod"/>
            </a:pPr>
            <a:r>
              <a:rPr lang="en-US"/>
              <a:t>Respect each other`s contributions.</a:t>
            </a:r>
          </a:p>
          <a:p>
            <a:pPr marL="285607" indent="-285607">
              <a:buFont typeface="Arial" panose="020B0604020202020204" pitchFamily="34" charset="0"/>
              <a:buChar char="•"/>
            </a:pPr>
            <a:endParaRPr lang="en-US"/>
          </a:p>
        </p:txBody>
      </p:sp>
      <p:sp>
        <p:nvSpPr>
          <p:cNvPr id="4" name="Fußzeilenplatzhalter 2">
            <a:extLst>
              <a:ext uri="{FF2B5EF4-FFF2-40B4-BE49-F238E27FC236}">
                <a16:creationId xmlns:a16="http://schemas.microsoft.com/office/drawing/2014/main" id="{0D1C9242-8F5D-C48C-EE8B-51667643CC16}"/>
              </a:ext>
            </a:extLst>
          </p:cNvPr>
          <p:cNvSpPr>
            <a:spLocks noGrp="1"/>
          </p:cNvSpPr>
          <p:nvPr>
            <p:ph type="ftr" sz="quarter" idx="10"/>
          </p:nvPr>
        </p:nvSpPr>
        <p:spPr>
          <a:xfrm>
            <a:off x="1059160" y="6310800"/>
            <a:ext cx="9216000" cy="547200"/>
          </a:xfrm>
        </p:spPr>
        <p:txBody>
          <a:bodyPr/>
          <a:lstStyle/>
          <a:p>
            <a:pPr>
              <a:lnSpc>
                <a:spcPct val="100000"/>
              </a:lnSpc>
            </a:pPr>
            <a:r>
              <a:rPr lang="en-US"/>
              <a:t>Internal | © Siemens 2025 | SHERPA X I MM081 Procurement via Direct X</a:t>
            </a:r>
          </a:p>
        </p:txBody>
      </p:sp>
      <p:sp>
        <p:nvSpPr>
          <p:cNvPr id="5" name="Foliennummernplatzhalter 3">
            <a:extLst>
              <a:ext uri="{FF2B5EF4-FFF2-40B4-BE49-F238E27FC236}">
                <a16:creationId xmlns:a16="http://schemas.microsoft.com/office/drawing/2014/main" id="{DE6F44D0-9035-0CFC-B459-51481CE2A5C9}"/>
              </a:ext>
            </a:extLst>
          </p:cNvPr>
          <p:cNvSpPr>
            <a:spLocks noGrp="1"/>
          </p:cNvSpPr>
          <p:nvPr>
            <p:ph type="sldNum" sz="quarter" idx="11"/>
          </p:nvPr>
        </p:nvSpPr>
        <p:spPr>
          <a:xfrm>
            <a:off x="411162" y="6310800"/>
            <a:ext cx="648000" cy="547200"/>
          </a:xfrm>
        </p:spPr>
        <p:txBody>
          <a:bodyPr/>
          <a:lstStyle/>
          <a:p>
            <a:r>
              <a:rPr lang="en-US"/>
              <a:t>Page </a:t>
            </a:r>
            <a:fld id="{15EBE321-CBB1-4E91-BD14-37C8D44326FB}" type="slidenum">
              <a:rPr lang="en-US" smtClean="0"/>
              <a:pPr/>
              <a:t>3</a:t>
            </a:fld>
            <a:endParaRPr lang="en-US"/>
          </a:p>
        </p:txBody>
      </p:sp>
      <p:sp>
        <p:nvSpPr>
          <p:cNvPr id="6" name="Rechteck 5">
            <a:extLst>
              <a:ext uri="{FF2B5EF4-FFF2-40B4-BE49-F238E27FC236}">
                <a16:creationId xmlns:a16="http://schemas.microsoft.com/office/drawing/2014/main" id="{44C0F858-9992-B0B6-6C96-DA62278B0E72}"/>
              </a:ext>
            </a:extLst>
          </p:cNvPr>
          <p:cNvSpPr/>
          <p:nvPr/>
        </p:nvSpPr>
        <p:spPr>
          <a:xfrm>
            <a:off x="502276" y="1429555"/>
            <a:ext cx="10998558" cy="547200"/>
          </a:xfrm>
          <a:prstGeom prst="rect">
            <a:avLst/>
          </a:prstGeom>
          <a:solidFill>
            <a:srgbClr val="00557C"/>
          </a:solidFill>
          <a:ln>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pPr algn="l"/>
            <a:endParaRPr lang="de-DE" b="1"/>
          </a:p>
        </p:txBody>
      </p:sp>
      <p:sp>
        <p:nvSpPr>
          <p:cNvPr id="7" name="Rechteck 6">
            <a:extLst>
              <a:ext uri="{FF2B5EF4-FFF2-40B4-BE49-F238E27FC236}">
                <a16:creationId xmlns:a16="http://schemas.microsoft.com/office/drawing/2014/main" id="{6B99973D-4ADA-A503-E704-CE8EA3953CC7}"/>
              </a:ext>
            </a:extLst>
          </p:cNvPr>
          <p:cNvSpPr/>
          <p:nvPr/>
        </p:nvSpPr>
        <p:spPr>
          <a:xfrm>
            <a:off x="502276" y="1976754"/>
            <a:ext cx="10998558" cy="4021709"/>
          </a:xfrm>
          <a:prstGeom prst="rect">
            <a:avLst/>
          </a:prstGeom>
          <a:noFill/>
          <a:ln>
            <a:solidFill>
              <a:srgbClr val="00557C"/>
            </a:solid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pPr algn="l"/>
            <a:endParaRPr lang="de-DE"/>
          </a:p>
        </p:txBody>
      </p:sp>
      <p:sp>
        <p:nvSpPr>
          <p:cNvPr id="9" name="Textfeld 8">
            <a:extLst>
              <a:ext uri="{FF2B5EF4-FFF2-40B4-BE49-F238E27FC236}">
                <a16:creationId xmlns:a16="http://schemas.microsoft.com/office/drawing/2014/main" id="{17DC497B-C321-7E1F-FF12-C9B374CBB434}"/>
              </a:ext>
            </a:extLst>
          </p:cNvPr>
          <p:cNvSpPr txBox="1"/>
          <p:nvPr/>
        </p:nvSpPr>
        <p:spPr>
          <a:xfrm>
            <a:off x="1083214" y="1564654"/>
            <a:ext cx="8097856" cy="276999"/>
          </a:xfrm>
          <a:prstGeom prst="rect">
            <a:avLst/>
          </a:prstGeom>
          <a:noFill/>
        </p:spPr>
        <p:txBody>
          <a:bodyPr wrap="square" lIns="0" tIns="0" rIns="0" bIns="0" rtlCol="0">
            <a:spAutoFit/>
          </a:bodyPr>
          <a:lstStyle/>
          <a:p>
            <a:pPr algn="l"/>
            <a:r>
              <a:rPr lang="de-DE" b="1" err="1">
                <a:solidFill>
                  <a:schemeClr val="bg1"/>
                </a:solidFill>
              </a:rPr>
              <a:t>Please</a:t>
            </a:r>
            <a:r>
              <a:rPr lang="de-DE" b="1">
                <a:solidFill>
                  <a:schemeClr val="bg1"/>
                </a:solidFill>
              </a:rPr>
              <a:t> </a:t>
            </a:r>
            <a:r>
              <a:rPr lang="de-DE" b="1" err="1">
                <a:solidFill>
                  <a:schemeClr val="bg1"/>
                </a:solidFill>
              </a:rPr>
              <a:t>consider</a:t>
            </a:r>
            <a:r>
              <a:rPr lang="de-DE" b="1">
                <a:solidFill>
                  <a:schemeClr val="bg1"/>
                </a:solidFill>
              </a:rPr>
              <a:t> </a:t>
            </a:r>
            <a:r>
              <a:rPr lang="de-DE" b="1" err="1">
                <a:solidFill>
                  <a:schemeClr val="bg1"/>
                </a:solidFill>
              </a:rPr>
              <a:t>the</a:t>
            </a:r>
            <a:r>
              <a:rPr lang="de-DE" b="1">
                <a:solidFill>
                  <a:schemeClr val="bg1"/>
                </a:solidFill>
              </a:rPr>
              <a:t> </a:t>
            </a:r>
            <a:r>
              <a:rPr lang="de-DE" b="1" err="1">
                <a:solidFill>
                  <a:schemeClr val="bg1"/>
                </a:solidFill>
              </a:rPr>
              <a:t>following</a:t>
            </a:r>
            <a:r>
              <a:rPr lang="de-DE" b="1">
                <a:solidFill>
                  <a:schemeClr val="bg1"/>
                </a:solidFill>
              </a:rPr>
              <a:t> </a:t>
            </a:r>
            <a:r>
              <a:rPr lang="de-DE" b="1" err="1">
                <a:solidFill>
                  <a:schemeClr val="bg1"/>
                </a:solidFill>
              </a:rPr>
              <a:t>guidelines</a:t>
            </a:r>
            <a:r>
              <a:rPr lang="de-DE" b="1">
                <a:solidFill>
                  <a:schemeClr val="bg1"/>
                </a:solidFill>
              </a:rPr>
              <a:t> </a:t>
            </a:r>
            <a:r>
              <a:rPr lang="de-DE" b="1" err="1">
                <a:solidFill>
                  <a:schemeClr val="bg1"/>
                </a:solidFill>
              </a:rPr>
              <a:t>during</a:t>
            </a:r>
            <a:r>
              <a:rPr lang="de-DE" b="1">
                <a:solidFill>
                  <a:schemeClr val="bg1"/>
                </a:solidFill>
              </a:rPr>
              <a:t> </a:t>
            </a:r>
            <a:r>
              <a:rPr lang="de-DE" b="1" err="1">
                <a:solidFill>
                  <a:schemeClr val="bg1"/>
                </a:solidFill>
              </a:rPr>
              <a:t>the</a:t>
            </a:r>
            <a:r>
              <a:rPr lang="de-DE" b="1">
                <a:solidFill>
                  <a:schemeClr val="bg1"/>
                </a:solidFill>
              </a:rPr>
              <a:t> </a:t>
            </a:r>
            <a:r>
              <a:rPr lang="de-DE" b="1" err="1">
                <a:solidFill>
                  <a:schemeClr val="bg1"/>
                </a:solidFill>
              </a:rPr>
              <a:t>training</a:t>
            </a:r>
            <a:r>
              <a:rPr lang="de-DE" b="1">
                <a:solidFill>
                  <a:schemeClr val="bg1"/>
                </a:solidFill>
              </a:rPr>
              <a:t> </a:t>
            </a:r>
            <a:r>
              <a:rPr lang="de-DE" b="1" err="1">
                <a:solidFill>
                  <a:schemeClr val="bg1"/>
                </a:solidFill>
              </a:rPr>
              <a:t>session</a:t>
            </a:r>
            <a:endParaRPr lang="de-DE" b="1">
              <a:solidFill>
                <a:schemeClr val="bg1"/>
              </a:solidFill>
            </a:endParaRPr>
          </a:p>
        </p:txBody>
      </p:sp>
      <p:pic>
        <p:nvPicPr>
          <p:cNvPr id="10" name="Grafik 9">
            <a:extLst>
              <a:ext uri="{FF2B5EF4-FFF2-40B4-BE49-F238E27FC236}">
                <a16:creationId xmlns:a16="http://schemas.microsoft.com/office/drawing/2014/main" id="{892601DF-7994-BC86-0474-5695C51154D8}"/>
              </a:ext>
            </a:extLst>
          </p:cNvPr>
          <p:cNvPicPr>
            <a:picLocks noChangeAspect="1"/>
          </p:cNvPicPr>
          <p:nvPr/>
        </p:nvPicPr>
        <p:blipFill>
          <a:blip r:embed="rId3"/>
          <a:stretch>
            <a:fillRect/>
          </a:stretch>
        </p:blipFill>
        <p:spPr>
          <a:xfrm>
            <a:off x="1475730" y="3911408"/>
            <a:ext cx="9240540" cy="1619476"/>
          </a:xfrm>
          <a:prstGeom prst="rect">
            <a:avLst/>
          </a:prstGeom>
        </p:spPr>
      </p:pic>
      <p:pic>
        <p:nvPicPr>
          <p:cNvPr id="11" name="Grafik 10" descr="Klemmbrett abgehakt mit einfarbiger Füllung">
            <a:extLst>
              <a:ext uri="{FF2B5EF4-FFF2-40B4-BE49-F238E27FC236}">
                <a16:creationId xmlns:a16="http://schemas.microsoft.com/office/drawing/2014/main" id="{67A1EDF2-8D00-C012-C6FE-6E84FEAE21E3}"/>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519914" y="1464253"/>
            <a:ext cx="468360" cy="468360"/>
          </a:xfrm>
          <a:prstGeom prst="rect">
            <a:avLst/>
          </a:prstGeom>
        </p:spPr>
      </p:pic>
    </p:spTree>
    <p:extLst>
      <p:ext uri="{BB962C8B-B14F-4D97-AF65-F5344CB8AC3E}">
        <p14:creationId xmlns:p14="http://schemas.microsoft.com/office/powerpoint/2010/main" val="383786689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chor="t"/>
          <a:lstStyle/>
          <a:p>
            <a:r>
              <a:rPr lang="en-US">
                <a:solidFill>
                  <a:srgbClr val="00557C"/>
                </a:solidFill>
              </a:rPr>
              <a:t>Course objectives</a:t>
            </a:r>
          </a:p>
        </p:txBody>
      </p:sp>
      <p:sp>
        <p:nvSpPr>
          <p:cNvPr id="3" name="Content Placeholder 2"/>
          <p:cNvSpPr>
            <a:spLocks noGrp="1"/>
          </p:cNvSpPr>
          <p:nvPr>
            <p:ph idx="4294967295"/>
          </p:nvPr>
        </p:nvSpPr>
        <p:spPr>
          <a:xfrm>
            <a:off x="735161" y="2084397"/>
            <a:ext cx="8729213" cy="2483231"/>
          </a:xfrm>
        </p:spPr>
        <p:txBody>
          <a:bodyPr vert="horz" lIns="0" tIns="0" rIns="0" bIns="0" rtlCol="0" anchor="t">
            <a:noAutofit/>
          </a:bodyPr>
          <a:lstStyle/>
          <a:p>
            <a:pPr marL="285115" indent="-285115">
              <a:buFont typeface="Arial" panose="020B0604020202020204" pitchFamily="34" charset="0"/>
              <a:buChar char="•"/>
            </a:pPr>
            <a:r>
              <a:rPr lang="en-US"/>
              <a:t>explain the Direct X procurement process</a:t>
            </a:r>
            <a:endParaRPr lang="de-DE"/>
          </a:p>
          <a:p>
            <a:pPr marL="285115" indent="-285115">
              <a:buFont typeface="Arial" panose="020B0604020202020204" pitchFamily="34" charset="0"/>
              <a:buChar char="•"/>
            </a:pPr>
            <a:r>
              <a:rPr lang="en-US"/>
              <a:t>create purchase order workflow</a:t>
            </a:r>
            <a:endParaRPr lang="en-US">
              <a:cs typeface="Arial"/>
            </a:endParaRPr>
          </a:p>
          <a:p>
            <a:pPr marL="285115" indent="-285115">
              <a:buFont typeface="Arial" panose="020B0604020202020204" pitchFamily="34" charset="0"/>
              <a:buChar char="•"/>
            </a:pPr>
            <a:r>
              <a:rPr lang="en-US"/>
              <a:t>review and approve the purchase order as a procurement expert</a:t>
            </a:r>
            <a:endParaRPr lang="en-US">
              <a:cs typeface="Arial"/>
            </a:endParaRPr>
          </a:p>
          <a:p>
            <a:pPr marL="285115" indent="-285115">
              <a:buFont typeface="Arial" panose="020B0604020202020204" pitchFamily="34" charset="0"/>
              <a:buChar char="•"/>
            </a:pPr>
            <a:r>
              <a:rPr lang="en-US"/>
              <a:t>manage the purchase order output and send the purchase order to supplier</a:t>
            </a:r>
            <a:endParaRPr lang="en-US">
              <a:cs typeface="Arial"/>
            </a:endParaRPr>
          </a:p>
          <a:p>
            <a:pPr marL="285115" indent="-285115">
              <a:buFont typeface="Arial" panose="020B0604020202020204" pitchFamily="34" charset="0"/>
              <a:buChar char="•"/>
            </a:pPr>
            <a:r>
              <a:rPr lang="en-US"/>
              <a:t>analyze the purchase order</a:t>
            </a:r>
            <a:endParaRPr lang="en-US">
              <a:cs typeface="Arial"/>
            </a:endParaRPr>
          </a:p>
        </p:txBody>
      </p:sp>
      <p:sp>
        <p:nvSpPr>
          <p:cNvPr id="5" name="Foliennummernplatzhalter 3">
            <a:extLst>
              <a:ext uri="{FF2B5EF4-FFF2-40B4-BE49-F238E27FC236}">
                <a16:creationId xmlns:a16="http://schemas.microsoft.com/office/drawing/2014/main" id="{DE6F44D0-9035-0CFC-B459-51481CE2A5C9}"/>
              </a:ext>
            </a:extLst>
          </p:cNvPr>
          <p:cNvSpPr>
            <a:spLocks noGrp="1"/>
          </p:cNvSpPr>
          <p:nvPr>
            <p:ph type="sldNum" sz="quarter" idx="11"/>
          </p:nvPr>
        </p:nvSpPr>
        <p:spPr>
          <a:xfrm>
            <a:off x="411162" y="6310800"/>
            <a:ext cx="648000" cy="547200"/>
          </a:xfrm>
        </p:spPr>
        <p:txBody>
          <a:bodyPr/>
          <a:lstStyle/>
          <a:p>
            <a:r>
              <a:rPr lang="en-US"/>
              <a:t>Page </a:t>
            </a:r>
            <a:fld id="{15EBE321-CBB1-4E91-BD14-37C8D44326FB}" type="slidenum">
              <a:rPr lang="en-US" smtClean="0"/>
              <a:pPr/>
              <a:t>4</a:t>
            </a:fld>
            <a:endParaRPr lang="en-US"/>
          </a:p>
        </p:txBody>
      </p:sp>
      <p:sp>
        <p:nvSpPr>
          <p:cNvPr id="6" name="Rechteck 5">
            <a:extLst>
              <a:ext uri="{FF2B5EF4-FFF2-40B4-BE49-F238E27FC236}">
                <a16:creationId xmlns:a16="http://schemas.microsoft.com/office/drawing/2014/main" id="{44C0F858-9992-B0B6-6C96-DA62278B0E72}"/>
              </a:ext>
            </a:extLst>
          </p:cNvPr>
          <p:cNvSpPr/>
          <p:nvPr/>
        </p:nvSpPr>
        <p:spPr>
          <a:xfrm>
            <a:off x="502276" y="1429555"/>
            <a:ext cx="10998558" cy="547200"/>
          </a:xfrm>
          <a:prstGeom prst="rect">
            <a:avLst/>
          </a:prstGeom>
          <a:solidFill>
            <a:srgbClr val="00557C"/>
          </a:solidFill>
          <a:ln>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pPr algn="l"/>
            <a:endParaRPr lang="de-DE" b="1"/>
          </a:p>
        </p:txBody>
      </p:sp>
      <p:sp>
        <p:nvSpPr>
          <p:cNvPr id="7" name="Rechteck 6">
            <a:extLst>
              <a:ext uri="{FF2B5EF4-FFF2-40B4-BE49-F238E27FC236}">
                <a16:creationId xmlns:a16="http://schemas.microsoft.com/office/drawing/2014/main" id="{6B99973D-4ADA-A503-E704-CE8EA3953CC7}"/>
              </a:ext>
            </a:extLst>
          </p:cNvPr>
          <p:cNvSpPr/>
          <p:nvPr/>
        </p:nvSpPr>
        <p:spPr>
          <a:xfrm>
            <a:off x="502276" y="1976754"/>
            <a:ext cx="10998558" cy="4021709"/>
          </a:xfrm>
          <a:prstGeom prst="rect">
            <a:avLst/>
          </a:prstGeom>
          <a:noFill/>
          <a:ln>
            <a:solidFill>
              <a:srgbClr val="00557C"/>
            </a:solid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pPr algn="l"/>
            <a:endParaRPr lang="de-DE"/>
          </a:p>
        </p:txBody>
      </p:sp>
      <p:pic>
        <p:nvPicPr>
          <p:cNvPr id="8" name="Picture 2">
            <a:extLst>
              <a:ext uri="{FF2B5EF4-FFF2-40B4-BE49-F238E27FC236}">
                <a16:creationId xmlns:a16="http://schemas.microsoft.com/office/drawing/2014/main" id="{25A28146-909D-0B95-8576-FBF902D1C28B}"/>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2009" t="13890" r="94887" b="80807"/>
          <a:stretch/>
        </p:blipFill>
        <p:spPr bwMode="auto">
          <a:xfrm>
            <a:off x="636608" y="1537197"/>
            <a:ext cx="357870" cy="353292"/>
          </a:xfrm>
          <a:prstGeom prst="rect">
            <a:avLst/>
          </a:prstGeom>
          <a:noFill/>
          <a:extLst>
            <a:ext uri="{909E8E84-426E-40DD-AFC4-6F175D3DCCD1}">
              <a14:hiddenFill xmlns:a14="http://schemas.microsoft.com/office/drawing/2010/main">
                <a:solidFill>
                  <a:srgbClr val="FFFFFF"/>
                </a:solidFill>
              </a14:hiddenFill>
            </a:ext>
          </a:extLst>
        </p:spPr>
      </p:pic>
      <p:sp>
        <p:nvSpPr>
          <p:cNvPr id="9" name="Textfeld 8">
            <a:extLst>
              <a:ext uri="{FF2B5EF4-FFF2-40B4-BE49-F238E27FC236}">
                <a16:creationId xmlns:a16="http://schemas.microsoft.com/office/drawing/2014/main" id="{17DC497B-C321-7E1F-FF12-C9B374CBB434}"/>
              </a:ext>
            </a:extLst>
          </p:cNvPr>
          <p:cNvSpPr txBox="1"/>
          <p:nvPr/>
        </p:nvSpPr>
        <p:spPr>
          <a:xfrm>
            <a:off x="1083214" y="1564654"/>
            <a:ext cx="6805010" cy="276999"/>
          </a:xfrm>
          <a:prstGeom prst="rect">
            <a:avLst/>
          </a:prstGeom>
          <a:noFill/>
        </p:spPr>
        <p:txBody>
          <a:bodyPr wrap="square" lIns="0" tIns="0" rIns="0" bIns="0" rtlCol="0">
            <a:spAutoFit/>
          </a:bodyPr>
          <a:lstStyle/>
          <a:p>
            <a:pPr algn="l"/>
            <a:r>
              <a:rPr lang="en-US" b="1">
                <a:solidFill>
                  <a:schemeClr val="bg1"/>
                </a:solidFill>
              </a:rPr>
              <a:t>Upon completion of this course, you will be able to:</a:t>
            </a:r>
          </a:p>
        </p:txBody>
      </p:sp>
      <p:sp>
        <p:nvSpPr>
          <p:cNvPr id="11" name="Fußzeilenplatzhalter 2">
            <a:extLst>
              <a:ext uri="{FF2B5EF4-FFF2-40B4-BE49-F238E27FC236}">
                <a16:creationId xmlns:a16="http://schemas.microsoft.com/office/drawing/2014/main" id="{6B221226-45F3-6384-918D-0285D4A81AE8}"/>
              </a:ext>
            </a:extLst>
          </p:cNvPr>
          <p:cNvSpPr>
            <a:spLocks noGrp="1"/>
          </p:cNvSpPr>
          <p:nvPr>
            <p:ph type="ftr" sz="quarter" idx="10"/>
          </p:nvPr>
        </p:nvSpPr>
        <p:spPr>
          <a:xfrm>
            <a:off x="1059160" y="6310800"/>
            <a:ext cx="9216000" cy="547200"/>
          </a:xfrm>
        </p:spPr>
        <p:txBody>
          <a:bodyPr/>
          <a:lstStyle/>
          <a:p>
            <a:pPr>
              <a:lnSpc>
                <a:spcPct val="100000"/>
              </a:lnSpc>
            </a:pPr>
            <a:r>
              <a:rPr lang="en-US"/>
              <a:t>Internal | © Siemens 2025 | SHERPA X I MM081 Procurement via Direct X</a:t>
            </a:r>
          </a:p>
        </p:txBody>
      </p:sp>
    </p:spTree>
    <p:extLst>
      <p:ext uri="{BB962C8B-B14F-4D97-AF65-F5344CB8AC3E}">
        <p14:creationId xmlns:p14="http://schemas.microsoft.com/office/powerpoint/2010/main" val="1473377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chor="t"/>
          <a:lstStyle/>
          <a:p>
            <a:r>
              <a:rPr lang="en-US">
                <a:solidFill>
                  <a:srgbClr val="00557C"/>
                </a:solidFill>
              </a:rPr>
              <a:t>Prerequisites and Target Group</a:t>
            </a:r>
          </a:p>
        </p:txBody>
      </p:sp>
      <p:sp>
        <p:nvSpPr>
          <p:cNvPr id="3" name="Content Placeholder 2"/>
          <p:cNvSpPr>
            <a:spLocks noGrp="1"/>
          </p:cNvSpPr>
          <p:nvPr>
            <p:ph idx="4294967295"/>
          </p:nvPr>
        </p:nvSpPr>
        <p:spPr>
          <a:xfrm>
            <a:off x="735162" y="2084398"/>
            <a:ext cx="5429568" cy="1583976"/>
          </a:xfrm>
        </p:spPr>
        <p:txBody>
          <a:bodyPr/>
          <a:lstStyle/>
          <a:p>
            <a:pPr marL="285607" indent="-285607">
              <a:buFont typeface="Arial" panose="020B0604020202020204" pitchFamily="34" charset="0"/>
              <a:buChar char="•"/>
            </a:pPr>
            <a:r>
              <a:rPr lang="en-US"/>
              <a:t>BT020 SAP Fiori introduction and navigation</a:t>
            </a:r>
          </a:p>
          <a:p>
            <a:endParaRPr lang="en-US"/>
          </a:p>
          <a:p>
            <a:pPr marL="285607" indent="-285607">
              <a:buFont typeface="Arial" panose="020B0604020202020204" pitchFamily="34" charset="0"/>
              <a:buChar char="•"/>
            </a:pPr>
            <a:endParaRPr lang="en-US"/>
          </a:p>
        </p:txBody>
      </p:sp>
      <p:sp>
        <p:nvSpPr>
          <p:cNvPr id="5" name="Foliennummernplatzhalter 3">
            <a:extLst>
              <a:ext uri="{FF2B5EF4-FFF2-40B4-BE49-F238E27FC236}">
                <a16:creationId xmlns:a16="http://schemas.microsoft.com/office/drawing/2014/main" id="{DE6F44D0-9035-0CFC-B459-51481CE2A5C9}"/>
              </a:ext>
            </a:extLst>
          </p:cNvPr>
          <p:cNvSpPr>
            <a:spLocks noGrp="1"/>
          </p:cNvSpPr>
          <p:nvPr>
            <p:ph type="sldNum" sz="quarter" idx="11"/>
          </p:nvPr>
        </p:nvSpPr>
        <p:spPr>
          <a:xfrm>
            <a:off x="411162" y="6310800"/>
            <a:ext cx="648000" cy="547200"/>
          </a:xfrm>
        </p:spPr>
        <p:txBody>
          <a:bodyPr/>
          <a:lstStyle/>
          <a:p>
            <a:r>
              <a:rPr lang="en-US"/>
              <a:t>Page </a:t>
            </a:r>
            <a:fld id="{15EBE321-CBB1-4E91-BD14-37C8D44326FB}" type="slidenum">
              <a:rPr lang="en-US" smtClean="0"/>
              <a:pPr/>
              <a:t>5</a:t>
            </a:fld>
            <a:endParaRPr lang="en-US"/>
          </a:p>
        </p:txBody>
      </p:sp>
      <p:sp>
        <p:nvSpPr>
          <p:cNvPr id="6" name="Rechteck 5">
            <a:extLst>
              <a:ext uri="{FF2B5EF4-FFF2-40B4-BE49-F238E27FC236}">
                <a16:creationId xmlns:a16="http://schemas.microsoft.com/office/drawing/2014/main" id="{44C0F858-9992-B0B6-6C96-DA62278B0E72}"/>
              </a:ext>
            </a:extLst>
          </p:cNvPr>
          <p:cNvSpPr/>
          <p:nvPr/>
        </p:nvSpPr>
        <p:spPr>
          <a:xfrm>
            <a:off x="502276" y="1429555"/>
            <a:ext cx="10998558" cy="547200"/>
          </a:xfrm>
          <a:prstGeom prst="rect">
            <a:avLst/>
          </a:prstGeom>
          <a:solidFill>
            <a:srgbClr val="00557C"/>
          </a:solidFill>
          <a:ln>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pPr algn="l"/>
            <a:endParaRPr lang="de-DE" b="1"/>
          </a:p>
        </p:txBody>
      </p:sp>
      <p:sp>
        <p:nvSpPr>
          <p:cNvPr id="7" name="Rechteck 6">
            <a:extLst>
              <a:ext uri="{FF2B5EF4-FFF2-40B4-BE49-F238E27FC236}">
                <a16:creationId xmlns:a16="http://schemas.microsoft.com/office/drawing/2014/main" id="{6B99973D-4ADA-A503-E704-CE8EA3953CC7}"/>
              </a:ext>
            </a:extLst>
          </p:cNvPr>
          <p:cNvSpPr/>
          <p:nvPr/>
        </p:nvSpPr>
        <p:spPr>
          <a:xfrm>
            <a:off x="502276" y="1976755"/>
            <a:ext cx="10998558" cy="1691619"/>
          </a:xfrm>
          <a:prstGeom prst="rect">
            <a:avLst/>
          </a:prstGeom>
          <a:noFill/>
          <a:ln>
            <a:solidFill>
              <a:srgbClr val="00557C"/>
            </a:solid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pPr algn="l"/>
            <a:endParaRPr lang="de-DE"/>
          </a:p>
        </p:txBody>
      </p:sp>
      <p:sp>
        <p:nvSpPr>
          <p:cNvPr id="9" name="Textfeld 8">
            <a:extLst>
              <a:ext uri="{FF2B5EF4-FFF2-40B4-BE49-F238E27FC236}">
                <a16:creationId xmlns:a16="http://schemas.microsoft.com/office/drawing/2014/main" id="{17DC497B-C321-7E1F-FF12-C9B374CBB434}"/>
              </a:ext>
            </a:extLst>
          </p:cNvPr>
          <p:cNvSpPr txBox="1"/>
          <p:nvPr/>
        </p:nvSpPr>
        <p:spPr>
          <a:xfrm>
            <a:off x="1083214" y="1564654"/>
            <a:ext cx="4598257" cy="276999"/>
          </a:xfrm>
          <a:prstGeom prst="rect">
            <a:avLst/>
          </a:prstGeom>
          <a:noFill/>
        </p:spPr>
        <p:txBody>
          <a:bodyPr wrap="square" lIns="0" tIns="0" rIns="0" bIns="0" rtlCol="0">
            <a:spAutoFit/>
          </a:bodyPr>
          <a:lstStyle/>
          <a:p>
            <a:pPr algn="l"/>
            <a:r>
              <a:rPr lang="en-US" b="1">
                <a:solidFill>
                  <a:schemeClr val="bg1"/>
                </a:solidFill>
              </a:rPr>
              <a:t>Prerequisites</a:t>
            </a:r>
          </a:p>
        </p:txBody>
      </p:sp>
      <p:sp>
        <p:nvSpPr>
          <p:cNvPr id="10" name="Rechteck 9">
            <a:extLst>
              <a:ext uri="{FF2B5EF4-FFF2-40B4-BE49-F238E27FC236}">
                <a16:creationId xmlns:a16="http://schemas.microsoft.com/office/drawing/2014/main" id="{46CFC87F-3063-92E3-613F-BA48A4C1FE20}"/>
              </a:ext>
            </a:extLst>
          </p:cNvPr>
          <p:cNvSpPr/>
          <p:nvPr/>
        </p:nvSpPr>
        <p:spPr>
          <a:xfrm>
            <a:off x="502276" y="3985716"/>
            <a:ext cx="10998558" cy="547200"/>
          </a:xfrm>
          <a:prstGeom prst="rect">
            <a:avLst/>
          </a:prstGeom>
          <a:solidFill>
            <a:srgbClr val="00557C"/>
          </a:solidFill>
          <a:ln>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pPr algn="l"/>
            <a:endParaRPr lang="de-DE" b="1"/>
          </a:p>
        </p:txBody>
      </p:sp>
      <p:sp>
        <p:nvSpPr>
          <p:cNvPr id="11" name="Rechteck 10">
            <a:extLst>
              <a:ext uri="{FF2B5EF4-FFF2-40B4-BE49-F238E27FC236}">
                <a16:creationId xmlns:a16="http://schemas.microsoft.com/office/drawing/2014/main" id="{B96416C8-1AE2-8E88-043C-545A6A0948E4}"/>
              </a:ext>
            </a:extLst>
          </p:cNvPr>
          <p:cNvSpPr/>
          <p:nvPr/>
        </p:nvSpPr>
        <p:spPr>
          <a:xfrm>
            <a:off x="502276" y="4532916"/>
            <a:ext cx="10998558" cy="1583976"/>
          </a:xfrm>
          <a:prstGeom prst="rect">
            <a:avLst/>
          </a:prstGeom>
          <a:noFill/>
          <a:ln>
            <a:solidFill>
              <a:srgbClr val="00557C"/>
            </a:solid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pPr algn="l"/>
            <a:endParaRPr lang="de-DE"/>
          </a:p>
        </p:txBody>
      </p:sp>
      <p:sp>
        <p:nvSpPr>
          <p:cNvPr id="13" name="Textfeld 12">
            <a:extLst>
              <a:ext uri="{FF2B5EF4-FFF2-40B4-BE49-F238E27FC236}">
                <a16:creationId xmlns:a16="http://schemas.microsoft.com/office/drawing/2014/main" id="{E160DD74-D813-AFBE-52B6-00C5805175CD}"/>
              </a:ext>
            </a:extLst>
          </p:cNvPr>
          <p:cNvSpPr txBox="1"/>
          <p:nvPr/>
        </p:nvSpPr>
        <p:spPr>
          <a:xfrm>
            <a:off x="1083214" y="4120815"/>
            <a:ext cx="4598257" cy="276999"/>
          </a:xfrm>
          <a:prstGeom prst="rect">
            <a:avLst/>
          </a:prstGeom>
          <a:noFill/>
        </p:spPr>
        <p:txBody>
          <a:bodyPr wrap="square" lIns="0" tIns="0" rIns="0" bIns="0" rtlCol="0">
            <a:spAutoFit/>
          </a:bodyPr>
          <a:lstStyle/>
          <a:p>
            <a:pPr algn="l"/>
            <a:r>
              <a:rPr lang="de-DE" b="1">
                <a:solidFill>
                  <a:schemeClr val="bg1"/>
                </a:solidFill>
              </a:rPr>
              <a:t>Target Group</a:t>
            </a:r>
          </a:p>
        </p:txBody>
      </p:sp>
      <p:sp>
        <p:nvSpPr>
          <p:cNvPr id="14" name="Content Placeholder 2">
            <a:extLst>
              <a:ext uri="{FF2B5EF4-FFF2-40B4-BE49-F238E27FC236}">
                <a16:creationId xmlns:a16="http://schemas.microsoft.com/office/drawing/2014/main" id="{49B2BF3B-D187-E709-1D48-F51E26EBCE90}"/>
              </a:ext>
            </a:extLst>
          </p:cNvPr>
          <p:cNvSpPr txBox="1">
            <a:spLocks/>
          </p:cNvSpPr>
          <p:nvPr/>
        </p:nvSpPr>
        <p:spPr>
          <a:xfrm>
            <a:off x="735162" y="4683691"/>
            <a:ext cx="5429568" cy="1583976"/>
          </a:xfrm>
          <a:prstGeom prst="rect">
            <a:avLst/>
          </a:prstGeom>
        </p:spPr>
        <p:txBody>
          <a:bodyPr vert="horz" lIns="0" tIns="0" rIns="0" bIns="0" rtlCol="0">
            <a:noAutofit/>
          </a:bodyPr>
          <a:lstStyle>
            <a:lvl1pPr marL="0" indent="0" algn="l" defTabSz="914400" rtl="0" eaLnBrk="1" latinLnBrk="0" hangingPunct="1">
              <a:lnSpc>
                <a:spcPct val="110000"/>
              </a:lnSpc>
              <a:spcBef>
                <a:spcPts val="0"/>
              </a:spcBef>
              <a:spcAft>
                <a:spcPts val="300"/>
              </a:spcAft>
              <a:buFont typeface="Arial" panose="020B0604020202020204" pitchFamily="34" charset="0"/>
              <a:buNone/>
              <a:defRPr sz="1800" kern="1200">
                <a:solidFill>
                  <a:schemeClr val="tx1"/>
                </a:solidFill>
                <a:latin typeface="+mn-lt"/>
                <a:ea typeface="+mn-ea"/>
                <a:cs typeface="+mn-cs"/>
              </a:defRPr>
            </a:lvl1pPr>
            <a:lvl2pPr marL="180000" indent="-180000" algn="l" defTabSz="914400" rtl="0" eaLnBrk="1" latinLnBrk="0" hangingPunct="1">
              <a:lnSpc>
                <a:spcPct val="110000"/>
              </a:lnSpc>
              <a:spcBef>
                <a:spcPts val="0"/>
              </a:spcBef>
              <a:spcAft>
                <a:spcPts val="300"/>
              </a:spcAft>
              <a:buClr>
                <a:schemeClr val="accent1"/>
              </a:buClr>
              <a:buFont typeface="Arial" panose="020B0604020202020204" pitchFamily="34" charset="0"/>
              <a:buChar char="•"/>
              <a:defRPr sz="1800" kern="1200">
                <a:solidFill>
                  <a:schemeClr val="tx1"/>
                </a:solidFill>
                <a:latin typeface="+mn-lt"/>
                <a:ea typeface="+mn-ea"/>
                <a:cs typeface="+mn-cs"/>
              </a:defRPr>
            </a:lvl2pPr>
            <a:lvl3pPr marL="360000" indent="-180000" algn="l" defTabSz="914400" rtl="0" eaLnBrk="1" latinLnBrk="0" hangingPunct="1">
              <a:lnSpc>
                <a:spcPct val="110000"/>
              </a:lnSpc>
              <a:spcBef>
                <a:spcPts val="0"/>
              </a:spcBef>
              <a:spcAft>
                <a:spcPts val="300"/>
              </a:spcAft>
              <a:buClr>
                <a:schemeClr val="accent1"/>
              </a:buClr>
              <a:buFont typeface="Arial" panose="020B0604020202020204" pitchFamily="34" charset="0"/>
              <a:buChar char="•"/>
              <a:defRPr sz="1800" kern="1200">
                <a:solidFill>
                  <a:schemeClr val="tx1"/>
                </a:solidFill>
                <a:latin typeface="+mn-lt"/>
                <a:ea typeface="+mn-ea"/>
                <a:cs typeface="+mn-cs"/>
              </a:defRPr>
            </a:lvl3pPr>
            <a:lvl4pPr marL="540000" indent="-180000" algn="l" defTabSz="914400" rtl="0" eaLnBrk="1" latinLnBrk="0" hangingPunct="1">
              <a:lnSpc>
                <a:spcPct val="110000"/>
              </a:lnSpc>
              <a:spcBef>
                <a:spcPts val="0"/>
              </a:spcBef>
              <a:spcAft>
                <a:spcPts val="300"/>
              </a:spcAft>
              <a:buClr>
                <a:schemeClr val="accent1"/>
              </a:buClr>
              <a:buFont typeface="Arial" panose="020B0604020202020204" pitchFamily="34" charset="0"/>
              <a:buChar char="•"/>
              <a:defRPr sz="1800" kern="1200">
                <a:solidFill>
                  <a:schemeClr val="tx1"/>
                </a:solidFill>
                <a:latin typeface="+mn-lt"/>
                <a:ea typeface="+mn-ea"/>
                <a:cs typeface="+mn-cs"/>
              </a:defRPr>
            </a:lvl4pPr>
            <a:lvl5pPr marL="720000" indent="-180000" algn="l" defTabSz="914400" rtl="0" eaLnBrk="1" latinLnBrk="0" hangingPunct="1">
              <a:lnSpc>
                <a:spcPct val="110000"/>
              </a:lnSpc>
              <a:spcBef>
                <a:spcPts val="0"/>
              </a:spcBef>
              <a:spcAft>
                <a:spcPts val="300"/>
              </a:spcAft>
              <a:buClr>
                <a:schemeClr val="accent1"/>
              </a:buClr>
              <a:buFont typeface="Arial" panose="020B0604020202020204" pitchFamily="34" charset="0"/>
              <a:buChar char="•"/>
              <a:defRPr sz="1800" kern="1200">
                <a:solidFill>
                  <a:schemeClr val="tx1"/>
                </a:solidFill>
                <a:latin typeface="+mn-lt"/>
                <a:ea typeface="+mn-ea"/>
                <a:cs typeface="+mn-cs"/>
              </a:defRPr>
            </a:lvl5pPr>
            <a:lvl6pPr marL="900000" indent="-180000" algn="l" defTabSz="914400" rtl="0" eaLnBrk="1" latinLnBrk="0" hangingPunct="1">
              <a:lnSpc>
                <a:spcPct val="110000"/>
              </a:lnSpc>
              <a:spcBef>
                <a:spcPts val="0"/>
              </a:spcBef>
              <a:spcAft>
                <a:spcPts val="300"/>
              </a:spcAft>
              <a:buClr>
                <a:schemeClr val="accent1"/>
              </a:buClr>
              <a:buFont typeface="Arial" panose="020B0604020202020204" pitchFamily="34" charset="0"/>
              <a:buChar char="•"/>
              <a:defRPr sz="1800" kern="1200">
                <a:solidFill>
                  <a:schemeClr val="tx1"/>
                </a:solidFill>
                <a:latin typeface="+mn-lt"/>
                <a:ea typeface="+mn-ea"/>
                <a:cs typeface="+mn-cs"/>
              </a:defRPr>
            </a:lvl6pPr>
            <a:lvl7pPr marL="1080000" indent="-180000" algn="l" defTabSz="914400" rtl="0" eaLnBrk="1" latinLnBrk="0" hangingPunct="1">
              <a:lnSpc>
                <a:spcPct val="110000"/>
              </a:lnSpc>
              <a:spcBef>
                <a:spcPts val="0"/>
              </a:spcBef>
              <a:spcAft>
                <a:spcPts val="300"/>
              </a:spcAft>
              <a:buClr>
                <a:schemeClr val="accent1"/>
              </a:buClr>
              <a:buFont typeface="Arial" panose="020B0604020202020204" pitchFamily="34" charset="0"/>
              <a:buChar char="•"/>
              <a:defRPr sz="1800" kern="1200">
                <a:solidFill>
                  <a:schemeClr val="tx1"/>
                </a:solidFill>
                <a:latin typeface="+mn-lt"/>
                <a:ea typeface="+mn-ea"/>
                <a:cs typeface="+mn-cs"/>
              </a:defRPr>
            </a:lvl7pPr>
            <a:lvl8pPr marL="1260000" indent="-180000" algn="l" defTabSz="914400" rtl="0" eaLnBrk="1" latinLnBrk="0" hangingPunct="1">
              <a:lnSpc>
                <a:spcPct val="110000"/>
              </a:lnSpc>
              <a:spcBef>
                <a:spcPts val="0"/>
              </a:spcBef>
              <a:spcAft>
                <a:spcPts val="300"/>
              </a:spcAft>
              <a:buClr>
                <a:schemeClr val="accent1"/>
              </a:buClr>
              <a:buFont typeface="Arial" panose="020B0604020202020204" pitchFamily="34" charset="0"/>
              <a:buChar char="•"/>
              <a:defRPr sz="1800" kern="1200">
                <a:solidFill>
                  <a:schemeClr val="tx1"/>
                </a:solidFill>
                <a:latin typeface="+mn-lt"/>
                <a:ea typeface="+mn-ea"/>
                <a:cs typeface="+mn-cs"/>
              </a:defRPr>
            </a:lvl8pPr>
            <a:lvl9pPr marL="1440000" indent="-180000" algn="l" defTabSz="914400" rtl="0" eaLnBrk="1" latinLnBrk="0" hangingPunct="1">
              <a:lnSpc>
                <a:spcPct val="110000"/>
              </a:lnSpc>
              <a:spcBef>
                <a:spcPts val="0"/>
              </a:spcBef>
              <a:spcAft>
                <a:spcPts val="300"/>
              </a:spcAft>
              <a:buClr>
                <a:schemeClr val="accent1"/>
              </a:buClr>
              <a:buFont typeface="Arial" panose="020B0604020202020204" pitchFamily="34" charset="0"/>
              <a:buChar char="•"/>
              <a:defRPr sz="1800" kern="1200">
                <a:solidFill>
                  <a:schemeClr val="tx1"/>
                </a:solidFill>
                <a:latin typeface="+mn-lt"/>
                <a:ea typeface="+mn-ea"/>
                <a:cs typeface="+mn-cs"/>
              </a:defRPr>
            </a:lvl9pPr>
          </a:lstStyle>
          <a:p>
            <a:pPr marL="285607" indent="-285607">
              <a:buFont typeface="Arial" panose="020B0604020202020204" pitchFamily="34" charset="0"/>
              <a:buChar char="•"/>
            </a:pPr>
            <a:r>
              <a:rPr lang="en-US"/>
              <a:t>Purchaser</a:t>
            </a:r>
          </a:p>
          <a:p>
            <a:pPr marL="285607" indent="-285607">
              <a:buFont typeface="Arial" panose="020B0604020202020204" pitchFamily="34" charset="0"/>
              <a:buChar char="•"/>
            </a:pPr>
            <a:r>
              <a:rPr lang="en-US"/>
              <a:t>Buyer</a:t>
            </a:r>
          </a:p>
          <a:p>
            <a:pPr marL="285607" indent="-285607">
              <a:buFont typeface="Arial" panose="020B0604020202020204" pitchFamily="34" charset="0"/>
              <a:buChar char="•"/>
            </a:pPr>
            <a:r>
              <a:rPr lang="en-US"/>
              <a:t>Procurement expert </a:t>
            </a:r>
          </a:p>
          <a:p>
            <a:pPr marL="285607" indent="-285607">
              <a:buFont typeface="Arial" panose="020B0604020202020204" pitchFamily="34" charset="0"/>
              <a:buChar char="•"/>
            </a:pPr>
            <a:endParaRPr lang="en-US"/>
          </a:p>
        </p:txBody>
      </p:sp>
      <p:pic>
        <p:nvPicPr>
          <p:cNvPr id="16" name="Grafik 15">
            <a:extLst>
              <a:ext uri="{FF2B5EF4-FFF2-40B4-BE49-F238E27FC236}">
                <a16:creationId xmlns:a16="http://schemas.microsoft.com/office/drawing/2014/main" id="{7AC09429-8335-3728-C720-4EEEEEDB8EE5}"/>
              </a:ext>
            </a:extLst>
          </p:cNvPr>
          <p:cNvPicPr>
            <a:picLocks noChangeAspect="1"/>
          </p:cNvPicPr>
          <p:nvPr/>
        </p:nvPicPr>
        <p:blipFill>
          <a:blip r:embed="rId3"/>
          <a:stretch>
            <a:fillRect/>
          </a:stretch>
        </p:blipFill>
        <p:spPr>
          <a:xfrm>
            <a:off x="578414" y="1516756"/>
            <a:ext cx="439748" cy="424583"/>
          </a:xfrm>
          <a:prstGeom prst="rect">
            <a:avLst/>
          </a:prstGeom>
        </p:spPr>
      </p:pic>
      <p:pic>
        <p:nvPicPr>
          <p:cNvPr id="18" name="Grafik 17">
            <a:extLst>
              <a:ext uri="{FF2B5EF4-FFF2-40B4-BE49-F238E27FC236}">
                <a16:creationId xmlns:a16="http://schemas.microsoft.com/office/drawing/2014/main" id="{FEE10246-D8B2-889E-7002-4C6987B1BEA7}"/>
              </a:ext>
            </a:extLst>
          </p:cNvPr>
          <p:cNvPicPr>
            <a:picLocks noChangeAspect="1"/>
          </p:cNvPicPr>
          <p:nvPr/>
        </p:nvPicPr>
        <p:blipFill>
          <a:blip r:embed="rId4"/>
          <a:stretch>
            <a:fillRect/>
          </a:stretch>
        </p:blipFill>
        <p:spPr>
          <a:xfrm>
            <a:off x="594563" y="4120815"/>
            <a:ext cx="423599" cy="308072"/>
          </a:xfrm>
          <a:prstGeom prst="rect">
            <a:avLst/>
          </a:prstGeom>
        </p:spPr>
      </p:pic>
      <p:sp>
        <p:nvSpPr>
          <p:cNvPr id="12" name="Fußzeilenplatzhalter 2">
            <a:extLst>
              <a:ext uri="{FF2B5EF4-FFF2-40B4-BE49-F238E27FC236}">
                <a16:creationId xmlns:a16="http://schemas.microsoft.com/office/drawing/2014/main" id="{87C1E223-D7C7-94FF-BD47-8E98D54E2357}"/>
              </a:ext>
            </a:extLst>
          </p:cNvPr>
          <p:cNvSpPr>
            <a:spLocks noGrp="1"/>
          </p:cNvSpPr>
          <p:nvPr>
            <p:ph type="ftr" sz="quarter" idx="10"/>
          </p:nvPr>
        </p:nvSpPr>
        <p:spPr>
          <a:xfrm>
            <a:off x="1059160" y="6310800"/>
            <a:ext cx="9216000" cy="547200"/>
          </a:xfrm>
        </p:spPr>
        <p:txBody>
          <a:bodyPr/>
          <a:lstStyle/>
          <a:p>
            <a:pPr>
              <a:lnSpc>
                <a:spcPct val="100000"/>
              </a:lnSpc>
            </a:pPr>
            <a:r>
              <a:rPr lang="en-US"/>
              <a:t>Internal | © Siemens 2025 | SHERPA X I MM081 Procurement via Direct X</a:t>
            </a:r>
          </a:p>
        </p:txBody>
      </p:sp>
    </p:spTree>
    <p:extLst>
      <p:ext uri="{BB962C8B-B14F-4D97-AF65-F5344CB8AC3E}">
        <p14:creationId xmlns:p14="http://schemas.microsoft.com/office/powerpoint/2010/main" val="179867072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8"/>
          <p:cNvSpPr/>
          <p:nvPr/>
        </p:nvSpPr>
        <p:spPr bwMode="auto">
          <a:xfrm>
            <a:off x="410400" y="1647786"/>
            <a:ext cx="9863997" cy="467808"/>
          </a:xfrm>
          <a:prstGeom prst="rect">
            <a:avLst/>
          </a:prstGeom>
          <a:solidFill>
            <a:srgbClr val="005F87"/>
          </a:solidFill>
          <a:ln w="19050">
            <a:solidFill>
              <a:schemeClr val="bg1"/>
            </a:solidFill>
            <a:miter lim="800000"/>
            <a:headEnd/>
            <a:tailEnd/>
          </a:ln>
          <a:effectLst/>
        </p:spPr>
        <p:txBody>
          <a:bodyPr vert="horz" wrap="square" lIns="179906" tIns="46014" rIns="0" bIns="46014" numCol="1" spcCol="0" rtlCol="0" anchor="ctr" anchorCtr="0" compatLnSpc="1">
            <a:prstTxWarp prst="textNoShape">
              <a:avLst/>
            </a:prstTxWarp>
            <a:noAutofit/>
          </a:bodyPr>
          <a:lstStyle/>
          <a:p>
            <a:pPr marL="355422" indent="-355422">
              <a:tabLst>
                <a:tab pos="355422" algn="l"/>
                <a:tab pos="7616190" algn="l"/>
              </a:tabLst>
            </a:pPr>
            <a:r>
              <a:rPr lang="en-US" sz="1599" b="1">
                <a:solidFill>
                  <a:schemeClr val="bg1"/>
                </a:solidFill>
              </a:rPr>
              <a:t>2.	 Purchase Requisition Process</a:t>
            </a:r>
          </a:p>
        </p:txBody>
      </p:sp>
      <p:sp>
        <p:nvSpPr>
          <p:cNvPr id="12" name="Rectangle 8"/>
          <p:cNvSpPr/>
          <p:nvPr/>
        </p:nvSpPr>
        <p:spPr bwMode="auto">
          <a:xfrm>
            <a:off x="410400" y="3990650"/>
            <a:ext cx="9863997" cy="467808"/>
          </a:xfrm>
          <a:prstGeom prst="rect">
            <a:avLst/>
          </a:prstGeom>
          <a:solidFill>
            <a:srgbClr val="005F87"/>
          </a:solidFill>
          <a:ln w="19050">
            <a:solidFill>
              <a:schemeClr val="bg1"/>
            </a:solidFill>
            <a:miter lim="800000"/>
            <a:headEnd/>
            <a:tailEnd/>
          </a:ln>
          <a:effectLst/>
        </p:spPr>
        <p:txBody>
          <a:bodyPr vert="horz" wrap="square" lIns="179906" tIns="46014" rIns="0" bIns="46014" numCol="1" spcCol="0" rtlCol="0" anchor="ctr" anchorCtr="0" compatLnSpc="1">
            <a:prstTxWarp prst="textNoShape">
              <a:avLst/>
            </a:prstTxWarp>
            <a:noAutofit/>
          </a:bodyPr>
          <a:lstStyle/>
          <a:p>
            <a:pPr marL="355422" indent="-355422">
              <a:tabLst>
                <a:tab pos="355422" algn="l"/>
                <a:tab pos="7616190" algn="l"/>
              </a:tabLst>
            </a:pPr>
            <a:r>
              <a:rPr lang="cs-CZ" sz="1599" b="1">
                <a:solidFill>
                  <a:schemeClr val="bg1"/>
                </a:solidFill>
              </a:rPr>
              <a:t>6</a:t>
            </a:r>
            <a:r>
              <a:rPr lang="en-US" sz="1599" b="1">
                <a:solidFill>
                  <a:schemeClr val="bg1"/>
                </a:solidFill>
              </a:rPr>
              <a:t>.	 Purchase Order Creation</a:t>
            </a:r>
          </a:p>
        </p:txBody>
      </p:sp>
      <p:sp>
        <p:nvSpPr>
          <p:cNvPr id="13" name="Rectangle 8"/>
          <p:cNvSpPr/>
          <p:nvPr/>
        </p:nvSpPr>
        <p:spPr bwMode="auto">
          <a:xfrm>
            <a:off x="410400" y="2819218"/>
            <a:ext cx="9863997" cy="467808"/>
          </a:xfrm>
          <a:prstGeom prst="rect">
            <a:avLst/>
          </a:prstGeom>
          <a:solidFill>
            <a:srgbClr val="005F87"/>
          </a:solidFill>
          <a:ln w="19050">
            <a:solidFill>
              <a:schemeClr val="bg1"/>
            </a:solidFill>
            <a:miter lim="800000"/>
            <a:headEnd/>
            <a:tailEnd/>
          </a:ln>
          <a:effectLst/>
        </p:spPr>
        <p:txBody>
          <a:bodyPr vert="horz" wrap="square" lIns="179906" tIns="46014" rIns="0" bIns="46014" numCol="1" spcCol="0" rtlCol="0" anchor="ctr" anchorCtr="0" compatLnSpc="1">
            <a:prstTxWarp prst="textNoShape">
              <a:avLst/>
            </a:prstTxWarp>
            <a:noAutofit/>
          </a:bodyPr>
          <a:lstStyle/>
          <a:p>
            <a:pPr marL="355422" indent="-355422">
              <a:tabLst>
                <a:tab pos="355422" algn="l"/>
                <a:tab pos="7616190" algn="l"/>
              </a:tabLst>
            </a:pPr>
            <a:r>
              <a:rPr lang="en-US" sz="1599" b="1">
                <a:solidFill>
                  <a:schemeClr val="bg1"/>
                </a:solidFill>
              </a:rPr>
              <a:t>4.	 PR - Purchaser Confirmation - Purchaser	</a:t>
            </a:r>
          </a:p>
        </p:txBody>
      </p:sp>
      <p:sp>
        <p:nvSpPr>
          <p:cNvPr id="9" name="Rectangle 8"/>
          <p:cNvSpPr/>
          <p:nvPr/>
        </p:nvSpPr>
        <p:spPr bwMode="auto">
          <a:xfrm>
            <a:off x="410400" y="1062070"/>
            <a:ext cx="9863119" cy="467808"/>
          </a:xfrm>
          <a:prstGeom prst="rect">
            <a:avLst/>
          </a:prstGeom>
          <a:solidFill>
            <a:srgbClr val="005F87"/>
          </a:solidFill>
          <a:ln w="19050">
            <a:solidFill>
              <a:schemeClr val="bg1"/>
            </a:solidFill>
            <a:miter lim="800000"/>
            <a:headEnd/>
            <a:tailEnd/>
          </a:ln>
          <a:effectLst/>
        </p:spPr>
        <p:txBody>
          <a:bodyPr vert="horz" wrap="square" lIns="179906" tIns="46014" rIns="0" bIns="46014" numCol="1" spcCol="0" rtlCol="0" anchor="ctr" anchorCtr="0" compatLnSpc="1">
            <a:prstTxWarp prst="textNoShape">
              <a:avLst/>
            </a:prstTxWarp>
            <a:noAutofit/>
          </a:bodyPr>
          <a:lstStyle/>
          <a:p>
            <a:pPr marL="355422" indent="-355422">
              <a:tabLst>
                <a:tab pos="355422" algn="l"/>
                <a:tab pos="7616190" algn="l"/>
              </a:tabLst>
            </a:pPr>
            <a:r>
              <a:rPr lang="en-US" sz="1599" b="1">
                <a:solidFill>
                  <a:schemeClr val="bg1"/>
                </a:solidFill>
              </a:rPr>
              <a:t>1.	Introduction &amp; Process Overview 		</a:t>
            </a:r>
          </a:p>
        </p:txBody>
      </p:sp>
      <p:sp>
        <p:nvSpPr>
          <p:cNvPr id="2" name="Rectangle 8">
            <a:extLst>
              <a:ext uri="{FF2B5EF4-FFF2-40B4-BE49-F238E27FC236}">
                <a16:creationId xmlns:a16="http://schemas.microsoft.com/office/drawing/2014/main" id="{80930E47-6D9B-5216-E829-8BE551DDA2AA}"/>
              </a:ext>
            </a:extLst>
          </p:cNvPr>
          <p:cNvSpPr/>
          <p:nvPr/>
        </p:nvSpPr>
        <p:spPr bwMode="auto">
          <a:xfrm>
            <a:off x="410400" y="3404934"/>
            <a:ext cx="9863997" cy="467808"/>
          </a:xfrm>
          <a:prstGeom prst="rect">
            <a:avLst/>
          </a:prstGeom>
          <a:solidFill>
            <a:srgbClr val="005F87"/>
          </a:solidFill>
          <a:ln w="19050">
            <a:solidFill>
              <a:schemeClr val="bg1"/>
            </a:solidFill>
            <a:miter lim="800000"/>
            <a:headEnd/>
            <a:tailEnd/>
          </a:ln>
          <a:effectLst/>
        </p:spPr>
        <p:txBody>
          <a:bodyPr vert="horz" wrap="square" lIns="179906" tIns="46014" rIns="0" bIns="46014" numCol="1" spcCol="0" rtlCol="0" anchor="ctr" anchorCtr="0" compatLnSpc="1">
            <a:prstTxWarp prst="textNoShape">
              <a:avLst/>
            </a:prstTxWarp>
            <a:noAutofit/>
          </a:bodyPr>
          <a:lstStyle/>
          <a:p>
            <a:pPr marL="355422" indent="-355422">
              <a:tabLst>
                <a:tab pos="355422" algn="l"/>
                <a:tab pos="7616190" algn="l"/>
              </a:tabLst>
            </a:pPr>
            <a:r>
              <a:rPr lang="cs-CZ" sz="1599" b="1">
                <a:solidFill>
                  <a:schemeClr val="bg1"/>
                </a:solidFill>
              </a:rPr>
              <a:t>5</a:t>
            </a:r>
            <a:r>
              <a:rPr lang="en-US" sz="1599" b="1">
                <a:solidFill>
                  <a:schemeClr val="bg1"/>
                </a:solidFill>
              </a:rPr>
              <a:t>.	 Purchase Order Process	</a:t>
            </a:r>
          </a:p>
        </p:txBody>
      </p:sp>
      <p:sp>
        <p:nvSpPr>
          <p:cNvPr id="14" name="Rectangle 8">
            <a:extLst>
              <a:ext uri="{FF2B5EF4-FFF2-40B4-BE49-F238E27FC236}">
                <a16:creationId xmlns:a16="http://schemas.microsoft.com/office/drawing/2014/main" id="{128A2296-AE4F-4321-B72B-17AE3174BC4B}"/>
              </a:ext>
            </a:extLst>
          </p:cNvPr>
          <p:cNvSpPr/>
          <p:nvPr/>
        </p:nvSpPr>
        <p:spPr bwMode="auto">
          <a:xfrm>
            <a:off x="410400" y="2233502"/>
            <a:ext cx="9863997" cy="467808"/>
          </a:xfrm>
          <a:prstGeom prst="rect">
            <a:avLst/>
          </a:prstGeom>
          <a:solidFill>
            <a:srgbClr val="005F87"/>
          </a:solidFill>
          <a:ln w="19050">
            <a:solidFill>
              <a:schemeClr val="bg1"/>
            </a:solidFill>
            <a:miter lim="800000"/>
            <a:headEnd/>
            <a:tailEnd/>
          </a:ln>
          <a:effectLst/>
        </p:spPr>
        <p:txBody>
          <a:bodyPr vert="horz" wrap="square" lIns="179906" tIns="46014" rIns="0" bIns="46014" numCol="1" spcCol="0" rtlCol="0" anchor="ctr" anchorCtr="0" compatLnSpc="1">
            <a:prstTxWarp prst="textNoShape">
              <a:avLst/>
            </a:prstTxWarp>
            <a:noAutofit/>
          </a:bodyPr>
          <a:lstStyle/>
          <a:p>
            <a:pPr marL="355422" indent="-355422">
              <a:tabLst>
                <a:tab pos="355422" algn="l"/>
                <a:tab pos="7616190" algn="l"/>
              </a:tabLst>
            </a:pPr>
            <a:r>
              <a:rPr lang="en-US" sz="1599" b="1">
                <a:solidFill>
                  <a:schemeClr val="bg1"/>
                </a:solidFill>
              </a:rPr>
              <a:t>3.</a:t>
            </a:r>
            <a:r>
              <a:rPr lang="cs-CZ" sz="1599" b="1">
                <a:solidFill>
                  <a:schemeClr val="bg1"/>
                </a:solidFill>
              </a:rPr>
              <a:t>    </a:t>
            </a:r>
            <a:r>
              <a:rPr lang="en-US" sz="1599" b="1">
                <a:solidFill>
                  <a:schemeClr val="bg1"/>
                </a:solidFill>
              </a:rPr>
              <a:t>PR - Assign Individual Purchaser Group - Buyer</a:t>
            </a:r>
          </a:p>
        </p:txBody>
      </p:sp>
      <p:sp>
        <p:nvSpPr>
          <p:cNvPr id="15" name="Rectangle 8">
            <a:extLst>
              <a:ext uri="{FF2B5EF4-FFF2-40B4-BE49-F238E27FC236}">
                <a16:creationId xmlns:a16="http://schemas.microsoft.com/office/drawing/2014/main" id="{9C9DFA0D-971E-406A-85C1-9059469BB006}"/>
              </a:ext>
            </a:extLst>
          </p:cNvPr>
          <p:cNvSpPr/>
          <p:nvPr/>
        </p:nvSpPr>
        <p:spPr bwMode="auto">
          <a:xfrm>
            <a:off x="410400" y="4576366"/>
            <a:ext cx="9863997" cy="467808"/>
          </a:xfrm>
          <a:prstGeom prst="rect">
            <a:avLst/>
          </a:prstGeom>
          <a:solidFill>
            <a:srgbClr val="005F87"/>
          </a:solidFill>
          <a:ln w="19050">
            <a:solidFill>
              <a:schemeClr val="bg1"/>
            </a:solidFill>
            <a:miter lim="800000"/>
            <a:headEnd/>
            <a:tailEnd/>
          </a:ln>
          <a:effectLst/>
        </p:spPr>
        <p:txBody>
          <a:bodyPr vert="horz" wrap="square" lIns="179906" tIns="46014" rIns="0" bIns="46014" numCol="1" spcCol="0" rtlCol="0" anchor="ctr" anchorCtr="0" compatLnSpc="1">
            <a:prstTxWarp prst="textNoShape">
              <a:avLst/>
            </a:prstTxWarp>
            <a:noAutofit/>
          </a:bodyPr>
          <a:lstStyle/>
          <a:p>
            <a:pPr marL="355422" indent="-355422">
              <a:tabLst>
                <a:tab pos="355422" algn="l"/>
                <a:tab pos="7616190" algn="l"/>
              </a:tabLst>
            </a:pPr>
            <a:r>
              <a:rPr lang="cs-CZ" sz="1599" b="1">
                <a:solidFill>
                  <a:schemeClr val="bg1"/>
                </a:solidFill>
              </a:rPr>
              <a:t>7</a:t>
            </a:r>
            <a:r>
              <a:rPr lang="en-US" sz="1599" b="1">
                <a:solidFill>
                  <a:schemeClr val="bg1"/>
                </a:solidFill>
              </a:rPr>
              <a:t>.	 </a:t>
            </a:r>
            <a:r>
              <a:rPr lang="en-US" sz="1600" b="1" kern="1200">
                <a:solidFill>
                  <a:srgbClr val="FFFFFF"/>
                </a:solidFill>
                <a:effectLst/>
                <a:latin typeface="Arial" panose="020B0604020202020204" pitchFamily="34" charset="0"/>
                <a:ea typeface="+mj-ea"/>
                <a:cs typeface="+mj-cs"/>
              </a:rPr>
              <a:t>Adding </a:t>
            </a:r>
            <a:r>
              <a:rPr lang="en-US" sz="1600" b="1" kern="1200" err="1">
                <a:solidFill>
                  <a:srgbClr val="FFFFFF"/>
                </a:solidFill>
                <a:effectLst/>
                <a:latin typeface="Arial" panose="020B0604020202020204" pitchFamily="34" charset="0"/>
                <a:ea typeface="+mj-ea"/>
                <a:cs typeface="+mj-cs"/>
              </a:rPr>
              <a:t>Attac</a:t>
            </a:r>
            <a:r>
              <a:rPr lang="cs-CZ" sz="1600" b="1" kern="1200">
                <a:solidFill>
                  <a:srgbClr val="FFFFFF"/>
                </a:solidFill>
                <a:effectLst/>
                <a:latin typeface="Arial" panose="020B0604020202020204" pitchFamily="34" charset="0"/>
                <a:ea typeface="+mj-ea"/>
                <a:cs typeface="+mj-cs"/>
              </a:rPr>
              <a:t>h</a:t>
            </a:r>
            <a:r>
              <a:rPr lang="en-US" sz="1600" b="1" kern="1200" err="1">
                <a:solidFill>
                  <a:srgbClr val="FFFFFF"/>
                </a:solidFill>
                <a:effectLst/>
                <a:latin typeface="Arial" panose="020B0604020202020204" pitchFamily="34" charset="0"/>
                <a:ea typeface="+mj-ea"/>
                <a:cs typeface="+mj-cs"/>
              </a:rPr>
              <a:t>ment</a:t>
            </a:r>
            <a:r>
              <a:rPr lang="en-US" sz="1600" b="1" kern="1200">
                <a:solidFill>
                  <a:srgbClr val="FFFFFF"/>
                </a:solidFill>
                <a:effectLst/>
                <a:latin typeface="Arial" panose="020B0604020202020204" pitchFamily="34" charset="0"/>
                <a:ea typeface="+mj-ea"/>
                <a:cs typeface="+mj-cs"/>
              </a:rPr>
              <a:t> to Purchase </a:t>
            </a:r>
            <a:r>
              <a:rPr lang="cs-CZ" sz="1600" b="1" kern="1200">
                <a:solidFill>
                  <a:srgbClr val="FFFFFF"/>
                </a:solidFill>
                <a:effectLst/>
                <a:latin typeface="Arial" panose="020B0604020202020204" pitchFamily="34" charset="0"/>
                <a:ea typeface="+mj-ea"/>
                <a:cs typeface="+mj-cs"/>
              </a:rPr>
              <a:t>Order</a:t>
            </a:r>
            <a:endParaRPr lang="en-US" sz="1600" b="1">
              <a:solidFill>
                <a:schemeClr val="bg1"/>
              </a:solidFill>
            </a:endParaRPr>
          </a:p>
        </p:txBody>
      </p:sp>
      <p:sp>
        <p:nvSpPr>
          <p:cNvPr id="5" name="Slide Number Placeholder 2">
            <a:extLst>
              <a:ext uri="{FF2B5EF4-FFF2-40B4-BE49-F238E27FC236}">
                <a16:creationId xmlns:a16="http://schemas.microsoft.com/office/drawing/2014/main" id="{7C98115E-24D0-DAC5-D7FE-570FD0BA2F14}"/>
              </a:ext>
            </a:extLst>
          </p:cNvPr>
          <p:cNvSpPr txBox="1">
            <a:spLocks/>
          </p:cNvSpPr>
          <p:nvPr/>
        </p:nvSpPr>
        <p:spPr>
          <a:xfrm>
            <a:off x="410400" y="6312240"/>
            <a:ext cx="647700" cy="547687"/>
          </a:xfrm>
          <a:prstGeom prst="rect">
            <a:avLst/>
          </a:prstGeom>
        </p:spPr>
        <p:txBody>
          <a:bodyPr vert="horz" lIns="0" tIns="0" rIns="0" bIns="61200" rtlCol="0" anchor="ctr" anchorCtr="0"/>
          <a:lstStyle>
            <a:defPPr>
              <a:defRPr lang="en-US"/>
            </a:defPPr>
            <a:lvl1pPr marL="0" algn="l" defTabSz="914400" rtl="0" eaLnBrk="1" latinLnBrk="0" hangingPunct="1">
              <a:lnSpc>
                <a:spcPct val="100000"/>
              </a:lnSpc>
              <a:defRPr sz="900" b="1"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t>Page </a:t>
            </a:r>
            <a:fld id="{15EBE321-CBB1-4E91-BD14-37C8D44326FB}" type="slidenum">
              <a:rPr lang="en-US" smtClean="0"/>
              <a:pPr/>
              <a:t>6</a:t>
            </a:fld>
            <a:endParaRPr lang="en-US"/>
          </a:p>
        </p:txBody>
      </p:sp>
      <p:sp>
        <p:nvSpPr>
          <p:cNvPr id="6" name="Rectangle 8">
            <a:extLst>
              <a:ext uri="{FF2B5EF4-FFF2-40B4-BE49-F238E27FC236}">
                <a16:creationId xmlns:a16="http://schemas.microsoft.com/office/drawing/2014/main" id="{ADADD56C-E21B-3DBB-9E56-B60F78C98E41}"/>
              </a:ext>
            </a:extLst>
          </p:cNvPr>
          <p:cNvSpPr/>
          <p:nvPr/>
        </p:nvSpPr>
        <p:spPr bwMode="auto">
          <a:xfrm>
            <a:off x="410400" y="5162082"/>
            <a:ext cx="9863997" cy="467808"/>
          </a:xfrm>
          <a:prstGeom prst="rect">
            <a:avLst/>
          </a:prstGeom>
          <a:solidFill>
            <a:srgbClr val="005F87"/>
          </a:solidFill>
          <a:ln w="19050">
            <a:solidFill>
              <a:schemeClr val="bg1"/>
            </a:solidFill>
            <a:miter lim="800000"/>
            <a:headEnd/>
            <a:tailEnd/>
          </a:ln>
          <a:effectLst/>
        </p:spPr>
        <p:txBody>
          <a:bodyPr vert="horz" wrap="square" lIns="179906" tIns="46014" rIns="0" bIns="46014" numCol="1" spcCol="0" rtlCol="0" anchor="ctr" anchorCtr="0" compatLnSpc="1">
            <a:prstTxWarp prst="textNoShape">
              <a:avLst/>
            </a:prstTxWarp>
            <a:noAutofit/>
          </a:bodyPr>
          <a:lstStyle/>
          <a:p>
            <a:pPr marL="355422" indent="-355422">
              <a:tabLst>
                <a:tab pos="355422" algn="l"/>
                <a:tab pos="7616190" algn="l"/>
              </a:tabLst>
            </a:pPr>
            <a:r>
              <a:rPr lang="cs-CZ" sz="1599" b="1">
                <a:solidFill>
                  <a:schemeClr val="bg1"/>
                </a:solidFill>
              </a:rPr>
              <a:t>8</a:t>
            </a:r>
            <a:r>
              <a:rPr lang="en-US" sz="1599" b="1">
                <a:solidFill>
                  <a:schemeClr val="bg1"/>
                </a:solidFill>
              </a:rPr>
              <a:t>.	 Procurement Expert Selection</a:t>
            </a:r>
          </a:p>
        </p:txBody>
      </p:sp>
      <p:sp>
        <p:nvSpPr>
          <p:cNvPr id="7" name="Rectangle 8">
            <a:extLst>
              <a:ext uri="{FF2B5EF4-FFF2-40B4-BE49-F238E27FC236}">
                <a16:creationId xmlns:a16="http://schemas.microsoft.com/office/drawing/2014/main" id="{C0402BCD-6EBE-8C14-385F-964AED611F3D}"/>
              </a:ext>
            </a:extLst>
          </p:cNvPr>
          <p:cNvSpPr/>
          <p:nvPr/>
        </p:nvSpPr>
        <p:spPr bwMode="auto">
          <a:xfrm>
            <a:off x="410400" y="5747798"/>
            <a:ext cx="9863997" cy="467808"/>
          </a:xfrm>
          <a:prstGeom prst="rect">
            <a:avLst/>
          </a:prstGeom>
          <a:solidFill>
            <a:srgbClr val="005F87"/>
          </a:solidFill>
          <a:ln w="19050">
            <a:solidFill>
              <a:schemeClr val="bg1"/>
            </a:solidFill>
            <a:miter lim="800000"/>
            <a:headEnd/>
            <a:tailEnd/>
          </a:ln>
          <a:effectLst/>
        </p:spPr>
        <p:txBody>
          <a:bodyPr vert="horz" wrap="square" lIns="179906" tIns="46014" rIns="0" bIns="46014" numCol="1" spcCol="0" rtlCol="0" anchor="ctr" anchorCtr="0" compatLnSpc="1">
            <a:prstTxWarp prst="textNoShape">
              <a:avLst/>
            </a:prstTxWarp>
            <a:noAutofit/>
          </a:bodyPr>
          <a:lstStyle/>
          <a:p>
            <a:pPr marL="355422" indent="-355422">
              <a:tabLst>
                <a:tab pos="355422" algn="l"/>
                <a:tab pos="7616190" algn="l"/>
              </a:tabLst>
            </a:pPr>
            <a:r>
              <a:rPr lang="cs-CZ" sz="1599" b="1">
                <a:solidFill>
                  <a:schemeClr val="bg1"/>
                </a:solidFill>
              </a:rPr>
              <a:t>9</a:t>
            </a:r>
            <a:r>
              <a:rPr lang="en-US" sz="1599" b="1">
                <a:solidFill>
                  <a:schemeClr val="bg1"/>
                </a:solidFill>
              </a:rPr>
              <a:t>.	 Confirm the Purchaser Order</a:t>
            </a:r>
          </a:p>
        </p:txBody>
      </p:sp>
      <p:sp>
        <p:nvSpPr>
          <p:cNvPr id="16" name="Title 1">
            <a:extLst>
              <a:ext uri="{FF2B5EF4-FFF2-40B4-BE49-F238E27FC236}">
                <a16:creationId xmlns:a16="http://schemas.microsoft.com/office/drawing/2014/main" id="{28AA3CE4-2A8B-7FA2-FC51-3E189F89F52A}"/>
              </a:ext>
            </a:extLst>
          </p:cNvPr>
          <p:cNvSpPr>
            <a:spLocks noGrp="1"/>
          </p:cNvSpPr>
          <p:nvPr>
            <p:ph type="title"/>
          </p:nvPr>
        </p:nvSpPr>
        <p:spPr>
          <a:xfrm>
            <a:off x="410400" y="478800"/>
            <a:ext cx="9863997" cy="576000"/>
          </a:xfrm>
        </p:spPr>
        <p:txBody>
          <a:bodyPr anchor="t"/>
          <a:lstStyle/>
          <a:p>
            <a:r>
              <a:rPr lang="en-US">
                <a:solidFill>
                  <a:srgbClr val="00557C"/>
                </a:solidFill>
              </a:rPr>
              <a:t>Agenda</a:t>
            </a:r>
          </a:p>
        </p:txBody>
      </p:sp>
      <p:sp>
        <p:nvSpPr>
          <p:cNvPr id="10" name="Fußzeilenplatzhalter 2">
            <a:extLst>
              <a:ext uri="{FF2B5EF4-FFF2-40B4-BE49-F238E27FC236}">
                <a16:creationId xmlns:a16="http://schemas.microsoft.com/office/drawing/2014/main" id="{F7FFADEC-5C8D-1108-5BCF-5D3CD85CA55F}"/>
              </a:ext>
            </a:extLst>
          </p:cNvPr>
          <p:cNvSpPr>
            <a:spLocks noGrp="1"/>
          </p:cNvSpPr>
          <p:nvPr>
            <p:ph type="ftr" sz="quarter" idx="10"/>
          </p:nvPr>
        </p:nvSpPr>
        <p:spPr>
          <a:xfrm>
            <a:off x="1059160" y="6310800"/>
            <a:ext cx="9216000" cy="547200"/>
          </a:xfrm>
        </p:spPr>
        <p:txBody>
          <a:bodyPr/>
          <a:lstStyle/>
          <a:p>
            <a:pPr>
              <a:lnSpc>
                <a:spcPct val="100000"/>
              </a:lnSpc>
            </a:pPr>
            <a:r>
              <a:rPr lang="en-US"/>
              <a:t>Internal | © Siemens 2025 | SHERPA X I MM081 Procurement via Direct X</a:t>
            </a:r>
          </a:p>
        </p:txBody>
      </p:sp>
    </p:spTree>
    <p:extLst>
      <p:ext uri="{BB962C8B-B14F-4D97-AF65-F5344CB8AC3E}">
        <p14:creationId xmlns:p14="http://schemas.microsoft.com/office/powerpoint/2010/main" val="300383077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4EE1F6-ABBE-6733-D396-C6D453C13873}"/>
            </a:ext>
          </a:extLst>
        </p:cNvPr>
        <p:cNvGrpSpPr/>
        <p:nvPr/>
      </p:nvGrpSpPr>
      <p:grpSpPr>
        <a:xfrm>
          <a:off x="0" y="0"/>
          <a:ext cx="0" cy="0"/>
          <a:chOff x="0" y="0"/>
          <a:chExt cx="0" cy="0"/>
        </a:xfrm>
      </p:grpSpPr>
      <p:sp>
        <p:nvSpPr>
          <p:cNvPr id="11" name="Rectangle 8">
            <a:extLst>
              <a:ext uri="{FF2B5EF4-FFF2-40B4-BE49-F238E27FC236}">
                <a16:creationId xmlns:a16="http://schemas.microsoft.com/office/drawing/2014/main" id="{F75C3F67-9D37-7B8A-BB36-328CB4F2F67B}"/>
              </a:ext>
            </a:extLst>
          </p:cNvPr>
          <p:cNvSpPr/>
          <p:nvPr/>
        </p:nvSpPr>
        <p:spPr bwMode="auto">
          <a:xfrm>
            <a:off x="409522" y="2399006"/>
            <a:ext cx="9863997" cy="467808"/>
          </a:xfrm>
          <a:prstGeom prst="rect">
            <a:avLst/>
          </a:prstGeom>
          <a:solidFill>
            <a:srgbClr val="005F87"/>
          </a:solidFill>
          <a:ln w="19050">
            <a:solidFill>
              <a:schemeClr val="bg1"/>
            </a:solidFill>
            <a:miter lim="800000"/>
            <a:headEnd/>
            <a:tailEnd/>
          </a:ln>
          <a:effectLst/>
        </p:spPr>
        <p:txBody>
          <a:bodyPr vert="horz" wrap="square" lIns="179906" tIns="46014" rIns="0" bIns="46014" numCol="1" spcCol="0" rtlCol="0" anchor="ctr" anchorCtr="0" compatLnSpc="1">
            <a:prstTxWarp prst="textNoShape">
              <a:avLst/>
            </a:prstTxWarp>
            <a:noAutofit/>
          </a:bodyPr>
          <a:lstStyle/>
          <a:p>
            <a:pPr marL="355422" indent="-355422">
              <a:tabLst>
                <a:tab pos="355422" algn="l"/>
                <a:tab pos="7616190" algn="l"/>
              </a:tabLst>
            </a:pPr>
            <a:r>
              <a:rPr lang="cs-CZ" sz="1599" b="1">
                <a:solidFill>
                  <a:schemeClr val="bg1"/>
                </a:solidFill>
              </a:rPr>
              <a:t>12</a:t>
            </a:r>
            <a:r>
              <a:rPr lang="en-US" sz="1599" b="1">
                <a:solidFill>
                  <a:schemeClr val="bg1"/>
                </a:solidFill>
              </a:rPr>
              <a:t>.	Release Statuses</a:t>
            </a:r>
          </a:p>
        </p:txBody>
      </p:sp>
      <p:sp>
        <p:nvSpPr>
          <p:cNvPr id="9" name="Rectangle 8">
            <a:extLst>
              <a:ext uri="{FF2B5EF4-FFF2-40B4-BE49-F238E27FC236}">
                <a16:creationId xmlns:a16="http://schemas.microsoft.com/office/drawing/2014/main" id="{349807BC-E23F-5C69-9CAA-008B072DDDF6}"/>
              </a:ext>
            </a:extLst>
          </p:cNvPr>
          <p:cNvSpPr/>
          <p:nvPr/>
        </p:nvSpPr>
        <p:spPr bwMode="auto">
          <a:xfrm>
            <a:off x="409522" y="1845799"/>
            <a:ext cx="9863119" cy="467808"/>
          </a:xfrm>
          <a:prstGeom prst="rect">
            <a:avLst/>
          </a:prstGeom>
          <a:solidFill>
            <a:srgbClr val="005F87"/>
          </a:solidFill>
          <a:ln w="19050">
            <a:solidFill>
              <a:schemeClr val="bg1"/>
            </a:solidFill>
            <a:miter lim="800000"/>
            <a:headEnd/>
            <a:tailEnd/>
          </a:ln>
          <a:effectLst/>
        </p:spPr>
        <p:txBody>
          <a:bodyPr vert="horz" wrap="square" lIns="179906" tIns="46014" rIns="0" bIns="46014" numCol="1" spcCol="0" rtlCol="0" anchor="ctr" anchorCtr="0" compatLnSpc="1">
            <a:prstTxWarp prst="textNoShape">
              <a:avLst/>
            </a:prstTxWarp>
            <a:noAutofit/>
          </a:bodyPr>
          <a:lstStyle/>
          <a:p>
            <a:pPr marL="355422" indent="-355422">
              <a:tabLst>
                <a:tab pos="355422" algn="l"/>
                <a:tab pos="7616190" algn="l"/>
              </a:tabLst>
            </a:pPr>
            <a:r>
              <a:rPr lang="cs-CZ" sz="1599" b="1">
                <a:solidFill>
                  <a:schemeClr val="bg1"/>
                </a:solidFill>
              </a:rPr>
              <a:t>11</a:t>
            </a:r>
            <a:r>
              <a:rPr lang="en-US" sz="1599" b="1">
                <a:solidFill>
                  <a:schemeClr val="bg1"/>
                </a:solidFill>
              </a:rPr>
              <a:t>.	Release Purchase Order - SAT Approval		</a:t>
            </a:r>
          </a:p>
        </p:txBody>
      </p:sp>
      <p:sp>
        <p:nvSpPr>
          <p:cNvPr id="5" name="Slide Number Placeholder 2">
            <a:extLst>
              <a:ext uri="{FF2B5EF4-FFF2-40B4-BE49-F238E27FC236}">
                <a16:creationId xmlns:a16="http://schemas.microsoft.com/office/drawing/2014/main" id="{D69ACE70-4100-28F6-DC56-ECA5CD11AD53}"/>
              </a:ext>
            </a:extLst>
          </p:cNvPr>
          <p:cNvSpPr txBox="1">
            <a:spLocks/>
          </p:cNvSpPr>
          <p:nvPr/>
        </p:nvSpPr>
        <p:spPr>
          <a:xfrm>
            <a:off x="410400" y="6312240"/>
            <a:ext cx="647700" cy="547687"/>
          </a:xfrm>
          <a:prstGeom prst="rect">
            <a:avLst/>
          </a:prstGeom>
        </p:spPr>
        <p:txBody>
          <a:bodyPr vert="horz" lIns="0" tIns="0" rIns="0" bIns="61200" rtlCol="0" anchor="ctr" anchorCtr="0"/>
          <a:lstStyle>
            <a:defPPr>
              <a:defRPr lang="en-US"/>
            </a:defPPr>
            <a:lvl1pPr marL="0" algn="l" defTabSz="914400" rtl="0" eaLnBrk="1" latinLnBrk="0" hangingPunct="1">
              <a:lnSpc>
                <a:spcPct val="100000"/>
              </a:lnSpc>
              <a:defRPr sz="900" b="1"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t>Page </a:t>
            </a:r>
            <a:fld id="{15EBE321-CBB1-4E91-BD14-37C8D44326FB}" type="slidenum">
              <a:rPr lang="en-US" smtClean="0"/>
              <a:pPr/>
              <a:t>7</a:t>
            </a:fld>
            <a:endParaRPr lang="en-US"/>
          </a:p>
        </p:txBody>
      </p:sp>
      <p:sp>
        <p:nvSpPr>
          <p:cNvPr id="16" name="Title 1">
            <a:extLst>
              <a:ext uri="{FF2B5EF4-FFF2-40B4-BE49-F238E27FC236}">
                <a16:creationId xmlns:a16="http://schemas.microsoft.com/office/drawing/2014/main" id="{422C03E1-94F6-53F4-105A-3EEBC9215796}"/>
              </a:ext>
            </a:extLst>
          </p:cNvPr>
          <p:cNvSpPr>
            <a:spLocks noGrp="1"/>
          </p:cNvSpPr>
          <p:nvPr>
            <p:ph type="title"/>
          </p:nvPr>
        </p:nvSpPr>
        <p:spPr>
          <a:xfrm>
            <a:off x="410400" y="478800"/>
            <a:ext cx="9863997" cy="576000"/>
          </a:xfrm>
        </p:spPr>
        <p:txBody>
          <a:bodyPr anchor="t"/>
          <a:lstStyle/>
          <a:p>
            <a:r>
              <a:rPr lang="en-US">
                <a:solidFill>
                  <a:srgbClr val="00557C"/>
                </a:solidFill>
              </a:rPr>
              <a:t>Agenda</a:t>
            </a:r>
          </a:p>
        </p:txBody>
      </p:sp>
      <p:sp>
        <p:nvSpPr>
          <p:cNvPr id="3" name="Fußzeilenplatzhalter 2">
            <a:extLst>
              <a:ext uri="{FF2B5EF4-FFF2-40B4-BE49-F238E27FC236}">
                <a16:creationId xmlns:a16="http://schemas.microsoft.com/office/drawing/2014/main" id="{99BB4790-3C09-980F-F7DA-A27D90F5E010}"/>
              </a:ext>
            </a:extLst>
          </p:cNvPr>
          <p:cNvSpPr>
            <a:spLocks noGrp="1"/>
          </p:cNvSpPr>
          <p:nvPr>
            <p:ph type="ftr" sz="quarter" idx="10"/>
          </p:nvPr>
        </p:nvSpPr>
        <p:spPr>
          <a:xfrm>
            <a:off x="1059160" y="6310800"/>
            <a:ext cx="9216000" cy="547200"/>
          </a:xfrm>
        </p:spPr>
        <p:txBody>
          <a:bodyPr/>
          <a:lstStyle/>
          <a:p>
            <a:pPr>
              <a:lnSpc>
                <a:spcPct val="100000"/>
              </a:lnSpc>
            </a:pPr>
            <a:r>
              <a:rPr lang="en-US"/>
              <a:t>Internal | © Siemens 2025 | SHERPA X I MM081 Procurement via Direct X</a:t>
            </a:r>
          </a:p>
        </p:txBody>
      </p:sp>
      <p:sp>
        <p:nvSpPr>
          <p:cNvPr id="4" name="Rectangle 8">
            <a:extLst>
              <a:ext uri="{FF2B5EF4-FFF2-40B4-BE49-F238E27FC236}">
                <a16:creationId xmlns:a16="http://schemas.microsoft.com/office/drawing/2014/main" id="{658BE989-9EE7-AEC9-15D3-AA8DB7117D5F}"/>
              </a:ext>
            </a:extLst>
          </p:cNvPr>
          <p:cNvSpPr/>
          <p:nvPr/>
        </p:nvSpPr>
        <p:spPr bwMode="auto">
          <a:xfrm>
            <a:off x="409522" y="1292592"/>
            <a:ext cx="9863997" cy="467808"/>
          </a:xfrm>
          <a:prstGeom prst="rect">
            <a:avLst/>
          </a:prstGeom>
          <a:solidFill>
            <a:srgbClr val="005F87"/>
          </a:solidFill>
          <a:ln w="19050">
            <a:solidFill>
              <a:schemeClr val="bg1"/>
            </a:solidFill>
            <a:miter lim="800000"/>
            <a:headEnd/>
            <a:tailEnd/>
          </a:ln>
          <a:effectLst/>
        </p:spPr>
        <p:txBody>
          <a:bodyPr vert="horz" wrap="square" lIns="179906" tIns="46014" rIns="0" bIns="46014" numCol="1" spcCol="0" rtlCol="0" anchor="ctr" anchorCtr="0" compatLnSpc="1">
            <a:prstTxWarp prst="textNoShape">
              <a:avLst/>
            </a:prstTxWarp>
            <a:noAutofit/>
          </a:bodyPr>
          <a:lstStyle/>
          <a:p>
            <a:pPr marL="355422" indent="-355422">
              <a:tabLst>
                <a:tab pos="355422" algn="l"/>
                <a:tab pos="7616190" algn="l"/>
              </a:tabLst>
            </a:pPr>
            <a:r>
              <a:rPr lang="cs-CZ" sz="1599" b="1">
                <a:solidFill>
                  <a:schemeClr val="bg1"/>
                </a:solidFill>
              </a:rPr>
              <a:t>10</a:t>
            </a:r>
            <a:r>
              <a:rPr lang="en-US" sz="1599" b="1">
                <a:solidFill>
                  <a:schemeClr val="bg1"/>
                </a:solidFill>
              </a:rPr>
              <a:t>.	 Expert Approval</a:t>
            </a:r>
          </a:p>
        </p:txBody>
      </p:sp>
      <p:sp>
        <p:nvSpPr>
          <p:cNvPr id="10" name="Rectangle 8">
            <a:extLst>
              <a:ext uri="{FF2B5EF4-FFF2-40B4-BE49-F238E27FC236}">
                <a16:creationId xmlns:a16="http://schemas.microsoft.com/office/drawing/2014/main" id="{C23E4887-07B2-F49B-9DE6-C8750A135EAB}"/>
              </a:ext>
            </a:extLst>
          </p:cNvPr>
          <p:cNvSpPr/>
          <p:nvPr/>
        </p:nvSpPr>
        <p:spPr bwMode="auto">
          <a:xfrm>
            <a:off x="408644" y="2952213"/>
            <a:ext cx="9863997" cy="467808"/>
          </a:xfrm>
          <a:prstGeom prst="rect">
            <a:avLst/>
          </a:prstGeom>
          <a:solidFill>
            <a:srgbClr val="005F87"/>
          </a:solidFill>
          <a:ln w="19050">
            <a:solidFill>
              <a:schemeClr val="bg1"/>
            </a:solidFill>
            <a:miter lim="800000"/>
            <a:headEnd/>
            <a:tailEnd/>
          </a:ln>
          <a:effectLst/>
        </p:spPr>
        <p:txBody>
          <a:bodyPr vert="horz" wrap="square" lIns="179906" tIns="46014" rIns="0" bIns="46014" numCol="1" spcCol="0" rtlCol="0" anchor="ctr" anchorCtr="0" compatLnSpc="1">
            <a:prstTxWarp prst="textNoShape">
              <a:avLst/>
            </a:prstTxWarp>
            <a:noAutofit/>
          </a:bodyPr>
          <a:lstStyle/>
          <a:p>
            <a:pPr marL="355422" indent="-355422">
              <a:tabLst>
                <a:tab pos="355422" algn="l"/>
                <a:tab pos="7616190" algn="l"/>
              </a:tabLst>
            </a:pPr>
            <a:r>
              <a:rPr lang="cs-CZ" sz="1599" b="1">
                <a:solidFill>
                  <a:schemeClr val="bg1"/>
                </a:solidFill>
              </a:rPr>
              <a:t>13</a:t>
            </a:r>
            <a:r>
              <a:rPr lang="en-US" sz="1599" b="1">
                <a:solidFill>
                  <a:schemeClr val="bg1"/>
                </a:solidFill>
              </a:rPr>
              <a:t>.	Purchase Order Output</a:t>
            </a:r>
          </a:p>
        </p:txBody>
      </p:sp>
    </p:spTree>
    <p:extLst>
      <p:ext uri="{BB962C8B-B14F-4D97-AF65-F5344CB8AC3E}">
        <p14:creationId xmlns:p14="http://schemas.microsoft.com/office/powerpoint/2010/main" val="344285580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1" name="Object 20" hidden="1">
            <a:extLst>
              <a:ext uri="{FF2B5EF4-FFF2-40B4-BE49-F238E27FC236}">
                <a16:creationId xmlns:a16="http://schemas.microsoft.com/office/drawing/2014/main" id="{FE5E87D9-D96E-02ED-2860-CF20738780D1}"/>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737" imgH="737" progId="TCLayout.ActiveDocument.1">
                  <p:embed/>
                </p:oleObj>
              </mc:Choice>
              <mc:Fallback>
                <p:oleObj name="think-cell Slide" r:id="rId3" imgW="737" imgH="737" progId="TCLayout.ActiveDocument.1">
                  <p:embed/>
                  <p:pic>
                    <p:nvPicPr>
                      <p:cNvPr id="21" name="Object 20" hidden="1">
                        <a:extLst>
                          <a:ext uri="{FF2B5EF4-FFF2-40B4-BE49-F238E27FC236}">
                            <a16:creationId xmlns:a16="http://schemas.microsoft.com/office/drawing/2014/main" id="{FE5E87D9-D96E-02ED-2860-CF20738780D1}"/>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5" name="Title 4">
            <a:extLst>
              <a:ext uri="{FF2B5EF4-FFF2-40B4-BE49-F238E27FC236}">
                <a16:creationId xmlns:a16="http://schemas.microsoft.com/office/drawing/2014/main" id="{CEAFF82B-A512-DDF5-1E85-194B4DE95B62}"/>
              </a:ext>
            </a:extLst>
          </p:cNvPr>
          <p:cNvSpPr>
            <a:spLocks noGrp="1"/>
          </p:cNvSpPr>
          <p:nvPr>
            <p:ph type="title"/>
          </p:nvPr>
        </p:nvSpPr>
        <p:spPr>
          <a:xfrm>
            <a:off x="410401" y="3780000"/>
            <a:ext cx="9287638" cy="1477328"/>
          </a:xfrm>
        </p:spPr>
        <p:txBody>
          <a:bodyPr/>
          <a:lstStyle/>
          <a:p>
            <a:r>
              <a:rPr lang="cs-CZ"/>
              <a:t>1. </a:t>
            </a:r>
            <a:r>
              <a:rPr lang="en-US"/>
              <a:t>Introduction &amp; Process Overview </a:t>
            </a:r>
          </a:p>
        </p:txBody>
      </p:sp>
    </p:spTree>
    <p:extLst>
      <p:ext uri="{BB962C8B-B14F-4D97-AF65-F5344CB8AC3E}">
        <p14:creationId xmlns:p14="http://schemas.microsoft.com/office/powerpoint/2010/main" val="325316733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922FDBD2-1571-5E86-B36F-B9BBF082C794}"/>
              </a:ext>
            </a:extLst>
          </p:cNvPr>
          <p:cNvSpPr>
            <a:spLocks noGrp="1"/>
          </p:cNvSpPr>
          <p:nvPr>
            <p:ph type="title"/>
          </p:nvPr>
        </p:nvSpPr>
        <p:spPr/>
        <p:txBody>
          <a:bodyPr anchor="t"/>
          <a:lstStyle/>
          <a:p>
            <a:r>
              <a:rPr lang="en-US">
                <a:solidFill>
                  <a:srgbClr val="00557C"/>
                </a:solidFill>
              </a:rPr>
              <a:t>Introduction</a:t>
            </a:r>
          </a:p>
        </p:txBody>
      </p:sp>
      <p:sp>
        <p:nvSpPr>
          <p:cNvPr id="4" name="Foliennummernplatzhalter 3">
            <a:extLst>
              <a:ext uri="{FF2B5EF4-FFF2-40B4-BE49-F238E27FC236}">
                <a16:creationId xmlns:a16="http://schemas.microsoft.com/office/drawing/2014/main" id="{EFDFAA91-CD93-351F-8D1A-0B9F8D183ADB}"/>
              </a:ext>
            </a:extLst>
          </p:cNvPr>
          <p:cNvSpPr>
            <a:spLocks noGrp="1"/>
          </p:cNvSpPr>
          <p:nvPr>
            <p:ph type="sldNum" sz="quarter" idx="11"/>
          </p:nvPr>
        </p:nvSpPr>
        <p:spPr/>
        <p:txBody>
          <a:bodyPr/>
          <a:lstStyle/>
          <a:p>
            <a:r>
              <a:rPr lang="en-US"/>
              <a:t>Page </a:t>
            </a:r>
            <a:fld id="{15EBE321-CBB1-4E91-BD14-37C8D44326FB}" type="slidenum">
              <a:rPr lang="en-US" smtClean="0"/>
              <a:pPr/>
              <a:t>9</a:t>
            </a:fld>
            <a:endParaRPr lang="en-US"/>
          </a:p>
        </p:txBody>
      </p:sp>
      <p:sp>
        <p:nvSpPr>
          <p:cNvPr id="9" name="Rechteck 4">
            <a:extLst>
              <a:ext uri="{FF2B5EF4-FFF2-40B4-BE49-F238E27FC236}">
                <a16:creationId xmlns:a16="http://schemas.microsoft.com/office/drawing/2014/main" id="{3C9DCC7D-7B42-3963-8A6C-D8070E007B5B}"/>
              </a:ext>
            </a:extLst>
          </p:cNvPr>
          <p:cNvSpPr/>
          <p:nvPr/>
        </p:nvSpPr>
        <p:spPr>
          <a:xfrm>
            <a:off x="410400" y="1799298"/>
            <a:ext cx="9772691" cy="286689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pPr marL="285750" indent="-285750">
              <a:spcAft>
                <a:spcPts val="2400"/>
              </a:spcAft>
              <a:buFont typeface="Arial" panose="020B0604020202020204" pitchFamily="34" charset="0"/>
              <a:buChar char="•"/>
              <a:tabLst>
                <a:tab pos="540385" algn="l"/>
                <a:tab pos="1080135" algn="l"/>
              </a:tabLst>
            </a:pPr>
            <a:r>
              <a:rPr lang="en-US">
                <a:solidFill>
                  <a:schemeClr val="accent4"/>
                </a:solidFill>
                <a:ea typeface="Calibri"/>
                <a:cs typeface="Arial"/>
              </a:rPr>
              <a:t>Direct X</a:t>
            </a:r>
            <a:r>
              <a:rPr lang="en-US" sz="1800">
                <a:solidFill>
                  <a:schemeClr val="accent4"/>
                </a:solidFill>
                <a:effectLst/>
                <a:ea typeface="Calibri"/>
                <a:cs typeface="Arial"/>
              </a:rPr>
              <a:t> is the Procure-2-Receipt (</a:t>
            </a:r>
            <a:r>
              <a:rPr lang="en-US">
                <a:solidFill>
                  <a:schemeClr val="accent4"/>
                </a:solidFill>
              </a:rPr>
              <a:t>P2R) template in SAP S/4HANA for direct procurement referring to projects and services for Real Estate and Software Engineering.</a:t>
            </a:r>
          </a:p>
          <a:p>
            <a:pPr marL="285750" indent="-285750">
              <a:spcAft>
                <a:spcPts val="2400"/>
              </a:spcAft>
              <a:buFont typeface="Arial" panose="020B0604020202020204" pitchFamily="34" charset="0"/>
              <a:buChar char="•"/>
              <a:tabLst>
                <a:tab pos="540385" algn="l"/>
                <a:tab pos="1080135" algn="l"/>
              </a:tabLst>
            </a:pPr>
            <a:r>
              <a:rPr lang="en-US">
                <a:solidFill>
                  <a:schemeClr val="accent4"/>
                </a:solidFill>
              </a:rPr>
              <a:t>The P2R process starts in SAP S/4HANA system with the creation of the purchase requisition and completes with the generation and issuing of the purchase order.</a:t>
            </a:r>
            <a:endParaRPr lang="en-US">
              <a:solidFill>
                <a:schemeClr val="accent4"/>
              </a:solidFill>
              <a:cs typeface="Arial"/>
            </a:endParaRPr>
          </a:p>
          <a:p>
            <a:pPr marL="285750" indent="-285750">
              <a:spcAft>
                <a:spcPts val="2400"/>
              </a:spcAft>
              <a:buFont typeface="Arial" panose="020B0604020202020204" pitchFamily="34" charset="0"/>
              <a:buChar char="•"/>
              <a:tabLst>
                <a:tab pos="540385" algn="l"/>
                <a:tab pos="1080135" algn="l"/>
              </a:tabLst>
            </a:pPr>
            <a:r>
              <a:rPr lang="en-US">
                <a:solidFill>
                  <a:schemeClr val="accent4"/>
                </a:solidFill>
              </a:rPr>
              <a:t>SAP Business Technology Platform (BTP) is an additional technology suite on top of SAP S/4HANA which manages workflows for the purchase requisition and purchase order.</a:t>
            </a:r>
            <a:endParaRPr lang="en-US">
              <a:solidFill>
                <a:schemeClr val="accent4"/>
              </a:solidFill>
              <a:cs typeface="Arial"/>
            </a:endParaRPr>
          </a:p>
          <a:p>
            <a:pPr>
              <a:spcAft>
                <a:spcPts val="2400"/>
              </a:spcAft>
              <a:tabLst>
                <a:tab pos="540385" algn="l"/>
                <a:tab pos="1080135" algn="l"/>
              </a:tabLst>
            </a:pPr>
            <a:endParaRPr lang="en-US">
              <a:solidFill>
                <a:schemeClr val="accent3"/>
              </a:solidFill>
            </a:endParaRPr>
          </a:p>
          <a:p>
            <a:pPr marL="0" marR="0">
              <a:spcAft>
                <a:spcPts val="2400"/>
              </a:spcAft>
              <a:tabLst>
                <a:tab pos="540385" algn="l"/>
                <a:tab pos="1080135" algn="l"/>
              </a:tabLst>
            </a:pPr>
            <a:r>
              <a:rPr lang="en-US" sz="1800">
                <a:solidFill>
                  <a:schemeClr val="accent3"/>
                </a:solidFill>
                <a:effectLst/>
                <a:ea typeface="Calibri"/>
                <a:cs typeface="Arial"/>
              </a:rPr>
              <a:t>  </a:t>
            </a:r>
          </a:p>
          <a:p>
            <a:pPr>
              <a:spcAft>
                <a:spcPts val="2400"/>
              </a:spcAft>
            </a:pPr>
            <a:endParaRPr lang="de-DE">
              <a:solidFill>
                <a:schemeClr val="accent3"/>
              </a:solidFill>
            </a:endParaRPr>
          </a:p>
        </p:txBody>
      </p:sp>
      <p:sp>
        <p:nvSpPr>
          <p:cNvPr id="7" name="Fußzeilenplatzhalter 2">
            <a:extLst>
              <a:ext uri="{FF2B5EF4-FFF2-40B4-BE49-F238E27FC236}">
                <a16:creationId xmlns:a16="http://schemas.microsoft.com/office/drawing/2014/main" id="{802C323F-A9CD-6B09-EDD6-0F9843752DB3}"/>
              </a:ext>
            </a:extLst>
          </p:cNvPr>
          <p:cNvSpPr>
            <a:spLocks noGrp="1"/>
          </p:cNvSpPr>
          <p:nvPr>
            <p:ph type="ftr" sz="quarter" idx="10"/>
          </p:nvPr>
        </p:nvSpPr>
        <p:spPr>
          <a:xfrm>
            <a:off x="1059160" y="6310800"/>
            <a:ext cx="9216000" cy="547200"/>
          </a:xfrm>
        </p:spPr>
        <p:txBody>
          <a:bodyPr/>
          <a:lstStyle/>
          <a:p>
            <a:pPr>
              <a:lnSpc>
                <a:spcPct val="100000"/>
              </a:lnSpc>
            </a:pPr>
            <a:r>
              <a:rPr lang="en-US"/>
              <a:t>Internal | © Siemens 2025 | SHERPA X I MM081 Procurement via Direct X</a:t>
            </a:r>
          </a:p>
        </p:txBody>
      </p:sp>
    </p:spTree>
    <p:extLst>
      <p:ext uri="{BB962C8B-B14F-4D97-AF65-F5344CB8AC3E}">
        <p14:creationId xmlns:p14="http://schemas.microsoft.com/office/powerpoint/2010/main" val="327296453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498DB1-BCAB-836E-D807-CB2760466F1E}"/>
            </a:ext>
          </a:extLst>
        </p:cNvPr>
        <p:cNvGrpSpPr/>
        <p:nvPr/>
      </p:nvGrpSpPr>
      <p:grpSpPr>
        <a:xfrm>
          <a:off x="0" y="0"/>
          <a:ext cx="0" cy="0"/>
          <a:chOff x="0" y="0"/>
          <a:chExt cx="0" cy="0"/>
        </a:xfrm>
      </p:grpSpPr>
      <p:sp>
        <p:nvSpPr>
          <p:cNvPr id="4" name="Foliennummernplatzhalter 3">
            <a:extLst>
              <a:ext uri="{FF2B5EF4-FFF2-40B4-BE49-F238E27FC236}">
                <a16:creationId xmlns:a16="http://schemas.microsoft.com/office/drawing/2014/main" id="{DE8986FA-BD9D-23B8-5DF0-BF2EC43F3155}"/>
              </a:ext>
            </a:extLst>
          </p:cNvPr>
          <p:cNvSpPr>
            <a:spLocks noGrp="1"/>
          </p:cNvSpPr>
          <p:nvPr>
            <p:ph type="sldNum" sz="quarter" idx="11"/>
          </p:nvPr>
        </p:nvSpPr>
        <p:spPr/>
        <p:txBody>
          <a:bodyPr/>
          <a:lstStyle/>
          <a:p>
            <a:r>
              <a:rPr lang="en-US"/>
              <a:t>Page </a:t>
            </a:r>
            <a:fld id="{15EBE321-CBB1-4E91-BD14-37C8D44326FB}" type="slidenum">
              <a:rPr lang="en-US" smtClean="0"/>
              <a:pPr/>
              <a:t>10</a:t>
            </a:fld>
            <a:endParaRPr lang="en-US"/>
          </a:p>
        </p:txBody>
      </p:sp>
      <p:sp>
        <p:nvSpPr>
          <p:cNvPr id="50" name="Titel 1">
            <a:extLst>
              <a:ext uri="{FF2B5EF4-FFF2-40B4-BE49-F238E27FC236}">
                <a16:creationId xmlns:a16="http://schemas.microsoft.com/office/drawing/2014/main" id="{26B7078D-3A66-6DE7-7A7A-3AB523529D3A}"/>
              </a:ext>
            </a:extLst>
          </p:cNvPr>
          <p:cNvSpPr>
            <a:spLocks noGrp="1"/>
          </p:cNvSpPr>
          <p:nvPr>
            <p:ph type="title"/>
          </p:nvPr>
        </p:nvSpPr>
        <p:spPr>
          <a:xfrm>
            <a:off x="410400" y="478800"/>
            <a:ext cx="9863997" cy="576000"/>
          </a:xfrm>
        </p:spPr>
        <p:txBody>
          <a:bodyPr anchor="t"/>
          <a:lstStyle/>
          <a:p>
            <a:r>
              <a:rPr lang="en-US">
                <a:solidFill>
                  <a:srgbClr val="00557C"/>
                </a:solidFill>
              </a:rPr>
              <a:t>Process Overview</a:t>
            </a:r>
          </a:p>
        </p:txBody>
      </p:sp>
      <p:sp>
        <p:nvSpPr>
          <p:cNvPr id="94" name="Flowchart: Terminator 93">
            <a:extLst>
              <a:ext uri="{FF2B5EF4-FFF2-40B4-BE49-F238E27FC236}">
                <a16:creationId xmlns:a16="http://schemas.microsoft.com/office/drawing/2014/main" id="{4F9A788E-857F-981A-6299-D6A0AB1D51CE}"/>
              </a:ext>
            </a:extLst>
          </p:cNvPr>
          <p:cNvSpPr/>
          <p:nvPr/>
        </p:nvSpPr>
        <p:spPr>
          <a:xfrm>
            <a:off x="1142891" y="915645"/>
            <a:ext cx="1187999" cy="297434"/>
          </a:xfrm>
          <a:prstGeom prst="flowChartTerminator">
            <a:avLst/>
          </a:prstGeom>
          <a:solidFill>
            <a:srgbClr val="00BEDC"/>
          </a:solidFill>
          <a:ln>
            <a:noFill/>
          </a:ln>
        </p:spPr>
        <p:style>
          <a:lnRef idx="0">
            <a:scrgbClr r="0" g="0" b="0"/>
          </a:lnRef>
          <a:fillRef idx="0">
            <a:scrgbClr r="0" g="0" b="0"/>
          </a:fillRef>
          <a:effectRef idx="0">
            <a:scrgbClr r="0" g="0" b="0"/>
          </a:effectRef>
          <a:fontRef idx="minor">
            <a:schemeClr val="lt1"/>
          </a:fontRef>
        </p:style>
        <p:txBody>
          <a:bodyPr lIns="72000" tIns="72000" rIns="72000" bIns="72000" rtlCol="0" anchor="ctr" anchorCtr="0"/>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800" b="0" i="0" u="none" strike="noStrike" kern="1200" cap="none" spc="0" normalizeH="0" baseline="0" noProof="0">
                <a:ln>
                  <a:noFill/>
                </a:ln>
                <a:solidFill>
                  <a:schemeClr val="tx1"/>
                </a:solidFill>
                <a:effectLst/>
                <a:uLnTx/>
                <a:uFillTx/>
                <a:ea typeface="+mn-ea"/>
                <a:cs typeface="+mn-cs"/>
              </a:rPr>
              <a:t>Start (S/4HANA)</a:t>
            </a:r>
            <a:endParaRPr kumimoji="0" lang="en-US" sz="800" b="0" i="0" u="none" strike="noStrike" kern="1200" cap="none" spc="0" normalizeH="0" baseline="0" noProof="0">
              <a:ln>
                <a:noFill/>
              </a:ln>
              <a:solidFill>
                <a:schemeClr val="tx1"/>
              </a:solidFill>
              <a:effectLst/>
              <a:uLnTx/>
              <a:uFillTx/>
              <a:ea typeface="+mn-ea"/>
              <a:cs typeface="+mn-cs"/>
            </a:endParaRPr>
          </a:p>
        </p:txBody>
      </p:sp>
      <p:sp>
        <p:nvSpPr>
          <p:cNvPr id="95" name="Rectangle: Rounded Corners 94">
            <a:extLst>
              <a:ext uri="{FF2B5EF4-FFF2-40B4-BE49-F238E27FC236}">
                <a16:creationId xmlns:a16="http://schemas.microsoft.com/office/drawing/2014/main" id="{D8C48EED-E5BB-2203-CAEB-7FFE6E6B82CF}"/>
              </a:ext>
            </a:extLst>
          </p:cNvPr>
          <p:cNvSpPr/>
          <p:nvPr/>
        </p:nvSpPr>
        <p:spPr>
          <a:xfrm rot="16200000">
            <a:off x="98203" y="4621495"/>
            <a:ext cx="1027792" cy="468000"/>
          </a:xfrm>
          <a:prstGeom prst="roundRect">
            <a:avLst/>
          </a:prstGeom>
          <a:solidFill>
            <a:srgbClr val="00BEDC"/>
          </a:solidFill>
          <a:ln>
            <a:noFill/>
          </a:ln>
        </p:spPr>
        <p:style>
          <a:lnRef idx="0">
            <a:scrgbClr r="0" g="0" b="0"/>
          </a:lnRef>
          <a:fillRef idx="0">
            <a:scrgbClr r="0" g="0" b="0"/>
          </a:fillRef>
          <a:effectRef idx="0">
            <a:scrgbClr r="0" g="0" b="0"/>
          </a:effectRef>
          <a:fontRef idx="minor">
            <a:schemeClr val="lt1"/>
          </a:fontRef>
        </p:style>
        <p:txBody>
          <a:bodyPr lIns="72000" tIns="72000" rIns="72000" bIns="72000" rtlCol="0" anchor="ctr" anchorCtr="0"/>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chemeClr val="bg1"/>
                </a:solidFill>
                <a:effectLst/>
                <a:uLnTx/>
                <a:uFillTx/>
                <a:ea typeface="+mn-ea"/>
                <a:cs typeface="+mn-cs"/>
              </a:rPr>
              <a:t>Purchaser</a:t>
            </a:r>
          </a:p>
        </p:txBody>
      </p:sp>
      <p:sp>
        <p:nvSpPr>
          <p:cNvPr id="96" name="Flowchart: Decision 95">
            <a:extLst>
              <a:ext uri="{FF2B5EF4-FFF2-40B4-BE49-F238E27FC236}">
                <a16:creationId xmlns:a16="http://schemas.microsoft.com/office/drawing/2014/main" id="{68CD4587-6D1F-1576-1B05-57059521792C}"/>
              </a:ext>
            </a:extLst>
          </p:cNvPr>
          <p:cNvSpPr/>
          <p:nvPr/>
        </p:nvSpPr>
        <p:spPr>
          <a:xfrm>
            <a:off x="6569480" y="4594048"/>
            <a:ext cx="1188000" cy="504000"/>
          </a:xfrm>
          <a:prstGeom prst="flowChartDecision">
            <a:avLst/>
          </a:prstGeom>
          <a:solidFill>
            <a:srgbClr val="00BEDC"/>
          </a:solidFill>
          <a:ln>
            <a:noFill/>
          </a:ln>
        </p:spPr>
        <p:style>
          <a:lnRef idx="0">
            <a:scrgbClr r="0" g="0" b="0"/>
          </a:lnRef>
          <a:fillRef idx="0">
            <a:scrgbClr r="0" g="0" b="0"/>
          </a:fillRef>
          <a:effectRef idx="0">
            <a:scrgbClr r="0" g="0" b="0"/>
          </a:effectRef>
          <a:fontRef idx="minor">
            <a:schemeClr val="lt1"/>
          </a:fontRef>
        </p:style>
        <p:txBody>
          <a:bodyPr lIns="72000" tIns="72000" rIns="72000" bIns="72000" rtlCol="0" anchor="ctr" anchorCtr="0"/>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chemeClr val="tx1"/>
                </a:solidFill>
                <a:effectLst/>
                <a:uLnTx/>
                <a:uFillTx/>
                <a:ea typeface="+mn-ea"/>
                <a:cs typeface="+mn-cs"/>
              </a:rPr>
              <a:t>Is PO &gt;50k€?</a:t>
            </a:r>
          </a:p>
        </p:txBody>
      </p:sp>
      <p:sp>
        <p:nvSpPr>
          <p:cNvPr id="97" name="Flowchart: Alternate Process 96">
            <a:extLst>
              <a:ext uri="{FF2B5EF4-FFF2-40B4-BE49-F238E27FC236}">
                <a16:creationId xmlns:a16="http://schemas.microsoft.com/office/drawing/2014/main" id="{A4B978AC-345F-0BE4-943E-4FDAC768674E}"/>
              </a:ext>
            </a:extLst>
          </p:cNvPr>
          <p:cNvSpPr/>
          <p:nvPr>
            <p:custDataLst>
              <p:tags r:id="rId1"/>
            </p:custDataLst>
          </p:nvPr>
        </p:nvSpPr>
        <p:spPr>
          <a:xfrm>
            <a:off x="2635063" y="4594048"/>
            <a:ext cx="1008000" cy="504000"/>
          </a:xfrm>
          <a:prstGeom prst="flowChartAlternateProcess">
            <a:avLst/>
          </a:prstGeom>
          <a:solidFill>
            <a:srgbClr val="00BEDC"/>
          </a:solidFill>
          <a:ln>
            <a:noFill/>
          </a:ln>
        </p:spPr>
        <p:style>
          <a:lnRef idx="0">
            <a:scrgbClr r="0" g="0" b="0"/>
          </a:lnRef>
          <a:fillRef idx="0">
            <a:scrgbClr r="0" g="0" b="0"/>
          </a:fillRef>
          <a:effectRef idx="0">
            <a:scrgbClr r="0" g="0" b="0"/>
          </a:effectRef>
          <a:fontRef idx="minor">
            <a:schemeClr val="lt1"/>
          </a:fontRef>
        </p:style>
        <p:txBody>
          <a:bodyPr lIns="72000" tIns="72000" rIns="72000" bIns="72000" rtlCol="0" anchor="ctr" anchorCtr="0"/>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chemeClr val="tx1"/>
                </a:solidFill>
                <a:effectLst/>
                <a:uLnTx/>
                <a:uFillTx/>
                <a:ea typeface="+mn-ea"/>
                <a:cs typeface="+mn-cs"/>
              </a:rPr>
              <a:t>Finalize PR</a:t>
            </a:r>
          </a:p>
        </p:txBody>
      </p:sp>
      <p:sp>
        <p:nvSpPr>
          <p:cNvPr id="98" name="Flowchart: Alternate Process 97">
            <a:extLst>
              <a:ext uri="{FF2B5EF4-FFF2-40B4-BE49-F238E27FC236}">
                <a16:creationId xmlns:a16="http://schemas.microsoft.com/office/drawing/2014/main" id="{94FFDA60-E56D-4904-FE6A-74EC9C6732A0}"/>
              </a:ext>
            </a:extLst>
          </p:cNvPr>
          <p:cNvSpPr/>
          <p:nvPr>
            <p:custDataLst>
              <p:tags r:id="rId2"/>
            </p:custDataLst>
          </p:nvPr>
        </p:nvSpPr>
        <p:spPr>
          <a:xfrm>
            <a:off x="3958857" y="4594048"/>
            <a:ext cx="1008000" cy="504000"/>
          </a:xfrm>
          <a:prstGeom prst="flowChartAlternateProcess">
            <a:avLst/>
          </a:prstGeom>
          <a:solidFill>
            <a:srgbClr val="00BEDC"/>
          </a:solidFill>
          <a:ln>
            <a:noFill/>
          </a:ln>
        </p:spPr>
        <p:style>
          <a:lnRef idx="0">
            <a:scrgbClr r="0" g="0" b="0"/>
          </a:lnRef>
          <a:fillRef idx="0">
            <a:scrgbClr r="0" g="0" b="0"/>
          </a:fillRef>
          <a:effectRef idx="0">
            <a:scrgbClr r="0" g="0" b="0"/>
          </a:effectRef>
          <a:fontRef idx="minor">
            <a:schemeClr val="lt1"/>
          </a:fontRef>
        </p:style>
        <p:txBody>
          <a:bodyPr lIns="72000" tIns="72000" rIns="72000" bIns="72000" rtlCol="0" anchor="ctr" anchorCtr="0"/>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800" b="1" i="0" u="none" strike="noStrike" kern="1200" cap="none" spc="0" normalizeH="0" baseline="0" noProof="0">
              <a:ln>
                <a:noFill/>
              </a:ln>
              <a:solidFill>
                <a:schemeClr val="tx1"/>
              </a:solidFill>
              <a:effectLst/>
              <a:uLnTx/>
              <a:uFillTx/>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i="0" u="none" strike="noStrike" kern="1200" cap="none" spc="0" normalizeH="0" baseline="0" noProof="0">
                <a:ln>
                  <a:noFill/>
                </a:ln>
                <a:solidFill>
                  <a:schemeClr val="tx1"/>
                </a:solidFill>
                <a:effectLst/>
                <a:uLnTx/>
                <a:uFillTx/>
                <a:ea typeface="+mn-ea"/>
                <a:cs typeface="+mn-cs"/>
              </a:rPr>
              <a:t>Create PO</a:t>
            </a: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800" b="0" i="0" u="none" strike="noStrike" kern="1200" cap="none" spc="0" normalizeH="0" baseline="0" noProof="0">
              <a:ln>
                <a:noFill/>
              </a:ln>
              <a:solidFill>
                <a:schemeClr val="tx1"/>
              </a:solidFill>
              <a:effectLst/>
              <a:uLnTx/>
              <a:uFillTx/>
              <a:ea typeface="+mn-ea"/>
              <a:cs typeface="+mn-cs"/>
            </a:endParaRPr>
          </a:p>
        </p:txBody>
      </p:sp>
      <p:sp>
        <p:nvSpPr>
          <p:cNvPr id="99" name="Rectangle: Rounded Corners 98">
            <a:extLst>
              <a:ext uri="{FF2B5EF4-FFF2-40B4-BE49-F238E27FC236}">
                <a16:creationId xmlns:a16="http://schemas.microsoft.com/office/drawing/2014/main" id="{487A1ED1-6E29-2B37-A0F5-E88FC24091C6}"/>
              </a:ext>
            </a:extLst>
          </p:cNvPr>
          <p:cNvSpPr/>
          <p:nvPr/>
        </p:nvSpPr>
        <p:spPr>
          <a:xfrm>
            <a:off x="943515" y="4338155"/>
            <a:ext cx="8280000" cy="1027791"/>
          </a:xfrm>
          <a:prstGeom prst="roundRect">
            <a:avLst/>
          </a:prstGeom>
          <a:noFill/>
          <a:ln w="3175">
            <a:solidFill>
              <a:schemeClr val="accent3">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chemeClr val="tx1"/>
              </a:solidFill>
              <a:effectLst/>
              <a:uLnTx/>
              <a:uFillTx/>
              <a:ea typeface="+mn-ea"/>
              <a:cs typeface="+mn-cs"/>
            </a:endParaRPr>
          </a:p>
        </p:txBody>
      </p:sp>
      <p:sp>
        <p:nvSpPr>
          <p:cNvPr id="100" name="Flowchart: Alternate Process 99">
            <a:extLst>
              <a:ext uri="{FF2B5EF4-FFF2-40B4-BE49-F238E27FC236}">
                <a16:creationId xmlns:a16="http://schemas.microsoft.com/office/drawing/2014/main" id="{40AA1AD0-E1E9-E572-1F0B-2EB5E64CCB4D}"/>
              </a:ext>
            </a:extLst>
          </p:cNvPr>
          <p:cNvSpPr/>
          <p:nvPr/>
        </p:nvSpPr>
        <p:spPr>
          <a:xfrm>
            <a:off x="10545315" y="5564335"/>
            <a:ext cx="1008000" cy="504000"/>
          </a:xfrm>
          <a:prstGeom prst="flowChartAlternateProcess">
            <a:avLst/>
          </a:prstGeom>
          <a:solidFill>
            <a:srgbClr val="00BEDC"/>
          </a:solidFill>
          <a:ln>
            <a:noFill/>
          </a:ln>
        </p:spPr>
        <p:style>
          <a:lnRef idx="0">
            <a:scrgbClr r="0" g="0" b="0"/>
          </a:lnRef>
          <a:fillRef idx="0">
            <a:scrgbClr r="0" g="0" b="0"/>
          </a:fillRef>
          <a:effectRef idx="0">
            <a:scrgbClr r="0" g="0" b="0"/>
          </a:effectRef>
          <a:fontRef idx="minor">
            <a:schemeClr val="lt1"/>
          </a:fontRef>
        </p:style>
        <p:txBody>
          <a:bodyPr lIns="72000" tIns="72000" rIns="72000" bIns="72000" rtlCol="0" anchor="ctr" anchorCtr="0"/>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chemeClr val="tx1"/>
                </a:solidFill>
                <a:effectLst/>
                <a:uLnTx/>
                <a:uFillTx/>
                <a:ea typeface="+mn-ea"/>
                <a:cs typeface="+mn-cs"/>
              </a:rPr>
              <a:t>Supplier</a:t>
            </a:r>
          </a:p>
        </p:txBody>
      </p:sp>
      <p:sp>
        <p:nvSpPr>
          <p:cNvPr id="101" name="TextBox 100">
            <a:extLst>
              <a:ext uri="{FF2B5EF4-FFF2-40B4-BE49-F238E27FC236}">
                <a16:creationId xmlns:a16="http://schemas.microsoft.com/office/drawing/2014/main" id="{01B5FC24-7CAF-D54D-1C86-6DFCC5D2C061}"/>
              </a:ext>
            </a:extLst>
          </p:cNvPr>
          <p:cNvSpPr txBox="1"/>
          <p:nvPr>
            <p:custDataLst>
              <p:tags r:id="rId3"/>
            </p:custDataLst>
          </p:nvPr>
        </p:nvSpPr>
        <p:spPr>
          <a:xfrm>
            <a:off x="2307045" y="4652897"/>
            <a:ext cx="136256" cy="123111"/>
          </a:xfrm>
          <a:prstGeom prst="rect">
            <a:avLst/>
          </a:prstGeom>
          <a:noFill/>
          <a:ln>
            <a:solidFill>
              <a:schemeClr val="bg1"/>
            </a:solidFill>
          </a:ln>
        </p:spPr>
        <p:txBody>
          <a:bodyPr wrap="non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a:ln>
                  <a:noFill/>
                </a:ln>
                <a:effectLst/>
                <a:uLnTx/>
                <a:uFillTx/>
                <a:ea typeface="+mn-ea"/>
                <a:cs typeface="+mn-cs"/>
              </a:rPr>
              <a:t>No</a:t>
            </a:r>
          </a:p>
        </p:txBody>
      </p:sp>
      <p:sp>
        <p:nvSpPr>
          <p:cNvPr id="102" name="TextBox 101">
            <a:extLst>
              <a:ext uri="{FF2B5EF4-FFF2-40B4-BE49-F238E27FC236}">
                <a16:creationId xmlns:a16="http://schemas.microsoft.com/office/drawing/2014/main" id="{116B97E1-4A47-AE05-FD3D-DAD04BE7258D}"/>
              </a:ext>
            </a:extLst>
          </p:cNvPr>
          <p:cNvSpPr txBox="1"/>
          <p:nvPr>
            <p:custDataLst>
              <p:tags r:id="rId4"/>
            </p:custDataLst>
          </p:nvPr>
        </p:nvSpPr>
        <p:spPr>
          <a:xfrm>
            <a:off x="1492877" y="5057281"/>
            <a:ext cx="184346" cy="123111"/>
          </a:xfrm>
          <a:prstGeom prst="rect">
            <a:avLst/>
          </a:prstGeom>
          <a:noFill/>
        </p:spPr>
        <p:txBody>
          <a:bodyPr wrap="non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a:ln>
                  <a:noFill/>
                </a:ln>
                <a:effectLst/>
                <a:uLnTx/>
                <a:uFillTx/>
                <a:ea typeface="+mn-ea"/>
                <a:cs typeface="+mn-cs"/>
              </a:rPr>
              <a:t>Yes</a:t>
            </a:r>
          </a:p>
        </p:txBody>
      </p:sp>
      <p:cxnSp>
        <p:nvCxnSpPr>
          <p:cNvPr id="103" name="Connector: Elbow 102">
            <a:extLst>
              <a:ext uri="{FF2B5EF4-FFF2-40B4-BE49-F238E27FC236}">
                <a16:creationId xmlns:a16="http://schemas.microsoft.com/office/drawing/2014/main" id="{33403D26-A076-BE45-D3F3-6E64B723F32D}"/>
              </a:ext>
            </a:extLst>
          </p:cNvPr>
          <p:cNvCxnSpPr>
            <a:cxnSpLocks/>
            <a:stCxn id="120" idx="2"/>
            <a:endCxn id="98" idx="2"/>
          </p:cNvCxnSpPr>
          <p:nvPr/>
        </p:nvCxnSpPr>
        <p:spPr>
          <a:xfrm rot="16200000" flipH="1">
            <a:off x="3098853" y="3734043"/>
            <a:ext cx="2043" cy="2725965"/>
          </a:xfrm>
          <a:prstGeom prst="bentConnector3">
            <a:avLst>
              <a:gd name="adj1" fmla="val 11289427"/>
            </a:avLst>
          </a:prstGeom>
          <a:ln w="19050">
            <a:solidFill>
              <a:schemeClr val="tx1"/>
            </a:solidFill>
            <a:headEnd w="lg" len="lg"/>
            <a:tailEnd type="triangle"/>
          </a:ln>
        </p:spPr>
        <p:style>
          <a:lnRef idx="1">
            <a:schemeClr val="accent1"/>
          </a:lnRef>
          <a:fillRef idx="0">
            <a:schemeClr val="accent1"/>
          </a:fillRef>
          <a:effectRef idx="0">
            <a:schemeClr val="accent1"/>
          </a:effectRef>
          <a:fontRef idx="minor">
            <a:schemeClr val="tx1"/>
          </a:fontRef>
        </p:style>
      </p:cxnSp>
      <p:cxnSp>
        <p:nvCxnSpPr>
          <p:cNvPr id="104" name="Straight Arrow Connector 103">
            <a:extLst>
              <a:ext uri="{FF2B5EF4-FFF2-40B4-BE49-F238E27FC236}">
                <a16:creationId xmlns:a16="http://schemas.microsoft.com/office/drawing/2014/main" id="{43D0666F-23A2-C516-A4CE-F5139E7222B4}"/>
              </a:ext>
            </a:extLst>
          </p:cNvPr>
          <p:cNvCxnSpPr>
            <a:cxnSpLocks/>
            <a:stCxn id="97" idx="3"/>
            <a:endCxn id="98" idx="1"/>
          </p:cNvCxnSpPr>
          <p:nvPr/>
        </p:nvCxnSpPr>
        <p:spPr>
          <a:xfrm>
            <a:off x="3643063" y="4846048"/>
            <a:ext cx="315794" cy="0"/>
          </a:xfrm>
          <a:prstGeom prst="straightConnector1">
            <a:avLst/>
          </a:prstGeom>
          <a:ln w="19050">
            <a:solidFill>
              <a:schemeClr val="tx1"/>
            </a:solidFill>
            <a:headEnd w="lg" len="lg"/>
            <a:tailEnd type="triangle"/>
          </a:ln>
        </p:spPr>
        <p:style>
          <a:lnRef idx="1">
            <a:schemeClr val="accent1"/>
          </a:lnRef>
          <a:fillRef idx="0">
            <a:schemeClr val="accent1"/>
          </a:fillRef>
          <a:effectRef idx="0">
            <a:schemeClr val="accent1"/>
          </a:effectRef>
          <a:fontRef idx="minor">
            <a:schemeClr val="tx1"/>
          </a:fontRef>
        </p:style>
      </p:cxnSp>
      <p:sp>
        <p:nvSpPr>
          <p:cNvPr id="105" name="Rectangle: Rounded Corners 104">
            <a:extLst>
              <a:ext uri="{FF2B5EF4-FFF2-40B4-BE49-F238E27FC236}">
                <a16:creationId xmlns:a16="http://schemas.microsoft.com/office/drawing/2014/main" id="{17B87FBE-E40C-82CA-FEB7-8A8E209915BB}"/>
              </a:ext>
            </a:extLst>
          </p:cNvPr>
          <p:cNvSpPr/>
          <p:nvPr/>
        </p:nvSpPr>
        <p:spPr>
          <a:xfrm>
            <a:off x="943515" y="1411045"/>
            <a:ext cx="8280000" cy="899999"/>
          </a:xfrm>
          <a:prstGeom prst="roundRect">
            <a:avLst/>
          </a:prstGeom>
          <a:noFill/>
          <a:ln w="3175">
            <a:solidFill>
              <a:schemeClr val="accent3">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chemeClr val="tx1"/>
              </a:solidFill>
              <a:effectLst/>
              <a:uLnTx/>
              <a:uFillTx/>
              <a:ea typeface="+mn-ea"/>
              <a:cs typeface="+mn-cs"/>
            </a:endParaRPr>
          </a:p>
        </p:txBody>
      </p:sp>
      <p:sp>
        <p:nvSpPr>
          <p:cNvPr id="106" name="Rectangle: Rounded Corners 105">
            <a:extLst>
              <a:ext uri="{FF2B5EF4-FFF2-40B4-BE49-F238E27FC236}">
                <a16:creationId xmlns:a16="http://schemas.microsoft.com/office/drawing/2014/main" id="{6A00AB12-CE5B-2BFA-C090-5019B4AA161A}"/>
              </a:ext>
            </a:extLst>
          </p:cNvPr>
          <p:cNvSpPr/>
          <p:nvPr/>
        </p:nvSpPr>
        <p:spPr>
          <a:xfrm rot="16200000">
            <a:off x="162100" y="1631454"/>
            <a:ext cx="900000" cy="468000"/>
          </a:xfrm>
          <a:prstGeom prst="roundRect">
            <a:avLst/>
          </a:prstGeom>
          <a:solidFill>
            <a:srgbClr val="00BEDC"/>
          </a:solidFill>
          <a:ln>
            <a:noFill/>
          </a:ln>
        </p:spPr>
        <p:style>
          <a:lnRef idx="0">
            <a:scrgbClr r="0" g="0" b="0"/>
          </a:lnRef>
          <a:fillRef idx="0">
            <a:scrgbClr r="0" g="0" b="0"/>
          </a:fillRef>
          <a:effectRef idx="0">
            <a:scrgbClr r="0" g="0" b="0"/>
          </a:effectRef>
          <a:fontRef idx="minor">
            <a:schemeClr val="lt1"/>
          </a:fontRef>
        </p:style>
        <p:txBody>
          <a:bodyPr lIns="72000" tIns="72000" rIns="72000" bIns="72000" rtlCol="0" anchor="ctr" anchorCtr="0"/>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chemeClr val="bg1"/>
                </a:solidFill>
                <a:effectLst/>
                <a:uLnTx/>
                <a:uFillTx/>
                <a:ea typeface="+mn-ea"/>
                <a:cs typeface="+mn-cs"/>
              </a:rPr>
              <a:t>Requisitioner</a:t>
            </a:r>
          </a:p>
        </p:txBody>
      </p:sp>
      <p:sp>
        <p:nvSpPr>
          <p:cNvPr id="107" name="Flowchart: Alternate Process 106">
            <a:extLst>
              <a:ext uri="{FF2B5EF4-FFF2-40B4-BE49-F238E27FC236}">
                <a16:creationId xmlns:a16="http://schemas.microsoft.com/office/drawing/2014/main" id="{1D087FF2-5520-A159-364D-72CFA93EE938}"/>
              </a:ext>
            </a:extLst>
          </p:cNvPr>
          <p:cNvSpPr/>
          <p:nvPr/>
        </p:nvSpPr>
        <p:spPr>
          <a:xfrm>
            <a:off x="1088892" y="1609182"/>
            <a:ext cx="1296000" cy="504000"/>
          </a:xfrm>
          <a:prstGeom prst="flowChartAlternateProcess">
            <a:avLst/>
          </a:prstGeom>
          <a:solidFill>
            <a:srgbClr val="00BEDC"/>
          </a:solidFill>
          <a:ln>
            <a:noFill/>
          </a:ln>
        </p:spPr>
        <p:style>
          <a:lnRef idx="0">
            <a:scrgbClr r="0" g="0" b="0"/>
          </a:lnRef>
          <a:fillRef idx="0">
            <a:scrgbClr r="0" g="0" b="0"/>
          </a:fillRef>
          <a:effectRef idx="0">
            <a:scrgbClr r="0" g="0" b="0"/>
          </a:effectRef>
          <a:fontRef idx="minor">
            <a:schemeClr val="lt1"/>
          </a:fontRef>
        </p:style>
        <p:txBody>
          <a:bodyPr lIns="72000" tIns="72000" rIns="72000" bIns="72000" rtlCol="0" anchor="ctr" anchorCtr="0"/>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800" b="0" i="0" u="none" strike="noStrike" kern="1200" cap="none" spc="0" normalizeH="0" baseline="0" noProof="0">
                <a:ln>
                  <a:noFill/>
                </a:ln>
                <a:solidFill>
                  <a:schemeClr val="tx1"/>
                </a:solidFill>
                <a:effectLst/>
                <a:uLnTx/>
                <a:uFillTx/>
                <a:ea typeface="+mn-ea"/>
                <a:cs typeface="+mn-cs"/>
              </a:rPr>
              <a:t>Create </a:t>
            </a:r>
            <a:r>
              <a:rPr kumimoji="0" lang="en-US" sz="800" b="0" i="0" u="none" strike="noStrike" kern="1200" cap="none" spc="0" normalizeH="0" baseline="0" noProof="0">
                <a:ln>
                  <a:noFill/>
                </a:ln>
                <a:solidFill>
                  <a:schemeClr val="tx1"/>
                </a:solidFill>
                <a:effectLst/>
                <a:uLnTx/>
                <a:uFillTx/>
                <a:ea typeface="+mn-ea"/>
                <a:cs typeface="+mn-cs"/>
              </a:rPr>
              <a:t>PR in SAP S/4HANA &amp; Review the PR details in BTP</a:t>
            </a:r>
          </a:p>
        </p:txBody>
      </p:sp>
      <p:sp>
        <p:nvSpPr>
          <p:cNvPr id="108" name="Rectangle: Rounded Corners 107">
            <a:extLst>
              <a:ext uri="{FF2B5EF4-FFF2-40B4-BE49-F238E27FC236}">
                <a16:creationId xmlns:a16="http://schemas.microsoft.com/office/drawing/2014/main" id="{E6560308-95C5-9DB1-8D2C-9ADAFA55B254}"/>
              </a:ext>
            </a:extLst>
          </p:cNvPr>
          <p:cNvSpPr/>
          <p:nvPr/>
        </p:nvSpPr>
        <p:spPr>
          <a:xfrm rot="16200000">
            <a:off x="162099" y="2610965"/>
            <a:ext cx="900000" cy="468000"/>
          </a:xfrm>
          <a:prstGeom prst="roundRect">
            <a:avLst/>
          </a:prstGeom>
          <a:solidFill>
            <a:srgbClr val="00BEDC"/>
          </a:solidFill>
          <a:ln>
            <a:noFill/>
          </a:ln>
        </p:spPr>
        <p:style>
          <a:lnRef idx="0">
            <a:scrgbClr r="0" g="0" b="0"/>
          </a:lnRef>
          <a:fillRef idx="0">
            <a:scrgbClr r="0" g="0" b="0"/>
          </a:fillRef>
          <a:effectRef idx="0">
            <a:scrgbClr r="0" g="0" b="0"/>
          </a:effectRef>
          <a:fontRef idx="minor">
            <a:schemeClr val="lt1"/>
          </a:fontRef>
        </p:style>
        <p:txBody>
          <a:bodyPr lIns="72000" tIns="72000" rIns="72000" bIns="72000" rtlCol="0" anchor="ctr" anchorCtr="0"/>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chemeClr val="bg1"/>
                </a:solidFill>
                <a:effectLst/>
                <a:uLnTx/>
                <a:uFillTx/>
                <a:ea typeface="+mn-ea"/>
                <a:cs typeface="+mn-cs"/>
              </a:rPr>
              <a:t>Buyer</a:t>
            </a:r>
          </a:p>
        </p:txBody>
      </p:sp>
      <p:sp>
        <p:nvSpPr>
          <p:cNvPr id="109" name="Rectangle: Rounded Corners 108">
            <a:extLst>
              <a:ext uri="{FF2B5EF4-FFF2-40B4-BE49-F238E27FC236}">
                <a16:creationId xmlns:a16="http://schemas.microsoft.com/office/drawing/2014/main" id="{576A9326-9031-B234-6E8F-D2944DDFB828}"/>
              </a:ext>
            </a:extLst>
          </p:cNvPr>
          <p:cNvSpPr/>
          <p:nvPr/>
        </p:nvSpPr>
        <p:spPr>
          <a:xfrm>
            <a:off x="943515" y="2394964"/>
            <a:ext cx="8280000" cy="893445"/>
          </a:xfrm>
          <a:prstGeom prst="roundRect">
            <a:avLst/>
          </a:prstGeom>
          <a:noFill/>
          <a:ln w="3175">
            <a:solidFill>
              <a:schemeClr val="accent3">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chemeClr val="tx1"/>
              </a:solidFill>
              <a:effectLst/>
              <a:uLnTx/>
              <a:uFillTx/>
              <a:ea typeface="+mn-ea"/>
              <a:cs typeface="+mn-cs"/>
            </a:endParaRPr>
          </a:p>
        </p:txBody>
      </p:sp>
      <p:sp>
        <p:nvSpPr>
          <p:cNvPr id="110" name="Flowchart: Alternate Process 109">
            <a:extLst>
              <a:ext uri="{FF2B5EF4-FFF2-40B4-BE49-F238E27FC236}">
                <a16:creationId xmlns:a16="http://schemas.microsoft.com/office/drawing/2014/main" id="{A8F346F9-FC63-F1BA-0F59-65C9128AEBD5}"/>
              </a:ext>
            </a:extLst>
          </p:cNvPr>
          <p:cNvSpPr/>
          <p:nvPr/>
        </p:nvSpPr>
        <p:spPr>
          <a:xfrm>
            <a:off x="1088892" y="2592997"/>
            <a:ext cx="1296000" cy="504000"/>
          </a:xfrm>
          <a:prstGeom prst="flowChartAlternateProcess">
            <a:avLst/>
          </a:prstGeom>
          <a:solidFill>
            <a:srgbClr val="00BEDC"/>
          </a:solidFill>
          <a:ln>
            <a:noFill/>
          </a:ln>
        </p:spPr>
        <p:style>
          <a:lnRef idx="0">
            <a:scrgbClr r="0" g="0" b="0"/>
          </a:lnRef>
          <a:fillRef idx="0">
            <a:scrgbClr r="0" g="0" b="0"/>
          </a:fillRef>
          <a:effectRef idx="0">
            <a:scrgbClr r="0" g="0" b="0"/>
          </a:effectRef>
          <a:fontRef idx="minor">
            <a:schemeClr val="lt1"/>
          </a:fontRef>
        </p:style>
        <p:txBody>
          <a:bodyPr lIns="72000" tIns="72000" rIns="72000" bIns="72000" rtlCol="0" anchor="ctr" anchorCtr="0"/>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chemeClr val="tx1"/>
                </a:solidFill>
                <a:effectLst/>
                <a:uLnTx/>
                <a:uFillTx/>
                <a:ea typeface="+mn-ea"/>
                <a:cs typeface="+mn-cs"/>
              </a:rPr>
              <a:t>Assign PR to individual  Purchaser</a:t>
            </a:r>
          </a:p>
        </p:txBody>
      </p:sp>
      <p:sp>
        <p:nvSpPr>
          <p:cNvPr id="111" name="Rectangle: Rounded Corners 110">
            <a:extLst>
              <a:ext uri="{FF2B5EF4-FFF2-40B4-BE49-F238E27FC236}">
                <a16:creationId xmlns:a16="http://schemas.microsoft.com/office/drawing/2014/main" id="{A65914B2-A12F-1364-CFF3-DC0C308873CB}"/>
              </a:ext>
            </a:extLst>
          </p:cNvPr>
          <p:cNvSpPr/>
          <p:nvPr/>
        </p:nvSpPr>
        <p:spPr>
          <a:xfrm rot="16200000">
            <a:off x="168293" y="3584282"/>
            <a:ext cx="887612" cy="468000"/>
          </a:xfrm>
          <a:prstGeom prst="roundRect">
            <a:avLst/>
          </a:prstGeom>
          <a:solidFill>
            <a:srgbClr val="00BEDC"/>
          </a:solidFill>
          <a:ln>
            <a:noFill/>
          </a:ln>
        </p:spPr>
        <p:style>
          <a:lnRef idx="0">
            <a:scrgbClr r="0" g="0" b="0"/>
          </a:lnRef>
          <a:fillRef idx="0">
            <a:scrgbClr r="0" g="0" b="0"/>
          </a:fillRef>
          <a:effectRef idx="0">
            <a:scrgbClr r="0" g="0" b="0"/>
          </a:effectRef>
          <a:fontRef idx="minor">
            <a:schemeClr val="lt1"/>
          </a:fontRef>
        </p:style>
        <p:txBody>
          <a:bodyPr lIns="72000" tIns="72000" rIns="72000" bIns="72000" rtlCol="0" anchor="ctr" anchorCtr="0"/>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chemeClr val="bg1"/>
                </a:solidFill>
                <a:effectLst/>
                <a:uLnTx/>
                <a:uFillTx/>
                <a:ea typeface="+mn-ea"/>
                <a:cs typeface="+mn-cs"/>
              </a:rPr>
              <a:t>Procurement Expert</a:t>
            </a:r>
          </a:p>
        </p:txBody>
      </p:sp>
      <p:sp>
        <p:nvSpPr>
          <p:cNvPr id="112" name="Rectangle: Rounded Corners 111">
            <a:extLst>
              <a:ext uri="{FF2B5EF4-FFF2-40B4-BE49-F238E27FC236}">
                <a16:creationId xmlns:a16="http://schemas.microsoft.com/office/drawing/2014/main" id="{C403362A-7419-F254-819D-A57DE04600AE}"/>
              </a:ext>
            </a:extLst>
          </p:cNvPr>
          <p:cNvSpPr/>
          <p:nvPr/>
        </p:nvSpPr>
        <p:spPr>
          <a:xfrm>
            <a:off x="943515" y="3374475"/>
            <a:ext cx="8280000" cy="884087"/>
          </a:xfrm>
          <a:prstGeom prst="roundRect">
            <a:avLst/>
          </a:prstGeom>
          <a:noFill/>
          <a:ln w="3175">
            <a:solidFill>
              <a:schemeClr val="accent3">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chemeClr val="tx1"/>
              </a:solidFill>
              <a:effectLst/>
              <a:uLnTx/>
              <a:uFillTx/>
              <a:ea typeface="+mn-ea"/>
              <a:cs typeface="+mn-cs"/>
            </a:endParaRPr>
          </a:p>
        </p:txBody>
      </p:sp>
      <p:sp>
        <p:nvSpPr>
          <p:cNvPr id="113" name="Rectangle: Rounded Corners 112">
            <a:extLst>
              <a:ext uri="{FF2B5EF4-FFF2-40B4-BE49-F238E27FC236}">
                <a16:creationId xmlns:a16="http://schemas.microsoft.com/office/drawing/2014/main" id="{F228D7DA-A49D-8B32-9F7B-89062769946B}"/>
              </a:ext>
            </a:extLst>
          </p:cNvPr>
          <p:cNvSpPr/>
          <p:nvPr/>
        </p:nvSpPr>
        <p:spPr>
          <a:xfrm rot="16200000">
            <a:off x="208092" y="5618911"/>
            <a:ext cx="808015" cy="468000"/>
          </a:xfrm>
          <a:prstGeom prst="roundRect">
            <a:avLst/>
          </a:prstGeom>
          <a:solidFill>
            <a:srgbClr val="00BEDC"/>
          </a:solidFill>
          <a:ln>
            <a:noFill/>
          </a:ln>
        </p:spPr>
        <p:style>
          <a:lnRef idx="0">
            <a:scrgbClr r="0" g="0" b="0"/>
          </a:lnRef>
          <a:fillRef idx="0">
            <a:scrgbClr r="0" g="0" b="0"/>
          </a:fillRef>
          <a:effectRef idx="0">
            <a:scrgbClr r="0" g="0" b="0"/>
          </a:effectRef>
          <a:fontRef idx="minor">
            <a:schemeClr val="lt1"/>
          </a:fontRef>
        </p:style>
        <p:txBody>
          <a:bodyPr lIns="72000" tIns="72000" rIns="72000" bIns="72000" rtlCol="0" anchor="ctr" anchorCtr="0"/>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chemeClr val="bg1"/>
                </a:solidFill>
                <a:effectLst/>
                <a:uLnTx/>
                <a:uFillTx/>
                <a:ea typeface="+mn-ea"/>
                <a:cs typeface="+mn-cs"/>
              </a:rPr>
              <a:t>Approver</a:t>
            </a:r>
          </a:p>
        </p:txBody>
      </p:sp>
      <p:sp>
        <p:nvSpPr>
          <p:cNvPr id="114" name="Rectangle: Rounded Corners 113">
            <a:extLst>
              <a:ext uri="{FF2B5EF4-FFF2-40B4-BE49-F238E27FC236}">
                <a16:creationId xmlns:a16="http://schemas.microsoft.com/office/drawing/2014/main" id="{5AD68DE7-332D-000C-2833-92BFEEFC323A}"/>
              </a:ext>
            </a:extLst>
          </p:cNvPr>
          <p:cNvSpPr/>
          <p:nvPr/>
        </p:nvSpPr>
        <p:spPr>
          <a:xfrm>
            <a:off x="943515" y="5446956"/>
            <a:ext cx="8280000" cy="809964"/>
          </a:xfrm>
          <a:prstGeom prst="roundRect">
            <a:avLst/>
          </a:prstGeom>
          <a:noFill/>
          <a:ln w="3175">
            <a:solidFill>
              <a:schemeClr val="accent3">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chemeClr val="tx1"/>
              </a:solidFill>
              <a:effectLst/>
              <a:uLnTx/>
              <a:uFillTx/>
              <a:ea typeface="+mn-ea"/>
              <a:cs typeface="+mn-cs"/>
            </a:endParaRPr>
          </a:p>
        </p:txBody>
      </p:sp>
      <p:sp>
        <p:nvSpPr>
          <p:cNvPr id="115" name="TextBox 114">
            <a:extLst>
              <a:ext uri="{FF2B5EF4-FFF2-40B4-BE49-F238E27FC236}">
                <a16:creationId xmlns:a16="http://schemas.microsoft.com/office/drawing/2014/main" id="{07B9A4A8-06CD-B54E-3167-DECA8DA530E4}"/>
              </a:ext>
            </a:extLst>
          </p:cNvPr>
          <p:cNvSpPr txBox="1"/>
          <p:nvPr/>
        </p:nvSpPr>
        <p:spPr>
          <a:xfrm>
            <a:off x="9077463" y="5470060"/>
            <a:ext cx="1321158" cy="246221"/>
          </a:xfrm>
          <a:prstGeom prst="rect">
            <a:avLst/>
          </a:prstGeom>
          <a:noFill/>
          <a:ln w="19050">
            <a:noFill/>
          </a:ln>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effectLst/>
                <a:uLnTx/>
                <a:uFillTx/>
                <a:ea typeface="+mn-ea"/>
                <a:cs typeface="+mn-cs"/>
              </a:rPr>
              <a:t>Send PO to Supplier via Print/EDI/Email</a:t>
            </a:r>
            <a:endParaRPr kumimoji="0" lang="en-DE" sz="800" b="0" i="0" u="none" strike="noStrike" kern="1200" cap="none" spc="0" normalizeH="0" baseline="0" noProof="0">
              <a:ln>
                <a:noFill/>
              </a:ln>
              <a:effectLst/>
              <a:uLnTx/>
              <a:uFillTx/>
              <a:ea typeface="+mn-ea"/>
              <a:cs typeface="+mn-cs"/>
            </a:endParaRPr>
          </a:p>
        </p:txBody>
      </p:sp>
      <p:cxnSp>
        <p:nvCxnSpPr>
          <p:cNvPr id="116" name="Straight Arrow Connector 115">
            <a:extLst>
              <a:ext uri="{FF2B5EF4-FFF2-40B4-BE49-F238E27FC236}">
                <a16:creationId xmlns:a16="http://schemas.microsoft.com/office/drawing/2014/main" id="{21D1FDD4-C598-2ED4-5DFC-A85E1E7F95BC}"/>
              </a:ext>
            </a:extLst>
          </p:cNvPr>
          <p:cNvCxnSpPr>
            <a:cxnSpLocks/>
            <a:stCxn id="98" idx="3"/>
            <a:endCxn id="133" idx="1"/>
          </p:cNvCxnSpPr>
          <p:nvPr/>
        </p:nvCxnSpPr>
        <p:spPr>
          <a:xfrm flipV="1">
            <a:off x="4966857" y="4845139"/>
            <a:ext cx="315793" cy="909"/>
          </a:xfrm>
          <a:prstGeom prst="straightConnector1">
            <a:avLst/>
          </a:prstGeom>
          <a:ln w="19050">
            <a:solidFill>
              <a:schemeClr val="tx1"/>
            </a:solidFill>
            <a:headEnd w="lg" len="lg"/>
            <a:tailEnd type="triangle"/>
          </a:ln>
        </p:spPr>
        <p:style>
          <a:lnRef idx="1">
            <a:schemeClr val="accent1"/>
          </a:lnRef>
          <a:fillRef idx="0">
            <a:schemeClr val="accent1"/>
          </a:fillRef>
          <a:effectRef idx="0">
            <a:schemeClr val="accent1"/>
          </a:effectRef>
          <a:fontRef idx="minor">
            <a:schemeClr val="tx1"/>
          </a:fontRef>
        </p:style>
      </p:cxnSp>
      <p:sp>
        <p:nvSpPr>
          <p:cNvPr id="117" name="TextBox 116">
            <a:extLst>
              <a:ext uri="{FF2B5EF4-FFF2-40B4-BE49-F238E27FC236}">
                <a16:creationId xmlns:a16="http://schemas.microsoft.com/office/drawing/2014/main" id="{55D406E7-60BF-CFF2-A5AC-F0255ABD6D58}"/>
              </a:ext>
            </a:extLst>
          </p:cNvPr>
          <p:cNvSpPr txBox="1"/>
          <p:nvPr>
            <p:custDataLst>
              <p:tags r:id="rId5"/>
            </p:custDataLst>
          </p:nvPr>
        </p:nvSpPr>
        <p:spPr>
          <a:xfrm>
            <a:off x="6871892" y="4463634"/>
            <a:ext cx="300955" cy="123111"/>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a:ln>
                  <a:noFill/>
                </a:ln>
                <a:effectLst/>
                <a:uLnTx/>
                <a:uFillTx/>
                <a:ea typeface="+mn-ea"/>
                <a:cs typeface="+mn-cs"/>
              </a:rPr>
              <a:t>Yes</a:t>
            </a:r>
          </a:p>
        </p:txBody>
      </p:sp>
      <p:sp>
        <p:nvSpPr>
          <p:cNvPr id="118" name="TextBox 117">
            <a:extLst>
              <a:ext uri="{FF2B5EF4-FFF2-40B4-BE49-F238E27FC236}">
                <a16:creationId xmlns:a16="http://schemas.microsoft.com/office/drawing/2014/main" id="{6F0B14B3-AA99-8D74-9A99-4C954220A009}"/>
              </a:ext>
            </a:extLst>
          </p:cNvPr>
          <p:cNvSpPr txBox="1"/>
          <p:nvPr>
            <p:custDataLst>
              <p:tags r:id="rId6"/>
            </p:custDataLst>
          </p:nvPr>
        </p:nvSpPr>
        <p:spPr>
          <a:xfrm flipH="1">
            <a:off x="7631077" y="4643343"/>
            <a:ext cx="251200" cy="123111"/>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a:ln>
                  <a:noFill/>
                </a:ln>
                <a:effectLst/>
                <a:uLnTx/>
                <a:uFillTx/>
                <a:ea typeface="+mn-ea"/>
                <a:cs typeface="+mn-cs"/>
              </a:rPr>
              <a:t>No</a:t>
            </a:r>
          </a:p>
        </p:txBody>
      </p:sp>
      <p:sp>
        <p:nvSpPr>
          <p:cNvPr id="119" name="TextBox 118">
            <a:extLst>
              <a:ext uri="{FF2B5EF4-FFF2-40B4-BE49-F238E27FC236}">
                <a16:creationId xmlns:a16="http://schemas.microsoft.com/office/drawing/2014/main" id="{338ACA7D-B231-E53B-4D2D-5A28CD76D0F1}"/>
              </a:ext>
            </a:extLst>
          </p:cNvPr>
          <p:cNvSpPr txBox="1"/>
          <p:nvPr/>
        </p:nvSpPr>
        <p:spPr>
          <a:xfrm flipH="1">
            <a:off x="9148700" y="5952265"/>
            <a:ext cx="1194003" cy="123111"/>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i="0" u="none" strike="noStrike" kern="1200" cap="none" spc="0" normalizeH="0" baseline="0" noProof="0">
                <a:ln>
                  <a:noFill/>
                </a:ln>
                <a:effectLst/>
                <a:uLnTx/>
                <a:uFillTx/>
                <a:ea typeface="+mn-ea"/>
                <a:cs typeface="+mn-cs"/>
              </a:rPr>
              <a:t>PO response</a:t>
            </a:r>
            <a:endParaRPr kumimoji="0" lang="en-DE" sz="800" i="0" u="none" strike="noStrike" kern="1200" cap="none" spc="0" normalizeH="0" baseline="0" noProof="0">
              <a:ln>
                <a:noFill/>
              </a:ln>
              <a:effectLst/>
              <a:uLnTx/>
              <a:uFillTx/>
              <a:ea typeface="+mn-ea"/>
              <a:cs typeface="+mn-cs"/>
            </a:endParaRPr>
          </a:p>
        </p:txBody>
      </p:sp>
      <p:sp>
        <p:nvSpPr>
          <p:cNvPr id="120" name="Flowchart: Decision 119">
            <a:extLst>
              <a:ext uri="{FF2B5EF4-FFF2-40B4-BE49-F238E27FC236}">
                <a16:creationId xmlns:a16="http://schemas.microsoft.com/office/drawing/2014/main" id="{8F5F07B5-DE81-22FE-42F9-418295745B1C}"/>
              </a:ext>
            </a:extLst>
          </p:cNvPr>
          <p:cNvSpPr/>
          <p:nvPr/>
        </p:nvSpPr>
        <p:spPr>
          <a:xfrm>
            <a:off x="1142891" y="4592005"/>
            <a:ext cx="1188000" cy="504000"/>
          </a:xfrm>
          <a:prstGeom prst="flowChartDecision">
            <a:avLst/>
          </a:prstGeom>
          <a:solidFill>
            <a:srgbClr val="00BEDC"/>
          </a:solidFill>
          <a:ln>
            <a:noFill/>
          </a:ln>
        </p:spPr>
        <p:style>
          <a:lnRef idx="0">
            <a:scrgbClr r="0" g="0" b="0"/>
          </a:lnRef>
          <a:fillRef idx="0">
            <a:scrgbClr r="0" g="0" b="0"/>
          </a:fillRef>
          <a:effectRef idx="0">
            <a:scrgbClr r="0" g="0" b="0"/>
          </a:effectRef>
          <a:fontRef idx="minor">
            <a:schemeClr val="lt1"/>
          </a:fontRef>
        </p:style>
        <p:txBody>
          <a:bodyPr lIns="72000" tIns="72000" rIns="72000" bIns="72000" rtlCol="0" anchor="ctr" anchorCtr="0"/>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chemeClr val="tx1"/>
                </a:solidFill>
                <a:effectLst/>
                <a:uLnTx/>
                <a:uFillTx/>
                <a:ea typeface="+mn-ea"/>
                <a:cs typeface="+mn-cs"/>
              </a:rPr>
              <a:t>Is PR complete?</a:t>
            </a:r>
          </a:p>
        </p:txBody>
      </p:sp>
      <p:cxnSp>
        <p:nvCxnSpPr>
          <p:cNvPr id="121" name="Straight Arrow Connector 120">
            <a:extLst>
              <a:ext uri="{FF2B5EF4-FFF2-40B4-BE49-F238E27FC236}">
                <a16:creationId xmlns:a16="http://schemas.microsoft.com/office/drawing/2014/main" id="{2020BCAC-DC8A-D522-2E57-D806A8184556}"/>
              </a:ext>
            </a:extLst>
          </p:cNvPr>
          <p:cNvCxnSpPr>
            <a:cxnSpLocks/>
            <a:stCxn id="120" idx="3"/>
            <a:endCxn id="97" idx="1"/>
          </p:cNvCxnSpPr>
          <p:nvPr/>
        </p:nvCxnSpPr>
        <p:spPr>
          <a:xfrm>
            <a:off x="2330892" y="4844005"/>
            <a:ext cx="304171" cy="2043"/>
          </a:xfrm>
          <a:prstGeom prst="straightConnector1">
            <a:avLst/>
          </a:prstGeom>
          <a:ln w="19050">
            <a:solidFill>
              <a:schemeClr val="tx1"/>
            </a:solidFill>
            <a:headEnd w="lg" len="lg"/>
            <a:tailEnd type="triangle"/>
          </a:ln>
        </p:spPr>
        <p:style>
          <a:lnRef idx="2">
            <a:schemeClr val="accent2"/>
          </a:lnRef>
          <a:fillRef idx="0">
            <a:schemeClr val="accent2"/>
          </a:fillRef>
          <a:effectRef idx="1">
            <a:schemeClr val="accent2"/>
          </a:effectRef>
          <a:fontRef idx="minor">
            <a:schemeClr val="tx1"/>
          </a:fontRef>
        </p:style>
      </p:cxnSp>
      <p:cxnSp>
        <p:nvCxnSpPr>
          <p:cNvPr id="122" name="Straight Arrow Connector 121">
            <a:extLst>
              <a:ext uri="{FF2B5EF4-FFF2-40B4-BE49-F238E27FC236}">
                <a16:creationId xmlns:a16="http://schemas.microsoft.com/office/drawing/2014/main" id="{C8A0BE04-24A0-0055-C99C-7768010AA5F3}"/>
              </a:ext>
            </a:extLst>
          </p:cNvPr>
          <p:cNvCxnSpPr>
            <a:cxnSpLocks/>
            <a:stCxn id="133" idx="3"/>
            <a:endCxn id="96" idx="1"/>
          </p:cNvCxnSpPr>
          <p:nvPr/>
        </p:nvCxnSpPr>
        <p:spPr>
          <a:xfrm>
            <a:off x="6290650" y="4845139"/>
            <a:ext cx="278830" cy="909"/>
          </a:xfrm>
          <a:prstGeom prst="straightConnector1">
            <a:avLst/>
          </a:prstGeom>
          <a:ln w="19050">
            <a:solidFill>
              <a:schemeClr val="tx1"/>
            </a:solidFill>
            <a:headEnd w="lg" len="lg"/>
            <a:tailEnd type="triangle"/>
          </a:ln>
        </p:spPr>
        <p:style>
          <a:lnRef idx="1">
            <a:schemeClr val="accent1"/>
          </a:lnRef>
          <a:fillRef idx="0">
            <a:schemeClr val="accent1"/>
          </a:fillRef>
          <a:effectRef idx="0">
            <a:schemeClr val="accent1"/>
          </a:effectRef>
          <a:fontRef idx="minor">
            <a:schemeClr val="tx1"/>
          </a:fontRef>
        </p:style>
      </p:cxnSp>
      <p:cxnSp>
        <p:nvCxnSpPr>
          <p:cNvPr id="123" name="Straight Arrow Connector 122">
            <a:extLst>
              <a:ext uri="{FF2B5EF4-FFF2-40B4-BE49-F238E27FC236}">
                <a16:creationId xmlns:a16="http://schemas.microsoft.com/office/drawing/2014/main" id="{C9E7BA37-3539-A60E-428F-3C6AD08DCDEE}"/>
              </a:ext>
            </a:extLst>
          </p:cNvPr>
          <p:cNvCxnSpPr>
            <a:stCxn id="107" idx="2"/>
            <a:endCxn id="110" idx="0"/>
          </p:cNvCxnSpPr>
          <p:nvPr/>
        </p:nvCxnSpPr>
        <p:spPr>
          <a:xfrm>
            <a:off x="1736892" y="2113182"/>
            <a:ext cx="0" cy="479815"/>
          </a:xfrm>
          <a:prstGeom prst="straightConnector1">
            <a:avLst/>
          </a:prstGeom>
          <a:ln w="19050">
            <a:solidFill>
              <a:schemeClr val="tx1"/>
            </a:solidFill>
            <a:headEnd w="lg" len="lg"/>
            <a:tailEnd type="triangle"/>
          </a:ln>
        </p:spPr>
        <p:style>
          <a:lnRef idx="3">
            <a:schemeClr val="accent2"/>
          </a:lnRef>
          <a:fillRef idx="0">
            <a:schemeClr val="accent2"/>
          </a:fillRef>
          <a:effectRef idx="2">
            <a:schemeClr val="accent2"/>
          </a:effectRef>
          <a:fontRef idx="minor">
            <a:schemeClr val="tx1"/>
          </a:fontRef>
        </p:style>
      </p:cxnSp>
      <p:cxnSp>
        <p:nvCxnSpPr>
          <p:cNvPr id="124" name="Connector: Elbow 123">
            <a:extLst>
              <a:ext uri="{FF2B5EF4-FFF2-40B4-BE49-F238E27FC236}">
                <a16:creationId xmlns:a16="http://schemas.microsoft.com/office/drawing/2014/main" id="{7503A449-F1C4-C345-EC20-201CF2ADAEE3}"/>
              </a:ext>
            </a:extLst>
          </p:cNvPr>
          <p:cNvCxnSpPr>
            <a:cxnSpLocks/>
            <a:stCxn id="96" idx="0"/>
            <a:endCxn id="134" idx="1"/>
          </p:cNvCxnSpPr>
          <p:nvPr/>
        </p:nvCxnSpPr>
        <p:spPr>
          <a:xfrm rot="5400000" flipH="1" flipV="1">
            <a:off x="7138441" y="3835167"/>
            <a:ext cx="783921" cy="733842"/>
          </a:xfrm>
          <a:prstGeom prst="bentConnector2">
            <a:avLst/>
          </a:prstGeom>
          <a:ln w="19050">
            <a:solidFill>
              <a:schemeClr val="tx1"/>
            </a:solidFill>
            <a:headEnd w="lg" len="lg"/>
            <a:tailEnd type="triangle"/>
          </a:ln>
        </p:spPr>
        <p:style>
          <a:lnRef idx="1">
            <a:schemeClr val="accent1"/>
          </a:lnRef>
          <a:fillRef idx="0">
            <a:schemeClr val="accent1"/>
          </a:fillRef>
          <a:effectRef idx="0">
            <a:schemeClr val="accent1"/>
          </a:effectRef>
          <a:fontRef idx="minor">
            <a:schemeClr val="tx1"/>
          </a:fontRef>
        </p:style>
      </p:cxnSp>
      <p:cxnSp>
        <p:nvCxnSpPr>
          <p:cNvPr id="125" name="Connector: Elbow 124">
            <a:extLst>
              <a:ext uri="{FF2B5EF4-FFF2-40B4-BE49-F238E27FC236}">
                <a16:creationId xmlns:a16="http://schemas.microsoft.com/office/drawing/2014/main" id="{F1BB7485-A445-71DB-F9B8-FE6A14CFB061}"/>
              </a:ext>
            </a:extLst>
          </p:cNvPr>
          <p:cNvCxnSpPr>
            <a:cxnSpLocks/>
            <a:stCxn id="96" idx="3"/>
            <a:endCxn id="135" idx="0"/>
          </p:cNvCxnSpPr>
          <p:nvPr/>
        </p:nvCxnSpPr>
        <p:spPr>
          <a:xfrm>
            <a:off x="7757480" y="4846048"/>
            <a:ext cx="647048" cy="747123"/>
          </a:xfrm>
          <a:prstGeom prst="bentConnector2">
            <a:avLst/>
          </a:prstGeom>
          <a:ln w="19050">
            <a:solidFill>
              <a:schemeClr val="tx1"/>
            </a:solidFill>
            <a:headEnd w="lg" len="lg"/>
            <a:tailEnd type="triangle"/>
          </a:ln>
        </p:spPr>
        <p:style>
          <a:lnRef idx="2">
            <a:schemeClr val="accent2"/>
          </a:lnRef>
          <a:fillRef idx="0">
            <a:schemeClr val="accent2"/>
          </a:fillRef>
          <a:effectRef idx="1">
            <a:schemeClr val="accent2"/>
          </a:effectRef>
          <a:fontRef idx="minor">
            <a:schemeClr val="tx1"/>
          </a:fontRef>
        </p:style>
      </p:cxnSp>
      <p:cxnSp>
        <p:nvCxnSpPr>
          <p:cNvPr id="126" name="Straight Arrow Connector 125">
            <a:extLst>
              <a:ext uri="{FF2B5EF4-FFF2-40B4-BE49-F238E27FC236}">
                <a16:creationId xmlns:a16="http://schemas.microsoft.com/office/drawing/2014/main" id="{946E7D50-E600-4F27-538F-F8F714744EFF}"/>
              </a:ext>
            </a:extLst>
          </p:cNvPr>
          <p:cNvCxnSpPr>
            <a:cxnSpLocks/>
          </p:cNvCxnSpPr>
          <p:nvPr/>
        </p:nvCxnSpPr>
        <p:spPr>
          <a:xfrm>
            <a:off x="8584312" y="4062127"/>
            <a:ext cx="0" cy="1466525"/>
          </a:xfrm>
          <a:prstGeom prst="straightConnector1">
            <a:avLst/>
          </a:prstGeom>
          <a:ln w="19050">
            <a:solidFill>
              <a:schemeClr val="tx1"/>
            </a:solidFill>
            <a:headEnd w="lg" len="lg"/>
            <a:tailEnd type="triangle"/>
          </a:ln>
        </p:spPr>
        <p:style>
          <a:lnRef idx="1">
            <a:schemeClr val="accent1"/>
          </a:lnRef>
          <a:fillRef idx="0">
            <a:schemeClr val="accent1"/>
          </a:fillRef>
          <a:effectRef idx="0">
            <a:schemeClr val="accent1"/>
          </a:effectRef>
          <a:fontRef idx="minor">
            <a:schemeClr val="tx1"/>
          </a:fontRef>
        </p:style>
      </p:cxnSp>
      <p:cxnSp>
        <p:nvCxnSpPr>
          <p:cNvPr id="127" name="Straight Arrow Connector 126">
            <a:extLst>
              <a:ext uri="{FF2B5EF4-FFF2-40B4-BE49-F238E27FC236}">
                <a16:creationId xmlns:a16="http://schemas.microsoft.com/office/drawing/2014/main" id="{E59A4BC7-0441-B647-AA63-2198228C7AAF}"/>
              </a:ext>
            </a:extLst>
          </p:cNvPr>
          <p:cNvCxnSpPr>
            <a:cxnSpLocks/>
          </p:cNvCxnSpPr>
          <p:nvPr/>
        </p:nvCxnSpPr>
        <p:spPr>
          <a:xfrm>
            <a:off x="8946089" y="5764838"/>
            <a:ext cx="1599226" cy="0"/>
          </a:xfrm>
          <a:prstGeom prst="straightConnector1">
            <a:avLst/>
          </a:prstGeom>
          <a:ln w="19050">
            <a:solidFill>
              <a:schemeClr val="tx1"/>
            </a:solidFill>
            <a:headEnd w="lg" len="lg"/>
            <a:tailEnd type="triangle"/>
          </a:ln>
        </p:spPr>
        <p:style>
          <a:lnRef idx="2">
            <a:schemeClr val="accent2"/>
          </a:lnRef>
          <a:fillRef idx="0">
            <a:schemeClr val="accent2"/>
          </a:fillRef>
          <a:effectRef idx="1">
            <a:schemeClr val="accent2"/>
          </a:effectRef>
          <a:fontRef idx="minor">
            <a:schemeClr val="tx1"/>
          </a:fontRef>
        </p:style>
      </p:cxnSp>
      <p:cxnSp>
        <p:nvCxnSpPr>
          <p:cNvPr id="128" name="Straight Arrow Connector 127">
            <a:extLst>
              <a:ext uri="{FF2B5EF4-FFF2-40B4-BE49-F238E27FC236}">
                <a16:creationId xmlns:a16="http://schemas.microsoft.com/office/drawing/2014/main" id="{685F32D1-D1FF-A468-0DEC-E5FB4842BDC3}"/>
              </a:ext>
            </a:extLst>
          </p:cNvPr>
          <p:cNvCxnSpPr>
            <a:cxnSpLocks/>
          </p:cNvCxnSpPr>
          <p:nvPr/>
        </p:nvCxnSpPr>
        <p:spPr>
          <a:xfrm flipH="1" flipV="1">
            <a:off x="8938429" y="5899221"/>
            <a:ext cx="1599226" cy="6842"/>
          </a:xfrm>
          <a:prstGeom prst="straightConnector1">
            <a:avLst/>
          </a:prstGeom>
          <a:ln w="19050">
            <a:solidFill>
              <a:schemeClr val="tx1"/>
            </a:solidFill>
            <a:headEnd w="lg" len="lg"/>
            <a:tailEnd type="triangle"/>
          </a:ln>
        </p:spPr>
        <p:style>
          <a:lnRef idx="2">
            <a:schemeClr val="accent2"/>
          </a:lnRef>
          <a:fillRef idx="0">
            <a:schemeClr val="accent2"/>
          </a:fillRef>
          <a:effectRef idx="1">
            <a:schemeClr val="accent2"/>
          </a:effectRef>
          <a:fontRef idx="minor">
            <a:schemeClr val="tx1"/>
          </a:fontRef>
        </p:style>
      </p:cxnSp>
      <p:sp>
        <p:nvSpPr>
          <p:cNvPr id="129" name="Flowchart: Alternate Process 128">
            <a:extLst>
              <a:ext uri="{FF2B5EF4-FFF2-40B4-BE49-F238E27FC236}">
                <a16:creationId xmlns:a16="http://schemas.microsoft.com/office/drawing/2014/main" id="{69118FD2-B882-4F97-4FFD-6C745A7F3DB0}"/>
              </a:ext>
            </a:extLst>
          </p:cNvPr>
          <p:cNvSpPr/>
          <p:nvPr/>
        </p:nvSpPr>
        <p:spPr>
          <a:xfrm>
            <a:off x="3337089" y="1609182"/>
            <a:ext cx="715354" cy="504000"/>
          </a:xfrm>
          <a:prstGeom prst="flowChartAlternateProcess">
            <a:avLst/>
          </a:prstGeom>
          <a:solidFill>
            <a:srgbClr val="00BEDC"/>
          </a:solidFill>
          <a:ln>
            <a:noFill/>
          </a:ln>
        </p:spPr>
        <p:style>
          <a:lnRef idx="0">
            <a:scrgbClr r="0" g="0" b="0"/>
          </a:lnRef>
          <a:fillRef idx="0">
            <a:scrgbClr r="0" g="0" b="0"/>
          </a:fillRef>
          <a:effectRef idx="0">
            <a:scrgbClr r="0" g="0" b="0"/>
          </a:effectRef>
          <a:fontRef idx="minor">
            <a:schemeClr val="lt1"/>
          </a:fontRef>
        </p:style>
        <p:txBody>
          <a:bodyPr lIns="72000" tIns="72000" rIns="72000" bIns="72000" rtlCol="0" anchor="ctr" anchorCtr="0"/>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err="1">
                <a:ln>
                  <a:noFill/>
                </a:ln>
                <a:solidFill>
                  <a:schemeClr val="tx1"/>
                </a:solidFill>
                <a:effectLst/>
                <a:uLnTx/>
                <a:uFillTx/>
                <a:ea typeface="+mn-ea"/>
                <a:cs typeface="+mn-cs"/>
              </a:rPr>
              <a:t>myMall</a:t>
            </a:r>
            <a:endParaRPr kumimoji="0" lang="en-US" sz="800" b="0" i="0" u="none" strike="noStrike" kern="1200" cap="none" spc="0" normalizeH="0" baseline="0" noProof="0">
              <a:ln>
                <a:noFill/>
              </a:ln>
              <a:solidFill>
                <a:schemeClr val="tx1"/>
              </a:solidFill>
              <a:effectLst/>
              <a:uLnTx/>
              <a:uFillTx/>
              <a:ea typeface="+mn-ea"/>
              <a:cs typeface="+mn-cs"/>
            </a:endParaRPr>
          </a:p>
        </p:txBody>
      </p:sp>
      <p:cxnSp>
        <p:nvCxnSpPr>
          <p:cNvPr id="130" name="Straight Arrow Connector 129">
            <a:extLst>
              <a:ext uri="{FF2B5EF4-FFF2-40B4-BE49-F238E27FC236}">
                <a16:creationId xmlns:a16="http://schemas.microsoft.com/office/drawing/2014/main" id="{EF385456-68A9-0C7A-7FEA-9225ED0C0449}"/>
              </a:ext>
            </a:extLst>
          </p:cNvPr>
          <p:cNvCxnSpPr>
            <a:cxnSpLocks/>
            <a:stCxn id="129" idx="1"/>
            <a:endCxn id="107" idx="3"/>
          </p:cNvCxnSpPr>
          <p:nvPr/>
        </p:nvCxnSpPr>
        <p:spPr>
          <a:xfrm flipH="1">
            <a:off x="2384892" y="1861182"/>
            <a:ext cx="952197" cy="0"/>
          </a:xfrm>
          <a:prstGeom prst="straightConnector1">
            <a:avLst/>
          </a:prstGeom>
          <a:ln w="19050">
            <a:solidFill>
              <a:schemeClr val="tx1"/>
            </a:solidFill>
            <a:headEnd w="lg" len="lg"/>
            <a:tailEnd type="triangle"/>
          </a:ln>
        </p:spPr>
        <p:style>
          <a:lnRef idx="3">
            <a:schemeClr val="accent2"/>
          </a:lnRef>
          <a:fillRef idx="0">
            <a:schemeClr val="accent2"/>
          </a:fillRef>
          <a:effectRef idx="2">
            <a:schemeClr val="accent2"/>
          </a:effectRef>
          <a:fontRef idx="minor">
            <a:schemeClr val="tx1"/>
          </a:fontRef>
        </p:style>
      </p:cxnSp>
      <p:cxnSp>
        <p:nvCxnSpPr>
          <p:cNvPr id="131" name="Straight Arrow Connector 130">
            <a:extLst>
              <a:ext uri="{FF2B5EF4-FFF2-40B4-BE49-F238E27FC236}">
                <a16:creationId xmlns:a16="http://schemas.microsoft.com/office/drawing/2014/main" id="{CCEB0250-2514-09D2-74B3-4021C6AD814D}"/>
              </a:ext>
            </a:extLst>
          </p:cNvPr>
          <p:cNvCxnSpPr>
            <a:cxnSpLocks/>
            <a:stCxn id="94" idx="2"/>
            <a:endCxn id="107" idx="0"/>
          </p:cNvCxnSpPr>
          <p:nvPr/>
        </p:nvCxnSpPr>
        <p:spPr>
          <a:xfrm>
            <a:off x="1736891" y="1213079"/>
            <a:ext cx="1" cy="396103"/>
          </a:xfrm>
          <a:prstGeom prst="straightConnector1">
            <a:avLst/>
          </a:prstGeom>
          <a:ln w="19050">
            <a:solidFill>
              <a:schemeClr val="tx1"/>
            </a:solidFill>
            <a:headEnd w="lg" len="lg"/>
            <a:tailEnd type="triangle"/>
          </a:ln>
        </p:spPr>
        <p:style>
          <a:lnRef idx="3">
            <a:schemeClr val="accent2"/>
          </a:lnRef>
          <a:fillRef idx="0">
            <a:schemeClr val="accent2"/>
          </a:fillRef>
          <a:effectRef idx="2">
            <a:schemeClr val="accent2"/>
          </a:effectRef>
          <a:fontRef idx="minor">
            <a:schemeClr val="tx1"/>
          </a:fontRef>
        </p:style>
      </p:cxnSp>
      <p:sp>
        <p:nvSpPr>
          <p:cNvPr id="132" name="TextBox 131">
            <a:extLst>
              <a:ext uri="{FF2B5EF4-FFF2-40B4-BE49-F238E27FC236}">
                <a16:creationId xmlns:a16="http://schemas.microsoft.com/office/drawing/2014/main" id="{CBFA118B-C9C9-2402-8BE8-677873029BFC}"/>
              </a:ext>
            </a:extLst>
          </p:cNvPr>
          <p:cNvSpPr txBox="1"/>
          <p:nvPr/>
        </p:nvSpPr>
        <p:spPr>
          <a:xfrm flipH="1">
            <a:off x="2503313" y="1589762"/>
            <a:ext cx="715354" cy="246221"/>
          </a:xfrm>
          <a:prstGeom prst="rect">
            <a:avLst/>
          </a:prstGeom>
          <a:noFill/>
        </p:spPr>
        <p:txBody>
          <a:bodyPr wrap="square" lIns="0" tIns="0" rIns="0" bIns="0" rtlCol="0">
            <a:spAutoFit/>
          </a:bodyPr>
          <a:lstStyle/>
          <a:p>
            <a:pPr algn="ctr"/>
            <a:r>
              <a:rPr lang="en-US" sz="800"/>
              <a:t>Via OCI Punchout only</a:t>
            </a:r>
            <a:endParaRPr lang="en-DE"/>
          </a:p>
        </p:txBody>
      </p:sp>
      <p:sp>
        <p:nvSpPr>
          <p:cNvPr id="133" name="Flowchart: Alternate Process 132">
            <a:extLst>
              <a:ext uri="{FF2B5EF4-FFF2-40B4-BE49-F238E27FC236}">
                <a16:creationId xmlns:a16="http://schemas.microsoft.com/office/drawing/2014/main" id="{D8871E8C-D25E-6E32-1D4E-A12010F70E78}"/>
              </a:ext>
            </a:extLst>
          </p:cNvPr>
          <p:cNvSpPr/>
          <p:nvPr>
            <p:custDataLst>
              <p:tags r:id="rId7"/>
            </p:custDataLst>
          </p:nvPr>
        </p:nvSpPr>
        <p:spPr>
          <a:xfrm>
            <a:off x="5282650" y="4593139"/>
            <a:ext cx="1008000" cy="504000"/>
          </a:xfrm>
          <a:prstGeom prst="flowChartAlternateProcess">
            <a:avLst/>
          </a:prstGeom>
          <a:solidFill>
            <a:srgbClr val="00BEDC"/>
          </a:solidFill>
          <a:ln>
            <a:noFill/>
          </a:ln>
        </p:spPr>
        <p:style>
          <a:lnRef idx="0">
            <a:scrgbClr r="0" g="0" b="0"/>
          </a:lnRef>
          <a:fillRef idx="0">
            <a:scrgbClr r="0" g="0" b="0"/>
          </a:fillRef>
          <a:effectRef idx="0">
            <a:scrgbClr r="0" g="0" b="0"/>
          </a:effectRef>
          <a:fontRef idx="minor">
            <a:schemeClr val="lt1"/>
          </a:fontRef>
        </p:style>
        <p:txBody>
          <a:bodyPr lIns="72000" tIns="72000" rIns="72000" bIns="72000" rtlCol="0" anchor="ctr" anchorCtr="0"/>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800" b="1" i="0" u="none" strike="noStrike" kern="1200" cap="none" spc="0" normalizeH="0" baseline="0" noProof="0">
              <a:ln>
                <a:noFill/>
              </a:ln>
              <a:solidFill>
                <a:schemeClr val="tx1"/>
              </a:solidFill>
              <a:effectLst/>
              <a:uLnTx/>
              <a:uFillTx/>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i="0" u="none" strike="noStrike" kern="1200" cap="none" spc="0" normalizeH="0" baseline="0" noProof="0">
                <a:ln>
                  <a:noFill/>
                </a:ln>
                <a:solidFill>
                  <a:schemeClr val="tx1"/>
                </a:solidFill>
                <a:effectLst/>
                <a:uLnTx/>
                <a:uFillTx/>
                <a:ea typeface="+mn-ea"/>
                <a:cs typeface="+mn-cs"/>
              </a:rPr>
              <a:t>Purchaser reviews the PO</a:t>
            </a: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800" b="0" i="0" u="none" strike="noStrike" kern="1200" cap="none" spc="0" normalizeH="0" baseline="0" noProof="0">
              <a:ln>
                <a:noFill/>
              </a:ln>
              <a:solidFill>
                <a:schemeClr val="tx1"/>
              </a:solidFill>
              <a:effectLst/>
              <a:uLnTx/>
              <a:uFillTx/>
              <a:ea typeface="+mn-ea"/>
              <a:cs typeface="+mn-cs"/>
            </a:endParaRPr>
          </a:p>
        </p:txBody>
      </p:sp>
      <p:sp>
        <p:nvSpPr>
          <p:cNvPr id="134" name="Flowchart: Alternate Process 133">
            <a:extLst>
              <a:ext uri="{FF2B5EF4-FFF2-40B4-BE49-F238E27FC236}">
                <a16:creationId xmlns:a16="http://schemas.microsoft.com/office/drawing/2014/main" id="{2AF79A0E-04A3-BB3C-9026-0019BF768977}"/>
              </a:ext>
            </a:extLst>
          </p:cNvPr>
          <p:cNvSpPr/>
          <p:nvPr>
            <p:custDataLst>
              <p:tags r:id="rId8"/>
            </p:custDataLst>
          </p:nvPr>
        </p:nvSpPr>
        <p:spPr>
          <a:xfrm>
            <a:off x="7897322" y="3558127"/>
            <a:ext cx="1008000" cy="504000"/>
          </a:xfrm>
          <a:prstGeom prst="flowChartAlternateProcess">
            <a:avLst/>
          </a:prstGeom>
          <a:solidFill>
            <a:srgbClr val="00BEDC"/>
          </a:solidFill>
          <a:ln>
            <a:noFill/>
          </a:ln>
        </p:spPr>
        <p:style>
          <a:lnRef idx="0">
            <a:scrgbClr r="0" g="0" b="0"/>
          </a:lnRef>
          <a:fillRef idx="0">
            <a:scrgbClr r="0" g="0" b="0"/>
          </a:fillRef>
          <a:effectRef idx="0">
            <a:scrgbClr r="0" g="0" b="0"/>
          </a:effectRef>
          <a:fontRef idx="minor">
            <a:schemeClr val="lt1"/>
          </a:fontRef>
        </p:style>
        <p:txBody>
          <a:bodyPr lIns="72000" tIns="72000" rIns="72000" bIns="72000" rtlCol="0" anchor="ctr" anchorCtr="0"/>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800" b="1" i="0" u="none" strike="noStrike" kern="1200" cap="none" spc="0" normalizeH="0" baseline="0" noProof="0">
              <a:ln>
                <a:noFill/>
              </a:ln>
              <a:solidFill>
                <a:schemeClr val="tx1"/>
              </a:solidFill>
              <a:effectLst/>
              <a:uLnTx/>
              <a:uFillTx/>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chemeClr val="tx1"/>
                </a:solidFill>
                <a:effectLst/>
                <a:uLnTx/>
                <a:uFillTx/>
                <a:ea typeface="+mn-ea"/>
                <a:cs typeface="+mn-cs"/>
              </a:rPr>
              <a:t>Procurement Expert confirms PO</a:t>
            </a: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800" b="0" i="0" u="none" strike="noStrike" kern="1200" cap="none" spc="0" normalizeH="0" baseline="0" noProof="0">
              <a:ln>
                <a:noFill/>
              </a:ln>
              <a:solidFill>
                <a:schemeClr val="tx1"/>
              </a:solidFill>
              <a:effectLst/>
              <a:uLnTx/>
              <a:uFillTx/>
              <a:ea typeface="+mn-ea"/>
              <a:cs typeface="+mn-cs"/>
            </a:endParaRPr>
          </a:p>
        </p:txBody>
      </p:sp>
      <p:sp>
        <p:nvSpPr>
          <p:cNvPr id="135" name="Flowchart: Alternate Process 134">
            <a:extLst>
              <a:ext uri="{FF2B5EF4-FFF2-40B4-BE49-F238E27FC236}">
                <a16:creationId xmlns:a16="http://schemas.microsoft.com/office/drawing/2014/main" id="{51E6AC1C-FF5B-4026-B3E8-13A5F636A217}"/>
              </a:ext>
            </a:extLst>
          </p:cNvPr>
          <p:cNvSpPr/>
          <p:nvPr>
            <p:custDataLst>
              <p:tags r:id="rId9"/>
            </p:custDataLst>
          </p:nvPr>
        </p:nvSpPr>
        <p:spPr>
          <a:xfrm>
            <a:off x="7850604" y="5593171"/>
            <a:ext cx="1107847" cy="504000"/>
          </a:xfrm>
          <a:prstGeom prst="flowChartAlternateProcess">
            <a:avLst/>
          </a:prstGeom>
          <a:solidFill>
            <a:srgbClr val="00BEDC"/>
          </a:solidFill>
          <a:ln>
            <a:noFill/>
          </a:ln>
        </p:spPr>
        <p:style>
          <a:lnRef idx="0">
            <a:scrgbClr r="0" g="0" b="0"/>
          </a:lnRef>
          <a:fillRef idx="0">
            <a:scrgbClr r="0" g="0" b="0"/>
          </a:fillRef>
          <a:effectRef idx="0">
            <a:scrgbClr r="0" g="0" b="0"/>
          </a:effectRef>
          <a:fontRef idx="minor">
            <a:schemeClr val="lt1"/>
          </a:fontRef>
        </p:style>
        <p:txBody>
          <a:bodyPr lIns="72000" tIns="72000" rIns="72000" bIns="72000" rtlCol="0" anchor="ctr" anchorCtr="0"/>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chemeClr val="tx1"/>
                </a:solidFill>
                <a:effectLst/>
                <a:uLnTx/>
                <a:uFillTx/>
                <a:ea typeface="+mn-ea"/>
                <a:cs typeface="+mn-cs"/>
              </a:rPr>
              <a:t>Approve PO - SAT</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chemeClr val="tx1"/>
                </a:solidFill>
                <a:effectLst/>
                <a:uLnTx/>
                <a:uFillTx/>
                <a:ea typeface="+mn-ea"/>
                <a:cs typeface="+mn-cs"/>
              </a:rPr>
              <a:t>(max. 2 levels)</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chemeClr val="tx1"/>
                </a:solidFill>
                <a:effectLst/>
                <a:uLnTx/>
                <a:uFillTx/>
                <a:ea typeface="+mn-ea"/>
                <a:cs typeface="+mn-cs"/>
              </a:rPr>
              <a:t>(Commercial,</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chemeClr val="tx1"/>
                </a:solidFill>
                <a:effectLst/>
                <a:uLnTx/>
                <a:uFillTx/>
                <a:ea typeface="+mn-ea"/>
                <a:cs typeface="+mn-cs"/>
              </a:rPr>
              <a:t>Technical)</a:t>
            </a:r>
          </a:p>
        </p:txBody>
      </p:sp>
      <p:cxnSp>
        <p:nvCxnSpPr>
          <p:cNvPr id="136" name="Straight Arrow Connector 135">
            <a:extLst>
              <a:ext uri="{FF2B5EF4-FFF2-40B4-BE49-F238E27FC236}">
                <a16:creationId xmlns:a16="http://schemas.microsoft.com/office/drawing/2014/main" id="{2C893264-A600-7567-010A-42E784D0D577}"/>
              </a:ext>
            </a:extLst>
          </p:cNvPr>
          <p:cNvCxnSpPr>
            <a:cxnSpLocks/>
            <a:stCxn id="110" idx="2"/>
            <a:endCxn id="120" idx="0"/>
          </p:cNvCxnSpPr>
          <p:nvPr/>
        </p:nvCxnSpPr>
        <p:spPr>
          <a:xfrm flipH="1">
            <a:off x="1736891" y="3096997"/>
            <a:ext cx="1" cy="1495008"/>
          </a:xfrm>
          <a:prstGeom prst="straightConnector1">
            <a:avLst/>
          </a:prstGeom>
          <a:ln w="19050">
            <a:solidFill>
              <a:schemeClr val="tx1"/>
            </a:solidFill>
            <a:headEnd w="lg" len="lg"/>
            <a:tailEnd type="triangle"/>
          </a:ln>
        </p:spPr>
        <p:style>
          <a:lnRef idx="2">
            <a:schemeClr val="accent2"/>
          </a:lnRef>
          <a:fillRef idx="0">
            <a:schemeClr val="accent2"/>
          </a:fillRef>
          <a:effectRef idx="1">
            <a:schemeClr val="accent2"/>
          </a:effectRef>
          <a:fontRef idx="minor">
            <a:schemeClr val="tx1"/>
          </a:fontRef>
        </p:style>
      </p:cxnSp>
      <p:sp>
        <p:nvSpPr>
          <p:cNvPr id="7" name="Fußzeilenplatzhalter 2">
            <a:extLst>
              <a:ext uri="{FF2B5EF4-FFF2-40B4-BE49-F238E27FC236}">
                <a16:creationId xmlns:a16="http://schemas.microsoft.com/office/drawing/2014/main" id="{53FDDACE-DB46-381A-8A4D-972F5D14569B}"/>
              </a:ext>
            </a:extLst>
          </p:cNvPr>
          <p:cNvSpPr>
            <a:spLocks noGrp="1"/>
          </p:cNvSpPr>
          <p:nvPr>
            <p:ph type="ftr" sz="quarter" idx="10"/>
          </p:nvPr>
        </p:nvSpPr>
        <p:spPr>
          <a:xfrm>
            <a:off x="1059160" y="6310800"/>
            <a:ext cx="9216000" cy="547200"/>
          </a:xfrm>
        </p:spPr>
        <p:txBody>
          <a:bodyPr/>
          <a:lstStyle/>
          <a:p>
            <a:pPr>
              <a:lnSpc>
                <a:spcPct val="100000"/>
              </a:lnSpc>
            </a:pPr>
            <a:r>
              <a:rPr lang="en-US"/>
              <a:t>Internal | © Siemens 2025 | SHERPA X I MM081 Procurement via Direct X</a:t>
            </a:r>
          </a:p>
        </p:txBody>
      </p:sp>
    </p:spTree>
    <p:extLst>
      <p:ext uri="{BB962C8B-B14F-4D97-AF65-F5344CB8AC3E}">
        <p14:creationId xmlns:p14="http://schemas.microsoft.com/office/powerpoint/2010/main" val="395806515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E244C74F-AB40-9D2A-5626-1D64F4AAF0CA}"/>
              </a:ext>
            </a:extLst>
          </p:cNvPr>
          <p:cNvSpPr>
            <a:spLocks noGrp="1"/>
          </p:cNvSpPr>
          <p:nvPr>
            <p:ph type="sldNum" sz="quarter" idx="1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a:ln>
                  <a:noFill/>
                </a:ln>
                <a:solidFill>
                  <a:srgbClr val="000000"/>
                </a:solidFill>
                <a:effectLst/>
                <a:uLnTx/>
                <a:uFillTx/>
                <a:latin typeface="Arial"/>
                <a:ea typeface="+mn-ea"/>
                <a:cs typeface="+mn-cs"/>
              </a:rPr>
              <a:t>Page </a:t>
            </a:r>
            <a:fld id="{15EBE321-CBB1-4E91-BD14-37C8D44326FB}" type="slidenum">
              <a:rPr kumimoji="0" lang="en-US" sz="900" b="1" i="0" u="none" strike="noStrike" kern="1200" cap="none" spc="0" normalizeH="0" baseline="0" noProof="0" smtClean="0">
                <a:ln>
                  <a:noFill/>
                </a:ln>
                <a:solidFill>
                  <a:srgbClr val="000000"/>
                </a:solidFill>
                <a:effectLst/>
                <a:uLnTx/>
                <a:uFillTx/>
                <a:latin typeface="Arial"/>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11</a:t>
            </a:fld>
            <a:endParaRPr kumimoji="0" lang="en-US" sz="900" b="1" i="0" u="none" strike="noStrike" kern="1200" cap="none" spc="0" normalizeH="0" baseline="0" noProof="0">
              <a:ln>
                <a:noFill/>
              </a:ln>
              <a:solidFill>
                <a:srgbClr val="000000"/>
              </a:solidFill>
              <a:effectLst/>
              <a:uLnTx/>
              <a:uFillTx/>
              <a:latin typeface="Arial"/>
              <a:ea typeface="+mn-ea"/>
              <a:cs typeface="+mn-cs"/>
            </a:endParaRPr>
          </a:p>
        </p:txBody>
      </p:sp>
      <p:graphicFrame>
        <p:nvGraphicFramePr>
          <p:cNvPr id="5" name="Diagram 4">
            <a:extLst>
              <a:ext uri="{FF2B5EF4-FFF2-40B4-BE49-F238E27FC236}">
                <a16:creationId xmlns:a16="http://schemas.microsoft.com/office/drawing/2014/main" id="{A7B6ECFC-E582-0489-A59A-14765327450C}"/>
              </a:ext>
            </a:extLst>
          </p:cNvPr>
          <p:cNvGraphicFramePr/>
          <p:nvPr>
            <p:extLst>
              <p:ext uri="{D42A27DB-BD31-4B8C-83A1-F6EECF244321}">
                <p14:modId xmlns:p14="http://schemas.microsoft.com/office/powerpoint/2010/main" val="3469176888"/>
              </p:ext>
            </p:extLst>
          </p:nvPr>
        </p:nvGraphicFramePr>
        <p:xfrm>
          <a:off x="702365" y="1782417"/>
          <a:ext cx="10270436" cy="402203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6" name="Title 1">
            <a:extLst>
              <a:ext uri="{FF2B5EF4-FFF2-40B4-BE49-F238E27FC236}">
                <a16:creationId xmlns:a16="http://schemas.microsoft.com/office/drawing/2014/main" id="{CE921757-9059-D5AF-1630-81DAB5457706}"/>
              </a:ext>
            </a:extLst>
          </p:cNvPr>
          <p:cNvSpPr>
            <a:spLocks noGrp="1"/>
          </p:cNvSpPr>
          <p:nvPr>
            <p:ph type="title"/>
          </p:nvPr>
        </p:nvSpPr>
        <p:spPr>
          <a:xfrm>
            <a:off x="410401" y="478800"/>
            <a:ext cx="9482900" cy="576000"/>
          </a:xfrm>
        </p:spPr>
        <p:txBody>
          <a:bodyPr vert="horz" lIns="0" tIns="0" rIns="324000" bIns="14400" rtlCol="0" anchor="t" anchorCtr="0">
            <a:noAutofit/>
          </a:bodyPr>
          <a:lstStyle/>
          <a:p>
            <a:r>
              <a:rPr lang="en-US">
                <a:solidFill>
                  <a:srgbClr val="00557C"/>
                </a:solidFill>
              </a:rPr>
              <a:t>Organizational and Technical Data for Pilot ARE 426Q/3003</a:t>
            </a:r>
            <a:endParaRPr lang="en-DE">
              <a:solidFill>
                <a:srgbClr val="00557C"/>
              </a:solidFill>
            </a:endParaRPr>
          </a:p>
        </p:txBody>
      </p:sp>
      <p:sp>
        <p:nvSpPr>
          <p:cNvPr id="7" name="Fußzeilenplatzhalter 2">
            <a:extLst>
              <a:ext uri="{FF2B5EF4-FFF2-40B4-BE49-F238E27FC236}">
                <a16:creationId xmlns:a16="http://schemas.microsoft.com/office/drawing/2014/main" id="{FDB724DD-FD12-DBC8-5CCD-7E6698D2539F}"/>
              </a:ext>
            </a:extLst>
          </p:cNvPr>
          <p:cNvSpPr>
            <a:spLocks noGrp="1"/>
          </p:cNvSpPr>
          <p:nvPr>
            <p:ph type="ftr" sz="quarter" idx="10"/>
          </p:nvPr>
        </p:nvSpPr>
        <p:spPr>
          <a:xfrm>
            <a:off x="1059160" y="6310800"/>
            <a:ext cx="9216000" cy="547200"/>
          </a:xfrm>
        </p:spPr>
        <p:txBody>
          <a:bodyPr/>
          <a:lstStyle/>
          <a:p>
            <a:pPr>
              <a:lnSpc>
                <a:spcPct val="100000"/>
              </a:lnSpc>
            </a:pPr>
            <a:r>
              <a:rPr lang="en-US"/>
              <a:t>Internal | © Siemens 2025 | SHERPA X I MM081 Procurement via Direct X</a:t>
            </a:r>
          </a:p>
        </p:txBody>
      </p:sp>
    </p:spTree>
    <p:extLst>
      <p:ext uri="{BB962C8B-B14F-4D97-AF65-F5344CB8AC3E}">
        <p14:creationId xmlns:p14="http://schemas.microsoft.com/office/powerpoint/2010/main" val="42557557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D957CE-B882-1BF9-345E-138B5BEF4764}"/>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0E8977FF-8A74-99BB-45F3-51FF238231F8}"/>
              </a:ext>
            </a:extLst>
          </p:cNvPr>
          <p:cNvSpPr>
            <a:spLocks noGrp="1"/>
          </p:cNvSpPr>
          <p:nvPr>
            <p:ph type="sldNum" sz="quarter" idx="11"/>
          </p:nvPr>
        </p:nvSpPr>
        <p:spPr/>
        <p:txBody>
          <a:bodyPr/>
          <a:lstStyle/>
          <a:p>
            <a:r>
              <a:rPr lang="en-US"/>
              <a:t>Page </a:t>
            </a:r>
            <a:fld id="{15EBE321-CBB1-4E91-BD14-37C8D44326FB}" type="slidenum">
              <a:rPr lang="en-US" smtClean="0"/>
              <a:pPr/>
              <a:t>12</a:t>
            </a:fld>
            <a:endParaRPr lang="en-US"/>
          </a:p>
        </p:txBody>
      </p:sp>
      <p:sp>
        <p:nvSpPr>
          <p:cNvPr id="6" name="Title 1">
            <a:extLst>
              <a:ext uri="{FF2B5EF4-FFF2-40B4-BE49-F238E27FC236}">
                <a16:creationId xmlns:a16="http://schemas.microsoft.com/office/drawing/2014/main" id="{43BBC233-41A3-7C53-DCFF-0D1E411C1561}"/>
              </a:ext>
            </a:extLst>
          </p:cNvPr>
          <p:cNvSpPr>
            <a:spLocks noGrp="1"/>
          </p:cNvSpPr>
          <p:nvPr>
            <p:ph type="title"/>
          </p:nvPr>
        </p:nvSpPr>
        <p:spPr>
          <a:xfrm>
            <a:off x="410401" y="478800"/>
            <a:ext cx="9482900" cy="576000"/>
          </a:xfrm>
        </p:spPr>
        <p:txBody>
          <a:bodyPr vert="horz" lIns="0" tIns="0" rIns="324000" bIns="14400" rtlCol="0" anchor="t" anchorCtr="0">
            <a:noAutofit/>
          </a:bodyPr>
          <a:lstStyle/>
          <a:p>
            <a:r>
              <a:rPr lang="en-US">
                <a:solidFill>
                  <a:srgbClr val="00557C"/>
                </a:solidFill>
              </a:rPr>
              <a:t>Direct X: Major Interfaces</a:t>
            </a:r>
            <a:endParaRPr lang="en-DE">
              <a:solidFill>
                <a:srgbClr val="00557C"/>
              </a:solidFill>
            </a:endParaRPr>
          </a:p>
        </p:txBody>
      </p:sp>
      <p:sp>
        <p:nvSpPr>
          <p:cNvPr id="2" name="TextBox 1">
            <a:extLst>
              <a:ext uri="{FF2B5EF4-FFF2-40B4-BE49-F238E27FC236}">
                <a16:creationId xmlns:a16="http://schemas.microsoft.com/office/drawing/2014/main" id="{ECA44066-232C-D981-0FE7-929FB2233A71}"/>
              </a:ext>
            </a:extLst>
          </p:cNvPr>
          <p:cNvSpPr txBox="1"/>
          <p:nvPr/>
        </p:nvSpPr>
        <p:spPr>
          <a:xfrm>
            <a:off x="735162" y="1399835"/>
            <a:ext cx="10426481" cy="2154436"/>
          </a:xfrm>
          <a:prstGeom prst="rect">
            <a:avLst/>
          </a:prstGeom>
          <a:noFill/>
        </p:spPr>
        <p:txBody>
          <a:bodyPr wrap="square" lIns="0" tIns="0" rIns="0" bIns="0" rtlCol="0" anchor="t">
            <a:spAutoFit/>
          </a:bodyPr>
          <a:lstStyle/>
          <a:p>
            <a:pPr marL="171450" indent="-171450">
              <a:spcAft>
                <a:spcPts val="600"/>
              </a:spcAft>
              <a:buFont typeface="Wingdings" panose="05000000000000000000" pitchFamily="2" charset="2"/>
              <a:buChar char="§"/>
              <a:tabLst>
                <a:tab pos="540385" algn="l"/>
              </a:tabLst>
            </a:pPr>
            <a:r>
              <a:rPr lang="de-DE" sz="1200">
                <a:effectLst/>
                <a:ea typeface="Calibri"/>
                <a:cs typeface="Arial"/>
              </a:rPr>
              <a:t>SAP S/4HANA (S4P): </a:t>
            </a:r>
            <a:r>
              <a:rPr lang="de-DE" sz="1200">
                <a:ea typeface="Calibri"/>
                <a:cs typeface="Arial"/>
              </a:rPr>
              <a:t>M</a:t>
            </a:r>
            <a:r>
              <a:rPr lang="en-US" sz="1200" err="1">
                <a:effectLst/>
                <a:ea typeface="Calibri"/>
                <a:cs typeface="Arial"/>
              </a:rPr>
              <a:t>ain</a:t>
            </a:r>
            <a:r>
              <a:rPr lang="en-US" sz="1200">
                <a:effectLst/>
                <a:ea typeface="Calibri"/>
                <a:cs typeface="Arial"/>
              </a:rPr>
              <a:t> SAP system in the SHERPA X landscape. In the Direct </a:t>
            </a:r>
            <a:r>
              <a:rPr lang="en-US" sz="1200">
                <a:ea typeface="Calibri"/>
                <a:cs typeface="Arial"/>
              </a:rPr>
              <a:t>X Procurement</a:t>
            </a:r>
            <a:r>
              <a:rPr lang="en-US" sz="1200">
                <a:effectLst/>
                <a:ea typeface="Calibri"/>
                <a:cs typeface="Arial"/>
              </a:rPr>
              <a:t> process, the purchase requisition and the purchase order will be created and managed in S4P.</a:t>
            </a:r>
            <a:endParaRPr lang="en-DE" sz="1200">
              <a:effectLst/>
              <a:ea typeface="Calibri"/>
              <a:cs typeface="Arial"/>
            </a:endParaRPr>
          </a:p>
          <a:p>
            <a:pPr marL="171450" lvl="0" indent="-171450">
              <a:spcAft>
                <a:spcPts val="600"/>
              </a:spcAft>
              <a:buFont typeface="Wingdings" panose="05000000000000000000" pitchFamily="2" charset="2"/>
              <a:buChar char="§"/>
              <a:tabLst>
                <a:tab pos="540385" algn="l"/>
              </a:tabLst>
            </a:pPr>
            <a:r>
              <a:rPr lang="en-US" sz="1200" b="0" i="0">
                <a:effectLst/>
              </a:rPr>
              <a:t>SAP Business Technology Platform (BTP): A comprehensive technology platform that integrates various services and tools to help businesses innovate and transform digitally, it</a:t>
            </a:r>
            <a:r>
              <a:rPr lang="en-US" sz="1200">
                <a:effectLst/>
                <a:ea typeface="Calibri"/>
                <a:cs typeface="Arial"/>
              </a:rPr>
              <a:t> is integrated with the SAP S/4HANA to manage the PR/PO forms &amp; approval workflow.  </a:t>
            </a:r>
            <a:endParaRPr lang="de-DE" sz="1200">
              <a:effectLst/>
              <a:ea typeface="Calibri"/>
              <a:cs typeface="Arial"/>
            </a:endParaRPr>
          </a:p>
          <a:p>
            <a:pPr marL="171450" lvl="0" indent="-171450">
              <a:spcAft>
                <a:spcPts val="600"/>
              </a:spcAft>
              <a:buFont typeface="Wingdings" panose="05000000000000000000" pitchFamily="2" charset="2"/>
              <a:buChar char="§"/>
              <a:tabLst>
                <a:tab pos="540385" algn="l"/>
              </a:tabLst>
            </a:pPr>
            <a:r>
              <a:rPr lang="de-DE" sz="1200">
                <a:effectLst/>
                <a:ea typeface="Calibri"/>
                <a:cs typeface="Arial"/>
              </a:rPr>
              <a:t>SAT (</a:t>
            </a:r>
            <a:r>
              <a:rPr lang="de-DE" sz="1200" err="1">
                <a:effectLst/>
                <a:ea typeface="Calibri"/>
                <a:cs typeface="Arial"/>
              </a:rPr>
              <a:t>Mendix</a:t>
            </a:r>
            <a:r>
              <a:rPr lang="de-DE" sz="1200">
                <a:effectLst/>
                <a:ea typeface="Calibri"/>
                <a:cs typeface="Arial"/>
              </a:rPr>
              <a:t>): </a:t>
            </a:r>
            <a:r>
              <a:rPr lang="en-US" sz="1200">
                <a:effectLst/>
                <a:ea typeface="Calibri"/>
                <a:cs typeface="Arial"/>
              </a:rPr>
              <a:t>Signature Authorization Tool (SAT) is SHERPA X harmonized tool to manage the authorized approvers per each company code (ARE), cost center and profit center. The SAT will be used to determine the purchase </a:t>
            </a:r>
            <a:r>
              <a:rPr lang="cs-CZ" sz="1200">
                <a:ea typeface="Calibri"/>
                <a:cs typeface="Arial"/>
              </a:rPr>
              <a:t>o</a:t>
            </a:r>
            <a:r>
              <a:rPr lang="en-US" sz="1200" err="1">
                <a:effectLst/>
                <a:ea typeface="Calibri"/>
                <a:cs typeface="Arial"/>
              </a:rPr>
              <a:t>rder</a:t>
            </a:r>
            <a:r>
              <a:rPr lang="en-US" sz="1200">
                <a:effectLst/>
                <a:ea typeface="Calibri"/>
                <a:cs typeface="Arial"/>
              </a:rPr>
              <a:t> functional and </a:t>
            </a:r>
            <a:r>
              <a:rPr lang="cs-CZ" sz="1200" err="1">
                <a:effectLst/>
                <a:ea typeface="Calibri"/>
                <a:cs typeface="Arial"/>
              </a:rPr>
              <a:t>commercial</a:t>
            </a:r>
            <a:r>
              <a:rPr lang="en-US" sz="1200">
                <a:effectLst/>
                <a:ea typeface="Calibri"/>
                <a:cs typeface="Arial"/>
              </a:rPr>
              <a:t> approvers.</a:t>
            </a:r>
            <a:endParaRPr lang="en-DE" sz="1200">
              <a:effectLst/>
              <a:ea typeface="Calibri"/>
              <a:cs typeface="Arial"/>
            </a:endParaRPr>
          </a:p>
          <a:p>
            <a:pPr marL="171450" lvl="0" indent="-171450">
              <a:spcAft>
                <a:spcPts val="600"/>
              </a:spcAft>
              <a:buFont typeface="Wingdings" panose="05000000000000000000" pitchFamily="2" charset="2"/>
              <a:buChar char="§"/>
              <a:tabLst>
                <a:tab pos="540385" algn="l"/>
              </a:tabLst>
            </a:pPr>
            <a:r>
              <a:rPr lang="de-DE" sz="1200">
                <a:effectLst/>
                <a:ea typeface="Calibri"/>
                <a:cs typeface="Arial"/>
              </a:rPr>
              <a:t>SAP MDG (M4P): C</a:t>
            </a:r>
            <a:r>
              <a:rPr lang="en-US" sz="1200" err="1"/>
              <a:t>ontrols</a:t>
            </a:r>
            <a:r>
              <a:rPr lang="en-US" sz="1200"/>
              <a:t> the master data in SHERPA X, business p</a:t>
            </a:r>
            <a:r>
              <a:rPr kumimoji="0" lang="en-US" sz="1200" b="0" i="0" u="none" strike="noStrike" kern="1200" cap="none" spc="0" normalizeH="0" baseline="0" noProof="0" err="1">
                <a:ln>
                  <a:noFill/>
                </a:ln>
                <a:effectLst/>
                <a:uLnTx/>
                <a:uFillTx/>
                <a:ea typeface="+mn-ea"/>
                <a:cs typeface="+mn-cs"/>
              </a:rPr>
              <a:t>artners</a:t>
            </a:r>
            <a:r>
              <a:rPr kumimoji="0" lang="en-US" sz="1200" b="0" i="0" u="none" strike="noStrike" kern="1200" cap="none" spc="0" normalizeH="0" baseline="0" noProof="0">
                <a:ln>
                  <a:noFill/>
                </a:ln>
                <a:effectLst/>
                <a:uLnTx/>
                <a:uFillTx/>
                <a:ea typeface="+mn-ea"/>
                <a:cs typeface="+mn-cs"/>
              </a:rPr>
              <a:t> including internal and external suppliers are centrally managed in MDG, </a:t>
            </a:r>
            <a:r>
              <a:rPr lang="en-US" sz="1200"/>
              <a:t>creation and/or change of business partner data have to be executed in MDG first before such data is available in S4P system (e.g., supplier, material master).</a:t>
            </a:r>
            <a:endParaRPr lang="en-US" sz="1200">
              <a:cs typeface="Arial"/>
            </a:endParaRPr>
          </a:p>
          <a:p>
            <a:pPr marL="171450" indent="-171450">
              <a:spcAft>
                <a:spcPts val="600"/>
              </a:spcAft>
              <a:buFont typeface="Wingdings" panose="05000000000000000000" pitchFamily="2" charset="2"/>
              <a:buChar char="§"/>
              <a:tabLst>
                <a:tab pos="540385" algn="l"/>
              </a:tabLst>
            </a:pPr>
            <a:r>
              <a:rPr lang="en-US" sz="1200" err="1"/>
              <a:t>myMall</a:t>
            </a:r>
            <a:r>
              <a:rPr lang="en-US" sz="1200"/>
              <a:t>: Front end for all current </a:t>
            </a:r>
            <a:r>
              <a:rPr lang="en-US" sz="1200" err="1"/>
              <a:t>OneSRM</a:t>
            </a:r>
            <a:r>
              <a:rPr lang="en-US" sz="1200"/>
              <a:t> requesters to order products and services, in Direct X it is available via OCI punchout functionality only.</a:t>
            </a:r>
          </a:p>
        </p:txBody>
      </p:sp>
      <p:pic>
        <p:nvPicPr>
          <p:cNvPr id="7" name="Picture 6">
            <a:extLst>
              <a:ext uri="{FF2B5EF4-FFF2-40B4-BE49-F238E27FC236}">
                <a16:creationId xmlns:a16="http://schemas.microsoft.com/office/drawing/2014/main" id="{A0F6E92B-F72E-C207-37E4-A5F61DCA58C7}"/>
              </a:ext>
            </a:extLst>
          </p:cNvPr>
          <p:cNvPicPr>
            <a:picLocks noChangeAspect="1"/>
          </p:cNvPicPr>
          <p:nvPr/>
        </p:nvPicPr>
        <p:blipFill>
          <a:blip r:embed="rId2"/>
          <a:stretch>
            <a:fillRect/>
          </a:stretch>
        </p:blipFill>
        <p:spPr>
          <a:xfrm>
            <a:off x="2854976" y="4334052"/>
            <a:ext cx="5104159" cy="1631713"/>
          </a:xfrm>
          <a:prstGeom prst="rect">
            <a:avLst/>
          </a:prstGeom>
        </p:spPr>
      </p:pic>
      <p:sp>
        <p:nvSpPr>
          <p:cNvPr id="8" name="Fußzeilenplatzhalter 2">
            <a:extLst>
              <a:ext uri="{FF2B5EF4-FFF2-40B4-BE49-F238E27FC236}">
                <a16:creationId xmlns:a16="http://schemas.microsoft.com/office/drawing/2014/main" id="{86B352F7-DC80-AF48-2120-EEC7A18C2F6E}"/>
              </a:ext>
            </a:extLst>
          </p:cNvPr>
          <p:cNvSpPr>
            <a:spLocks noGrp="1"/>
          </p:cNvSpPr>
          <p:nvPr>
            <p:ph type="ftr" sz="quarter" idx="10"/>
          </p:nvPr>
        </p:nvSpPr>
        <p:spPr>
          <a:xfrm>
            <a:off x="1059160" y="6310800"/>
            <a:ext cx="9216000" cy="547200"/>
          </a:xfrm>
        </p:spPr>
        <p:txBody>
          <a:bodyPr/>
          <a:lstStyle/>
          <a:p>
            <a:pPr>
              <a:lnSpc>
                <a:spcPct val="100000"/>
              </a:lnSpc>
            </a:pPr>
            <a:r>
              <a:rPr lang="en-US"/>
              <a:t>Internal | © Siemens 2025 | SHERPA X I MM081 Procurement via Direct X</a:t>
            </a:r>
          </a:p>
        </p:txBody>
      </p:sp>
    </p:spTree>
    <p:extLst>
      <p:ext uri="{BB962C8B-B14F-4D97-AF65-F5344CB8AC3E}">
        <p14:creationId xmlns:p14="http://schemas.microsoft.com/office/powerpoint/2010/main" val="422222238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1" name="Object 20" hidden="1">
            <a:extLst>
              <a:ext uri="{FF2B5EF4-FFF2-40B4-BE49-F238E27FC236}">
                <a16:creationId xmlns:a16="http://schemas.microsoft.com/office/drawing/2014/main" id="{FE5E87D9-D96E-02ED-2860-CF20738780D1}"/>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737" imgH="737" progId="TCLayout.ActiveDocument.1">
                  <p:embed/>
                </p:oleObj>
              </mc:Choice>
              <mc:Fallback>
                <p:oleObj name="think-cell Slide" r:id="rId3" imgW="737" imgH="737" progId="TCLayout.ActiveDocument.1">
                  <p:embed/>
                  <p:pic>
                    <p:nvPicPr>
                      <p:cNvPr id="21" name="Object 20" hidden="1">
                        <a:extLst>
                          <a:ext uri="{FF2B5EF4-FFF2-40B4-BE49-F238E27FC236}">
                            <a16:creationId xmlns:a16="http://schemas.microsoft.com/office/drawing/2014/main" id="{FE5E87D9-D96E-02ED-2860-CF20738780D1}"/>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5" name="Title 4">
            <a:extLst>
              <a:ext uri="{FF2B5EF4-FFF2-40B4-BE49-F238E27FC236}">
                <a16:creationId xmlns:a16="http://schemas.microsoft.com/office/drawing/2014/main" id="{CEAFF82B-A512-DDF5-1E85-194B4DE95B62}"/>
              </a:ext>
            </a:extLst>
          </p:cNvPr>
          <p:cNvSpPr>
            <a:spLocks noGrp="1"/>
          </p:cNvSpPr>
          <p:nvPr>
            <p:ph type="title"/>
          </p:nvPr>
        </p:nvSpPr>
        <p:spPr>
          <a:xfrm>
            <a:off x="410401" y="3780000"/>
            <a:ext cx="11067224" cy="738664"/>
          </a:xfrm>
          <a:noFill/>
        </p:spPr>
        <p:txBody>
          <a:bodyPr vert="horz" wrap="square" lIns="0" tIns="0" rIns="0" bIns="0" rtlCol="0" anchor="t" anchorCtr="0">
            <a:spAutoFit/>
          </a:bodyPr>
          <a:lstStyle/>
          <a:p>
            <a:r>
              <a:rPr lang="cs-CZ"/>
              <a:t>2. </a:t>
            </a:r>
            <a:r>
              <a:rPr lang="en-US"/>
              <a:t>Purchase Requisition Process</a:t>
            </a:r>
          </a:p>
        </p:txBody>
      </p:sp>
    </p:spTree>
    <p:extLst>
      <p:ext uri="{BB962C8B-B14F-4D97-AF65-F5344CB8AC3E}">
        <p14:creationId xmlns:p14="http://schemas.microsoft.com/office/powerpoint/2010/main" val="268538177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C86BFF-9D71-91AD-AEFF-33202989D16B}"/>
            </a:ext>
          </a:extLst>
        </p:cNvPr>
        <p:cNvGrpSpPr/>
        <p:nvPr/>
      </p:nvGrpSpPr>
      <p:grpSpPr>
        <a:xfrm>
          <a:off x="0" y="0"/>
          <a:ext cx="0" cy="0"/>
          <a:chOff x="0" y="0"/>
          <a:chExt cx="0" cy="0"/>
        </a:xfrm>
      </p:grpSpPr>
      <p:sp>
        <p:nvSpPr>
          <p:cNvPr id="4" name="Foliennummernplatzhalter 3">
            <a:extLst>
              <a:ext uri="{FF2B5EF4-FFF2-40B4-BE49-F238E27FC236}">
                <a16:creationId xmlns:a16="http://schemas.microsoft.com/office/drawing/2014/main" id="{6FE8C63C-4285-B5C1-595F-446B210ABF18}"/>
              </a:ext>
            </a:extLst>
          </p:cNvPr>
          <p:cNvSpPr>
            <a:spLocks noGrp="1"/>
          </p:cNvSpPr>
          <p:nvPr>
            <p:ph type="sldNum" sz="quarter" idx="1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a:ln>
                  <a:noFill/>
                </a:ln>
                <a:solidFill>
                  <a:srgbClr val="000000"/>
                </a:solidFill>
                <a:effectLst/>
                <a:uLnTx/>
                <a:uFillTx/>
                <a:latin typeface="Arial"/>
                <a:ea typeface="+mn-ea"/>
                <a:cs typeface="+mn-cs"/>
              </a:rPr>
              <a:t>Page </a:t>
            </a:r>
            <a:fld id="{15EBE321-CBB1-4E91-BD14-37C8D44326FB}" type="slidenum">
              <a:rPr kumimoji="0" lang="en-US" sz="900" b="1" i="0" u="none" strike="noStrike" kern="1200" cap="none" spc="0" normalizeH="0" baseline="0" noProof="0" smtClean="0">
                <a:ln>
                  <a:noFill/>
                </a:ln>
                <a:solidFill>
                  <a:srgbClr val="000000"/>
                </a:solidFill>
                <a:effectLst/>
                <a:uLnTx/>
                <a:uFillTx/>
                <a:latin typeface="Arial"/>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14</a:t>
            </a:fld>
            <a:endParaRPr kumimoji="0" lang="en-US" sz="900" b="1" i="0" u="none" strike="noStrike" kern="1200" cap="none" spc="0" normalizeH="0" baseline="0" noProof="0">
              <a:ln>
                <a:noFill/>
              </a:ln>
              <a:solidFill>
                <a:srgbClr val="000000"/>
              </a:solidFill>
              <a:effectLst/>
              <a:uLnTx/>
              <a:uFillTx/>
              <a:latin typeface="Arial"/>
              <a:ea typeface="+mn-ea"/>
              <a:cs typeface="+mn-cs"/>
            </a:endParaRPr>
          </a:p>
        </p:txBody>
      </p:sp>
      <p:sp>
        <p:nvSpPr>
          <p:cNvPr id="29" name="Rechteck 4">
            <a:extLst>
              <a:ext uri="{FF2B5EF4-FFF2-40B4-BE49-F238E27FC236}">
                <a16:creationId xmlns:a16="http://schemas.microsoft.com/office/drawing/2014/main" id="{84F9B889-E005-D597-EBFF-CDB8DF3A3C42}"/>
              </a:ext>
            </a:extLst>
          </p:cNvPr>
          <p:cNvSpPr/>
          <p:nvPr/>
        </p:nvSpPr>
        <p:spPr>
          <a:xfrm>
            <a:off x="6145468" y="1212524"/>
            <a:ext cx="5274348" cy="494973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pPr marL="0" marR="0" lvl="1" indent="0" algn="l" defTabSz="914400" rtl="0" eaLnBrk="1" fontAlgn="auto" latinLnBrk="0" hangingPunct="1">
              <a:lnSpc>
                <a:spcPct val="100000"/>
              </a:lnSpc>
              <a:spcBef>
                <a:spcPts val="600"/>
              </a:spcBef>
              <a:spcAft>
                <a:spcPct val="0"/>
              </a:spcAft>
              <a:buClr>
                <a:srgbClr val="009999"/>
              </a:buClr>
              <a:buSzTx/>
              <a:buFontTx/>
              <a:buNone/>
              <a:tabLst/>
              <a:defRPr/>
            </a:pPr>
            <a:r>
              <a:rPr kumimoji="0" lang="en-US" sz="1200" b="1" i="0" u="none" strike="noStrike" kern="1200" cap="none" spc="0" normalizeH="0" baseline="0" noProof="0">
                <a:ln>
                  <a:noFill/>
                </a:ln>
                <a:solidFill>
                  <a:srgbClr val="000000"/>
                </a:solidFill>
                <a:effectLst/>
                <a:uLnTx/>
                <a:uFillTx/>
                <a:ea typeface="+mn-ea"/>
                <a:cs typeface="+mn-cs"/>
              </a:rPr>
              <a:t>Process description:</a:t>
            </a:r>
          </a:p>
          <a:p>
            <a:pPr marL="0" marR="0" lvl="1" indent="0" algn="l" defTabSz="914400" rtl="0" eaLnBrk="1" fontAlgn="auto" latinLnBrk="0" hangingPunct="1">
              <a:lnSpc>
                <a:spcPct val="100000"/>
              </a:lnSpc>
              <a:spcBef>
                <a:spcPts val="600"/>
              </a:spcBef>
              <a:spcAft>
                <a:spcPct val="0"/>
              </a:spcAft>
              <a:buClr>
                <a:srgbClr val="009999"/>
              </a:buClr>
              <a:buSzTx/>
              <a:buFontTx/>
              <a:buNone/>
              <a:tabLst/>
              <a:defRPr/>
            </a:pPr>
            <a:endParaRPr kumimoji="0" lang="en-US" sz="1100" b="1" i="0" u="none" strike="noStrike" kern="1200" cap="none" spc="0" normalizeH="0" baseline="0" noProof="0">
              <a:ln>
                <a:noFill/>
              </a:ln>
              <a:solidFill>
                <a:srgbClr val="000000"/>
              </a:solidFill>
              <a:effectLst/>
              <a:uLnTx/>
              <a:uFillTx/>
              <a:ea typeface="+mn-ea"/>
              <a:cs typeface="+mn-cs"/>
            </a:endParaRPr>
          </a:p>
          <a:p>
            <a:pPr marL="342900" lvl="1" indent="-342900">
              <a:lnSpc>
                <a:spcPct val="150000"/>
              </a:lnSpc>
              <a:spcAft>
                <a:spcPct val="0"/>
              </a:spcAft>
              <a:buClr>
                <a:srgbClr val="009999"/>
              </a:buClr>
              <a:buFont typeface="+mj-lt"/>
              <a:buAutoNum type="arabicPeriod"/>
              <a:defRPr/>
            </a:pPr>
            <a:r>
              <a:rPr lang="en-US" sz="1200">
                <a:solidFill>
                  <a:srgbClr val="000000"/>
                </a:solidFill>
              </a:rPr>
              <a:t>Requisitioner logs into SAP S/4HANA and creates purchase requisition.</a:t>
            </a:r>
            <a:endParaRPr lang="en-DE" sz="1200"/>
          </a:p>
          <a:p>
            <a:pPr marL="342900" lvl="1" indent="-342900">
              <a:lnSpc>
                <a:spcPct val="150000"/>
              </a:lnSpc>
              <a:spcAft>
                <a:spcPct val="0"/>
              </a:spcAft>
              <a:buClr>
                <a:srgbClr val="009999"/>
              </a:buClr>
              <a:buFont typeface="+mj-lt"/>
              <a:buAutoNum type="arabicPeriod"/>
              <a:defRPr/>
            </a:pPr>
            <a:r>
              <a:rPr lang="en-US" sz="1200">
                <a:solidFill>
                  <a:srgbClr val="000000"/>
                </a:solidFill>
              </a:rPr>
              <a:t>The Requisitioner creates a purchase requisition (PR) with the Functional group (F</a:t>
            </a:r>
            <a:r>
              <a:rPr lang="cs-CZ" sz="1200">
                <a:solidFill>
                  <a:srgbClr val="000000"/>
                </a:solidFill>
              </a:rPr>
              <a:t>01</a:t>
            </a:r>
            <a:r>
              <a:rPr lang="en-US" sz="1200">
                <a:solidFill>
                  <a:srgbClr val="000000"/>
                </a:solidFill>
              </a:rPr>
              <a:t>), adds mandatory information (account assignment without GR one) along with requisitioner, recipient details and saves it. After saving the PR, the system triggers the Release Strategy.</a:t>
            </a:r>
          </a:p>
          <a:p>
            <a:pPr marL="342900" lvl="1" indent="-342900">
              <a:lnSpc>
                <a:spcPct val="150000"/>
              </a:lnSpc>
              <a:spcAft>
                <a:spcPct val="0"/>
              </a:spcAft>
              <a:buClr>
                <a:srgbClr val="009999"/>
              </a:buClr>
              <a:buFont typeface="+mj-lt"/>
              <a:buAutoNum type="arabicPeriod"/>
              <a:defRPr/>
            </a:pPr>
            <a:r>
              <a:rPr lang="en-US" sz="1200">
                <a:solidFill>
                  <a:srgbClr val="000000"/>
                </a:solidFill>
              </a:rPr>
              <a:t>An email notification triggers to Requisitioner to verify the PR details.</a:t>
            </a:r>
            <a:endParaRPr lang="en-DE" sz="1200">
              <a:solidFill>
                <a:srgbClr val="000000"/>
              </a:solidFill>
            </a:endParaRPr>
          </a:p>
          <a:p>
            <a:pPr marL="342900" lvl="1" indent="-342900">
              <a:lnSpc>
                <a:spcPct val="150000"/>
              </a:lnSpc>
              <a:spcAft>
                <a:spcPct val="0"/>
              </a:spcAft>
              <a:buClr>
                <a:srgbClr val="009999"/>
              </a:buClr>
              <a:buFont typeface="+mj-lt"/>
              <a:buAutoNum type="arabicPeriod"/>
              <a:defRPr/>
            </a:pPr>
            <a:r>
              <a:rPr lang="en-US" sz="1200">
                <a:solidFill>
                  <a:srgbClr val="000000"/>
                </a:solidFill>
              </a:rPr>
              <a:t>The Requisitioner verifies the PR details and approves it in SAP BTP.</a:t>
            </a:r>
          </a:p>
          <a:p>
            <a:pPr marL="342900" lvl="1" indent="-342900">
              <a:lnSpc>
                <a:spcPct val="150000"/>
              </a:lnSpc>
              <a:spcAft>
                <a:spcPct val="0"/>
              </a:spcAft>
              <a:buClr>
                <a:srgbClr val="009999"/>
              </a:buClr>
              <a:buFont typeface="+mj-lt"/>
              <a:buAutoNum type="arabicPeriod"/>
              <a:defRPr/>
            </a:pPr>
            <a:r>
              <a:rPr lang="en-US" sz="1200">
                <a:solidFill>
                  <a:srgbClr val="000000"/>
                </a:solidFill>
              </a:rPr>
              <a:t>The Functional Buyer receives an email notification to review the PR and changes the purchase group from functional group (F01) to individual group (</a:t>
            </a:r>
            <a:r>
              <a:rPr lang="en-US" sz="1200" err="1">
                <a:solidFill>
                  <a:srgbClr val="000000"/>
                </a:solidFill>
              </a:rPr>
              <a:t>I</a:t>
            </a:r>
            <a:r>
              <a:rPr lang="en-US" sz="1200" i="1" err="1">
                <a:solidFill>
                  <a:srgbClr val="000000"/>
                </a:solidFill>
              </a:rPr>
              <a:t>xx</a:t>
            </a:r>
            <a:r>
              <a:rPr lang="en-US" sz="1200">
                <a:solidFill>
                  <a:srgbClr val="000000"/>
                </a:solidFill>
              </a:rPr>
              <a:t>).</a:t>
            </a:r>
          </a:p>
          <a:p>
            <a:pPr marL="342900" lvl="1" indent="-342900">
              <a:lnSpc>
                <a:spcPct val="150000"/>
              </a:lnSpc>
              <a:spcAft>
                <a:spcPct val="0"/>
              </a:spcAft>
              <a:buClr>
                <a:srgbClr val="009999"/>
              </a:buClr>
              <a:buFont typeface="+mj-lt"/>
              <a:buAutoNum type="arabicPeriod"/>
              <a:defRPr/>
            </a:pPr>
            <a:r>
              <a:rPr lang="en-US" sz="1200">
                <a:solidFill>
                  <a:srgbClr val="000000"/>
                </a:solidFill>
              </a:rPr>
              <a:t>Purchaser, who is assigned to the (</a:t>
            </a:r>
            <a:r>
              <a:rPr lang="en-US" sz="1200" err="1">
                <a:solidFill>
                  <a:srgbClr val="000000"/>
                </a:solidFill>
              </a:rPr>
              <a:t>Ixx</a:t>
            </a:r>
            <a:r>
              <a:rPr lang="en-US" sz="1200">
                <a:solidFill>
                  <a:srgbClr val="000000"/>
                </a:solidFill>
              </a:rPr>
              <a:t>) purchasing group, receives an email notification to complete and confirm the PR.</a:t>
            </a:r>
          </a:p>
          <a:p>
            <a:pPr marL="342900" lvl="1" indent="-342900">
              <a:lnSpc>
                <a:spcPct val="150000"/>
              </a:lnSpc>
              <a:spcAft>
                <a:spcPct val="0"/>
              </a:spcAft>
              <a:buClr>
                <a:srgbClr val="009999"/>
              </a:buClr>
              <a:buFont typeface="+mj-lt"/>
              <a:buAutoNum type="arabicPeriod"/>
              <a:defRPr/>
            </a:pPr>
            <a:r>
              <a:rPr lang="en-US" sz="1200">
                <a:solidFill>
                  <a:srgbClr val="000000"/>
                </a:solidFill>
              </a:rPr>
              <a:t>Purchase requisition is released </a:t>
            </a:r>
            <a:r>
              <a:rPr lang="en-US" sz="1100">
                <a:solidFill>
                  <a:srgbClr val="000000"/>
                </a:solidFill>
              </a:rPr>
              <a:t>in S/4HANA system.</a:t>
            </a:r>
            <a:endParaRPr lang="en-DE" sz="1100">
              <a:solidFill>
                <a:srgbClr val="000000"/>
              </a:solidFill>
            </a:endParaRPr>
          </a:p>
        </p:txBody>
      </p:sp>
      <p:grpSp>
        <p:nvGrpSpPr>
          <p:cNvPr id="33" name="Group 32">
            <a:extLst>
              <a:ext uri="{FF2B5EF4-FFF2-40B4-BE49-F238E27FC236}">
                <a16:creationId xmlns:a16="http://schemas.microsoft.com/office/drawing/2014/main" id="{96B1DD5D-C657-A284-FFCF-B1C80A197EBC}"/>
              </a:ext>
            </a:extLst>
          </p:cNvPr>
          <p:cNvGrpSpPr/>
          <p:nvPr/>
        </p:nvGrpSpPr>
        <p:grpSpPr>
          <a:xfrm>
            <a:off x="206993" y="1291221"/>
            <a:ext cx="5460167" cy="3254805"/>
            <a:chOff x="206993" y="1462671"/>
            <a:chExt cx="5460167" cy="3254805"/>
          </a:xfrm>
        </p:grpSpPr>
        <p:grpSp>
          <p:nvGrpSpPr>
            <p:cNvPr id="28" name="Group 27">
              <a:extLst>
                <a:ext uri="{FF2B5EF4-FFF2-40B4-BE49-F238E27FC236}">
                  <a16:creationId xmlns:a16="http://schemas.microsoft.com/office/drawing/2014/main" id="{EF58BBE3-9253-475D-AEA2-B9F6CFA9C7A9}"/>
                </a:ext>
              </a:extLst>
            </p:cNvPr>
            <p:cNvGrpSpPr/>
            <p:nvPr/>
          </p:nvGrpSpPr>
          <p:grpSpPr>
            <a:xfrm>
              <a:off x="206993" y="1462671"/>
              <a:ext cx="5460167" cy="2878158"/>
              <a:chOff x="2607965" y="3274992"/>
              <a:chExt cx="5460167" cy="2878158"/>
            </a:xfrm>
          </p:grpSpPr>
          <p:sp>
            <p:nvSpPr>
              <p:cNvPr id="6" name="Rectangle: Rounded Corners 5">
                <a:extLst>
                  <a:ext uri="{FF2B5EF4-FFF2-40B4-BE49-F238E27FC236}">
                    <a16:creationId xmlns:a16="http://schemas.microsoft.com/office/drawing/2014/main" id="{591CFA54-1710-9E25-2A20-B0AC8B556D62}"/>
                  </a:ext>
                </a:extLst>
              </p:cNvPr>
              <p:cNvSpPr/>
              <p:nvPr/>
            </p:nvSpPr>
            <p:spPr>
              <a:xfrm rot="16200000">
                <a:off x="2340684" y="5442833"/>
                <a:ext cx="988633" cy="432000"/>
              </a:xfrm>
              <a:prstGeom prst="round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nchorCtr="0"/>
              <a:lstStyle/>
              <a:p>
                <a:pPr algn="ctr"/>
                <a:r>
                  <a:rPr lang="en-US" sz="900">
                    <a:solidFill>
                      <a:schemeClr val="tx1"/>
                    </a:solidFill>
                  </a:rPr>
                  <a:t>Purchaser</a:t>
                </a:r>
              </a:p>
            </p:txBody>
          </p:sp>
          <p:sp>
            <p:nvSpPr>
              <p:cNvPr id="8" name="Rectangle: Rounded Corners 7">
                <a:extLst>
                  <a:ext uri="{FF2B5EF4-FFF2-40B4-BE49-F238E27FC236}">
                    <a16:creationId xmlns:a16="http://schemas.microsoft.com/office/drawing/2014/main" id="{71A5D02B-E0A8-48AF-5CB3-D496C70B5380}"/>
                  </a:ext>
                </a:extLst>
              </p:cNvPr>
              <p:cNvSpPr/>
              <p:nvPr/>
            </p:nvSpPr>
            <p:spPr>
              <a:xfrm rot="16200000">
                <a:off x="2357153" y="3525804"/>
                <a:ext cx="929301" cy="427678"/>
              </a:xfrm>
              <a:prstGeom prst="round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nchorCtr="0"/>
              <a:lstStyle/>
              <a:p>
                <a:pPr algn="ctr"/>
                <a:r>
                  <a:rPr lang="en-US" sz="900">
                    <a:solidFill>
                      <a:schemeClr val="tx1"/>
                    </a:solidFill>
                  </a:rPr>
                  <a:t>Requisitioner</a:t>
                </a:r>
              </a:p>
            </p:txBody>
          </p:sp>
          <p:sp>
            <p:nvSpPr>
              <p:cNvPr id="9" name="Flowchart: Alternate Process 8">
                <a:extLst>
                  <a:ext uri="{FF2B5EF4-FFF2-40B4-BE49-F238E27FC236}">
                    <a16:creationId xmlns:a16="http://schemas.microsoft.com/office/drawing/2014/main" id="{BF4C889C-F11D-E121-614E-2F38D2315144}"/>
                  </a:ext>
                </a:extLst>
              </p:cNvPr>
              <p:cNvSpPr/>
              <p:nvPr/>
            </p:nvSpPr>
            <p:spPr>
              <a:xfrm>
                <a:off x="6274020" y="3540634"/>
                <a:ext cx="1319882" cy="540000"/>
              </a:xfrm>
              <a:prstGeom prst="flowChartAlternateProcess">
                <a:avLst/>
              </a:prstGeom>
              <a:solidFill>
                <a:schemeClr val="accent1"/>
              </a:solidFill>
              <a:ln w="28575">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nchorCtr="0"/>
              <a:lstStyle/>
              <a:p>
                <a:pPr algn="ctr"/>
                <a:r>
                  <a:rPr lang="en-US" sz="700">
                    <a:solidFill>
                      <a:schemeClr val="tx1"/>
                    </a:solidFill>
                  </a:rPr>
                  <a:t>PR Creator Receive BTP Form to confirm PR</a:t>
                </a:r>
              </a:p>
            </p:txBody>
          </p:sp>
          <p:sp>
            <p:nvSpPr>
              <p:cNvPr id="10" name="Rectangle: Rounded Corners 9">
                <a:extLst>
                  <a:ext uri="{FF2B5EF4-FFF2-40B4-BE49-F238E27FC236}">
                    <a16:creationId xmlns:a16="http://schemas.microsoft.com/office/drawing/2014/main" id="{2FCC4C5C-6415-F82E-F8D0-55A86F3CBDFB}"/>
                  </a:ext>
                </a:extLst>
              </p:cNvPr>
              <p:cNvSpPr/>
              <p:nvPr/>
            </p:nvSpPr>
            <p:spPr>
              <a:xfrm rot="16200000">
                <a:off x="2463939" y="4429368"/>
                <a:ext cx="726170" cy="438117"/>
              </a:xfrm>
              <a:prstGeom prst="round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nchorCtr="0"/>
              <a:lstStyle/>
              <a:p>
                <a:pPr algn="ctr"/>
                <a:r>
                  <a:rPr lang="en-US" sz="900">
                    <a:solidFill>
                      <a:schemeClr val="tx1"/>
                    </a:solidFill>
                  </a:rPr>
                  <a:t>Buyer</a:t>
                </a:r>
              </a:p>
            </p:txBody>
          </p:sp>
          <p:sp>
            <p:nvSpPr>
              <p:cNvPr id="11" name="Flowchart: Alternate Process 10">
                <a:extLst>
                  <a:ext uri="{FF2B5EF4-FFF2-40B4-BE49-F238E27FC236}">
                    <a16:creationId xmlns:a16="http://schemas.microsoft.com/office/drawing/2014/main" id="{8BB71728-FF97-41B3-3028-7C0171417909}"/>
                  </a:ext>
                </a:extLst>
              </p:cNvPr>
              <p:cNvSpPr/>
              <p:nvPr>
                <p:custDataLst>
                  <p:tags r:id="rId1"/>
                </p:custDataLst>
              </p:nvPr>
            </p:nvSpPr>
            <p:spPr>
              <a:xfrm>
                <a:off x="3787725" y="5506059"/>
                <a:ext cx="1192826" cy="411904"/>
              </a:xfrm>
              <a:prstGeom prst="flowChartAlternateProcess">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nchorCtr="0"/>
              <a:lstStyle/>
              <a:p>
                <a:pPr algn="ctr"/>
                <a:r>
                  <a:rPr lang="en-US" sz="700">
                    <a:solidFill>
                      <a:schemeClr val="tx1"/>
                    </a:solidFill>
                  </a:rPr>
                  <a:t>Receive a Notification Email and My Inbox</a:t>
                </a:r>
              </a:p>
            </p:txBody>
          </p:sp>
          <p:sp>
            <p:nvSpPr>
              <p:cNvPr id="12" name="Flowchart: Alternate Process 11">
                <a:extLst>
                  <a:ext uri="{FF2B5EF4-FFF2-40B4-BE49-F238E27FC236}">
                    <a16:creationId xmlns:a16="http://schemas.microsoft.com/office/drawing/2014/main" id="{942E11B6-6280-6190-6C66-8ED1F3FB51A9}"/>
                  </a:ext>
                </a:extLst>
              </p:cNvPr>
              <p:cNvSpPr/>
              <p:nvPr/>
            </p:nvSpPr>
            <p:spPr>
              <a:xfrm>
                <a:off x="3731664" y="4405673"/>
                <a:ext cx="1314311" cy="491773"/>
              </a:xfrm>
              <a:prstGeom prst="flowChartAlternateProcess">
                <a:avLst/>
              </a:prstGeom>
              <a:solidFill>
                <a:schemeClr val="accent1"/>
              </a:solidFill>
              <a:ln w="28575">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nchorCtr="0"/>
              <a:lstStyle/>
              <a:p>
                <a:pPr algn="ctr"/>
                <a:r>
                  <a:rPr lang="en-US" sz="700">
                    <a:solidFill>
                      <a:schemeClr val="tx1"/>
                    </a:solidFill>
                  </a:rPr>
                  <a:t>Receive BTP Form to Assign Individual Purchasing Group (</a:t>
                </a:r>
                <a:r>
                  <a:rPr lang="en-US" sz="700" b="1" err="1">
                    <a:solidFill>
                      <a:schemeClr val="tx1"/>
                    </a:solidFill>
                  </a:rPr>
                  <a:t>Ixx</a:t>
                </a:r>
                <a:r>
                  <a:rPr lang="en-US" sz="700">
                    <a:solidFill>
                      <a:schemeClr val="tx1"/>
                    </a:solidFill>
                  </a:rPr>
                  <a:t>)</a:t>
                </a:r>
              </a:p>
            </p:txBody>
          </p:sp>
          <p:sp>
            <p:nvSpPr>
              <p:cNvPr id="13" name="Rectangle: Rounded Corners 12">
                <a:extLst>
                  <a:ext uri="{FF2B5EF4-FFF2-40B4-BE49-F238E27FC236}">
                    <a16:creationId xmlns:a16="http://schemas.microsoft.com/office/drawing/2014/main" id="{DEA810A8-D6F4-071C-FB08-2A4F11D947CF}"/>
                  </a:ext>
                </a:extLst>
              </p:cNvPr>
              <p:cNvSpPr/>
              <p:nvPr/>
            </p:nvSpPr>
            <p:spPr>
              <a:xfrm>
                <a:off x="3173156" y="3288506"/>
                <a:ext cx="4884994" cy="915787"/>
              </a:xfrm>
              <a:prstGeom prst="roundRect">
                <a:avLst/>
              </a:prstGeom>
              <a:noFill/>
              <a:ln w="285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pPr algn="l"/>
                <a:endParaRPr lang="en-US" sz="1600">
                  <a:solidFill>
                    <a:schemeClr val="tx1"/>
                  </a:solidFill>
                </a:endParaRPr>
              </a:p>
            </p:txBody>
          </p:sp>
          <p:sp>
            <p:nvSpPr>
              <p:cNvPr id="14" name="Rectangle: Rounded Corners 13">
                <a:extLst>
                  <a:ext uri="{FF2B5EF4-FFF2-40B4-BE49-F238E27FC236}">
                    <a16:creationId xmlns:a16="http://schemas.microsoft.com/office/drawing/2014/main" id="{8CFE1A86-9A10-0E3E-A824-88CED18CA58A}"/>
                  </a:ext>
                </a:extLst>
              </p:cNvPr>
              <p:cNvSpPr/>
              <p:nvPr/>
            </p:nvSpPr>
            <p:spPr>
              <a:xfrm>
                <a:off x="3183137" y="5164517"/>
                <a:ext cx="4884995" cy="988633"/>
              </a:xfrm>
              <a:prstGeom prst="roundRect">
                <a:avLst/>
              </a:prstGeom>
              <a:noFill/>
              <a:ln w="285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pPr algn="l"/>
                <a:endParaRPr lang="en-US" sz="1600">
                  <a:solidFill>
                    <a:schemeClr val="tx1"/>
                  </a:solidFill>
                </a:endParaRPr>
              </a:p>
            </p:txBody>
          </p:sp>
          <p:sp>
            <p:nvSpPr>
              <p:cNvPr id="15" name="Rectangle: Rounded Corners 14">
                <a:extLst>
                  <a:ext uri="{FF2B5EF4-FFF2-40B4-BE49-F238E27FC236}">
                    <a16:creationId xmlns:a16="http://schemas.microsoft.com/office/drawing/2014/main" id="{0A6ADA00-2514-CA08-6631-1AC20A636308}"/>
                  </a:ext>
                </a:extLst>
              </p:cNvPr>
              <p:cNvSpPr/>
              <p:nvPr/>
            </p:nvSpPr>
            <p:spPr>
              <a:xfrm>
                <a:off x="3183137" y="4286467"/>
                <a:ext cx="4875013" cy="762643"/>
              </a:xfrm>
              <a:prstGeom prst="roundRect">
                <a:avLst/>
              </a:prstGeom>
              <a:noFill/>
              <a:ln w="285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pPr algn="l"/>
                <a:endParaRPr lang="en-US" sz="1600">
                  <a:solidFill>
                    <a:schemeClr val="tx1"/>
                  </a:solidFill>
                </a:endParaRPr>
              </a:p>
            </p:txBody>
          </p:sp>
          <p:sp>
            <p:nvSpPr>
              <p:cNvPr id="16" name="Flowchart: Alternate Process 15">
                <a:extLst>
                  <a:ext uri="{FF2B5EF4-FFF2-40B4-BE49-F238E27FC236}">
                    <a16:creationId xmlns:a16="http://schemas.microsoft.com/office/drawing/2014/main" id="{F1EB5E1C-3A82-CA54-2FC8-AB884C083AB5}"/>
                  </a:ext>
                </a:extLst>
              </p:cNvPr>
              <p:cNvSpPr/>
              <p:nvPr>
                <p:custDataLst>
                  <p:tags r:id="rId2"/>
                </p:custDataLst>
              </p:nvPr>
            </p:nvSpPr>
            <p:spPr>
              <a:xfrm>
                <a:off x="6949686" y="5498650"/>
                <a:ext cx="720407" cy="421022"/>
              </a:xfrm>
              <a:prstGeom prst="flowChartAlternateProcess">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nchorCtr="0"/>
              <a:lstStyle/>
              <a:p>
                <a:pPr algn="ctr"/>
                <a:r>
                  <a:rPr lang="en-US" sz="700">
                    <a:solidFill>
                      <a:schemeClr val="tx1"/>
                    </a:solidFill>
                  </a:rPr>
                  <a:t>PR Released</a:t>
                </a:r>
              </a:p>
            </p:txBody>
          </p:sp>
          <p:sp>
            <p:nvSpPr>
              <p:cNvPr id="17" name="Flowchart: Alternate Process 16">
                <a:extLst>
                  <a:ext uri="{FF2B5EF4-FFF2-40B4-BE49-F238E27FC236}">
                    <a16:creationId xmlns:a16="http://schemas.microsoft.com/office/drawing/2014/main" id="{EE2013C2-D511-6558-1CBF-020619FE7365}"/>
                  </a:ext>
                </a:extLst>
              </p:cNvPr>
              <p:cNvSpPr/>
              <p:nvPr>
                <p:custDataLst>
                  <p:tags r:id="rId3"/>
                </p:custDataLst>
              </p:nvPr>
            </p:nvSpPr>
            <p:spPr>
              <a:xfrm>
                <a:off x="3407324" y="3565372"/>
                <a:ext cx="865313" cy="489395"/>
              </a:xfrm>
              <a:prstGeom prst="flowChartAlternateProcess">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nchorCtr="0"/>
              <a:lstStyle/>
              <a:p>
                <a:pPr algn="ctr"/>
                <a:r>
                  <a:rPr lang="en-US" sz="700">
                    <a:solidFill>
                      <a:schemeClr val="tx1"/>
                    </a:solidFill>
                  </a:rPr>
                  <a:t>Create/Save PR with Purchasing Group </a:t>
                </a:r>
                <a:r>
                  <a:rPr lang="en-US" sz="700" b="1">
                    <a:solidFill>
                      <a:schemeClr val="tx1"/>
                    </a:solidFill>
                  </a:rPr>
                  <a:t>F01</a:t>
                </a:r>
              </a:p>
            </p:txBody>
          </p:sp>
          <p:sp>
            <p:nvSpPr>
              <p:cNvPr id="18" name="Flowchart: Alternate Process 17">
                <a:extLst>
                  <a:ext uri="{FF2B5EF4-FFF2-40B4-BE49-F238E27FC236}">
                    <a16:creationId xmlns:a16="http://schemas.microsoft.com/office/drawing/2014/main" id="{1E5EFB02-B928-1ACD-2249-FBBBE2FE76DA}"/>
                  </a:ext>
                </a:extLst>
              </p:cNvPr>
              <p:cNvSpPr/>
              <p:nvPr/>
            </p:nvSpPr>
            <p:spPr>
              <a:xfrm>
                <a:off x="5401823" y="5506059"/>
                <a:ext cx="1256648" cy="421022"/>
              </a:xfrm>
              <a:prstGeom prst="flowChartAlternateProcess">
                <a:avLst/>
              </a:prstGeom>
              <a:solidFill>
                <a:schemeClr val="accent1"/>
              </a:solidFill>
              <a:ln w="28575">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nchorCtr="0"/>
              <a:lstStyle/>
              <a:p>
                <a:pPr algn="ctr"/>
                <a:r>
                  <a:rPr lang="en-US" sz="700">
                    <a:solidFill>
                      <a:schemeClr val="tx1"/>
                    </a:solidFill>
                  </a:rPr>
                  <a:t>Purchaser Receive BTP Form to complete and confirm PR</a:t>
                </a:r>
              </a:p>
            </p:txBody>
          </p:sp>
          <p:sp>
            <p:nvSpPr>
              <p:cNvPr id="19" name="Flowchart: Alternate Process 18">
                <a:extLst>
                  <a:ext uri="{FF2B5EF4-FFF2-40B4-BE49-F238E27FC236}">
                    <a16:creationId xmlns:a16="http://schemas.microsoft.com/office/drawing/2014/main" id="{C92A408C-AAED-E25B-F92B-9E5F1C389132}"/>
                  </a:ext>
                </a:extLst>
              </p:cNvPr>
              <p:cNvSpPr/>
              <p:nvPr>
                <p:custDataLst>
                  <p:tags r:id="rId4"/>
                </p:custDataLst>
              </p:nvPr>
            </p:nvSpPr>
            <p:spPr>
              <a:xfrm>
                <a:off x="4635067" y="3565372"/>
                <a:ext cx="1151207" cy="489395"/>
              </a:xfrm>
              <a:prstGeom prst="flowChartAlternateProcess">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nchorCtr="0"/>
              <a:lstStyle/>
              <a:p>
                <a:pPr algn="ctr"/>
                <a:r>
                  <a:rPr lang="en-US" sz="700">
                    <a:solidFill>
                      <a:schemeClr val="tx1"/>
                    </a:solidFill>
                  </a:rPr>
                  <a:t>PR Creator Receive a Notification Email and My Inbox</a:t>
                </a:r>
              </a:p>
            </p:txBody>
          </p:sp>
          <p:sp>
            <p:nvSpPr>
              <p:cNvPr id="20" name="Flowchart: Alternate Process 19">
                <a:extLst>
                  <a:ext uri="{FF2B5EF4-FFF2-40B4-BE49-F238E27FC236}">
                    <a16:creationId xmlns:a16="http://schemas.microsoft.com/office/drawing/2014/main" id="{75D65EBC-4F0E-2A52-177D-F89D08560461}"/>
                  </a:ext>
                </a:extLst>
              </p:cNvPr>
              <p:cNvSpPr/>
              <p:nvPr>
                <p:custDataLst>
                  <p:tags r:id="rId5"/>
                </p:custDataLst>
              </p:nvPr>
            </p:nvSpPr>
            <p:spPr>
              <a:xfrm>
                <a:off x="6274020" y="4426288"/>
                <a:ext cx="1320381" cy="489395"/>
              </a:xfrm>
              <a:prstGeom prst="flowChartAlternateProcess">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nchorCtr="0"/>
              <a:lstStyle/>
              <a:p>
                <a:pPr algn="ctr"/>
                <a:r>
                  <a:rPr lang="en-US" sz="700">
                    <a:solidFill>
                      <a:schemeClr val="tx1"/>
                    </a:solidFill>
                  </a:rPr>
                  <a:t>Buyer Receive a Notification Email and My Inbox</a:t>
                </a:r>
              </a:p>
            </p:txBody>
          </p:sp>
          <p:cxnSp>
            <p:nvCxnSpPr>
              <p:cNvPr id="21" name="Straight Arrow Connector 20">
                <a:extLst>
                  <a:ext uri="{FF2B5EF4-FFF2-40B4-BE49-F238E27FC236}">
                    <a16:creationId xmlns:a16="http://schemas.microsoft.com/office/drawing/2014/main" id="{5A8F380C-5653-393F-6EBE-3DC3C2586B02}"/>
                  </a:ext>
                </a:extLst>
              </p:cNvPr>
              <p:cNvCxnSpPr>
                <a:cxnSpLocks/>
                <a:stCxn id="17" idx="3"/>
                <a:endCxn id="19" idx="1"/>
              </p:cNvCxnSpPr>
              <p:nvPr/>
            </p:nvCxnSpPr>
            <p:spPr>
              <a:xfrm>
                <a:off x="4272637" y="3810070"/>
                <a:ext cx="362430" cy="0"/>
              </a:xfrm>
              <a:prstGeom prst="straightConnector1">
                <a:avLst/>
              </a:prstGeom>
              <a:ln w="25400">
                <a:solidFill>
                  <a:schemeClr val="tx1"/>
                </a:solidFill>
                <a:headEnd w="lg" len="lg"/>
                <a:tailEnd type="triangle"/>
              </a:ln>
            </p:spPr>
            <p:style>
              <a:lnRef idx="1">
                <a:schemeClr val="accent1"/>
              </a:lnRef>
              <a:fillRef idx="0">
                <a:schemeClr val="accent1"/>
              </a:fillRef>
              <a:effectRef idx="0">
                <a:schemeClr val="accent1"/>
              </a:effectRef>
              <a:fontRef idx="minor">
                <a:schemeClr val="tx1"/>
              </a:fontRef>
            </p:style>
          </p:cxnSp>
          <p:cxnSp>
            <p:nvCxnSpPr>
              <p:cNvPr id="22" name="Straight Arrow Connector 21">
                <a:extLst>
                  <a:ext uri="{FF2B5EF4-FFF2-40B4-BE49-F238E27FC236}">
                    <a16:creationId xmlns:a16="http://schemas.microsoft.com/office/drawing/2014/main" id="{C92C24B1-5654-DDFE-315D-FE9013CC5094}"/>
                  </a:ext>
                </a:extLst>
              </p:cNvPr>
              <p:cNvCxnSpPr>
                <a:cxnSpLocks/>
                <a:stCxn id="19" idx="3"/>
                <a:endCxn id="9" idx="1"/>
              </p:cNvCxnSpPr>
              <p:nvPr/>
            </p:nvCxnSpPr>
            <p:spPr>
              <a:xfrm>
                <a:off x="5786274" y="3810070"/>
                <a:ext cx="487746" cy="564"/>
              </a:xfrm>
              <a:prstGeom prst="straightConnector1">
                <a:avLst/>
              </a:prstGeom>
              <a:ln w="25400">
                <a:solidFill>
                  <a:schemeClr val="tx1"/>
                </a:solidFill>
                <a:headEnd w="lg" len="lg"/>
                <a:tailEnd type="triangle"/>
              </a:ln>
            </p:spPr>
            <p:style>
              <a:lnRef idx="1">
                <a:schemeClr val="accent1"/>
              </a:lnRef>
              <a:fillRef idx="0">
                <a:schemeClr val="accent1"/>
              </a:fillRef>
              <a:effectRef idx="0">
                <a:schemeClr val="accent1"/>
              </a:effectRef>
              <a:fontRef idx="minor">
                <a:schemeClr val="tx1"/>
              </a:fontRef>
            </p:style>
          </p:cxnSp>
          <p:cxnSp>
            <p:nvCxnSpPr>
              <p:cNvPr id="23" name="Straight Arrow Connector 22">
                <a:extLst>
                  <a:ext uri="{FF2B5EF4-FFF2-40B4-BE49-F238E27FC236}">
                    <a16:creationId xmlns:a16="http://schemas.microsoft.com/office/drawing/2014/main" id="{ADB2E928-FFB2-24A2-1E6E-F7A38D51A2DE}"/>
                  </a:ext>
                </a:extLst>
              </p:cNvPr>
              <p:cNvCxnSpPr>
                <a:cxnSpLocks/>
                <a:stCxn id="9" idx="2"/>
                <a:endCxn id="20" idx="0"/>
              </p:cNvCxnSpPr>
              <p:nvPr/>
            </p:nvCxnSpPr>
            <p:spPr>
              <a:xfrm>
                <a:off x="6933961" y="4080634"/>
                <a:ext cx="250" cy="345654"/>
              </a:xfrm>
              <a:prstGeom prst="straightConnector1">
                <a:avLst/>
              </a:prstGeom>
              <a:ln w="25400">
                <a:solidFill>
                  <a:schemeClr val="tx1"/>
                </a:solidFill>
                <a:headEnd w="lg" len="lg"/>
                <a:tailEnd type="triangle"/>
              </a:ln>
            </p:spPr>
            <p:style>
              <a:lnRef idx="1">
                <a:schemeClr val="accent1"/>
              </a:lnRef>
              <a:fillRef idx="0">
                <a:schemeClr val="accent1"/>
              </a:fillRef>
              <a:effectRef idx="0">
                <a:schemeClr val="accent1"/>
              </a:effectRef>
              <a:fontRef idx="minor">
                <a:schemeClr val="tx1"/>
              </a:fontRef>
            </p:style>
          </p:cxnSp>
          <p:cxnSp>
            <p:nvCxnSpPr>
              <p:cNvPr id="24" name="Straight Arrow Connector 23">
                <a:extLst>
                  <a:ext uri="{FF2B5EF4-FFF2-40B4-BE49-F238E27FC236}">
                    <a16:creationId xmlns:a16="http://schemas.microsoft.com/office/drawing/2014/main" id="{0DBAC95F-CCBE-9BA8-2C80-5F2C97A68581}"/>
                  </a:ext>
                </a:extLst>
              </p:cNvPr>
              <p:cNvCxnSpPr>
                <a:cxnSpLocks/>
                <a:stCxn id="20" idx="1"/>
                <a:endCxn id="12" idx="3"/>
              </p:cNvCxnSpPr>
              <p:nvPr/>
            </p:nvCxnSpPr>
            <p:spPr>
              <a:xfrm flipH="1" flipV="1">
                <a:off x="5045975" y="4651560"/>
                <a:ext cx="1228045" cy="19426"/>
              </a:xfrm>
              <a:prstGeom prst="straightConnector1">
                <a:avLst/>
              </a:prstGeom>
              <a:ln w="25400">
                <a:solidFill>
                  <a:schemeClr val="tx1"/>
                </a:solidFill>
                <a:headEnd w="lg" len="lg"/>
                <a:tailEnd type="triangle"/>
              </a:ln>
            </p:spPr>
            <p:style>
              <a:lnRef idx="1">
                <a:schemeClr val="accent1"/>
              </a:lnRef>
              <a:fillRef idx="0">
                <a:schemeClr val="accent1"/>
              </a:fillRef>
              <a:effectRef idx="0">
                <a:schemeClr val="accent1"/>
              </a:effectRef>
              <a:fontRef idx="minor">
                <a:schemeClr val="tx1"/>
              </a:fontRef>
            </p:style>
          </p:cxnSp>
          <p:cxnSp>
            <p:nvCxnSpPr>
              <p:cNvPr id="25" name="Connector: Elbow 24">
                <a:extLst>
                  <a:ext uri="{FF2B5EF4-FFF2-40B4-BE49-F238E27FC236}">
                    <a16:creationId xmlns:a16="http://schemas.microsoft.com/office/drawing/2014/main" id="{DB7CE1EE-47E1-598C-8EAF-AE49D326E20A}"/>
                  </a:ext>
                </a:extLst>
              </p:cNvPr>
              <p:cNvCxnSpPr>
                <a:cxnSpLocks/>
                <a:stCxn id="12" idx="2"/>
                <a:endCxn id="11" idx="0"/>
              </p:cNvCxnSpPr>
              <p:nvPr/>
            </p:nvCxnSpPr>
            <p:spPr>
              <a:xfrm rot="5400000">
                <a:off x="4082173" y="5199411"/>
                <a:ext cx="608613" cy="4682"/>
              </a:xfrm>
              <a:prstGeom prst="bentConnector3">
                <a:avLst>
                  <a:gd name="adj1" fmla="val 50000"/>
                </a:avLst>
              </a:prstGeom>
              <a:ln w="25400">
                <a:solidFill>
                  <a:schemeClr val="tx1"/>
                </a:solidFill>
                <a:headEnd w="lg" len="lg"/>
                <a:tailEnd type="triangle"/>
              </a:ln>
            </p:spPr>
            <p:style>
              <a:lnRef idx="1">
                <a:schemeClr val="accent1"/>
              </a:lnRef>
              <a:fillRef idx="0">
                <a:schemeClr val="accent1"/>
              </a:fillRef>
              <a:effectRef idx="0">
                <a:schemeClr val="accent1"/>
              </a:effectRef>
              <a:fontRef idx="minor">
                <a:schemeClr val="tx1"/>
              </a:fontRef>
            </p:style>
          </p:cxnSp>
          <p:cxnSp>
            <p:nvCxnSpPr>
              <p:cNvPr id="26" name="Straight Arrow Connector 25">
                <a:extLst>
                  <a:ext uri="{FF2B5EF4-FFF2-40B4-BE49-F238E27FC236}">
                    <a16:creationId xmlns:a16="http://schemas.microsoft.com/office/drawing/2014/main" id="{74C6B726-C6A7-B39E-425B-E27251169A1E}"/>
                  </a:ext>
                </a:extLst>
              </p:cNvPr>
              <p:cNvCxnSpPr>
                <a:cxnSpLocks/>
                <a:stCxn id="18" idx="3"/>
                <a:endCxn id="16" idx="1"/>
              </p:cNvCxnSpPr>
              <p:nvPr/>
            </p:nvCxnSpPr>
            <p:spPr>
              <a:xfrm flipV="1">
                <a:off x="6658471" y="5709161"/>
                <a:ext cx="291215" cy="7409"/>
              </a:xfrm>
              <a:prstGeom prst="straightConnector1">
                <a:avLst/>
              </a:prstGeom>
              <a:ln w="25400">
                <a:solidFill>
                  <a:schemeClr val="tx1"/>
                </a:solidFill>
                <a:headEnd w="lg" len="lg"/>
                <a:tailEnd type="triangle"/>
              </a:ln>
            </p:spPr>
            <p:style>
              <a:lnRef idx="1">
                <a:schemeClr val="accent1"/>
              </a:lnRef>
              <a:fillRef idx="0">
                <a:schemeClr val="accent1"/>
              </a:fillRef>
              <a:effectRef idx="0">
                <a:schemeClr val="accent1"/>
              </a:effectRef>
              <a:fontRef idx="minor">
                <a:schemeClr val="tx1"/>
              </a:fontRef>
            </p:style>
          </p:cxnSp>
          <p:cxnSp>
            <p:nvCxnSpPr>
              <p:cNvPr id="27" name="Straight Arrow Connector 26">
                <a:extLst>
                  <a:ext uri="{FF2B5EF4-FFF2-40B4-BE49-F238E27FC236}">
                    <a16:creationId xmlns:a16="http://schemas.microsoft.com/office/drawing/2014/main" id="{7A6BFAB8-743D-DD96-5601-3D7E48164D25}"/>
                  </a:ext>
                </a:extLst>
              </p:cNvPr>
              <p:cNvCxnSpPr>
                <a:cxnSpLocks/>
                <a:stCxn id="11" idx="3"/>
                <a:endCxn id="18" idx="1"/>
              </p:cNvCxnSpPr>
              <p:nvPr/>
            </p:nvCxnSpPr>
            <p:spPr>
              <a:xfrm>
                <a:off x="4980551" y="5712011"/>
                <a:ext cx="421272" cy="4559"/>
              </a:xfrm>
              <a:prstGeom prst="straightConnector1">
                <a:avLst/>
              </a:prstGeom>
              <a:ln w="25400">
                <a:solidFill>
                  <a:schemeClr val="tx1"/>
                </a:solidFill>
                <a:headEnd w="lg" len="lg"/>
                <a:tailEnd type="triangle"/>
              </a:ln>
            </p:spPr>
            <p:style>
              <a:lnRef idx="1">
                <a:schemeClr val="accent1"/>
              </a:lnRef>
              <a:fillRef idx="0">
                <a:schemeClr val="accent1"/>
              </a:fillRef>
              <a:effectRef idx="0">
                <a:schemeClr val="accent1"/>
              </a:effectRef>
              <a:fontRef idx="minor">
                <a:schemeClr val="tx1"/>
              </a:fontRef>
            </p:style>
          </p:cxnSp>
        </p:grpSp>
        <p:grpSp>
          <p:nvGrpSpPr>
            <p:cNvPr id="32" name="Group 31">
              <a:extLst>
                <a:ext uri="{FF2B5EF4-FFF2-40B4-BE49-F238E27FC236}">
                  <a16:creationId xmlns:a16="http://schemas.microsoft.com/office/drawing/2014/main" id="{2332C5B2-6C60-060E-31B2-96D98F64C7F4}"/>
                </a:ext>
              </a:extLst>
            </p:cNvPr>
            <p:cNvGrpSpPr/>
            <p:nvPr/>
          </p:nvGrpSpPr>
          <p:grpSpPr>
            <a:xfrm>
              <a:off x="4479432" y="4456236"/>
              <a:ext cx="1177746" cy="261240"/>
              <a:chOff x="4479432" y="4456236"/>
              <a:chExt cx="1177746" cy="261240"/>
            </a:xfrm>
          </p:grpSpPr>
          <p:sp>
            <p:nvSpPr>
              <p:cNvPr id="30" name="Rectangle: Rounded Corners 29">
                <a:extLst>
                  <a:ext uri="{FF2B5EF4-FFF2-40B4-BE49-F238E27FC236}">
                    <a16:creationId xmlns:a16="http://schemas.microsoft.com/office/drawing/2014/main" id="{14499218-E396-8BD9-9840-8AB00E8DB510}"/>
                  </a:ext>
                </a:extLst>
              </p:cNvPr>
              <p:cNvSpPr/>
              <p:nvPr/>
            </p:nvSpPr>
            <p:spPr>
              <a:xfrm>
                <a:off x="4479432" y="4456236"/>
                <a:ext cx="1177746" cy="261240"/>
              </a:xfrm>
              <a:prstGeom prst="roundRect">
                <a:avLst/>
              </a:prstGeom>
              <a:noFill/>
              <a:ln w="285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nchorCtr="0"/>
              <a:lstStyle/>
              <a:p>
                <a:r>
                  <a:rPr lang="en-US" sz="1000" b="1">
                    <a:solidFill>
                      <a:schemeClr val="tx1"/>
                    </a:solidFill>
                  </a:rPr>
                  <a:t>SAP BTP</a:t>
                </a:r>
              </a:p>
            </p:txBody>
          </p:sp>
          <p:sp>
            <p:nvSpPr>
              <p:cNvPr id="31" name="Rectangle: Rounded Corners 30">
                <a:extLst>
                  <a:ext uri="{FF2B5EF4-FFF2-40B4-BE49-F238E27FC236}">
                    <a16:creationId xmlns:a16="http://schemas.microsoft.com/office/drawing/2014/main" id="{C1E2E706-5FDE-68B8-D1A1-F80C31C6712B}"/>
                  </a:ext>
                </a:extLst>
              </p:cNvPr>
              <p:cNvSpPr/>
              <p:nvPr/>
            </p:nvSpPr>
            <p:spPr>
              <a:xfrm>
                <a:off x="5198160" y="4512604"/>
                <a:ext cx="217050" cy="148503"/>
              </a:xfrm>
              <a:prstGeom prst="roundRect">
                <a:avLst/>
              </a:prstGeom>
              <a:solidFill>
                <a:schemeClr val="accent1"/>
              </a:solidFill>
              <a:ln w="28575">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nchorCtr="0"/>
              <a:lstStyle/>
              <a:p>
                <a:pPr algn="ctr"/>
                <a:endParaRPr lang="en-US" sz="900" b="1">
                  <a:solidFill>
                    <a:schemeClr val="tx1"/>
                  </a:solidFill>
                </a:endParaRPr>
              </a:p>
            </p:txBody>
          </p:sp>
        </p:grpSp>
      </p:grpSp>
      <p:sp>
        <p:nvSpPr>
          <p:cNvPr id="34" name="Title 1">
            <a:extLst>
              <a:ext uri="{FF2B5EF4-FFF2-40B4-BE49-F238E27FC236}">
                <a16:creationId xmlns:a16="http://schemas.microsoft.com/office/drawing/2014/main" id="{C85B61A0-BAE0-7388-DC53-CBBD4550415C}"/>
              </a:ext>
            </a:extLst>
          </p:cNvPr>
          <p:cNvSpPr txBox="1">
            <a:spLocks/>
          </p:cNvSpPr>
          <p:nvPr/>
        </p:nvSpPr>
        <p:spPr bwMode="black">
          <a:xfrm>
            <a:off x="410401" y="478800"/>
            <a:ext cx="9482900" cy="576000"/>
          </a:xfrm>
          <a:prstGeom prst="rect">
            <a:avLst/>
          </a:prstGeom>
        </p:spPr>
        <p:txBody>
          <a:bodyPr vert="horz" lIns="0" tIns="0" rIns="324000" bIns="14400" rtlCol="0" anchor="t" anchorCtr="0">
            <a:noAutofit/>
          </a:bodyPr>
          <a:lstStyle>
            <a:lvl1pPr algn="l" defTabSz="914400" rtl="0" eaLnBrk="1" latinLnBrk="0" hangingPunct="1">
              <a:lnSpc>
                <a:spcPct val="90000"/>
              </a:lnSpc>
              <a:spcBef>
                <a:spcPct val="0"/>
              </a:spcBef>
              <a:buNone/>
              <a:defRPr sz="2000" b="1" kern="1200">
                <a:solidFill>
                  <a:srgbClr val="000028"/>
                </a:solidFill>
                <a:latin typeface="+mj-lt"/>
                <a:ea typeface="+mj-ea"/>
                <a:cs typeface="+mj-cs"/>
              </a:defRPr>
            </a:lvl1pPr>
          </a:lstStyle>
          <a:p>
            <a:r>
              <a:rPr lang="en-US">
                <a:solidFill>
                  <a:srgbClr val="00646E"/>
                </a:solidFill>
              </a:rPr>
              <a:t>Purchase Requisition Overview</a:t>
            </a:r>
            <a:endParaRPr lang="en-DE">
              <a:solidFill>
                <a:srgbClr val="00646E"/>
              </a:solidFill>
            </a:endParaRPr>
          </a:p>
        </p:txBody>
      </p:sp>
      <p:sp>
        <p:nvSpPr>
          <p:cNvPr id="7" name="Fußzeilenplatzhalter 2">
            <a:extLst>
              <a:ext uri="{FF2B5EF4-FFF2-40B4-BE49-F238E27FC236}">
                <a16:creationId xmlns:a16="http://schemas.microsoft.com/office/drawing/2014/main" id="{AA958B0E-3C21-EBD5-74D7-1F1988CDCBD1}"/>
              </a:ext>
            </a:extLst>
          </p:cNvPr>
          <p:cNvSpPr>
            <a:spLocks noGrp="1"/>
          </p:cNvSpPr>
          <p:nvPr>
            <p:ph type="ftr" sz="quarter" idx="10"/>
          </p:nvPr>
        </p:nvSpPr>
        <p:spPr>
          <a:xfrm>
            <a:off x="1059160" y="6310800"/>
            <a:ext cx="9216000" cy="547200"/>
          </a:xfrm>
        </p:spPr>
        <p:txBody>
          <a:bodyPr/>
          <a:lstStyle/>
          <a:p>
            <a:pPr>
              <a:lnSpc>
                <a:spcPct val="100000"/>
              </a:lnSpc>
            </a:pPr>
            <a:r>
              <a:rPr lang="en-US"/>
              <a:t>Internal | © Siemens 2025 | SHERPA X I MM081 Procurement via Direct X</a:t>
            </a:r>
          </a:p>
        </p:txBody>
      </p:sp>
    </p:spTree>
    <p:extLst>
      <p:ext uri="{BB962C8B-B14F-4D97-AF65-F5344CB8AC3E}">
        <p14:creationId xmlns:p14="http://schemas.microsoft.com/office/powerpoint/2010/main" val="159533895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293083-03E0-4A3E-9EA5-24A934EC1DB4}"/>
            </a:ext>
          </a:extLst>
        </p:cNvPr>
        <p:cNvGrpSpPr/>
        <p:nvPr/>
      </p:nvGrpSpPr>
      <p:grpSpPr>
        <a:xfrm>
          <a:off x="0" y="0"/>
          <a:ext cx="0" cy="0"/>
          <a:chOff x="0" y="0"/>
          <a:chExt cx="0" cy="0"/>
        </a:xfrm>
      </p:grpSpPr>
      <p:graphicFrame>
        <p:nvGraphicFramePr>
          <p:cNvPr id="21" name="Object 20" hidden="1">
            <a:extLst>
              <a:ext uri="{FF2B5EF4-FFF2-40B4-BE49-F238E27FC236}">
                <a16:creationId xmlns:a16="http://schemas.microsoft.com/office/drawing/2014/main" id="{60BD4102-9CDE-B08A-9C42-5A925B3C5ECE}"/>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737" imgH="737" progId="TCLayout.ActiveDocument.1">
                  <p:embed/>
                </p:oleObj>
              </mc:Choice>
              <mc:Fallback>
                <p:oleObj name="think-cell Slide" r:id="rId3" imgW="737" imgH="737" progId="TCLayout.ActiveDocument.1">
                  <p:embed/>
                  <p:pic>
                    <p:nvPicPr>
                      <p:cNvPr id="21" name="Object 20" hidden="1">
                        <a:extLst>
                          <a:ext uri="{FF2B5EF4-FFF2-40B4-BE49-F238E27FC236}">
                            <a16:creationId xmlns:a16="http://schemas.microsoft.com/office/drawing/2014/main" id="{60BD4102-9CDE-B08A-9C42-5A925B3C5ECE}"/>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5" name="Title 4">
            <a:extLst>
              <a:ext uri="{FF2B5EF4-FFF2-40B4-BE49-F238E27FC236}">
                <a16:creationId xmlns:a16="http://schemas.microsoft.com/office/drawing/2014/main" id="{8D83592A-7BBD-9D5F-0494-D2DC0FB71E45}"/>
              </a:ext>
            </a:extLst>
          </p:cNvPr>
          <p:cNvSpPr>
            <a:spLocks noGrp="1"/>
          </p:cNvSpPr>
          <p:nvPr>
            <p:ph type="title"/>
          </p:nvPr>
        </p:nvSpPr>
        <p:spPr>
          <a:xfrm>
            <a:off x="410401" y="3780000"/>
            <a:ext cx="9287638" cy="1477328"/>
          </a:xfrm>
        </p:spPr>
        <p:txBody>
          <a:bodyPr/>
          <a:lstStyle/>
          <a:p>
            <a:r>
              <a:rPr lang="cs-CZ" sz="4800" b="1"/>
              <a:t>3. </a:t>
            </a:r>
            <a:r>
              <a:rPr lang="en-US" sz="4800" b="1"/>
              <a:t>PR - Assign Individual Purchaser Group - Buyer</a:t>
            </a:r>
            <a:endParaRPr lang="en-US"/>
          </a:p>
        </p:txBody>
      </p:sp>
    </p:spTree>
    <p:extLst>
      <p:ext uri="{BB962C8B-B14F-4D97-AF65-F5344CB8AC3E}">
        <p14:creationId xmlns:p14="http://schemas.microsoft.com/office/powerpoint/2010/main" val="39711449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2E3BF6-0480-EB9C-0623-BA2B6671CC85}"/>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197C3CE8-A027-2233-A76A-601CC2E451AD}"/>
              </a:ext>
            </a:extLst>
          </p:cNvPr>
          <p:cNvSpPr>
            <a:spLocks noGrp="1"/>
          </p:cNvSpPr>
          <p:nvPr>
            <p:ph type="title"/>
          </p:nvPr>
        </p:nvSpPr>
        <p:spPr>
          <a:xfrm>
            <a:off x="411162" y="502275"/>
            <a:ext cx="9863997" cy="576000"/>
          </a:xfrm>
        </p:spPr>
        <p:txBody>
          <a:bodyPr vert="horz" lIns="0" tIns="0" rIns="324000" bIns="14400" rtlCol="0" anchor="t" anchorCtr="0">
            <a:noAutofit/>
          </a:bodyPr>
          <a:lstStyle/>
          <a:p>
            <a:r>
              <a:rPr lang="en-US">
                <a:solidFill>
                  <a:srgbClr val="00557C"/>
                </a:solidFill>
              </a:rPr>
              <a:t>PR - Assign Individual Purchaser Group - Buyer</a:t>
            </a:r>
          </a:p>
        </p:txBody>
      </p:sp>
      <p:sp>
        <p:nvSpPr>
          <p:cNvPr id="4" name="Foliennummernplatzhalter 3">
            <a:extLst>
              <a:ext uri="{FF2B5EF4-FFF2-40B4-BE49-F238E27FC236}">
                <a16:creationId xmlns:a16="http://schemas.microsoft.com/office/drawing/2014/main" id="{1F95E32F-AD7D-F0E7-9624-1B96E77313BF}"/>
              </a:ext>
            </a:extLst>
          </p:cNvPr>
          <p:cNvSpPr>
            <a:spLocks noGrp="1"/>
          </p:cNvSpPr>
          <p:nvPr>
            <p:ph type="sldNum" sz="quarter" idx="1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a:ln>
                  <a:noFill/>
                </a:ln>
                <a:solidFill>
                  <a:srgbClr val="000000"/>
                </a:solidFill>
                <a:effectLst/>
                <a:uLnTx/>
                <a:uFillTx/>
                <a:latin typeface="Arial"/>
                <a:ea typeface="+mn-ea"/>
                <a:cs typeface="+mn-cs"/>
              </a:rPr>
              <a:t>Page </a:t>
            </a:r>
            <a:fld id="{15EBE321-CBB1-4E91-BD14-37C8D44326FB}" type="slidenum">
              <a:rPr kumimoji="0" lang="en-US" sz="900" b="1" i="0" u="none" strike="noStrike" kern="1200" cap="none" spc="0" normalizeH="0" baseline="0" noProof="0" smtClean="0">
                <a:ln>
                  <a:noFill/>
                </a:ln>
                <a:solidFill>
                  <a:srgbClr val="000000"/>
                </a:solidFill>
                <a:effectLst/>
                <a:uLnTx/>
                <a:uFillTx/>
                <a:latin typeface="Arial"/>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16</a:t>
            </a:fld>
            <a:endParaRPr kumimoji="0" lang="en-US" sz="900" b="1" i="0" u="none" strike="noStrike" kern="1200" cap="none" spc="0" normalizeH="0" baseline="0" noProof="0">
              <a:ln>
                <a:noFill/>
              </a:ln>
              <a:solidFill>
                <a:srgbClr val="000000"/>
              </a:solidFill>
              <a:effectLst/>
              <a:uLnTx/>
              <a:uFillTx/>
              <a:latin typeface="Arial"/>
              <a:ea typeface="+mn-ea"/>
              <a:cs typeface="+mn-cs"/>
            </a:endParaRPr>
          </a:p>
        </p:txBody>
      </p:sp>
      <p:sp>
        <p:nvSpPr>
          <p:cNvPr id="29" name="Rechteck 4">
            <a:extLst>
              <a:ext uri="{FF2B5EF4-FFF2-40B4-BE49-F238E27FC236}">
                <a16:creationId xmlns:a16="http://schemas.microsoft.com/office/drawing/2014/main" id="{011C7D68-9B99-9A75-6EC6-BFAD680D9293}"/>
              </a:ext>
            </a:extLst>
          </p:cNvPr>
          <p:cNvSpPr/>
          <p:nvPr/>
        </p:nvSpPr>
        <p:spPr>
          <a:xfrm>
            <a:off x="6145468" y="1212524"/>
            <a:ext cx="5274348" cy="449295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pPr marL="0" marR="0" lvl="1" indent="0" algn="l" defTabSz="914400" rtl="0" eaLnBrk="1" fontAlgn="auto" latinLnBrk="0" hangingPunct="1">
              <a:lnSpc>
                <a:spcPct val="100000"/>
              </a:lnSpc>
              <a:spcBef>
                <a:spcPts val="600"/>
              </a:spcBef>
              <a:spcAft>
                <a:spcPct val="0"/>
              </a:spcAft>
              <a:buClr>
                <a:srgbClr val="009999"/>
              </a:buClr>
              <a:buSzTx/>
              <a:buFontTx/>
              <a:buNone/>
              <a:tabLst/>
              <a:defRPr/>
            </a:pPr>
            <a:r>
              <a:rPr kumimoji="0" lang="en-US" sz="1400" b="1" i="0" u="none" strike="noStrike" kern="1200" cap="none" spc="0" normalizeH="0" baseline="0" noProof="0">
                <a:ln>
                  <a:noFill/>
                </a:ln>
                <a:solidFill>
                  <a:srgbClr val="000000"/>
                </a:solidFill>
                <a:effectLst/>
                <a:uLnTx/>
                <a:uFillTx/>
                <a:latin typeface="Arial"/>
                <a:ea typeface="+mn-ea"/>
                <a:cs typeface="+mn-cs"/>
              </a:rPr>
              <a:t>Buyer Receive BTP Form to Assign an Individual Purchasing Group</a:t>
            </a:r>
          </a:p>
          <a:p>
            <a:pPr marL="0" marR="0" lvl="1" indent="0" algn="l" defTabSz="914400" rtl="0" eaLnBrk="1" fontAlgn="auto" latinLnBrk="0" hangingPunct="1">
              <a:lnSpc>
                <a:spcPct val="100000"/>
              </a:lnSpc>
              <a:spcBef>
                <a:spcPts val="600"/>
              </a:spcBef>
              <a:spcAft>
                <a:spcPct val="0"/>
              </a:spcAft>
              <a:buClr>
                <a:srgbClr val="009999"/>
              </a:buClr>
              <a:buSzTx/>
              <a:buFontTx/>
              <a:buNone/>
              <a:tabLst/>
              <a:defRPr/>
            </a:pPr>
            <a:endParaRPr kumimoji="0" lang="en-US" sz="1400" b="1" i="0" u="none" strike="noStrike" kern="1200" cap="none" spc="0" normalizeH="0" baseline="0" noProof="0">
              <a:ln>
                <a:noFill/>
              </a:ln>
              <a:solidFill>
                <a:srgbClr val="000000"/>
              </a:solidFill>
              <a:effectLst/>
              <a:uLnTx/>
              <a:uFillTx/>
              <a:latin typeface="Arial"/>
              <a:ea typeface="+mn-ea"/>
              <a:cs typeface="+mn-cs"/>
            </a:endParaRPr>
          </a:p>
          <a:p>
            <a:pPr marL="0" marR="0" lvl="0" indent="0" algn="just" defTabSz="914400" rtl="0" eaLnBrk="1" fontAlgn="auto" latinLnBrk="0" hangingPunct="1">
              <a:lnSpc>
                <a:spcPct val="100000"/>
              </a:lnSpc>
              <a:spcBef>
                <a:spcPts val="0"/>
              </a:spcBef>
              <a:spcAft>
                <a:spcPts val="600"/>
              </a:spcAft>
              <a:buClrTx/>
              <a:buSzTx/>
              <a:buFontTx/>
              <a:buNone/>
              <a:tabLst>
                <a:tab pos="540385" algn="l"/>
                <a:tab pos="1080135" algn="l"/>
              </a:tabLst>
              <a:defRPr/>
            </a:pPr>
            <a:r>
              <a:rPr kumimoji="0" lang="en-US" sz="1400" b="0" i="0" u="none" strike="noStrike" kern="1200" cap="none" spc="0" normalizeH="0" baseline="0" noProof="0">
                <a:ln>
                  <a:noFill/>
                </a:ln>
                <a:solidFill>
                  <a:srgbClr val="000000"/>
                </a:solidFill>
                <a:effectLst/>
                <a:uLnTx/>
                <a:uFillTx/>
                <a:latin typeface="Arial" panose="020B0604020202020204" pitchFamily="34" charset="0"/>
                <a:ea typeface="Calibri" panose="020F0502020204030204" pitchFamily="34" charset="0"/>
                <a:cs typeface="Arial" panose="020B0604020202020204" pitchFamily="34" charset="0"/>
              </a:rPr>
              <a:t>Buyer will receive a form from BTP that will validate a few specific fields, and assign an Individual Purchasing Group:</a:t>
            </a:r>
          </a:p>
          <a:p>
            <a:pPr marL="0" marR="0" lvl="0" indent="0" algn="just" defTabSz="914400" rtl="0" eaLnBrk="1" fontAlgn="auto" latinLnBrk="0" hangingPunct="1">
              <a:lnSpc>
                <a:spcPct val="100000"/>
              </a:lnSpc>
              <a:spcBef>
                <a:spcPts val="0"/>
              </a:spcBef>
              <a:spcAft>
                <a:spcPts val="600"/>
              </a:spcAft>
              <a:buClrTx/>
              <a:buSzTx/>
              <a:buFontTx/>
              <a:buNone/>
              <a:tabLst>
                <a:tab pos="540385" algn="l"/>
                <a:tab pos="1080135" algn="l"/>
              </a:tabLst>
              <a:defRPr/>
            </a:pPr>
            <a:endParaRPr kumimoji="0" lang="en-US" sz="1400" b="0" i="0" u="none" strike="noStrike" kern="1200" cap="none" spc="0" normalizeH="0" baseline="0" noProof="0">
              <a:ln>
                <a:noFill/>
              </a:ln>
              <a:solidFill>
                <a:srgbClr val="000000"/>
              </a:solidFill>
              <a:effectLst/>
              <a:uLnTx/>
              <a:uFillTx/>
              <a:latin typeface="Arial" panose="020B0604020202020204" pitchFamily="34" charset="0"/>
              <a:ea typeface="Calibri" panose="020F0502020204030204" pitchFamily="34" charset="0"/>
              <a:cs typeface="Arial" panose="020B0604020202020204" pitchFamily="34" charset="0"/>
            </a:endParaRPr>
          </a:p>
          <a:p>
            <a:pPr marL="171450" marR="0" lvl="0" indent="-171450" algn="just" defTabSz="914400" rtl="0" eaLnBrk="1" fontAlgn="auto" latinLnBrk="0" hangingPunct="1">
              <a:lnSpc>
                <a:spcPct val="100000"/>
              </a:lnSpc>
              <a:spcBef>
                <a:spcPts val="0"/>
              </a:spcBef>
              <a:spcAft>
                <a:spcPts val="600"/>
              </a:spcAft>
              <a:buClrTx/>
              <a:buSzTx/>
              <a:buFont typeface="Arial" panose="020B0604020202020204" pitchFamily="34" charset="0"/>
              <a:buChar char="•"/>
              <a:tabLst>
                <a:tab pos="540385" algn="l"/>
                <a:tab pos="1080135" algn="l"/>
              </a:tabLst>
              <a:defRPr/>
            </a:pPr>
            <a:r>
              <a:rPr kumimoji="0" lang="en-US" sz="1400" b="0" i="0" u="none" strike="noStrike" kern="1200" cap="none" spc="0" normalizeH="0" baseline="0" noProof="0">
                <a:ln>
                  <a:noFill/>
                </a:ln>
                <a:solidFill>
                  <a:srgbClr val="000000"/>
                </a:solidFill>
                <a:effectLst/>
                <a:uLnTx/>
                <a:uFillTx/>
                <a:latin typeface="Arial" panose="020B0604020202020204" pitchFamily="34" charset="0"/>
                <a:ea typeface="Calibri" panose="020F0502020204030204" pitchFamily="34" charset="0"/>
                <a:cs typeface="Arial" panose="020B0604020202020204" pitchFamily="34" charset="0"/>
              </a:rPr>
              <a:t> Purchasing Organization</a:t>
            </a:r>
          </a:p>
          <a:p>
            <a:pPr marL="171450" marR="0" lvl="0" indent="-171450" algn="just" defTabSz="914400" rtl="0" eaLnBrk="1" fontAlgn="auto" latinLnBrk="0" hangingPunct="1">
              <a:lnSpc>
                <a:spcPct val="100000"/>
              </a:lnSpc>
              <a:spcBef>
                <a:spcPts val="0"/>
              </a:spcBef>
              <a:spcAft>
                <a:spcPts val="600"/>
              </a:spcAft>
              <a:buClrTx/>
              <a:buSzTx/>
              <a:buFont typeface="Arial" panose="020B0604020202020204" pitchFamily="34" charset="0"/>
              <a:buChar char="•"/>
              <a:tabLst>
                <a:tab pos="540385" algn="l"/>
                <a:tab pos="1080135" algn="l"/>
              </a:tabLst>
              <a:defRPr/>
            </a:pPr>
            <a:r>
              <a:rPr kumimoji="0" lang="en-US" sz="1400" b="0" i="0" u="none" strike="noStrike" kern="1200" cap="none" spc="0" normalizeH="0" baseline="0" noProof="0">
                <a:ln>
                  <a:noFill/>
                </a:ln>
                <a:solidFill>
                  <a:srgbClr val="000000"/>
                </a:solidFill>
                <a:effectLst/>
                <a:uLnTx/>
                <a:uFillTx/>
                <a:latin typeface="Arial" panose="020B0604020202020204" pitchFamily="34" charset="0"/>
                <a:ea typeface="Calibri" panose="020F0502020204030204" pitchFamily="34" charset="0"/>
                <a:cs typeface="Arial" panose="020B0604020202020204" pitchFamily="34" charset="0"/>
              </a:rPr>
              <a:t> Purchasing Group</a:t>
            </a:r>
          </a:p>
          <a:p>
            <a:pPr marL="171450" marR="0" lvl="0" indent="-171450" algn="just" defTabSz="914400" rtl="0" eaLnBrk="1" fontAlgn="auto" latinLnBrk="0" hangingPunct="1">
              <a:lnSpc>
                <a:spcPct val="100000"/>
              </a:lnSpc>
              <a:spcBef>
                <a:spcPts val="0"/>
              </a:spcBef>
              <a:spcAft>
                <a:spcPts val="600"/>
              </a:spcAft>
              <a:buClrTx/>
              <a:buSzTx/>
              <a:buFont typeface="Arial" panose="020B0604020202020204" pitchFamily="34" charset="0"/>
              <a:buChar char="•"/>
              <a:tabLst>
                <a:tab pos="540385" algn="l"/>
                <a:tab pos="1080135" algn="l"/>
              </a:tabLst>
              <a:defRPr/>
            </a:pPr>
            <a:r>
              <a:rPr kumimoji="0" lang="en-US" sz="1400" b="0" i="0" u="none" strike="noStrike" kern="1200" cap="none" spc="0" normalizeH="0" baseline="0" noProof="0">
                <a:ln>
                  <a:noFill/>
                </a:ln>
                <a:solidFill>
                  <a:srgbClr val="000000"/>
                </a:solidFill>
                <a:effectLst/>
                <a:uLnTx/>
                <a:uFillTx/>
                <a:latin typeface="Arial" panose="020B0604020202020204" pitchFamily="34" charset="0"/>
                <a:ea typeface="Calibri" panose="020F0502020204030204" pitchFamily="34" charset="0"/>
                <a:cs typeface="Arial" panose="020B0604020202020204" pitchFamily="34" charset="0"/>
              </a:rPr>
              <a:t> Account Assignment</a:t>
            </a:r>
          </a:p>
          <a:p>
            <a:pPr marL="171450" marR="0" lvl="0" indent="-171450" algn="just" defTabSz="914400" rtl="0" eaLnBrk="1" fontAlgn="auto" latinLnBrk="0" hangingPunct="1">
              <a:lnSpc>
                <a:spcPct val="100000"/>
              </a:lnSpc>
              <a:spcBef>
                <a:spcPts val="0"/>
              </a:spcBef>
              <a:spcAft>
                <a:spcPts val="600"/>
              </a:spcAft>
              <a:buClrTx/>
              <a:buSzTx/>
              <a:buFont typeface="Arial" panose="020B0604020202020204" pitchFamily="34" charset="0"/>
              <a:buChar char="•"/>
              <a:tabLst>
                <a:tab pos="540385" algn="l"/>
                <a:tab pos="1080135" algn="l"/>
              </a:tabLst>
              <a:defRPr/>
            </a:pPr>
            <a:r>
              <a:rPr kumimoji="0" lang="en-US" sz="1400" b="0" i="0" u="none" strike="noStrike" kern="1200" cap="none" spc="0" normalizeH="0" baseline="0" noProof="0">
                <a:ln>
                  <a:noFill/>
                </a:ln>
                <a:solidFill>
                  <a:srgbClr val="000000"/>
                </a:solidFill>
                <a:effectLst/>
                <a:uLnTx/>
                <a:uFillTx/>
                <a:latin typeface="Arial" panose="020B0604020202020204" pitchFamily="34" charset="0"/>
                <a:ea typeface="Calibri" panose="020F0502020204030204" pitchFamily="34" charset="0"/>
                <a:cs typeface="Arial" panose="020B0604020202020204" pitchFamily="34" charset="0"/>
              </a:rPr>
              <a:t> Requisitioner GID</a:t>
            </a:r>
          </a:p>
          <a:p>
            <a:pPr marL="171450" marR="0" lvl="0" indent="-171450" algn="just" defTabSz="914400" rtl="0" eaLnBrk="1" fontAlgn="auto" latinLnBrk="0" hangingPunct="1">
              <a:lnSpc>
                <a:spcPct val="100000"/>
              </a:lnSpc>
              <a:spcBef>
                <a:spcPts val="0"/>
              </a:spcBef>
              <a:spcAft>
                <a:spcPts val="600"/>
              </a:spcAft>
              <a:buClrTx/>
              <a:buSzTx/>
              <a:buFont typeface="Arial" panose="020B0604020202020204" pitchFamily="34" charset="0"/>
              <a:buChar char="•"/>
              <a:tabLst>
                <a:tab pos="540385" algn="l"/>
                <a:tab pos="1080135" algn="l"/>
              </a:tabLst>
              <a:defRPr/>
            </a:pPr>
            <a:r>
              <a:rPr kumimoji="0" lang="en-US" sz="1400" b="0" i="0" u="none" strike="noStrike" kern="1200" cap="none" spc="0" normalizeH="0" baseline="0" noProof="0">
                <a:ln>
                  <a:noFill/>
                </a:ln>
                <a:solidFill>
                  <a:srgbClr val="000000"/>
                </a:solidFill>
                <a:effectLst/>
                <a:uLnTx/>
                <a:uFillTx/>
                <a:latin typeface="Arial" panose="020B0604020202020204" pitchFamily="34" charset="0"/>
                <a:ea typeface="Calibri" panose="020F0502020204030204" pitchFamily="34" charset="0"/>
                <a:cs typeface="Arial" panose="020B0604020202020204" pitchFamily="34" charset="0"/>
              </a:rPr>
              <a:t> Recipient GID</a:t>
            </a:r>
          </a:p>
        </p:txBody>
      </p:sp>
      <p:grpSp>
        <p:nvGrpSpPr>
          <p:cNvPr id="33" name="Group 32">
            <a:extLst>
              <a:ext uri="{FF2B5EF4-FFF2-40B4-BE49-F238E27FC236}">
                <a16:creationId xmlns:a16="http://schemas.microsoft.com/office/drawing/2014/main" id="{CD260ACC-9E14-3AE3-B000-F421F3F303AB}"/>
              </a:ext>
            </a:extLst>
          </p:cNvPr>
          <p:cNvGrpSpPr/>
          <p:nvPr/>
        </p:nvGrpSpPr>
        <p:grpSpPr>
          <a:xfrm>
            <a:off x="206993" y="1291221"/>
            <a:ext cx="5460167" cy="3254805"/>
            <a:chOff x="206993" y="1462671"/>
            <a:chExt cx="5460167" cy="3254805"/>
          </a:xfrm>
        </p:grpSpPr>
        <p:grpSp>
          <p:nvGrpSpPr>
            <p:cNvPr id="28" name="Group 27">
              <a:extLst>
                <a:ext uri="{FF2B5EF4-FFF2-40B4-BE49-F238E27FC236}">
                  <a16:creationId xmlns:a16="http://schemas.microsoft.com/office/drawing/2014/main" id="{89D44A29-CD68-436E-A53B-074F6B23ED00}"/>
                </a:ext>
              </a:extLst>
            </p:cNvPr>
            <p:cNvGrpSpPr/>
            <p:nvPr/>
          </p:nvGrpSpPr>
          <p:grpSpPr>
            <a:xfrm>
              <a:off x="206993" y="1462671"/>
              <a:ext cx="5460167" cy="2878158"/>
              <a:chOff x="2607965" y="3274992"/>
              <a:chExt cx="5460167" cy="2878158"/>
            </a:xfrm>
          </p:grpSpPr>
          <p:sp>
            <p:nvSpPr>
              <p:cNvPr id="6" name="Rectangle: Rounded Corners 5">
                <a:extLst>
                  <a:ext uri="{FF2B5EF4-FFF2-40B4-BE49-F238E27FC236}">
                    <a16:creationId xmlns:a16="http://schemas.microsoft.com/office/drawing/2014/main" id="{094DAF94-8215-CA35-0E35-414DF82030CC}"/>
                  </a:ext>
                </a:extLst>
              </p:cNvPr>
              <p:cNvSpPr/>
              <p:nvPr/>
            </p:nvSpPr>
            <p:spPr>
              <a:xfrm rot="16200000">
                <a:off x="2340684" y="5442833"/>
                <a:ext cx="988633" cy="432000"/>
              </a:xfrm>
              <a:prstGeom prst="round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nchorCtr="0"/>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000000"/>
                    </a:solidFill>
                    <a:effectLst/>
                    <a:uLnTx/>
                    <a:uFillTx/>
                    <a:latin typeface="Arial"/>
                    <a:ea typeface="+mn-ea"/>
                    <a:cs typeface="+mn-cs"/>
                  </a:rPr>
                  <a:t>Purchaser</a:t>
                </a:r>
              </a:p>
            </p:txBody>
          </p:sp>
          <p:sp>
            <p:nvSpPr>
              <p:cNvPr id="8" name="Rectangle: Rounded Corners 7">
                <a:extLst>
                  <a:ext uri="{FF2B5EF4-FFF2-40B4-BE49-F238E27FC236}">
                    <a16:creationId xmlns:a16="http://schemas.microsoft.com/office/drawing/2014/main" id="{4E837E96-3E0A-90B3-A8DD-4F6935D71639}"/>
                  </a:ext>
                </a:extLst>
              </p:cNvPr>
              <p:cNvSpPr/>
              <p:nvPr/>
            </p:nvSpPr>
            <p:spPr>
              <a:xfrm rot="16200000">
                <a:off x="2357153" y="3525804"/>
                <a:ext cx="929301" cy="427678"/>
              </a:xfrm>
              <a:prstGeom prst="round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nchorCtr="0"/>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000000"/>
                    </a:solidFill>
                    <a:effectLst/>
                    <a:uLnTx/>
                    <a:uFillTx/>
                    <a:latin typeface="Arial"/>
                    <a:ea typeface="+mn-ea"/>
                    <a:cs typeface="+mn-cs"/>
                  </a:rPr>
                  <a:t>Requisitioner</a:t>
                </a:r>
              </a:p>
            </p:txBody>
          </p:sp>
          <p:sp>
            <p:nvSpPr>
              <p:cNvPr id="9" name="Flowchart: Alternate Process 8">
                <a:extLst>
                  <a:ext uri="{FF2B5EF4-FFF2-40B4-BE49-F238E27FC236}">
                    <a16:creationId xmlns:a16="http://schemas.microsoft.com/office/drawing/2014/main" id="{B1CAA71F-B4A8-70B8-B41C-3F5E426E317F}"/>
                  </a:ext>
                </a:extLst>
              </p:cNvPr>
              <p:cNvSpPr/>
              <p:nvPr/>
            </p:nvSpPr>
            <p:spPr>
              <a:xfrm>
                <a:off x="6274020" y="3540634"/>
                <a:ext cx="1319882" cy="540000"/>
              </a:xfrm>
              <a:prstGeom prst="flowChartAlternateProcess">
                <a:avLst/>
              </a:prstGeom>
              <a:solidFill>
                <a:schemeClr val="accent1"/>
              </a:solidFill>
              <a:ln w="28575">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nchorCtr="0"/>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000000"/>
                    </a:solidFill>
                    <a:effectLst/>
                    <a:uLnTx/>
                    <a:uFillTx/>
                    <a:latin typeface="Arial"/>
                    <a:ea typeface="+mn-ea"/>
                    <a:cs typeface="+mn-cs"/>
                  </a:rPr>
                  <a:t>PR Creator Receive BTP Form to confirm PR</a:t>
                </a:r>
              </a:p>
            </p:txBody>
          </p:sp>
          <p:sp>
            <p:nvSpPr>
              <p:cNvPr id="10" name="Rectangle: Rounded Corners 9">
                <a:extLst>
                  <a:ext uri="{FF2B5EF4-FFF2-40B4-BE49-F238E27FC236}">
                    <a16:creationId xmlns:a16="http://schemas.microsoft.com/office/drawing/2014/main" id="{17A858C4-7F21-BA77-7639-DFC011A47393}"/>
                  </a:ext>
                </a:extLst>
              </p:cNvPr>
              <p:cNvSpPr/>
              <p:nvPr/>
            </p:nvSpPr>
            <p:spPr>
              <a:xfrm rot="16200000">
                <a:off x="2463939" y="4429368"/>
                <a:ext cx="726170" cy="438117"/>
              </a:xfrm>
              <a:prstGeom prst="round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nchorCtr="0"/>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000000"/>
                    </a:solidFill>
                    <a:effectLst/>
                    <a:uLnTx/>
                    <a:uFillTx/>
                    <a:latin typeface="Arial"/>
                    <a:ea typeface="+mn-ea"/>
                    <a:cs typeface="+mn-cs"/>
                  </a:rPr>
                  <a:t>Buyer</a:t>
                </a:r>
              </a:p>
            </p:txBody>
          </p:sp>
          <p:sp>
            <p:nvSpPr>
              <p:cNvPr id="11" name="Flowchart: Alternate Process 10">
                <a:extLst>
                  <a:ext uri="{FF2B5EF4-FFF2-40B4-BE49-F238E27FC236}">
                    <a16:creationId xmlns:a16="http://schemas.microsoft.com/office/drawing/2014/main" id="{648BCF46-8861-C786-4EFD-62FE6E916D29}"/>
                  </a:ext>
                </a:extLst>
              </p:cNvPr>
              <p:cNvSpPr/>
              <p:nvPr>
                <p:custDataLst>
                  <p:tags r:id="rId1"/>
                </p:custDataLst>
              </p:nvPr>
            </p:nvSpPr>
            <p:spPr>
              <a:xfrm>
                <a:off x="3787725" y="5506059"/>
                <a:ext cx="1192826" cy="411904"/>
              </a:xfrm>
              <a:prstGeom prst="flowChartAlternateProcess">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nchorCtr="0"/>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000000"/>
                    </a:solidFill>
                    <a:effectLst/>
                    <a:uLnTx/>
                    <a:uFillTx/>
                    <a:latin typeface="Arial"/>
                    <a:ea typeface="+mn-ea"/>
                    <a:cs typeface="+mn-cs"/>
                  </a:rPr>
                  <a:t>Receive a Notification Email and My Inbox</a:t>
                </a:r>
              </a:p>
            </p:txBody>
          </p:sp>
          <p:sp>
            <p:nvSpPr>
              <p:cNvPr id="12" name="Flowchart: Alternate Process 11">
                <a:extLst>
                  <a:ext uri="{FF2B5EF4-FFF2-40B4-BE49-F238E27FC236}">
                    <a16:creationId xmlns:a16="http://schemas.microsoft.com/office/drawing/2014/main" id="{DBFB46F2-E4F9-13D5-5034-6F188821C7A2}"/>
                  </a:ext>
                </a:extLst>
              </p:cNvPr>
              <p:cNvSpPr/>
              <p:nvPr/>
            </p:nvSpPr>
            <p:spPr>
              <a:xfrm>
                <a:off x="3731664" y="4405673"/>
                <a:ext cx="1314311" cy="491773"/>
              </a:xfrm>
              <a:prstGeom prst="flowChartAlternateProcess">
                <a:avLst/>
              </a:prstGeom>
              <a:solidFill>
                <a:schemeClr val="accent1"/>
              </a:solidFill>
              <a:ln w="28575">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nchorCtr="0"/>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000000"/>
                    </a:solidFill>
                    <a:effectLst/>
                    <a:uLnTx/>
                    <a:uFillTx/>
                    <a:latin typeface="Arial"/>
                    <a:ea typeface="+mn-ea"/>
                    <a:cs typeface="+mn-cs"/>
                  </a:rPr>
                  <a:t>Receive BTP Form to Assign Individual Purchasing Group (</a:t>
                </a:r>
                <a:r>
                  <a:rPr kumimoji="0" lang="en-US" sz="700" b="1" i="0" u="none" strike="noStrike" kern="1200" cap="none" spc="0" normalizeH="0" baseline="0" noProof="0" err="1">
                    <a:ln>
                      <a:noFill/>
                    </a:ln>
                    <a:solidFill>
                      <a:srgbClr val="000000"/>
                    </a:solidFill>
                    <a:effectLst/>
                    <a:uLnTx/>
                    <a:uFillTx/>
                    <a:latin typeface="Arial"/>
                    <a:ea typeface="+mn-ea"/>
                    <a:cs typeface="+mn-cs"/>
                  </a:rPr>
                  <a:t>Ixx</a:t>
                </a:r>
                <a:r>
                  <a:rPr kumimoji="0" lang="en-US" sz="700" b="0" i="0" u="none" strike="noStrike" kern="1200" cap="none" spc="0" normalizeH="0" baseline="0" noProof="0">
                    <a:ln>
                      <a:noFill/>
                    </a:ln>
                    <a:solidFill>
                      <a:srgbClr val="000000"/>
                    </a:solidFill>
                    <a:effectLst/>
                    <a:uLnTx/>
                    <a:uFillTx/>
                    <a:latin typeface="Arial"/>
                    <a:ea typeface="+mn-ea"/>
                    <a:cs typeface="+mn-cs"/>
                  </a:rPr>
                  <a:t>)</a:t>
                </a:r>
              </a:p>
            </p:txBody>
          </p:sp>
          <p:sp>
            <p:nvSpPr>
              <p:cNvPr id="13" name="Rectangle: Rounded Corners 12">
                <a:extLst>
                  <a:ext uri="{FF2B5EF4-FFF2-40B4-BE49-F238E27FC236}">
                    <a16:creationId xmlns:a16="http://schemas.microsoft.com/office/drawing/2014/main" id="{80734404-4DB5-5B92-03E6-9DD7BDC4BF30}"/>
                  </a:ext>
                </a:extLst>
              </p:cNvPr>
              <p:cNvSpPr/>
              <p:nvPr/>
            </p:nvSpPr>
            <p:spPr>
              <a:xfrm>
                <a:off x="3173156" y="3288506"/>
                <a:ext cx="4884994" cy="915787"/>
              </a:xfrm>
              <a:prstGeom prst="roundRect">
                <a:avLst/>
              </a:prstGeom>
              <a:noFill/>
              <a:ln w="285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Arial"/>
                  <a:ea typeface="+mn-ea"/>
                  <a:cs typeface="+mn-cs"/>
                </a:endParaRPr>
              </a:p>
            </p:txBody>
          </p:sp>
          <p:sp>
            <p:nvSpPr>
              <p:cNvPr id="14" name="Rectangle: Rounded Corners 13">
                <a:extLst>
                  <a:ext uri="{FF2B5EF4-FFF2-40B4-BE49-F238E27FC236}">
                    <a16:creationId xmlns:a16="http://schemas.microsoft.com/office/drawing/2014/main" id="{83339ED0-38D9-18B5-05D7-8EF21D887EEE}"/>
                  </a:ext>
                </a:extLst>
              </p:cNvPr>
              <p:cNvSpPr/>
              <p:nvPr/>
            </p:nvSpPr>
            <p:spPr>
              <a:xfrm>
                <a:off x="3183137" y="5164517"/>
                <a:ext cx="4884995" cy="988633"/>
              </a:xfrm>
              <a:prstGeom prst="roundRect">
                <a:avLst/>
              </a:prstGeom>
              <a:noFill/>
              <a:ln w="285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Arial"/>
                  <a:ea typeface="+mn-ea"/>
                  <a:cs typeface="+mn-cs"/>
                </a:endParaRPr>
              </a:p>
            </p:txBody>
          </p:sp>
          <p:sp>
            <p:nvSpPr>
              <p:cNvPr id="15" name="Rectangle: Rounded Corners 14">
                <a:extLst>
                  <a:ext uri="{FF2B5EF4-FFF2-40B4-BE49-F238E27FC236}">
                    <a16:creationId xmlns:a16="http://schemas.microsoft.com/office/drawing/2014/main" id="{65756B9A-B1B6-70D0-7776-8503E606303E}"/>
                  </a:ext>
                </a:extLst>
              </p:cNvPr>
              <p:cNvSpPr/>
              <p:nvPr/>
            </p:nvSpPr>
            <p:spPr>
              <a:xfrm>
                <a:off x="3183137" y="4286467"/>
                <a:ext cx="4875013" cy="762643"/>
              </a:xfrm>
              <a:prstGeom prst="roundRect">
                <a:avLst/>
              </a:prstGeom>
              <a:noFill/>
              <a:ln w="285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Arial"/>
                  <a:ea typeface="+mn-ea"/>
                  <a:cs typeface="+mn-cs"/>
                </a:endParaRPr>
              </a:p>
            </p:txBody>
          </p:sp>
          <p:sp>
            <p:nvSpPr>
              <p:cNvPr id="16" name="Flowchart: Alternate Process 15">
                <a:extLst>
                  <a:ext uri="{FF2B5EF4-FFF2-40B4-BE49-F238E27FC236}">
                    <a16:creationId xmlns:a16="http://schemas.microsoft.com/office/drawing/2014/main" id="{46EFEFB3-DA68-182F-294C-1ED6916A097E}"/>
                  </a:ext>
                </a:extLst>
              </p:cNvPr>
              <p:cNvSpPr/>
              <p:nvPr>
                <p:custDataLst>
                  <p:tags r:id="rId2"/>
                </p:custDataLst>
              </p:nvPr>
            </p:nvSpPr>
            <p:spPr>
              <a:xfrm>
                <a:off x="6949686" y="5498650"/>
                <a:ext cx="720407" cy="421022"/>
              </a:xfrm>
              <a:prstGeom prst="flowChartAlternateProcess">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nchorCtr="0"/>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000000"/>
                    </a:solidFill>
                    <a:effectLst/>
                    <a:uLnTx/>
                    <a:uFillTx/>
                    <a:latin typeface="Arial"/>
                    <a:ea typeface="+mn-ea"/>
                    <a:cs typeface="+mn-cs"/>
                  </a:rPr>
                  <a:t>PR Released</a:t>
                </a:r>
              </a:p>
            </p:txBody>
          </p:sp>
          <p:sp>
            <p:nvSpPr>
              <p:cNvPr id="17" name="Flowchart: Alternate Process 16">
                <a:extLst>
                  <a:ext uri="{FF2B5EF4-FFF2-40B4-BE49-F238E27FC236}">
                    <a16:creationId xmlns:a16="http://schemas.microsoft.com/office/drawing/2014/main" id="{1C2D8AF5-00D4-C781-9A29-C80A0CC83DF8}"/>
                  </a:ext>
                </a:extLst>
              </p:cNvPr>
              <p:cNvSpPr/>
              <p:nvPr>
                <p:custDataLst>
                  <p:tags r:id="rId3"/>
                </p:custDataLst>
              </p:nvPr>
            </p:nvSpPr>
            <p:spPr>
              <a:xfrm>
                <a:off x="3407324" y="3565372"/>
                <a:ext cx="865313" cy="489395"/>
              </a:xfrm>
              <a:prstGeom prst="flowChartAlternateProcess">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nchorCtr="0"/>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000000"/>
                    </a:solidFill>
                    <a:effectLst/>
                    <a:uLnTx/>
                    <a:uFillTx/>
                    <a:latin typeface="Arial"/>
                    <a:ea typeface="+mn-ea"/>
                    <a:cs typeface="+mn-cs"/>
                  </a:rPr>
                  <a:t>Create/Save PR with Purchasing Group </a:t>
                </a:r>
                <a:r>
                  <a:rPr kumimoji="0" lang="en-US" sz="700" b="1" i="0" u="none" strike="noStrike" kern="1200" cap="none" spc="0" normalizeH="0" baseline="0" noProof="0">
                    <a:ln>
                      <a:noFill/>
                    </a:ln>
                    <a:solidFill>
                      <a:srgbClr val="000000"/>
                    </a:solidFill>
                    <a:effectLst/>
                    <a:uLnTx/>
                    <a:uFillTx/>
                    <a:latin typeface="Arial"/>
                    <a:ea typeface="+mn-ea"/>
                    <a:cs typeface="+mn-cs"/>
                  </a:rPr>
                  <a:t>F01</a:t>
                </a:r>
              </a:p>
            </p:txBody>
          </p:sp>
          <p:sp>
            <p:nvSpPr>
              <p:cNvPr id="18" name="Flowchart: Alternate Process 17">
                <a:extLst>
                  <a:ext uri="{FF2B5EF4-FFF2-40B4-BE49-F238E27FC236}">
                    <a16:creationId xmlns:a16="http://schemas.microsoft.com/office/drawing/2014/main" id="{18F9F048-50DF-DA3C-D841-C82BC57D050A}"/>
                  </a:ext>
                </a:extLst>
              </p:cNvPr>
              <p:cNvSpPr/>
              <p:nvPr/>
            </p:nvSpPr>
            <p:spPr>
              <a:xfrm>
                <a:off x="5401823" y="5506059"/>
                <a:ext cx="1256648" cy="421022"/>
              </a:xfrm>
              <a:prstGeom prst="flowChartAlternateProcess">
                <a:avLst/>
              </a:prstGeom>
              <a:solidFill>
                <a:schemeClr val="accent1"/>
              </a:solidFill>
              <a:ln w="28575">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nchorCtr="0"/>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000000"/>
                    </a:solidFill>
                    <a:effectLst/>
                    <a:uLnTx/>
                    <a:uFillTx/>
                    <a:latin typeface="Arial"/>
                    <a:ea typeface="+mn-ea"/>
                    <a:cs typeface="+mn-cs"/>
                  </a:rPr>
                  <a:t>Purchaser Receive BTP Form to complete and confirm PR</a:t>
                </a:r>
              </a:p>
            </p:txBody>
          </p:sp>
          <p:sp>
            <p:nvSpPr>
              <p:cNvPr id="19" name="Flowchart: Alternate Process 18">
                <a:extLst>
                  <a:ext uri="{FF2B5EF4-FFF2-40B4-BE49-F238E27FC236}">
                    <a16:creationId xmlns:a16="http://schemas.microsoft.com/office/drawing/2014/main" id="{8B639CA5-675C-A198-EF79-6F7E73106B87}"/>
                  </a:ext>
                </a:extLst>
              </p:cNvPr>
              <p:cNvSpPr/>
              <p:nvPr>
                <p:custDataLst>
                  <p:tags r:id="rId4"/>
                </p:custDataLst>
              </p:nvPr>
            </p:nvSpPr>
            <p:spPr>
              <a:xfrm>
                <a:off x="4635067" y="3565372"/>
                <a:ext cx="1151207" cy="489395"/>
              </a:xfrm>
              <a:prstGeom prst="flowChartAlternateProcess">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nchorCtr="0"/>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000000"/>
                    </a:solidFill>
                    <a:effectLst/>
                    <a:uLnTx/>
                    <a:uFillTx/>
                    <a:latin typeface="Arial"/>
                    <a:ea typeface="+mn-ea"/>
                    <a:cs typeface="+mn-cs"/>
                  </a:rPr>
                  <a:t>PR Creator Receive a Notification Email and My Inbox</a:t>
                </a:r>
              </a:p>
            </p:txBody>
          </p:sp>
          <p:sp>
            <p:nvSpPr>
              <p:cNvPr id="20" name="Flowchart: Alternate Process 19">
                <a:extLst>
                  <a:ext uri="{FF2B5EF4-FFF2-40B4-BE49-F238E27FC236}">
                    <a16:creationId xmlns:a16="http://schemas.microsoft.com/office/drawing/2014/main" id="{87A67C1A-56A8-D539-CD9F-BE82ACFFEF9F}"/>
                  </a:ext>
                </a:extLst>
              </p:cNvPr>
              <p:cNvSpPr/>
              <p:nvPr>
                <p:custDataLst>
                  <p:tags r:id="rId5"/>
                </p:custDataLst>
              </p:nvPr>
            </p:nvSpPr>
            <p:spPr>
              <a:xfrm>
                <a:off x="6274020" y="4426288"/>
                <a:ext cx="1320381" cy="489395"/>
              </a:xfrm>
              <a:prstGeom prst="flowChartAlternateProcess">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nchorCtr="0"/>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000000"/>
                    </a:solidFill>
                    <a:effectLst/>
                    <a:uLnTx/>
                    <a:uFillTx/>
                    <a:latin typeface="Arial"/>
                    <a:ea typeface="+mn-ea"/>
                    <a:cs typeface="+mn-cs"/>
                  </a:rPr>
                  <a:t>Buyer Receive a Notification Email and My Inbox</a:t>
                </a:r>
              </a:p>
            </p:txBody>
          </p:sp>
          <p:cxnSp>
            <p:nvCxnSpPr>
              <p:cNvPr id="21" name="Straight Arrow Connector 20">
                <a:extLst>
                  <a:ext uri="{FF2B5EF4-FFF2-40B4-BE49-F238E27FC236}">
                    <a16:creationId xmlns:a16="http://schemas.microsoft.com/office/drawing/2014/main" id="{404BD57E-FF54-72E9-36C3-2E9C673FCDB5}"/>
                  </a:ext>
                </a:extLst>
              </p:cNvPr>
              <p:cNvCxnSpPr>
                <a:cxnSpLocks/>
                <a:stCxn id="17" idx="3"/>
                <a:endCxn id="19" idx="1"/>
              </p:cNvCxnSpPr>
              <p:nvPr/>
            </p:nvCxnSpPr>
            <p:spPr>
              <a:xfrm>
                <a:off x="4272637" y="3810070"/>
                <a:ext cx="362430" cy="0"/>
              </a:xfrm>
              <a:prstGeom prst="straightConnector1">
                <a:avLst/>
              </a:prstGeom>
              <a:ln w="25400">
                <a:solidFill>
                  <a:schemeClr val="tx1"/>
                </a:solidFill>
                <a:headEnd w="lg" len="lg"/>
                <a:tailEnd type="triangle"/>
              </a:ln>
            </p:spPr>
            <p:style>
              <a:lnRef idx="1">
                <a:schemeClr val="accent1"/>
              </a:lnRef>
              <a:fillRef idx="0">
                <a:schemeClr val="accent1"/>
              </a:fillRef>
              <a:effectRef idx="0">
                <a:schemeClr val="accent1"/>
              </a:effectRef>
              <a:fontRef idx="minor">
                <a:schemeClr val="tx1"/>
              </a:fontRef>
            </p:style>
          </p:cxnSp>
          <p:cxnSp>
            <p:nvCxnSpPr>
              <p:cNvPr id="22" name="Straight Arrow Connector 21">
                <a:extLst>
                  <a:ext uri="{FF2B5EF4-FFF2-40B4-BE49-F238E27FC236}">
                    <a16:creationId xmlns:a16="http://schemas.microsoft.com/office/drawing/2014/main" id="{153675DE-E139-7072-6438-6F645C289E9B}"/>
                  </a:ext>
                </a:extLst>
              </p:cNvPr>
              <p:cNvCxnSpPr>
                <a:cxnSpLocks/>
                <a:stCxn id="19" idx="3"/>
                <a:endCxn id="9" idx="1"/>
              </p:cNvCxnSpPr>
              <p:nvPr/>
            </p:nvCxnSpPr>
            <p:spPr>
              <a:xfrm>
                <a:off x="5786274" y="3810070"/>
                <a:ext cx="487746" cy="564"/>
              </a:xfrm>
              <a:prstGeom prst="straightConnector1">
                <a:avLst/>
              </a:prstGeom>
              <a:ln w="25400">
                <a:solidFill>
                  <a:schemeClr val="tx1"/>
                </a:solidFill>
                <a:headEnd w="lg" len="lg"/>
                <a:tailEnd type="triangle"/>
              </a:ln>
            </p:spPr>
            <p:style>
              <a:lnRef idx="1">
                <a:schemeClr val="accent1"/>
              </a:lnRef>
              <a:fillRef idx="0">
                <a:schemeClr val="accent1"/>
              </a:fillRef>
              <a:effectRef idx="0">
                <a:schemeClr val="accent1"/>
              </a:effectRef>
              <a:fontRef idx="minor">
                <a:schemeClr val="tx1"/>
              </a:fontRef>
            </p:style>
          </p:cxnSp>
          <p:cxnSp>
            <p:nvCxnSpPr>
              <p:cNvPr id="23" name="Straight Arrow Connector 22">
                <a:extLst>
                  <a:ext uri="{FF2B5EF4-FFF2-40B4-BE49-F238E27FC236}">
                    <a16:creationId xmlns:a16="http://schemas.microsoft.com/office/drawing/2014/main" id="{3C12B540-C7CC-3E38-50B3-BEB0F84B32DD}"/>
                  </a:ext>
                </a:extLst>
              </p:cNvPr>
              <p:cNvCxnSpPr>
                <a:cxnSpLocks/>
                <a:stCxn id="9" idx="2"/>
                <a:endCxn id="20" idx="0"/>
              </p:cNvCxnSpPr>
              <p:nvPr/>
            </p:nvCxnSpPr>
            <p:spPr>
              <a:xfrm>
                <a:off x="6933961" y="4080634"/>
                <a:ext cx="250" cy="345654"/>
              </a:xfrm>
              <a:prstGeom prst="straightConnector1">
                <a:avLst/>
              </a:prstGeom>
              <a:ln w="25400">
                <a:solidFill>
                  <a:schemeClr val="tx1"/>
                </a:solidFill>
                <a:headEnd w="lg" len="lg"/>
                <a:tailEnd type="triangle"/>
              </a:ln>
            </p:spPr>
            <p:style>
              <a:lnRef idx="1">
                <a:schemeClr val="accent1"/>
              </a:lnRef>
              <a:fillRef idx="0">
                <a:schemeClr val="accent1"/>
              </a:fillRef>
              <a:effectRef idx="0">
                <a:schemeClr val="accent1"/>
              </a:effectRef>
              <a:fontRef idx="minor">
                <a:schemeClr val="tx1"/>
              </a:fontRef>
            </p:style>
          </p:cxnSp>
          <p:cxnSp>
            <p:nvCxnSpPr>
              <p:cNvPr id="24" name="Straight Arrow Connector 23">
                <a:extLst>
                  <a:ext uri="{FF2B5EF4-FFF2-40B4-BE49-F238E27FC236}">
                    <a16:creationId xmlns:a16="http://schemas.microsoft.com/office/drawing/2014/main" id="{9A3153A2-5E80-365D-351E-D27DC0590309}"/>
                  </a:ext>
                </a:extLst>
              </p:cNvPr>
              <p:cNvCxnSpPr>
                <a:cxnSpLocks/>
                <a:stCxn id="20" idx="1"/>
                <a:endCxn id="12" idx="3"/>
              </p:cNvCxnSpPr>
              <p:nvPr/>
            </p:nvCxnSpPr>
            <p:spPr>
              <a:xfrm flipH="1" flipV="1">
                <a:off x="5045975" y="4651560"/>
                <a:ext cx="1228045" cy="19426"/>
              </a:xfrm>
              <a:prstGeom prst="straightConnector1">
                <a:avLst/>
              </a:prstGeom>
              <a:ln w="25400">
                <a:solidFill>
                  <a:schemeClr val="tx1"/>
                </a:solidFill>
                <a:headEnd w="lg" len="lg"/>
                <a:tailEnd type="triangle"/>
              </a:ln>
            </p:spPr>
            <p:style>
              <a:lnRef idx="1">
                <a:schemeClr val="accent1"/>
              </a:lnRef>
              <a:fillRef idx="0">
                <a:schemeClr val="accent1"/>
              </a:fillRef>
              <a:effectRef idx="0">
                <a:schemeClr val="accent1"/>
              </a:effectRef>
              <a:fontRef idx="minor">
                <a:schemeClr val="tx1"/>
              </a:fontRef>
            </p:style>
          </p:cxnSp>
          <p:cxnSp>
            <p:nvCxnSpPr>
              <p:cNvPr id="25" name="Connector: Elbow 24">
                <a:extLst>
                  <a:ext uri="{FF2B5EF4-FFF2-40B4-BE49-F238E27FC236}">
                    <a16:creationId xmlns:a16="http://schemas.microsoft.com/office/drawing/2014/main" id="{4E5915E1-372B-FEB3-557A-BBA6ACB1410B}"/>
                  </a:ext>
                </a:extLst>
              </p:cNvPr>
              <p:cNvCxnSpPr>
                <a:cxnSpLocks/>
                <a:stCxn id="12" idx="2"/>
                <a:endCxn id="11" idx="0"/>
              </p:cNvCxnSpPr>
              <p:nvPr/>
            </p:nvCxnSpPr>
            <p:spPr>
              <a:xfrm rot="5400000">
                <a:off x="4082173" y="5199411"/>
                <a:ext cx="608613" cy="4682"/>
              </a:xfrm>
              <a:prstGeom prst="bentConnector3">
                <a:avLst>
                  <a:gd name="adj1" fmla="val 50000"/>
                </a:avLst>
              </a:prstGeom>
              <a:ln w="25400">
                <a:solidFill>
                  <a:schemeClr val="tx1"/>
                </a:solidFill>
                <a:headEnd w="lg" len="lg"/>
                <a:tailEnd type="triangle"/>
              </a:ln>
            </p:spPr>
            <p:style>
              <a:lnRef idx="1">
                <a:schemeClr val="accent1"/>
              </a:lnRef>
              <a:fillRef idx="0">
                <a:schemeClr val="accent1"/>
              </a:fillRef>
              <a:effectRef idx="0">
                <a:schemeClr val="accent1"/>
              </a:effectRef>
              <a:fontRef idx="minor">
                <a:schemeClr val="tx1"/>
              </a:fontRef>
            </p:style>
          </p:cxnSp>
          <p:cxnSp>
            <p:nvCxnSpPr>
              <p:cNvPr id="26" name="Straight Arrow Connector 25">
                <a:extLst>
                  <a:ext uri="{FF2B5EF4-FFF2-40B4-BE49-F238E27FC236}">
                    <a16:creationId xmlns:a16="http://schemas.microsoft.com/office/drawing/2014/main" id="{FE40EE97-73EC-6B3A-D217-6D2A8026EEB3}"/>
                  </a:ext>
                </a:extLst>
              </p:cNvPr>
              <p:cNvCxnSpPr>
                <a:cxnSpLocks/>
                <a:stCxn id="18" idx="3"/>
                <a:endCxn id="16" idx="1"/>
              </p:cNvCxnSpPr>
              <p:nvPr/>
            </p:nvCxnSpPr>
            <p:spPr>
              <a:xfrm flipV="1">
                <a:off x="6658471" y="5709161"/>
                <a:ext cx="291215" cy="7409"/>
              </a:xfrm>
              <a:prstGeom prst="straightConnector1">
                <a:avLst/>
              </a:prstGeom>
              <a:ln w="25400">
                <a:solidFill>
                  <a:schemeClr val="tx1"/>
                </a:solidFill>
                <a:headEnd w="lg" len="lg"/>
                <a:tailEnd type="triangle"/>
              </a:ln>
            </p:spPr>
            <p:style>
              <a:lnRef idx="1">
                <a:schemeClr val="accent1"/>
              </a:lnRef>
              <a:fillRef idx="0">
                <a:schemeClr val="accent1"/>
              </a:fillRef>
              <a:effectRef idx="0">
                <a:schemeClr val="accent1"/>
              </a:effectRef>
              <a:fontRef idx="minor">
                <a:schemeClr val="tx1"/>
              </a:fontRef>
            </p:style>
          </p:cxnSp>
          <p:cxnSp>
            <p:nvCxnSpPr>
              <p:cNvPr id="27" name="Straight Arrow Connector 26">
                <a:extLst>
                  <a:ext uri="{FF2B5EF4-FFF2-40B4-BE49-F238E27FC236}">
                    <a16:creationId xmlns:a16="http://schemas.microsoft.com/office/drawing/2014/main" id="{BD615492-8186-E740-A8B7-83BA319DFC67}"/>
                  </a:ext>
                </a:extLst>
              </p:cNvPr>
              <p:cNvCxnSpPr>
                <a:cxnSpLocks/>
                <a:stCxn id="11" idx="3"/>
                <a:endCxn id="18" idx="1"/>
              </p:cNvCxnSpPr>
              <p:nvPr/>
            </p:nvCxnSpPr>
            <p:spPr>
              <a:xfrm>
                <a:off x="4980551" y="5712011"/>
                <a:ext cx="421272" cy="4559"/>
              </a:xfrm>
              <a:prstGeom prst="straightConnector1">
                <a:avLst/>
              </a:prstGeom>
              <a:ln w="25400">
                <a:solidFill>
                  <a:schemeClr val="tx1"/>
                </a:solidFill>
                <a:headEnd w="lg" len="lg"/>
                <a:tailEnd type="triangle"/>
              </a:ln>
            </p:spPr>
            <p:style>
              <a:lnRef idx="1">
                <a:schemeClr val="accent1"/>
              </a:lnRef>
              <a:fillRef idx="0">
                <a:schemeClr val="accent1"/>
              </a:fillRef>
              <a:effectRef idx="0">
                <a:schemeClr val="accent1"/>
              </a:effectRef>
              <a:fontRef idx="minor">
                <a:schemeClr val="tx1"/>
              </a:fontRef>
            </p:style>
          </p:cxnSp>
        </p:grpSp>
        <p:grpSp>
          <p:nvGrpSpPr>
            <p:cNvPr id="32" name="Group 31">
              <a:extLst>
                <a:ext uri="{FF2B5EF4-FFF2-40B4-BE49-F238E27FC236}">
                  <a16:creationId xmlns:a16="http://schemas.microsoft.com/office/drawing/2014/main" id="{95ACFB29-0EDF-9EE3-6C97-02697F7CD3E9}"/>
                </a:ext>
              </a:extLst>
            </p:cNvPr>
            <p:cNvGrpSpPr/>
            <p:nvPr/>
          </p:nvGrpSpPr>
          <p:grpSpPr>
            <a:xfrm>
              <a:off x="4479432" y="4456236"/>
              <a:ext cx="1177746" cy="261240"/>
              <a:chOff x="4479432" y="4456236"/>
              <a:chExt cx="1177746" cy="261240"/>
            </a:xfrm>
          </p:grpSpPr>
          <p:sp>
            <p:nvSpPr>
              <p:cNvPr id="30" name="Rectangle: Rounded Corners 29">
                <a:extLst>
                  <a:ext uri="{FF2B5EF4-FFF2-40B4-BE49-F238E27FC236}">
                    <a16:creationId xmlns:a16="http://schemas.microsoft.com/office/drawing/2014/main" id="{9909BFD4-3D97-3350-89CD-D0D813B49666}"/>
                  </a:ext>
                </a:extLst>
              </p:cNvPr>
              <p:cNvSpPr/>
              <p:nvPr/>
            </p:nvSpPr>
            <p:spPr>
              <a:xfrm>
                <a:off x="4479432" y="4456236"/>
                <a:ext cx="1177746" cy="261240"/>
              </a:xfrm>
              <a:prstGeom prst="roundRect">
                <a:avLst/>
              </a:prstGeom>
              <a:noFill/>
              <a:ln w="285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nchorCtr="0"/>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rgbClr val="000000"/>
                    </a:solidFill>
                    <a:effectLst/>
                    <a:uLnTx/>
                    <a:uFillTx/>
                    <a:latin typeface="Arial"/>
                    <a:ea typeface="+mn-ea"/>
                    <a:cs typeface="+mn-cs"/>
                  </a:rPr>
                  <a:t>SAP BTP</a:t>
                </a:r>
              </a:p>
            </p:txBody>
          </p:sp>
          <p:sp>
            <p:nvSpPr>
              <p:cNvPr id="31" name="Rectangle: Rounded Corners 30">
                <a:extLst>
                  <a:ext uri="{FF2B5EF4-FFF2-40B4-BE49-F238E27FC236}">
                    <a16:creationId xmlns:a16="http://schemas.microsoft.com/office/drawing/2014/main" id="{7496BF2C-3E21-A863-8F1E-C31740BFF6F1}"/>
                  </a:ext>
                </a:extLst>
              </p:cNvPr>
              <p:cNvSpPr/>
              <p:nvPr/>
            </p:nvSpPr>
            <p:spPr>
              <a:xfrm>
                <a:off x="5198160" y="4512604"/>
                <a:ext cx="217050" cy="148503"/>
              </a:xfrm>
              <a:prstGeom prst="roundRect">
                <a:avLst/>
              </a:prstGeom>
              <a:solidFill>
                <a:schemeClr val="accent1"/>
              </a:solidFill>
              <a:ln w="28575">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nchorCtr="0"/>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1" i="0" u="none" strike="noStrike" kern="1200" cap="none" spc="0" normalizeH="0" baseline="0" noProof="0">
                  <a:ln>
                    <a:noFill/>
                  </a:ln>
                  <a:solidFill>
                    <a:srgbClr val="000000"/>
                  </a:solidFill>
                  <a:effectLst/>
                  <a:uLnTx/>
                  <a:uFillTx/>
                  <a:latin typeface="Arial"/>
                  <a:ea typeface="+mn-ea"/>
                  <a:cs typeface="+mn-cs"/>
                </a:endParaRPr>
              </a:p>
            </p:txBody>
          </p:sp>
        </p:grpSp>
      </p:grpSp>
      <p:sp>
        <p:nvSpPr>
          <p:cNvPr id="5" name="Rectangle: Rounded Corners 4">
            <a:extLst>
              <a:ext uri="{FF2B5EF4-FFF2-40B4-BE49-F238E27FC236}">
                <a16:creationId xmlns:a16="http://schemas.microsoft.com/office/drawing/2014/main" id="{5FF0DE9E-6909-E1BB-372A-5FE28F637803}"/>
              </a:ext>
            </a:extLst>
          </p:cNvPr>
          <p:cNvSpPr/>
          <p:nvPr/>
        </p:nvSpPr>
        <p:spPr>
          <a:xfrm>
            <a:off x="1282393" y="2357808"/>
            <a:ext cx="3986728" cy="613694"/>
          </a:xfrm>
          <a:prstGeom prst="round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a:ea typeface="+mn-ea"/>
              <a:cs typeface="+mn-cs"/>
            </a:endParaRPr>
          </a:p>
        </p:txBody>
      </p:sp>
      <p:sp>
        <p:nvSpPr>
          <p:cNvPr id="34" name="Fußzeilenplatzhalter 2">
            <a:extLst>
              <a:ext uri="{FF2B5EF4-FFF2-40B4-BE49-F238E27FC236}">
                <a16:creationId xmlns:a16="http://schemas.microsoft.com/office/drawing/2014/main" id="{7086A887-1D4E-EA49-1BAA-D3893234E918}"/>
              </a:ext>
            </a:extLst>
          </p:cNvPr>
          <p:cNvSpPr>
            <a:spLocks noGrp="1"/>
          </p:cNvSpPr>
          <p:nvPr>
            <p:ph type="ftr" sz="quarter" idx="10"/>
          </p:nvPr>
        </p:nvSpPr>
        <p:spPr>
          <a:xfrm>
            <a:off x="1059160" y="6310800"/>
            <a:ext cx="9216000" cy="547200"/>
          </a:xfrm>
        </p:spPr>
        <p:txBody>
          <a:bodyPr/>
          <a:lstStyle/>
          <a:p>
            <a:pPr>
              <a:lnSpc>
                <a:spcPct val="100000"/>
              </a:lnSpc>
            </a:pPr>
            <a:r>
              <a:rPr lang="en-US"/>
              <a:t>Internal | © Siemens 2025 | SHERPA X I MM081 Procurement via Direct X</a:t>
            </a:r>
          </a:p>
        </p:txBody>
      </p:sp>
    </p:spTree>
    <p:extLst>
      <p:ext uri="{BB962C8B-B14F-4D97-AF65-F5344CB8AC3E}">
        <p14:creationId xmlns:p14="http://schemas.microsoft.com/office/powerpoint/2010/main" val="177118889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1FDEF7-4580-D8AF-DAF2-DFDC16D1E6C4}"/>
            </a:ext>
          </a:extLst>
        </p:cNvPr>
        <p:cNvGrpSpPr/>
        <p:nvPr/>
      </p:nvGrpSpPr>
      <p:grpSpPr>
        <a:xfrm>
          <a:off x="0" y="0"/>
          <a:ext cx="0" cy="0"/>
          <a:chOff x="0" y="0"/>
          <a:chExt cx="0" cy="0"/>
        </a:xfrm>
      </p:grpSpPr>
      <p:sp>
        <p:nvSpPr>
          <p:cNvPr id="6" name="Rechteck 5">
            <a:extLst>
              <a:ext uri="{FF2B5EF4-FFF2-40B4-BE49-F238E27FC236}">
                <a16:creationId xmlns:a16="http://schemas.microsoft.com/office/drawing/2014/main" id="{F882C69F-F3C4-D082-C088-F8D16CFD3EC8}"/>
              </a:ext>
            </a:extLst>
          </p:cNvPr>
          <p:cNvSpPr/>
          <p:nvPr/>
        </p:nvSpPr>
        <p:spPr>
          <a:xfrm>
            <a:off x="6819899" y="1937442"/>
            <a:ext cx="5293637" cy="2336846"/>
          </a:xfrm>
          <a:prstGeom prst="rect">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000000"/>
                </a:solidFill>
                <a:effectLst/>
                <a:uLnTx/>
                <a:uFillTx/>
                <a:latin typeface="Arial"/>
                <a:ea typeface="+mn-ea"/>
                <a:cs typeface="+mn-cs"/>
              </a:rPr>
              <a:t>Buyer will receive an email to validate the PR and Assign an Individual Purchasing Group.</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rgbClr val="000000"/>
              </a:solidFill>
              <a:effectLst/>
              <a:uLnTx/>
              <a:uFillTx/>
              <a:latin typeface="Arial"/>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000000"/>
                </a:solidFill>
                <a:effectLst/>
                <a:uLnTx/>
                <a:uFillTx/>
                <a:latin typeface="Arial"/>
                <a:ea typeface="+mn-ea"/>
                <a:cs typeface="+mn-cs"/>
              </a:rPr>
              <a:t>The email body will include the PR Number and main Organization structure of this PR</a:t>
            </a:r>
          </a:p>
          <a:p>
            <a:pPr marL="628650" marR="0" lvl="1"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b="0" i="0" u="none" strike="noStrike" kern="1200" cap="none" spc="0" normalizeH="0" baseline="0" noProof="0">
                <a:ln>
                  <a:noFill/>
                </a:ln>
                <a:solidFill>
                  <a:srgbClr val="000000"/>
                </a:solidFill>
                <a:effectLst/>
                <a:uLnTx/>
                <a:uFillTx/>
                <a:latin typeface="Arial"/>
                <a:ea typeface="+mn-ea"/>
                <a:cs typeface="+mn-cs"/>
              </a:rPr>
              <a:t>Company Code: 3003</a:t>
            </a:r>
          </a:p>
          <a:p>
            <a:pPr marL="628650" marR="0" lvl="1"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b="0" i="0" u="none" strike="noStrike" kern="1200" cap="none" spc="0" normalizeH="0" baseline="0" noProof="0">
                <a:ln>
                  <a:noFill/>
                </a:ln>
                <a:solidFill>
                  <a:srgbClr val="000000"/>
                </a:solidFill>
                <a:effectLst/>
                <a:uLnTx/>
                <a:uFillTx/>
                <a:latin typeface="Arial"/>
                <a:ea typeface="+mn-ea"/>
                <a:cs typeface="+mn-cs"/>
              </a:rPr>
              <a:t>Purchasing Org: C300</a:t>
            </a:r>
          </a:p>
          <a:p>
            <a:pPr marL="628650" marR="0" lvl="1"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b="0" i="0" u="none" strike="noStrike" kern="1200" cap="none" spc="0" normalizeH="0" baseline="0" noProof="0">
                <a:ln>
                  <a:noFill/>
                </a:ln>
                <a:solidFill>
                  <a:srgbClr val="000000"/>
                </a:solidFill>
                <a:effectLst/>
                <a:uLnTx/>
                <a:uFillTx/>
                <a:latin typeface="Arial"/>
                <a:ea typeface="+mn-ea"/>
                <a:cs typeface="+mn-cs"/>
              </a:rPr>
              <a:t>Total value of the PR</a:t>
            </a:r>
          </a:p>
          <a:p>
            <a:pPr marL="628650" marR="0" lvl="1"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200" b="0" i="0" u="none" strike="noStrike" kern="1200" cap="none" spc="0" normalizeH="0" baseline="0" noProof="0">
              <a:ln>
                <a:noFill/>
              </a:ln>
              <a:solidFill>
                <a:srgbClr val="000000"/>
              </a:solidFill>
              <a:effectLst/>
              <a:uLnTx/>
              <a:uFillTx/>
              <a:latin typeface="Arial"/>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rgbClr val="000000"/>
              </a:solidFill>
              <a:effectLst/>
              <a:uLnTx/>
              <a:uFillTx/>
              <a:latin typeface="Arial"/>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000000"/>
                </a:solidFill>
                <a:effectLst/>
                <a:uLnTx/>
                <a:uFillTx/>
                <a:latin typeface="Arial"/>
                <a:ea typeface="+mn-ea"/>
                <a:cs typeface="+mn-cs"/>
              </a:rPr>
              <a:t>Click on the Link to access the BTP My Inbox Form.</a:t>
            </a:r>
          </a:p>
        </p:txBody>
      </p:sp>
      <p:sp>
        <p:nvSpPr>
          <p:cNvPr id="8" name="Rechteck 5">
            <a:extLst>
              <a:ext uri="{FF2B5EF4-FFF2-40B4-BE49-F238E27FC236}">
                <a16:creationId xmlns:a16="http://schemas.microsoft.com/office/drawing/2014/main" id="{D42C6FA6-BEF6-0F16-DC80-16BB93A0D84D}"/>
              </a:ext>
            </a:extLst>
          </p:cNvPr>
          <p:cNvSpPr/>
          <p:nvPr/>
        </p:nvSpPr>
        <p:spPr>
          <a:xfrm>
            <a:off x="6819899" y="1136342"/>
            <a:ext cx="5293637" cy="818023"/>
          </a:xfrm>
          <a:prstGeom prst="rect">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000000"/>
                </a:solidFill>
                <a:effectLst/>
                <a:uLnTx/>
                <a:uFillTx/>
                <a:latin typeface="Arial"/>
                <a:ea typeface="+mn-ea"/>
                <a:cs typeface="+mn-cs"/>
              </a:rPr>
              <a:t>Email: Direct X - PR # is pending for buyer approval</a:t>
            </a:r>
            <a:endParaRPr kumimoji="0" lang="de-DE" sz="1200" b="1" i="0" u="none" strike="noStrike" kern="1200" cap="none" spc="0" normalizeH="0" baseline="0" noProof="0">
              <a:ln>
                <a:noFill/>
              </a:ln>
              <a:solidFill>
                <a:srgbClr val="000000"/>
              </a:solidFill>
              <a:effectLst/>
              <a:uLnTx/>
              <a:uFillTx/>
              <a:latin typeface="Arial"/>
              <a:ea typeface="+mn-ea"/>
              <a:cs typeface="+mn-cs"/>
            </a:endParaRPr>
          </a:p>
        </p:txBody>
      </p:sp>
      <p:sp>
        <p:nvSpPr>
          <p:cNvPr id="3" name="TextBox 2">
            <a:extLst>
              <a:ext uri="{FF2B5EF4-FFF2-40B4-BE49-F238E27FC236}">
                <a16:creationId xmlns:a16="http://schemas.microsoft.com/office/drawing/2014/main" id="{E0C8DDB2-FBED-9717-C19E-1FF3F389588F}"/>
              </a:ext>
            </a:extLst>
          </p:cNvPr>
          <p:cNvSpPr txBox="1"/>
          <p:nvPr/>
        </p:nvSpPr>
        <p:spPr>
          <a:xfrm>
            <a:off x="333322" y="362910"/>
            <a:ext cx="8353478" cy="369332"/>
          </a:xfrm>
          <a:prstGeom prst="rect">
            <a:avLst/>
          </a:prstGeom>
        </p:spPr>
        <p:txBody>
          <a:bodyPr vert="horz" lIns="0" tIns="0" rIns="324000" bIns="14400" rtlCol="0" anchor="b" anchorCtr="0">
            <a:noAutofit/>
          </a:bodyPr>
          <a:lstStyle>
            <a:lvl1pPr>
              <a:lnSpc>
                <a:spcPct val="90000"/>
              </a:lnSpc>
              <a:spcBef>
                <a:spcPct val="0"/>
              </a:spcBef>
              <a:buNone/>
              <a:defRPr sz="2000" b="1">
                <a:solidFill>
                  <a:srgbClr val="00557C"/>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2000" b="1" i="0" u="none" strike="noStrike" kern="1200" cap="none" spc="0" normalizeH="0" baseline="0" noProof="0">
                <a:ln>
                  <a:noFill/>
                </a:ln>
                <a:solidFill>
                  <a:srgbClr val="00557C"/>
                </a:solidFill>
                <a:effectLst/>
                <a:uLnTx/>
                <a:uFillTx/>
                <a:latin typeface="Arial"/>
                <a:ea typeface="+mj-ea"/>
                <a:cs typeface="+mj-cs"/>
              </a:rPr>
              <a:t>PR - Assign Individual Purchaser Group - Buyer</a:t>
            </a:r>
          </a:p>
        </p:txBody>
      </p:sp>
      <p:pic>
        <p:nvPicPr>
          <p:cNvPr id="4" name="Picture 3">
            <a:extLst>
              <a:ext uri="{FF2B5EF4-FFF2-40B4-BE49-F238E27FC236}">
                <a16:creationId xmlns:a16="http://schemas.microsoft.com/office/drawing/2014/main" id="{2648BF39-7E59-06E3-2BFC-407F2CF26B15}"/>
              </a:ext>
            </a:extLst>
          </p:cNvPr>
          <p:cNvPicPr>
            <a:picLocks noChangeAspect="1"/>
          </p:cNvPicPr>
          <p:nvPr/>
        </p:nvPicPr>
        <p:blipFill>
          <a:blip r:embed="rId3"/>
          <a:stretch>
            <a:fillRect/>
          </a:stretch>
        </p:blipFill>
        <p:spPr>
          <a:xfrm>
            <a:off x="333322" y="1148831"/>
            <a:ext cx="6387092" cy="4773511"/>
          </a:xfrm>
          <a:prstGeom prst="rect">
            <a:avLst/>
          </a:prstGeom>
          <a:ln>
            <a:solidFill>
              <a:srgbClr val="009999"/>
            </a:solidFill>
          </a:ln>
        </p:spPr>
      </p:pic>
      <p:sp>
        <p:nvSpPr>
          <p:cNvPr id="2" name="Rechteck 1">
            <a:extLst>
              <a:ext uri="{FF2B5EF4-FFF2-40B4-BE49-F238E27FC236}">
                <a16:creationId xmlns:a16="http://schemas.microsoft.com/office/drawing/2014/main" id="{3409E4D2-3AAC-FF3D-1072-F47DD077BD39}"/>
              </a:ext>
            </a:extLst>
          </p:cNvPr>
          <p:cNvSpPr/>
          <p:nvPr/>
        </p:nvSpPr>
        <p:spPr>
          <a:xfrm>
            <a:off x="1157591" y="4688732"/>
            <a:ext cx="535022" cy="311285"/>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pPr algn="l"/>
            <a:endParaRPr lang="de-DE"/>
          </a:p>
        </p:txBody>
      </p:sp>
    </p:spTree>
    <p:extLst>
      <p:ext uri="{BB962C8B-B14F-4D97-AF65-F5344CB8AC3E}">
        <p14:creationId xmlns:p14="http://schemas.microsoft.com/office/powerpoint/2010/main" val="384741852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B2318A-7D07-0DD8-A761-D5E41630D77A}"/>
            </a:ext>
          </a:extLst>
        </p:cNvPr>
        <p:cNvGrpSpPr/>
        <p:nvPr/>
      </p:nvGrpSpPr>
      <p:grpSpPr>
        <a:xfrm>
          <a:off x="0" y="0"/>
          <a:ext cx="0" cy="0"/>
          <a:chOff x="0" y="0"/>
          <a:chExt cx="0" cy="0"/>
        </a:xfrm>
      </p:grpSpPr>
      <p:sp>
        <p:nvSpPr>
          <p:cNvPr id="6" name="Rechteck 5">
            <a:extLst>
              <a:ext uri="{FF2B5EF4-FFF2-40B4-BE49-F238E27FC236}">
                <a16:creationId xmlns:a16="http://schemas.microsoft.com/office/drawing/2014/main" id="{D51D57DC-7C13-2C3D-AD97-80A9728E1973}"/>
              </a:ext>
            </a:extLst>
          </p:cNvPr>
          <p:cNvSpPr/>
          <p:nvPr/>
        </p:nvSpPr>
        <p:spPr>
          <a:xfrm>
            <a:off x="9154632" y="1685926"/>
            <a:ext cx="2958904" cy="4629150"/>
          </a:xfrm>
          <a:prstGeom prst="rect">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a:ln>
                  <a:noFill/>
                </a:ln>
                <a:solidFill>
                  <a:srgbClr val="000000"/>
                </a:solidFill>
                <a:effectLst/>
                <a:uLnTx/>
                <a:uFillTx/>
                <a:latin typeface="Arial"/>
                <a:ea typeface="+mn-ea"/>
                <a:cs typeface="+mn-cs"/>
              </a:rPr>
              <a:t>The second BTP Form is </a:t>
            </a:r>
            <a:r>
              <a:rPr kumimoji="0" lang="en-US" sz="1100" b="1" i="0" u="none" strike="noStrike" kern="1200" cap="none" spc="0" normalizeH="0" baseline="0" noProof="0">
                <a:ln>
                  <a:noFill/>
                </a:ln>
                <a:solidFill>
                  <a:srgbClr val="FF0000"/>
                </a:solidFill>
                <a:effectLst/>
                <a:uLnTx/>
                <a:uFillTx/>
                <a:latin typeface="Arial"/>
                <a:ea typeface="+mn-ea"/>
                <a:cs typeface="+mn-cs"/>
              </a:rPr>
              <a:t>2-PRBUYER</a:t>
            </a:r>
            <a:endParaRPr kumimoji="0" lang="cs-CZ" sz="1100" b="1" i="0" u="none" strike="noStrike" kern="1200" cap="none" spc="0" normalizeH="0" baseline="0" noProof="0">
              <a:ln>
                <a:noFill/>
              </a:ln>
              <a:solidFill>
                <a:srgbClr val="FF0000"/>
              </a:solidFill>
              <a:effectLst/>
              <a:uLnTx/>
              <a:uFillTx/>
              <a:latin typeface="Arial"/>
              <a:ea typeface="+mn-ea"/>
              <a:cs typeface="+mn-cs"/>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100" b="0" i="0" u="none" strike="noStrike" kern="1200" cap="none" spc="0" normalizeH="0" baseline="0" noProof="0">
              <a:ln>
                <a:noFill/>
              </a:ln>
              <a:solidFill>
                <a:srgbClr val="000000"/>
              </a:solidFill>
              <a:effectLst/>
              <a:uLnTx/>
              <a:uFillTx/>
              <a:latin typeface="Arial"/>
              <a:ea typeface="+mn-ea"/>
              <a:cs typeface="+mn-cs"/>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1" i="0" u="none" strike="noStrike" kern="1200" cap="none" spc="0" normalizeH="0" baseline="0" noProof="0">
                <a:ln>
                  <a:noFill/>
                </a:ln>
                <a:solidFill>
                  <a:schemeClr val="accent6">
                    <a:lumMod val="50000"/>
                    <a:lumOff val="50000"/>
                  </a:schemeClr>
                </a:solidFill>
                <a:effectLst/>
                <a:uLnTx/>
                <a:uFillTx/>
                <a:latin typeface="Arial"/>
                <a:ea typeface="+mn-ea"/>
                <a:cs typeface="+mn-cs"/>
              </a:rPr>
              <a:t>The buyer has to make sure that the correct PR number has been selected and appear in Form</a:t>
            </a:r>
            <a:endParaRPr kumimoji="0" lang="en-US" sz="1100" b="1" i="0" u="none" strike="noStrike" kern="1200" cap="none" spc="0" normalizeH="0" baseline="0" noProof="0">
              <a:ln>
                <a:noFill/>
              </a:ln>
              <a:solidFill>
                <a:srgbClr val="000000"/>
              </a:solidFill>
              <a:effectLst/>
              <a:uLnTx/>
              <a:uFillTx/>
              <a:latin typeface="Arial"/>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srgbClr val="000000"/>
              </a:solidFill>
              <a:effectLst/>
              <a:uLnTx/>
              <a:uFillTx/>
              <a:latin typeface="Arial"/>
              <a:ea typeface="+mn-ea"/>
              <a:cs typeface="+mn-cs"/>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1" i="0" u="none" strike="noStrike" kern="1200" cap="none" spc="0" normalizeH="0" baseline="0" noProof="0">
                <a:ln>
                  <a:noFill/>
                </a:ln>
                <a:solidFill>
                  <a:schemeClr val="accent2">
                    <a:lumMod val="75000"/>
                  </a:schemeClr>
                </a:solidFill>
                <a:effectLst/>
                <a:uLnTx/>
                <a:uFillTx/>
                <a:latin typeface="Arial"/>
                <a:ea typeface="+mn-ea"/>
                <a:cs typeface="+mn-cs"/>
              </a:rPr>
              <a:t>Confirm the automatic validation will be performed in the PR line items for the fields</a:t>
            </a:r>
            <a:r>
              <a:rPr lang="cs-CZ" sz="1100">
                <a:solidFill>
                  <a:srgbClr val="000000"/>
                </a:solidFill>
                <a:latin typeface="Arial"/>
              </a:rPr>
              <a:t>:</a:t>
            </a:r>
          </a:p>
          <a:p>
            <a:pPr marL="628650" lvl="1" indent="-171450">
              <a:buFont typeface="Arial" panose="020B0604020202020204" pitchFamily="34" charset="0"/>
              <a:buChar char="•"/>
            </a:pPr>
            <a:r>
              <a:rPr kumimoji="0" lang="en-US" sz="900" b="0" i="0" u="none" strike="noStrike" kern="1200" cap="none" spc="0" normalizeH="0" baseline="0" noProof="0">
                <a:ln>
                  <a:noFill/>
                </a:ln>
                <a:solidFill>
                  <a:srgbClr val="000000"/>
                </a:solidFill>
                <a:effectLst/>
                <a:uLnTx/>
                <a:uFillTx/>
                <a:latin typeface="Arial"/>
                <a:ea typeface="+mn-ea"/>
                <a:cs typeface="+mn-cs"/>
              </a:rPr>
              <a:t>Purchasing Organization</a:t>
            </a:r>
          </a:p>
          <a:p>
            <a:pPr marL="628650" marR="0" lvl="1"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900" b="0" i="0" u="none" strike="noStrike" kern="1200" cap="none" spc="0" normalizeH="0" baseline="0" noProof="0">
                <a:ln>
                  <a:noFill/>
                </a:ln>
                <a:solidFill>
                  <a:srgbClr val="000000"/>
                </a:solidFill>
                <a:effectLst/>
                <a:uLnTx/>
                <a:uFillTx/>
                <a:latin typeface="Arial"/>
                <a:ea typeface="+mn-ea"/>
                <a:cs typeface="+mn-cs"/>
              </a:rPr>
              <a:t>Purchasing Group</a:t>
            </a:r>
          </a:p>
          <a:p>
            <a:pPr marL="628650" marR="0" lvl="1"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900" b="0" i="0" u="none" strike="noStrike" kern="1200" cap="none" spc="0" normalizeH="0" baseline="0" noProof="0">
                <a:ln>
                  <a:noFill/>
                </a:ln>
                <a:solidFill>
                  <a:srgbClr val="000000"/>
                </a:solidFill>
                <a:effectLst/>
                <a:uLnTx/>
                <a:uFillTx/>
                <a:latin typeface="Arial"/>
                <a:ea typeface="+mn-ea"/>
                <a:cs typeface="+mn-cs"/>
              </a:rPr>
              <a:t>Account Assignment, has to be</a:t>
            </a:r>
          </a:p>
          <a:p>
            <a:pPr marL="1085850" marR="0" lvl="2"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900" b="0" i="0" u="none" strike="noStrike" kern="1200" cap="none" spc="0" normalizeH="0" baseline="0" noProof="0">
                <a:ln>
                  <a:noFill/>
                </a:ln>
                <a:solidFill>
                  <a:srgbClr val="000000"/>
                </a:solidFill>
                <a:effectLst/>
                <a:uLnTx/>
                <a:uFillTx/>
                <a:latin typeface="Arial"/>
                <a:ea typeface="+mn-ea"/>
                <a:cs typeface="+mn-cs"/>
              </a:rPr>
              <a:t>4 – C</a:t>
            </a:r>
            <a:r>
              <a:rPr kumimoji="0" lang="cs-CZ" sz="900" b="0" i="0" u="none" strike="noStrike" kern="1200" cap="none" spc="0" normalizeH="0" baseline="0" noProof="0" err="1">
                <a:ln>
                  <a:noFill/>
                </a:ln>
                <a:solidFill>
                  <a:srgbClr val="000000"/>
                </a:solidFill>
                <a:effectLst/>
                <a:uLnTx/>
                <a:uFillTx/>
                <a:latin typeface="Arial"/>
                <a:ea typeface="+mn-ea"/>
                <a:cs typeface="+mn-cs"/>
              </a:rPr>
              <a:t>ost</a:t>
            </a:r>
            <a:r>
              <a:rPr kumimoji="0" lang="cs-CZ" sz="900" b="0" i="0" u="none" strike="noStrike" kern="1200" cap="none" spc="0" normalizeH="0" baseline="0" noProof="0">
                <a:ln>
                  <a:noFill/>
                </a:ln>
                <a:solidFill>
                  <a:srgbClr val="000000"/>
                </a:solidFill>
                <a:effectLst/>
                <a:uLnTx/>
                <a:uFillTx/>
                <a:latin typeface="Arial"/>
                <a:ea typeface="+mn-ea"/>
                <a:cs typeface="+mn-cs"/>
              </a:rPr>
              <a:t> </a:t>
            </a:r>
            <a:r>
              <a:rPr kumimoji="0" lang="en-US" sz="900" b="0" i="0" u="none" strike="noStrike" kern="1200" cap="none" spc="0" normalizeH="0" baseline="0" noProof="0">
                <a:ln>
                  <a:noFill/>
                </a:ln>
                <a:solidFill>
                  <a:srgbClr val="000000"/>
                </a:solidFill>
                <a:effectLst/>
                <a:uLnTx/>
                <a:uFillTx/>
                <a:latin typeface="Arial"/>
                <a:ea typeface="+mn-ea"/>
                <a:cs typeface="+mn-cs"/>
              </a:rPr>
              <a:t>center without GR</a:t>
            </a:r>
          </a:p>
          <a:p>
            <a:pPr marL="1085850" marR="0" lvl="2"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900" b="0" i="0" u="none" strike="noStrike" kern="1200" cap="none" spc="0" normalizeH="0" baseline="0" noProof="0">
                <a:ln>
                  <a:noFill/>
                </a:ln>
                <a:solidFill>
                  <a:srgbClr val="000000"/>
                </a:solidFill>
                <a:effectLst/>
                <a:uLnTx/>
                <a:uFillTx/>
                <a:latin typeface="Arial"/>
                <a:ea typeface="+mn-ea"/>
                <a:cs typeface="+mn-cs"/>
              </a:rPr>
              <a:t>5 – Project without GR</a:t>
            </a:r>
          </a:p>
          <a:p>
            <a:pPr marL="1085850" marR="0" lvl="2"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900" b="0" i="0" u="none" strike="noStrike" kern="1200" cap="none" spc="0" normalizeH="0" baseline="0" noProof="0">
                <a:ln>
                  <a:noFill/>
                </a:ln>
                <a:solidFill>
                  <a:srgbClr val="000000"/>
                </a:solidFill>
                <a:effectLst/>
                <a:uLnTx/>
                <a:uFillTx/>
                <a:latin typeface="Arial"/>
                <a:ea typeface="+mn-ea"/>
                <a:cs typeface="+mn-cs"/>
              </a:rPr>
              <a:t>A - Asset</a:t>
            </a:r>
          </a:p>
          <a:p>
            <a:pPr marL="628650" marR="0" lvl="1"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900" b="0" i="0" u="none" strike="noStrike" kern="1200" cap="none" spc="0" normalizeH="0" baseline="0" noProof="0">
                <a:ln>
                  <a:noFill/>
                </a:ln>
                <a:solidFill>
                  <a:srgbClr val="000000"/>
                </a:solidFill>
                <a:effectLst/>
                <a:uLnTx/>
                <a:uFillTx/>
                <a:latin typeface="Arial"/>
                <a:ea typeface="+mn-ea"/>
                <a:cs typeface="+mn-cs"/>
              </a:rPr>
              <a:t>Requisitioner, has to be a valid GID</a:t>
            </a:r>
          </a:p>
          <a:p>
            <a:pPr marL="628650" marR="0" lvl="1"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900" b="0" i="0" u="none" strike="noStrike" kern="1200" cap="none" spc="0" normalizeH="0" baseline="0" noProof="0">
                <a:ln>
                  <a:noFill/>
                </a:ln>
                <a:solidFill>
                  <a:srgbClr val="000000"/>
                </a:solidFill>
                <a:effectLst/>
                <a:uLnTx/>
                <a:uFillTx/>
                <a:latin typeface="Arial"/>
                <a:ea typeface="+mn-ea"/>
                <a:cs typeface="+mn-cs"/>
              </a:rPr>
              <a:t>Recipient</a:t>
            </a:r>
          </a:p>
          <a:p>
            <a:pPr marL="1085850" marR="0" lvl="2"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900" b="0" i="0" u="none" strike="noStrike" kern="1200" cap="none" spc="0" normalizeH="0" baseline="0" noProof="0">
                <a:ln>
                  <a:noFill/>
                </a:ln>
                <a:solidFill>
                  <a:srgbClr val="000000"/>
                </a:solidFill>
                <a:effectLst/>
                <a:uLnTx/>
                <a:uFillTx/>
                <a:latin typeface="Arial"/>
                <a:ea typeface="+mn-ea"/>
                <a:cs typeface="+mn-cs"/>
              </a:rPr>
              <a:t>Item Category Standard </a:t>
            </a:r>
            <a:r>
              <a:rPr kumimoji="0" lang="en-US" sz="900" b="0" i="0" u="none" strike="noStrike" kern="1200" cap="none" spc="0" normalizeH="0" baseline="0" noProof="0">
                <a:ln>
                  <a:noFill/>
                </a:ln>
                <a:solidFill>
                  <a:srgbClr val="000000"/>
                </a:solidFill>
                <a:effectLst/>
                <a:uLnTx/>
                <a:uFillTx/>
                <a:latin typeface="Arial"/>
                <a:ea typeface="+mn-ea"/>
                <a:cs typeface="+mn-cs"/>
                <a:sym typeface="Wingdings" panose="05000000000000000000" pitchFamily="2" charset="2"/>
              </a:rPr>
              <a:t> has to be valid GID</a:t>
            </a:r>
          </a:p>
          <a:p>
            <a:pPr marL="1085850" marR="0" lvl="2"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900" b="0" i="0" u="none" strike="noStrike" kern="1200" cap="none" spc="0" normalizeH="0" baseline="0" noProof="0">
                <a:ln>
                  <a:noFill/>
                </a:ln>
                <a:solidFill>
                  <a:srgbClr val="000000"/>
                </a:solidFill>
                <a:effectLst/>
                <a:uLnTx/>
                <a:uFillTx/>
                <a:latin typeface="Arial"/>
                <a:ea typeface="+mn-ea"/>
                <a:cs typeface="+mn-cs"/>
                <a:sym typeface="Wingdings" panose="05000000000000000000" pitchFamily="2" charset="2"/>
              </a:rPr>
              <a:t>Item Category B-Limit  will be Empty</a:t>
            </a:r>
            <a:endParaRPr kumimoji="0" lang="en-US" sz="900" b="0" i="0" u="none" strike="noStrike" kern="1200" cap="none" spc="0" normalizeH="0" baseline="0" noProof="0">
              <a:ln>
                <a:noFill/>
              </a:ln>
              <a:solidFill>
                <a:srgbClr val="000000"/>
              </a:solidFill>
              <a:effectLst/>
              <a:uLnTx/>
              <a:uFillTx/>
              <a:latin typeface="Arial"/>
              <a:ea typeface="+mn-ea"/>
              <a:cs typeface="+mn-cs"/>
            </a:endParaRPr>
          </a:p>
          <a:p>
            <a:pPr marL="628650" marR="0" lvl="1"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050" b="0" i="0" u="none" strike="noStrike" kern="1200" cap="none" spc="0" normalizeH="0" baseline="0" noProof="0">
              <a:ln>
                <a:noFill/>
              </a:ln>
              <a:solidFill>
                <a:srgbClr val="000000"/>
              </a:solidFill>
              <a:effectLst/>
              <a:uLnTx/>
              <a:uFillTx/>
              <a:latin typeface="Arial"/>
              <a:ea typeface="+mn-ea"/>
              <a:cs typeface="+mn-cs"/>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1" i="0" u="none" strike="noStrike" kern="1200" cap="none" spc="0" normalizeH="0" baseline="0" noProof="0">
                <a:ln>
                  <a:noFill/>
                </a:ln>
                <a:solidFill>
                  <a:srgbClr val="FFD732"/>
                </a:solidFill>
                <a:effectLst/>
                <a:uLnTx/>
                <a:uFillTx/>
                <a:latin typeface="Arial"/>
                <a:ea typeface="+mn-ea"/>
                <a:cs typeface="+mn-cs"/>
              </a:rPr>
              <a:t>Click on “Update Purchase Requisition” to review the full PR data and assign an Individual Purchasing Group</a:t>
            </a:r>
            <a:r>
              <a:rPr kumimoji="0" lang="cs-CZ" sz="1100" b="1" i="0" u="none" strike="noStrike" kern="1200" cap="none" spc="0" normalizeH="0" baseline="0" noProof="0">
                <a:ln>
                  <a:noFill/>
                </a:ln>
                <a:solidFill>
                  <a:srgbClr val="FFD732"/>
                </a:solidFill>
                <a:effectLst/>
                <a:uLnTx/>
                <a:uFillTx/>
                <a:latin typeface="Arial"/>
                <a:ea typeface="+mn-ea"/>
                <a:cs typeface="+mn-cs"/>
              </a:rPr>
              <a:t> (I</a:t>
            </a:r>
            <a:r>
              <a:rPr kumimoji="0" lang="cs-CZ" sz="1100" b="1" i="1" u="none" strike="noStrike" kern="1200" cap="none" spc="0" normalizeH="0" baseline="0" noProof="0">
                <a:ln>
                  <a:noFill/>
                </a:ln>
                <a:solidFill>
                  <a:srgbClr val="FFD732"/>
                </a:solidFill>
                <a:effectLst/>
                <a:uLnTx/>
                <a:uFillTx/>
                <a:latin typeface="Arial"/>
                <a:ea typeface="+mn-ea"/>
                <a:cs typeface="+mn-cs"/>
              </a:rPr>
              <a:t>XX</a:t>
            </a:r>
            <a:r>
              <a:rPr kumimoji="0" lang="cs-CZ" sz="1100" b="1" i="0" u="none" strike="noStrike" kern="1200" cap="none" spc="0" normalizeH="0" baseline="0" noProof="0">
                <a:ln>
                  <a:noFill/>
                </a:ln>
                <a:solidFill>
                  <a:srgbClr val="FFD732"/>
                </a:solidFill>
                <a:effectLst/>
                <a:uLnTx/>
                <a:uFillTx/>
                <a:latin typeface="Arial"/>
                <a:ea typeface="+mn-ea"/>
                <a:cs typeface="+mn-cs"/>
              </a:rPr>
              <a:t> </a:t>
            </a:r>
            <a:r>
              <a:rPr kumimoji="0" lang="cs-CZ" sz="1100" b="1" i="0" u="none" strike="noStrike" kern="1200" cap="none" spc="0" normalizeH="0" baseline="0" noProof="0" err="1">
                <a:ln>
                  <a:noFill/>
                </a:ln>
                <a:solidFill>
                  <a:srgbClr val="FFD732"/>
                </a:solidFill>
                <a:effectLst/>
                <a:uLnTx/>
                <a:uFillTx/>
                <a:latin typeface="Arial"/>
                <a:ea typeface="+mn-ea"/>
                <a:cs typeface="+mn-cs"/>
              </a:rPr>
              <a:t>instead</a:t>
            </a:r>
            <a:r>
              <a:rPr kumimoji="0" lang="cs-CZ" sz="1100" b="1" i="0" u="none" strike="noStrike" kern="1200" cap="none" spc="0" normalizeH="0" baseline="0" noProof="0">
                <a:ln>
                  <a:noFill/>
                </a:ln>
                <a:solidFill>
                  <a:srgbClr val="FFD732"/>
                </a:solidFill>
                <a:effectLst/>
                <a:uLnTx/>
                <a:uFillTx/>
                <a:latin typeface="Arial"/>
                <a:ea typeface="+mn-ea"/>
                <a:cs typeface="+mn-cs"/>
              </a:rPr>
              <a:t> </a:t>
            </a:r>
            <a:r>
              <a:rPr kumimoji="0" lang="cs-CZ" sz="1100" b="1" i="0" u="none" strike="noStrike" kern="1200" cap="none" spc="0" normalizeH="0" baseline="0" noProof="0" err="1">
                <a:ln>
                  <a:noFill/>
                </a:ln>
                <a:solidFill>
                  <a:srgbClr val="FFD732"/>
                </a:solidFill>
                <a:effectLst/>
                <a:uLnTx/>
                <a:uFillTx/>
                <a:latin typeface="Arial"/>
                <a:ea typeface="+mn-ea"/>
                <a:cs typeface="+mn-cs"/>
              </a:rPr>
              <a:t>of</a:t>
            </a:r>
            <a:r>
              <a:rPr kumimoji="0" lang="cs-CZ" sz="1100" b="1" i="0" u="none" strike="noStrike" kern="1200" cap="none" spc="0" normalizeH="0" baseline="0" noProof="0">
                <a:ln>
                  <a:noFill/>
                </a:ln>
                <a:solidFill>
                  <a:srgbClr val="FFD732"/>
                </a:solidFill>
                <a:effectLst/>
                <a:uLnTx/>
                <a:uFillTx/>
                <a:latin typeface="Arial"/>
                <a:ea typeface="+mn-ea"/>
                <a:cs typeface="+mn-cs"/>
              </a:rPr>
              <a:t> F01)</a:t>
            </a:r>
            <a:endParaRPr kumimoji="0" lang="en-US" sz="1050" b="1" i="0" u="none" strike="noStrike" kern="1200" cap="none" spc="0" normalizeH="0" baseline="0" noProof="0">
              <a:ln>
                <a:noFill/>
              </a:ln>
              <a:solidFill>
                <a:srgbClr val="000000"/>
              </a:solidFill>
              <a:effectLst/>
              <a:uLnTx/>
              <a:uFillTx/>
              <a:latin typeface="Arial"/>
              <a:ea typeface="+mn-ea"/>
              <a:cs typeface="+mn-cs"/>
            </a:endParaRPr>
          </a:p>
        </p:txBody>
      </p:sp>
      <p:sp>
        <p:nvSpPr>
          <p:cNvPr id="8" name="Rechteck 5">
            <a:extLst>
              <a:ext uri="{FF2B5EF4-FFF2-40B4-BE49-F238E27FC236}">
                <a16:creationId xmlns:a16="http://schemas.microsoft.com/office/drawing/2014/main" id="{44BB18AD-DE19-F6B9-0DFC-6984A8EFDC92}"/>
              </a:ext>
            </a:extLst>
          </p:cNvPr>
          <p:cNvSpPr/>
          <p:nvPr/>
        </p:nvSpPr>
        <p:spPr>
          <a:xfrm>
            <a:off x="9154633" y="1136342"/>
            <a:ext cx="2958903" cy="549583"/>
          </a:xfrm>
          <a:prstGeom prst="rect">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000000"/>
                </a:solidFill>
                <a:effectLst/>
                <a:uLnTx/>
                <a:uFillTx/>
                <a:latin typeface="Arial"/>
                <a:ea typeface="+mn-ea"/>
                <a:cs typeface="+mn-cs"/>
              </a:rPr>
              <a:t>BTP – My Inbox – PR Approval Form</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200" b="0" i="0" u="none" strike="noStrike" kern="1200" cap="none" spc="0" normalizeH="0" baseline="0" noProof="0">
              <a:ln>
                <a:noFill/>
              </a:ln>
              <a:solidFill>
                <a:srgbClr val="000000"/>
              </a:solidFill>
              <a:effectLst/>
              <a:uLnTx/>
              <a:uFillTx/>
              <a:latin typeface="Arial"/>
              <a:ea typeface="+mn-ea"/>
              <a:cs typeface="+mn-cs"/>
            </a:endParaRPr>
          </a:p>
        </p:txBody>
      </p:sp>
      <p:sp>
        <p:nvSpPr>
          <p:cNvPr id="3" name="TextBox 2">
            <a:extLst>
              <a:ext uri="{FF2B5EF4-FFF2-40B4-BE49-F238E27FC236}">
                <a16:creationId xmlns:a16="http://schemas.microsoft.com/office/drawing/2014/main" id="{DF93FCD4-5F4C-D1A7-5C41-9183F6655AA6}"/>
              </a:ext>
            </a:extLst>
          </p:cNvPr>
          <p:cNvSpPr txBox="1"/>
          <p:nvPr/>
        </p:nvSpPr>
        <p:spPr>
          <a:xfrm>
            <a:off x="333322" y="362910"/>
            <a:ext cx="8353478" cy="369332"/>
          </a:xfrm>
          <a:prstGeom prst="rect">
            <a:avLst/>
          </a:prstGeom>
        </p:spPr>
        <p:txBody>
          <a:bodyPr vert="horz" lIns="0" tIns="0" rIns="324000" bIns="14400" rtlCol="0" anchor="b" anchorCtr="0">
            <a:noAutofit/>
          </a:bodyPr>
          <a:lstStyle>
            <a:lvl1pPr>
              <a:lnSpc>
                <a:spcPct val="90000"/>
              </a:lnSpc>
              <a:spcBef>
                <a:spcPct val="0"/>
              </a:spcBef>
              <a:buNone/>
              <a:defRPr sz="2000" b="1">
                <a:solidFill>
                  <a:srgbClr val="00557C"/>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2000" b="1" i="0" u="none" strike="noStrike" kern="1200" cap="none" spc="0" normalizeH="0" baseline="0" noProof="0">
                <a:ln>
                  <a:noFill/>
                </a:ln>
                <a:solidFill>
                  <a:srgbClr val="00557C"/>
                </a:solidFill>
                <a:effectLst/>
                <a:uLnTx/>
                <a:uFillTx/>
                <a:latin typeface="Arial"/>
                <a:ea typeface="+mj-ea"/>
                <a:cs typeface="+mj-cs"/>
              </a:rPr>
              <a:t>Confirm the Purchase Requisition</a:t>
            </a:r>
          </a:p>
        </p:txBody>
      </p:sp>
      <p:pic>
        <p:nvPicPr>
          <p:cNvPr id="4" name="Picture 3">
            <a:extLst>
              <a:ext uri="{FF2B5EF4-FFF2-40B4-BE49-F238E27FC236}">
                <a16:creationId xmlns:a16="http://schemas.microsoft.com/office/drawing/2014/main" id="{CEADEB90-FA86-A0F2-4848-678B4A515BCF}"/>
              </a:ext>
            </a:extLst>
          </p:cNvPr>
          <p:cNvPicPr>
            <a:picLocks noChangeAspect="1"/>
          </p:cNvPicPr>
          <p:nvPr/>
        </p:nvPicPr>
        <p:blipFill>
          <a:blip r:embed="rId3"/>
          <a:stretch>
            <a:fillRect/>
          </a:stretch>
        </p:blipFill>
        <p:spPr>
          <a:xfrm>
            <a:off x="177889" y="925036"/>
            <a:ext cx="8918456" cy="5167423"/>
          </a:xfrm>
          <a:prstGeom prst="rect">
            <a:avLst/>
          </a:prstGeom>
          <a:ln>
            <a:solidFill>
              <a:srgbClr val="009999"/>
            </a:solidFill>
          </a:ln>
        </p:spPr>
      </p:pic>
    </p:spTree>
    <p:extLst>
      <p:ext uri="{BB962C8B-B14F-4D97-AF65-F5344CB8AC3E}">
        <p14:creationId xmlns:p14="http://schemas.microsoft.com/office/powerpoint/2010/main" val="231924424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8B9920-60D7-1F9C-87D1-804FBE49D211}"/>
            </a:ext>
          </a:extLst>
        </p:cNvPr>
        <p:cNvGrpSpPr/>
        <p:nvPr/>
      </p:nvGrpSpPr>
      <p:grpSpPr>
        <a:xfrm>
          <a:off x="0" y="0"/>
          <a:ext cx="0" cy="0"/>
          <a:chOff x="0" y="0"/>
          <a:chExt cx="0" cy="0"/>
        </a:xfrm>
      </p:grpSpPr>
      <p:sp>
        <p:nvSpPr>
          <p:cNvPr id="6" name="Rechteck 5">
            <a:extLst>
              <a:ext uri="{FF2B5EF4-FFF2-40B4-BE49-F238E27FC236}">
                <a16:creationId xmlns:a16="http://schemas.microsoft.com/office/drawing/2014/main" id="{F4AB1EB0-7D50-EF08-7AC1-C7C4437D7C21}"/>
              </a:ext>
            </a:extLst>
          </p:cNvPr>
          <p:cNvSpPr/>
          <p:nvPr/>
        </p:nvSpPr>
        <p:spPr>
          <a:xfrm>
            <a:off x="9154632" y="1685926"/>
            <a:ext cx="2958904" cy="4629150"/>
          </a:xfrm>
          <a:prstGeom prst="rect">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a:ln>
                  <a:noFill/>
                </a:ln>
                <a:solidFill>
                  <a:srgbClr val="000000"/>
                </a:solidFill>
                <a:effectLst/>
                <a:uLnTx/>
                <a:uFillTx/>
                <a:latin typeface="Arial"/>
                <a:ea typeface="+mn-ea"/>
                <a:cs typeface="+mn-cs"/>
              </a:rPr>
              <a:t>Click on the arrow on “Purchase Requisition Items” (Red highlight)</a:t>
            </a:r>
            <a:endParaRPr kumimoji="0" lang="en-US" sz="1050" b="0" i="0" u="none" strike="noStrike" kern="1200" cap="none" spc="0" normalizeH="0" baseline="0" noProof="0">
              <a:ln>
                <a:noFill/>
              </a:ln>
              <a:solidFill>
                <a:srgbClr val="000000"/>
              </a:solidFill>
              <a:effectLst/>
              <a:uLnTx/>
              <a:uFillTx/>
              <a:latin typeface="Arial"/>
              <a:ea typeface="+mn-ea"/>
              <a:cs typeface="+mn-cs"/>
            </a:endParaRPr>
          </a:p>
        </p:txBody>
      </p:sp>
      <p:sp>
        <p:nvSpPr>
          <p:cNvPr id="8" name="Rechteck 5">
            <a:extLst>
              <a:ext uri="{FF2B5EF4-FFF2-40B4-BE49-F238E27FC236}">
                <a16:creationId xmlns:a16="http://schemas.microsoft.com/office/drawing/2014/main" id="{6C8D04BD-6B2D-AA58-9B68-B98B42EDFDCD}"/>
              </a:ext>
            </a:extLst>
          </p:cNvPr>
          <p:cNvSpPr/>
          <p:nvPr/>
        </p:nvSpPr>
        <p:spPr>
          <a:xfrm>
            <a:off x="9154633" y="1136342"/>
            <a:ext cx="2958903" cy="549583"/>
          </a:xfrm>
          <a:prstGeom prst="rect">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000000"/>
                </a:solidFill>
                <a:effectLst/>
                <a:uLnTx/>
                <a:uFillTx/>
                <a:latin typeface="Arial"/>
                <a:ea typeface="+mn-ea"/>
                <a:cs typeface="+mn-cs"/>
              </a:rPr>
              <a:t>BTP – My Inbox – PR Approval Form</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200" b="0" i="0" u="none" strike="noStrike" kern="1200" cap="none" spc="0" normalizeH="0" baseline="0" noProof="0">
              <a:ln>
                <a:noFill/>
              </a:ln>
              <a:solidFill>
                <a:srgbClr val="000000"/>
              </a:solidFill>
              <a:effectLst/>
              <a:uLnTx/>
              <a:uFillTx/>
              <a:latin typeface="Arial"/>
              <a:ea typeface="+mn-ea"/>
              <a:cs typeface="+mn-cs"/>
            </a:endParaRPr>
          </a:p>
        </p:txBody>
      </p:sp>
      <p:sp>
        <p:nvSpPr>
          <p:cNvPr id="3" name="TextBox 2">
            <a:extLst>
              <a:ext uri="{FF2B5EF4-FFF2-40B4-BE49-F238E27FC236}">
                <a16:creationId xmlns:a16="http://schemas.microsoft.com/office/drawing/2014/main" id="{822BFA86-4504-4910-B50C-36A8BED87012}"/>
              </a:ext>
            </a:extLst>
          </p:cNvPr>
          <p:cNvSpPr txBox="1"/>
          <p:nvPr/>
        </p:nvSpPr>
        <p:spPr>
          <a:xfrm>
            <a:off x="333322" y="362910"/>
            <a:ext cx="8353478" cy="369332"/>
          </a:xfrm>
          <a:prstGeom prst="rect">
            <a:avLst/>
          </a:prstGeom>
        </p:spPr>
        <p:txBody>
          <a:bodyPr vert="horz" lIns="0" tIns="0" rIns="324000" bIns="14400" rtlCol="0" anchor="b" anchorCtr="0">
            <a:noAutofit/>
          </a:bodyPr>
          <a:lstStyle>
            <a:lvl1pPr>
              <a:lnSpc>
                <a:spcPct val="90000"/>
              </a:lnSpc>
              <a:spcBef>
                <a:spcPct val="0"/>
              </a:spcBef>
              <a:buNone/>
              <a:defRPr sz="2000" b="1">
                <a:solidFill>
                  <a:srgbClr val="00557C"/>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2000" b="1" i="0" u="none" strike="noStrike" kern="1200" cap="none" spc="0" normalizeH="0" baseline="0" noProof="0">
                <a:ln>
                  <a:noFill/>
                </a:ln>
                <a:solidFill>
                  <a:srgbClr val="00557C"/>
                </a:solidFill>
                <a:effectLst/>
                <a:uLnTx/>
                <a:uFillTx/>
                <a:latin typeface="Arial"/>
                <a:ea typeface="+mj-ea"/>
                <a:cs typeface="+mj-cs"/>
              </a:rPr>
              <a:t>Confirm the Purchase Requisition</a:t>
            </a:r>
          </a:p>
        </p:txBody>
      </p:sp>
      <p:pic>
        <p:nvPicPr>
          <p:cNvPr id="5" name="Picture 4">
            <a:extLst>
              <a:ext uri="{FF2B5EF4-FFF2-40B4-BE49-F238E27FC236}">
                <a16:creationId xmlns:a16="http://schemas.microsoft.com/office/drawing/2014/main" id="{4744D44A-074A-D20B-E931-4A97954E4C16}"/>
              </a:ext>
            </a:extLst>
          </p:cNvPr>
          <p:cNvPicPr>
            <a:picLocks noChangeAspect="1"/>
          </p:cNvPicPr>
          <p:nvPr/>
        </p:nvPicPr>
        <p:blipFill>
          <a:blip r:embed="rId3"/>
          <a:stretch>
            <a:fillRect/>
          </a:stretch>
        </p:blipFill>
        <p:spPr>
          <a:xfrm>
            <a:off x="78464" y="808073"/>
            <a:ext cx="9017311" cy="5337545"/>
          </a:xfrm>
          <a:prstGeom prst="rect">
            <a:avLst/>
          </a:prstGeom>
          <a:ln>
            <a:solidFill>
              <a:srgbClr val="009999"/>
            </a:solidFill>
          </a:ln>
        </p:spPr>
      </p:pic>
    </p:spTree>
    <p:extLst>
      <p:ext uri="{BB962C8B-B14F-4D97-AF65-F5344CB8AC3E}">
        <p14:creationId xmlns:p14="http://schemas.microsoft.com/office/powerpoint/2010/main" val="172142798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A79EBA-7AC8-CB0F-7D42-2DE4BC3FA7EB}"/>
            </a:ext>
          </a:extLst>
        </p:cNvPr>
        <p:cNvGrpSpPr/>
        <p:nvPr/>
      </p:nvGrpSpPr>
      <p:grpSpPr>
        <a:xfrm>
          <a:off x="0" y="0"/>
          <a:ext cx="0" cy="0"/>
          <a:chOff x="0" y="0"/>
          <a:chExt cx="0" cy="0"/>
        </a:xfrm>
      </p:grpSpPr>
      <p:sp>
        <p:nvSpPr>
          <p:cNvPr id="6" name="Rechteck 5">
            <a:extLst>
              <a:ext uri="{FF2B5EF4-FFF2-40B4-BE49-F238E27FC236}">
                <a16:creationId xmlns:a16="http://schemas.microsoft.com/office/drawing/2014/main" id="{DC0CF6D3-EBAB-A495-71AA-2FBAFB3323F2}"/>
              </a:ext>
            </a:extLst>
          </p:cNvPr>
          <p:cNvSpPr/>
          <p:nvPr/>
        </p:nvSpPr>
        <p:spPr>
          <a:xfrm>
            <a:off x="9154632" y="1685926"/>
            <a:ext cx="2958904" cy="4629150"/>
          </a:xfrm>
          <a:prstGeom prst="rect">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1" i="0" u="none" strike="noStrike" kern="1200" cap="none" spc="0" normalizeH="0" baseline="0" noProof="0">
                <a:ln>
                  <a:noFill/>
                </a:ln>
                <a:solidFill>
                  <a:srgbClr val="FF0000"/>
                </a:solidFill>
                <a:effectLst/>
                <a:uLnTx/>
                <a:uFillTx/>
                <a:latin typeface="Arial"/>
                <a:ea typeface="+mn-ea"/>
                <a:cs typeface="+mn-cs"/>
              </a:rPr>
              <a:t>Select “Contact Information” tab</a:t>
            </a:r>
            <a:endParaRPr kumimoji="0" lang="cs-CZ" sz="1100" b="1" i="0" u="none" strike="noStrike" kern="1200" cap="none" spc="0" normalizeH="0" baseline="0" noProof="0">
              <a:ln>
                <a:noFill/>
              </a:ln>
              <a:solidFill>
                <a:srgbClr val="FF0000"/>
              </a:solidFill>
              <a:effectLst/>
              <a:uLnTx/>
              <a:uFillTx/>
              <a:latin typeface="Arial"/>
              <a:ea typeface="+mn-ea"/>
              <a:cs typeface="+mn-cs"/>
            </a:endParaRPr>
          </a:p>
          <a:p>
            <a:pPr marR="0" lvl="0" algn="l" defTabSz="914400" rtl="0" eaLnBrk="1" fontAlgn="auto" latinLnBrk="0" hangingPunct="1">
              <a:lnSpc>
                <a:spcPct val="100000"/>
              </a:lnSpc>
              <a:spcBef>
                <a:spcPts val="0"/>
              </a:spcBef>
              <a:spcAft>
                <a:spcPts val="0"/>
              </a:spcAft>
              <a:buClrTx/>
              <a:buSzTx/>
              <a:tabLst/>
              <a:defRPr/>
            </a:pPr>
            <a:endParaRPr kumimoji="0" lang="en-US" sz="1100" b="0" i="0" u="none" strike="noStrike" kern="1200" cap="none" spc="0" normalizeH="0" baseline="0" noProof="0">
              <a:ln>
                <a:noFill/>
              </a:ln>
              <a:solidFill>
                <a:srgbClr val="000000"/>
              </a:solidFill>
              <a:effectLst/>
              <a:uLnTx/>
              <a:uFillTx/>
              <a:latin typeface="Arial"/>
              <a:ea typeface="+mn-ea"/>
              <a:cs typeface="+mn-cs"/>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1" i="0" u="none" strike="noStrike" kern="1200" cap="none" spc="0" normalizeH="0" baseline="0" noProof="0">
                <a:ln>
                  <a:noFill/>
                </a:ln>
                <a:solidFill>
                  <a:schemeClr val="accent6">
                    <a:lumMod val="50000"/>
                    <a:lumOff val="50000"/>
                  </a:schemeClr>
                </a:solidFill>
                <a:effectLst/>
                <a:uLnTx/>
                <a:uFillTx/>
                <a:latin typeface="Arial"/>
                <a:ea typeface="+mn-ea"/>
                <a:cs typeface="+mn-cs"/>
              </a:rPr>
              <a:t>Change the F01 Purchasing Group, for an Individual Purchasing Group</a:t>
            </a:r>
            <a:endParaRPr kumimoji="0" lang="en-US" sz="1100" b="0" i="0" u="none" strike="noStrike" kern="1200" cap="none" spc="0" normalizeH="0" baseline="0" noProof="0">
              <a:ln>
                <a:noFill/>
              </a:ln>
              <a:solidFill>
                <a:srgbClr val="000000"/>
              </a:solidFill>
              <a:effectLst/>
              <a:uLnTx/>
              <a:uFillTx/>
              <a:latin typeface="Arial"/>
              <a:ea typeface="+mn-ea"/>
              <a:cs typeface="+mn-cs"/>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100" b="0" i="0" u="none" strike="noStrike" kern="1200" cap="none" spc="0" normalizeH="0" baseline="0" noProof="0">
              <a:ln>
                <a:noFill/>
              </a:ln>
              <a:solidFill>
                <a:srgbClr val="000000"/>
              </a:solidFill>
              <a:effectLst/>
              <a:uLnTx/>
              <a:uFillTx/>
              <a:latin typeface="Arial"/>
              <a:ea typeface="+mn-ea"/>
              <a:cs typeface="+mn-cs"/>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a:ln>
                  <a:noFill/>
                </a:ln>
                <a:solidFill>
                  <a:srgbClr val="000000"/>
                </a:solidFill>
                <a:effectLst/>
                <a:uLnTx/>
                <a:uFillTx/>
                <a:latin typeface="Arial"/>
                <a:ea typeface="+mn-ea"/>
                <a:cs typeface="+mn-cs"/>
              </a:rPr>
              <a:t>Click on “APPLY”</a:t>
            </a:r>
            <a:endParaRPr kumimoji="0" lang="en-US" sz="1050" b="0" i="0" u="none" strike="noStrike" kern="1200" cap="none" spc="0" normalizeH="0" baseline="0" noProof="0">
              <a:ln>
                <a:noFill/>
              </a:ln>
              <a:solidFill>
                <a:srgbClr val="000000"/>
              </a:solidFill>
              <a:effectLst/>
              <a:uLnTx/>
              <a:uFillTx/>
              <a:latin typeface="Arial"/>
              <a:ea typeface="+mn-ea"/>
              <a:cs typeface="+mn-cs"/>
            </a:endParaRPr>
          </a:p>
        </p:txBody>
      </p:sp>
      <p:sp>
        <p:nvSpPr>
          <p:cNvPr id="8" name="Rechteck 5">
            <a:extLst>
              <a:ext uri="{FF2B5EF4-FFF2-40B4-BE49-F238E27FC236}">
                <a16:creationId xmlns:a16="http://schemas.microsoft.com/office/drawing/2014/main" id="{A3DDD165-75FA-8024-39B9-764173226B13}"/>
              </a:ext>
            </a:extLst>
          </p:cNvPr>
          <p:cNvSpPr/>
          <p:nvPr/>
        </p:nvSpPr>
        <p:spPr>
          <a:xfrm>
            <a:off x="9154633" y="1136342"/>
            <a:ext cx="2958903" cy="549583"/>
          </a:xfrm>
          <a:prstGeom prst="rect">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000000"/>
                </a:solidFill>
                <a:effectLst/>
                <a:uLnTx/>
                <a:uFillTx/>
                <a:latin typeface="Arial"/>
                <a:ea typeface="+mn-ea"/>
                <a:cs typeface="+mn-cs"/>
              </a:rPr>
              <a:t>BTP – My Inbox – PR Approval Form</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200" b="0" i="0" u="none" strike="noStrike" kern="1200" cap="none" spc="0" normalizeH="0" baseline="0" noProof="0">
              <a:ln>
                <a:noFill/>
              </a:ln>
              <a:solidFill>
                <a:srgbClr val="000000"/>
              </a:solidFill>
              <a:effectLst/>
              <a:uLnTx/>
              <a:uFillTx/>
              <a:latin typeface="Arial"/>
              <a:ea typeface="+mn-ea"/>
              <a:cs typeface="+mn-cs"/>
            </a:endParaRPr>
          </a:p>
        </p:txBody>
      </p:sp>
      <p:sp>
        <p:nvSpPr>
          <p:cNvPr id="3" name="TextBox 2">
            <a:extLst>
              <a:ext uri="{FF2B5EF4-FFF2-40B4-BE49-F238E27FC236}">
                <a16:creationId xmlns:a16="http://schemas.microsoft.com/office/drawing/2014/main" id="{A29EFEF6-63E0-36DC-8565-5EF29208DB25}"/>
              </a:ext>
            </a:extLst>
          </p:cNvPr>
          <p:cNvSpPr txBox="1"/>
          <p:nvPr/>
        </p:nvSpPr>
        <p:spPr>
          <a:xfrm>
            <a:off x="333322" y="362910"/>
            <a:ext cx="8353478" cy="369332"/>
          </a:xfrm>
          <a:prstGeom prst="rect">
            <a:avLst/>
          </a:prstGeom>
        </p:spPr>
        <p:txBody>
          <a:bodyPr vert="horz" lIns="0" tIns="0" rIns="324000" bIns="14400" rtlCol="0" anchor="b" anchorCtr="0">
            <a:noAutofit/>
          </a:bodyPr>
          <a:lstStyle>
            <a:lvl1pPr>
              <a:lnSpc>
                <a:spcPct val="90000"/>
              </a:lnSpc>
              <a:spcBef>
                <a:spcPct val="0"/>
              </a:spcBef>
              <a:buNone/>
              <a:defRPr sz="2000" b="1">
                <a:solidFill>
                  <a:srgbClr val="00557C"/>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2000" b="1" i="0" u="none" strike="noStrike" kern="1200" cap="none" spc="0" normalizeH="0" baseline="0" noProof="0">
                <a:ln>
                  <a:noFill/>
                </a:ln>
                <a:solidFill>
                  <a:srgbClr val="00557C"/>
                </a:solidFill>
                <a:effectLst/>
                <a:uLnTx/>
                <a:uFillTx/>
                <a:latin typeface="Arial"/>
                <a:ea typeface="+mj-ea"/>
                <a:cs typeface="+mj-cs"/>
              </a:rPr>
              <a:t>Confirm the Purchase Requisition</a:t>
            </a:r>
          </a:p>
        </p:txBody>
      </p:sp>
      <p:pic>
        <p:nvPicPr>
          <p:cNvPr id="4" name="Picture 3">
            <a:extLst>
              <a:ext uri="{FF2B5EF4-FFF2-40B4-BE49-F238E27FC236}">
                <a16:creationId xmlns:a16="http://schemas.microsoft.com/office/drawing/2014/main" id="{E9CE44CB-3E6E-22AB-5D2A-A99D69A49B06}"/>
              </a:ext>
            </a:extLst>
          </p:cNvPr>
          <p:cNvPicPr>
            <a:picLocks noChangeAspect="1"/>
          </p:cNvPicPr>
          <p:nvPr/>
        </p:nvPicPr>
        <p:blipFill>
          <a:blip r:embed="rId3"/>
          <a:stretch>
            <a:fillRect/>
          </a:stretch>
        </p:blipFill>
        <p:spPr>
          <a:xfrm>
            <a:off x="207859" y="1063270"/>
            <a:ext cx="8891550" cy="5178056"/>
          </a:xfrm>
          <a:prstGeom prst="rect">
            <a:avLst/>
          </a:prstGeom>
          <a:ln>
            <a:solidFill>
              <a:srgbClr val="009999"/>
            </a:solidFill>
          </a:ln>
        </p:spPr>
      </p:pic>
    </p:spTree>
    <p:extLst>
      <p:ext uri="{BB962C8B-B14F-4D97-AF65-F5344CB8AC3E}">
        <p14:creationId xmlns:p14="http://schemas.microsoft.com/office/powerpoint/2010/main" val="405337968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139AC6-296E-6B46-62A6-E1296C3E2CFA}"/>
            </a:ext>
          </a:extLst>
        </p:cNvPr>
        <p:cNvGrpSpPr/>
        <p:nvPr/>
      </p:nvGrpSpPr>
      <p:grpSpPr>
        <a:xfrm>
          <a:off x="0" y="0"/>
          <a:ext cx="0" cy="0"/>
          <a:chOff x="0" y="0"/>
          <a:chExt cx="0" cy="0"/>
        </a:xfrm>
      </p:grpSpPr>
      <p:sp>
        <p:nvSpPr>
          <p:cNvPr id="6" name="Rechteck 5">
            <a:extLst>
              <a:ext uri="{FF2B5EF4-FFF2-40B4-BE49-F238E27FC236}">
                <a16:creationId xmlns:a16="http://schemas.microsoft.com/office/drawing/2014/main" id="{BDAB5E68-C355-5258-0CC1-2DB388B0CB4A}"/>
              </a:ext>
            </a:extLst>
          </p:cNvPr>
          <p:cNvSpPr/>
          <p:nvPr/>
        </p:nvSpPr>
        <p:spPr>
          <a:xfrm>
            <a:off x="9154632" y="1685926"/>
            <a:ext cx="2958904" cy="4629150"/>
          </a:xfrm>
          <a:prstGeom prst="rect">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a:ln>
                  <a:noFill/>
                </a:ln>
                <a:solidFill>
                  <a:srgbClr val="000000"/>
                </a:solidFill>
                <a:effectLst/>
                <a:uLnTx/>
                <a:uFillTx/>
                <a:latin typeface="Arial"/>
                <a:ea typeface="+mn-ea"/>
                <a:cs typeface="+mn-cs"/>
              </a:rPr>
              <a:t>On the next screen, click on “SAVE”</a:t>
            </a:r>
            <a:endParaRPr kumimoji="0" lang="en-US" sz="1050" b="0" i="0" u="none" strike="noStrike" kern="1200" cap="none" spc="0" normalizeH="0" baseline="0" noProof="0">
              <a:ln>
                <a:noFill/>
              </a:ln>
              <a:solidFill>
                <a:srgbClr val="000000"/>
              </a:solidFill>
              <a:effectLst/>
              <a:uLnTx/>
              <a:uFillTx/>
              <a:latin typeface="Arial"/>
              <a:ea typeface="+mn-ea"/>
              <a:cs typeface="+mn-cs"/>
            </a:endParaRPr>
          </a:p>
        </p:txBody>
      </p:sp>
      <p:sp>
        <p:nvSpPr>
          <p:cNvPr id="8" name="Rechteck 5">
            <a:extLst>
              <a:ext uri="{FF2B5EF4-FFF2-40B4-BE49-F238E27FC236}">
                <a16:creationId xmlns:a16="http://schemas.microsoft.com/office/drawing/2014/main" id="{F3FDEEEC-251C-EF12-84BB-627D494DD4F8}"/>
              </a:ext>
            </a:extLst>
          </p:cNvPr>
          <p:cNvSpPr/>
          <p:nvPr/>
        </p:nvSpPr>
        <p:spPr>
          <a:xfrm>
            <a:off x="9154633" y="1136342"/>
            <a:ext cx="2958903" cy="549583"/>
          </a:xfrm>
          <a:prstGeom prst="rect">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000000"/>
                </a:solidFill>
                <a:effectLst/>
                <a:uLnTx/>
                <a:uFillTx/>
                <a:latin typeface="Arial"/>
                <a:ea typeface="+mn-ea"/>
                <a:cs typeface="+mn-cs"/>
              </a:rPr>
              <a:t>BTP – My Inbox – PR Approval Form</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200" b="0" i="0" u="none" strike="noStrike" kern="1200" cap="none" spc="0" normalizeH="0" baseline="0" noProof="0">
              <a:ln>
                <a:noFill/>
              </a:ln>
              <a:solidFill>
                <a:srgbClr val="000000"/>
              </a:solidFill>
              <a:effectLst/>
              <a:uLnTx/>
              <a:uFillTx/>
              <a:latin typeface="Arial"/>
              <a:ea typeface="+mn-ea"/>
              <a:cs typeface="+mn-cs"/>
            </a:endParaRPr>
          </a:p>
        </p:txBody>
      </p:sp>
      <p:sp>
        <p:nvSpPr>
          <p:cNvPr id="3" name="TextBox 2">
            <a:extLst>
              <a:ext uri="{FF2B5EF4-FFF2-40B4-BE49-F238E27FC236}">
                <a16:creationId xmlns:a16="http://schemas.microsoft.com/office/drawing/2014/main" id="{938D021E-B329-6CD6-1C05-88DD933F7FC7}"/>
              </a:ext>
            </a:extLst>
          </p:cNvPr>
          <p:cNvSpPr txBox="1"/>
          <p:nvPr/>
        </p:nvSpPr>
        <p:spPr>
          <a:xfrm>
            <a:off x="333322" y="362910"/>
            <a:ext cx="8353478" cy="369332"/>
          </a:xfrm>
          <a:prstGeom prst="rect">
            <a:avLst/>
          </a:prstGeom>
        </p:spPr>
        <p:txBody>
          <a:bodyPr vert="horz" lIns="0" tIns="0" rIns="324000" bIns="14400" rtlCol="0" anchor="b" anchorCtr="0">
            <a:noAutofit/>
          </a:bodyPr>
          <a:lstStyle>
            <a:lvl1pPr>
              <a:lnSpc>
                <a:spcPct val="90000"/>
              </a:lnSpc>
              <a:spcBef>
                <a:spcPct val="0"/>
              </a:spcBef>
              <a:buNone/>
              <a:defRPr sz="2000" b="1">
                <a:solidFill>
                  <a:srgbClr val="00557C"/>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2000" b="1" i="0" u="none" strike="noStrike" kern="1200" cap="none" spc="0" normalizeH="0" baseline="0" noProof="0">
                <a:ln>
                  <a:noFill/>
                </a:ln>
                <a:solidFill>
                  <a:srgbClr val="00557C"/>
                </a:solidFill>
                <a:effectLst/>
                <a:uLnTx/>
                <a:uFillTx/>
                <a:latin typeface="Arial"/>
                <a:ea typeface="+mj-ea"/>
                <a:cs typeface="+mj-cs"/>
              </a:rPr>
              <a:t>Confirm the Purchase Requisition</a:t>
            </a:r>
          </a:p>
        </p:txBody>
      </p:sp>
      <p:pic>
        <p:nvPicPr>
          <p:cNvPr id="5" name="Picture 4">
            <a:extLst>
              <a:ext uri="{FF2B5EF4-FFF2-40B4-BE49-F238E27FC236}">
                <a16:creationId xmlns:a16="http://schemas.microsoft.com/office/drawing/2014/main" id="{A3F76F48-1C58-F4E3-37A1-97F02FCC249E}"/>
              </a:ext>
            </a:extLst>
          </p:cNvPr>
          <p:cNvPicPr>
            <a:picLocks noChangeAspect="1"/>
          </p:cNvPicPr>
          <p:nvPr/>
        </p:nvPicPr>
        <p:blipFill>
          <a:blip r:embed="rId3"/>
          <a:stretch>
            <a:fillRect/>
          </a:stretch>
        </p:blipFill>
        <p:spPr>
          <a:xfrm>
            <a:off x="275990" y="1169578"/>
            <a:ext cx="8823420" cy="5198531"/>
          </a:xfrm>
          <a:prstGeom prst="rect">
            <a:avLst/>
          </a:prstGeom>
          <a:ln>
            <a:solidFill>
              <a:srgbClr val="009999"/>
            </a:solidFill>
          </a:ln>
        </p:spPr>
      </p:pic>
    </p:spTree>
    <p:extLst>
      <p:ext uri="{BB962C8B-B14F-4D97-AF65-F5344CB8AC3E}">
        <p14:creationId xmlns:p14="http://schemas.microsoft.com/office/powerpoint/2010/main" val="230720290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F36A6C-6BAB-B028-DEEC-438A622F9061}"/>
            </a:ext>
          </a:extLst>
        </p:cNvPr>
        <p:cNvGrpSpPr/>
        <p:nvPr/>
      </p:nvGrpSpPr>
      <p:grpSpPr>
        <a:xfrm>
          <a:off x="0" y="0"/>
          <a:ext cx="0" cy="0"/>
          <a:chOff x="0" y="0"/>
          <a:chExt cx="0" cy="0"/>
        </a:xfrm>
      </p:grpSpPr>
      <p:sp>
        <p:nvSpPr>
          <p:cNvPr id="6" name="Rechteck 5">
            <a:extLst>
              <a:ext uri="{FF2B5EF4-FFF2-40B4-BE49-F238E27FC236}">
                <a16:creationId xmlns:a16="http://schemas.microsoft.com/office/drawing/2014/main" id="{F98B657F-270A-B712-378D-31DD083F4905}"/>
              </a:ext>
            </a:extLst>
          </p:cNvPr>
          <p:cNvSpPr/>
          <p:nvPr/>
        </p:nvSpPr>
        <p:spPr>
          <a:xfrm>
            <a:off x="9154632" y="1685926"/>
            <a:ext cx="2958904" cy="4629150"/>
          </a:xfrm>
          <a:prstGeom prst="rect">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000000"/>
                </a:solidFill>
                <a:effectLst/>
                <a:uLnTx/>
                <a:uFillTx/>
                <a:latin typeface="Arial"/>
                <a:ea typeface="+mn-ea"/>
                <a:cs typeface="+mn-cs"/>
              </a:rPr>
              <a:t>Return to BTP Inbox</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100" b="0" i="0" u="none" strike="noStrike" kern="1200" cap="none" spc="0" normalizeH="0" baseline="0" noProof="0">
              <a:ln>
                <a:noFill/>
              </a:ln>
              <a:solidFill>
                <a:srgbClr val="000000"/>
              </a:solidFill>
              <a:effectLst/>
              <a:uLnTx/>
              <a:uFillTx/>
              <a:latin typeface="Arial"/>
              <a:ea typeface="+mn-ea"/>
              <a:cs typeface="+mn-cs"/>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cs-CZ" sz="1100" b="1" i="0" u="none" strike="noStrike" kern="1200" cap="none" spc="0" normalizeH="0" baseline="0" noProof="0">
                <a:ln>
                  <a:noFill/>
                </a:ln>
                <a:solidFill>
                  <a:schemeClr val="accent6">
                    <a:lumMod val="50000"/>
                    <a:lumOff val="50000"/>
                  </a:schemeClr>
                </a:solidFill>
                <a:effectLst/>
                <a:uLnTx/>
                <a:uFillTx/>
                <a:latin typeface="Arial"/>
                <a:ea typeface="+mn-ea"/>
                <a:cs typeface="+mn-cs"/>
              </a:rPr>
              <a:t>Make </a:t>
            </a:r>
            <a:r>
              <a:rPr kumimoji="0" lang="cs-CZ" sz="1100" b="1" i="0" u="none" strike="noStrike" kern="1200" cap="none" spc="0" normalizeH="0" baseline="0" noProof="0" err="1">
                <a:ln>
                  <a:noFill/>
                </a:ln>
                <a:solidFill>
                  <a:schemeClr val="accent6">
                    <a:lumMod val="50000"/>
                    <a:lumOff val="50000"/>
                  </a:schemeClr>
                </a:solidFill>
                <a:effectLst/>
                <a:uLnTx/>
                <a:uFillTx/>
                <a:latin typeface="Arial"/>
                <a:ea typeface="+mn-ea"/>
                <a:cs typeface="+mn-cs"/>
              </a:rPr>
              <a:t>sure</a:t>
            </a:r>
            <a:r>
              <a:rPr kumimoji="0" lang="cs-CZ" sz="1100" b="1" i="0" u="none" strike="noStrike" kern="1200" cap="none" spc="0" normalizeH="0" baseline="0" noProof="0">
                <a:ln>
                  <a:noFill/>
                </a:ln>
                <a:solidFill>
                  <a:schemeClr val="accent6">
                    <a:lumMod val="50000"/>
                    <a:lumOff val="50000"/>
                  </a:schemeClr>
                </a:solidFill>
                <a:effectLst/>
                <a:uLnTx/>
                <a:uFillTx/>
                <a:latin typeface="Arial"/>
                <a:ea typeface="+mn-ea"/>
                <a:cs typeface="+mn-cs"/>
              </a:rPr>
              <a:t>, </a:t>
            </a:r>
            <a:r>
              <a:rPr kumimoji="0" lang="cs-CZ" sz="1100" b="1" i="0" u="none" strike="noStrike" kern="1200" cap="none" spc="0" normalizeH="0" baseline="0" noProof="0" err="1">
                <a:ln>
                  <a:noFill/>
                </a:ln>
                <a:solidFill>
                  <a:schemeClr val="accent6">
                    <a:lumMod val="50000"/>
                    <a:lumOff val="50000"/>
                  </a:schemeClr>
                </a:solidFill>
                <a:effectLst/>
                <a:uLnTx/>
                <a:uFillTx/>
                <a:latin typeface="Arial"/>
                <a:ea typeface="+mn-ea"/>
                <a:cs typeface="+mn-cs"/>
              </a:rPr>
              <a:t>you</a:t>
            </a:r>
            <a:r>
              <a:rPr kumimoji="0" lang="cs-CZ" sz="1100" b="1" i="0" u="none" strike="noStrike" kern="1200" cap="none" spc="0" normalizeH="0" baseline="0" noProof="0">
                <a:ln>
                  <a:noFill/>
                </a:ln>
                <a:solidFill>
                  <a:schemeClr val="accent6">
                    <a:lumMod val="50000"/>
                    <a:lumOff val="50000"/>
                  </a:schemeClr>
                </a:solidFill>
                <a:effectLst/>
                <a:uLnTx/>
                <a:uFillTx/>
                <a:latin typeface="Arial"/>
                <a:ea typeface="+mn-ea"/>
                <a:cs typeface="+mn-cs"/>
              </a:rPr>
              <a:t> are in </a:t>
            </a:r>
            <a:r>
              <a:rPr kumimoji="0" lang="cs-CZ" sz="1100" b="1" i="0" u="none" strike="noStrike" kern="1200" cap="none" spc="0" normalizeH="0" baseline="0" noProof="0" err="1">
                <a:ln>
                  <a:noFill/>
                </a:ln>
                <a:solidFill>
                  <a:schemeClr val="accent6">
                    <a:lumMod val="50000"/>
                    <a:lumOff val="50000"/>
                  </a:schemeClr>
                </a:solidFill>
                <a:effectLst/>
                <a:uLnTx/>
                <a:uFillTx/>
                <a:latin typeface="Arial"/>
                <a:ea typeface="+mn-ea"/>
                <a:cs typeface="+mn-cs"/>
              </a:rPr>
              <a:t>the</a:t>
            </a:r>
            <a:r>
              <a:rPr kumimoji="0" lang="cs-CZ" sz="1100" b="1" i="0" u="none" strike="noStrike" kern="1200" cap="none" spc="0" normalizeH="0" baseline="0" noProof="0">
                <a:ln>
                  <a:noFill/>
                </a:ln>
                <a:solidFill>
                  <a:schemeClr val="accent6">
                    <a:lumMod val="50000"/>
                    <a:lumOff val="50000"/>
                  </a:schemeClr>
                </a:solidFill>
                <a:effectLst/>
                <a:uLnTx/>
                <a:uFillTx/>
                <a:latin typeface="Arial"/>
                <a:ea typeface="+mn-ea"/>
                <a:cs typeface="+mn-cs"/>
              </a:rPr>
              <a:t> </a:t>
            </a:r>
            <a:r>
              <a:rPr kumimoji="0" lang="cs-CZ" sz="1100" b="1" i="0" u="none" strike="noStrike" kern="1200" cap="none" spc="0" normalizeH="0" baseline="0" noProof="0" err="1">
                <a:ln>
                  <a:noFill/>
                </a:ln>
                <a:solidFill>
                  <a:schemeClr val="accent6">
                    <a:lumMod val="50000"/>
                    <a:lumOff val="50000"/>
                  </a:schemeClr>
                </a:solidFill>
                <a:effectLst/>
                <a:uLnTx/>
                <a:uFillTx/>
                <a:latin typeface="Arial"/>
                <a:ea typeface="+mn-ea"/>
                <a:cs typeface="+mn-cs"/>
              </a:rPr>
              <a:t>correct</a:t>
            </a:r>
            <a:r>
              <a:rPr kumimoji="0" lang="cs-CZ" sz="1100" b="1" i="0" u="none" strike="noStrike" kern="1200" cap="none" spc="0" normalizeH="0" baseline="0" noProof="0">
                <a:ln>
                  <a:noFill/>
                </a:ln>
                <a:solidFill>
                  <a:schemeClr val="accent6">
                    <a:lumMod val="50000"/>
                    <a:lumOff val="50000"/>
                  </a:schemeClr>
                </a:solidFill>
                <a:effectLst/>
                <a:uLnTx/>
                <a:uFillTx/>
                <a:latin typeface="Arial"/>
                <a:ea typeface="+mn-ea"/>
                <a:cs typeface="+mn-cs"/>
              </a:rPr>
              <a:t> PR, </a:t>
            </a:r>
            <a:r>
              <a:rPr kumimoji="0" lang="cs-CZ" sz="1100" b="1" i="0" u="none" strike="noStrike" kern="1200" cap="none" spc="0" normalizeH="0" baseline="0" noProof="0" err="1">
                <a:ln>
                  <a:noFill/>
                </a:ln>
                <a:solidFill>
                  <a:schemeClr val="accent6">
                    <a:lumMod val="50000"/>
                    <a:lumOff val="50000"/>
                  </a:schemeClr>
                </a:solidFill>
                <a:effectLst/>
                <a:uLnTx/>
                <a:uFillTx/>
                <a:latin typeface="Arial"/>
                <a:ea typeface="+mn-ea"/>
                <a:cs typeface="+mn-cs"/>
              </a:rPr>
              <a:t>which</a:t>
            </a:r>
            <a:r>
              <a:rPr kumimoji="0" lang="cs-CZ" sz="1100" b="1" i="0" u="none" strike="noStrike" kern="1200" cap="none" spc="0" normalizeH="0" baseline="0" noProof="0">
                <a:ln>
                  <a:noFill/>
                </a:ln>
                <a:solidFill>
                  <a:schemeClr val="accent6">
                    <a:lumMod val="50000"/>
                    <a:lumOff val="50000"/>
                  </a:schemeClr>
                </a:solidFill>
                <a:effectLst/>
                <a:uLnTx/>
                <a:uFillTx/>
                <a:latin typeface="Arial"/>
                <a:ea typeface="+mn-ea"/>
                <a:cs typeface="+mn-cs"/>
              </a:rPr>
              <a:t> has to </a:t>
            </a:r>
            <a:r>
              <a:rPr kumimoji="0" lang="cs-CZ" sz="1100" b="1" i="0" u="none" strike="noStrike" kern="1200" cap="none" spc="0" normalizeH="0" baseline="0" noProof="0" err="1">
                <a:ln>
                  <a:noFill/>
                </a:ln>
                <a:solidFill>
                  <a:schemeClr val="accent6">
                    <a:lumMod val="50000"/>
                    <a:lumOff val="50000"/>
                  </a:schemeClr>
                </a:solidFill>
                <a:effectLst/>
                <a:uLnTx/>
                <a:uFillTx/>
                <a:latin typeface="Arial"/>
                <a:ea typeface="+mn-ea"/>
                <a:cs typeface="+mn-cs"/>
              </a:rPr>
              <a:t>be</a:t>
            </a:r>
            <a:r>
              <a:rPr kumimoji="0" lang="cs-CZ" sz="1100" b="1" i="0" u="none" strike="noStrike" kern="1200" cap="none" spc="0" normalizeH="0" baseline="0" noProof="0">
                <a:ln>
                  <a:noFill/>
                </a:ln>
                <a:solidFill>
                  <a:schemeClr val="accent6">
                    <a:lumMod val="50000"/>
                    <a:lumOff val="50000"/>
                  </a:schemeClr>
                </a:solidFill>
                <a:effectLst/>
                <a:uLnTx/>
                <a:uFillTx/>
                <a:latin typeface="Arial"/>
                <a:ea typeface="+mn-ea"/>
                <a:cs typeface="+mn-cs"/>
              </a:rPr>
              <a:t> </a:t>
            </a:r>
            <a:r>
              <a:rPr kumimoji="0" lang="cs-CZ" sz="1100" b="1" i="0" u="none" strike="noStrike" kern="1200" cap="none" spc="0" normalizeH="0" baseline="0" noProof="0" err="1">
                <a:ln>
                  <a:noFill/>
                </a:ln>
                <a:solidFill>
                  <a:schemeClr val="accent6">
                    <a:lumMod val="50000"/>
                    <a:lumOff val="50000"/>
                  </a:schemeClr>
                </a:solidFill>
                <a:effectLst/>
                <a:uLnTx/>
                <a:uFillTx/>
                <a:latin typeface="Arial"/>
                <a:ea typeface="+mn-ea"/>
                <a:cs typeface="+mn-cs"/>
              </a:rPr>
              <a:t>validated</a:t>
            </a:r>
            <a:r>
              <a:rPr kumimoji="0" lang="cs-CZ" sz="1100" b="1" i="0" u="none" strike="noStrike" kern="1200" cap="none" spc="0" normalizeH="0" baseline="0" noProof="0">
                <a:ln>
                  <a:noFill/>
                </a:ln>
                <a:solidFill>
                  <a:schemeClr val="accent6">
                    <a:lumMod val="50000"/>
                    <a:lumOff val="50000"/>
                  </a:schemeClr>
                </a:solidFill>
                <a:effectLst/>
                <a:uLnTx/>
                <a:uFillTx/>
                <a:latin typeface="Arial"/>
                <a:ea typeface="+mn-ea"/>
                <a:cs typeface="+mn-cs"/>
              </a:rPr>
              <a:t> and </a:t>
            </a:r>
            <a:r>
              <a:rPr kumimoji="0" lang="cs-CZ" sz="1100" b="1" i="0" u="none" strike="noStrike" kern="1200" cap="none" spc="0" normalizeH="0" baseline="0" noProof="0" err="1">
                <a:ln>
                  <a:noFill/>
                </a:ln>
                <a:solidFill>
                  <a:schemeClr val="accent6">
                    <a:lumMod val="50000"/>
                    <a:lumOff val="50000"/>
                  </a:schemeClr>
                </a:solidFill>
                <a:effectLst/>
                <a:uLnTx/>
                <a:uFillTx/>
                <a:latin typeface="Arial"/>
                <a:ea typeface="+mn-ea"/>
                <a:cs typeface="+mn-cs"/>
              </a:rPr>
              <a:t>approved</a:t>
            </a:r>
            <a:endParaRPr kumimoji="0" lang="en-US" sz="1100" b="1" i="0" u="none" strike="noStrike" kern="1200" cap="none" spc="0" normalizeH="0" baseline="0" noProof="0">
              <a:ln>
                <a:noFill/>
              </a:ln>
              <a:solidFill>
                <a:schemeClr val="accent6">
                  <a:lumMod val="50000"/>
                  <a:lumOff val="50000"/>
                </a:schemeClr>
              </a:solidFill>
              <a:effectLst/>
              <a:uLnTx/>
              <a:uFillTx/>
              <a:latin typeface="Arial"/>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srgbClr val="000000"/>
              </a:solidFill>
              <a:effectLst/>
              <a:uLnTx/>
              <a:uFillTx/>
              <a:latin typeface="Arial"/>
              <a:ea typeface="+mn-ea"/>
              <a:cs typeface="+mn-cs"/>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1" i="0" u="none" strike="noStrike" kern="1200" cap="none" spc="0" normalizeH="0" baseline="0" noProof="0">
                <a:ln>
                  <a:noFill/>
                </a:ln>
                <a:solidFill>
                  <a:schemeClr val="accent2">
                    <a:lumMod val="75000"/>
                  </a:schemeClr>
                </a:solidFill>
                <a:effectLst/>
                <a:uLnTx/>
                <a:uFillTx/>
                <a:latin typeface="Arial"/>
                <a:ea typeface="+mn-ea"/>
                <a:cs typeface="+mn-cs"/>
              </a:rPr>
              <a:t>Click on Validate</a:t>
            </a:r>
            <a:r>
              <a:rPr kumimoji="0" lang="cs-CZ" sz="1100" b="1" i="0" u="none" strike="noStrike" kern="1200" cap="none" spc="0" normalizeH="0" baseline="0" noProof="0">
                <a:ln>
                  <a:noFill/>
                </a:ln>
                <a:solidFill>
                  <a:schemeClr val="accent2">
                    <a:lumMod val="75000"/>
                  </a:schemeClr>
                </a:solidFill>
                <a:effectLst/>
                <a:uLnTx/>
                <a:uFillTx/>
                <a:latin typeface="Arial"/>
                <a:ea typeface="+mn-ea"/>
                <a:cs typeface="+mn-cs"/>
              </a:rPr>
              <a:t>,</a:t>
            </a:r>
            <a:r>
              <a:rPr kumimoji="0" lang="en-US" sz="1100" b="1" i="0" u="none" strike="noStrike" kern="1200" cap="none" spc="0" normalizeH="0" baseline="0" noProof="0">
                <a:ln>
                  <a:noFill/>
                </a:ln>
                <a:solidFill>
                  <a:schemeClr val="accent2">
                    <a:lumMod val="75000"/>
                  </a:schemeClr>
                </a:solidFill>
                <a:effectLst/>
                <a:uLnTx/>
                <a:uFillTx/>
                <a:latin typeface="Arial"/>
                <a:ea typeface="+mn-ea"/>
                <a:cs typeface="+mn-cs"/>
              </a:rPr>
              <a:t> o have the information updated on the BTP form</a:t>
            </a:r>
            <a:r>
              <a:rPr kumimoji="0" lang="en-US" sz="1100" b="0" i="0" u="none" strike="noStrike" kern="1200" cap="none" spc="0" normalizeH="0" baseline="0" noProof="0">
                <a:ln>
                  <a:noFill/>
                </a:ln>
                <a:solidFill>
                  <a:srgbClr val="000000"/>
                </a:solidFill>
                <a:effectLst/>
                <a:uLnTx/>
                <a:uFillTx/>
                <a:latin typeface="Arial"/>
                <a:ea typeface="+mn-ea"/>
                <a:cs typeface="+mn-cs"/>
              </a:rPr>
              <a:t>.</a:t>
            </a:r>
            <a:endParaRPr kumimoji="0" lang="cs-CZ" sz="1100" b="0" i="0" u="none" strike="noStrike" kern="1200" cap="none" spc="0" normalizeH="0" baseline="0" noProof="0">
              <a:ln>
                <a:noFill/>
              </a:ln>
              <a:solidFill>
                <a:srgbClr val="000000"/>
              </a:solidFill>
              <a:effectLst/>
              <a:uLnTx/>
              <a:uFillTx/>
              <a:latin typeface="Arial"/>
              <a:ea typeface="+mn-ea"/>
              <a:cs typeface="+mn-cs"/>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cs-CZ" sz="1100">
              <a:solidFill>
                <a:srgbClr val="000000"/>
              </a:solidFill>
              <a:latin typeface="Arial"/>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1" i="0" u="none" strike="noStrike" kern="1200" cap="none" spc="0" normalizeH="0" baseline="0" noProof="0">
                <a:ln>
                  <a:noFill/>
                </a:ln>
                <a:solidFill>
                  <a:srgbClr val="FFD732"/>
                </a:solidFill>
                <a:effectLst/>
                <a:uLnTx/>
                <a:uFillTx/>
                <a:latin typeface="Arial"/>
                <a:ea typeface="+mn-ea"/>
                <a:cs typeface="+mn-cs"/>
              </a:rPr>
              <a:t>In this example, the P</a:t>
            </a:r>
            <a:r>
              <a:rPr kumimoji="0" lang="cs-CZ" sz="1100" b="1" i="0" u="none" strike="noStrike" kern="1200" cap="none" spc="0" normalizeH="0" baseline="0" noProof="0" err="1">
                <a:ln>
                  <a:noFill/>
                </a:ln>
                <a:solidFill>
                  <a:srgbClr val="FFD732"/>
                </a:solidFill>
                <a:effectLst/>
                <a:uLnTx/>
                <a:uFillTx/>
                <a:latin typeface="Arial"/>
                <a:ea typeface="+mn-ea"/>
                <a:cs typeface="+mn-cs"/>
              </a:rPr>
              <a:t>urchasing</a:t>
            </a:r>
            <a:r>
              <a:rPr kumimoji="0" lang="cs-CZ" sz="1100" b="1" i="0" u="none" strike="noStrike" kern="1200" cap="none" spc="0" normalizeH="0" baseline="0" noProof="0">
                <a:ln>
                  <a:noFill/>
                </a:ln>
                <a:solidFill>
                  <a:srgbClr val="FFD732"/>
                </a:solidFill>
                <a:effectLst/>
                <a:uLnTx/>
                <a:uFillTx/>
                <a:latin typeface="Arial"/>
                <a:ea typeface="+mn-ea"/>
                <a:cs typeface="+mn-cs"/>
              </a:rPr>
              <a:t> </a:t>
            </a:r>
            <a:r>
              <a:rPr kumimoji="0" lang="en-US" sz="1100" b="1" i="0" u="none" strike="noStrike" kern="1200" cap="none" spc="0" normalizeH="0" baseline="0" noProof="0">
                <a:ln>
                  <a:noFill/>
                </a:ln>
                <a:solidFill>
                  <a:srgbClr val="FFD732"/>
                </a:solidFill>
                <a:effectLst/>
                <a:uLnTx/>
                <a:uFillTx/>
                <a:latin typeface="Arial"/>
                <a:ea typeface="+mn-ea"/>
                <a:cs typeface="+mn-cs"/>
              </a:rPr>
              <a:t>Group will be changed from F01 to I11</a:t>
            </a:r>
            <a:endParaRPr kumimoji="0" lang="cs-CZ" sz="1100" b="1" i="0" u="none" strike="noStrike" kern="1200" cap="none" spc="0" normalizeH="0" baseline="0" noProof="0">
              <a:ln>
                <a:noFill/>
              </a:ln>
              <a:solidFill>
                <a:srgbClr val="FFD732"/>
              </a:solidFill>
              <a:effectLst/>
              <a:uLnTx/>
              <a:uFillTx/>
              <a:latin typeface="Arial"/>
              <a:ea typeface="+mn-ea"/>
              <a:cs typeface="+mn-cs"/>
            </a:endParaRPr>
          </a:p>
          <a:p>
            <a:pPr marL="628650" marR="0" lvl="1"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100" b="0" i="0" u="none" strike="noStrike" kern="1200" cap="none" spc="0" normalizeH="0" baseline="0" noProof="0">
              <a:ln>
                <a:noFill/>
              </a:ln>
              <a:solidFill>
                <a:srgbClr val="000000"/>
              </a:solidFill>
              <a:effectLst/>
              <a:uLnTx/>
              <a:uFillTx/>
              <a:latin typeface="Arial"/>
              <a:ea typeface="+mn-ea"/>
              <a:cs typeface="+mn-cs"/>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a:ln>
                  <a:noFill/>
                </a:ln>
                <a:solidFill>
                  <a:srgbClr val="000000"/>
                </a:solidFill>
                <a:effectLst/>
                <a:uLnTx/>
                <a:uFillTx/>
                <a:latin typeface="Arial"/>
                <a:ea typeface="+mn-ea"/>
                <a:cs typeface="+mn-cs"/>
              </a:rPr>
              <a:t>Refresh the BTP Inbox page</a:t>
            </a:r>
            <a:r>
              <a:rPr kumimoji="0" lang="cs-CZ" sz="1100" b="0" i="0" u="none" strike="noStrike" kern="1200" cap="none" spc="0" normalizeH="0" baseline="0" noProof="0">
                <a:ln>
                  <a:noFill/>
                </a:ln>
                <a:solidFill>
                  <a:srgbClr val="000000"/>
                </a:solidFill>
                <a:effectLst/>
                <a:uLnTx/>
                <a:uFillTx/>
                <a:latin typeface="Arial"/>
                <a:ea typeface="+mn-ea"/>
                <a:cs typeface="+mn-cs"/>
              </a:rPr>
              <a:t> </a:t>
            </a:r>
            <a:endParaRPr kumimoji="0" lang="en-US" sz="1100" b="0" i="0" u="none" strike="noStrike" kern="1200" cap="none" spc="0" normalizeH="0" baseline="0" noProof="0">
              <a:ln>
                <a:noFill/>
              </a:ln>
              <a:solidFill>
                <a:srgbClr val="000000"/>
              </a:solidFill>
              <a:effectLst/>
              <a:uLnTx/>
              <a:uFillTx/>
              <a:latin typeface="Arial"/>
              <a:ea typeface="+mn-ea"/>
              <a:cs typeface="+mn-cs"/>
            </a:endParaRPr>
          </a:p>
          <a:p>
            <a:pPr marL="628650" marR="0" lvl="1"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100" b="0" i="0" u="none" strike="noStrike" kern="1200" cap="none" spc="0" normalizeH="0" baseline="0" noProof="0">
              <a:ln>
                <a:noFill/>
              </a:ln>
              <a:solidFill>
                <a:srgbClr val="000000"/>
              </a:solidFill>
              <a:effectLst/>
              <a:uLnTx/>
              <a:uFillTx/>
              <a:latin typeface="Arial"/>
              <a:ea typeface="+mn-ea"/>
              <a:cs typeface="+mn-cs"/>
            </a:endParaRPr>
          </a:p>
        </p:txBody>
      </p:sp>
      <p:sp>
        <p:nvSpPr>
          <p:cNvPr id="8" name="Rechteck 5">
            <a:extLst>
              <a:ext uri="{FF2B5EF4-FFF2-40B4-BE49-F238E27FC236}">
                <a16:creationId xmlns:a16="http://schemas.microsoft.com/office/drawing/2014/main" id="{7B7F5115-49DF-923B-A330-27F7B628E125}"/>
              </a:ext>
            </a:extLst>
          </p:cNvPr>
          <p:cNvSpPr/>
          <p:nvPr/>
        </p:nvSpPr>
        <p:spPr>
          <a:xfrm>
            <a:off x="9154633" y="1136342"/>
            <a:ext cx="2958903" cy="549583"/>
          </a:xfrm>
          <a:prstGeom prst="rect">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000000"/>
                </a:solidFill>
                <a:effectLst/>
                <a:uLnTx/>
                <a:uFillTx/>
                <a:latin typeface="Arial"/>
                <a:ea typeface="+mn-ea"/>
                <a:cs typeface="+mn-cs"/>
              </a:rPr>
              <a:t>BTP – My Inbox – PR Approval Form</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200" b="0" i="0" u="none" strike="noStrike" kern="1200" cap="none" spc="0" normalizeH="0" baseline="0" noProof="0">
              <a:ln>
                <a:noFill/>
              </a:ln>
              <a:solidFill>
                <a:srgbClr val="000000"/>
              </a:solidFill>
              <a:effectLst/>
              <a:uLnTx/>
              <a:uFillTx/>
              <a:latin typeface="Arial"/>
              <a:ea typeface="+mn-ea"/>
              <a:cs typeface="+mn-cs"/>
            </a:endParaRPr>
          </a:p>
        </p:txBody>
      </p:sp>
      <p:sp>
        <p:nvSpPr>
          <p:cNvPr id="3" name="TextBox 2">
            <a:extLst>
              <a:ext uri="{FF2B5EF4-FFF2-40B4-BE49-F238E27FC236}">
                <a16:creationId xmlns:a16="http://schemas.microsoft.com/office/drawing/2014/main" id="{4F6ABDC5-31DA-DBEA-2370-EE138DE43309}"/>
              </a:ext>
            </a:extLst>
          </p:cNvPr>
          <p:cNvSpPr txBox="1"/>
          <p:nvPr/>
        </p:nvSpPr>
        <p:spPr>
          <a:xfrm>
            <a:off x="333322" y="362910"/>
            <a:ext cx="8353478" cy="369332"/>
          </a:xfrm>
          <a:prstGeom prst="rect">
            <a:avLst/>
          </a:prstGeom>
        </p:spPr>
        <p:txBody>
          <a:bodyPr vert="horz" lIns="0" tIns="0" rIns="324000" bIns="14400" rtlCol="0" anchor="b" anchorCtr="0">
            <a:noAutofit/>
          </a:bodyPr>
          <a:lstStyle>
            <a:lvl1pPr>
              <a:lnSpc>
                <a:spcPct val="90000"/>
              </a:lnSpc>
              <a:spcBef>
                <a:spcPct val="0"/>
              </a:spcBef>
              <a:buNone/>
              <a:defRPr sz="2000" b="1">
                <a:solidFill>
                  <a:srgbClr val="00557C"/>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2000" b="1" i="0" u="none" strike="noStrike" kern="1200" cap="none" spc="0" normalizeH="0" baseline="0" noProof="0">
                <a:ln>
                  <a:noFill/>
                </a:ln>
                <a:solidFill>
                  <a:srgbClr val="00557C"/>
                </a:solidFill>
                <a:effectLst/>
                <a:uLnTx/>
                <a:uFillTx/>
                <a:latin typeface="Arial"/>
                <a:ea typeface="+mj-ea"/>
                <a:cs typeface="+mj-cs"/>
              </a:rPr>
              <a:t>Confirm the Purchase Requisition</a:t>
            </a:r>
          </a:p>
        </p:txBody>
      </p:sp>
      <p:pic>
        <p:nvPicPr>
          <p:cNvPr id="11" name="Picture 10">
            <a:extLst>
              <a:ext uri="{FF2B5EF4-FFF2-40B4-BE49-F238E27FC236}">
                <a16:creationId xmlns:a16="http://schemas.microsoft.com/office/drawing/2014/main" id="{5CBC5CD2-91E8-D128-A5EB-20E11AE6459F}"/>
              </a:ext>
            </a:extLst>
          </p:cNvPr>
          <p:cNvPicPr>
            <a:picLocks noChangeAspect="1"/>
          </p:cNvPicPr>
          <p:nvPr/>
        </p:nvPicPr>
        <p:blipFill>
          <a:blip r:embed="rId3"/>
          <a:stretch>
            <a:fillRect/>
          </a:stretch>
        </p:blipFill>
        <p:spPr>
          <a:xfrm>
            <a:off x="130260" y="1133038"/>
            <a:ext cx="8998325" cy="5172075"/>
          </a:xfrm>
          <a:prstGeom prst="rect">
            <a:avLst/>
          </a:prstGeom>
          <a:ln>
            <a:solidFill>
              <a:srgbClr val="009999"/>
            </a:solidFill>
          </a:ln>
        </p:spPr>
      </p:pic>
      <p:pic>
        <p:nvPicPr>
          <p:cNvPr id="4" name="Grafik 3">
            <a:extLst>
              <a:ext uri="{FF2B5EF4-FFF2-40B4-BE49-F238E27FC236}">
                <a16:creationId xmlns:a16="http://schemas.microsoft.com/office/drawing/2014/main" id="{1B8430A2-9E88-30A4-3211-D400FECD2B88}"/>
              </a:ext>
            </a:extLst>
          </p:cNvPr>
          <p:cNvPicPr>
            <a:picLocks noChangeAspect="1"/>
          </p:cNvPicPr>
          <p:nvPr/>
        </p:nvPicPr>
        <p:blipFill>
          <a:blip r:embed="rId4"/>
          <a:stretch>
            <a:fillRect/>
          </a:stretch>
        </p:blipFill>
        <p:spPr>
          <a:xfrm>
            <a:off x="11210061" y="3710759"/>
            <a:ext cx="297206" cy="236240"/>
          </a:xfrm>
          <a:prstGeom prst="rect">
            <a:avLst/>
          </a:prstGeom>
        </p:spPr>
      </p:pic>
    </p:spTree>
    <p:extLst>
      <p:ext uri="{BB962C8B-B14F-4D97-AF65-F5344CB8AC3E}">
        <p14:creationId xmlns:p14="http://schemas.microsoft.com/office/powerpoint/2010/main" val="317788345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1DCA1B-51F7-CC3F-66F7-BF8DE246EDBE}"/>
            </a:ext>
          </a:extLst>
        </p:cNvPr>
        <p:cNvGrpSpPr/>
        <p:nvPr/>
      </p:nvGrpSpPr>
      <p:grpSpPr>
        <a:xfrm>
          <a:off x="0" y="0"/>
          <a:ext cx="0" cy="0"/>
          <a:chOff x="0" y="0"/>
          <a:chExt cx="0" cy="0"/>
        </a:xfrm>
      </p:grpSpPr>
      <p:sp>
        <p:nvSpPr>
          <p:cNvPr id="6" name="Rechteck 5">
            <a:extLst>
              <a:ext uri="{FF2B5EF4-FFF2-40B4-BE49-F238E27FC236}">
                <a16:creationId xmlns:a16="http://schemas.microsoft.com/office/drawing/2014/main" id="{F143D946-4CB3-4543-039C-91491C361C4C}"/>
              </a:ext>
            </a:extLst>
          </p:cNvPr>
          <p:cNvSpPr/>
          <p:nvPr/>
        </p:nvSpPr>
        <p:spPr>
          <a:xfrm>
            <a:off x="9154632" y="1685926"/>
            <a:ext cx="2958904" cy="4629150"/>
          </a:xfrm>
          <a:prstGeom prst="rect">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000000"/>
                </a:solidFill>
                <a:effectLst/>
                <a:uLnTx/>
                <a:uFillTx/>
                <a:latin typeface="Arial"/>
                <a:ea typeface="+mn-ea"/>
                <a:cs typeface="+mn-cs"/>
              </a:rPr>
              <a:t>After VALIDATE and REFRESH the page</a:t>
            </a:r>
            <a:endParaRPr kumimoji="0" lang="cs-CZ" sz="1100" b="0" i="0" u="none" strike="noStrike" kern="1200" cap="none" spc="0" normalizeH="0" baseline="0" noProof="0">
              <a:ln>
                <a:noFill/>
              </a:ln>
              <a:solidFill>
                <a:srgbClr val="000000"/>
              </a:solidFill>
              <a:effectLst/>
              <a:uLnTx/>
              <a:uFillTx/>
              <a:latin typeface="Arial"/>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cs-CZ" sz="1100">
              <a:solidFill>
                <a:srgbClr val="000000"/>
              </a:solidFill>
              <a:latin typeface="Arial"/>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cs-CZ" sz="1100" b="0" i="0" u="none" strike="noStrike" kern="1200" cap="none" spc="0" normalizeH="0" baseline="0" noProof="0">
                <a:ln>
                  <a:noFill/>
                </a:ln>
                <a:solidFill>
                  <a:srgbClr val="000000"/>
                </a:solidFill>
                <a:effectLst/>
                <a:uLnTx/>
                <a:uFillTx/>
                <a:latin typeface="Arial"/>
                <a:ea typeface="+mn-ea"/>
                <a:cs typeface="+mn-cs"/>
              </a:rPr>
              <a:t>Check, </a:t>
            </a:r>
            <a:r>
              <a:rPr kumimoji="0" lang="cs-CZ" sz="1100" b="0" i="0" u="none" strike="noStrike" kern="1200" cap="none" spc="0" normalizeH="0" baseline="0" noProof="0" err="1">
                <a:ln>
                  <a:noFill/>
                </a:ln>
                <a:solidFill>
                  <a:srgbClr val="000000"/>
                </a:solidFill>
                <a:effectLst/>
                <a:uLnTx/>
                <a:uFillTx/>
                <a:latin typeface="Arial"/>
                <a:ea typeface="+mn-ea"/>
                <a:cs typeface="+mn-cs"/>
              </a:rPr>
              <a:t>if</a:t>
            </a:r>
            <a:r>
              <a:rPr kumimoji="0" lang="cs-CZ" sz="1100" b="0" i="0" u="none" strike="noStrike" kern="1200" cap="none" spc="0" normalizeH="0" baseline="0" noProof="0">
                <a:ln>
                  <a:noFill/>
                </a:ln>
                <a:solidFill>
                  <a:srgbClr val="000000"/>
                </a:solidFill>
                <a:effectLst/>
                <a:uLnTx/>
                <a:uFillTx/>
                <a:latin typeface="Arial"/>
                <a:ea typeface="+mn-ea"/>
                <a:cs typeface="+mn-cs"/>
              </a:rPr>
              <a:t> in </a:t>
            </a:r>
            <a:r>
              <a:rPr kumimoji="0" lang="cs-CZ" sz="1100" b="0" i="0" u="none" strike="noStrike" kern="1200" cap="none" spc="0" normalizeH="0" baseline="0" noProof="0" err="1">
                <a:ln>
                  <a:noFill/>
                </a:ln>
                <a:solidFill>
                  <a:srgbClr val="000000"/>
                </a:solidFill>
                <a:effectLst/>
                <a:uLnTx/>
                <a:uFillTx/>
                <a:latin typeface="Arial"/>
                <a:ea typeface="+mn-ea"/>
                <a:cs typeface="+mn-cs"/>
              </a:rPr>
              <a:t>the</a:t>
            </a:r>
            <a:r>
              <a:rPr kumimoji="0" lang="cs-CZ" sz="1100" b="0" i="0" u="none" strike="noStrike" kern="1200" cap="none" spc="0" normalizeH="0" baseline="0" noProof="0">
                <a:ln>
                  <a:noFill/>
                </a:ln>
                <a:solidFill>
                  <a:srgbClr val="000000"/>
                </a:solidFill>
                <a:effectLst/>
                <a:uLnTx/>
                <a:uFillTx/>
                <a:latin typeface="Arial"/>
                <a:ea typeface="+mn-ea"/>
                <a:cs typeface="+mn-cs"/>
              </a:rPr>
              <a:t> </a:t>
            </a:r>
            <a:r>
              <a:rPr kumimoji="0" lang="cs-CZ" sz="1100" b="0" i="0" u="none" strike="noStrike" kern="1200" cap="none" spc="0" normalizeH="0" baseline="0" noProof="0" err="1">
                <a:ln>
                  <a:noFill/>
                </a:ln>
                <a:solidFill>
                  <a:srgbClr val="000000"/>
                </a:solidFill>
                <a:effectLst/>
                <a:uLnTx/>
                <a:uFillTx/>
                <a:latin typeface="Arial"/>
                <a:ea typeface="+mn-ea"/>
                <a:cs typeface="+mn-cs"/>
              </a:rPr>
              <a:t>Validation</a:t>
            </a:r>
            <a:r>
              <a:rPr kumimoji="0" lang="cs-CZ" sz="1100" b="0" i="0" u="none" strike="noStrike" kern="1200" cap="none" spc="0" normalizeH="0" baseline="0" noProof="0">
                <a:ln>
                  <a:noFill/>
                </a:ln>
                <a:solidFill>
                  <a:srgbClr val="000000"/>
                </a:solidFill>
                <a:effectLst/>
                <a:uLnTx/>
                <a:uFillTx/>
                <a:latin typeface="Arial"/>
                <a:ea typeface="+mn-ea"/>
                <a:cs typeface="+mn-cs"/>
              </a:rPr>
              <a:t> </a:t>
            </a:r>
            <a:r>
              <a:rPr kumimoji="0" lang="cs-CZ" sz="1100" b="0" i="0" u="none" strike="noStrike" kern="1200" cap="none" spc="0" normalizeH="0" baseline="0" noProof="0" err="1">
                <a:ln>
                  <a:noFill/>
                </a:ln>
                <a:solidFill>
                  <a:srgbClr val="000000"/>
                </a:solidFill>
                <a:effectLst/>
                <a:uLnTx/>
                <a:uFillTx/>
                <a:latin typeface="Arial"/>
                <a:ea typeface="+mn-ea"/>
                <a:cs typeface="+mn-cs"/>
              </a:rPr>
              <a:t>Message</a:t>
            </a:r>
            <a:r>
              <a:rPr kumimoji="0" lang="cs-CZ" sz="1100" b="0" i="0" u="none" strike="noStrike" kern="1200" cap="none" spc="0" normalizeH="0" baseline="0" noProof="0">
                <a:ln>
                  <a:noFill/>
                </a:ln>
                <a:solidFill>
                  <a:srgbClr val="000000"/>
                </a:solidFill>
                <a:effectLst/>
                <a:uLnTx/>
                <a:uFillTx/>
                <a:latin typeface="Arial"/>
                <a:ea typeface="+mn-ea"/>
                <a:cs typeface="+mn-cs"/>
              </a:rPr>
              <a:t> are </a:t>
            </a:r>
            <a:r>
              <a:rPr kumimoji="0" lang="cs-CZ" sz="1100" b="0" i="0" u="none" strike="noStrike" kern="1200" cap="none" spc="0" normalizeH="0" baseline="0" noProof="0" err="1">
                <a:ln>
                  <a:noFill/>
                </a:ln>
                <a:solidFill>
                  <a:srgbClr val="000000"/>
                </a:solidFill>
                <a:effectLst/>
                <a:uLnTx/>
                <a:uFillTx/>
                <a:latin typeface="Arial"/>
                <a:ea typeface="+mn-ea"/>
                <a:cs typeface="+mn-cs"/>
              </a:rPr>
              <a:t>all</a:t>
            </a:r>
            <a:r>
              <a:rPr kumimoji="0" lang="cs-CZ" sz="1100" b="0" i="0" u="none" strike="noStrike" kern="1200" cap="none" spc="0" normalizeH="0" baseline="0" noProof="0">
                <a:ln>
                  <a:noFill/>
                </a:ln>
                <a:solidFill>
                  <a:srgbClr val="000000"/>
                </a:solidFill>
                <a:effectLst/>
                <a:uLnTx/>
                <a:uFillTx/>
                <a:latin typeface="Arial"/>
                <a:ea typeface="+mn-ea"/>
                <a:cs typeface="+mn-cs"/>
              </a:rPr>
              <a:t> data </a:t>
            </a:r>
            <a:r>
              <a:rPr kumimoji="0" lang="cs-CZ" sz="1100" b="0" i="0" u="none" strike="noStrike" kern="1200" cap="none" spc="0" normalizeH="0" baseline="0" noProof="0" err="1">
                <a:ln>
                  <a:noFill/>
                </a:ln>
                <a:solidFill>
                  <a:srgbClr val="000000"/>
                </a:solidFill>
                <a:effectLst/>
                <a:uLnTx/>
                <a:uFillTx/>
                <a:latin typeface="Arial"/>
                <a:ea typeface="+mn-ea"/>
                <a:cs typeface="+mn-cs"/>
              </a:rPr>
              <a:t>still</a:t>
            </a:r>
            <a:r>
              <a:rPr kumimoji="0" lang="cs-CZ" sz="1100" b="0" i="0" u="none" strike="noStrike" kern="1200" cap="none" spc="0" normalizeH="0" baseline="0" noProof="0">
                <a:ln>
                  <a:noFill/>
                </a:ln>
                <a:solidFill>
                  <a:srgbClr val="000000"/>
                </a:solidFill>
                <a:effectLst/>
                <a:uLnTx/>
                <a:uFillTx/>
                <a:latin typeface="Arial"/>
                <a:ea typeface="+mn-ea"/>
                <a:cs typeface="+mn-cs"/>
              </a:rPr>
              <a:t> </a:t>
            </a:r>
            <a:r>
              <a:rPr kumimoji="0" lang="cs-CZ" sz="1100" b="0" i="0" u="none" strike="noStrike" kern="1200" cap="none" spc="0" normalizeH="0" baseline="0" noProof="0" err="1">
                <a:ln>
                  <a:noFill/>
                </a:ln>
                <a:solidFill>
                  <a:srgbClr val="000000"/>
                </a:solidFill>
                <a:effectLst/>
                <a:uLnTx/>
                <a:uFillTx/>
                <a:latin typeface="Arial"/>
                <a:ea typeface="+mn-ea"/>
                <a:cs typeface="+mn-cs"/>
              </a:rPr>
              <a:t>Valid</a:t>
            </a:r>
            <a:endParaRPr kumimoji="0" lang="en-US" sz="1100" b="0" i="0" u="none" strike="noStrike" kern="1200" cap="none" spc="0" normalizeH="0" baseline="0" noProof="0">
              <a:ln>
                <a:noFill/>
              </a:ln>
              <a:solidFill>
                <a:srgbClr val="000000"/>
              </a:solidFill>
              <a:effectLst/>
              <a:uLnTx/>
              <a:uFillTx/>
              <a:latin typeface="Arial"/>
              <a:ea typeface="+mn-ea"/>
              <a:cs typeface="+mn-cs"/>
            </a:endParaRPr>
          </a:p>
          <a:p>
            <a:pPr marR="0" lvl="1" algn="l" defTabSz="914400" rtl="0" eaLnBrk="1" fontAlgn="auto" latinLnBrk="0" hangingPunct="1">
              <a:lnSpc>
                <a:spcPct val="100000"/>
              </a:lnSpc>
              <a:spcBef>
                <a:spcPts val="0"/>
              </a:spcBef>
              <a:spcAft>
                <a:spcPts val="0"/>
              </a:spcAft>
              <a:buClrTx/>
              <a:buSzTx/>
              <a:tabLst/>
              <a:defRPr/>
            </a:pPr>
            <a:endParaRPr kumimoji="0" lang="en-US" sz="1100" b="0" i="0" u="none" strike="noStrike" kern="1200" cap="none" spc="0" normalizeH="0" baseline="0" noProof="0">
              <a:ln>
                <a:noFill/>
              </a:ln>
              <a:solidFill>
                <a:srgbClr val="000000"/>
              </a:solidFill>
              <a:effectLst/>
              <a:uLnTx/>
              <a:uFillTx/>
              <a:latin typeface="Arial"/>
              <a:ea typeface="+mn-ea"/>
              <a:cs typeface="+mn-cs"/>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1" i="0" u="none" strike="noStrike" kern="1200" cap="none" spc="0" normalizeH="0" baseline="0" noProof="0">
                <a:ln>
                  <a:noFill/>
                </a:ln>
                <a:solidFill>
                  <a:srgbClr val="FFD732"/>
                </a:solidFill>
                <a:effectLst/>
                <a:uLnTx/>
                <a:uFillTx/>
                <a:latin typeface="Arial"/>
                <a:ea typeface="+mn-ea"/>
                <a:cs typeface="+mn-cs"/>
              </a:rPr>
              <a:t>In this example</a:t>
            </a:r>
            <a:r>
              <a:rPr kumimoji="0" lang="cs-CZ" sz="1100" b="1" i="0" u="none" strike="noStrike" kern="1200" cap="none" spc="0" normalizeH="0" baseline="0" noProof="0">
                <a:ln>
                  <a:noFill/>
                </a:ln>
                <a:solidFill>
                  <a:srgbClr val="FFD732"/>
                </a:solidFill>
                <a:effectLst/>
                <a:uLnTx/>
                <a:uFillTx/>
                <a:latin typeface="Arial"/>
                <a:ea typeface="+mn-ea"/>
                <a:cs typeface="+mn-cs"/>
              </a:rPr>
              <a:t>:</a:t>
            </a:r>
            <a:r>
              <a:rPr kumimoji="0" lang="en-US" sz="1100" b="1" i="0" u="none" strike="noStrike" kern="1200" cap="none" spc="0" normalizeH="0" baseline="0" noProof="0">
                <a:ln>
                  <a:noFill/>
                </a:ln>
                <a:solidFill>
                  <a:srgbClr val="FFD732"/>
                </a:solidFill>
                <a:effectLst/>
                <a:uLnTx/>
                <a:uFillTx/>
                <a:latin typeface="Arial"/>
                <a:ea typeface="+mn-ea"/>
                <a:cs typeface="+mn-cs"/>
              </a:rPr>
              <a:t> the P</a:t>
            </a:r>
            <a:r>
              <a:rPr kumimoji="0" lang="cs-CZ" sz="1100" b="1" i="0" u="none" strike="noStrike" kern="1200" cap="none" spc="0" normalizeH="0" baseline="0" noProof="0" err="1">
                <a:ln>
                  <a:noFill/>
                </a:ln>
                <a:solidFill>
                  <a:srgbClr val="FFD732"/>
                </a:solidFill>
                <a:effectLst/>
                <a:uLnTx/>
                <a:uFillTx/>
                <a:latin typeface="Arial"/>
                <a:ea typeface="+mn-ea"/>
                <a:cs typeface="+mn-cs"/>
              </a:rPr>
              <a:t>urchasing</a:t>
            </a:r>
            <a:r>
              <a:rPr kumimoji="0" lang="cs-CZ" sz="1100" b="1" i="0" u="none" strike="noStrike" kern="1200" cap="none" spc="0" normalizeH="0" baseline="0" noProof="0">
                <a:ln>
                  <a:noFill/>
                </a:ln>
                <a:solidFill>
                  <a:srgbClr val="FFD732"/>
                </a:solidFill>
                <a:effectLst/>
                <a:uLnTx/>
                <a:uFillTx/>
                <a:latin typeface="Arial"/>
                <a:ea typeface="+mn-ea"/>
                <a:cs typeface="+mn-cs"/>
              </a:rPr>
              <a:t> </a:t>
            </a:r>
            <a:r>
              <a:rPr lang="cs-CZ" sz="1100" b="1">
                <a:solidFill>
                  <a:srgbClr val="FFD732"/>
                </a:solidFill>
                <a:latin typeface="Arial"/>
              </a:rPr>
              <a:t>g</a:t>
            </a:r>
            <a:r>
              <a:rPr kumimoji="0" lang="en-US" sz="1100" b="1" i="0" u="none" strike="noStrike" kern="1200" cap="none" spc="0" normalizeH="0" baseline="0" noProof="0" err="1">
                <a:ln>
                  <a:noFill/>
                </a:ln>
                <a:solidFill>
                  <a:srgbClr val="FFD732"/>
                </a:solidFill>
                <a:effectLst/>
                <a:uLnTx/>
                <a:uFillTx/>
                <a:latin typeface="Arial"/>
                <a:ea typeface="+mn-ea"/>
                <a:cs typeface="+mn-cs"/>
              </a:rPr>
              <a:t>roup</a:t>
            </a:r>
            <a:r>
              <a:rPr kumimoji="0" lang="en-US" sz="1100" b="1" i="0" u="none" strike="noStrike" kern="1200" cap="none" spc="0" normalizeH="0" baseline="0" noProof="0">
                <a:ln>
                  <a:noFill/>
                </a:ln>
                <a:solidFill>
                  <a:srgbClr val="FFD732"/>
                </a:solidFill>
                <a:effectLst/>
                <a:uLnTx/>
                <a:uFillTx/>
                <a:latin typeface="Arial"/>
                <a:ea typeface="+mn-ea"/>
                <a:cs typeface="+mn-cs"/>
              </a:rPr>
              <a:t> was changed from F01 to</a:t>
            </a:r>
            <a:r>
              <a:rPr kumimoji="0" lang="cs-CZ" sz="1100" b="1" i="0" u="none" strike="noStrike" kern="1200" cap="none" spc="0" normalizeH="0" baseline="0" noProof="0">
                <a:ln>
                  <a:noFill/>
                </a:ln>
                <a:solidFill>
                  <a:srgbClr val="FFD732"/>
                </a:solidFill>
                <a:effectLst/>
                <a:uLnTx/>
                <a:uFillTx/>
                <a:latin typeface="Arial"/>
                <a:ea typeface="+mn-ea"/>
                <a:cs typeface="+mn-cs"/>
              </a:rPr>
              <a:t> I11 – </a:t>
            </a:r>
            <a:r>
              <a:rPr kumimoji="0" lang="cs-CZ" sz="1100" b="1" i="0" u="none" strike="noStrike" kern="1200" cap="none" spc="0" normalizeH="0" baseline="0" noProof="0" err="1">
                <a:ln>
                  <a:noFill/>
                </a:ln>
                <a:solidFill>
                  <a:srgbClr val="FFD732"/>
                </a:solidFill>
                <a:effectLst/>
                <a:uLnTx/>
                <a:uFillTx/>
                <a:latin typeface="Arial"/>
                <a:ea typeface="+mn-ea"/>
                <a:cs typeface="+mn-cs"/>
              </a:rPr>
              <a:t>is</a:t>
            </a:r>
            <a:r>
              <a:rPr kumimoji="0" lang="cs-CZ" sz="1100" b="1" i="0" u="none" strike="noStrike" kern="1200" cap="none" spc="0" normalizeH="0" baseline="0" noProof="0">
                <a:ln>
                  <a:noFill/>
                </a:ln>
                <a:solidFill>
                  <a:srgbClr val="FFD732"/>
                </a:solidFill>
                <a:effectLst/>
                <a:uLnTx/>
                <a:uFillTx/>
                <a:latin typeface="Arial"/>
                <a:ea typeface="+mn-ea"/>
                <a:cs typeface="+mn-cs"/>
              </a:rPr>
              <a:t> to Check, </a:t>
            </a:r>
            <a:r>
              <a:rPr kumimoji="0" lang="cs-CZ" sz="1100" b="1" i="0" u="none" strike="noStrike" kern="1200" cap="none" spc="0" normalizeH="0" baseline="0" noProof="0" err="1">
                <a:ln>
                  <a:noFill/>
                </a:ln>
                <a:solidFill>
                  <a:srgbClr val="FFD732"/>
                </a:solidFill>
                <a:effectLst/>
                <a:uLnTx/>
                <a:uFillTx/>
                <a:latin typeface="Arial"/>
                <a:ea typeface="+mn-ea"/>
                <a:cs typeface="+mn-cs"/>
              </a:rPr>
              <a:t>if</a:t>
            </a:r>
            <a:r>
              <a:rPr kumimoji="0" lang="cs-CZ" sz="1100" b="1" i="0" u="none" strike="noStrike" kern="1200" cap="none" spc="0" normalizeH="0" baseline="0" noProof="0">
                <a:ln>
                  <a:noFill/>
                </a:ln>
                <a:solidFill>
                  <a:srgbClr val="FFD732"/>
                </a:solidFill>
                <a:effectLst/>
                <a:uLnTx/>
                <a:uFillTx/>
                <a:latin typeface="Arial"/>
                <a:ea typeface="+mn-ea"/>
                <a:cs typeface="+mn-cs"/>
              </a:rPr>
              <a:t> </a:t>
            </a:r>
            <a:r>
              <a:rPr kumimoji="0" lang="cs-CZ" sz="1100" b="1" i="0" u="none" strike="noStrike" kern="1200" cap="none" spc="0" normalizeH="0" baseline="0" noProof="0" err="1">
                <a:ln>
                  <a:noFill/>
                </a:ln>
                <a:solidFill>
                  <a:srgbClr val="FFD732"/>
                </a:solidFill>
                <a:effectLst/>
                <a:uLnTx/>
                <a:uFillTx/>
                <a:latin typeface="Arial"/>
                <a:ea typeface="+mn-ea"/>
                <a:cs typeface="+mn-cs"/>
              </a:rPr>
              <a:t>change</a:t>
            </a:r>
            <a:r>
              <a:rPr kumimoji="0" lang="cs-CZ" sz="1100" b="1" i="0" u="none" strike="noStrike" kern="1200" cap="none" spc="0" normalizeH="0" baseline="0" noProof="0">
                <a:ln>
                  <a:noFill/>
                </a:ln>
                <a:solidFill>
                  <a:srgbClr val="FFD732"/>
                </a:solidFill>
                <a:effectLst/>
                <a:uLnTx/>
                <a:uFillTx/>
                <a:latin typeface="Arial"/>
                <a:ea typeface="+mn-ea"/>
                <a:cs typeface="+mn-cs"/>
              </a:rPr>
              <a:t> </a:t>
            </a:r>
            <a:r>
              <a:rPr kumimoji="0" lang="cs-CZ" sz="1100" b="1" i="0" u="none" strike="noStrike" kern="1200" cap="none" spc="0" normalizeH="0" baseline="0" noProof="0" err="1">
                <a:ln>
                  <a:noFill/>
                </a:ln>
                <a:solidFill>
                  <a:srgbClr val="FFD732"/>
                </a:solidFill>
                <a:effectLst/>
                <a:uLnTx/>
                <a:uFillTx/>
                <a:latin typeface="Arial"/>
                <a:ea typeface="+mn-ea"/>
                <a:cs typeface="+mn-cs"/>
              </a:rPr>
              <a:t>is</a:t>
            </a:r>
            <a:r>
              <a:rPr kumimoji="0" lang="cs-CZ" sz="1100" b="1" i="0" u="none" strike="noStrike" kern="1200" cap="none" spc="0" normalizeH="0" baseline="0" noProof="0">
                <a:ln>
                  <a:noFill/>
                </a:ln>
                <a:solidFill>
                  <a:srgbClr val="FFD732"/>
                </a:solidFill>
                <a:effectLst/>
                <a:uLnTx/>
                <a:uFillTx/>
                <a:latin typeface="Arial"/>
                <a:ea typeface="+mn-ea"/>
                <a:cs typeface="+mn-cs"/>
              </a:rPr>
              <a:t> </a:t>
            </a:r>
            <a:r>
              <a:rPr kumimoji="0" lang="cs-CZ" sz="1100" b="1" i="0" u="none" strike="noStrike" kern="1200" cap="none" spc="0" normalizeH="0" baseline="0" noProof="0" err="1">
                <a:ln>
                  <a:noFill/>
                </a:ln>
                <a:solidFill>
                  <a:srgbClr val="FFD732"/>
                </a:solidFill>
                <a:effectLst/>
                <a:uLnTx/>
                <a:uFillTx/>
                <a:latin typeface="Arial"/>
                <a:ea typeface="+mn-ea"/>
                <a:cs typeface="+mn-cs"/>
              </a:rPr>
              <a:t>visible</a:t>
            </a:r>
            <a:endParaRPr kumimoji="0" lang="en-US" sz="1100" b="1" i="0" u="none" strike="noStrike" kern="1200" cap="none" spc="0" normalizeH="0" baseline="0" noProof="0">
              <a:ln>
                <a:noFill/>
              </a:ln>
              <a:solidFill>
                <a:srgbClr val="FFD732"/>
              </a:solidFill>
              <a:effectLst/>
              <a:uLnTx/>
              <a:uFillTx/>
              <a:latin typeface="Arial"/>
              <a:ea typeface="+mn-ea"/>
              <a:cs typeface="+mn-cs"/>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100" b="0" i="0" u="none" strike="noStrike" kern="1200" cap="none" spc="0" normalizeH="0" baseline="0" noProof="0">
              <a:ln>
                <a:noFill/>
              </a:ln>
              <a:solidFill>
                <a:srgbClr val="000000"/>
              </a:solidFill>
              <a:effectLst/>
              <a:uLnTx/>
              <a:uFillTx/>
              <a:latin typeface="Arial"/>
              <a:ea typeface="+mn-ea"/>
              <a:cs typeface="+mn-cs"/>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1" i="0" u="none" strike="noStrike" kern="1200" cap="none" spc="0" normalizeH="0" baseline="0" noProof="0">
                <a:ln>
                  <a:noFill/>
                </a:ln>
                <a:solidFill>
                  <a:schemeClr val="accent2">
                    <a:lumMod val="75000"/>
                  </a:schemeClr>
                </a:solidFill>
                <a:effectLst/>
                <a:uLnTx/>
                <a:uFillTx/>
                <a:latin typeface="Arial"/>
                <a:ea typeface="+mn-ea"/>
                <a:cs typeface="+mn-cs"/>
              </a:rPr>
              <a:t>Click on Approve to send this PR to the </a:t>
            </a:r>
            <a:r>
              <a:rPr kumimoji="0" lang="cs-CZ" sz="1100" b="1" i="0" u="none" strike="noStrike" kern="1200" cap="none" spc="0" normalizeH="0" baseline="0" noProof="0" err="1">
                <a:ln>
                  <a:noFill/>
                </a:ln>
                <a:solidFill>
                  <a:schemeClr val="accent2">
                    <a:lumMod val="75000"/>
                  </a:schemeClr>
                </a:solidFill>
                <a:effectLst/>
                <a:uLnTx/>
                <a:uFillTx/>
                <a:latin typeface="Arial"/>
                <a:ea typeface="+mn-ea"/>
                <a:cs typeface="+mn-cs"/>
              </a:rPr>
              <a:t>individual</a:t>
            </a:r>
            <a:r>
              <a:rPr kumimoji="0" lang="cs-CZ" sz="1100" b="1" i="0" u="none" strike="noStrike" kern="1200" cap="none" spc="0" normalizeH="0" baseline="0" noProof="0">
                <a:ln>
                  <a:noFill/>
                </a:ln>
                <a:solidFill>
                  <a:schemeClr val="accent2">
                    <a:lumMod val="75000"/>
                  </a:schemeClr>
                </a:solidFill>
                <a:effectLst/>
                <a:uLnTx/>
                <a:uFillTx/>
                <a:latin typeface="Arial"/>
                <a:ea typeface="+mn-ea"/>
                <a:cs typeface="+mn-cs"/>
              </a:rPr>
              <a:t> </a:t>
            </a:r>
            <a:r>
              <a:rPr kumimoji="0" lang="en-US" sz="1100" b="1" i="0" u="none" strike="noStrike" kern="1200" cap="none" spc="0" normalizeH="0" baseline="0" noProof="0">
                <a:ln>
                  <a:noFill/>
                </a:ln>
                <a:solidFill>
                  <a:schemeClr val="accent2">
                    <a:lumMod val="75000"/>
                  </a:schemeClr>
                </a:solidFill>
                <a:effectLst/>
                <a:uLnTx/>
                <a:uFillTx/>
                <a:latin typeface="Arial"/>
                <a:ea typeface="+mn-ea"/>
                <a:cs typeface="+mn-cs"/>
              </a:rPr>
              <a:t>Purchaser</a:t>
            </a:r>
            <a:r>
              <a:rPr kumimoji="0" lang="cs-CZ" sz="1100" b="1" i="0" u="none" strike="noStrike" kern="1200" cap="none" spc="0" normalizeH="0" baseline="0" noProof="0">
                <a:ln>
                  <a:noFill/>
                </a:ln>
                <a:solidFill>
                  <a:schemeClr val="accent2">
                    <a:lumMod val="75000"/>
                  </a:schemeClr>
                </a:solidFill>
                <a:effectLst/>
                <a:uLnTx/>
                <a:uFillTx/>
                <a:latin typeface="Arial"/>
                <a:ea typeface="+mn-ea"/>
                <a:cs typeface="+mn-cs"/>
              </a:rPr>
              <a:t> </a:t>
            </a:r>
            <a:r>
              <a:rPr kumimoji="0" lang="cs-CZ" sz="1100" b="1" i="0" u="none" strike="noStrike" kern="1200" cap="none" spc="0" normalizeH="0" baseline="0" noProof="0" err="1">
                <a:ln>
                  <a:noFill/>
                </a:ln>
                <a:solidFill>
                  <a:schemeClr val="accent2">
                    <a:lumMod val="75000"/>
                  </a:schemeClr>
                </a:solidFill>
                <a:effectLst/>
                <a:uLnTx/>
                <a:uFillTx/>
                <a:latin typeface="Arial"/>
                <a:ea typeface="+mn-ea"/>
                <a:cs typeface="+mn-cs"/>
              </a:rPr>
              <a:t>acc</a:t>
            </a:r>
            <a:r>
              <a:rPr kumimoji="0" lang="cs-CZ" sz="1100" b="1" i="0" u="none" strike="noStrike" kern="1200" cap="none" spc="0" normalizeH="0" baseline="0" noProof="0">
                <a:ln>
                  <a:noFill/>
                </a:ln>
                <a:solidFill>
                  <a:schemeClr val="accent2">
                    <a:lumMod val="75000"/>
                  </a:schemeClr>
                </a:solidFill>
                <a:effectLst/>
                <a:uLnTx/>
                <a:uFillTx/>
                <a:latin typeface="Arial"/>
                <a:ea typeface="+mn-ea"/>
                <a:cs typeface="+mn-cs"/>
              </a:rPr>
              <a:t>. </a:t>
            </a:r>
            <a:r>
              <a:rPr kumimoji="0" lang="cs-CZ" sz="1100" b="1" i="0" u="none" strike="noStrike" kern="1200" cap="none" spc="0" normalizeH="0" baseline="0" noProof="0" err="1">
                <a:ln>
                  <a:noFill/>
                </a:ln>
                <a:solidFill>
                  <a:schemeClr val="accent2">
                    <a:lumMod val="75000"/>
                  </a:schemeClr>
                </a:solidFill>
                <a:effectLst/>
                <a:uLnTx/>
                <a:uFillTx/>
                <a:latin typeface="Arial"/>
                <a:ea typeface="+mn-ea"/>
                <a:cs typeface="+mn-cs"/>
              </a:rPr>
              <a:t>The</a:t>
            </a:r>
            <a:r>
              <a:rPr kumimoji="0" lang="cs-CZ" sz="1100" b="1" i="0" u="none" strike="noStrike" kern="1200" cap="none" spc="0" normalizeH="0" baseline="0" noProof="0">
                <a:ln>
                  <a:noFill/>
                </a:ln>
                <a:solidFill>
                  <a:schemeClr val="accent2">
                    <a:lumMod val="75000"/>
                  </a:schemeClr>
                </a:solidFill>
                <a:effectLst/>
                <a:uLnTx/>
                <a:uFillTx/>
                <a:latin typeface="Arial"/>
                <a:ea typeface="+mn-ea"/>
                <a:cs typeface="+mn-cs"/>
              </a:rPr>
              <a:t> </a:t>
            </a:r>
            <a:r>
              <a:rPr kumimoji="0" lang="cs-CZ" sz="1100" b="1" i="0" u="none" strike="noStrike" kern="1200" cap="none" spc="0" normalizeH="0" baseline="0" noProof="0" err="1">
                <a:ln>
                  <a:noFill/>
                </a:ln>
                <a:solidFill>
                  <a:schemeClr val="accent2">
                    <a:lumMod val="75000"/>
                  </a:schemeClr>
                </a:solidFill>
                <a:effectLst/>
                <a:uLnTx/>
                <a:uFillTx/>
                <a:latin typeface="Arial"/>
                <a:ea typeface="+mn-ea"/>
                <a:cs typeface="+mn-cs"/>
              </a:rPr>
              <a:t>Purchasing</a:t>
            </a:r>
            <a:r>
              <a:rPr kumimoji="0" lang="cs-CZ" sz="1100" b="1" i="0" u="none" strike="noStrike" kern="1200" cap="none" spc="0" normalizeH="0" baseline="0" noProof="0">
                <a:ln>
                  <a:noFill/>
                </a:ln>
                <a:solidFill>
                  <a:schemeClr val="accent2">
                    <a:lumMod val="75000"/>
                  </a:schemeClr>
                </a:solidFill>
                <a:effectLst/>
                <a:uLnTx/>
                <a:uFillTx/>
                <a:latin typeface="Arial"/>
                <a:ea typeface="+mn-ea"/>
                <a:cs typeface="+mn-cs"/>
              </a:rPr>
              <a:t> </a:t>
            </a:r>
            <a:r>
              <a:rPr kumimoji="0" lang="cs-CZ" sz="1100" b="1" i="0" u="none" strike="noStrike" kern="1200" cap="none" spc="0" normalizeH="0" baseline="0" noProof="0" err="1">
                <a:ln>
                  <a:noFill/>
                </a:ln>
                <a:solidFill>
                  <a:schemeClr val="accent2">
                    <a:lumMod val="75000"/>
                  </a:schemeClr>
                </a:solidFill>
                <a:effectLst/>
                <a:uLnTx/>
                <a:uFillTx/>
                <a:latin typeface="Arial"/>
                <a:ea typeface="+mn-ea"/>
                <a:cs typeface="+mn-cs"/>
              </a:rPr>
              <a:t>group</a:t>
            </a:r>
            <a:endParaRPr kumimoji="0" lang="en-US" sz="1100" b="1" i="0" u="none" strike="noStrike" kern="1200" cap="none" spc="0" normalizeH="0" baseline="0" noProof="0">
              <a:ln>
                <a:noFill/>
              </a:ln>
              <a:solidFill>
                <a:schemeClr val="accent2">
                  <a:lumMod val="75000"/>
                </a:schemeClr>
              </a:solidFill>
              <a:effectLst/>
              <a:uLnTx/>
              <a:uFillTx/>
              <a:latin typeface="Arial"/>
              <a:ea typeface="+mn-ea"/>
              <a:cs typeface="+mn-cs"/>
            </a:endParaRPr>
          </a:p>
          <a:p>
            <a:pPr marL="628650" marR="0" lvl="1"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100" b="0" i="0" u="none" strike="noStrike" kern="1200" cap="none" spc="0" normalizeH="0" baseline="0" noProof="0">
              <a:ln>
                <a:noFill/>
              </a:ln>
              <a:solidFill>
                <a:srgbClr val="000000"/>
              </a:solidFill>
              <a:effectLst/>
              <a:uLnTx/>
              <a:uFillTx/>
              <a:latin typeface="Arial"/>
              <a:ea typeface="+mn-ea"/>
              <a:cs typeface="+mn-cs"/>
            </a:endParaRPr>
          </a:p>
        </p:txBody>
      </p:sp>
      <p:sp>
        <p:nvSpPr>
          <p:cNvPr id="8" name="Rechteck 5">
            <a:extLst>
              <a:ext uri="{FF2B5EF4-FFF2-40B4-BE49-F238E27FC236}">
                <a16:creationId xmlns:a16="http://schemas.microsoft.com/office/drawing/2014/main" id="{CA53244B-31B6-9978-D0F0-FD49199B1E79}"/>
              </a:ext>
            </a:extLst>
          </p:cNvPr>
          <p:cNvSpPr/>
          <p:nvPr/>
        </p:nvSpPr>
        <p:spPr>
          <a:xfrm>
            <a:off x="9154633" y="1136342"/>
            <a:ext cx="2958903" cy="549583"/>
          </a:xfrm>
          <a:prstGeom prst="rect">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000000"/>
                </a:solidFill>
                <a:effectLst/>
                <a:uLnTx/>
                <a:uFillTx/>
                <a:latin typeface="Arial"/>
                <a:ea typeface="+mn-ea"/>
                <a:cs typeface="+mn-cs"/>
              </a:rPr>
              <a:t>BTP – My Inbox – PR Approval Form</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200" b="0" i="0" u="none" strike="noStrike" kern="1200" cap="none" spc="0" normalizeH="0" baseline="0" noProof="0">
              <a:ln>
                <a:noFill/>
              </a:ln>
              <a:solidFill>
                <a:srgbClr val="000000"/>
              </a:solidFill>
              <a:effectLst/>
              <a:uLnTx/>
              <a:uFillTx/>
              <a:latin typeface="Arial"/>
              <a:ea typeface="+mn-ea"/>
              <a:cs typeface="+mn-cs"/>
            </a:endParaRPr>
          </a:p>
        </p:txBody>
      </p:sp>
      <p:sp>
        <p:nvSpPr>
          <p:cNvPr id="3" name="TextBox 2">
            <a:extLst>
              <a:ext uri="{FF2B5EF4-FFF2-40B4-BE49-F238E27FC236}">
                <a16:creationId xmlns:a16="http://schemas.microsoft.com/office/drawing/2014/main" id="{DE7493A4-22E2-BBEE-AC9B-0ED462951FDC}"/>
              </a:ext>
            </a:extLst>
          </p:cNvPr>
          <p:cNvSpPr txBox="1"/>
          <p:nvPr/>
        </p:nvSpPr>
        <p:spPr>
          <a:xfrm>
            <a:off x="333322" y="362910"/>
            <a:ext cx="8353478" cy="369332"/>
          </a:xfrm>
          <a:prstGeom prst="rect">
            <a:avLst/>
          </a:prstGeom>
        </p:spPr>
        <p:txBody>
          <a:bodyPr vert="horz" lIns="0" tIns="0" rIns="324000" bIns="14400" rtlCol="0" anchor="b" anchorCtr="0">
            <a:noAutofit/>
          </a:bodyPr>
          <a:lstStyle>
            <a:lvl1pPr>
              <a:lnSpc>
                <a:spcPct val="90000"/>
              </a:lnSpc>
              <a:spcBef>
                <a:spcPct val="0"/>
              </a:spcBef>
              <a:buNone/>
              <a:defRPr sz="2000" b="1">
                <a:solidFill>
                  <a:srgbClr val="00557C"/>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2000" b="1" i="0" u="none" strike="noStrike" kern="1200" cap="none" spc="0" normalizeH="0" baseline="0" noProof="0">
                <a:ln>
                  <a:noFill/>
                </a:ln>
                <a:solidFill>
                  <a:srgbClr val="00557C"/>
                </a:solidFill>
                <a:effectLst/>
                <a:uLnTx/>
                <a:uFillTx/>
                <a:latin typeface="Arial"/>
                <a:ea typeface="+mj-ea"/>
                <a:cs typeface="+mj-cs"/>
              </a:rPr>
              <a:t>Confirm the Purchase Requisition</a:t>
            </a:r>
          </a:p>
        </p:txBody>
      </p:sp>
      <p:pic>
        <p:nvPicPr>
          <p:cNvPr id="4" name="Picture 3">
            <a:extLst>
              <a:ext uri="{FF2B5EF4-FFF2-40B4-BE49-F238E27FC236}">
                <a16:creationId xmlns:a16="http://schemas.microsoft.com/office/drawing/2014/main" id="{C1D52579-E5DB-B035-03EC-F964B312D621}"/>
              </a:ext>
            </a:extLst>
          </p:cNvPr>
          <p:cNvPicPr>
            <a:picLocks noChangeAspect="1"/>
          </p:cNvPicPr>
          <p:nvPr/>
        </p:nvPicPr>
        <p:blipFill>
          <a:blip r:embed="rId3"/>
          <a:stretch>
            <a:fillRect/>
          </a:stretch>
        </p:blipFill>
        <p:spPr>
          <a:xfrm>
            <a:off x="251203" y="988832"/>
            <a:ext cx="8797103" cy="5161046"/>
          </a:xfrm>
          <a:prstGeom prst="rect">
            <a:avLst/>
          </a:prstGeom>
          <a:ln>
            <a:solidFill>
              <a:srgbClr val="009999"/>
            </a:solidFill>
          </a:ln>
        </p:spPr>
      </p:pic>
    </p:spTree>
    <p:extLst>
      <p:ext uri="{BB962C8B-B14F-4D97-AF65-F5344CB8AC3E}">
        <p14:creationId xmlns:p14="http://schemas.microsoft.com/office/powerpoint/2010/main" val="355332421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D115B4-8B04-AD29-D807-DF2CD62612DE}"/>
            </a:ext>
          </a:extLst>
        </p:cNvPr>
        <p:cNvGrpSpPr/>
        <p:nvPr/>
      </p:nvGrpSpPr>
      <p:grpSpPr>
        <a:xfrm>
          <a:off x="0" y="0"/>
          <a:ext cx="0" cy="0"/>
          <a:chOff x="0" y="0"/>
          <a:chExt cx="0" cy="0"/>
        </a:xfrm>
      </p:grpSpPr>
      <p:graphicFrame>
        <p:nvGraphicFramePr>
          <p:cNvPr id="21" name="Object 20" hidden="1">
            <a:extLst>
              <a:ext uri="{FF2B5EF4-FFF2-40B4-BE49-F238E27FC236}">
                <a16:creationId xmlns:a16="http://schemas.microsoft.com/office/drawing/2014/main" id="{A79752B0-6D38-B22A-5C75-E7180B95A317}"/>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737" imgH="737" progId="TCLayout.ActiveDocument.1">
                  <p:embed/>
                </p:oleObj>
              </mc:Choice>
              <mc:Fallback>
                <p:oleObj name="think-cell Slide" r:id="rId3" imgW="737" imgH="737" progId="TCLayout.ActiveDocument.1">
                  <p:embed/>
                  <p:pic>
                    <p:nvPicPr>
                      <p:cNvPr id="21" name="Object 20" hidden="1">
                        <a:extLst>
                          <a:ext uri="{FF2B5EF4-FFF2-40B4-BE49-F238E27FC236}">
                            <a16:creationId xmlns:a16="http://schemas.microsoft.com/office/drawing/2014/main" id="{A79752B0-6D38-B22A-5C75-E7180B95A317}"/>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5" name="Title 4">
            <a:extLst>
              <a:ext uri="{FF2B5EF4-FFF2-40B4-BE49-F238E27FC236}">
                <a16:creationId xmlns:a16="http://schemas.microsoft.com/office/drawing/2014/main" id="{95BAB5F1-082F-F062-ED1C-9DDFF0EB079A}"/>
              </a:ext>
            </a:extLst>
          </p:cNvPr>
          <p:cNvSpPr>
            <a:spLocks noGrp="1"/>
          </p:cNvSpPr>
          <p:nvPr>
            <p:ph type="title"/>
          </p:nvPr>
        </p:nvSpPr>
        <p:spPr>
          <a:xfrm>
            <a:off x="410401" y="3780000"/>
            <a:ext cx="9287638" cy="1477328"/>
          </a:xfrm>
        </p:spPr>
        <p:txBody>
          <a:bodyPr/>
          <a:lstStyle/>
          <a:p>
            <a:r>
              <a:rPr lang="cs-CZ" sz="4800" b="1"/>
              <a:t>4. </a:t>
            </a:r>
            <a:r>
              <a:rPr lang="en-US" sz="4800" b="1"/>
              <a:t>PR - Purchaser Confirmation - Purchaser</a:t>
            </a:r>
            <a:endParaRPr lang="en-US"/>
          </a:p>
        </p:txBody>
      </p:sp>
    </p:spTree>
    <p:extLst>
      <p:ext uri="{BB962C8B-B14F-4D97-AF65-F5344CB8AC3E}">
        <p14:creationId xmlns:p14="http://schemas.microsoft.com/office/powerpoint/2010/main" val="375883387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727490-27BF-4C18-8207-61C922F4AB12}"/>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95C4C295-CBFF-C650-9844-46AD3A36EF6E}"/>
              </a:ext>
            </a:extLst>
          </p:cNvPr>
          <p:cNvSpPr>
            <a:spLocks noGrp="1"/>
          </p:cNvSpPr>
          <p:nvPr>
            <p:ph type="title"/>
          </p:nvPr>
        </p:nvSpPr>
        <p:spPr>
          <a:xfrm>
            <a:off x="411162" y="444412"/>
            <a:ext cx="9863997" cy="576000"/>
          </a:xfrm>
        </p:spPr>
        <p:txBody>
          <a:bodyPr vert="horz" lIns="0" tIns="0" rIns="324000" bIns="14400" rtlCol="0" anchor="t" anchorCtr="0">
            <a:noAutofit/>
          </a:bodyPr>
          <a:lstStyle/>
          <a:p>
            <a:pPr marL="0" marR="0" lvl="0" indent="0" algn="l" defTabSz="914400" rtl="0" eaLnBrk="1" fontAlgn="auto" latinLnBrk="0" hangingPunct="1">
              <a:lnSpc>
                <a:spcPct val="90000"/>
              </a:lnSpc>
              <a:spcBef>
                <a:spcPct val="0"/>
              </a:spcBef>
              <a:spcAft>
                <a:spcPts val="0"/>
              </a:spcAft>
              <a:buClrTx/>
              <a:buSzTx/>
              <a:buFontTx/>
              <a:buNone/>
              <a:tabLst/>
              <a:defRPr/>
            </a:pPr>
            <a:r>
              <a:rPr lang="cs-CZ" sz="2000" b="1">
                <a:solidFill>
                  <a:schemeClr val="accent4">
                    <a:lumMod val="75000"/>
                  </a:schemeClr>
                </a:solidFill>
              </a:rPr>
              <a:t>4.1 </a:t>
            </a:r>
            <a:r>
              <a:rPr lang="en-US" sz="2000" b="1">
                <a:solidFill>
                  <a:schemeClr val="accent4">
                    <a:lumMod val="75000"/>
                  </a:schemeClr>
                </a:solidFill>
              </a:rPr>
              <a:t>PR - Purchaser Confirmation - Purchaser</a:t>
            </a:r>
            <a:endParaRPr kumimoji="0" lang="en-US" sz="2000" b="1" i="0" u="none" strike="noStrike" kern="1200" cap="none" spc="0" normalizeH="0" baseline="0" noProof="0">
              <a:ln>
                <a:noFill/>
              </a:ln>
              <a:solidFill>
                <a:schemeClr val="accent4">
                  <a:lumMod val="75000"/>
                </a:schemeClr>
              </a:solidFill>
              <a:effectLst/>
              <a:uLnTx/>
              <a:uFillTx/>
              <a:latin typeface="Arial"/>
              <a:ea typeface="+mj-ea"/>
              <a:cs typeface="+mj-cs"/>
            </a:endParaRPr>
          </a:p>
        </p:txBody>
      </p:sp>
      <p:sp>
        <p:nvSpPr>
          <p:cNvPr id="4" name="Foliennummernplatzhalter 3">
            <a:extLst>
              <a:ext uri="{FF2B5EF4-FFF2-40B4-BE49-F238E27FC236}">
                <a16:creationId xmlns:a16="http://schemas.microsoft.com/office/drawing/2014/main" id="{B7E9817C-E47F-4597-3245-B07FAB3D1000}"/>
              </a:ext>
            </a:extLst>
          </p:cNvPr>
          <p:cNvSpPr>
            <a:spLocks noGrp="1"/>
          </p:cNvSpPr>
          <p:nvPr>
            <p:ph type="sldNum" sz="quarter" idx="1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a:ln>
                  <a:noFill/>
                </a:ln>
                <a:solidFill>
                  <a:srgbClr val="000000"/>
                </a:solidFill>
                <a:effectLst/>
                <a:uLnTx/>
                <a:uFillTx/>
                <a:latin typeface="Arial"/>
                <a:ea typeface="+mn-ea"/>
                <a:cs typeface="+mn-cs"/>
              </a:rPr>
              <a:t>Page </a:t>
            </a:r>
            <a:fld id="{15EBE321-CBB1-4E91-BD14-37C8D44326FB}" type="slidenum">
              <a:rPr kumimoji="0" lang="en-US" sz="900" b="1" i="0" u="none" strike="noStrike" kern="1200" cap="none" spc="0" normalizeH="0" baseline="0" noProof="0" smtClean="0">
                <a:ln>
                  <a:noFill/>
                </a:ln>
                <a:solidFill>
                  <a:srgbClr val="000000"/>
                </a:solidFill>
                <a:effectLst/>
                <a:uLnTx/>
                <a:uFillTx/>
                <a:latin typeface="Arial"/>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25</a:t>
            </a:fld>
            <a:endParaRPr kumimoji="0" lang="en-US" sz="900" b="1" i="0" u="none" strike="noStrike" kern="1200" cap="none" spc="0" normalizeH="0" baseline="0" noProof="0">
              <a:ln>
                <a:noFill/>
              </a:ln>
              <a:solidFill>
                <a:srgbClr val="000000"/>
              </a:solidFill>
              <a:effectLst/>
              <a:uLnTx/>
              <a:uFillTx/>
              <a:latin typeface="Arial"/>
              <a:ea typeface="+mn-ea"/>
              <a:cs typeface="+mn-cs"/>
            </a:endParaRPr>
          </a:p>
        </p:txBody>
      </p:sp>
      <p:sp>
        <p:nvSpPr>
          <p:cNvPr id="29" name="Rechteck 4">
            <a:extLst>
              <a:ext uri="{FF2B5EF4-FFF2-40B4-BE49-F238E27FC236}">
                <a16:creationId xmlns:a16="http://schemas.microsoft.com/office/drawing/2014/main" id="{1087466E-B76D-1288-52B4-3C51677E7C1C}"/>
              </a:ext>
            </a:extLst>
          </p:cNvPr>
          <p:cNvSpPr/>
          <p:nvPr/>
        </p:nvSpPr>
        <p:spPr>
          <a:xfrm>
            <a:off x="6145468" y="1212524"/>
            <a:ext cx="5274348" cy="449295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pPr marL="0" marR="0" lvl="1" indent="0" algn="l" defTabSz="914400" rtl="0" eaLnBrk="1" fontAlgn="auto" latinLnBrk="0" hangingPunct="1">
              <a:lnSpc>
                <a:spcPct val="100000"/>
              </a:lnSpc>
              <a:spcBef>
                <a:spcPts val="600"/>
              </a:spcBef>
              <a:spcAft>
                <a:spcPct val="0"/>
              </a:spcAft>
              <a:buClr>
                <a:srgbClr val="009999"/>
              </a:buClr>
              <a:buSzTx/>
              <a:buFontTx/>
              <a:buNone/>
              <a:tabLst/>
              <a:defRPr/>
            </a:pPr>
            <a:r>
              <a:rPr kumimoji="0" lang="en-US" sz="1200" b="1" i="0" u="none" strike="noStrike" kern="1200" cap="none" spc="0" normalizeH="0" baseline="0" noProof="0">
                <a:ln>
                  <a:noFill/>
                </a:ln>
                <a:solidFill>
                  <a:srgbClr val="000000"/>
                </a:solidFill>
                <a:effectLst/>
                <a:uLnTx/>
                <a:uFillTx/>
                <a:latin typeface="Arial"/>
                <a:ea typeface="+mn-ea"/>
                <a:cs typeface="+mn-cs"/>
              </a:rPr>
              <a:t>Purchaser Receive BTP Form to Individual Approval</a:t>
            </a:r>
          </a:p>
          <a:p>
            <a:pPr marL="0" marR="0" lvl="1" indent="0" algn="l" defTabSz="914400" rtl="0" eaLnBrk="1" fontAlgn="auto" latinLnBrk="0" hangingPunct="1">
              <a:lnSpc>
                <a:spcPct val="100000"/>
              </a:lnSpc>
              <a:spcBef>
                <a:spcPts val="600"/>
              </a:spcBef>
              <a:spcAft>
                <a:spcPct val="0"/>
              </a:spcAft>
              <a:buClr>
                <a:srgbClr val="009999"/>
              </a:buClr>
              <a:buSzTx/>
              <a:buFontTx/>
              <a:buNone/>
              <a:tabLst/>
              <a:defRPr/>
            </a:pPr>
            <a:endParaRPr kumimoji="0" lang="en-US" sz="1100" b="1" i="0" u="none" strike="noStrike" kern="1200" cap="none" spc="0" normalizeH="0" baseline="0" noProof="0">
              <a:ln>
                <a:noFill/>
              </a:ln>
              <a:solidFill>
                <a:srgbClr val="000000"/>
              </a:solidFill>
              <a:effectLst/>
              <a:uLnTx/>
              <a:uFillTx/>
              <a:latin typeface="Arial"/>
              <a:ea typeface="+mn-ea"/>
              <a:cs typeface="+mn-cs"/>
            </a:endParaRPr>
          </a:p>
          <a:p>
            <a:pPr marL="0" marR="0" lvl="0" indent="0" algn="just" defTabSz="914400" rtl="0" eaLnBrk="1" fontAlgn="auto" latinLnBrk="0" hangingPunct="1">
              <a:lnSpc>
                <a:spcPct val="100000"/>
              </a:lnSpc>
              <a:spcBef>
                <a:spcPts val="0"/>
              </a:spcBef>
              <a:spcAft>
                <a:spcPts val="600"/>
              </a:spcAft>
              <a:buClrTx/>
              <a:buSzTx/>
              <a:buFontTx/>
              <a:buNone/>
              <a:tabLst>
                <a:tab pos="540385" algn="l"/>
                <a:tab pos="1080135" algn="l"/>
              </a:tabLst>
              <a:defRPr/>
            </a:pPr>
            <a:r>
              <a:rPr kumimoji="0" lang="en-US" sz="1100" b="0" i="0" u="none" strike="noStrike" kern="1200" cap="none" spc="0" normalizeH="0" baseline="0" noProof="0">
                <a:ln>
                  <a:noFill/>
                </a:ln>
                <a:solidFill>
                  <a:srgbClr val="000000"/>
                </a:solidFill>
                <a:effectLst/>
                <a:uLnTx/>
                <a:uFillTx/>
                <a:latin typeface="Arial" panose="020B0604020202020204" pitchFamily="34" charset="0"/>
                <a:ea typeface="Calibri" panose="020F0502020204030204" pitchFamily="34" charset="0"/>
                <a:cs typeface="Arial" panose="020B0604020202020204" pitchFamily="34" charset="0"/>
              </a:rPr>
              <a:t>Purchaser will receive a form from BTP with a validation of a few specific fields.:</a:t>
            </a:r>
          </a:p>
          <a:p>
            <a:pPr marL="0" marR="0" lvl="0" indent="0" algn="just" defTabSz="914400" rtl="0" eaLnBrk="1" fontAlgn="auto" latinLnBrk="0" hangingPunct="1">
              <a:lnSpc>
                <a:spcPct val="100000"/>
              </a:lnSpc>
              <a:spcBef>
                <a:spcPts val="0"/>
              </a:spcBef>
              <a:spcAft>
                <a:spcPts val="600"/>
              </a:spcAft>
              <a:buClrTx/>
              <a:buSzTx/>
              <a:buFontTx/>
              <a:buNone/>
              <a:tabLst>
                <a:tab pos="540385" algn="l"/>
                <a:tab pos="1080135" algn="l"/>
              </a:tabLst>
              <a:defRPr/>
            </a:pPr>
            <a:endParaRPr kumimoji="0" lang="en-US" sz="1100" b="0" i="0" u="none" strike="noStrike" kern="1200" cap="none" spc="0" normalizeH="0" baseline="0" noProof="0">
              <a:ln>
                <a:noFill/>
              </a:ln>
              <a:solidFill>
                <a:srgbClr val="000000"/>
              </a:solidFill>
              <a:effectLst/>
              <a:uLnTx/>
              <a:uFillTx/>
              <a:latin typeface="Arial" panose="020B0604020202020204" pitchFamily="34" charset="0"/>
              <a:ea typeface="Calibri" panose="020F0502020204030204" pitchFamily="34" charset="0"/>
              <a:cs typeface="Arial" panose="020B0604020202020204" pitchFamily="34" charset="0"/>
            </a:endParaRPr>
          </a:p>
          <a:p>
            <a:pPr marL="0" marR="0" lvl="0" indent="0" algn="just" defTabSz="914400" rtl="0" eaLnBrk="1" fontAlgn="auto" latinLnBrk="0" hangingPunct="1">
              <a:lnSpc>
                <a:spcPct val="100000"/>
              </a:lnSpc>
              <a:spcBef>
                <a:spcPts val="0"/>
              </a:spcBef>
              <a:spcAft>
                <a:spcPts val="600"/>
              </a:spcAft>
              <a:buClrTx/>
              <a:buSzTx/>
              <a:buFontTx/>
              <a:buNone/>
              <a:tabLst>
                <a:tab pos="540385" algn="l"/>
                <a:tab pos="1080135" algn="l"/>
              </a:tabLst>
              <a:defRPr/>
            </a:pPr>
            <a:endParaRPr kumimoji="0" lang="en-US" sz="1100" b="0" i="0" u="none" strike="noStrike" kern="1200" cap="none" spc="0" normalizeH="0" baseline="0" noProof="0">
              <a:ln>
                <a:noFill/>
              </a:ln>
              <a:solidFill>
                <a:srgbClr val="000000"/>
              </a:solidFill>
              <a:effectLst/>
              <a:uLnTx/>
              <a:uFillTx/>
              <a:latin typeface="Arial" panose="020B0604020202020204" pitchFamily="34" charset="0"/>
              <a:ea typeface="Calibri" panose="020F0502020204030204" pitchFamily="34" charset="0"/>
              <a:cs typeface="Arial" panose="020B0604020202020204" pitchFamily="34" charset="0"/>
            </a:endParaRPr>
          </a:p>
          <a:p>
            <a:pPr marL="171450" marR="0" lvl="0" indent="-171450" algn="just" defTabSz="914400" rtl="0" eaLnBrk="1" fontAlgn="auto" latinLnBrk="0" hangingPunct="1">
              <a:lnSpc>
                <a:spcPct val="100000"/>
              </a:lnSpc>
              <a:spcBef>
                <a:spcPts val="0"/>
              </a:spcBef>
              <a:spcAft>
                <a:spcPts val="600"/>
              </a:spcAft>
              <a:buClrTx/>
              <a:buSzTx/>
              <a:buFont typeface="Arial" panose="020B0604020202020204" pitchFamily="34" charset="0"/>
              <a:buChar char="•"/>
              <a:tabLst>
                <a:tab pos="540385" algn="l"/>
                <a:tab pos="1080135" algn="l"/>
              </a:tabLst>
              <a:defRPr/>
            </a:pPr>
            <a:r>
              <a:rPr kumimoji="0" lang="en-US" sz="1100" b="0" i="0" u="none" strike="noStrike" kern="1200" cap="none" spc="0" normalizeH="0" baseline="0" noProof="0">
                <a:ln>
                  <a:noFill/>
                </a:ln>
                <a:solidFill>
                  <a:srgbClr val="000000"/>
                </a:solidFill>
                <a:effectLst/>
                <a:uLnTx/>
                <a:uFillTx/>
                <a:latin typeface="Arial" panose="020B0604020202020204" pitchFamily="34" charset="0"/>
                <a:ea typeface="Calibri" panose="020F0502020204030204" pitchFamily="34" charset="0"/>
                <a:cs typeface="Arial" panose="020B0604020202020204" pitchFamily="34" charset="0"/>
              </a:rPr>
              <a:t> Purchasing Organization</a:t>
            </a:r>
          </a:p>
          <a:p>
            <a:pPr marL="171450" marR="0" lvl="0" indent="-171450" algn="just" defTabSz="914400" rtl="0" eaLnBrk="1" fontAlgn="auto" latinLnBrk="0" hangingPunct="1">
              <a:lnSpc>
                <a:spcPct val="100000"/>
              </a:lnSpc>
              <a:spcBef>
                <a:spcPts val="0"/>
              </a:spcBef>
              <a:spcAft>
                <a:spcPts val="600"/>
              </a:spcAft>
              <a:buClrTx/>
              <a:buSzTx/>
              <a:buFont typeface="Arial" panose="020B0604020202020204" pitchFamily="34" charset="0"/>
              <a:buChar char="•"/>
              <a:tabLst>
                <a:tab pos="540385" algn="l"/>
                <a:tab pos="1080135" algn="l"/>
              </a:tabLst>
              <a:defRPr/>
            </a:pPr>
            <a:r>
              <a:rPr kumimoji="0" lang="en-US" sz="1100" b="0" i="0" u="none" strike="noStrike" kern="1200" cap="none" spc="0" normalizeH="0" baseline="0" noProof="0">
                <a:ln>
                  <a:noFill/>
                </a:ln>
                <a:solidFill>
                  <a:srgbClr val="000000"/>
                </a:solidFill>
                <a:effectLst/>
                <a:uLnTx/>
                <a:uFillTx/>
                <a:latin typeface="Arial" panose="020B0604020202020204" pitchFamily="34" charset="0"/>
                <a:ea typeface="Calibri" panose="020F0502020204030204" pitchFamily="34" charset="0"/>
                <a:cs typeface="Arial" panose="020B0604020202020204" pitchFamily="34" charset="0"/>
              </a:rPr>
              <a:t> Purchasing Group</a:t>
            </a:r>
          </a:p>
          <a:p>
            <a:pPr marL="171450" marR="0" lvl="0" indent="-171450" algn="just" defTabSz="914400" rtl="0" eaLnBrk="1" fontAlgn="auto" latinLnBrk="0" hangingPunct="1">
              <a:lnSpc>
                <a:spcPct val="100000"/>
              </a:lnSpc>
              <a:spcBef>
                <a:spcPts val="0"/>
              </a:spcBef>
              <a:spcAft>
                <a:spcPts val="600"/>
              </a:spcAft>
              <a:buClrTx/>
              <a:buSzTx/>
              <a:buFont typeface="Arial" panose="020B0604020202020204" pitchFamily="34" charset="0"/>
              <a:buChar char="•"/>
              <a:tabLst>
                <a:tab pos="540385" algn="l"/>
                <a:tab pos="1080135" algn="l"/>
              </a:tabLst>
              <a:defRPr/>
            </a:pPr>
            <a:r>
              <a:rPr kumimoji="0" lang="en-US" sz="1100" b="0" i="0" u="none" strike="noStrike" kern="1200" cap="none" spc="0" normalizeH="0" baseline="0" noProof="0">
                <a:ln>
                  <a:noFill/>
                </a:ln>
                <a:solidFill>
                  <a:srgbClr val="000000"/>
                </a:solidFill>
                <a:effectLst/>
                <a:uLnTx/>
                <a:uFillTx/>
                <a:latin typeface="Arial" panose="020B0604020202020204" pitchFamily="34" charset="0"/>
                <a:ea typeface="Calibri" panose="020F0502020204030204" pitchFamily="34" charset="0"/>
                <a:cs typeface="Arial" panose="020B0604020202020204" pitchFamily="34" charset="0"/>
              </a:rPr>
              <a:t> Account Assignment</a:t>
            </a:r>
          </a:p>
          <a:p>
            <a:pPr marL="171450" marR="0" lvl="0" indent="-171450" algn="just" defTabSz="914400" rtl="0" eaLnBrk="1" fontAlgn="auto" latinLnBrk="0" hangingPunct="1">
              <a:lnSpc>
                <a:spcPct val="100000"/>
              </a:lnSpc>
              <a:spcBef>
                <a:spcPts val="0"/>
              </a:spcBef>
              <a:spcAft>
                <a:spcPts val="600"/>
              </a:spcAft>
              <a:buClrTx/>
              <a:buSzTx/>
              <a:buFont typeface="Arial" panose="020B0604020202020204" pitchFamily="34" charset="0"/>
              <a:buChar char="•"/>
              <a:tabLst>
                <a:tab pos="540385" algn="l"/>
                <a:tab pos="1080135" algn="l"/>
              </a:tabLst>
              <a:defRPr/>
            </a:pPr>
            <a:r>
              <a:rPr kumimoji="0" lang="en-US" sz="1100" b="0" i="0" u="none" strike="noStrike" kern="1200" cap="none" spc="0" normalizeH="0" baseline="0" noProof="0">
                <a:ln>
                  <a:noFill/>
                </a:ln>
                <a:solidFill>
                  <a:srgbClr val="000000"/>
                </a:solidFill>
                <a:effectLst/>
                <a:uLnTx/>
                <a:uFillTx/>
                <a:latin typeface="Arial" panose="020B0604020202020204" pitchFamily="34" charset="0"/>
                <a:ea typeface="Calibri" panose="020F0502020204030204" pitchFamily="34" charset="0"/>
                <a:cs typeface="Arial" panose="020B0604020202020204" pitchFamily="34" charset="0"/>
              </a:rPr>
              <a:t> Requisitioner GID</a:t>
            </a:r>
          </a:p>
          <a:p>
            <a:pPr marL="171450" marR="0" lvl="0" indent="-171450" algn="just" defTabSz="914400" rtl="0" eaLnBrk="1" fontAlgn="auto" latinLnBrk="0" hangingPunct="1">
              <a:lnSpc>
                <a:spcPct val="100000"/>
              </a:lnSpc>
              <a:spcBef>
                <a:spcPts val="0"/>
              </a:spcBef>
              <a:spcAft>
                <a:spcPts val="600"/>
              </a:spcAft>
              <a:buClrTx/>
              <a:buSzTx/>
              <a:buFont typeface="Arial" panose="020B0604020202020204" pitchFamily="34" charset="0"/>
              <a:buChar char="•"/>
              <a:tabLst>
                <a:tab pos="540385" algn="l"/>
                <a:tab pos="1080135" algn="l"/>
              </a:tabLst>
              <a:defRPr/>
            </a:pPr>
            <a:r>
              <a:rPr kumimoji="0" lang="en-US" sz="1100" b="0" i="0" u="none" strike="noStrike" kern="1200" cap="none" spc="0" normalizeH="0" baseline="0" noProof="0">
                <a:ln>
                  <a:noFill/>
                </a:ln>
                <a:solidFill>
                  <a:srgbClr val="000000"/>
                </a:solidFill>
                <a:effectLst/>
                <a:uLnTx/>
                <a:uFillTx/>
                <a:latin typeface="Arial" panose="020B0604020202020204" pitchFamily="34" charset="0"/>
                <a:ea typeface="Calibri" panose="020F0502020204030204" pitchFamily="34" charset="0"/>
                <a:cs typeface="Arial" panose="020B0604020202020204" pitchFamily="34" charset="0"/>
              </a:rPr>
              <a:t> Recipient GID</a:t>
            </a:r>
          </a:p>
        </p:txBody>
      </p:sp>
      <p:grpSp>
        <p:nvGrpSpPr>
          <p:cNvPr id="33" name="Group 32">
            <a:extLst>
              <a:ext uri="{FF2B5EF4-FFF2-40B4-BE49-F238E27FC236}">
                <a16:creationId xmlns:a16="http://schemas.microsoft.com/office/drawing/2014/main" id="{BC4A8AE5-E652-B897-00A0-41343415DB38}"/>
              </a:ext>
            </a:extLst>
          </p:cNvPr>
          <p:cNvGrpSpPr/>
          <p:nvPr/>
        </p:nvGrpSpPr>
        <p:grpSpPr>
          <a:xfrm>
            <a:off x="206993" y="1291221"/>
            <a:ext cx="5460167" cy="3254805"/>
            <a:chOff x="206993" y="1462671"/>
            <a:chExt cx="5460167" cy="3254805"/>
          </a:xfrm>
        </p:grpSpPr>
        <p:grpSp>
          <p:nvGrpSpPr>
            <p:cNvPr id="28" name="Group 27">
              <a:extLst>
                <a:ext uri="{FF2B5EF4-FFF2-40B4-BE49-F238E27FC236}">
                  <a16:creationId xmlns:a16="http://schemas.microsoft.com/office/drawing/2014/main" id="{F5699695-B0C4-0A78-A932-87CEB3F28CA9}"/>
                </a:ext>
              </a:extLst>
            </p:cNvPr>
            <p:cNvGrpSpPr/>
            <p:nvPr/>
          </p:nvGrpSpPr>
          <p:grpSpPr>
            <a:xfrm>
              <a:off x="206993" y="1462671"/>
              <a:ext cx="5460167" cy="2878158"/>
              <a:chOff x="2607965" y="3274992"/>
              <a:chExt cx="5460167" cy="2878158"/>
            </a:xfrm>
          </p:grpSpPr>
          <p:sp>
            <p:nvSpPr>
              <p:cNvPr id="6" name="Rectangle: Rounded Corners 5">
                <a:extLst>
                  <a:ext uri="{FF2B5EF4-FFF2-40B4-BE49-F238E27FC236}">
                    <a16:creationId xmlns:a16="http://schemas.microsoft.com/office/drawing/2014/main" id="{AF8AE208-0E1B-1E23-AAA7-DE1B938285E1}"/>
                  </a:ext>
                </a:extLst>
              </p:cNvPr>
              <p:cNvSpPr/>
              <p:nvPr/>
            </p:nvSpPr>
            <p:spPr>
              <a:xfrm rot="16200000">
                <a:off x="2340684" y="5442833"/>
                <a:ext cx="988633" cy="432000"/>
              </a:xfrm>
              <a:prstGeom prst="round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nchorCtr="0"/>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000000"/>
                    </a:solidFill>
                    <a:effectLst/>
                    <a:uLnTx/>
                    <a:uFillTx/>
                    <a:latin typeface="Arial"/>
                    <a:ea typeface="+mn-ea"/>
                    <a:cs typeface="+mn-cs"/>
                  </a:rPr>
                  <a:t>Purchaser</a:t>
                </a:r>
              </a:p>
            </p:txBody>
          </p:sp>
          <p:sp>
            <p:nvSpPr>
              <p:cNvPr id="8" name="Rectangle: Rounded Corners 7">
                <a:extLst>
                  <a:ext uri="{FF2B5EF4-FFF2-40B4-BE49-F238E27FC236}">
                    <a16:creationId xmlns:a16="http://schemas.microsoft.com/office/drawing/2014/main" id="{8EC3E1EB-97D2-EB82-05F3-80E4C61E53B1}"/>
                  </a:ext>
                </a:extLst>
              </p:cNvPr>
              <p:cNvSpPr/>
              <p:nvPr/>
            </p:nvSpPr>
            <p:spPr>
              <a:xfrm rot="16200000">
                <a:off x="2357153" y="3525804"/>
                <a:ext cx="929301" cy="427678"/>
              </a:xfrm>
              <a:prstGeom prst="round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nchorCtr="0"/>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000000"/>
                    </a:solidFill>
                    <a:effectLst/>
                    <a:uLnTx/>
                    <a:uFillTx/>
                    <a:latin typeface="Arial"/>
                    <a:ea typeface="+mn-ea"/>
                    <a:cs typeface="+mn-cs"/>
                  </a:rPr>
                  <a:t>Requisitioner</a:t>
                </a:r>
              </a:p>
            </p:txBody>
          </p:sp>
          <p:sp>
            <p:nvSpPr>
              <p:cNvPr id="9" name="Flowchart: Alternate Process 8">
                <a:extLst>
                  <a:ext uri="{FF2B5EF4-FFF2-40B4-BE49-F238E27FC236}">
                    <a16:creationId xmlns:a16="http://schemas.microsoft.com/office/drawing/2014/main" id="{E0D1D34C-39E4-6837-8422-B96D8EC4ADC5}"/>
                  </a:ext>
                </a:extLst>
              </p:cNvPr>
              <p:cNvSpPr/>
              <p:nvPr/>
            </p:nvSpPr>
            <p:spPr>
              <a:xfrm>
                <a:off x="6274020" y="3540634"/>
                <a:ext cx="1319882" cy="540000"/>
              </a:xfrm>
              <a:prstGeom prst="flowChartAlternateProcess">
                <a:avLst/>
              </a:prstGeom>
              <a:solidFill>
                <a:schemeClr val="accent1"/>
              </a:solidFill>
              <a:ln w="28575">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nchorCtr="0"/>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000000"/>
                    </a:solidFill>
                    <a:effectLst/>
                    <a:uLnTx/>
                    <a:uFillTx/>
                    <a:latin typeface="Arial"/>
                    <a:ea typeface="+mn-ea"/>
                    <a:cs typeface="+mn-cs"/>
                  </a:rPr>
                  <a:t>PR Creator Receive BTP Form to confirm PR</a:t>
                </a:r>
              </a:p>
            </p:txBody>
          </p:sp>
          <p:sp>
            <p:nvSpPr>
              <p:cNvPr id="10" name="Rectangle: Rounded Corners 9">
                <a:extLst>
                  <a:ext uri="{FF2B5EF4-FFF2-40B4-BE49-F238E27FC236}">
                    <a16:creationId xmlns:a16="http://schemas.microsoft.com/office/drawing/2014/main" id="{573D8812-D3A2-017C-305F-E53A01ECE0D6}"/>
                  </a:ext>
                </a:extLst>
              </p:cNvPr>
              <p:cNvSpPr/>
              <p:nvPr/>
            </p:nvSpPr>
            <p:spPr>
              <a:xfrm rot="16200000">
                <a:off x="2463939" y="4429368"/>
                <a:ext cx="726170" cy="438117"/>
              </a:xfrm>
              <a:prstGeom prst="round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nchorCtr="0"/>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000000"/>
                    </a:solidFill>
                    <a:effectLst/>
                    <a:uLnTx/>
                    <a:uFillTx/>
                    <a:latin typeface="Arial"/>
                    <a:ea typeface="+mn-ea"/>
                    <a:cs typeface="+mn-cs"/>
                  </a:rPr>
                  <a:t>Buyer</a:t>
                </a:r>
              </a:p>
            </p:txBody>
          </p:sp>
          <p:sp>
            <p:nvSpPr>
              <p:cNvPr id="11" name="Flowchart: Alternate Process 10">
                <a:extLst>
                  <a:ext uri="{FF2B5EF4-FFF2-40B4-BE49-F238E27FC236}">
                    <a16:creationId xmlns:a16="http://schemas.microsoft.com/office/drawing/2014/main" id="{D9D2C545-E493-E11B-7C84-4351057A5A7A}"/>
                  </a:ext>
                </a:extLst>
              </p:cNvPr>
              <p:cNvSpPr/>
              <p:nvPr>
                <p:custDataLst>
                  <p:tags r:id="rId1"/>
                </p:custDataLst>
              </p:nvPr>
            </p:nvSpPr>
            <p:spPr>
              <a:xfrm>
                <a:off x="3787725" y="5506059"/>
                <a:ext cx="1192826" cy="411904"/>
              </a:xfrm>
              <a:prstGeom prst="flowChartAlternateProcess">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nchorCtr="0"/>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000000"/>
                    </a:solidFill>
                    <a:effectLst/>
                    <a:uLnTx/>
                    <a:uFillTx/>
                    <a:latin typeface="Arial"/>
                    <a:ea typeface="+mn-ea"/>
                    <a:cs typeface="+mn-cs"/>
                  </a:rPr>
                  <a:t>Receive a Notification Email and My Inbox</a:t>
                </a:r>
              </a:p>
            </p:txBody>
          </p:sp>
          <p:sp>
            <p:nvSpPr>
              <p:cNvPr id="12" name="Flowchart: Alternate Process 11">
                <a:extLst>
                  <a:ext uri="{FF2B5EF4-FFF2-40B4-BE49-F238E27FC236}">
                    <a16:creationId xmlns:a16="http://schemas.microsoft.com/office/drawing/2014/main" id="{AB8FAF1A-3B21-BED2-EFFE-23FCA1841BC6}"/>
                  </a:ext>
                </a:extLst>
              </p:cNvPr>
              <p:cNvSpPr/>
              <p:nvPr/>
            </p:nvSpPr>
            <p:spPr>
              <a:xfrm>
                <a:off x="3731664" y="4405673"/>
                <a:ext cx="1314311" cy="491773"/>
              </a:xfrm>
              <a:prstGeom prst="flowChartAlternateProcess">
                <a:avLst/>
              </a:prstGeom>
              <a:solidFill>
                <a:schemeClr val="accent1"/>
              </a:solidFill>
              <a:ln w="28575">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nchorCtr="0"/>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000000"/>
                    </a:solidFill>
                    <a:effectLst/>
                    <a:uLnTx/>
                    <a:uFillTx/>
                    <a:latin typeface="Arial"/>
                    <a:ea typeface="+mn-ea"/>
                    <a:cs typeface="+mn-cs"/>
                  </a:rPr>
                  <a:t>Receive BTP Form to Assign Individual Purchasing Group (</a:t>
                </a:r>
                <a:r>
                  <a:rPr kumimoji="0" lang="en-US" sz="700" b="1" i="0" u="none" strike="noStrike" kern="1200" cap="none" spc="0" normalizeH="0" baseline="0" noProof="0" err="1">
                    <a:ln>
                      <a:noFill/>
                    </a:ln>
                    <a:solidFill>
                      <a:srgbClr val="000000"/>
                    </a:solidFill>
                    <a:effectLst/>
                    <a:uLnTx/>
                    <a:uFillTx/>
                    <a:latin typeface="Arial"/>
                    <a:ea typeface="+mn-ea"/>
                    <a:cs typeface="+mn-cs"/>
                  </a:rPr>
                  <a:t>Ixx</a:t>
                </a:r>
                <a:r>
                  <a:rPr kumimoji="0" lang="en-US" sz="700" b="0" i="0" u="none" strike="noStrike" kern="1200" cap="none" spc="0" normalizeH="0" baseline="0" noProof="0">
                    <a:ln>
                      <a:noFill/>
                    </a:ln>
                    <a:solidFill>
                      <a:srgbClr val="000000"/>
                    </a:solidFill>
                    <a:effectLst/>
                    <a:uLnTx/>
                    <a:uFillTx/>
                    <a:latin typeface="Arial"/>
                    <a:ea typeface="+mn-ea"/>
                    <a:cs typeface="+mn-cs"/>
                  </a:rPr>
                  <a:t>)</a:t>
                </a:r>
              </a:p>
            </p:txBody>
          </p:sp>
          <p:sp>
            <p:nvSpPr>
              <p:cNvPr id="13" name="Rectangle: Rounded Corners 12">
                <a:extLst>
                  <a:ext uri="{FF2B5EF4-FFF2-40B4-BE49-F238E27FC236}">
                    <a16:creationId xmlns:a16="http://schemas.microsoft.com/office/drawing/2014/main" id="{B0020159-F2D5-53AB-67E6-CFB777BBBCC5}"/>
                  </a:ext>
                </a:extLst>
              </p:cNvPr>
              <p:cNvSpPr/>
              <p:nvPr/>
            </p:nvSpPr>
            <p:spPr>
              <a:xfrm>
                <a:off x="3173156" y="3288506"/>
                <a:ext cx="4884994" cy="915787"/>
              </a:xfrm>
              <a:prstGeom prst="roundRect">
                <a:avLst/>
              </a:prstGeom>
              <a:noFill/>
              <a:ln w="285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Arial"/>
                  <a:ea typeface="+mn-ea"/>
                  <a:cs typeface="+mn-cs"/>
                </a:endParaRPr>
              </a:p>
            </p:txBody>
          </p:sp>
          <p:sp>
            <p:nvSpPr>
              <p:cNvPr id="14" name="Rectangle: Rounded Corners 13">
                <a:extLst>
                  <a:ext uri="{FF2B5EF4-FFF2-40B4-BE49-F238E27FC236}">
                    <a16:creationId xmlns:a16="http://schemas.microsoft.com/office/drawing/2014/main" id="{6B156F3E-21A2-08F5-9A38-DE3E18B2FD70}"/>
                  </a:ext>
                </a:extLst>
              </p:cNvPr>
              <p:cNvSpPr/>
              <p:nvPr/>
            </p:nvSpPr>
            <p:spPr>
              <a:xfrm>
                <a:off x="3183137" y="5164517"/>
                <a:ext cx="4884995" cy="988633"/>
              </a:xfrm>
              <a:prstGeom prst="roundRect">
                <a:avLst/>
              </a:prstGeom>
              <a:noFill/>
              <a:ln w="285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Arial"/>
                  <a:ea typeface="+mn-ea"/>
                  <a:cs typeface="+mn-cs"/>
                </a:endParaRPr>
              </a:p>
            </p:txBody>
          </p:sp>
          <p:sp>
            <p:nvSpPr>
              <p:cNvPr id="15" name="Rectangle: Rounded Corners 14">
                <a:extLst>
                  <a:ext uri="{FF2B5EF4-FFF2-40B4-BE49-F238E27FC236}">
                    <a16:creationId xmlns:a16="http://schemas.microsoft.com/office/drawing/2014/main" id="{D19EDC65-7EBC-5909-7B29-03FF39120B70}"/>
                  </a:ext>
                </a:extLst>
              </p:cNvPr>
              <p:cNvSpPr/>
              <p:nvPr/>
            </p:nvSpPr>
            <p:spPr>
              <a:xfrm>
                <a:off x="3183137" y="4286467"/>
                <a:ext cx="4875013" cy="762643"/>
              </a:xfrm>
              <a:prstGeom prst="roundRect">
                <a:avLst/>
              </a:prstGeom>
              <a:noFill/>
              <a:ln w="285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Arial"/>
                  <a:ea typeface="+mn-ea"/>
                  <a:cs typeface="+mn-cs"/>
                </a:endParaRPr>
              </a:p>
            </p:txBody>
          </p:sp>
          <p:sp>
            <p:nvSpPr>
              <p:cNvPr id="16" name="Flowchart: Alternate Process 15">
                <a:extLst>
                  <a:ext uri="{FF2B5EF4-FFF2-40B4-BE49-F238E27FC236}">
                    <a16:creationId xmlns:a16="http://schemas.microsoft.com/office/drawing/2014/main" id="{9B965C74-DC6F-9C4A-9729-EB0816007758}"/>
                  </a:ext>
                </a:extLst>
              </p:cNvPr>
              <p:cNvSpPr/>
              <p:nvPr>
                <p:custDataLst>
                  <p:tags r:id="rId2"/>
                </p:custDataLst>
              </p:nvPr>
            </p:nvSpPr>
            <p:spPr>
              <a:xfrm>
                <a:off x="6949686" y="5498650"/>
                <a:ext cx="720407" cy="421022"/>
              </a:xfrm>
              <a:prstGeom prst="flowChartAlternateProcess">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nchorCtr="0"/>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000000"/>
                    </a:solidFill>
                    <a:effectLst/>
                    <a:uLnTx/>
                    <a:uFillTx/>
                    <a:latin typeface="Arial"/>
                    <a:ea typeface="+mn-ea"/>
                    <a:cs typeface="+mn-cs"/>
                  </a:rPr>
                  <a:t>PR Released</a:t>
                </a:r>
              </a:p>
            </p:txBody>
          </p:sp>
          <p:sp>
            <p:nvSpPr>
              <p:cNvPr id="17" name="Flowchart: Alternate Process 16">
                <a:extLst>
                  <a:ext uri="{FF2B5EF4-FFF2-40B4-BE49-F238E27FC236}">
                    <a16:creationId xmlns:a16="http://schemas.microsoft.com/office/drawing/2014/main" id="{878B0190-7E49-9EFA-3A51-294823A2024F}"/>
                  </a:ext>
                </a:extLst>
              </p:cNvPr>
              <p:cNvSpPr/>
              <p:nvPr>
                <p:custDataLst>
                  <p:tags r:id="rId3"/>
                </p:custDataLst>
              </p:nvPr>
            </p:nvSpPr>
            <p:spPr>
              <a:xfrm>
                <a:off x="3407324" y="3565372"/>
                <a:ext cx="865313" cy="489395"/>
              </a:xfrm>
              <a:prstGeom prst="flowChartAlternateProcess">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nchorCtr="0"/>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000000"/>
                    </a:solidFill>
                    <a:effectLst/>
                    <a:uLnTx/>
                    <a:uFillTx/>
                    <a:latin typeface="Arial"/>
                    <a:ea typeface="+mn-ea"/>
                    <a:cs typeface="+mn-cs"/>
                  </a:rPr>
                  <a:t>Create/Save PR with Purchasing Group </a:t>
                </a:r>
                <a:r>
                  <a:rPr kumimoji="0" lang="en-US" sz="700" b="1" i="0" u="none" strike="noStrike" kern="1200" cap="none" spc="0" normalizeH="0" baseline="0" noProof="0">
                    <a:ln>
                      <a:noFill/>
                    </a:ln>
                    <a:solidFill>
                      <a:srgbClr val="000000"/>
                    </a:solidFill>
                    <a:effectLst/>
                    <a:uLnTx/>
                    <a:uFillTx/>
                    <a:latin typeface="Arial"/>
                    <a:ea typeface="+mn-ea"/>
                    <a:cs typeface="+mn-cs"/>
                  </a:rPr>
                  <a:t>F01</a:t>
                </a:r>
              </a:p>
            </p:txBody>
          </p:sp>
          <p:sp>
            <p:nvSpPr>
              <p:cNvPr id="18" name="Flowchart: Alternate Process 17">
                <a:extLst>
                  <a:ext uri="{FF2B5EF4-FFF2-40B4-BE49-F238E27FC236}">
                    <a16:creationId xmlns:a16="http://schemas.microsoft.com/office/drawing/2014/main" id="{B16AAF38-3623-1BDB-75F0-554661FCE9FC}"/>
                  </a:ext>
                </a:extLst>
              </p:cNvPr>
              <p:cNvSpPr/>
              <p:nvPr/>
            </p:nvSpPr>
            <p:spPr>
              <a:xfrm>
                <a:off x="5401823" y="5506059"/>
                <a:ext cx="1256648" cy="421022"/>
              </a:xfrm>
              <a:prstGeom prst="flowChartAlternateProcess">
                <a:avLst/>
              </a:prstGeom>
              <a:solidFill>
                <a:schemeClr val="accent1"/>
              </a:solidFill>
              <a:ln w="28575">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nchorCtr="0"/>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000000"/>
                    </a:solidFill>
                    <a:effectLst/>
                    <a:uLnTx/>
                    <a:uFillTx/>
                    <a:latin typeface="Arial"/>
                    <a:ea typeface="+mn-ea"/>
                    <a:cs typeface="+mn-cs"/>
                  </a:rPr>
                  <a:t>Purchaser Receive BTP Form to complete and confirm PR</a:t>
                </a:r>
              </a:p>
            </p:txBody>
          </p:sp>
          <p:sp>
            <p:nvSpPr>
              <p:cNvPr id="19" name="Flowchart: Alternate Process 18">
                <a:extLst>
                  <a:ext uri="{FF2B5EF4-FFF2-40B4-BE49-F238E27FC236}">
                    <a16:creationId xmlns:a16="http://schemas.microsoft.com/office/drawing/2014/main" id="{6AB30711-D966-61BA-3A88-7B82EB74D29F}"/>
                  </a:ext>
                </a:extLst>
              </p:cNvPr>
              <p:cNvSpPr/>
              <p:nvPr>
                <p:custDataLst>
                  <p:tags r:id="rId4"/>
                </p:custDataLst>
              </p:nvPr>
            </p:nvSpPr>
            <p:spPr>
              <a:xfrm>
                <a:off x="4635067" y="3565372"/>
                <a:ext cx="1151207" cy="489395"/>
              </a:xfrm>
              <a:prstGeom prst="flowChartAlternateProcess">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nchorCtr="0"/>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000000"/>
                    </a:solidFill>
                    <a:effectLst/>
                    <a:uLnTx/>
                    <a:uFillTx/>
                    <a:latin typeface="Arial"/>
                    <a:ea typeface="+mn-ea"/>
                    <a:cs typeface="+mn-cs"/>
                  </a:rPr>
                  <a:t>PR Creator Receive a Notification Email and My Inbox</a:t>
                </a:r>
              </a:p>
            </p:txBody>
          </p:sp>
          <p:sp>
            <p:nvSpPr>
              <p:cNvPr id="20" name="Flowchart: Alternate Process 19">
                <a:extLst>
                  <a:ext uri="{FF2B5EF4-FFF2-40B4-BE49-F238E27FC236}">
                    <a16:creationId xmlns:a16="http://schemas.microsoft.com/office/drawing/2014/main" id="{9060743E-490A-19EC-008F-96207951F248}"/>
                  </a:ext>
                </a:extLst>
              </p:cNvPr>
              <p:cNvSpPr/>
              <p:nvPr>
                <p:custDataLst>
                  <p:tags r:id="rId5"/>
                </p:custDataLst>
              </p:nvPr>
            </p:nvSpPr>
            <p:spPr>
              <a:xfrm>
                <a:off x="6274020" y="4426288"/>
                <a:ext cx="1320381" cy="489395"/>
              </a:xfrm>
              <a:prstGeom prst="flowChartAlternateProcess">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nchorCtr="0"/>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000000"/>
                    </a:solidFill>
                    <a:effectLst/>
                    <a:uLnTx/>
                    <a:uFillTx/>
                    <a:latin typeface="Arial"/>
                    <a:ea typeface="+mn-ea"/>
                    <a:cs typeface="+mn-cs"/>
                  </a:rPr>
                  <a:t>Buyer Receive a Notification Email and My Inbox</a:t>
                </a:r>
              </a:p>
            </p:txBody>
          </p:sp>
          <p:cxnSp>
            <p:nvCxnSpPr>
              <p:cNvPr id="21" name="Straight Arrow Connector 20">
                <a:extLst>
                  <a:ext uri="{FF2B5EF4-FFF2-40B4-BE49-F238E27FC236}">
                    <a16:creationId xmlns:a16="http://schemas.microsoft.com/office/drawing/2014/main" id="{7E855A1D-F02A-288D-FF9A-FD458C6CC87F}"/>
                  </a:ext>
                </a:extLst>
              </p:cNvPr>
              <p:cNvCxnSpPr>
                <a:cxnSpLocks/>
                <a:stCxn id="17" idx="3"/>
                <a:endCxn id="19" idx="1"/>
              </p:cNvCxnSpPr>
              <p:nvPr/>
            </p:nvCxnSpPr>
            <p:spPr>
              <a:xfrm>
                <a:off x="4272637" y="3810070"/>
                <a:ext cx="362430" cy="0"/>
              </a:xfrm>
              <a:prstGeom prst="straightConnector1">
                <a:avLst/>
              </a:prstGeom>
              <a:ln w="25400">
                <a:solidFill>
                  <a:schemeClr val="tx1"/>
                </a:solidFill>
                <a:headEnd w="lg" len="lg"/>
                <a:tailEnd type="triangle"/>
              </a:ln>
            </p:spPr>
            <p:style>
              <a:lnRef idx="1">
                <a:schemeClr val="accent1"/>
              </a:lnRef>
              <a:fillRef idx="0">
                <a:schemeClr val="accent1"/>
              </a:fillRef>
              <a:effectRef idx="0">
                <a:schemeClr val="accent1"/>
              </a:effectRef>
              <a:fontRef idx="minor">
                <a:schemeClr val="tx1"/>
              </a:fontRef>
            </p:style>
          </p:cxnSp>
          <p:cxnSp>
            <p:nvCxnSpPr>
              <p:cNvPr id="22" name="Straight Arrow Connector 21">
                <a:extLst>
                  <a:ext uri="{FF2B5EF4-FFF2-40B4-BE49-F238E27FC236}">
                    <a16:creationId xmlns:a16="http://schemas.microsoft.com/office/drawing/2014/main" id="{408F4FD9-C67D-7E3B-281D-4DC08D239D31}"/>
                  </a:ext>
                </a:extLst>
              </p:cNvPr>
              <p:cNvCxnSpPr>
                <a:cxnSpLocks/>
                <a:stCxn id="19" idx="3"/>
                <a:endCxn id="9" idx="1"/>
              </p:cNvCxnSpPr>
              <p:nvPr/>
            </p:nvCxnSpPr>
            <p:spPr>
              <a:xfrm>
                <a:off x="5786274" y="3810070"/>
                <a:ext cx="487746" cy="564"/>
              </a:xfrm>
              <a:prstGeom prst="straightConnector1">
                <a:avLst/>
              </a:prstGeom>
              <a:ln w="25400">
                <a:solidFill>
                  <a:schemeClr val="tx1"/>
                </a:solidFill>
                <a:headEnd w="lg" len="lg"/>
                <a:tailEnd type="triangle"/>
              </a:ln>
            </p:spPr>
            <p:style>
              <a:lnRef idx="1">
                <a:schemeClr val="accent1"/>
              </a:lnRef>
              <a:fillRef idx="0">
                <a:schemeClr val="accent1"/>
              </a:fillRef>
              <a:effectRef idx="0">
                <a:schemeClr val="accent1"/>
              </a:effectRef>
              <a:fontRef idx="minor">
                <a:schemeClr val="tx1"/>
              </a:fontRef>
            </p:style>
          </p:cxnSp>
          <p:cxnSp>
            <p:nvCxnSpPr>
              <p:cNvPr id="23" name="Straight Arrow Connector 22">
                <a:extLst>
                  <a:ext uri="{FF2B5EF4-FFF2-40B4-BE49-F238E27FC236}">
                    <a16:creationId xmlns:a16="http://schemas.microsoft.com/office/drawing/2014/main" id="{432B88A2-F0E7-BDC5-FE23-AF708CD5ED7C}"/>
                  </a:ext>
                </a:extLst>
              </p:cNvPr>
              <p:cNvCxnSpPr>
                <a:cxnSpLocks/>
                <a:stCxn id="9" idx="2"/>
                <a:endCxn id="20" idx="0"/>
              </p:cNvCxnSpPr>
              <p:nvPr/>
            </p:nvCxnSpPr>
            <p:spPr>
              <a:xfrm>
                <a:off x="6933961" y="4080634"/>
                <a:ext cx="250" cy="345654"/>
              </a:xfrm>
              <a:prstGeom prst="straightConnector1">
                <a:avLst/>
              </a:prstGeom>
              <a:ln w="25400">
                <a:solidFill>
                  <a:schemeClr val="tx1"/>
                </a:solidFill>
                <a:headEnd w="lg" len="lg"/>
                <a:tailEnd type="triangle"/>
              </a:ln>
            </p:spPr>
            <p:style>
              <a:lnRef idx="1">
                <a:schemeClr val="accent1"/>
              </a:lnRef>
              <a:fillRef idx="0">
                <a:schemeClr val="accent1"/>
              </a:fillRef>
              <a:effectRef idx="0">
                <a:schemeClr val="accent1"/>
              </a:effectRef>
              <a:fontRef idx="minor">
                <a:schemeClr val="tx1"/>
              </a:fontRef>
            </p:style>
          </p:cxnSp>
          <p:cxnSp>
            <p:nvCxnSpPr>
              <p:cNvPr id="24" name="Straight Arrow Connector 23">
                <a:extLst>
                  <a:ext uri="{FF2B5EF4-FFF2-40B4-BE49-F238E27FC236}">
                    <a16:creationId xmlns:a16="http://schemas.microsoft.com/office/drawing/2014/main" id="{67344C40-ED74-9CCE-C67C-E32795B69009}"/>
                  </a:ext>
                </a:extLst>
              </p:cNvPr>
              <p:cNvCxnSpPr>
                <a:cxnSpLocks/>
                <a:stCxn id="20" idx="1"/>
                <a:endCxn id="12" idx="3"/>
              </p:cNvCxnSpPr>
              <p:nvPr/>
            </p:nvCxnSpPr>
            <p:spPr>
              <a:xfrm flipH="1" flipV="1">
                <a:off x="5045975" y="4651560"/>
                <a:ext cx="1228045" cy="19426"/>
              </a:xfrm>
              <a:prstGeom prst="straightConnector1">
                <a:avLst/>
              </a:prstGeom>
              <a:ln w="25400">
                <a:solidFill>
                  <a:schemeClr val="tx1"/>
                </a:solidFill>
                <a:headEnd w="lg" len="lg"/>
                <a:tailEnd type="triangle"/>
              </a:ln>
            </p:spPr>
            <p:style>
              <a:lnRef idx="1">
                <a:schemeClr val="accent1"/>
              </a:lnRef>
              <a:fillRef idx="0">
                <a:schemeClr val="accent1"/>
              </a:fillRef>
              <a:effectRef idx="0">
                <a:schemeClr val="accent1"/>
              </a:effectRef>
              <a:fontRef idx="minor">
                <a:schemeClr val="tx1"/>
              </a:fontRef>
            </p:style>
          </p:cxnSp>
          <p:cxnSp>
            <p:nvCxnSpPr>
              <p:cNvPr id="25" name="Connector: Elbow 24">
                <a:extLst>
                  <a:ext uri="{FF2B5EF4-FFF2-40B4-BE49-F238E27FC236}">
                    <a16:creationId xmlns:a16="http://schemas.microsoft.com/office/drawing/2014/main" id="{9BE392E2-DA7D-D9C4-6F89-1CF9F2A00900}"/>
                  </a:ext>
                </a:extLst>
              </p:cNvPr>
              <p:cNvCxnSpPr>
                <a:cxnSpLocks/>
                <a:stCxn id="12" idx="2"/>
                <a:endCxn id="11" idx="0"/>
              </p:cNvCxnSpPr>
              <p:nvPr/>
            </p:nvCxnSpPr>
            <p:spPr>
              <a:xfrm rot="5400000">
                <a:off x="4082173" y="5199411"/>
                <a:ext cx="608613" cy="4682"/>
              </a:xfrm>
              <a:prstGeom prst="bentConnector3">
                <a:avLst>
                  <a:gd name="adj1" fmla="val 50000"/>
                </a:avLst>
              </a:prstGeom>
              <a:ln w="25400">
                <a:solidFill>
                  <a:schemeClr val="tx1"/>
                </a:solidFill>
                <a:headEnd w="lg" len="lg"/>
                <a:tailEnd type="triangle"/>
              </a:ln>
            </p:spPr>
            <p:style>
              <a:lnRef idx="1">
                <a:schemeClr val="accent1"/>
              </a:lnRef>
              <a:fillRef idx="0">
                <a:schemeClr val="accent1"/>
              </a:fillRef>
              <a:effectRef idx="0">
                <a:schemeClr val="accent1"/>
              </a:effectRef>
              <a:fontRef idx="minor">
                <a:schemeClr val="tx1"/>
              </a:fontRef>
            </p:style>
          </p:cxnSp>
          <p:cxnSp>
            <p:nvCxnSpPr>
              <p:cNvPr id="26" name="Straight Arrow Connector 25">
                <a:extLst>
                  <a:ext uri="{FF2B5EF4-FFF2-40B4-BE49-F238E27FC236}">
                    <a16:creationId xmlns:a16="http://schemas.microsoft.com/office/drawing/2014/main" id="{708A6561-3E24-5255-96EC-A70AB51C6032}"/>
                  </a:ext>
                </a:extLst>
              </p:cNvPr>
              <p:cNvCxnSpPr>
                <a:cxnSpLocks/>
                <a:stCxn id="18" idx="3"/>
                <a:endCxn id="16" idx="1"/>
              </p:cNvCxnSpPr>
              <p:nvPr/>
            </p:nvCxnSpPr>
            <p:spPr>
              <a:xfrm flipV="1">
                <a:off x="6658471" y="5709161"/>
                <a:ext cx="291215" cy="7409"/>
              </a:xfrm>
              <a:prstGeom prst="straightConnector1">
                <a:avLst/>
              </a:prstGeom>
              <a:ln w="25400">
                <a:solidFill>
                  <a:schemeClr val="tx1"/>
                </a:solidFill>
                <a:headEnd w="lg" len="lg"/>
                <a:tailEnd type="triangle"/>
              </a:ln>
            </p:spPr>
            <p:style>
              <a:lnRef idx="1">
                <a:schemeClr val="accent1"/>
              </a:lnRef>
              <a:fillRef idx="0">
                <a:schemeClr val="accent1"/>
              </a:fillRef>
              <a:effectRef idx="0">
                <a:schemeClr val="accent1"/>
              </a:effectRef>
              <a:fontRef idx="minor">
                <a:schemeClr val="tx1"/>
              </a:fontRef>
            </p:style>
          </p:cxnSp>
          <p:cxnSp>
            <p:nvCxnSpPr>
              <p:cNvPr id="27" name="Straight Arrow Connector 26">
                <a:extLst>
                  <a:ext uri="{FF2B5EF4-FFF2-40B4-BE49-F238E27FC236}">
                    <a16:creationId xmlns:a16="http://schemas.microsoft.com/office/drawing/2014/main" id="{4E11B5E9-3056-8101-0364-121752A652BA}"/>
                  </a:ext>
                </a:extLst>
              </p:cNvPr>
              <p:cNvCxnSpPr>
                <a:cxnSpLocks/>
                <a:stCxn id="11" idx="3"/>
                <a:endCxn id="18" idx="1"/>
              </p:cNvCxnSpPr>
              <p:nvPr/>
            </p:nvCxnSpPr>
            <p:spPr>
              <a:xfrm>
                <a:off x="4980551" y="5712011"/>
                <a:ext cx="421272" cy="4559"/>
              </a:xfrm>
              <a:prstGeom prst="straightConnector1">
                <a:avLst/>
              </a:prstGeom>
              <a:ln w="25400">
                <a:solidFill>
                  <a:schemeClr val="tx1"/>
                </a:solidFill>
                <a:headEnd w="lg" len="lg"/>
                <a:tailEnd type="triangle"/>
              </a:ln>
            </p:spPr>
            <p:style>
              <a:lnRef idx="1">
                <a:schemeClr val="accent1"/>
              </a:lnRef>
              <a:fillRef idx="0">
                <a:schemeClr val="accent1"/>
              </a:fillRef>
              <a:effectRef idx="0">
                <a:schemeClr val="accent1"/>
              </a:effectRef>
              <a:fontRef idx="minor">
                <a:schemeClr val="tx1"/>
              </a:fontRef>
            </p:style>
          </p:cxnSp>
        </p:grpSp>
        <p:grpSp>
          <p:nvGrpSpPr>
            <p:cNvPr id="32" name="Group 31">
              <a:extLst>
                <a:ext uri="{FF2B5EF4-FFF2-40B4-BE49-F238E27FC236}">
                  <a16:creationId xmlns:a16="http://schemas.microsoft.com/office/drawing/2014/main" id="{7A595175-6F80-9BAC-1876-6FC513B0B24B}"/>
                </a:ext>
              </a:extLst>
            </p:cNvPr>
            <p:cNvGrpSpPr/>
            <p:nvPr/>
          </p:nvGrpSpPr>
          <p:grpSpPr>
            <a:xfrm>
              <a:off x="4479432" y="4456236"/>
              <a:ext cx="1177746" cy="261240"/>
              <a:chOff x="4479432" y="4456236"/>
              <a:chExt cx="1177746" cy="261240"/>
            </a:xfrm>
          </p:grpSpPr>
          <p:sp>
            <p:nvSpPr>
              <p:cNvPr id="30" name="Rectangle: Rounded Corners 29">
                <a:extLst>
                  <a:ext uri="{FF2B5EF4-FFF2-40B4-BE49-F238E27FC236}">
                    <a16:creationId xmlns:a16="http://schemas.microsoft.com/office/drawing/2014/main" id="{9938F8CC-335E-A323-0D73-57BE34F24C53}"/>
                  </a:ext>
                </a:extLst>
              </p:cNvPr>
              <p:cNvSpPr/>
              <p:nvPr/>
            </p:nvSpPr>
            <p:spPr>
              <a:xfrm>
                <a:off x="4479432" y="4456236"/>
                <a:ext cx="1177746" cy="261240"/>
              </a:xfrm>
              <a:prstGeom prst="roundRect">
                <a:avLst/>
              </a:prstGeom>
              <a:noFill/>
              <a:ln w="285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nchorCtr="0"/>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rgbClr val="000000"/>
                    </a:solidFill>
                    <a:effectLst/>
                    <a:uLnTx/>
                    <a:uFillTx/>
                    <a:latin typeface="Arial"/>
                    <a:ea typeface="+mn-ea"/>
                    <a:cs typeface="+mn-cs"/>
                  </a:rPr>
                  <a:t>SAP BTP</a:t>
                </a:r>
              </a:p>
            </p:txBody>
          </p:sp>
          <p:sp>
            <p:nvSpPr>
              <p:cNvPr id="31" name="Rectangle: Rounded Corners 30">
                <a:extLst>
                  <a:ext uri="{FF2B5EF4-FFF2-40B4-BE49-F238E27FC236}">
                    <a16:creationId xmlns:a16="http://schemas.microsoft.com/office/drawing/2014/main" id="{643D43EB-E0CE-EE97-3460-9466149E21EB}"/>
                  </a:ext>
                </a:extLst>
              </p:cNvPr>
              <p:cNvSpPr/>
              <p:nvPr/>
            </p:nvSpPr>
            <p:spPr>
              <a:xfrm>
                <a:off x="5198160" y="4512604"/>
                <a:ext cx="217050" cy="148503"/>
              </a:xfrm>
              <a:prstGeom prst="roundRect">
                <a:avLst/>
              </a:prstGeom>
              <a:solidFill>
                <a:schemeClr val="accent1"/>
              </a:solidFill>
              <a:ln w="28575">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nchorCtr="0"/>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1" i="0" u="none" strike="noStrike" kern="1200" cap="none" spc="0" normalizeH="0" baseline="0" noProof="0">
                  <a:ln>
                    <a:noFill/>
                  </a:ln>
                  <a:solidFill>
                    <a:srgbClr val="000000"/>
                  </a:solidFill>
                  <a:effectLst/>
                  <a:uLnTx/>
                  <a:uFillTx/>
                  <a:latin typeface="Arial"/>
                  <a:ea typeface="+mn-ea"/>
                  <a:cs typeface="+mn-cs"/>
                </a:endParaRPr>
              </a:p>
            </p:txBody>
          </p:sp>
        </p:grpSp>
      </p:grpSp>
      <p:sp>
        <p:nvSpPr>
          <p:cNvPr id="5" name="Rectangle: Rounded Corners 4">
            <a:extLst>
              <a:ext uri="{FF2B5EF4-FFF2-40B4-BE49-F238E27FC236}">
                <a16:creationId xmlns:a16="http://schemas.microsoft.com/office/drawing/2014/main" id="{B2C753C9-EF4D-DD3C-1D56-F767940A7177}"/>
              </a:ext>
            </a:extLst>
          </p:cNvPr>
          <p:cNvSpPr/>
          <p:nvPr/>
        </p:nvSpPr>
        <p:spPr>
          <a:xfrm>
            <a:off x="1339316" y="3388928"/>
            <a:ext cx="2998768" cy="613694"/>
          </a:xfrm>
          <a:prstGeom prst="round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a:ea typeface="+mn-ea"/>
              <a:cs typeface="+mn-cs"/>
            </a:endParaRPr>
          </a:p>
        </p:txBody>
      </p:sp>
      <p:sp>
        <p:nvSpPr>
          <p:cNvPr id="34" name="Fußzeilenplatzhalter 2">
            <a:extLst>
              <a:ext uri="{FF2B5EF4-FFF2-40B4-BE49-F238E27FC236}">
                <a16:creationId xmlns:a16="http://schemas.microsoft.com/office/drawing/2014/main" id="{3BC2B8B4-B899-58CE-E973-D29C30622FBF}"/>
              </a:ext>
            </a:extLst>
          </p:cNvPr>
          <p:cNvSpPr>
            <a:spLocks noGrp="1"/>
          </p:cNvSpPr>
          <p:nvPr>
            <p:ph type="ftr" sz="quarter" idx="10"/>
          </p:nvPr>
        </p:nvSpPr>
        <p:spPr>
          <a:xfrm>
            <a:off x="1059160" y="6310800"/>
            <a:ext cx="9216000" cy="547200"/>
          </a:xfrm>
        </p:spPr>
        <p:txBody>
          <a:bodyPr/>
          <a:lstStyle/>
          <a:p>
            <a:pPr>
              <a:lnSpc>
                <a:spcPct val="100000"/>
              </a:lnSpc>
            </a:pPr>
            <a:r>
              <a:rPr lang="en-US"/>
              <a:t>Internal | © Siemens 2025 | SHERPA X I MM081 Procurement via Direct X</a:t>
            </a:r>
          </a:p>
        </p:txBody>
      </p:sp>
    </p:spTree>
    <p:extLst>
      <p:ext uri="{BB962C8B-B14F-4D97-AF65-F5344CB8AC3E}">
        <p14:creationId xmlns:p14="http://schemas.microsoft.com/office/powerpoint/2010/main" val="349448656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FF73E3-0771-78AF-BC25-BF0CC41F4B86}"/>
            </a:ext>
          </a:extLst>
        </p:cNvPr>
        <p:cNvGrpSpPr/>
        <p:nvPr/>
      </p:nvGrpSpPr>
      <p:grpSpPr>
        <a:xfrm>
          <a:off x="0" y="0"/>
          <a:ext cx="0" cy="0"/>
          <a:chOff x="0" y="0"/>
          <a:chExt cx="0" cy="0"/>
        </a:xfrm>
      </p:grpSpPr>
      <p:sp>
        <p:nvSpPr>
          <p:cNvPr id="6" name="Rechteck 5">
            <a:extLst>
              <a:ext uri="{FF2B5EF4-FFF2-40B4-BE49-F238E27FC236}">
                <a16:creationId xmlns:a16="http://schemas.microsoft.com/office/drawing/2014/main" id="{2A8E9C34-2B93-AF2F-1FB6-3B74EF2E81F1}"/>
              </a:ext>
            </a:extLst>
          </p:cNvPr>
          <p:cNvSpPr/>
          <p:nvPr/>
        </p:nvSpPr>
        <p:spPr>
          <a:xfrm>
            <a:off x="6819899" y="1937442"/>
            <a:ext cx="5293637" cy="2336846"/>
          </a:xfrm>
          <a:prstGeom prst="rect">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000000"/>
                </a:solidFill>
                <a:effectLst/>
                <a:uLnTx/>
                <a:uFillTx/>
                <a:latin typeface="Arial"/>
                <a:ea typeface="+mn-ea"/>
                <a:cs typeface="+mn-cs"/>
              </a:rPr>
              <a:t>Purchaser will receive an email to validate the PR data</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rgbClr val="000000"/>
              </a:solidFill>
              <a:effectLst/>
              <a:uLnTx/>
              <a:uFillTx/>
              <a:latin typeface="Arial"/>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000000"/>
                </a:solidFill>
                <a:effectLst/>
                <a:uLnTx/>
                <a:uFillTx/>
                <a:latin typeface="Arial"/>
                <a:ea typeface="+mn-ea"/>
                <a:cs typeface="+mn-cs"/>
              </a:rPr>
              <a:t>The email body will include the PR Number and main Organization structure of this PR</a:t>
            </a:r>
          </a:p>
          <a:p>
            <a:pPr marL="628650" marR="0" lvl="1"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b="0" i="0" u="none" strike="noStrike" kern="1200" cap="none" spc="0" normalizeH="0" baseline="0" noProof="0">
                <a:ln>
                  <a:noFill/>
                </a:ln>
                <a:solidFill>
                  <a:srgbClr val="000000"/>
                </a:solidFill>
                <a:effectLst/>
                <a:uLnTx/>
                <a:uFillTx/>
                <a:latin typeface="Arial"/>
                <a:ea typeface="+mn-ea"/>
                <a:cs typeface="+mn-cs"/>
              </a:rPr>
              <a:t>Company Code: 3003</a:t>
            </a:r>
          </a:p>
          <a:p>
            <a:pPr marL="628650" marR="0" lvl="1"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b="0" i="0" u="none" strike="noStrike" kern="1200" cap="none" spc="0" normalizeH="0" baseline="0" noProof="0">
                <a:ln>
                  <a:noFill/>
                </a:ln>
                <a:solidFill>
                  <a:srgbClr val="000000"/>
                </a:solidFill>
                <a:effectLst/>
                <a:uLnTx/>
                <a:uFillTx/>
                <a:latin typeface="Arial"/>
                <a:ea typeface="+mn-ea"/>
                <a:cs typeface="+mn-cs"/>
              </a:rPr>
              <a:t>Purchasing Org: C300</a:t>
            </a:r>
          </a:p>
          <a:p>
            <a:pPr marL="628650" marR="0" lvl="1"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b="0" i="0" u="none" strike="noStrike" kern="1200" cap="none" spc="0" normalizeH="0" baseline="0" noProof="0">
                <a:ln>
                  <a:noFill/>
                </a:ln>
                <a:solidFill>
                  <a:srgbClr val="000000"/>
                </a:solidFill>
                <a:effectLst/>
                <a:uLnTx/>
                <a:uFillTx/>
                <a:latin typeface="Arial"/>
                <a:ea typeface="+mn-ea"/>
                <a:cs typeface="+mn-cs"/>
              </a:rPr>
              <a:t>Total value of the PR</a:t>
            </a:r>
          </a:p>
          <a:p>
            <a:pPr marL="628650" marR="0" lvl="1"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200" b="0" i="0" u="none" strike="noStrike" kern="1200" cap="none" spc="0" normalizeH="0" baseline="0" noProof="0">
              <a:ln>
                <a:noFill/>
              </a:ln>
              <a:solidFill>
                <a:srgbClr val="000000"/>
              </a:solidFill>
              <a:effectLst/>
              <a:uLnTx/>
              <a:uFillTx/>
              <a:latin typeface="Arial"/>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rgbClr val="000000"/>
              </a:solidFill>
              <a:effectLst/>
              <a:uLnTx/>
              <a:uFillTx/>
              <a:latin typeface="Arial"/>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000000"/>
                </a:solidFill>
                <a:effectLst/>
                <a:uLnTx/>
                <a:uFillTx/>
                <a:latin typeface="Arial"/>
                <a:ea typeface="+mn-ea"/>
                <a:cs typeface="+mn-cs"/>
              </a:rPr>
              <a:t>Click on the Link to access the BTP My Inbox Form.</a:t>
            </a:r>
          </a:p>
        </p:txBody>
      </p:sp>
      <p:sp>
        <p:nvSpPr>
          <p:cNvPr id="8" name="Rechteck 5">
            <a:extLst>
              <a:ext uri="{FF2B5EF4-FFF2-40B4-BE49-F238E27FC236}">
                <a16:creationId xmlns:a16="http://schemas.microsoft.com/office/drawing/2014/main" id="{86A757B3-C581-9A79-BEEC-BB22FE850318}"/>
              </a:ext>
            </a:extLst>
          </p:cNvPr>
          <p:cNvSpPr/>
          <p:nvPr/>
        </p:nvSpPr>
        <p:spPr>
          <a:xfrm>
            <a:off x="6819899" y="1136342"/>
            <a:ext cx="5293637" cy="818023"/>
          </a:xfrm>
          <a:prstGeom prst="rect">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000000"/>
                </a:solidFill>
                <a:effectLst/>
                <a:uLnTx/>
                <a:uFillTx/>
                <a:latin typeface="Arial"/>
                <a:ea typeface="+mn-ea"/>
                <a:cs typeface="+mn-cs"/>
              </a:rPr>
              <a:t>Email: Direct X - PR # is pending for individual approval</a:t>
            </a:r>
            <a:endParaRPr kumimoji="0" lang="de-DE" sz="1200" b="1" i="0" u="none" strike="noStrike" kern="1200" cap="none" spc="0" normalizeH="0" baseline="0" noProof="0">
              <a:ln>
                <a:noFill/>
              </a:ln>
              <a:solidFill>
                <a:srgbClr val="000000"/>
              </a:solidFill>
              <a:effectLst/>
              <a:uLnTx/>
              <a:uFillTx/>
              <a:latin typeface="Arial"/>
              <a:ea typeface="+mn-ea"/>
              <a:cs typeface="+mn-cs"/>
            </a:endParaRPr>
          </a:p>
        </p:txBody>
      </p:sp>
      <p:sp>
        <p:nvSpPr>
          <p:cNvPr id="3" name="TextBox 2">
            <a:extLst>
              <a:ext uri="{FF2B5EF4-FFF2-40B4-BE49-F238E27FC236}">
                <a16:creationId xmlns:a16="http://schemas.microsoft.com/office/drawing/2014/main" id="{B96EE2FD-521E-77C5-203F-9AD51FEA7951}"/>
              </a:ext>
            </a:extLst>
          </p:cNvPr>
          <p:cNvSpPr txBox="1"/>
          <p:nvPr/>
        </p:nvSpPr>
        <p:spPr>
          <a:xfrm>
            <a:off x="333322" y="362910"/>
            <a:ext cx="8353478" cy="369332"/>
          </a:xfrm>
          <a:prstGeom prst="rect">
            <a:avLst/>
          </a:prstGeom>
        </p:spPr>
        <p:txBody>
          <a:bodyPr vert="horz" lIns="0" tIns="0" rIns="324000" bIns="14400" rtlCol="0" anchor="b" anchorCtr="0">
            <a:noAutofit/>
          </a:bodyPr>
          <a:lstStyle>
            <a:lvl1pPr>
              <a:lnSpc>
                <a:spcPct val="90000"/>
              </a:lnSpc>
              <a:spcBef>
                <a:spcPct val="0"/>
              </a:spcBef>
              <a:buNone/>
              <a:defRPr sz="2000" b="1">
                <a:solidFill>
                  <a:srgbClr val="00557C"/>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lang="cs-CZ" sz="2000" b="1"/>
              <a:t>4.1 </a:t>
            </a:r>
            <a:r>
              <a:rPr lang="en-US" sz="2000" b="1"/>
              <a:t>PR - Purchaser Confirmation - Purchaser</a:t>
            </a:r>
            <a:endParaRPr kumimoji="0" lang="en-US" sz="2000" b="1" i="0" u="none" strike="noStrike" kern="1200" cap="none" spc="0" normalizeH="0" baseline="0" noProof="0">
              <a:ln>
                <a:noFill/>
              </a:ln>
              <a:solidFill>
                <a:srgbClr val="00557C"/>
              </a:solidFill>
              <a:effectLst/>
              <a:uLnTx/>
              <a:uFillTx/>
              <a:latin typeface="Arial"/>
              <a:ea typeface="+mj-ea"/>
              <a:cs typeface="+mj-cs"/>
            </a:endParaRPr>
          </a:p>
        </p:txBody>
      </p:sp>
      <p:pic>
        <p:nvPicPr>
          <p:cNvPr id="5" name="Picture 4">
            <a:extLst>
              <a:ext uri="{FF2B5EF4-FFF2-40B4-BE49-F238E27FC236}">
                <a16:creationId xmlns:a16="http://schemas.microsoft.com/office/drawing/2014/main" id="{4250AFEB-59A6-DEB8-5690-20724609A9D8}"/>
              </a:ext>
            </a:extLst>
          </p:cNvPr>
          <p:cNvPicPr>
            <a:picLocks noChangeAspect="1"/>
          </p:cNvPicPr>
          <p:nvPr/>
        </p:nvPicPr>
        <p:blipFill>
          <a:blip r:embed="rId3"/>
          <a:stretch>
            <a:fillRect/>
          </a:stretch>
        </p:blipFill>
        <p:spPr>
          <a:xfrm>
            <a:off x="207603" y="1129860"/>
            <a:ext cx="6497303" cy="5202952"/>
          </a:xfrm>
          <a:prstGeom prst="rect">
            <a:avLst/>
          </a:prstGeom>
          <a:ln>
            <a:solidFill>
              <a:srgbClr val="009999"/>
            </a:solidFill>
          </a:ln>
        </p:spPr>
      </p:pic>
      <p:sp>
        <p:nvSpPr>
          <p:cNvPr id="2" name="Rechteck 1">
            <a:extLst>
              <a:ext uri="{FF2B5EF4-FFF2-40B4-BE49-F238E27FC236}">
                <a16:creationId xmlns:a16="http://schemas.microsoft.com/office/drawing/2014/main" id="{3B33932A-8623-CEC3-7225-7AA085AD4A50}"/>
              </a:ext>
            </a:extLst>
          </p:cNvPr>
          <p:cNvSpPr/>
          <p:nvPr/>
        </p:nvSpPr>
        <p:spPr>
          <a:xfrm>
            <a:off x="1031132" y="4873557"/>
            <a:ext cx="544749" cy="369652"/>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pPr algn="l"/>
            <a:endParaRPr lang="de-DE"/>
          </a:p>
        </p:txBody>
      </p:sp>
    </p:spTree>
    <p:extLst>
      <p:ext uri="{BB962C8B-B14F-4D97-AF65-F5344CB8AC3E}">
        <p14:creationId xmlns:p14="http://schemas.microsoft.com/office/powerpoint/2010/main" val="337009588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695E83-D784-6709-8953-B6E4E7888FA8}"/>
            </a:ext>
          </a:extLst>
        </p:cNvPr>
        <p:cNvGrpSpPr/>
        <p:nvPr/>
      </p:nvGrpSpPr>
      <p:grpSpPr>
        <a:xfrm>
          <a:off x="0" y="0"/>
          <a:ext cx="0" cy="0"/>
          <a:chOff x="0" y="0"/>
          <a:chExt cx="0" cy="0"/>
        </a:xfrm>
      </p:grpSpPr>
      <p:sp>
        <p:nvSpPr>
          <p:cNvPr id="6" name="Rechteck 5">
            <a:extLst>
              <a:ext uri="{FF2B5EF4-FFF2-40B4-BE49-F238E27FC236}">
                <a16:creationId xmlns:a16="http://schemas.microsoft.com/office/drawing/2014/main" id="{67E27600-991F-D395-5CDA-AE488C25D4FC}"/>
              </a:ext>
            </a:extLst>
          </p:cNvPr>
          <p:cNvSpPr/>
          <p:nvPr/>
        </p:nvSpPr>
        <p:spPr>
          <a:xfrm>
            <a:off x="9154632" y="1685926"/>
            <a:ext cx="2958904" cy="4629150"/>
          </a:xfrm>
          <a:prstGeom prst="rect">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a:ln>
                  <a:noFill/>
                </a:ln>
                <a:solidFill>
                  <a:srgbClr val="000000"/>
                </a:solidFill>
                <a:effectLst/>
                <a:uLnTx/>
                <a:uFillTx/>
                <a:latin typeface="Arial"/>
                <a:ea typeface="+mn-ea"/>
                <a:cs typeface="+mn-cs"/>
              </a:rPr>
              <a:t>The third BTP Form is </a:t>
            </a:r>
            <a:r>
              <a:rPr kumimoji="0" lang="en-US" sz="1100" b="1" i="0" u="none" strike="noStrike" kern="1200" cap="none" spc="0" normalizeH="0" baseline="0" noProof="0">
                <a:ln>
                  <a:noFill/>
                </a:ln>
                <a:solidFill>
                  <a:srgbClr val="FF0000"/>
                </a:solidFill>
                <a:effectLst/>
                <a:uLnTx/>
                <a:uFillTx/>
                <a:latin typeface="Arial"/>
                <a:ea typeface="+mn-ea"/>
                <a:cs typeface="+mn-cs"/>
              </a:rPr>
              <a:t>3-PRAPPROVER</a:t>
            </a:r>
            <a:endParaRPr kumimoji="0" lang="cs-CZ" sz="1100" b="1" i="0" u="none" strike="noStrike" kern="1200" cap="none" spc="0" normalizeH="0" baseline="0" noProof="0">
              <a:ln>
                <a:noFill/>
              </a:ln>
              <a:solidFill>
                <a:srgbClr val="FF0000"/>
              </a:solidFill>
              <a:effectLst/>
              <a:uLnTx/>
              <a:uFillTx/>
              <a:latin typeface="Arial"/>
              <a:ea typeface="+mn-ea"/>
              <a:cs typeface="+mn-cs"/>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cs-CZ" sz="1100" b="1">
              <a:solidFill>
                <a:srgbClr val="FF0000"/>
              </a:solidFill>
              <a:latin typeface="Arial"/>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100" b="0" i="0" u="none" strike="noStrike" kern="1200" cap="none" spc="0" normalizeH="0" baseline="0" noProof="0">
              <a:ln>
                <a:noFill/>
              </a:ln>
              <a:solidFill>
                <a:srgbClr val="000000"/>
              </a:solidFill>
              <a:effectLst/>
              <a:uLnTx/>
              <a:uFillTx/>
              <a:latin typeface="Arial"/>
              <a:ea typeface="+mn-ea"/>
              <a:cs typeface="+mn-cs"/>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1" i="0" u="none" strike="noStrike" kern="1200" cap="none" spc="0" normalizeH="0" baseline="0" noProof="0">
                <a:ln>
                  <a:noFill/>
                </a:ln>
                <a:solidFill>
                  <a:schemeClr val="accent6">
                    <a:lumMod val="50000"/>
                    <a:lumOff val="50000"/>
                  </a:schemeClr>
                </a:solidFill>
                <a:effectLst/>
                <a:uLnTx/>
                <a:uFillTx/>
                <a:latin typeface="Arial"/>
                <a:ea typeface="+mn-ea"/>
                <a:cs typeface="+mn-cs"/>
              </a:rPr>
              <a:t>The Purchaser has to make sure that the correct PR number has been selected and appear in Form</a:t>
            </a:r>
            <a:r>
              <a:rPr kumimoji="0" lang="cs-CZ" sz="1100" b="1" i="0" u="none" strike="noStrike" kern="1200" cap="none" spc="0" normalizeH="0" baseline="0" noProof="0">
                <a:ln>
                  <a:noFill/>
                </a:ln>
                <a:solidFill>
                  <a:schemeClr val="accent6">
                    <a:lumMod val="50000"/>
                    <a:lumOff val="50000"/>
                  </a:schemeClr>
                </a:solidFill>
                <a:effectLst/>
                <a:uLnTx/>
                <a:uFillTx/>
                <a:latin typeface="Arial"/>
                <a:ea typeface="+mn-ea"/>
                <a:cs typeface="+mn-cs"/>
              </a:rPr>
              <a:t>.</a:t>
            </a:r>
            <a:endParaRPr kumimoji="0" lang="en-US" sz="1100" b="1" i="0" u="none" strike="noStrike" kern="1200" cap="none" spc="0" normalizeH="0" baseline="0" noProof="0">
              <a:ln>
                <a:noFill/>
              </a:ln>
              <a:solidFill>
                <a:schemeClr val="accent6">
                  <a:lumMod val="50000"/>
                  <a:lumOff val="50000"/>
                </a:schemeClr>
              </a:solidFill>
              <a:effectLst/>
              <a:uLnTx/>
              <a:uFillTx/>
              <a:latin typeface="Arial"/>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srgbClr val="000000"/>
              </a:solidFill>
              <a:effectLst/>
              <a:uLnTx/>
              <a:uFillTx/>
              <a:latin typeface="Arial"/>
              <a:ea typeface="+mn-ea"/>
              <a:cs typeface="+mn-cs"/>
            </a:endParaRPr>
          </a:p>
          <a:p>
            <a:pPr marL="628650" marR="0" lvl="1"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050" b="0" i="0" u="none" strike="noStrike" kern="1200" cap="none" spc="0" normalizeH="0" baseline="0" noProof="0">
              <a:ln>
                <a:noFill/>
              </a:ln>
              <a:solidFill>
                <a:srgbClr val="000000"/>
              </a:solidFill>
              <a:effectLst/>
              <a:uLnTx/>
              <a:uFillTx/>
              <a:latin typeface="Arial"/>
              <a:ea typeface="+mn-ea"/>
              <a:cs typeface="+mn-cs"/>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1" i="0" u="none" strike="noStrike" kern="1200" cap="none" spc="0" normalizeH="0" baseline="0" noProof="0">
                <a:ln>
                  <a:noFill/>
                </a:ln>
                <a:solidFill>
                  <a:srgbClr val="FFD732"/>
                </a:solidFill>
                <a:effectLst/>
                <a:uLnTx/>
                <a:uFillTx/>
                <a:latin typeface="Arial"/>
                <a:ea typeface="+mn-ea"/>
                <a:cs typeface="+mn-cs"/>
              </a:rPr>
              <a:t>Click on “Update Purchase Requisition” to review the full PR data</a:t>
            </a:r>
            <a:endParaRPr kumimoji="0" lang="cs-CZ" sz="1100" b="1" i="0" u="none" strike="noStrike" kern="1200" cap="none" spc="0" normalizeH="0" baseline="0" noProof="0">
              <a:ln>
                <a:noFill/>
              </a:ln>
              <a:solidFill>
                <a:srgbClr val="FFD732"/>
              </a:solidFill>
              <a:effectLst/>
              <a:uLnTx/>
              <a:uFillTx/>
              <a:latin typeface="Arial"/>
              <a:ea typeface="+mn-ea"/>
              <a:cs typeface="+mn-cs"/>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100" b="0" i="0" u="none" strike="noStrike" kern="1200" cap="none" spc="0" normalizeH="0" baseline="0" noProof="0">
              <a:ln>
                <a:noFill/>
              </a:ln>
              <a:solidFill>
                <a:srgbClr val="000000"/>
              </a:solidFill>
              <a:effectLst/>
              <a:uLnTx/>
              <a:uFillTx/>
              <a:latin typeface="Arial"/>
              <a:ea typeface="+mn-ea"/>
              <a:cs typeface="+mn-cs"/>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1" i="0" u="none" strike="noStrike" kern="1200" cap="none" spc="0" normalizeH="0" baseline="0" noProof="0">
                <a:ln>
                  <a:noFill/>
                </a:ln>
                <a:solidFill>
                  <a:schemeClr val="accent2">
                    <a:lumMod val="75000"/>
                  </a:schemeClr>
                </a:solidFill>
                <a:effectLst/>
                <a:uLnTx/>
                <a:uFillTx/>
                <a:latin typeface="Arial"/>
                <a:ea typeface="+mn-ea"/>
                <a:cs typeface="+mn-cs"/>
              </a:rPr>
              <a:t>After PR data validation, click on “APPROVE” to finish the Purchase Requisition steps and fully approve it, to be used on Purchase Order creation steps.</a:t>
            </a:r>
            <a:endParaRPr kumimoji="0" lang="en-US" sz="1050" b="1" i="0" u="none" strike="noStrike" kern="1200" cap="none" spc="0" normalizeH="0" baseline="0" noProof="0">
              <a:ln>
                <a:noFill/>
              </a:ln>
              <a:solidFill>
                <a:schemeClr val="accent2">
                  <a:lumMod val="75000"/>
                </a:schemeClr>
              </a:solidFill>
              <a:effectLst/>
              <a:uLnTx/>
              <a:uFillTx/>
              <a:latin typeface="Arial"/>
              <a:ea typeface="+mn-ea"/>
              <a:cs typeface="+mn-cs"/>
            </a:endParaRPr>
          </a:p>
        </p:txBody>
      </p:sp>
      <p:sp>
        <p:nvSpPr>
          <p:cNvPr id="8" name="Rechteck 5">
            <a:extLst>
              <a:ext uri="{FF2B5EF4-FFF2-40B4-BE49-F238E27FC236}">
                <a16:creationId xmlns:a16="http://schemas.microsoft.com/office/drawing/2014/main" id="{C9BB462B-5DD0-AB03-D7D3-7D692028E5DE}"/>
              </a:ext>
            </a:extLst>
          </p:cNvPr>
          <p:cNvSpPr/>
          <p:nvPr/>
        </p:nvSpPr>
        <p:spPr>
          <a:xfrm>
            <a:off x="9154633" y="1136342"/>
            <a:ext cx="2958903" cy="549583"/>
          </a:xfrm>
          <a:prstGeom prst="rect">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000000"/>
                </a:solidFill>
                <a:effectLst/>
                <a:uLnTx/>
                <a:uFillTx/>
                <a:latin typeface="Arial"/>
                <a:ea typeface="+mn-ea"/>
                <a:cs typeface="+mn-cs"/>
              </a:rPr>
              <a:t>BTP – My Inbox – PR Approval Form</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200" b="0" i="0" u="none" strike="noStrike" kern="1200" cap="none" spc="0" normalizeH="0" baseline="0" noProof="0">
              <a:ln>
                <a:noFill/>
              </a:ln>
              <a:solidFill>
                <a:srgbClr val="000000"/>
              </a:solidFill>
              <a:effectLst/>
              <a:uLnTx/>
              <a:uFillTx/>
              <a:latin typeface="Arial"/>
              <a:ea typeface="+mn-ea"/>
              <a:cs typeface="+mn-cs"/>
            </a:endParaRPr>
          </a:p>
        </p:txBody>
      </p:sp>
      <p:sp>
        <p:nvSpPr>
          <p:cNvPr id="3" name="TextBox 2">
            <a:extLst>
              <a:ext uri="{FF2B5EF4-FFF2-40B4-BE49-F238E27FC236}">
                <a16:creationId xmlns:a16="http://schemas.microsoft.com/office/drawing/2014/main" id="{32696674-43C0-ACE2-0EEE-5F58AB62E9F0}"/>
              </a:ext>
            </a:extLst>
          </p:cNvPr>
          <p:cNvSpPr txBox="1"/>
          <p:nvPr/>
        </p:nvSpPr>
        <p:spPr>
          <a:xfrm>
            <a:off x="333322" y="362910"/>
            <a:ext cx="8353478" cy="369332"/>
          </a:xfrm>
          <a:prstGeom prst="rect">
            <a:avLst/>
          </a:prstGeom>
        </p:spPr>
        <p:txBody>
          <a:bodyPr vert="horz" lIns="0" tIns="0" rIns="324000" bIns="14400" rtlCol="0" anchor="b" anchorCtr="0">
            <a:noAutofit/>
          </a:bodyPr>
          <a:lstStyle>
            <a:lvl1pPr>
              <a:lnSpc>
                <a:spcPct val="90000"/>
              </a:lnSpc>
              <a:spcBef>
                <a:spcPct val="0"/>
              </a:spcBef>
              <a:buNone/>
              <a:defRPr sz="2000" b="1">
                <a:solidFill>
                  <a:srgbClr val="00557C"/>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cs-CZ" sz="2000" b="1" i="0" u="none" strike="noStrike" kern="1200" cap="none" spc="0" normalizeH="0" baseline="0" noProof="0">
                <a:ln>
                  <a:noFill/>
                </a:ln>
                <a:solidFill>
                  <a:srgbClr val="00557C"/>
                </a:solidFill>
                <a:effectLst/>
                <a:uLnTx/>
                <a:uFillTx/>
                <a:latin typeface="Arial"/>
                <a:ea typeface="+mj-ea"/>
                <a:cs typeface="+mj-cs"/>
              </a:rPr>
              <a:t>4.2 </a:t>
            </a:r>
            <a:r>
              <a:rPr kumimoji="0" lang="en-US" sz="2000" b="1" i="0" u="none" strike="noStrike" kern="1200" cap="none" spc="0" normalizeH="0" baseline="0" noProof="0">
                <a:ln>
                  <a:noFill/>
                </a:ln>
                <a:solidFill>
                  <a:srgbClr val="00557C"/>
                </a:solidFill>
                <a:effectLst/>
                <a:uLnTx/>
                <a:uFillTx/>
                <a:latin typeface="Arial"/>
                <a:ea typeface="+mj-ea"/>
                <a:cs typeface="+mj-cs"/>
              </a:rPr>
              <a:t>Confirm the Purchase Requisition</a:t>
            </a:r>
          </a:p>
        </p:txBody>
      </p:sp>
      <p:pic>
        <p:nvPicPr>
          <p:cNvPr id="5" name="Picture 4">
            <a:extLst>
              <a:ext uri="{FF2B5EF4-FFF2-40B4-BE49-F238E27FC236}">
                <a16:creationId xmlns:a16="http://schemas.microsoft.com/office/drawing/2014/main" id="{1C369F45-F19A-8946-6F5D-DFF93520335D}"/>
              </a:ext>
            </a:extLst>
          </p:cNvPr>
          <p:cNvPicPr>
            <a:picLocks noChangeAspect="1"/>
          </p:cNvPicPr>
          <p:nvPr/>
        </p:nvPicPr>
        <p:blipFill>
          <a:blip r:embed="rId3"/>
          <a:stretch>
            <a:fillRect/>
          </a:stretch>
        </p:blipFill>
        <p:spPr>
          <a:xfrm>
            <a:off x="225137" y="1158949"/>
            <a:ext cx="8844436" cy="5165777"/>
          </a:xfrm>
          <a:prstGeom prst="rect">
            <a:avLst/>
          </a:prstGeom>
          <a:ln>
            <a:solidFill>
              <a:srgbClr val="009999"/>
            </a:solidFill>
          </a:ln>
        </p:spPr>
      </p:pic>
    </p:spTree>
    <p:extLst>
      <p:ext uri="{BB962C8B-B14F-4D97-AF65-F5344CB8AC3E}">
        <p14:creationId xmlns:p14="http://schemas.microsoft.com/office/powerpoint/2010/main" val="231878837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A3613E-6E2B-01F5-4133-034A6EDA4598}"/>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642B7C1F-5ABA-06FD-C0A9-5740E317F415}"/>
              </a:ext>
            </a:extLst>
          </p:cNvPr>
          <p:cNvSpPr>
            <a:spLocks noGrp="1"/>
          </p:cNvSpPr>
          <p:nvPr>
            <p:ph type="title"/>
          </p:nvPr>
        </p:nvSpPr>
        <p:spPr>
          <a:xfrm>
            <a:off x="374686" y="456819"/>
            <a:ext cx="9863997" cy="576000"/>
          </a:xfrm>
        </p:spPr>
        <p:txBody>
          <a:bodyPr vert="horz" lIns="0" tIns="0" rIns="324000" bIns="14400" rtlCol="0" anchor="t" anchorCtr="0">
            <a:noAutofit/>
          </a:bodyPr>
          <a:lstStyle/>
          <a:p>
            <a:r>
              <a:rPr lang="cs-CZ">
                <a:solidFill>
                  <a:srgbClr val="00557C"/>
                </a:solidFill>
              </a:rPr>
              <a:t>4.3 </a:t>
            </a:r>
            <a:r>
              <a:rPr lang="en-US">
                <a:solidFill>
                  <a:srgbClr val="00557C"/>
                </a:solidFill>
              </a:rPr>
              <a:t>PR - Release Statuses</a:t>
            </a:r>
            <a:endParaRPr lang="en-US"/>
          </a:p>
        </p:txBody>
      </p:sp>
      <p:sp>
        <p:nvSpPr>
          <p:cNvPr id="4" name="Foliennummernplatzhalter 3">
            <a:extLst>
              <a:ext uri="{FF2B5EF4-FFF2-40B4-BE49-F238E27FC236}">
                <a16:creationId xmlns:a16="http://schemas.microsoft.com/office/drawing/2014/main" id="{C08BCA92-FCDF-AADB-2BFD-D0C422A2D925}"/>
              </a:ext>
            </a:extLst>
          </p:cNvPr>
          <p:cNvSpPr>
            <a:spLocks noGrp="1"/>
          </p:cNvSpPr>
          <p:nvPr>
            <p:ph type="sldNum" sz="quarter" idx="1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a:ln>
                  <a:noFill/>
                </a:ln>
                <a:solidFill>
                  <a:srgbClr val="000000"/>
                </a:solidFill>
                <a:effectLst/>
                <a:uLnTx/>
                <a:uFillTx/>
                <a:latin typeface="Arial"/>
                <a:ea typeface="+mn-ea"/>
                <a:cs typeface="+mn-cs"/>
              </a:rPr>
              <a:t>Page </a:t>
            </a:r>
            <a:fld id="{15EBE321-CBB1-4E91-BD14-37C8D44326FB}" type="slidenum">
              <a:rPr kumimoji="0" lang="en-US" sz="900" b="1" i="0" u="none" strike="noStrike" kern="1200" cap="none" spc="0" normalizeH="0" baseline="0" noProof="0" smtClean="0">
                <a:ln>
                  <a:noFill/>
                </a:ln>
                <a:solidFill>
                  <a:srgbClr val="000000"/>
                </a:solidFill>
                <a:effectLst/>
                <a:uLnTx/>
                <a:uFillTx/>
                <a:latin typeface="Arial"/>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28</a:t>
            </a:fld>
            <a:endParaRPr kumimoji="0" lang="en-US" sz="900" b="1" i="0" u="none" strike="noStrike" kern="1200" cap="none" spc="0" normalizeH="0" baseline="0" noProof="0">
              <a:ln>
                <a:noFill/>
              </a:ln>
              <a:solidFill>
                <a:srgbClr val="000000"/>
              </a:solidFill>
              <a:effectLst/>
              <a:uLnTx/>
              <a:uFillTx/>
              <a:latin typeface="Arial"/>
              <a:ea typeface="+mn-ea"/>
              <a:cs typeface="+mn-cs"/>
            </a:endParaRPr>
          </a:p>
        </p:txBody>
      </p:sp>
      <p:sp>
        <p:nvSpPr>
          <p:cNvPr id="29" name="Rechteck 4">
            <a:extLst>
              <a:ext uri="{FF2B5EF4-FFF2-40B4-BE49-F238E27FC236}">
                <a16:creationId xmlns:a16="http://schemas.microsoft.com/office/drawing/2014/main" id="{E718D822-95EE-16E2-2BA5-4B2CE3F28788}"/>
              </a:ext>
            </a:extLst>
          </p:cNvPr>
          <p:cNvSpPr/>
          <p:nvPr/>
        </p:nvSpPr>
        <p:spPr>
          <a:xfrm>
            <a:off x="6145468" y="1212524"/>
            <a:ext cx="5274348" cy="449295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b="0" i="0" u="none" strike="noStrike" kern="1200" cap="none" spc="0" normalizeH="0" baseline="0" noProof="0">
                <a:ln>
                  <a:noFill/>
                </a:ln>
                <a:solidFill>
                  <a:srgbClr val="000000"/>
                </a:solidFill>
                <a:effectLst/>
                <a:uLnTx/>
                <a:uFillTx/>
                <a:latin typeface="Arial"/>
                <a:ea typeface="+mn-ea"/>
                <a:cs typeface="+mn-cs"/>
              </a:rPr>
              <a:t>After the final Purchaser step, the status of the PR will be converted from “In Release” to “Release Complete”</a:t>
            </a:r>
          </a:p>
        </p:txBody>
      </p:sp>
      <p:grpSp>
        <p:nvGrpSpPr>
          <p:cNvPr id="33" name="Group 32">
            <a:extLst>
              <a:ext uri="{FF2B5EF4-FFF2-40B4-BE49-F238E27FC236}">
                <a16:creationId xmlns:a16="http://schemas.microsoft.com/office/drawing/2014/main" id="{F2C73CAF-722F-6428-46F6-8AD486ECA157}"/>
              </a:ext>
            </a:extLst>
          </p:cNvPr>
          <p:cNvGrpSpPr/>
          <p:nvPr/>
        </p:nvGrpSpPr>
        <p:grpSpPr>
          <a:xfrm>
            <a:off x="206993" y="1291221"/>
            <a:ext cx="5460167" cy="3254805"/>
            <a:chOff x="206993" y="1462671"/>
            <a:chExt cx="5460167" cy="3254805"/>
          </a:xfrm>
        </p:grpSpPr>
        <p:grpSp>
          <p:nvGrpSpPr>
            <p:cNvPr id="28" name="Group 27">
              <a:extLst>
                <a:ext uri="{FF2B5EF4-FFF2-40B4-BE49-F238E27FC236}">
                  <a16:creationId xmlns:a16="http://schemas.microsoft.com/office/drawing/2014/main" id="{2399C473-5D5F-EA55-8683-6A4FED7C6542}"/>
                </a:ext>
              </a:extLst>
            </p:cNvPr>
            <p:cNvGrpSpPr/>
            <p:nvPr/>
          </p:nvGrpSpPr>
          <p:grpSpPr>
            <a:xfrm>
              <a:off x="206993" y="1462671"/>
              <a:ext cx="5460167" cy="2878158"/>
              <a:chOff x="2607965" y="3274992"/>
              <a:chExt cx="5460167" cy="2878158"/>
            </a:xfrm>
          </p:grpSpPr>
          <p:sp>
            <p:nvSpPr>
              <p:cNvPr id="6" name="Rectangle: Rounded Corners 5">
                <a:extLst>
                  <a:ext uri="{FF2B5EF4-FFF2-40B4-BE49-F238E27FC236}">
                    <a16:creationId xmlns:a16="http://schemas.microsoft.com/office/drawing/2014/main" id="{DB96FCC0-43FF-E083-4E41-A2BB5B2F48F7}"/>
                  </a:ext>
                </a:extLst>
              </p:cNvPr>
              <p:cNvSpPr/>
              <p:nvPr/>
            </p:nvSpPr>
            <p:spPr>
              <a:xfrm rot="16200000">
                <a:off x="2340684" y="5442833"/>
                <a:ext cx="988633" cy="432000"/>
              </a:xfrm>
              <a:prstGeom prst="round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nchorCtr="0"/>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000000"/>
                    </a:solidFill>
                    <a:effectLst/>
                    <a:uLnTx/>
                    <a:uFillTx/>
                    <a:latin typeface="Arial"/>
                    <a:ea typeface="+mn-ea"/>
                    <a:cs typeface="+mn-cs"/>
                  </a:rPr>
                  <a:t>Purchaser</a:t>
                </a:r>
              </a:p>
            </p:txBody>
          </p:sp>
          <p:sp>
            <p:nvSpPr>
              <p:cNvPr id="8" name="Rectangle: Rounded Corners 7">
                <a:extLst>
                  <a:ext uri="{FF2B5EF4-FFF2-40B4-BE49-F238E27FC236}">
                    <a16:creationId xmlns:a16="http://schemas.microsoft.com/office/drawing/2014/main" id="{0E09620F-D637-7C6A-1C6E-2EBBEE902C77}"/>
                  </a:ext>
                </a:extLst>
              </p:cNvPr>
              <p:cNvSpPr/>
              <p:nvPr/>
            </p:nvSpPr>
            <p:spPr>
              <a:xfrm rot="16200000">
                <a:off x="2357153" y="3525804"/>
                <a:ext cx="929301" cy="427678"/>
              </a:xfrm>
              <a:prstGeom prst="round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nchorCtr="0"/>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000000"/>
                    </a:solidFill>
                    <a:effectLst/>
                    <a:uLnTx/>
                    <a:uFillTx/>
                    <a:latin typeface="Arial"/>
                    <a:ea typeface="+mn-ea"/>
                    <a:cs typeface="+mn-cs"/>
                  </a:rPr>
                  <a:t>Requisitioner</a:t>
                </a:r>
              </a:p>
            </p:txBody>
          </p:sp>
          <p:sp>
            <p:nvSpPr>
              <p:cNvPr id="9" name="Flowchart: Alternate Process 8">
                <a:extLst>
                  <a:ext uri="{FF2B5EF4-FFF2-40B4-BE49-F238E27FC236}">
                    <a16:creationId xmlns:a16="http://schemas.microsoft.com/office/drawing/2014/main" id="{5743AD7C-FB6A-3006-48DC-854C2416D415}"/>
                  </a:ext>
                </a:extLst>
              </p:cNvPr>
              <p:cNvSpPr/>
              <p:nvPr/>
            </p:nvSpPr>
            <p:spPr>
              <a:xfrm>
                <a:off x="6274020" y="3540634"/>
                <a:ext cx="1319882" cy="540000"/>
              </a:xfrm>
              <a:prstGeom prst="flowChartAlternateProcess">
                <a:avLst/>
              </a:prstGeom>
              <a:solidFill>
                <a:schemeClr val="accent1"/>
              </a:solidFill>
              <a:ln w="28575">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nchorCtr="0"/>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000000"/>
                    </a:solidFill>
                    <a:effectLst/>
                    <a:uLnTx/>
                    <a:uFillTx/>
                    <a:latin typeface="Arial"/>
                    <a:ea typeface="+mn-ea"/>
                    <a:cs typeface="+mn-cs"/>
                  </a:rPr>
                  <a:t>PR Creator Receive BTP Form to confirm PR</a:t>
                </a:r>
              </a:p>
            </p:txBody>
          </p:sp>
          <p:sp>
            <p:nvSpPr>
              <p:cNvPr id="10" name="Rectangle: Rounded Corners 9">
                <a:extLst>
                  <a:ext uri="{FF2B5EF4-FFF2-40B4-BE49-F238E27FC236}">
                    <a16:creationId xmlns:a16="http://schemas.microsoft.com/office/drawing/2014/main" id="{72BCA404-6799-8EDE-5EB1-6A5943E454AE}"/>
                  </a:ext>
                </a:extLst>
              </p:cNvPr>
              <p:cNvSpPr/>
              <p:nvPr/>
            </p:nvSpPr>
            <p:spPr>
              <a:xfrm rot="16200000">
                <a:off x="2463939" y="4429368"/>
                <a:ext cx="726170" cy="438117"/>
              </a:xfrm>
              <a:prstGeom prst="round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nchorCtr="0"/>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000000"/>
                    </a:solidFill>
                    <a:effectLst/>
                    <a:uLnTx/>
                    <a:uFillTx/>
                    <a:latin typeface="Arial"/>
                    <a:ea typeface="+mn-ea"/>
                    <a:cs typeface="+mn-cs"/>
                  </a:rPr>
                  <a:t>Buyer</a:t>
                </a:r>
              </a:p>
            </p:txBody>
          </p:sp>
          <p:sp>
            <p:nvSpPr>
              <p:cNvPr id="11" name="Flowchart: Alternate Process 10">
                <a:extLst>
                  <a:ext uri="{FF2B5EF4-FFF2-40B4-BE49-F238E27FC236}">
                    <a16:creationId xmlns:a16="http://schemas.microsoft.com/office/drawing/2014/main" id="{D17E3001-791E-320D-0F94-09EC557D571A}"/>
                  </a:ext>
                </a:extLst>
              </p:cNvPr>
              <p:cNvSpPr/>
              <p:nvPr>
                <p:custDataLst>
                  <p:tags r:id="rId1"/>
                </p:custDataLst>
              </p:nvPr>
            </p:nvSpPr>
            <p:spPr>
              <a:xfrm>
                <a:off x="3787725" y="5506059"/>
                <a:ext cx="1192826" cy="411904"/>
              </a:xfrm>
              <a:prstGeom prst="flowChartAlternateProcess">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nchorCtr="0"/>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000000"/>
                    </a:solidFill>
                    <a:effectLst/>
                    <a:uLnTx/>
                    <a:uFillTx/>
                    <a:latin typeface="Arial"/>
                    <a:ea typeface="+mn-ea"/>
                    <a:cs typeface="+mn-cs"/>
                  </a:rPr>
                  <a:t>Receive a Notification Email and My Inbox</a:t>
                </a:r>
              </a:p>
            </p:txBody>
          </p:sp>
          <p:sp>
            <p:nvSpPr>
              <p:cNvPr id="12" name="Flowchart: Alternate Process 11">
                <a:extLst>
                  <a:ext uri="{FF2B5EF4-FFF2-40B4-BE49-F238E27FC236}">
                    <a16:creationId xmlns:a16="http://schemas.microsoft.com/office/drawing/2014/main" id="{121691A5-6FFB-42CD-9E3D-4405AC1195DB}"/>
                  </a:ext>
                </a:extLst>
              </p:cNvPr>
              <p:cNvSpPr/>
              <p:nvPr/>
            </p:nvSpPr>
            <p:spPr>
              <a:xfrm>
                <a:off x="3731664" y="4405673"/>
                <a:ext cx="1314311" cy="491773"/>
              </a:xfrm>
              <a:prstGeom prst="flowChartAlternateProcess">
                <a:avLst/>
              </a:prstGeom>
              <a:solidFill>
                <a:schemeClr val="accent1"/>
              </a:solidFill>
              <a:ln w="28575">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nchorCtr="0"/>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000000"/>
                    </a:solidFill>
                    <a:effectLst/>
                    <a:uLnTx/>
                    <a:uFillTx/>
                    <a:latin typeface="Arial"/>
                    <a:ea typeface="+mn-ea"/>
                    <a:cs typeface="+mn-cs"/>
                  </a:rPr>
                  <a:t>Receive BTP Form to Assign Individual Purchasing Group (</a:t>
                </a:r>
                <a:r>
                  <a:rPr kumimoji="0" lang="en-US" sz="700" b="1" i="0" u="none" strike="noStrike" kern="1200" cap="none" spc="0" normalizeH="0" baseline="0" noProof="0" err="1">
                    <a:ln>
                      <a:noFill/>
                    </a:ln>
                    <a:solidFill>
                      <a:srgbClr val="000000"/>
                    </a:solidFill>
                    <a:effectLst/>
                    <a:uLnTx/>
                    <a:uFillTx/>
                    <a:latin typeface="Arial"/>
                    <a:ea typeface="+mn-ea"/>
                    <a:cs typeface="+mn-cs"/>
                  </a:rPr>
                  <a:t>Ixx</a:t>
                </a:r>
                <a:r>
                  <a:rPr kumimoji="0" lang="en-US" sz="700" b="0" i="0" u="none" strike="noStrike" kern="1200" cap="none" spc="0" normalizeH="0" baseline="0" noProof="0">
                    <a:ln>
                      <a:noFill/>
                    </a:ln>
                    <a:solidFill>
                      <a:srgbClr val="000000"/>
                    </a:solidFill>
                    <a:effectLst/>
                    <a:uLnTx/>
                    <a:uFillTx/>
                    <a:latin typeface="Arial"/>
                    <a:ea typeface="+mn-ea"/>
                    <a:cs typeface="+mn-cs"/>
                  </a:rPr>
                  <a:t>)</a:t>
                </a:r>
              </a:p>
            </p:txBody>
          </p:sp>
          <p:sp>
            <p:nvSpPr>
              <p:cNvPr id="13" name="Rectangle: Rounded Corners 12">
                <a:extLst>
                  <a:ext uri="{FF2B5EF4-FFF2-40B4-BE49-F238E27FC236}">
                    <a16:creationId xmlns:a16="http://schemas.microsoft.com/office/drawing/2014/main" id="{A211E80E-E9D1-3199-64F3-1AB15A440E04}"/>
                  </a:ext>
                </a:extLst>
              </p:cNvPr>
              <p:cNvSpPr/>
              <p:nvPr/>
            </p:nvSpPr>
            <p:spPr>
              <a:xfrm>
                <a:off x="3173156" y="3288506"/>
                <a:ext cx="4884994" cy="915787"/>
              </a:xfrm>
              <a:prstGeom prst="roundRect">
                <a:avLst/>
              </a:prstGeom>
              <a:noFill/>
              <a:ln w="285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Arial"/>
                  <a:ea typeface="+mn-ea"/>
                  <a:cs typeface="+mn-cs"/>
                </a:endParaRPr>
              </a:p>
            </p:txBody>
          </p:sp>
          <p:sp>
            <p:nvSpPr>
              <p:cNvPr id="14" name="Rectangle: Rounded Corners 13">
                <a:extLst>
                  <a:ext uri="{FF2B5EF4-FFF2-40B4-BE49-F238E27FC236}">
                    <a16:creationId xmlns:a16="http://schemas.microsoft.com/office/drawing/2014/main" id="{910D4092-658D-D866-E0F0-9B4468BA0986}"/>
                  </a:ext>
                </a:extLst>
              </p:cNvPr>
              <p:cNvSpPr/>
              <p:nvPr/>
            </p:nvSpPr>
            <p:spPr>
              <a:xfrm>
                <a:off x="3183137" y="5164517"/>
                <a:ext cx="4884995" cy="988633"/>
              </a:xfrm>
              <a:prstGeom prst="roundRect">
                <a:avLst/>
              </a:prstGeom>
              <a:noFill/>
              <a:ln w="285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Arial"/>
                  <a:ea typeface="+mn-ea"/>
                  <a:cs typeface="+mn-cs"/>
                </a:endParaRPr>
              </a:p>
            </p:txBody>
          </p:sp>
          <p:sp>
            <p:nvSpPr>
              <p:cNvPr id="15" name="Rectangle: Rounded Corners 14">
                <a:extLst>
                  <a:ext uri="{FF2B5EF4-FFF2-40B4-BE49-F238E27FC236}">
                    <a16:creationId xmlns:a16="http://schemas.microsoft.com/office/drawing/2014/main" id="{A8FC33B1-E58B-4B25-200C-C7A5E97BA9C5}"/>
                  </a:ext>
                </a:extLst>
              </p:cNvPr>
              <p:cNvSpPr/>
              <p:nvPr/>
            </p:nvSpPr>
            <p:spPr>
              <a:xfrm>
                <a:off x="3183137" y="4286467"/>
                <a:ext cx="4875013" cy="762643"/>
              </a:xfrm>
              <a:prstGeom prst="roundRect">
                <a:avLst/>
              </a:prstGeom>
              <a:noFill/>
              <a:ln w="285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Arial"/>
                  <a:ea typeface="+mn-ea"/>
                  <a:cs typeface="+mn-cs"/>
                </a:endParaRPr>
              </a:p>
            </p:txBody>
          </p:sp>
          <p:sp>
            <p:nvSpPr>
              <p:cNvPr id="16" name="Flowchart: Alternate Process 15">
                <a:extLst>
                  <a:ext uri="{FF2B5EF4-FFF2-40B4-BE49-F238E27FC236}">
                    <a16:creationId xmlns:a16="http://schemas.microsoft.com/office/drawing/2014/main" id="{200B838F-51EC-5199-256B-422F84BE1CD9}"/>
                  </a:ext>
                </a:extLst>
              </p:cNvPr>
              <p:cNvSpPr/>
              <p:nvPr>
                <p:custDataLst>
                  <p:tags r:id="rId2"/>
                </p:custDataLst>
              </p:nvPr>
            </p:nvSpPr>
            <p:spPr>
              <a:xfrm>
                <a:off x="6949686" y="5498650"/>
                <a:ext cx="720407" cy="421022"/>
              </a:xfrm>
              <a:prstGeom prst="flowChartAlternateProcess">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nchorCtr="0"/>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000000"/>
                    </a:solidFill>
                    <a:effectLst/>
                    <a:uLnTx/>
                    <a:uFillTx/>
                    <a:latin typeface="Arial"/>
                    <a:ea typeface="+mn-ea"/>
                    <a:cs typeface="+mn-cs"/>
                  </a:rPr>
                  <a:t>PR Released</a:t>
                </a:r>
              </a:p>
            </p:txBody>
          </p:sp>
          <p:sp>
            <p:nvSpPr>
              <p:cNvPr id="17" name="Flowchart: Alternate Process 16">
                <a:extLst>
                  <a:ext uri="{FF2B5EF4-FFF2-40B4-BE49-F238E27FC236}">
                    <a16:creationId xmlns:a16="http://schemas.microsoft.com/office/drawing/2014/main" id="{CE6F8117-ECC4-EA88-4B1B-1796603D01D7}"/>
                  </a:ext>
                </a:extLst>
              </p:cNvPr>
              <p:cNvSpPr/>
              <p:nvPr>
                <p:custDataLst>
                  <p:tags r:id="rId3"/>
                </p:custDataLst>
              </p:nvPr>
            </p:nvSpPr>
            <p:spPr>
              <a:xfrm>
                <a:off x="3407324" y="3565372"/>
                <a:ext cx="865313" cy="489395"/>
              </a:xfrm>
              <a:prstGeom prst="flowChartAlternateProcess">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nchorCtr="0"/>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000000"/>
                    </a:solidFill>
                    <a:effectLst/>
                    <a:uLnTx/>
                    <a:uFillTx/>
                    <a:latin typeface="Arial"/>
                    <a:ea typeface="+mn-ea"/>
                    <a:cs typeface="+mn-cs"/>
                  </a:rPr>
                  <a:t>Create/Save PR with Purchasing Group </a:t>
                </a:r>
                <a:r>
                  <a:rPr kumimoji="0" lang="en-US" sz="700" b="1" i="0" u="none" strike="noStrike" kern="1200" cap="none" spc="0" normalizeH="0" baseline="0" noProof="0">
                    <a:ln>
                      <a:noFill/>
                    </a:ln>
                    <a:solidFill>
                      <a:srgbClr val="000000"/>
                    </a:solidFill>
                    <a:effectLst/>
                    <a:uLnTx/>
                    <a:uFillTx/>
                    <a:latin typeface="Arial"/>
                    <a:ea typeface="+mn-ea"/>
                    <a:cs typeface="+mn-cs"/>
                  </a:rPr>
                  <a:t>F01</a:t>
                </a:r>
              </a:p>
            </p:txBody>
          </p:sp>
          <p:sp>
            <p:nvSpPr>
              <p:cNvPr id="18" name="Flowchart: Alternate Process 17">
                <a:extLst>
                  <a:ext uri="{FF2B5EF4-FFF2-40B4-BE49-F238E27FC236}">
                    <a16:creationId xmlns:a16="http://schemas.microsoft.com/office/drawing/2014/main" id="{8D8E4BEC-586A-F96F-B19E-286D64921FEE}"/>
                  </a:ext>
                </a:extLst>
              </p:cNvPr>
              <p:cNvSpPr/>
              <p:nvPr/>
            </p:nvSpPr>
            <p:spPr>
              <a:xfrm>
                <a:off x="5401823" y="5506059"/>
                <a:ext cx="1256648" cy="421022"/>
              </a:xfrm>
              <a:prstGeom prst="flowChartAlternateProcess">
                <a:avLst/>
              </a:prstGeom>
              <a:solidFill>
                <a:schemeClr val="accent1"/>
              </a:solidFill>
              <a:ln w="28575">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nchorCtr="0"/>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000000"/>
                    </a:solidFill>
                    <a:effectLst/>
                    <a:uLnTx/>
                    <a:uFillTx/>
                    <a:latin typeface="Arial"/>
                    <a:ea typeface="+mn-ea"/>
                    <a:cs typeface="+mn-cs"/>
                  </a:rPr>
                  <a:t>Purchaser Receive BTP Form to complete and confirm PR</a:t>
                </a:r>
              </a:p>
            </p:txBody>
          </p:sp>
          <p:sp>
            <p:nvSpPr>
              <p:cNvPr id="19" name="Flowchart: Alternate Process 18">
                <a:extLst>
                  <a:ext uri="{FF2B5EF4-FFF2-40B4-BE49-F238E27FC236}">
                    <a16:creationId xmlns:a16="http://schemas.microsoft.com/office/drawing/2014/main" id="{0D3F0D37-B39C-B8EB-587B-00BB854C3753}"/>
                  </a:ext>
                </a:extLst>
              </p:cNvPr>
              <p:cNvSpPr/>
              <p:nvPr>
                <p:custDataLst>
                  <p:tags r:id="rId4"/>
                </p:custDataLst>
              </p:nvPr>
            </p:nvSpPr>
            <p:spPr>
              <a:xfrm>
                <a:off x="4635067" y="3565372"/>
                <a:ext cx="1151207" cy="489395"/>
              </a:xfrm>
              <a:prstGeom prst="flowChartAlternateProcess">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nchorCtr="0"/>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000000"/>
                    </a:solidFill>
                    <a:effectLst/>
                    <a:uLnTx/>
                    <a:uFillTx/>
                    <a:latin typeface="Arial"/>
                    <a:ea typeface="+mn-ea"/>
                    <a:cs typeface="+mn-cs"/>
                  </a:rPr>
                  <a:t>PR Creator Receive a Notification Email and My Inbox</a:t>
                </a:r>
              </a:p>
            </p:txBody>
          </p:sp>
          <p:sp>
            <p:nvSpPr>
              <p:cNvPr id="20" name="Flowchart: Alternate Process 19">
                <a:extLst>
                  <a:ext uri="{FF2B5EF4-FFF2-40B4-BE49-F238E27FC236}">
                    <a16:creationId xmlns:a16="http://schemas.microsoft.com/office/drawing/2014/main" id="{C08F46AB-6F4A-5C85-A0CD-88636100102D}"/>
                  </a:ext>
                </a:extLst>
              </p:cNvPr>
              <p:cNvSpPr/>
              <p:nvPr>
                <p:custDataLst>
                  <p:tags r:id="rId5"/>
                </p:custDataLst>
              </p:nvPr>
            </p:nvSpPr>
            <p:spPr>
              <a:xfrm>
                <a:off x="6274020" y="4426288"/>
                <a:ext cx="1320381" cy="489395"/>
              </a:xfrm>
              <a:prstGeom prst="flowChartAlternateProcess">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nchorCtr="0"/>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000000"/>
                    </a:solidFill>
                    <a:effectLst/>
                    <a:uLnTx/>
                    <a:uFillTx/>
                    <a:latin typeface="Arial"/>
                    <a:ea typeface="+mn-ea"/>
                    <a:cs typeface="+mn-cs"/>
                  </a:rPr>
                  <a:t>Buyer Receive a Notification Email and My Inbox</a:t>
                </a:r>
              </a:p>
            </p:txBody>
          </p:sp>
          <p:cxnSp>
            <p:nvCxnSpPr>
              <p:cNvPr id="21" name="Straight Arrow Connector 20">
                <a:extLst>
                  <a:ext uri="{FF2B5EF4-FFF2-40B4-BE49-F238E27FC236}">
                    <a16:creationId xmlns:a16="http://schemas.microsoft.com/office/drawing/2014/main" id="{8EFD2EBD-A3B9-2ED0-9E6F-1C4BFDB10F11}"/>
                  </a:ext>
                </a:extLst>
              </p:cNvPr>
              <p:cNvCxnSpPr>
                <a:cxnSpLocks/>
                <a:stCxn id="17" idx="3"/>
                <a:endCxn id="19" idx="1"/>
              </p:cNvCxnSpPr>
              <p:nvPr/>
            </p:nvCxnSpPr>
            <p:spPr>
              <a:xfrm>
                <a:off x="4272637" y="3810070"/>
                <a:ext cx="362430" cy="0"/>
              </a:xfrm>
              <a:prstGeom prst="straightConnector1">
                <a:avLst/>
              </a:prstGeom>
              <a:ln w="25400">
                <a:solidFill>
                  <a:schemeClr val="tx1"/>
                </a:solidFill>
                <a:headEnd w="lg" len="lg"/>
                <a:tailEnd type="triangle"/>
              </a:ln>
            </p:spPr>
            <p:style>
              <a:lnRef idx="1">
                <a:schemeClr val="accent1"/>
              </a:lnRef>
              <a:fillRef idx="0">
                <a:schemeClr val="accent1"/>
              </a:fillRef>
              <a:effectRef idx="0">
                <a:schemeClr val="accent1"/>
              </a:effectRef>
              <a:fontRef idx="minor">
                <a:schemeClr val="tx1"/>
              </a:fontRef>
            </p:style>
          </p:cxnSp>
          <p:cxnSp>
            <p:nvCxnSpPr>
              <p:cNvPr id="22" name="Straight Arrow Connector 21">
                <a:extLst>
                  <a:ext uri="{FF2B5EF4-FFF2-40B4-BE49-F238E27FC236}">
                    <a16:creationId xmlns:a16="http://schemas.microsoft.com/office/drawing/2014/main" id="{B89D402F-6130-7DC4-0B1A-6608510B099F}"/>
                  </a:ext>
                </a:extLst>
              </p:cNvPr>
              <p:cNvCxnSpPr>
                <a:cxnSpLocks/>
                <a:stCxn id="19" idx="3"/>
                <a:endCxn id="9" idx="1"/>
              </p:cNvCxnSpPr>
              <p:nvPr/>
            </p:nvCxnSpPr>
            <p:spPr>
              <a:xfrm>
                <a:off x="5786274" y="3810070"/>
                <a:ext cx="487746" cy="564"/>
              </a:xfrm>
              <a:prstGeom prst="straightConnector1">
                <a:avLst/>
              </a:prstGeom>
              <a:ln w="25400">
                <a:solidFill>
                  <a:schemeClr val="tx1"/>
                </a:solidFill>
                <a:headEnd w="lg" len="lg"/>
                <a:tailEnd type="triangle"/>
              </a:ln>
            </p:spPr>
            <p:style>
              <a:lnRef idx="1">
                <a:schemeClr val="accent1"/>
              </a:lnRef>
              <a:fillRef idx="0">
                <a:schemeClr val="accent1"/>
              </a:fillRef>
              <a:effectRef idx="0">
                <a:schemeClr val="accent1"/>
              </a:effectRef>
              <a:fontRef idx="minor">
                <a:schemeClr val="tx1"/>
              </a:fontRef>
            </p:style>
          </p:cxnSp>
          <p:cxnSp>
            <p:nvCxnSpPr>
              <p:cNvPr id="23" name="Straight Arrow Connector 22">
                <a:extLst>
                  <a:ext uri="{FF2B5EF4-FFF2-40B4-BE49-F238E27FC236}">
                    <a16:creationId xmlns:a16="http://schemas.microsoft.com/office/drawing/2014/main" id="{041C9DD9-ED84-7647-7398-CEE641CD9BF7}"/>
                  </a:ext>
                </a:extLst>
              </p:cNvPr>
              <p:cNvCxnSpPr>
                <a:cxnSpLocks/>
                <a:stCxn id="9" idx="2"/>
                <a:endCxn id="20" idx="0"/>
              </p:cNvCxnSpPr>
              <p:nvPr/>
            </p:nvCxnSpPr>
            <p:spPr>
              <a:xfrm>
                <a:off x="6933961" y="4080634"/>
                <a:ext cx="250" cy="345654"/>
              </a:xfrm>
              <a:prstGeom prst="straightConnector1">
                <a:avLst/>
              </a:prstGeom>
              <a:ln w="25400">
                <a:solidFill>
                  <a:schemeClr val="tx1"/>
                </a:solidFill>
                <a:headEnd w="lg" len="lg"/>
                <a:tailEnd type="triangle"/>
              </a:ln>
            </p:spPr>
            <p:style>
              <a:lnRef idx="1">
                <a:schemeClr val="accent1"/>
              </a:lnRef>
              <a:fillRef idx="0">
                <a:schemeClr val="accent1"/>
              </a:fillRef>
              <a:effectRef idx="0">
                <a:schemeClr val="accent1"/>
              </a:effectRef>
              <a:fontRef idx="minor">
                <a:schemeClr val="tx1"/>
              </a:fontRef>
            </p:style>
          </p:cxnSp>
          <p:cxnSp>
            <p:nvCxnSpPr>
              <p:cNvPr id="24" name="Straight Arrow Connector 23">
                <a:extLst>
                  <a:ext uri="{FF2B5EF4-FFF2-40B4-BE49-F238E27FC236}">
                    <a16:creationId xmlns:a16="http://schemas.microsoft.com/office/drawing/2014/main" id="{74754CAB-1E03-E22A-4EAF-272A6E5E8D3A}"/>
                  </a:ext>
                </a:extLst>
              </p:cNvPr>
              <p:cNvCxnSpPr>
                <a:cxnSpLocks/>
                <a:stCxn id="20" idx="1"/>
                <a:endCxn id="12" idx="3"/>
              </p:cNvCxnSpPr>
              <p:nvPr/>
            </p:nvCxnSpPr>
            <p:spPr>
              <a:xfrm flipH="1" flipV="1">
                <a:off x="5045975" y="4651560"/>
                <a:ext cx="1228045" cy="19426"/>
              </a:xfrm>
              <a:prstGeom prst="straightConnector1">
                <a:avLst/>
              </a:prstGeom>
              <a:ln w="25400">
                <a:solidFill>
                  <a:schemeClr val="tx1"/>
                </a:solidFill>
                <a:headEnd w="lg" len="lg"/>
                <a:tailEnd type="triangle"/>
              </a:ln>
            </p:spPr>
            <p:style>
              <a:lnRef idx="1">
                <a:schemeClr val="accent1"/>
              </a:lnRef>
              <a:fillRef idx="0">
                <a:schemeClr val="accent1"/>
              </a:fillRef>
              <a:effectRef idx="0">
                <a:schemeClr val="accent1"/>
              </a:effectRef>
              <a:fontRef idx="minor">
                <a:schemeClr val="tx1"/>
              </a:fontRef>
            </p:style>
          </p:cxnSp>
          <p:cxnSp>
            <p:nvCxnSpPr>
              <p:cNvPr id="25" name="Connector: Elbow 24">
                <a:extLst>
                  <a:ext uri="{FF2B5EF4-FFF2-40B4-BE49-F238E27FC236}">
                    <a16:creationId xmlns:a16="http://schemas.microsoft.com/office/drawing/2014/main" id="{9EF7E2EA-C0F7-E191-0DE5-7B9F2FFD3D17}"/>
                  </a:ext>
                </a:extLst>
              </p:cNvPr>
              <p:cNvCxnSpPr>
                <a:cxnSpLocks/>
                <a:stCxn id="12" idx="2"/>
                <a:endCxn id="11" idx="0"/>
              </p:cNvCxnSpPr>
              <p:nvPr/>
            </p:nvCxnSpPr>
            <p:spPr>
              <a:xfrm rot="5400000">
                <a:off x="4082173" y="5199411"/>
                <a:ext cx="608613" cy="4682"/>
              </a:xfrm>
              <a:prstGeom prst="bentConnector3">
                <a:avLst>
                  <a:gd name="adj1" fmla="val 50000"/>
                </a:avLst>
              </a:prstGeom>
              <a:ln w="25400">
                <a:solidFill>
                  <a:schemeClr val="tx1"/>
                </a:solidFill>
                <a:headEnd w="lg" len="lg"/>
                <a:tailEnd type="triangle"/>
              </a:ln>
            </p:spPr>
            <p:style>
              <a:lnRef idx="1">
                <a:schemeClr val="accent1"/>
              </a:lnRef>
              <a:fillRef idx="0">
                <a:schemeClr val="accent1"/>
              </a:fillRef>
              <a:effectRef idx="0">
                <a:schemeClr val="accent1"/>
              </a:effectRef>
              <a:fontRef idx="minor">
                <a:schemeClr val="tx1"/>
              </a:fontRef>
            </p:style>
          </p:cxnSp>
          <p:cxnSp>
            <p:nvCxnSpPr>
              <p:cNvPr id="26" name="Straight Arrow Connector 25">
                <a:extLst>
                  <a:ext uri="{FF2B5EF4-FFF2-40B4-BE49-F238E27FC236}">
                    <a16:creationId xmlns:a16="http://schemas.microsoft.com/office/drawing/2014/main" id="{CAA1646C-C060-1317-4F92-4C52AA2ACD47}"/>
                  </a:ext>
                </a:extLst>
              </p:cNvPr>
              <p:cNvCxnSpPr>
                <a:cxnSpLocks/>
                <a:stCxn id="18" idx="3"/>
                <a:endCxn id="16" idx="1"/>
              </p:cNvCxnSpPr>
              <p:nvPr/>
            </p:nvCxnSpPr>
            <p:spPr>
              <a:xfrm flipV="1">
                <a:off x="6658471" y="5709161"/>
                <a:ext cx="291215" cy="7409"/>
              </a:xfrm>
              <a:prstGeom prst="straightConnector1">
                <a:avLst/>
              </a:prstGeom>
              <a:ln w="25400">
                <a:solidFill>
                  <a:schemeClr val="tx1"/>
                </a:solidFill>
                <a:headEnd w="lg" len="lg"/>
                <a:tailEnd type="triangle"/>
              </a:ln>
            </p:spPr>
            <p:style>
              <a:lnRef idx="1">
                <a:schemeClr val="accent1"/>
              </a:lnRef>
              <a:fillRef idx="0">
                <a:schemeClr val="accent1"/>
              </a:fillRef>
              <a:effectRef idx="0">
                <a:schemeClr val="accent1"/>
              </a:effectRef>
              <a:fontRef idx="minor">
                <a:schemeClr val="tx1"/>
              </a:fontRef>
            </p:style>
          </p:cxnSp>
          <p:cxnSp>
            <p:nvCxnSpPr>
              <p:cNvPr id="27" name="Straight Arrow Connector 26">
                <a:extLst>
                  <a:ext uri="{FF2B5EF4-FFF2-40B4-BE49-F238E27FC236}">
                    <a16:creationId xmlns:a16="http://schemas.microsoft.com/office/drawing/2014/main" id="{B7A889D2-2375-08E1-CBA4-DBF8EAFDA84E}"/>
                  </a:ext>
                </a:extLst>
              </p:cNvPr>
              <p:cNvCxnSpPr>
                <a:cxnSpLocks/>
                <a:stCxn id="11" idx="3"/>
                <a:endCxn id="18" idx="1"/>
              </p:cNvCxnSpPr>
              <p:nvPr/>
            </p:nvCxnSpPr>
            <p:spPr>
              <a:xfrm>
                <a:off x="4980551" y="5712011"/>
                <a:ext cx="421272" cy="4559"/>
              </a:xfrm>
              <a:prstGeom prst="straightConnector1">
                <a:avLst/>
              </a:prstGeom>
              <a:ln w="25400">
                <a:solidFill>
                  <a:schemeClr val="tx1"/>
                </a:solidFill>
                <a:headEnd w="lg" len="lg"/>
                <a:tailEnd type="triangle"/>
              </a:ln>
            </p:spPr>
            <p:style>
              <a:lnRef idx="1">
                <a:schemeClr val="accent1"/>
              </a:lnRef>
              <a:fillRef idx="0">
                <a:schemeClr val="accent1"/>
              </a:fillRef>
              <a:effectRef idx="0">
                <a:schemeClr val="accent1"/>
              </a:effectRef>
              <a:fontRef idx="minor">
                <a:schemeClr val="tx1"/>
              </a:fontRef>
            </p:style>
          </p:cxnSp>
        </p:grpSp>
        <p:grpSp>
          <p:nvGrpSpPr>
            <p:cNvPr id="32" name="Group 31">
              <a:extLst>
                <a:ext uri="{FF2B5EF4-FFF2-40B4-BE49-F238E27FC236}">
                  <a16:creationId xmlns:a16="http://schemas.microsoft.com/office/drawing/2014/main" id="{04434440-F20A-F9F2-4219-298F14BAFB2A}"/>
                </a:ext>
              </a:extLst>
            </p:cNvPr>
            <p:cNvGrpSpPr/>
            <p:nvPr/>
          </p:nvGrpSpPr>
          <p:grpSpPr>
            <a:xfrm>
              <a:off x="4479432" y="4456236"/>
              <a:ext cx="1177746" cy="261240"/>
              <a:chOff x="4479432" y="4456236"/>
              <a:chExt cx="1177746" cy="261240"/>
            </a:xfrm>
          </p:grpSpPr>
          <p:sp>
            <p:nvSpPr>
              <p:cNvPr id="30" name="Rectangle: Rounded Corners 29">
                <a:extLst>
                  <a:ext uri="{FF2B5EF4-FFF2-40B4-BE49-F238E27FC236}">
                    <a16:creationId xmlns:a16="http://schemas.microsoft.com/office/drawing/2014/main" id="{DDDF780B-55F2-9805-54B5-7A99CB176C96}"/>
                  </a:ext>
                </a:extLst>
              </p:cNvPr>
              <p:cNvSpPr/>
              <p:nvPr/>
            </p:nvSpPr>
            <p:spPr>
              <a:xfrm>
                <a:off x="4479432" y="4456236"/>
                <a:ext cx="1177746" cy="261240"/>
              </a:xfrm>
              <a:prstGeom prst="roundRect">
                <a:avLst/>
              </a:prstGeom>
              <a:noFill/>
              <a:ln w="285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nchorCtr="0"/>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rgbClr val="000000"/>
                    </a:solidFill>
                    <a:effectLst/>
                    <a:uLnTx/>
                    <a:uFillTx/>
                    <a:latin typeface="Arial"/>
                    <a:ea typeface="+mn-ea"/>
                    <a:cs typeface="+mn-cs"/>
                  </a:rPr>
                  <a:t>SAP BTP</a:t>
                </a:r>
              </a:p>
            </p:txBody>
          </p:sp>
          <p:sp>
            <p:nvSpPr>
              <p:cNvPr id="31" name="Rectangle: Rounded Corners 30">
                <a:extLst>
                  <a:ext uri="{FF2B5EF4-FFF2-40B4-BE49-F238E27FC236}">
                    <a16:creationId xmlns:a16="http://schemas.microsoft.com/office/drawing/2014/main" id="{7777E833-730F-8FCC-630E-9351AE48267D}"/>
                  </a:ext>
                </a:extLst>
              </p:cNvPr>
              <p:cNvSpPr/>
              <p:nvPr/>
            </p:nvSpPr>
            <p:spPr>
              <a:xfrm>
                <a:off x="5198160" y="4512604"/>
                <a:ext cx="217050" cy="148503"/>
              </a:xfrm>
              <a:prstGeom prst="roundRect">
                <a:avLst/>
              </a:prstGeom>
              <a:solidFill>
                <a:schemeClr val="accent1"/>
              </a:solidFill>
              <a:ln w="28575">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nchorCtr="0"/>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1" i="0" u="none" strike="noStrike" kern="1200" cap="none" spc="0" normalizeH="0" baseline="0" noProof="0">
                  <a:ln>
                    <a:noFill/>
                  </a:ln>
                  <a:solidFill>
                    <a:srgbClr val="000000"/>
                  </a:solidFill>
                  <a:effectLst/>
                  <a:uLnTx/>
                  <a:uFillTx/>
                  <a:latin typeface="Arial"/>
                  <a:ea typeface="+mn-ea"/>
                  <a:cs typeface="+mn-cs"/>
                </a:endParaRPr>
              </a:p>
            </p:txBody>
          </p:sp>
        </p:grpSp>
      </p:grpSp>
      <p:sp>
        <p:nvSpPr>
          <p:cNvPr id="5" name="Rectangle: Rounded Corners 4">
            <a:extLst>
              <a:ext uri="{FF2B5EF4-FFF2-40B4-BE49-F238E27FC236}">
                <a16:creationId xmlns:a16="http://schemas.microsoft.com/office/drawing/2014/main" id="{5B0C4446-A59B-465E-E98F-A0A2657B6764}"/>
              </a:ext>
            </a:extLst>
          </p:cNvPr>
          <p:cNvSpPr/>
          <p:nvPr/>
        </p:nvSpPr>
        <p:spPr>
          <a:xfrm>
            <a:off x="4479432" y="3388928"/>
            <a:ext cx="935778" cy="613694"/>
          </a:xfrm>
          <a:prstGeom prst="round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a:ea typeface="+mn-ea"/>
              <a:cs typeface="+mn-cs"/>
            </a:endParaRPr>
          </a:p>
        </p:txBody>
      </p:sp>
      <p:sp>
        <p:nvSpPr>
          <p:cNvPr id="34" name="Fußzeilenplatzhalter 2">
            <a:extLst>
              <a:ext uri="{FF2B5EF4-FFF2-40B4-BE49-F238E27FC236}">
                <a16:creationId xmlns:a16="http://schemas.microsoft.com/office/drawing/2014/main" id="{69CF1CCF-FC9E-4C30-5FFD-362D46D7B8EF}"/>
              </a:ext>
            </a:extLst>
          </p:cNvPr>
          <p:cNvSpPr>
            <a:spLocks noGrp="1"/>
          </p:cNvSpPr>
          <p:nvPr>
            <p:ph type="ftr" sz="quarter" idx="10"/>
          </p:nvPr>
        </p:nvSpPr>
        <p:spPr>
          <a:xfrm>
            <a:off x="1059160" y="6310800"/>
            <a:ext cx="9216000" cy="547200"/>
          </a:xfrm>
        </p:spPr>
        <p:txBody>
          <a:bodyPr/>
          <a:lstStyle/>
          <a:p>
            <a:pPr>
              <a:lnSpc>
                <a:spcPct val="100000"/>
              </a:lnSpc>
            </a:pPr>
            <a:r>
              <a:rPr lang="en-US"/>
              <a:t>Internal | © Siemens 2025 | SHERPA X I MM081 Procurement via Direct X</a:t>
            </a:r>
          </a:p>
        </p:txBody>
      </p:sp>
    </p:spTree>
    <p:extLst>
      <p:ext uri="{BB962C8B-B14F-4D97-AF65-F5344CB8AC3E}">
        <p14:creationId xmlns:p14="http://schemas.microsoft.com/office/powerpoint/2010/main" val="272704507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DF59B0-D108-A008-685F-ADEE0B97DF1F}"/>
            </a:ext>
          </a:extLst>
        </p:cNvPr>
        <p:cNvGrpSpPr/>
        <p:nvPr/>
      </p:nvGrpSpPr>
      <p:grpSpPr>
        <a:xfrm>
          <a:off x="0" y="0"/>
          <a:ext cx="0" cy="0"/>
          <a:chOff x="0" y="0"/>
          <a:chExt cx="0" cy="0"/>
        </a:xfrm>
      </p:grpSpPr>
      <p:sp>
        <p:nvSpPr>
          <p:cNvPr id="6" name="Rechteck 5">
            <a:extLst>
              <a:ext uri="{FF2B5EF4-FFF2-40B4-BE49-F238E27FC236}">
                <a16:creationId xmlns:a16="http://schemas.microsoft.com/office/drawing/2014/main" id="{E878A975-4E30-FBC1-300C-FD599577912F}"/>
              </a:ext>
            </a:extLst>
          </p:cNvPr>
          <p:cNvSpPr/>
          <p:nvPr/>
        </p:nvSpPr>
        <p:spPr>
          <a:xfrm>
            <a:off x="7038975" y="1937442"/>
            <a:ext cx="5074561" cy="4377633"/>
          </a:xfrm>
          <a:prstGeom prst="rect">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000000"/>
                </a:solidFill>
                <a:effectLst/>
                <a:uLnTx/>
                <a:uFillTx/>
                <a:latin typeface="Arial"/>
                <a:ea typeface="+mn-ea"/>
                <a:cs typeface="+mn-cs"/>
              </a:rPr>
              <a:t>Release Status: “</a:t>
            </a:r>
            <a:r>
              <a:rPr kumimoji="0" lang="en-US" sz="1200" b="1" i="0" u="none" strike="noStrike" kern="1200" cap="none" spc="0" normalizeH="0" baseline="0" noProof="0">
                <a:ln>
                  <a:noFill/>
                </a:ln>
                <a:solidFill>
                  <a:srgbClr val="000000"/>
                </a:solidFill>
                <a:effectLst/>
                <a:uLnTx/>
                <a:uFillTx/>
                <a:latin typeface="Arial"/>
                <a:ea typeface="+mn-ea"/>
                <a:cs typeface="+mn-cs"/>
              </a:rPr>
              <a:t>Release Completed</a:t>
            </a:r>
            <a:r>
              <a:rPr kumimoji="0" lang="en-US" sz="1200" b="0" i="0" u="none" strike="noStrike" kern="1200" cap="none" spc="0" normalizeH="0" baseline="0" noProof="0">
                <a:ln>
                  <a:noFill/>
                </a:ln>
                <a:solidFill>
                  <a:srgbClr val="000000"/>
                </a:solidFill>
                <a:effectLst/>
                <a:uLnTx/>
                <a:uFillTx/>
                <a:latin typeface="Arial"/>
                <a:ea typeface="+mn-ea"/>
                <a:cs typeface="+mn-cs"/>
              </a:rPr>
              <a:t>”</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200" b="0" i="0" u="none" strike="noStrike" kern="1200" cap="none" spc="0" normalizeH="0" baseline="0" noProof="0">
              <a:ln>
                <a:noFill/>
              </a:ln>
              <a:solidFill>
                <a:srgbClr val="000000"/>
              </a:solidFill>
              <a:effectLst/>
              <a:uLnTx/>
              <a:uFillTx/>
              <a:latin typeface="Arial"/>
              <a:ea typeface="+mn-ea"/>
              <a:cs typeface="+mn-cs"/>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b="0" i="0" u="none" strike="noStrike" kern="1200" cap="none" spc="0" normalizeH="0" baseline="0" noProof="0">
                <a:ln>
                  <a:noFill/>
                </a:ln>
                <a:solidFill>
                  <a:srgbClr val="000000"/>
                </a:solidFill>
                <a:effectLst/>
                <a:uLnTx/>
                <a:uFillTx/>
                <a:latin typeface="Arial"/>
                <a:ea typeface="+mn-ea"/>
                <a:cs typeface="+mn-cs"/>
              </a:rPr>
              <a:t>Further Activities could be performed in this P</a:t>
            </a:r>
            <a:r>
              <a:rPr kumimoji="0" lang="cs-CZ" sz="1200" b="0" i="0" u="none" strike="noStrike" kern="1200" cap="none" spc="0" normalizeH="0" baseline="0" noProof="0">
                <a:ln>
                  <a:noFill/>
                </a:ln>
                <a:solidFill>
                  <a:srgbClr val="000000"/>
                </a:solidFill>
                <a:effectLst/>
                <a:uLnTx/>
                <a:uFillTx/>
                <a:latin typeface="Arial"/>
                <a:ea typeface="+mn-ea"/>
                <a:cs typeface="+mn-cs"/>
              </a:rPr>
              <a:t>R:</a:t>
            </a:r>
          </a:p>
          <a:p>
            <a:pPr marL="628650" lvl="1" indent="-171450">
              <a:buFont typeface="Arial" panose="020B0604020202020204" pitchFamily="34" charset="0"/>
              <a:buChar char="•"/>
            </a:pPr>
            <a:r>
              <a:rPr lang="cs-CZ" sz="1200">
                <a:solidFill>
                  <a:srgbClr val="000000"/>
                </a:solidFill>
                <a:latin typeface="Arial"/>
              </a:rPr>
              <a:t>PO </a:t>
            </a:r>
            <a:r>
              <a:rPr lang="cs-CZ" sz="1200" err="1">
                <a:solidFill>
                  <a:srgbClr val="000000"/>
                </a:solidFill>
                <a:latin typeface="Arial"/>
              </a:rPr>
              <a:t>can</a:t>
            </a:r>
            <a:r>
              <a:rPr lang="cs-CZ" sz="1200">
                <a:solidFill>
                  <a:srgbClr val="000000"/>
                </a:solidFill>
                <a:latin typeface="Arial"/>
              </a:rPr>
              <a:t> </a:t>
            </a:r>
            <a:r>
              <a:rPr lang="cs-CZ" sz="1200" err="1">
                <a:solidFill>
                  <a:srgbClr val="000000"/>
                </a:solidFill>
                <a:latin typeface="Arial"/>
              </a:rPr>
              <a:t>be</a:t>
            </a:r>
            <a:r>
              <a:rPr lang="cs-CZ" sz="1200">
                <a:solidFill>
                  <a:srgbClr val="000000"/>
                </a:solidFill>
                <a:latin typeface="Arial"/>
              </a:rPr>
              <a:t> </a:t>
            </a:r>
            <a:r>
              <a:rPr lang="cs-CZ" sz="1200" err="1">
                <a:solidFill>
                  <a:srgbClr val="000000"/>
                </a:solidFill>
                <a:latin typeface="Arial"/>
              </a:rPr>
              <a:t>created</a:t>
            </a:r>
            <a:endParaRPr kumimoji="0" lang="en-US" sz="1200" b="0" i="0" u="none" strike="noStrike" kern="1200" cap="none" spc="0" normalizeH="0" baseline="0" noProof="0">
              <a:ln>
                <a:noFill/>
              </a:ln>
              <a:solidFill>
                <a:srgbClr val="000000"/>
              </a:solidFill>
              <a:effectLst/>
              <a:uLnTx/>
              <a:uFillTx/>
              <a:latin typeface="Arial"/>
              <a:ea typeface="+mn-ea"/>
              <a:cs typeface="+mn-cs"/>
            </a:endParaRPr>
          </a:p>
        </p:txBody>
      </p:sp>
      <p:sp>
        <p:nvSpPr>
          <p:cNvPr id="8" name="Rechteck 5">
            <a:extLst>
              <a:ext uri="{FF2B5EF4-FFF2-40B4-BE49-F238E27FC236}">
                <a16:creationId xmlns:a16="http://schemas.microsoft.com/office/drawing/2014/main" id="{4F8EDC41-3C4A-A5A8-D1CD-9355854B2BD4}"/>
              </a:ext>
            </a:extLst>
          </p:cNvPr>
          <p:cNvSpPr/>
          <p:nvPr/>
        </p:nvSpPr>
        <p:spPr>
          <a:xfrm>
            <a:off x="7038975" y="1136342"/>
            <a:ext cx="5074561" cy="818023"/>
          </a:xfrm>
          <a:prstGeom prst="rect">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000000"/>
                </a:solidFill>
                <a:effectLst/>
                <a:uLnTx/>
                <a:uFillTx/>
                <a:latin typeface="+mj-lt"/>
                <a:ea typeface="+mn-ea"/>
                <a:cs typeface="+mn-cs"/>
              </a:rPr>
              <a:t>ME33N – Display and Maintain Purchase Requisition - Advanced</a:t>
            </a:r>
            <a:endParaRPr kumimoji="0" lang="de-DE" sz="1200" b="1" i="0" u="none" strike="noStrike" kern="1200" cap="none" spc="0" normalizeH="0" baseline="0" noProof="0">
              <a:ln>
                <a:noFill/>
              </a:ln>
              <a:solidFill>
                <a:srgbClr val="000000"/>
              </a:solidFill>
              <a:effectLst/>
              <a:uLnTx/>
              <a:uFillTx/>
              <a:latin typeface="+mj-lt"/>
              <a:ea typeface="+mn-ea"/>
              <a:cs typeface="+mn-cs"/>
            </a:endParaRPr>
          </a:p>
        </p:txBody>
      </p:sp>
      <p:sp>
        <p:nvSpPr>
          <p:cNvPr id="3" name="TextBox 2">
            <a:extLst>
              <a:ext uri="{FF2B5EF4-FFF2-40B4-BE49-F238E27FC236}">
                <a16:creationId xmlns:a16="http://schemas.microsoft.com/office/drawing/2014/main" id="{449C5F94-00C0-C47C-C81B-09C0881EAE06}"/>
              </a:ext>
            </a:extLst>
          </p:cNvPr>
          <p:cNvSpPr txBox="1"/>
          <p:nvPr/>
        </p:nvSpPr>
        <p:spPr>
          <a:xfrm>
            <a:off x="333322" y="362910"/>
            <a:ext cx="8353478" cy="369332"/>
          </a:xfrm>
          <a:prstGeom prst="rect">
            <a:avLst/>
          </a:prstGeom>
        </p:spPr>
        <p:txBody>
          <a:bodyPr vert="horz" lIns="0" tIns="0" rIns="324000" bIns="14400" rtlCol="0" anchor="b" anchorCtr="0">
            <a:noAutofit/>
          </a:bodyPr>
          <a:lstStyle>
            <a:lvl1pPr>
              <a:lnSpc>
                <a:spcPct val="90000"/>
              </a:lnSpc>
              <a:spcBef>
                <a:spcPct val="0"/>
              </a:spcBef>
              <a:buNone/>
              <a:defRPr sz="2000" b="1">
                <a:solidFill>
                  <a:srgbClr val="00557C"/>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cs-CZ" sz="2000" b="1" i="0" u="none" strike="noStrike" kern="1200" cap="none" spc="0" normalizeH="0" baseline="0" noProof="0">
                <a:ln>
                  <a:noFill/>
                </a:ln>
                <a:solidFill>
                  <a:srgbClr val="00557C"/>
                </a:solidFill>
                <a:effectLst/>
                <a:uLnTx/>
                <a:uFillTx/>
                <a:latin typeface="Arial"/>
                <a:ea typeface="+mj-ea"/>
                <a:cs typeface="+mj-cs"/>
              </a:rPr>
              <a:t>4.3 </a:t>
            </a:r>
            <a:r>
              <a:rPr kumimoji="0" lang="en-US" sz="2000" b="1" i="0" u="none" strike="noStrike" kern="1200" cap="none" spc="0" normalizeH="0" baseline="0" noProof="0">
                <a:ln>
                  <a:noFill/>
                </a:ln>
                <a:solidFill>
                  <a:srgbClr val="00557C"/>
                </a:solidFill>
                <a:effectLst/>
                <a:uLnTx/>
                <a:uFillTx/>
                <a:latin typeface="Arial"/>
                <a:ea typeface="+mj-ea"/>
                <a:cs typeface="+mj-cs"/>
              </a:rPr>
              <a:t>PR - Release Statuses</a:t>
            </a:r>
          </a:p>
        </p:txBody>
      </p:sp>
      <p:pic>
        <p:nvPicPr>
          <p:cNvPr id="5" name="Picture 4">
            <a:extLst>
              <a:ext uri="{FF2B5EF4-FFF2-40B4-BE49-F238E27FC236}">
                <a16:creationId xmlns:a16="http://schemas.microsoft.com/office/drawing/2014/main" id="{FA04AA02-DF9A-2F19-91AF-DF5423B91D78}"/>
              </a:ext>
            </a:extLst>
          </p:cNvPr>
          <p:cNvPicPr>
            <a:picLocks noChangeAspect="1"/>
          </p:cNvPicPr>
          <p:nvPr/>
        </p:nvPicPr>
        <p:blipFill>
          <a:blip r:embed="rId3"/>
          <a:stretch>
            <a:fillRect/>
          </a:stretch>
        </p:blipFill>
        <p:spPr>
          <a:xfrm>
            <a:off x="78464" y="905547"/>
            <a:ext cx="6884511" cy="3120373"/>
          </a:xfrm>
          <a:prstGeom prst="rect">
            <a:avLst/>
          </a:prstGeom>
          <a:ln>
            <a:solidFill>
              <a:srgbClr val="009999"/>
            </a:solidFill>
          </a:ln>
        </p:spPr>
      </p:pic>
      <p:pic>
        <p:nvPicPr>
          <p:cNvPr id="10" name="Picture 9">
            <a:extLst>
              <a:ext uri="{FF2B5EF4-FFF2-40B4-BE49-F238E27FC236}">
                <a16:creationId xmlns:a16="http://schemas.microsoft.com/office/drawing/2014/main" id="{6956A1E9-21F3-C726-3286-69C1B80B3D28}"/>
              </a:ext>
            </a:extLst>
          </p:cNvPr>
          <p:cNvPicPr>
            <a:picLocks noChangeAspect="1"/>
          </p:cNvPicPr>
          <p:nvPr/>
        </p:nvPicPr>
        <p:blipFill>
          <a:blip r:embed="rId4"/>
          <a:stretch>
            <a:fillRect/>
          </a:stretch>
        </p:blipFill>
        <p:spPr>
          <a:xfrm>
            <a:off x="78464" y="4550740"/>
            <a:ext cx="6884511" cy="1772250"/>
          </a:xfrm>
          <a:prstGeom prst="rect">
            <a:avLst/>
          </a:prstGeom>
          <a:ln>
            <a:solidFill>
              <a:srgbClr val="009999"/>
            </a:solidFill>
          </a:ln>
        </p:spPr>
      </p:pic>
    </p:spTree>
    <p:extLst>
      <p:ext uri="{BB962C8B-B14F-4D97-AF65-F5344CB8AC3E}">
        <p14:creationId xmlns:p14="http://schemas.microsoft.com/office/powerpoint/2010/main" val="162002558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41506E-CC76-84B3-F41C-67B67EAA0548}"/>
            </a:ext>
          </a:extLst>
        </p:cNvPr>
        <p:cNvGrpSpPr/>
        <p:nvPr/>
      </p:nvGrpSpPr>
      <p:grpSpPr>
        <a:xfrm>
          <a:off x="0" y="0"/>
          <a:ext cx="0" cy="0"/>
          <a:chOff x="0" y="0"/>
          <a:chExt cx="0" cy="0"/>
        </a:xfrm>
      </p:grpSpPr>
      <p:sp>
        <p:nvSpPr>
          <p:cNvPr id="6" name="Rechteck 5">
            <a:extLst>
              <a:ext uri="{FF2B5EF4-FFF2-40B4-BE49-F238E27FC236}">
                <a16:creationId xmlns:a16="http://schemas.microsoft.com/office/drawing/2014/main" id="{16649C3A-6748-E56E-AEF5-013975E6A3F7}"/>
              </a:ext>
            </a:extLst>
          </p:cNvPr>
          <p:cNvSpPr/>
          <p:nvPr/>
        </p:nvSpPr>
        <p:spPr>
          <a:xfrm>
            <a:off x="7038975" y="1937442"/>
            <a:ext cx="5074561" cy="4377633"/>
          </a:xfrm>
          <a:prstGeom prst="rect">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000000"/>
                </a:solidFill>
                <a:effectLst/>
                <a:uLnTx/>
                <a:uFillTx/>
                <a:latin typeface="Arial"/>
                <a:ea typeface="+mn-ea"/>
                <a:cs typeface="+mn-cs"/>
              </a:rPr>
              <a:t>Release Status: “</a:t>
            </a:r>
            <a:r>
              <a:rPr kumimoji="0" lang="en-US" sz="1200" b="1" i="0" u="none" strike="noStrike" kern="1200" cap="none" spc="0" normalizeH="0" baseline="0" noProof="0">
                <a:ln>
                  <a:noFill/>
                </a:ln>
                <a:solidFill>
                  <a:srgbClr val="000000"/>
                </a:solidFill>
                <a:effectLst/>
                <a:uLnTx/>
                <a:uFillTx/>
                <a:latin typeface="Arial"/>
                <a:ea typeface="+mn-ea"/>
                <a:cs typeface="+mn-cs"/>
              </a:rPr>
              <a:t>Release Refused</a:t>
            </a:r>
            <a:r>
              <a:rPr kumimoji="0" lang="en-US" sz="1200" b="0" i="0" u="none" strike="noStrike" kern="1200" cap="none" spc="0" normalizeH="0" baseline="0" noProof="0">
                <a:ln>
                  <a:noFill/>
                </a:ln>
                <a:solidFill>
                  <a:srgbClr val="000000"/>
                </a:solidFill>
                <a:effectLst/>
                <a:uLnTx/>
                <a:uFillTx/>
                <a:latin typeface="Arial"/>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rgbClr val="000000"/>
              </a:solidFill>
              <a:effectLst/>
              <a:uLnTx/>
              <a:uFillTx/>
              <a:latin typeface="Arial"/>
              <a:ea typeface="+mn-ea"/>
              <a:cs typeface="+mn-cs"/>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b="0" i="0" u="none" strike="noStrike" kern="1200" cap="none" spc="0" normalizeH="0" baseline="0" noProof="0">
                <a:ln>
                  <a:noFill/>
                </a:ln>
                <a:solidFill>
                  <a:srgbClr val="000000"/>
                </a:solidFill>
                <a:effectLst/>
                <a:uLnTx/>
                <a:uFillTx/>
                <a:latin typeface="Arial"/>
                <a:ea typeface="+mn-ea"/>
                <a:cs typeface="+mn-cs"/>
              </a:rPr>
              <a:t>No further Activities could be performed in this PR</a:t>
            </a:r>
          </a:p>
          <a:p>
            <a:pPr marL="628650" marR="0" lvl="1"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cs-CZ" sz="1200" b="0" i="0" u="none" strike="noStrike" kern="1200" cap="none" spc="0" normalizeH="0" baseline="0" noProof="0">
                <a:ln>
                  <a:noFill/>
                </a:ln>
                <a:solidFill>
                  <a:srgbClr val="000000"/>
                </a:solidFill>
                <a:effectLst/>
                <a:uLnTx/>
                <a:uFillTx/>
                <a:latin typeface="Arial"/>
                <a:ea typeface="+mn-ea"/>
                <a:cs typeface="+mn-cs"/>
              </a:rPr>
              <a:t>PO </a:t>
            </a:r>
            <a:r>
              <a:rPr kumimoji="0" lang="cs-CZ" sz="1200" b="0" i="0" u="none" strike="noStrike" kern="1200" cap="none" spc="0" normalizeH="0" baseline="0" noProof="0" err="1">
                <a:ln>
                  <a:noFill/>
                </a:ln>
                <a:solidFill>
                  <a:srgbClr val="000000"/>
                </a:solidFill>
                <a:effectLst/>
                <a:uLnTx/>
                <a:uFillTx/>
                <a:latin typeface="Arial"/>
                <a:ea typeface="+mn-ea"/>
                <a:cs typeface="+mn-cs"/>
              </a:rPr>
              <a:t>cannot</a:t>
            </a:r>
            <a:r>
              <a:rPr kumimoji="0" lang="cs-CZ" sz="1200" b="0" i="0" u="none" strike="noStrike" kern="1200" cap="none" spc="0" normalizeH="0" baseline="0" noProof="0">
                <a:ln>
                  <a:noFill/>
                </a:ln>
                <a:solidFill>
                  <a:srgbClr val="000000"/>
                </a:solidFill>
                <a:effectLst/>
                <a:uLnTx/>
                <a:uFillTx/>
                <a:latin typeface="Arial"/>
                <a:ea typeface="+mn-ea"/>
                <a:cs typeface="+mn-cs"/>
              </a:rPr>
              <a:t> </a:t>
            </a:r>
            <a:r>
              <a:rPr kumimoji="0" lang="cs-CZ" sz="1200" b="0" i="0" u="none" strike="noStrike" kern="1200" cap="none" spc="0" normalizeH="0" baseline="0" noProof="0" err="1">
                <a:ln>
                  <a:noFill/>
                </a:ln>
                <a:solidFill>
                  <a:srgbClr val="000000"/>
                </a:solidFill>
                <a:effectLst/>
                <a:uLnTx/>
                <a:uFillTx/>
                <a:latin typeface="Arial"/>
                <a:ea typeface="+mn-ea"/>
                <a:cs typeface="+mn-cs"/>
              </a:rPr>
              <a:t>be</a:t>
            </a:r>
            <a:r>
              <a:rPr kumimoji="0" lang="cs-CZ" sz="1200" b="0" i="0" u="none" strike="noStrike" kern="1200" cap="none" spc="0" normalizeH="0" baseline="0" noProof="0">
                <a:ln>
                  <a:noFill/>
                </a:ln>
                <a:solidFill>
                  <a:srgbClr val="000000"/>
                </a:solidFill>
                <a:effectLst/>
                <a:uLnTx/>
                <a:uFillTx/>
                <a:latin typeface="Arial"/>
                <a:ea typeface="+mn-ea"/>
                <a:cs typeface="+mn-cs"/>
              </a:rPr>
              <a:t> </a:t>
            </a:r>
            <a:r>
              <a:rPr kumimoji="0" lang="cs-CZ" sz="1200" b="0" i="0" u="none" strike="noStrike" kern="1200" cap="none" spc="0" normalizeH="0" baseline="0" noProof="0" err="1">
                <a:ln>
                  <a:noFill/>
                </a:ln>
                <a:solidFill>
                  <a:srgbClr val="000000"/>
                </a:solidFill>
                <a:effectLst/>
                <a:uLnTx/>
                <a:uFillTx/>
                <a:latin typeface="Arial"/>
                <a:ea typeface="+mn-ea"/>
                <a:cs typeface="+mn-cs"/>
              </a:rPr>
              <a:t>created</a:t>
            </a:r>
            <a:endParaRPr kumimoji="0" lang="en-US" sz="1200" b="0" i="0" u="none" strike="noStrike" kern="1200" cap="none" spc="0" normalizeH="0" baseline="0" noProof="0">
              <a:ln>
                <a:noFill/>
              </a:ln>
              <a:solidFill>
                <a:srgbClr val="000000"/>
              </a:solidFill>
              <a:effectLst/>
              <a:uLnTx/>
              <a:uFillTx/>
              <a:latin typeface="Arial"/>
              <a:ea typeface="+mn-ea"/>
              <a:cs typeface="+mn-cs"/>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200" b="0" i="0" u="none" strike="noStrike" kern="1200" cap="none" spc="0" normalizeH="0" baseline="0" noProof="0">
              <a:ln>
                <a:noFill/>
              </a:ln>
              <a:solidFill>
                <a:srgbClr val="000000"/>
              </a:solidFill>
              <a:effectLst/>
              <a:uLnTx/>
              <a:uFillTx/>
              <a:latin typeface="Arial"/>
              <a:ea typeface="+mn-ea"/>
              <a:cs typeface="+mn-cs"/>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b="0" i="0" u="none" strike="noStrike" kern="1200" cap="none" spc="0" normalizeH="0" baseline="0" noProof="0">
                <a:ln>
                  <a:noFill/>
                </a:ln>
                <a:solidFill>
                  <a:srgbClr val="000000"/>
                </a:solidFill>
                <a:effectLst/>
                <a:uLnTx/>
                <a:uFillTx/>
                <a:latin typeface="Arial"/>
                <a:ea typeface="+mn-ea"/>
                <a:cs typeface="+mn-cs"/>
              </a:rPr>
              <a:t>This status will be reached, if the PR has been rejected at any of the workflow steps</a:t>
            </a:r>
          </a:p>
          <a:p>
            <a:pPr marL="628650" marR="0" lvl="1"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b="0" i="0" u="none" strike="noStrike" kern="1200" cap="none" spc="0" normalizeH="0" baseline="0" noProof="0">
                <a:ln>
                  <a:noFill/>
                </a:ln>
                <a:solidFill>
                  <a:srgbClr val="000000"/>
                </a:solidFill>
                <a:effectLst/>
                <a:uLnTx/>
                <a:uFillTx/>
                <a:latin typeface="Arial"/>
                <a:ea typeface="+mn-ea"/>
                <a:cs typeface="+mn-cs"/>
              </a:rPr>
              <a:t>Requisitioner</a:t>
            </a:r>
          </a:p>
          <a:p>
            <a:pPr marL="628650" marR="0" lvl="1"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b="0" i="0" u="none" strike="noStrike" kern="1200" cap="none" spc="0" normalizeH="0" baseline="0" noProof="0">
                <a:ln>
                  <a:noFill/>
                </a:ln>
                <a:solidFill>
                  <a:srgbClr val="000000"/>
                </a:solidFill>
                <a:effectLst/>
                <a:uLnTx/>
                <a:uFillTx/>
                <a:latin typeface="Arial"/>
                <a:ea typeface="+mn-ea"/>
                <a:cs typeface="+mn-cs"/>
              </a:rPr>
              <a:t>Buyer</a:t>
            </a:r>
          </a:p>
          <a:p>
            <a:pPr marL="628650" marR="0" lvl="1"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b="0" i="0" u="none" strike="noStrike" kern="1200" cap="none" spc="0" normalizeH="0" baseline="0" noProof="0">
                <a:ln>
                  <a:noFill/>
                </a:ln>
                <a:solidFill>
                  <a:srgbClr val="000000"/>
                </a:solidFill>
                <a:effectLst/>
                <a:uLnTx/>
                <a:uFillTx/>
                <a:latin typeface="Arial"/>
                <a:ea typeface="+mn-ea"/>
                <a:cs typeface="+mn-cs"/>
              </a:rPr>
              <a:t>Purchaser</a:t>
            </a:r>
          </a:p>
        </p:txBody>
      </p:sp>
      <p:sp>
        <p:nvSpPr>
          <p:cNvPr id="8" name="Rechteck 5">
            <a:extLst>
              <a:ext uri="{FF2B5EF4-FFF2-40B4-BE49-F238E27FC236}">
                <a16:creationId xmlns:a16="http://schemas.microsoft.com/office/drawing/2014/main" id="{0162A70C-D616-7C90-4314-BAE89DFB7431}"/>
              </a:ext>
            </a:extLst>
          </p:cNvPr>
          <p:cNvSpPr/>
          <p:nvPr/>
        </p:nvSpPr>
        <p:spPr>
          <a:xfrm>
            <a:off x="7038975" y="1136342"/>
            <a:ext cx="5074561" cy="818023"/>
          </a:xfrm>
          <a:prstGeom prst="rect">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000000"/>
                </a:solidFill>
                <a:effectLst/>
                <a:uLnTx/>
                <a:uFillTx/>
                <a:latin typeface="+mj-lt"/>
                <a:ea typeface="+mn-ea"/>
                <a:cs typeface="+mn-cs"/>
              </a:rPr>
              <a:t>ME33N – Display and Maintain Purchase Requisition - Advanced</a:t>
            </a:r>
            <a:endParaRPr kumimoji="0" lang="de-DE" sz="1200" b="1" i="0" u="none" strike="noStrike" kern="1200" cap="none" spc="0" normalizeH="0" baseline="0" noProof="0">
              <a:ln>
                <a:noFill/>
              </a:ln>
              <a:solidFill>
                <a:srgbClr val="000000"/>
              </a:solidFill>
              <a:effectLst/>
              <a:uLnTx/>
              <a:uFillTx/>
              <a:latin typeface="+mj-lt"/>
              <a:ea typeface="+mn-ea"/>
              <a:cs typeface="+mn-cs"/>
            </a:endParaRPr>
          </a:p>
        </p:txBody>
      </p:sp>
      <p:sp>
        <p:nvSpPr>
          <p:cNvPr id="3" name="TextBox 2">
            <a:extLst>
              <a:ext uri="{FF2B5EF4-FFF2-40B4-BE49-F238E27FC236}">
                <a16:creationId xmlns:a16="http://schemas.microsoft.com/office/drawing/2014/main" id="{05CD95F8-5148-485E-9797-B9DE5F80714C}"/>
              </a:ext>
            </a:extLst>
          </p:cNvPr>
          <p:cNvSpPr txBox="1"/>
          <p:nvPr/>
        </p:nvSpPr>
        <p:spPr>
          <a:xfrm>
            <a:off x="333322" y="362910"/>
            <a:ext cx="8353478" cy="369332"/>
          </a:xfrm>
          <a:prstGeom prst="rect">
            <a:avLst/>
          </a:prstGeom>
        </p:spPr>
        <p:txBody>
          <a:bodyPr vert="horz" lIns="0" tIns="0" rIns="324000" bIns="14400" rtlCol="0" anchor="b" anchorCtr="0">
            <a:noAutofit/>
          </a:bodyPr>
          <a:lstStyle>
            <a:lvl1pPr>
              <a:lnSpc>
                <a:spcPct val="90000"/>
              </a:lnSpc>
              <a:spcBef>
                <a:spcPct val="0"/>
              </a:spcBef>
              <a:buNone/>
              <a:defRPr sz="2000" b="1">
                <a:solidFill>
                  <a:srgbClr val="00557C"/>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cs-CZ" sz="2000" b="1" i="0" u="none" strike="noStrike" kern="1200" cap="none" spc="0" normalizeH="0" baseline="0" noProof="0">
                <a:ln>
                  <a:noFill/>
                </a:ln>
                <a:solidFill>
                  <a:srgbClr val="00557C"/>
                </a:solidFill>
                <a:effectLst/>
                <a:uLnTx/>
                <a:uFillTx/>
                <a:latin typeface="Arial"/>
                <a:ea typeface="+mj-ea"/>
                <a:cs typeface="+mj-cs"/>
              </a:rPr>
              <a:t>4.3 </a:t>
            </a:r>
            <a:r>
              <a:rPr kumimoji="0" lang="en-US" sz="2000" b="1" i="0" u="none" strike="noStrike" kern="1200" cap="none" spc="0" normalizeH="0" baseline="0" noProof="0">
                <a:ln>
                  <a:noFill/>
                </a:ln>
                <a:solidFill>
                  <a:srgbClr val="00557C"/>
                </a:solidFill>
                <a:effectLst/>
                <a:uLnTx/>
                <a:uFillTx/>
                <a:latin typeface="Arial"/>
                <a:ea typeface="+mj-ea"/>
                <a:cs typeface="+mj-cs"/>
              </a:rPr>
              <a:t>PR - Release Statuses</a:t>
            </a:r>
          </a:p>
        </p:txBody>
      </p:sp>
      <p:pic>
        <p:nvPicPr>
          <p:cNvPr id="4" name="Picture 3">
            <a:extLst>
              <a:ext uri="{FF2B5EF4-FFF2-40B4-BE49-F238E27FC236}">
                <a16:creationId xmlns:a16="http://schemas.microsoft.com/office/drawing/2014/main" id="{20842F3E-33B0-10DC-275B-2F62EC5C0384}"/>
              </a:ext>
            </a:extLst>
          </p:cNvPr>
          <p:cNvPicPr>
            <a:picLocks noChangeAspect="1"/>
          </p:cNvPicPr>
          <p:nvPr/>
        </p:nvPicPr>
        <p:blipFill>
          <a:blip r:embed="rId3"/>
          <a:stretch>
            <a:fillRect/>
          </a:stretch>
        </p:blipFill>
        <p:spPr>
          <a:xfrm>
            <a:off x="78464" y="790575"/>
            <a:ext cx="6866337" cy="2776769"/>
          </a:xfrm>
          <a:prstGeom prst="rect">
            <a:avLst/>
          </a:prstGeom>
          <a:ln>
            <a:solidFill>
              <a:srgbClr val="009999"/>
            </a:solidFill>
          </a:ln>
        </p:spPr>
      </p:pic>
      <p:pic>
        <p:nvPicPr>
          <p:cNvPr id="9" name="Picture 8">
            <a:extLst>
              <a:ext uri="{FF2B5EF4-FFF2-40B4-BE49-F238E27FC236}">
                <a16:creationId xmlns:a16="http://schemas.microsoft.com/office/drawing/2014/main" id="{E3A0A68B-B31D-9CEB-AAD6-DD11CBBFAD60}"/>
              </a:ext>
            </a:extLst>
          </p:cNvPr>
          <p:cNvPicPr>
            <a:picLocks noChangeAspect="1"/>
          </p:cNvPicPr>
          <p:nvPr/>
        </p:nvPicPr>
        <p:blipFill>
          <a:blip r:embed="rId4"/>
          <a:stretch>
            <a:fillRect/>
          </a:stretch>
        </p:blipFill>
        <p:spPr>
          <a:xfrm>
            <a:off x="78464" y="3846261"/>
            <a:ext cx="6906222" cy="1830639"/>
          </a:xfrm>
          <a:prstGeom prst="rect">
            <a:avLst/>
          </a:prstGeom>
          <a:ln>
            <a:solidFill>
              <a:srgbClr val="009999"/>
            </a:solidFill>
          </a:ln>
        </p:spPr>
      </p:pic>
    </p:spTree>
    <p:extLst>
      <p:ext uri="{BB962C8B-B14F-4D97-AF65-F5344CB8AC3E}">
        <p14:creationId xmlns:p14="http://schemas.microsoft.com/office/powerpoint/2010/main" val="423755229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1" name="Object 20" hidden="1">
            <a:extLst>
              <a:ext uri="{FF2B5EF4-FFF2-40B4-BE49-F238E27FC236}">
                <a16:creationId xmlns:a16="http://schemas.microsoft.com/office/drawing/2014/main" id="{FE5E87D9-D96E-02ED-2860-CF20738780D1}"/>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737" imgH="737" progId="TCLayout.ActiveDocument.1">
                  <p:embed/>
                </p:oleObj>
              </mc:Choice>
              <mc:Fallback>
                <p:oleObj name="think-cell Slide" r:id="rId3" imgW="737" imgH="737" progId="TCLayout.ActiveDocument.1">
                  <p:embed/>
                  <p:pic>
                    <p:nvPicPr>
                      <p:cNvPr id="21" name="Object 20" hidden="1">
                        <a:extLst>
                          <a:ext uri="{FF2B5EF4-FFF2-40B4-BE49-F238E27FC236}">
                            <a16:creationId xmlns:a16="http://schemas.microsoft.com/office/drawing/2014/main" id="{FE5E87D9-D96E-02ED-2860-CF20738780D1}"/>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5" name="Title 4">
            <a:extLst>
              <a:ext uri="{FF2B5EF4-FFF2-40B4-BE49-F238E27FC236}">
                <a16:creationId xmlns:a16="http://schemas.microsoft.com/office/drawing/2014/main" id="{CEAFF82B-A512-DDF5-1E85-194B4DE95B62}"/>
              </a:ext>
            </a:extLst>
          </p:cNvPr>
          <p:cNvSpPr>
            <a:spLocks noGrp="1"/>
          </p:cNvSpPr>
          <p:nvPr>
            <p:ph type="title"/>
          </p:nvPr>
        </p:nvSpPr>
        <p:spPr>
          <a:xfrm>
            <a:off x="410401" y="3780000"/>
            <a:ext cx="9287638" cy="738664"/>
          </a:xfrm>
        </p:spPr>
        <p:txBody>
          <a:bodyPr/>
          <a:lstStyle/>
          <a:p>
            <a:r>
              <a:rPr lang="cs-CZ" sz="4800" b="1"/>
              <a:t>5. </a:t>
            </a:r>
            <a:r>
              <a:rPr lang="en-US" sz="4800" b="1"/>
              <a:t>Purchase Order Process</a:t>
            </a:r>
            <a:endParaRPr lang="en-US"/>
          </a:p>
        </p:txBody>
      </p:sp>
    </p:spTree>
    <p:extLst>
      <p:ext uri="{BB962C8B-B14F-4D97-AF65-F5344CB8AC3E}">
        <p14:creationId xmlns:p14="http://schemas.microsoft.com/office/powerpoint/2010/main" val="575475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12F9B2-2C60-0B0E-0FEF-9BFD51695012}"/>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B2DB7EED-F3ED-18C5-69F1-C879E4F8E09D}"/>
              </a:ext>
            </a:extLst>
          </p:cNvPr>
          <p:cNvSpPr>
            <a:spLocks noGrp="1"/>
          </p:cNvSpPr>
          <p:nvPr>
            <p:ph type="title"/>
          </p:nvPr>
        </p:nvSpPr>
        <p:spPr>
          <a:xfrm>
            <a:off x="411163" y="145425"/>
            <a:ext cx="9863997" cy="576000"/>
          </a:xfrm>
        </p:spPr>
        <p:txBody>
          <a:bodyPr/>
          <a:lstStyle/>
          <a:p>
            <a:r>
              <a:rPr lang="en-US">
                <a:solidFill>
                  <a:srgbClr val="00646E"/>
                </a:solidFill>
              </a:rPr>
              <a:t>Purchase Order Overview</a:t>
            </a:r>
          </a:p>
        </p:txBody>
      </p:sp>
      <p:sp>
        <p:nvSpPr>
          <p:cNvPr id="4" name="Foliennummernplatzhalter 3">
            <a:extLst>
              <a:ext uri="{FF2B5EF4-FFF2-40B4-BE49-F238E27FC236}">
                <a16:creationId xmlns:a16="http://schemas.microsoft.com/office/drawing/2014/main" id="{F5C67C29-2D74-0CB8-4A71-ED869BC3E97D}"/>
              </a:ext>
            </a:extLst>
          </p:cNvPr>
          <p:cNvSpPr>
            <a:spLocks noGrp="1"/>
          </p:cNvSpPr>
          <p:nvPr>
            <p:ph type="sldNum" sz="quarter" idx="1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a:ln>
                  <a:noFill/>
                </a:ln>
                <a:solidFill>
                  <a:srgbClr val="000000"/>
                </a:solidFill>
                <a:effectLst/>
                <a:uLnTx/>
                <a:uFillTx/>
                <a:latin typeface="Arial"/>
                <a:ea typeface="+mn-ea"/>
                <a:cs typeface="+mn-cs"/>
              </a:rPr>
              <a:t>Page </a:t>
            </a:r>
            <a:fld id="{15EBE321-CBB1-4E91-BD14-37C8D44326FB}" type="slidenum">
              <a:rPr kumimoji="0" lang="en-US" sz="900" b="1" i="0" u="none" strike="noStrike" kern="1200" cap="none" spc="0" normalizeH="0" baseline="0" noProof="0" smtClean="0">
                <a:ln>
                  <a:noFill/>
                </a:ln>
                <a:solidFill>
                  <a:srgbClr val="000000"/>
                </a:solidFill>
                <a:effectLst/>
                <a:uLnTx/>
                <a:uFillTx/>
                <a:latin typeface="Arial"/>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32</a:t>
            </a:fld>
            <a:endParaRPr kumimoji="0" lang="en-US" sz="900" b="1" i="0" u="none" strike="noStrike" kern="1200" cap="none" spc="0" normalizeH="0" baseline="0" noProof="0">
              <a:ln>
                <a:noFill/>
              </a:ln>
              <a:solidFill>
                <a:srgbClr val="000000"/>
              </a:solidFill>
              <a:effectLst/>
              <a:uLnTx/>
              <a:uFillTx/>
              <a:latin typeface="Arial"/>
              <a:ea typeface="+mn-ea"/>
              <a:cs typeface="+mn-cs"/>
            </a:endParaRPr>
          </a:p>
        </p:txBody>
      </p:sp>
      <p:sp>
        <p:nvSpPr>
          <p:cNvPr id="29" name="Rechteck 4">
            <a:extLst>
              <a:ext uri="{FF2B5EF4-FFF2-40B4-BE49-F238E27FC236}">
                <a16:creationId xmlns:a16="http://schemas.microsoft.com/office/drawing/2014/main" id="{4477CFCC-B922-6EC8-1163-35B8A19F316E}"/>
              </a:ext>
            </a:extLst>
          </p:cNvPr>
          <p:cNvSpPr/>
          <p:nvPr/>
        </p:nvSpPr>
        <p:spPr>
          <a:xfrm>
            <a:off x="6134247" y="1166563"/>
            <a:ext cx="5274348" cy="449295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pPr marL="0" marR="0" lvl="1" indent="0" algn="l" defTabSz="914400" rtl="0" eaLnBrk="1" fontAlgn="auto" latinLnBrk="0" hangingPunct="1">
              <a:lnSpc>
                <a:spcPct val="100000"/>
              </a:lnSpc>
              <a:spcBef>
                <a:spcPts val="600"/>
              </a:spcBef>
              <a:spcAft>
                <a:spcPct val="0"/>
              </a:spcAft>
              <a:buClr>
                <a:srgbClr val="009999"/>
              </a:buClr>
              <a:buSzTx/>
              <a:buFontTx/>
              <a:buNone/>
              <a:tabLst/>
              <a:defRPr/>
            </a:pPr>
            <a:r>
              <a:rPr kumimoji="0" lang="en-US" sz="1200" b="1" i="0" u="none" strike="noStrike" kern="1200" cap="none" spc="0" normalizeH="0" baseline="0" noProof="0">
                <a:ln>
                  <a:noFill/>
                </a:ln>
                <a:solidFill>
                  <a:srgbClr val="000000"/>
                </a:solidFill>
                <a:effectLst/>
                <a:uLnTx/>
                <a:uFillTx/>
                <a:ea typeface="+mn-ea"/>
                <a:cs typeface="+mn-cs"/>
              </a:rPr>
              <a:t>Process description:</a:t>
            </a:r>
          </a:p>
          <a:p>
            <a:pPr marL="0" marR="0" lvl="1" indent="0" algn="l" defTabSz="914400" rtl="0" eaLnBrk="1" fontAlgn="auto" latinLnBrk="0" hangingPunct="1">
              <a:lnSpc>
                <a:spcPct val="100000"/>
              </a:lnSpc>
              <a:spcBef>
                <a:spcPts val="600"/>
              </a:spcBef>
              <a:spcAft>
                <a:spcPct val="0"/>
              </a:spcAft>
              <a:buClr>
                <a:srgbClr val="009999"/>
              </a:buClr>
              <a:buSzTx/>
              <a:buFontTx/>
              <a:buNone/>
              <a:tabLst/>
              <a:defRPr/>
            </a:pPr>
            <a:endParaRPr kumimoji="0" lang="en-US" sz="1100" b="1" i="0" u="none" strike="noStrike" kern="1200" cap="none" spc="0" normalizeH="0" baseline="0" noProof="0">
              <a:ln>
                <a:noFill/>
              </a:ln>
              <a:solidFill>
                <a:srgbClr val="000000"/>
              </a:solidFill>
              <a:effectLst/>
              <a:uLnTx/>
              <a:uFillTx/>
              <a:ea typeface="+mn-ea"/>
              <a:cs typeface="+mn-cs"/>
            </a:endParaRPr>
          </a:p>
          <a:p>
            <a:pPr marL="342900" lvl="1" indent="-342900">
              <a:lnSpc>
                <a:spcPct val="150000"/>
              </a:lnSpc>
              <a:spcAft>
                <a:spcPct val="0"/>
              </a:spcAft>
              <a:buClr>
                <a:srgbClr val="009999"/>
              </a:buClr>
              <a:buFont typeface="+mj-lt"/>
              <a:buAutoNum type="arabicPeriod"/>
              <a:defRPr/>
            </a:pPr>
            <a:r>
              <a:rPr lang="en-US" sz="1100">
                <a:solidFill>
                  <a:srgbClr val="000000"/>
                </a:solidFill>
              </a:rPr>
              <a:t>The Purchaser creates the PO with reference to the released PR from Fiori app.</a:t>
            </a:r>
            <a:r>
              <a:rPr lang="cs-CZ" sz="1100">
                <a:solidFill>
                  <a:srgbClr val="000000"/>
                </a:solidFill>
              </a:rPr>
              <a:t> </a:t>
            </a:r>
            <a:r>
              <a:rPr lang="en-US" sz="1100">
                <a:solidFill>
                  <a:srgbClr val="000000"/>
                </a:solidFill>
              </a:rPr>
              <a:t>After creating the PO, the system triggers the Release Strategy</a:t>
            </a:r>
          </a:p>
          <a:p>
            <a:pPr marL="342900" lvl="1" indent="-342900">
              <a:lnSpc>
                <a:spcPct val="150000"/>
              </a:lnSpc>
              <a:spcAft>
                <a:spcPct val="0"/>
              </a:spcAft>
              <a:buClr>
                <a:srgbClr val="009999"/>
              </a:buClr>
              <a:buFont typeface="+mj-lt"/>
              <a:buAutoNum type="arabicPeriod"/>
              <a:defRPr/>
            </a:pPr>
            <a:r>
              <a:rPr lang="en-US" sz="1100">
                <a:solidFill>
                  <a:srgbClr val="000000"/>
                </a:solidFill>
              </a:rPr>
              <a:t>An automatic check on PO will be executed to determine if a Procurement Expert approval is required or not.</a:t>
            </a:r>
          </a:p>
          <a:p>
            <a:pPr marL="800100" lvl="2" indent="-342900">
              <a:lnSpc>
                <a:spcPct val="150000"/>
              </a:lnSpc>
              <a:spcAft>
                <a:spcPct val="0"/>
              </a:spcAft>
              <a:buClr>
                <a:srgbClr val="009999"/>
              </a:buClr>
              <a:buFont typeface="Arial" panose="020B0604020202020204" pitchFamily="34" charset="0"/>
              <a:buChar char="•"/>
              <a:defRPr/>
            </a:pPr>
            <a:r>
              <a:rPr lang="en-US" sz="1100">
                <a:solidFill>
                  <a:srgbClr val="000000"/>
                </a:solidFill>
              </a:rPr>
              <a:t>Procurement Expert is required, if the assigned individual Purchasing Group (I</a:t>
            </a:r>
            <a:r>
              <a:rPr lang="en-US" sz="1100" i="1">
                <a:solidFill>
                  <a:srgbClr val="000000"/>
                </a:solidFill>
              </a:rPr>
              <a:t>XX</a:t>
            </a:r>
            <a:r>
              <a:rPr lang="en-US" sz="1100">
                <a:solidFill>
                  <a:srgbClr val="000000"/>
                </a:solidFill>
              </a:rPr>
              <a:t>) is not a Procurement Expert and the PO total value is higher than 50</a:t>
            </a:r>
            <a:r>
              <a:rPr lang="cs-CZ" sz="1100">
                <a:solidFill>
                  <a:srgbClr val="000000"/>
                </a:solidFill>
              </a:rPr>
              <a:t>.000 </a:t>
            </a:r>
            <a:r>
              <a:rPr lang="en-US" sz="1100">
                <a:solidFill>
                  <a:srgbClr val="000000"/>
                </a:solidFill>
              </a:rPr>
              <a:t>EUR.</a:t>
            </a:r>
          </a:p>
          <a:p>
            <a:pPr marL="342900" lvl="1" indent="-342900">
              <a:lnSpc>
                <a:spcPct val="150000"/>
              </a:lnSpc>
              <a:spcAft>
                <a:spcPct val="0"/>
              </a:spcAft>
              <a:buClr>
                <a:srgbClr val="009999"/>
              </a:buClr>
              <a:buFont typeface="+mj-lt"/>
              <a:buAutoNum type="arabicPeriod"/>
              <a:defRPr/>
            </a:pPr>
            <a:r>
              <a:rPr lang="en-US" sz="1100">
                <a:solidFill>
                  <a:srgbClr val="000000"/>
                </a:solidFill>
              </a:rPr>
              <a:t>The Purchaser will receive an SAP BTP notification to select the Procurement Expert (if required).</a:t>
            </a:r>
          </a:p>
          <a:p>
            <a:pPr marL="342900" lvl="1" indent="-342900">
              <a:lnSpc>
                <a:spcPct val="150000"/>
              </a:lnSpc>
              <a:spcAft>
                <a:spcPct val="0"/>
              </a:spcAft>
              <a:buClr>
                <a:srgbClr val="009999"/>
              </a:buClr>
              <a:buFont typeface="+mj-lt"/>
              <a:buAutoNum type="arabicPeriod"/>
              <a:defRPr/>
            </a:pPr>
            <a:r>
              <a:rPr lang="en-US" sz="1100">
                <a:solidFill>
                  <a:srgbClr val="000000"/>
                </a:solidFill>
                <a:latin typeface="Arial"/>
              </a:rPr>
              <a:t>SAP BTP will send an acknowledgement notification to the Purchaser to check and confirm the PO data.</a:t>
            </a:r>
            <a:endParaRPr lang="en-US" sz="1100">
              <a:solidFill>
                <a:srgbClr val="000000"/>
              </a:solidFill>
            </a:endParaRPr>
          </a:p>
          <a:p>
            <a:pPr marL="342900" marR="0" lvl="1" indent="-342900" fontAlgn="auto">
              <a:lnSpc>
                <a:spcPct val="150000"/>
              </a:lnSpc>
              <a:spcBef>
                <a:spcPts val="0"/>
              </a:spcBef>
              <a:spcAft>
                <a:spcPct val="0"/>
              </a:spcAft>
              <a:buClr>
                <a:srgbClr val="009999"/>
              </a:buClr>
              <a:buSzTx/>
              <a:buFont typeface="+mj-lt"/>
              <a:buAutoNum type="arabicPeriod"/>
              <a:tabLst/>
              <a:defRPr/>
            </a:pPr>
            <a:r>
              <a:rPr lang="en-US" sz="1100">
                <a:solidFill>
                  <a:srgbClr val="000000"/>
                </a:solidFill>
              </a:rPr>
              <a:t>The Procurement Expert will do a quality check of the PO in S4P and acknowledges it via SAP BTP email notification (if required).</a:t>
            </a:r>
          </a:p>
          <a:p>
            <a:pPr marL="342900" lvl="1" indent="-342900">
              <a:lnSpc>
                <a:spcPct val="150000"/>
              </a:lnSpc>
              <a:spcAft>
                <a:spcPct val="0"/>
              </a:spcAft>
              <a:buClr>
                <a:srgbClr val="009999"/>
              </a:buClr>
              <a:buFont typeface="+mj-lt"/>
              <a:buAutoNum type="arabicPeriod"/>
              <a:defRPr/>
            </a:pPr>
            <a:r>
              <a:rPr lang="en-US" sz="1100">
                <a:solidFill>
                  <a:srgbClr val="000000"/>
                </a:solidFill>
              </a:rPr>
              <a:t>Afterwards the SAT approval is started for POs above 1</a:t>
            </a:r>
            <a:r>
              <a:rPr lang="cs-CZ" sz="1100">
                <a:solidFill>
                  <a:srgbClr val="000000"/>
                </a:solidFill>
              </a:rPr>
              <a:t>.000 </a:t>
            </a:r>
            <a:r>
              <a:rPr lang="en-US" sz="1100">
                <a:solidFill>
                  <a:srgbClr val="000000"/>
                </a:solidFill>
              </a:rPr>
              <a:t>EUR for maximum 2 approval levels (Functional and Commercial).</a:t>
            </a:r>
          </a:p>
        </p:txBody>
      </p:sp>
      <p:grpSp>
        <p:nvGrpSpPr>
          <p:cNvPr id="128" name="Group 127">
            <a:extLst>
              <a:ext uri="{FF2B5EF4-FFF2-40B4-BE49-F238E27FC236}">
                <a16:creationId xmlns:a16="http://schemas.microsoft.com/office/drawing/2014/main" id="{F13222B5-7A8D-BCA1-CD27-153D0BAD34C8}"/>
              </a:ext>
            </a:extLst>
          </p:cNvPr>
          <p:cNvGrpSpPr/>
          <p:nvPr/>
        </p:nvGrpSpPr>
        <p:grpSpPr>
          <a:xfrm>
            <a:off x="102435" y="1155300"/>
            <a:ext cx="5859502" cy="4743119"/>
            <a:chOff x="102435" y="1155300"/>
            <a:chExt cx="5859502" cy="4743119"/>
          </a:xfrm>
        </p:grpSpPr>
        <p:grpSp>
          <p:nvGrpSpPr>
            <p:cNvPr id="124" name="Group 123">
              <a:extLst>
                <a:ext uri="{FF2B5EF4-FFF2-40B4-BE49-F238E27FC236}">
                  <a16:creationId xmlns:a16="http://schemas.microsoft.com/office/drawing/2014/main" id="{E2164D07-3339-8F2C-0D72-21DB8913C5DE}"/>
                </a:ext>
              </a:extLst>
            </p:cNvPr>
            <p:cNvGrpSpPr/>
            <p:nvPr/>
          </p:nvGrpSpPr>
          <p:grpSpPr>
            <a:xfrm>
              <a:off x="102435" y="1155300"/>
              <a:ext cx="5859502" cy="4330738"/>
              <a:chOff x="83385" y="557742"/>
              <a:chExt cx="5859502" cy="4330738"/>
            </a:xfrm>
          </p:grpSpPr>
          <p:sp>
            <p:nvSpPr>
              <p:cNvPr id="5" name="Rectangle: Rounded Corners 4">
                <a:extLst>
                  <a:ext uri="{FF2B5EF4-FFF2-40B4-BE49-F238E27FC236}">
                    <a16:creationId xmlns:a16="http://schemas.microsoft.com/office/drawing/2014/main" id="{6E35D6E1-9EC5-02C1-256B-DCD9ED3388C0}"/>
                  </a:ext>
                </a:extLst>
              </p:cNvPr>
              <p:cNvSpPr/>
              <p:nvPr/>
            </p:nvSpPr>
            <p:spPr>
              <a:xfrm rot="16200000">
                <a:off x="-277166" y="1974385"/>
                <a:ext cx="1172291" cy="432000"/>
              </a:xfrm>
              <a:prstGeom prst="round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nchorCtr="0"/>
              <a:lstStyle/>
              <a:p>
                <a:pPr algn="ctr"/>
                <a:r>
                  <a:rPr lang="en-US" sz="1000">
                    <a:solidFill>
                      <a:schemeClr val="tx1"/>
                    </a:solidFill>
                  </a:rPr>
                  <a:t>Purchaser</a:t>
                </a:r>
              </a:p>
            </p:txBody>
          </p:sp>
          <p:sp>
            <p:nvSpPr>
              <p:cNvPr id="7" name="Flowchart: Decision 6">
                <a:extLst>
                  <a:ext uri="{FF2B5EF4-FFF2-40B4-BE49-F238E27FC236}">
                    <a16:creationId xmlns:a16="http://schemas.microsoft.com/office/drawing/2014/main" id="{266BE638-7D3A-2535-C8E4-C8A02F3FC16B}"/>
                  </a:ext>
                </a:extLst>
              </p:cNvPr>
              <p:cNvSpPr/>
              <p:nvPr/>
            </p:nvSpPr>
            <p:spPr>
              <a:xfrm>
                <a:off x="2729752" y="1731312"/>
                <a:ext cx="1034288" cy="489396"/>
              </a:xfrm>
              <a:prstGeom prst="flowChartDecision">
                <a:avLst/>
              </a:prstGeom>
              <a:solidFill>
                <a:schemeClr val="accent1"/>
              </a:solidFill>
              <a:ln w="28575">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nchorCtr="0"/>
              <a:lstStyle/>
              <a:p>
                <a:pPr algn="ctr"/>
                <a:r>
                  <a:rPr lang="en-US" sz="800">
                    <a:solidFill>
                      <a:schemeClr val="tx1"/>
                    </a:solidFill>
                  </a:rPr>
                  <a:t>Expert</a:t>
                </a:r>
              </a:p>
            </p:txBody>
          </p:sp>
          <p:sp>
            <p:nvSpPr>
              <p:cNvPr id="34" name="Rectangle: Rounded Corners 33">
                <a:extLst>
                  <a:ext uri="{FF2B5EF4-FFF2-40B4-BE49-F238E27FC236}">
                    <a16:creationId xmlns:a16="http://schemas.microsoft.com/office/drawing/2014/main" id="{08394812-E7D5-EDE3-9302-8A397CB5F95F}"/>
                  </a:ext>
                </a:extLst>
              </p:cNvPr>
              <p:cNvSpPr/>
              <p:nvPr/>
            </p:nvSpPr>
            <p:spPr>
              <a:xfrm rot="16200000">
                <a:off x="-144777" y="807147"/>
                <a:ext cx="920525" cy="444241"/>
              </a:xfrm>
              <a:prstGeom prst="round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nchorCtr="0"/>
              <a:lstStyle/>
              <a:p>
                <a:pPr algn="ctr"/>
                <a:r>
                  <a:rPr lang="en-US" sz="1000">
                    <a:solidFill>
                      <a:schemeClr val="tx1"/>
                    </a:solidFill>
                  </a:rPr>
                  <a:t>Procurement Expert</a:t>
                </a:r>
              </a:p>
            </p:txBody>
          </p:sp>
          <p:sp>
            <p:nvSpPr>
              <p:cNvPr id="35" name="Rectangle: Rounded Corners 34">
                <a:extLst>
                  <a:ext uri="{FF2B5EF4-FFF2-40B4-BE49-F238E27FC236}">
                    <a16:creationId xmlns:a16="http://schemas.microsoft.com/office/drawing/2014/main" id="{F8C1CA81-0CC1-414E-1208-BEA0A2A5C10C}"/>
                  </a:ext>
                </a:extLst>
              </p:cNvPr>
              <p:cNvSpPr/>
              <p:nvPr/>
            </p:nvSpPr>
            <p:spPr>
              <a:xfrm rot="16200000">
                <a:off x="-656835" y="3711522"/>
                <a:ext cx="1912440" cy="432000"/>
              </a:xfrm>
              <a:prstGeom prst="round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nchorCtr="0"/>
              <a:lstStyle/>
              <a:p>
                <a:pPr algn="ctr"/>
                <a:r>
                  <a:rPr lang="en-US" sz="1050">
                    <a:solidFill>
                      <a:schemeClr val="tx1"/>
                    </a:solidFill>
                  </a:rPr>
                  <a:t>Approver</a:t>
                </a:r>
              </a:p>
            </p:txBody>
          </p:sp>
          <p:sp>
            <p:nvSpPr>
              <p:cNvPr id="36" name="Rectangle: Rounded Corners 35">
                <a:extLst>
                  <a:ext uri="{FF2B5EF4-FFF2-40B4-BE49-F238E27FC236}">
                    <a16:creationId xmlns:a16="http://schemas.microsoft.com/office/drawing/2014/main" id="{8015BF4E-8512-B16E-D54A-467D12C4B4A6}"/>
                  </a:ext>
                </a:extLst>
              </p:cNvPr>
              <p:cNvSpPr/>
              <p:nvPr/>
            </p:nvSpPr>
            <p:spPr>
              <a:xfrm>
                <a:off x="658557" y="2976040"/>
                <a:ext cx="5284330" cy="1912440"/>
              </a:xfrm>
              <a:prstGeom prst="roundRect">
                <a:avLst/>
              </a:prstGeom>
              <a:noFill/>
              <a:ln w="285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pPr algn="l"/>
                <a:endParaRPr lang="en-US">
                  <a:solidFill>
                    <a:schemeClr val="tx1"/>
                  </a:solidFill>
                </a:endParaRPr>
              </a:p>
            </p:txBody>
          </p:sp>
          <p:sp>
            <p:nvSpPr>
              <p:cNvPr id="37" name="TextBox 36">
                <a:extLst>
                  <a:ext uri="{FF2B5EF4-FFF2-40B4-BE49-F238E27FC236}">
                    <a16:creationId xmlns:a16="http://schemas.microsoft.com/office/drawing/2014/main" id="{5299D7F8-B5A1-ADDE-B392-74B4826E0331}"/>
                  </a:ext>
                </a:extLst>
              </p:cNvPr>
              <p:cNvSpPr txBox="1"/>
              <p:nvPr>
                <p:custDataLst>
                  <p:tags r:id="rId1"/>
                </p:custDataLst>
              </p:nvPr>
            </p:nvSpPr>
            <p:spPr>
              <a:xfrm>
                <a:off x="3322097" y="2395430"/>
                <a:ext cx="118622" cy="107722"/>
              </a:xfrm>
              <a:prstGeom prst="rect">
                <a:avLst/>
              </a:prstGeom>
              <a:noFill/>
            </p:spPr>
            <p:txBody>
              <a:bodyPr wrap="none" lIns="0" tIns="0" rIns="0" bIns="0" rtlCol="0">
                <a:spAutoFit/>
              </a:bodyPr>
              <a:lstStyle/>
              <a:p>
                <a:pPr algn="l"/>
                <a:r>
                  <a:rPr lang="en-US" sz="700" b="1"/>
                  <a:t>No</a:t>
                </a:r>
              </a:p>
            </p:txBody>
          </p:sp>
          <p:sp>
            <p:nvSpPr>
              <p:cNvPr id="38" name="Rectangle: Rounded Corners 37">
                <a:extLst>
                  <a:ext uri="{FF2B5EF4-FFF2-40B4-BE49-F238E27FC236}">
                    <a16:creationId xmlns:a16="http://schemas.microsoft.com/office/drawing/2014/main" id="{7E17D066-A8F0-18F1-C2EF-F50475CBB0A1}"/>
                  </a:ext>
                </a:extLst>
              </p:cNvPr>
              <p:cNvSpPr/>
              <p:nvPr/>
            </p:nvSpPr>
            <p:spPr>
              <a:xfrm>
                <a:off x="668538" y="1544255"/>
                <a:ext cx="5274348" cy="1351594"/>
              </a:xfrm>
              <a:prstGeom prst="roundRect">
                <a:avLst/>
              </a:prstGeom>
              <a:noFill/>
              <a:ln w="285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pPr algn="l"/>
                <a:endParaRPr lang="en-US">
                  <a:solidFill>
                    <a:schemeClr val="tx1"/>
                  </a:solidFill>
                </a:endParaRPr>
              </a:p>
            </p:txBody>
          </p:sp>
          <p:sp>
            <p:nvSpPr>
              <p:cNvPr id="39" name="Rectangle: Rounded Corners 38">
                <a:extLst>
                  <a:ext uri="{FF2B5EF4-FFF2-40B4-BE49-F238E27FC236}">
                    <a16:creationId xmlns:a16="http://schemas.microsoft.com/office/drawing/2014/main" id="{12F2A4EF-4CEA-6D0F-0569-F2CD2C1CC38B}"/>
                  </a:ext>
                </a:extLst>
              </p:cNvPr>
              <p:cNvSpPr/>
              <p:nvPr/>
            </p:nvSpPr>
            <p:spPr>
              <a:xfrm>
                <a:off x="668538" y="557742"/>
                <a:ext cx="5274348" cy="915787"/>
              </a:xfrm>
              <a:prstGeom prst="roundRect">
                <a:avLst/>
              </a:prstGeom>
              <a:noFill/>
              <a:ln w="285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pPr algn="l"/>
                <a:endParaRPr lang="en-US">
                  <a:solidFill>
                    <a:schemeClr val="tx1"/>
                  </a:solidFill>
                </a:endParaRPr>
              </a:p>
            </p:txBody>
          </p:sp>
          <p:sp>
            <p:nvSpPr>
              <p:cNvPr id="40" name="Flowchart: Decision 39">
                <a:extLst>
                  <a:ext uri="{FF2B5EF4-FFF2-40B4-BE49-F238E27FC236}">
                    <a16:creationId xmlns:a16="http://schemas.microsoft.com/office/drawing/2014/main" id="{3F4ACEB1-EA93-F36D-8207-853D3CE66E9F}"/>
                  </a:ext>
                </a:extLst>
              </p:cNvPr>
              <p:cNvSpPr/>
              <p:nvPr/>
            </p:nvSpPr>
            <p:spPr>
              <a:xfrm>
                <a:off x="3492647" y="3123586"/>
                <a:ext cx="936219" cy="488512"/>
              </a:xfrm>
              <a:prstGeom prst="flowChartDecision">
                <a:avLst/>
              </a:prstGeom>
              <a:solidFill>
                <a:schemeClr val="accent1"/>
              </a:solidFill>
              <a:ln w="28575">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nchorCtr="0"/>
              <a:lstStyle/>
              <a:p>
                <a:pPr algn="ctr"/>
                <a:r>
                  <a:rPr lang="en-US" sz="800">
                    <a:solidFill>
                      <a:schemeClr val="tx1"/>
                    </a:solidFill>
                  </a:rPr>
                  <a:t>SAT</a:t>
                </a:r>
              </a:p>
            </p:txBody>
          </p:sp>
          <p:sp>
            <p:nvSpPr>
              <p:cNvPr id="41" name="Flowchart: Alternate Process 40">
                <a:extLst>
                  <a:ext uri="{FF2B5EF4-FFF2-40B4-BE49-F238E27FC236}">
                    <a16:creationId xmlns:a16="http://schemas.microsoft.com/office/drawing/2014/main" id="{113EF2B0-87E1-51DA-98C5-D7040DA03E74}"/>
                  </a:ext>
                </a:extLst>
              </p:cNvPr>
              <p:cNvSpPr/>
              <p:nvPr/>
            </p:nvSpPr>
            <p:spPr>
              <a:xfrm>
                <a:off x="1904101" y="2236606"/>
                <a:ext cx="985791" cy="502315"/>
              </a:xfrm>
              <a:prstGeom prst="flowChartAlternateProcess">
                <a:avLst/>
              </a:prstGeom>
              <a:solidFill>
                <a:schemeClr val="accent1"/>
              </a:solidFill>
              <a:ln w="28575">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nchorCtr="0"/>
              <a:lstStyle/>
              <a:p>
                <a:pPr algn="ctr"/>
                <a:r>
                  <a:rPr lang="en-US" sz="800">
                    <a:solidFill>
                      <a:schemeClr val="tx1"/>
                    </a:solidFill>
                  </a:rPr>
                  <a:t>Receive</a:t>
                </a:r>
                <a:r>
                  <a:rPr lang="de-DE" sz="800">
                    <a:solidFill>
                      <a:schemeClr val="tx1"/>
                    </a:solidFill>
                  </a:rPr>
                  <a:t> </a:t>
                </a:r>
                <a:r>
                  <a:rPr lang="en-US" sz="800">
                    <a:solidFill>
                      <a:schemeClr val="tx1"/>
                    </a:solidFill>
                  </a:rPr>
                  <a:t>BTP</a:t>
                </a:r>
                <a:r>
                  <a:rPr lang="de-DE" sz="800">
                    <a:solidFill>
                      <a:schemeClr val="tx1"/>
                    </a:solidFill>
                  </a:rPr>
                  <a:t> Form  </a:t>
                </a:r>
                <a:r>
                  <a:rPr lang="en-US" sz="800">
                    <a:solidFill>
                      <a:schemeClr val="tx1"/>
                    </a:solidFill>
                  </a:rPr>
                  <a:t>to Confirm the </a:t>
                </a:r>
                <a:r>
                  <a:rPr lang="de-DE" sz="800">
                    <a:solidFill>
                      <a:schemeClr val="tx1"/>
                    </a:solidFill>
                  </a:rPr>
                  <a:t>PO</a:t>
                </a:r>
                <a:endParaRPr lang="en-US" sz="800">
                  <a:solidFill>
                    <a:schemeClr val="tx1"/>
                  </a:solidFill>
                </a:endParaRPr>
              </a:p>
            </p:txBody>
          </p:sp>
          <p:sp>
            <p:nvSpPr>
              <p:cNvPr id="42" name="Flowchart: Alternate Process 41">
                <a:extLst>
                  <a:ext uri="{FF2B5EF4-FFF2-40B4-BE49-F238E27FC236}">
                    <a16:creationId xmlns:a16="http://schemas.microsoft.com/office/drawing/2014/main" id="{C5B84CCB-6F8E-4012-B55F-7DC8D01A5784}"/>
                  </a:ext>
                </a:extLst>
              </p:cNvPr>
              <p:cNvSpPr/>
              <p:nvPr/>
            </p:nvSpPr>
            <p:spPr>
              <a:xfrm>
                <a:off x="2618479" y="760268"/>
                <a:ext cx="1256831" cy="491773"/>
              </a:xfrm>
              <a:prstGeom prst="flowChartAlternateProcess">
                <a:avLst/>
              </a:prstGeom>
              <a:solidFill>
                <a:schemeClr val="accent1"/>
              </a:solidFill>
              <a:ln w="28575">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nchorCtr="0"/>
              <a:lstStyle/>
              <a:p>
                <a:pPr algn="ctr"/>
                <a:r>
                  <a:rPr lang="en-US" sz="800">
                    <a:solidFill>
                      <a:schemeClr val="tx1"/>
                    </a:solidFill>
                  </a:rPr>
                  <a:t>Expert Approval</a:t>
                </a:r>
              </a:p>
            </p:txBody>
          </p:sp>
          <p:cxnSp>
            <p:nvCxnSpPr>
              <p:cNvPr id="43" name="Straight Arrow Connector 42">
                <a:extLst>
                  <a:ext uri="{FF2B5EF4-FFF2-40B4-BE49-F238E27FC236}">
                    <a16:creationId xmlns:a16="http://schemas.microsoft.com/office/drawing/2014/main" id="{6789DFB6-D775-CBBB-E8DA-64257C846FE4}"/>
                  </a:ext>
                </a:extLst>
              </p:cNvPr>
              <p:cNvCxnSpPr>
                <a:cxnSpLocks/>
                <a:stCxn id="7" idx="0"/>
                <a:endCxn id="42" idx="2"/>
              </p:cNvCxnSpPr>
              <p:nvPr/>
            </p:nvCxnSpPr>
            <p:spPr>
              <a:xfrm flipH="1" flipV="1">
                <a:off x="3246895" y="1252041"/>
                <a:ext cx="1" cy="479271"/>
              </a:xfrm>
              <a:prstGeom prst="straightConnector1">
                <a:avLst/>
              </a:prstGeom>
              <a:ln w="25400">
                <a:solidFill>
                  <a:schemeClr val="tx1"/>
                </a:solidFill>
                <a:headEnd w="lg" len="lg"/>
                <a:tailEnd type="triangle"/>
              </a:ln>
            </p:spPr>
            <p:style>
              <a:lnRef idx="1">
                <a:schemeClr val="accent1"/>
              </a:lnRef>
              <a:fillRef idx="0">
                <a:schemeClr val="accent1"/>
              </a:fillRef>
              <a:effectRef idx="0">
                <a:schemeClr val="accent1"/>
              </a:effectRef>
              <a:fontRef idx="minor">
                <a:schemeClr val="tx1"/>
              </a:fontRef>
            </p:style>
          </p:cxnSp>
          <p:sp>
            <p:nvSpPr>
              <p:cNvPr id="44" name="Flowchart: Alternate Process 43">
                <a:extLst>
                  <a:ext uri="{FF2B5EF4-FFF2-40B4-BE49-F238E27FC236}">
                    <a16:creationId xmlns:a16="http://schemas.microsoft.com/office/drawing/2014/main" id="{AEF6E2A4-EAF0-9CAB-1C4E-340EBB3B442B}"/>
                  </a:ext>
                </a:extLst>
              </p:cNvPr>
              <p:cNvSpPr/>
              <p:nvPr/>
            </p:nvSpPr>
            <p:spPr>
              <a:xfrm>
                <a:off x="3411818" y="3804188"/>
                <a:ext cx="1097875" cy="318034"/>
              </a:xfrm>
              <a:prstGeom prst="flowChartAlternateProcess">
                <a:avLst/>
              </a:prstGeom>
              <a:solidFill>
                <a:schemeClr val="accent1"/>
              </a:solidFill>
              <a:ln w="28575">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nchorCtr="0"/>
              <a:lstStyle/>
              <a:p>
                <a:pPr algn="ctr"/>
                <a:r>
                  <a:rPr lang="en-US" sz="800">
                    <a:solidFill>
                      <a:schemeClr val="tx1"/>
                    </a:solidFill>
                  </a:rPr>
                  <a:t>Functional Approval</a:t>
                </a:r>
              </a:p>
            </p:txBody>
          </p:sp>
          <p:sp>
            <p:nvSpPr>
              <p:cNvPr id="45" name="Flowchart: Alternate Process 44">
                <a:extLst>
                  <a:ext uri="{FF2B5EF4-FFF2-40B4-BE49-F238E27FC236}">
                    <a16:creationId xmlns:a16="http://schemas.microsoft.com/office/drawing/2014/main" id="{075C95D9-0D65-AB44-C144-E519487074FD}"/>
                  </a:ext>
                </a:extLst>
              </p:cNvPr>
              <p:cNvSpPr/>
              <p:nvPr/>
            </p:nvSpPr>
            <p:spPr>
              <a:xfrm>
                <a:off x="3322097" y="4308209"/>
                <a:ext cx="1277318" cy="318034"/>
              </a:xfrm>
              <a:prstGeom prst="flowChartAlternateProcess">
                <a:avLst/>
              </a:prstGeom>
              <a:solidFill>
                <a:schemeClr val="accent1"/>
              </a:solidFill>
              <a:ln w="28575">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nchorCtr="0"/>
              <a:lstStyle/>
              <a:p>
                <a:pPr algn="ctr"/>
                <a:r>
                  <a:rPr lang="en-US" sz="800">
                    <a:solidFill>
                      <a:schemeClr val="tx1"/>
                    </a:solidFill>
                  </a:rPr>
                  <a:t>Commercial Approval</a:t>
                </a:r>
              </a:p>
            </p:txBody>
          </p:sp>
          <p:cxnSp>
            <p:nvCxnSpPr>
              <p:cNvPr id="46" name="Connector: Elbow 45">
                <a:extLst>
                  <a:ext uri="{FF2B5EF4-FFF2-40B4-BE49-F238E27FC236}">
                    <a16:creationId xmlns:a16="http://schemas.microsoft.com/office/drawing/2014/main" id="{05569D3D-DC68-001B-5B93-D5FFB784CF1D}"/>
                  </a:ext>
                </a:extLst>
              </p:cNvPr>
              <p:cNvCxnSpPr>
                <a:cxnSpLocks/>
                <a:stCxn id="7" idx="2"/>
                <a:endCxn id="40" idx="1"/>
              </p:cNvCxnSpPr>
              <p:nvPr/>
            </p:nvCxnSpPr>
            <p:spPr>
              <a:xfrm rot="16200000" flipH="1">
                <a:off x="2796204" y="2671399"/>
                <a:ext cx="1147134" cy="245751"/>
              </a:xfrm>
              <a:prstGeom prst="bentConnector2">
                <a:avLst/>
              </a:prstGeom>
              <a:ln w="25400">
                <a:solidFill>
                  <a:schemeClr val="tx1"/>
                </a:solidFill>
                <a:headEnd w="lg" len="lg"/>
                <a:tailEnd type="triangle"/>
              </a:ln>
            </p:spPr>
            <p:style>
              <a:lnRef idx="1">
                <a:schemeClr val="accent1"/>
              </a:lnRef>
              <a:fillRef idx="0">
                <a:schemeClr val="accent1"/>
              </a:fillRef>
              <a:effectRef idx="0">
                <a:schemeClr val="accent1"/>
              </a:effectRef>
              <a:fontRef idx="minor">
                <a:schemeClr val="tx1"/>
              </a:fontRef>
            </p:style>
          </p:cxnSp>
          <p:cxnSp>
            <p:nvCxnSpPr>
              <p:cNvPr id="47" name="Connector: Elbow 46">
                <a:extLst>
                  <a:ext uri="{FF2B5EF4-FFF2-40B4-BE49-F238E27FC236}">
                    <a16:creationId xmlns:a16="http://schemas.microsoft.com/office/drawing/2014/main" id="{93A6963D-55E9-C0E9-3FA5-64E028E1714C}"/>
                  </a:ext>
                </a:extLst>
              </p:cNvPr>
              <p:cNvCxnSpPr>
                <a:cxnSpLocks/>
                <a:stCxn id="42" idx="3"/>
                <a:endCxn id="40" idx="0"/>
              </p:cNvCxnSpPr>
              <p:nvPr/>
            </p:nvCxnSpPr>
            <p:spPr>
              <a:xfrm>
                <a:off x="3875310" y="1006155"/>
                <a:ext cx="85447" cy="2117431"/>
              </a:xfrm>
              <a:prstGeom prst="bentConnector2">
                <a:avLst/>
              </a:prstGeom>
              <a:ln w="25400">
                <a:solidFill>
                  <a:schemeClr val="tx1"/>
                </a:solidFill>
                <a:headEnd w="lg" len="lg"/>
                <a:tailEnd type="triangle"/>
              </a:ln>
            </p:spPr>
            <p:style>
              <a:lnRef idx="1">
                <a:schemeClr val="accent1"/>
              </a:lnRef>
              <a:fillRef idx="0">
                <a:schemeClr val="accent1"/>
              </a:fillRef>
              <a:effectRef idx="0">
                <a:schemeClr val="accent1"/>
              </a:effectRef>
              <a:fontRef idx="minor">
                <a:schemeClr val="tx1"/>
              </a:fontRef>
            </p:style>
          </p:cxnSp>
          <p:sp>
            <p:nvSpPr>
              <p:cNvPr id="49" name="TextBox 48">
                <a:extLst>
                  <a:ext uri="{FF2B5EF4-FFF2-40B4-BE49-F238E27FC236}">
                    <a16:creationId xmlns:a16="http://schemas.microsoft.com/office/drawing/2014/main" id="{8F8784D5-F9E0-9B84-1F03-650F3B2B0015}"/>
                  </a:ext>
                </a:extLst>
              </p:cNvPr>
              <p:cNvSpPr txBox="1"/>
              <p:nvPr>
                <p:custDataLst>
                  <p:tags r:id="rId2"/>
                </p:custDataLst>
              </p:nvPr>
            </p:nvSpPr>
            <p:spPr>
              <a:xfrm>
                <a:off x="3748656" y="3622434"/>
                <a:ext cx="158698" cy="107722"/>
              </a:xfrm>
              <a:prstGeom prst="rect">
                <a:avLst/>
              </a:prstGeom>
              <a:noFill/>
            </p:spPr>
            <p:txBody>
              <a:bodyPr wrap="none" lIns="0" tIns="0" rIns="0" bIns="0" rtlCol="0">
                <a:spAutoFit/>
              </a:bodyPr>
              <a:lstStyle/>
              <a:p>
                <a:pPr algn="l"/>
                <a:r>
                  <a:rPr lang="en-US" sz="700" b="1"/>
                  <a:t>Yes</a:t>
                </a:r>
              </a:p>
            </p:txBody>
          </p:sp>
          <p:sp>
            <p:nvSpPr>
              <p:cNvPr id="50" name="Flowchart: Alternate Process 49">
                <a:extLst>
                  <a:ext uri="{FF2B5EF4-FFF2-40B4-BE49-F238E27FC236}">
                    <a16:creationId xmlns:a16="http://schemas.microsoft.com/office/drawing/2014/main" id="{9516740B-F1C4-6E61-AA7A-9168783D358B}"/>
                  </a:ext>
                </a:extLst>
              </p:cNvPr>
              <p:cNvSpPr/>
              <p:nvPr>
                <p:custDataLst>
                  <p:tags r:id="rId3"/>
                </p:custDataLst>
              </p:nvPr>
            </p:nvSpPr>
            <p:spPr>
              <a:xfrm>
                <a:off x="4896975" y="3183699"/>
                <a:ext cx="835376" cy="368285"/>
              </a:xfrm>
              <a:prstGeom prst="flowChartAlternateProcess">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nchorCtr="0"/>
              <a:lstStyle/>
              <a:p>
                <a:pPr algn="ctr"/>
                <a:r>
                  <a:rPr lang="en-US" sz="800">
                    <a:solidFill>
                      <a:schemeClr val="tx1"/>
                    </a:solidFill>
                  </a:rPr>
                  <a:t>PO Released</a:t>
                </a:r>
              </a:p>
            </p:txBody>
          </p:sp>
          <p:sp>
            <p:nvSpPr>
              <p:cNvPr id="51" name="TextBox 50">
                <a:extLst>
                  <a:ext uri="{FF2B5EF4-FFF2-40B4-BE49-F238E27FC236}">
                    <a16:creationId xmlns:a16="http://schemas.microsoft.com/office/drawing/2014/main" id="{2BFD1714-CA9F-DDCB-523E-D140BD16F7A5}"/>
                  </a:ext>
                </a:extLst>
              </p:cNvPr>
              <p:cNvSpPr txBox="1"/>
              <p:nvPr>
                <p:custDataLst>
                  <p:tags r:id="rId4"/>
                </p:custDataLst>
              </p:nvPr>
            </p:nvSpPr>
            <p:spPr>
              <a:xfrm>
                <a:off x="4520741" y="3209713"/>
                <a:ext cx="118622" cy="107722"/>
              </a:xfrm>
              <a:prstGeom prst="rect">
                <a:avLst/>
              </a:prstGeom>
              <a:noFill/>
            </p:spPr>
            <p:txBody>
              <a:bodyPr wrap="none" lIns="0" tIns="0" rIns="0" bIns="0" rtlCol="0">
                <a:spAutoFit/>
              </a:bodyPr>
              <a:lstStyle/>
              <a:p>
                <a:pPr algn="l"/>
                <a:r>
                  <a:rPr lang="en-US" sz="700" b="1"/>
                  <a:t>No</a:t>
                </a:r>
              </a:p>
            </p:txBody>
          </p:sp>
          <p:sp>
            <p:nvSpPr>
              <p:cNvPr id="53" name="TextBox 52">
                <a:extLst>
                  <a:ext uri="{FF2B5EF4-FFF2-40B4-BE49-F238E27FC236}">
                    <a16:creationId xmlns:a16="http://schemas.microsoft.com/office/drawing/2014/main" id="{9B980376-D782-2680-15BC-682742F0FD7C}"/>
                  </a:ext>
                </a:extLst>
              </p:cNvPr>
              <p:cNvSpPr txBox="1"/>
              <p:nvPr>
                <p:custDataLst>
                  <p:tags r:id="rId5"/>
                </p:custDataLst>
              </p:nvPr>
            </p:nvSpPr>
            <p:spPr>
              <a:xfrm>
                <a:off x="3303430" y="1583725"/>
                <a:ext cx="158698" cy="107722"/>
              </a:xfrm>
              <a:prstGeom prst="rect">
                <a:avLst/>
              </a:prstGeom>
              <a:noFill/>
            </p:spPr>
            <p:txBody>
              <a:bodyPr wrap="none" lIns="0" tIns="0" rIns="0" bIns="0" rtlCol="0">
                <a:spAutoFit/>
              </a:bodyPr>
              <a:lstStyle/>
              <a:p>
                <a:pPr algn="l"/>
                <a:r>
                  <a:rPr lang="en-US" sz="700" b="1"/>
                  <a:t>Yes</a:t>
                </a:r>
              </a:p>
            </p:txBody>
          </p:sp>
          <p:sp>
            <p:nvSpPr>
              <p:cNvPr id="57" name="Flowchart: Alternate Process 56">
                <a:extLst>
                  <a:ext uri="{FF2B5EF4-FFF2-40B4-BE49-F238E27FC236}">
                    <a16:creationId xmlns:a16="http://schemas.microsoft.com/office/drawing/2014/main" id="{20731A05-D130-7232-87BE-F0EBF64E6F39}"/>
                  </a:ext>
                </a:extLst>
              </p:cNvPr>
              <p:cNvSpPr/>
              <p:nvPr>
                <p:custDataLst>
                  <p:tags r:id="rId6"/>
                </p:custDataLst>
              </p:nvPr>
            </p:nvSpPr>
            <p:spPr>
              <a:xfrm>
                <a:off x="767621" y="1606909"/>
                <a:ext cx="1238672" cy="401877"/>
              </a:xfrm>
              <a:prstGeom prst="flowChartAlternateProcess">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nchorCtr="0"/>
              <a:lstStyle/>
              <a:p>
                <a:pPr algn="ctr"/>
                <a:r>
                  <a:rPr lang="en-US" sz="800">
                    <a:solidFill>
                      <a:schemeClr val="tx1"/>
                    </a:solidFill>
                  </a:rPr>
                  <a:t>Create/Save PO with reference to the PR</a:t>
                </a:r>
              </a:p>
            </p:txBody>
          </p:sp>
          <p:sp>
            <p:nvSpPr>
              <p:cNvPr id="58" name="Flowchart: Alternate Process 57">
                <a:extLst>
                  <a:ext uri="{FF2B5EF4-FFF2-40B4-BE49-F238E27FC236}">
                    <a16:creationId xmlns:a16="http://schemas.microsoft.com/office/drawing/2014/main" id="{6FC616A7-B10F-5620-07BF-ADD8EB053E3E}"/>
                  </a:ext>
                </a:extLst>
              </p:cNvPr>
              <p:cNvSpPr/>
              <p:nvPr/>
            </p:nvSpPr>
            <p:spPr>
              <a:xfrm>
                <a:off x="961809" y="2236606"/>
                <a:ext cx="849807" cy="502315"/>
              </a:xfrm>
              <a:prstGeom prst="flowChartAlternateProcess">
                <a:avLst/>
              </a:prstGeom>
              <a:solidFill>
                <a:schemeClr val="accent1"/>
              </a:solidFill>
              <a:ln w="28575">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nchorCtr="0"/>
              <a:lstStyle/>
              <a:p>
                <a:pPr algn="ctr"/>
                <a:r>
                  <a:rPr lang="de-DE" sz="800">
                    <a:solidFill>
                      <a:schemeClr val="tx1"/>
                    </a:solidFill>
                  </a:rPr>
                  <a:t>S</a:t>
                </a:r>
                <a:r>
                  <a:rPr lang="en-US" sz="800">
                    <a:solidFill>
                      <a:schemeClr val="tx1"/>
                    </a:solidFill>
                  </a:rPr>
                  <a:t>elect the Expert (if Required)</a:t>
                </a:r>
              </a:p>
            </p:txBody>
          </p:sp>
          <p:cxnSp>
            <p:nvCxnSpPr>
              <p:cNvPr id="94" name="Straight Arrow Connector 93">
                <a:extLst>
                  <a:ext uri="{FF2B5EF4-FFF2-40B4-BE49-F238E27FC236}">
                    <a16:creationId xmlns:a16="http://schemas.microsoft.com/office/drawing/2014/main" id="{35187F30-5701-F6AB-9898-F157A033C2C2}"/>
                  </a:ext>
                </a:extLst>
              </p:cNvPr>
              <p:cNvCxnSpPr>
                <a:cxnSpLocks/>
                <a:stCxn id="40" idx="2"/>
                <a:endCxn id="44" idx="0"/>
              </p:cNvCxnSpPr>
              <p:nvPr/>
            </p:nvCxnSpPr>
            <p:spPr>
              <a:xfrm flipH="1">
                <a:off x="3960756" y="3612098"/>
                <a:ext cx="1" cy="192090"/>
              </a:xfrm>
              <a:prstGeom prst="straightConnector1">
                <a:avLst/>
              </a:prstGeom>
              <a:ln w="25400">
                <a:solidFill>
                  <a:schemeClr val="tx1"/>
                </a:solidFill>
                <a:headEnd w="lg" len="lg"/>
                <a:tailEnd type="triangle"/>
              </a:ln>
            </p:spPr>
            <p:style>
              <a:lnRef idx="1">
                <a:schemeClr val="accent1"/>
              </a:lnRef>
              <a:fillRef idx="0">
                <a:schemeClr val="accent1"/>
              </a:fillRef>
              <a:effectRef idx="0">
                <a:schemeClr val="accent1"/>
              </a:effectRef>
              <a:fontRef idx="minor">
                <a:schemeClr val="tx1"/>
              </a:fontRef>
            </p:style>
          </p:cxnSp>
          <p:cxnSp>
            <p:nvCxnSpPr>
              <p:cNvPr id="97" name="Straight Arrow Connector 96">
                <a:extLst>
                  <a:ext uri="{FF2B5EF4-FFF2-40B4-BE49-F238E27FC236}">
                    <a16:creationId xmlns:a16="http://schemas.microsoft.com/office/drawing/2014/main" id="{F232848F-E48F-1F3B-FEF4-C2099B8137EC}"/>
                  </a:ext>
                </a:extLst>
              </p:cNvPr>
              <p:cNvCxnSpPr>
                <a:cxnSpLocks/>
                <a:stCxn id="44" idx="2"/>
                <a:endCxn id="45" idx="0"/>
              </p:cNvCxnSpPr>
              <p:nvPr/>
            </p:nvCxnSpPr>
            <p:spPr>
              <a:xfrm>
                <a:off x="3960756" y="4122222"/>
                <a:ext cx="0" cy="185987"/>
              </a:xfrm>
              <a:prstGeom prst="straightConnector1">
                <a:avLst/>
              </a:prstGeom>
              <a:ln w="25400">
                <a:solidFill>
                  <a:schemeClr val="tx1"/>
                </a:solidFill>
                <a:headEnd w="lg" len="lg"/>
                <a:tailEnd type="triangle"/>
              </a:ln>
            </p:spPr>
            <p:style>
              <a:lnRef idx="1">
                <a:schemeClr val="accent1"/>
              </a:lnRef>
              <a:fillRef idx="0">
                <a:schemeClr val="accent1"/>
              </a:fillRef>
              <a:effectRef idx="0">
                <a:schemeClr val="accent1"/>
              </a:effectRef>
              <a:fontRef idx="minor">
                <a:schemeClr val="tx1"/>
              </a:fontRef>
            </p:style>
          </p:cxnSp>
          <p:cxnSp>
            <p:nvCxnSpPr>
              <p:cNvPr id="100" name="Connector: Elbow 99">
                <a:extLst>
                  <a:ext uri="{FF2B5EF4-FFF2-40B4-BE49-F238E27FC236}">
                    <a16:creationId xmlns:a16="http://schemas.microsoft.com/office/drawing/2014/main" id="{E12505C2-0514-7F15-239F-332DE119AFC4}"/>
                  </a:ext>
                </a:extLst>
              </p:cNvPr>
              <p:cNvCxnSpPr>
                <a:cxnSpLocks/>
                <a:stCxn id="44" idx="3"/>
                <a:endCxn id="50" idx="2"/>
              </p:cNvCxnSpPr>
              <p:nvPr/>
            </p:nvCxnSpPr>
            <p:spPr>
              <a:xfrm flipV="1">
                <a:off x="4509693" y="3551984"/>
                <a:ext cx="804970" cy="411221"/>
              </a:xfrm>
              <a:prstGeom prst="bentConnector2">
                <a:avLst/>
              </a:prstGeom>
              <a:ln w="25400">
                <a:solidFill>
                  <a:schemeClr val="tx1"/>
                </a:solidFill>
                <a:headEnd w="lg" len="lg"/>
                <a:tailEnd type="triangle"/>
              </a:ln>
            </p:spPr>
            <p:style>
              <a:lnRef idx="1">
                <a:schemeClr val="accent1"/>
              </a:lnRef>
              <a:fillRef idx="0">
                <a:schemeClr val="accent1"/>
              </a:fillRef>
              <a:effectRef idx="0">
                <a:schemeClr val="accent1"/>
              </a:effectRef>
              <a:fontRef idx="minor">
                <a:schemeClr val="tx1"/>
              </a:fontRef>
            </p:style>
          </p:cxnSp>
          <p:cxnSp>
            <p:nvCxnSpPr>
              <p:cNvPr id="103" name="Connector: Elbow 102">
                <a:extLst>
                  <a:ext uri="{FF2B5EF4-FFF2-40B4-BE49-F238E27FC236}">
                    <a16:creationId xmlns:a16="http://schemas.microsoft.com/office/drawing/2014/main" id="{78EE47B3-316A-6594-5ABB-E7947F632EFE}"/>
                  </a:ext>
                </a:extLst>
              </p:cNvPr>
              <p:cNvCxnSpPr>
                <a:cxnSpLocks/>
                <a:stCxn id="45" idx="3"/>
                <a:endCxn id="50" idx="2"/>
              </p:cNvCxnSpPr>
              <p:nvPr/>
            </p:nvCxnSpPr>
            <p:spPr>
              <a:xfrm flipV="1">
                <a:off x="4599415" y="3551984"/>
                <a:ext cx="715248" cy="915242"/>
              </a:xfrm>
              <a:prstGeom prst="bentConnector2">
                <a:avLst/>
              </a:prstGeom>
              <a:ln w="25400">
                <a:solidFill>
                  <a:schemeClr val="tx1"/>
                </a:solidFill>
                <a:headEnd w="lg" len="lg"/>
                <a:tailEnd type="triangle"/>
              </a:ln>
            </p:spPr>
            <p:style>
              <a:lnRef idx="1">
                <a:schemeClr val="accent1"/>
              </a:lnRef>
              <a:fillRef idx="0">
                <a:schemeClr val="accent1"/>
              </a:fillRef>
              <a:effectRef idx="0">
                <a:schemeClr val="accent1"/>
              </a:effectRef>
              <a:fontRef idx="minor">
                <a:schemeClr val="tx1"/>
              </a:fontRef>
            </p:style>
          </p:cxnSp>
          <p:cxnSp>
            <p:nvCxnSpPr>
              <p:cNvPr id="108" name="Straight Arrow Connector 107">
                <a:extLst>
                  <a:ext uri="{FF2B5EF4-FFF2-40B4-BE49-F238E27FC236}">
                    <a16:creationId xmlns:a16="http://schemas.microsoft.com/office/drawing/2014/main" id="{8324CC18-B27B-8C69-0F91-C873B66BF42D}"/>
                  </a:ext>
                </a:extLst>
              </p:cNvPr>
              <p:cNvCxnSpPr>
                <a:cxnSpLocks/>
                <a:stCxn id="40" idx="3"/>
                <a:endCxn id="50" idx="1"/>
              </p:cNvCxnSpPr>
              <p:nvPr/>
            </p:nvCxnSpPr>
            <p:spPr>
              <a:xfrm>
                <a:off x="4428866" y="3367842"/>
                <a:ext cx="468109" cy="0"/>
              </a:xfrm>
              <a:prstGeom prst="straightConnector1">
                <a:avLst/>
              </a:prstGeom>
              <a:ln w="25400">
                <a:solidFill>
                  <a:schemeClr val="tx1"/>
                </a:solidFill>
                <a:headEnd w="lg" len="lg"/>
                <a:tailEnd type="triangle"/>
              </a:ln>
            </p:spPr>
            <p:style>
              <a:lnRef idx="1">
                <a:schemeClr val="accent1"/>
              </a:lnRef>
              <a:fillRef idx="0">
                <a:schemeClr val="accent1"/>
              </a:fillRef>
              <a:effectRef idx="0">
                <a:schemeClr val="accent1"/>
              </a:effectRef>
              <a:fontRef idx="minor">
                <a:schemeClr val="tx1"/>
              </a:fontRef>
            </p:style>
          </p:cxnSp>
          <p:cxnSp>
            <p:nvCxnSpPr>
              <p:cNvPr id="111" name="Straight Arrow Connector 110">
                <a:extLst>
                  <a:ext uri="{FF2B5EF4-FFF2-40B4-BE49-F238E27FC236}">
                    <a16:creationId xmlns:a16="http://schemas.microsoft.com/office/drawing/2014/main" id="{BCEFB6ED-9777-4301-A5E3-ACA2B177A69D}"/>
                  </a:ext>
                </a:extLst>
              </p:cNvPr>
              <p:cNvCxnSpPr>
                <a:cxnSpLocks/>
                <a:stCxn id="57" idx="2"/>
                <a:endCxn id="58" idx="0"/>
              </p:cNvCxnSpPr>
              <p:nvPr/>
            </p:nvCxnSpPr>
            <p:spPr>
              <a:xfrm flipH="1">
                <a:off x="1386713" y="2008786"/>
                <a:ext cx="244" cy="227820"/>
              </a:xfrm>
              <a:prstGeom prst="straightConnector1">
                <a:avLst/>
              </a:prstGeom>
              <a:ln w="25400">
                <a:solidFill>
                  <a:schemeClr val="tx1"/>
                </a:solidFill>
                <a:headEnd w="lg" len="lg"/>
                <a:tailEnd type="triangle"/>
              </a:ln>
            </p:spPr>
            <p:style>
              <a:lnRef idx="1">
                <a:schemeClr val="accent1"/>
              </a:lnRef>
              <a:fillRef idx="0">
                <a:schemeClr val="accent1"/>
              </a:fillRef>
              <a:effectRef idx="0">
                <a:schemeClr val="accent1"/>
              </a:effectRef>
              <a:fontRef idx="minor">
                <a:schemeClr val="tx1"/>
              </a:fontRef>
            </p:style>
          </p:cxnSp>
          <p:cxnSp>
            <p:nvCxnSpPr>
              <p:cNvPr id="117" name="Straight Arrow Connector 116">
                <a:extLst>
                  <a:ext uri="{FF2B5EF4-FFF2-40B4-BE49-F238E27FC236}">
                    <a16:creationId xmlns:a16="http://schemas.microsoft.com/office/drawing/2014/main" id="{F56A4AD4-9271-044D-50C8-F903831A8685}"/>
                  </a:ext>
                </a:extLst>
              </p:cNvPr>
              <p:cNvCxnSpPr>
                <a:cxnSpLocks/>
                <a:stCxn id="58" idx="3"/>
              </p:cNvCxnSpPr>
              <p:nvPr/>
            </p:nvCxnSpPr>
            <p:spPr>
              <a:xfrm flipV="1">
                <a:off x="1811616" y="2487763"/>
                <a:ext cx="92485" cy="1"/>
              </a:xfrm>
              <a:prstGeom prst="straightConnector1">
                <a:avLst/>
              </a:prstGeom>
              <a:ln w="25400">
                <a:solidFill>
                  <a:schemeClr val="tx1"/>
                </a:solidFill>
                <a:headEnd w="lg" len="lg"/>
                <a:tailEnd type="triangle"/>
              </a:ln>
            </p:spPr>
            <p:style>
              <a:lnRef idx="1">
                <a:schemeClr val="accent1"/>
              </a:lnRef>
              <a:fillRef idx="0">
                <a:schemeClr val="accent1"/>
              </a:fillRef>
              <a:effectRef idx="0">
                <a:schemeClr val="accent1"/>
              </a:effectRef>
              <a:fontRef idx="minor">
                <a:schemeClr val="tx1"/>
              </a:fontRef>
            </p:style>
          </p:cxnSp>
          <p:cxnSp>
            <p:nvCxnSpPr>
              <p:cNvPr id="121" name="Connector: Elbow 120">
                <a:extLst>
                  <a:ext uri="{FF2B5EF4-FFF2-40B4-BE49-F238E27FC236}">
                    <a16:creationId xmlns:a16="http://schemas.microsoft.com/office/drawing/2014/main" id="{A2640458-0026-09E2-E972-EF83206DDFB5}"/>
                  </a:ext>
                </a:extLst>
              </p:cNvPr>
              <p:cNvCxnSpPr>
                <a:cxnSpLocks/>
                <a:stCxn id="41" idx="0"/>
                <a:endCxn id="7" idx="1"/>
              </p:cNvCxnSpPr>
              <p:nvPr/>
            </p:nvCxnSpPr>
            <p:spPr>
              <a:xfrm rot="5400000" flipH="1" flipV="1">
                <a:off x="2433076" y="1939931"/>
                <a:ext cx="260596" cy="332755"/>
              </a:xfrm>
              <a:prstGeom prst="bentConnector2">
                <a:avLst/>
              </a:prstGeom>
              <a:ln w="25400">
                <a:solidFill>
                  <a:schemeClr val="tx1"/>
                </a:solidFill>
                <a:headEnd w="lg" len="lg"/>
                <a:tailEnd type="triangle"/>
              </a:ln>
            </p:spPr>
            <p:style>
              <a:lnRef idx="1">
                <a:schemeClr val="accent1"/>
              </a:lnRef>
              <a:fillRef idx="0">
                <a:schemeClr val="accent1"/>
              </a:fillRef>
              <a:effectRef idx="0">
                <a:schemeClr val="accent1"/>
              </a:effectRef>
              <a:fontRef idx="minor">
                <a:schemeClr val="tx1"/>
              </a:fontRef>
            </p:style>
          </p:cxnSp>
        </p:grpSp>
        <p:grpSp>
          <p:nvGrpSpPr>
            <p:cNvPr id="127" name="Group 126">
              <a:extLst>
                <a:ext uri="{FF2B5EF4-FFF2-40B4-BE49-F238E27FC236}">
                  <a16:creationId xmlns:a16="http://schemas.microsoft.com/office/drawing/2014/main" id="{B791D1D8-C595-2F2A-B18B-FF66BB83D2FD}"/>
                </a:ext>
              </a:extLst>
            </p:cNvPr>
            <p:cNvGrpSpPr/>
            <p:nvPr/>
          </p:nvGrpSpPr>
          <p:grpSpPr>
            <a:xfrm>
              <a:off x="4784190" y="5637179"/>
              <a:ext cx="1177746" cy="261240"/>
              <a:chOff x="4784190" y="5637179"/>
              <a:chExt cx="1177746" cy="261240"/>
            </a:xfrm>
          </p:grpSpPr>
          <p:sp>
            <p:nvSpPr>
              <p:cNvPr id="125" name="Rectangle: Rounded Corners 124">
                <a:extLst>
                  <a:ext uri="{FF2B5EF4-FFF2-40B4-BE49-F238E27FC236}">
                    <a16:creationId xmlns:a16="http://schemas.microsoft.com/office/drawing/2014/main" id="{1E54B5EC-E60D-39FF-72E6-DE63A9E0AE91}"/>
                  </a:ext>
                </a:extLst>
              </p:cNvPr>
              <p:cNvSpPr/>
              <p:nvPr/>
            </p:nvSpPr>
            <p:spPr>
              <a:xfrm>
                <a:off x="4784190" y="5637179"/>
                <a:ext cx="1177746" cy="261240"/>
              </a:xfrm>
              <a:prstGeom prst="roundRect">
                <a:avLst/>
              </a:prstGeom>
              <a:noFill/>
              <a:ln w="285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nchorCtr="0"/>
              <a:lstStyle/>
              <a:p>
                <a:r>
                  <a:rPr lang="en-US" sz="1050" b="1">
                    <a:solidFill>
                      <a:schemeClr val="tx1"/>
                    </a:solidFill>
                  </a:rPr>
                  <a:t>SAP BTP</a:t>
                </a:r>
              </a:p>
            </p:txBody>
          </p:sp>
          <p:sp>
            <p:nvSpPr>
              <p:cNvPr id="126" name="Rectangle: Rounded Corners 125">
                <a:extLst>
                  <a:ext uri="{FF2B5EF4-FFF2-40B4-BE49-F238E27FC236}">
                    <a16:creationId xmlns:a16="http://schemas.microsoft.com/office/drawing/2014/main" id="{30125850-6A92-1CA2-1A66-A024C57044EF}"/>
                  </a:ext>
                </a:extLst>
              </p:cNvPr>
              <p:cNvSpPr/>
              <p:nvPr/>
            </p:nvSpPr>
            <p:spPr>
              <a:xfrm>
                <a:off x="5558635" y="5693697"/>
                <a:ext cx="217050" cy="148503"/>
              </a:xfrm>
              <a:prstGeom prst="roundRect">
                <a:avLst/>
              </a:prstGeom>
              <a:solidFill>
                <a:schemeClr val="accent1"/>
              </a:solidFill>
              <a:ln w="28575">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nchorCtr="0"/>
              <a:lstStyle/>
              <a:p>
                <a:pPr algn="ctr"/>
                <a:endParaRPr lang="en-US" sz="1000" b="1">
                  <a:solidFill>
                    <a:schemeClr val="tx1"/>
                  </a:solidFill>
                </a:endParaRPr>
              </a:p>
            </p:txBody>
          </p:sp>
        </p:grpSp>
      </p:grpSp>
      <p:sp>
        <p:nvSpPr>
          <p:cNvPr id="8" name="Fußzeilenplatzhalter 2">
            <a:extLst>
              <a:ext uri="{FF2B5EF4-FFF2-40B4-BE49-F238E27FC236}">
                <a16:creationId xmlns:a16="http://schemas.microsoft.com/office/drawing/2014/main" id="{86FA2340-AF00-EBF5-AB73-53762BD1CA64}"/>
              </a:ext>
            </a:extLst>
          </p:cNvPr>
          <p:cNvSpPr>
            <a:spLocks noGrp="1"/>
          </p:cNvSpPr>
          <p:nvPr>
            <p:ph type="ftr" sz="quarter" idx="10"/>
          </p:nvPr>
        </p:nvSpPr>
        <p:spPr>
          <a:xfrm>
            <a:off x="1059160" y="6310800"/>
            <a:ext cx="9216000" cy="547200"/>
          </a:xfrm>
        </p:spPr>
        <p:txBody>
          <a:bodyPr/>
          <a:lstStyle/>
          <a:p>
            <a:pPr>
              <a:lnSpc>
                <a:spcPct val="100000"/>
              </a:lnSpc>
            </a:pPr>
            <a:r>
              <a:rPr lang="en-US"/>
              <a:t>Internal | © Siemens 2025 | SHERPA X I MM081 Procurement via Direct X</a:t>
            </a:r>
          </a:p>
        </p:txBody>
      </p:sp>
    </p:spTree>
    <p:extLst>
      <p:ext uri="{BB962C8B-B14F-4D97-AF65-F5344CB8AC3E}">
        <p14:creationId xmlns:p14="http://schemas.microsoft.com/office/powerpoint/2010/main" val="418965165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D62CF0-BED2-8218-268D-3614BEF4369C}"/>
              </a:ext>
            </a:extLst>
          </p:cNvPr>
          <p:cNvSpPr>
            <a:spLocks noGrp="1"/>
          </p:cNvSpPr>
          <p:nvPr>
            <p:ph type="title"/>
          </p:nvPr>
        </p:nvSpPr>
        <p:spPr/>
        <p:txBody>
          <a:bodyPr/>
          <a:lstStyle/>
          <a:p>
            <a:r>
              <a:rPr lang="en-US">
                <a:solidFill>
                  <a:srgbClr val="00646E"/>
                </a:solidFill>
              </a:rPr>
              <a:t>Purchase Order Document types</a:t>
            </a:r>
          </a:p>
        </p:txBody>
      </p:sp>
      <p:sp>
        <p:nvSpPr>
          <p:cNvPr id="4" name="Slide Number Placeholder 3">
            <a:extLst>
              <a:ext uri="{FF2B5EF4-FFF2-40B4-BE49-F238E27FC236}">
                <a16:creationId xmlns:a16="http://schemas.microsoft.com/office/drawing/2014/main" id="{C89E5A82-41DB-BE15-72AA-4405874128E8}"/>
              </a:ext>
            </a:extLst>
          </p:cNvPr>
          <p:cNvSpPr>
            <a:spLocks noGrp="1"/>
          </p:cNvSpPr>
          <p:nvPr>
            <p:ph type="sldNum" sz="quarter" idx="11"/>
          </p:nvPr>
        </p:nvSpPr>
        <p:spPr/>
        <p:txBody>
          <a:bodyPr/>
          <a:lstStyle/>
          <a:p>
            <a:r>
              <a:rPr lang="en-US"/>
              <a:t>Page </a:t>
            </a:r>
            <a:fld id="{15EBE321-CBB1-4E91-BD14-37C8D44326FB}" type="slidenum">
              <a:rPr lang="en-US" smtClean="0"/>
              <a:pPr/>
              <a:t>33</a:t>
            </a:fld>
            <a:endParaRPr lang="en-US"/>
          </a:p>
        </p:txBody>
      </p:sp>
      <p:graphicFrame>
        <p:nvGraphicFramePr>
          <p:cNvPr id="5" name="Table 4">
            <a:extLst>
              <a:ext uri="{FF2B5EF4-FFF2-40B4-BE49-F238E27FC236}">
                <a16:creationId xmlns:a16="http://schemas.microsoft.com/office/drawing/2014/main" id="{39A8CD78-ED18-E666-FAA1-C90EF1D13F90}"/>
              </a:ext>
            </a:extLst>
          </p:cNvPr>
          <p:cNvGraphicFramePr>
            <a:graphicFrameLocks noGrp="1"/>
          </p:cNvGraphicFramePr>
          <p:nvPr>
            <p:extLst>
              <p:ext uri="{D42A27DB-BD31-4B8C-83A1-F6EECF244321}">
                <p14:modId xmlns:p14="http://schemas.microsoft.com/office/powerpoint/2010/main" val="3717535056"/>
              </p:ext>
            </p:extLst>
          </p:nvPr>
        </p:nvGraphicFramePr>
        <p:xfrm>
          <a:off x="410400" y="3357833"/>
          <a:ext cx="10229025" cy="1620520"/>
        </p:xfrm>
        <a:graphic>
          <a:graphicData uri="http://schemas.openxmlformats.org/drawingml/2006/table">
            <a:tbl>
              <a:tblPr firstRow="1" bandRow="1">
                <a:tableStyleId>{00A15C55-8517-42AA-B614-E9B94910E393}</a:tableStyleId>
              </a:tblPr>
              <a:tblGrid>
                <a:gridCol w="1713675">
                  <a:extLst>
                    <a:ext uri="{9D8B030D-6E8A-4147-A177-3AD203B41FA5}">
                      <a16:colId xmlns:a16="http://schemas.microsoft.com/office/drawing/2014/main" val="1084086287"/>
                    </a:ext>
                  </a:extLst>
                </a:gridCol>
                <a:gridCol w="3971925">
                  <a:extLst>
                    <a:ext uri="{9D8B030D-6E8A-4147-A177-3AD203B41FA5}">
                      <a16:colId xmlns:a16="http://schemas.microsoft.com/office/drawing/2014/main" val="740147365"/>
                    </a:ext>
                  </a:extLst>
                </a:gridCol>
                <a:gridCol w="4543425">
                  <a:extLst>
                    <a:ext uri="{9D8B030D-6E8A-4147-A177-3AD203B41FA5}">
                      <a16:colId xmlns:a16="http://schemas.microsoft.com/office/drawing/2014/main" val="771919374"/>
                    </a:ext>
                  </a:extLst>
                </a:gridCol>
              </a:tblGrid>
              <a:tr h="370840">
                <a:tc>
                  <a:txBody>
                    <a:bodyPr/>
                    <a:lstStyle/>
                    <a:p>
                      <a:endParaRPr lang="en-US" sz="1400" noProof="0">
                        <a:latin typeface="+mn-lt"/>
                      </a:endParaRPr>
                    </a:p>
                  </a:txBody>
                  <a:tcPr/>
                </a:tc>
                <a:tc>
                  <a:txBody>
                    <a:bodyPr/>
                    <a:lstStyle/>
                    <a:p>
                      <a:r>
                        <a:rPr lang="en-US" sz="1400" noProof="0">
                          <a:latin typeface="+mn-lt"/>
                        </a:rPr>
                        <a:t>YDNB – Direct PO</a:t>
                      </a:r>
                    </a:p>
                  </a:txBody>
                  <a:tcPr/>
                </a:tc>
                <a:tc>
                  <a:txBody>
                    <a:bodyPr/>
                    <a:lstStyle/>
                    <a:p>
                      <a:r>
                        <a:rPr lang="de-DE" sz="1400" noProof="0">
                          <a:latin typeface="+mn-lt"/>
                        </a:rPr>
                        <a:t>YDFO – Framework PO</a:t>
                      </a:r>
                      <a:endParaRPr lang="en-US" sz="1400" noProof="0">
                        <a:latin typeface="+mn-lt"/>
                      </a:endParaRPr>
                    </a:p>
                  </a:txBody>
                  <a:tcPr/>
                </a:tc>
                <a:extLst>
                  <a:ext uri="{0D108BD9-81ED-4DB2-BD59-A6C34878D82A}">
                    <a16:rowId xmlns:a16="http://schemas.microsoft.com/office/drawing/2014/main" val="689188101"/>
                  </a:ext>
                </a:extLst>
              </a:tr>
              <a:tr h="370840">
                <a:tc>
                  <a:txBody>
                    <a:bodyPr/>
                    <a:lstStyle/>
                    <a:p>
                      <a:r>
                        <a:rPr lang="en-US" sz="1400" noProof="0">
                          <a:latin typeface="+mn-lt"/>
                        </a:rPr>
                        <a:t>Usage</a:t>
                      </a:r>
                    </a:p>
                  </a:txBody>
                  <a:tcPr/>
                </a:tc>
                <a:tc>
                  <a:txBody>
                    <a:bodyPr/>
                    <a:lstStyle/>
                    <a:p>
                      <a:r>
                        <a:rPr lang="en-US" sz="1400" b="0" i="0">
                          <a:solidFill>
                            <a:schemeClr val="tx1"/>
                          </a:solidFill>
                          <a:effectLst/>
                          <a:latin typeface="+mn-lt"/>
                        </a:rPr>
                        <a:t>Used for the normal service  which could be ordered by a certain quantity and a price per each UOM in a certain delivery date.</a:t>
                      </a:r>
                      <a:endParaRPr lang="en-US" sz="1400" noProof="0">
                        <a:solidFill>
                          <a:schemeClr val="tx1"/>
                        </a:solidFill>
                        <a:latin typeface="+mn-lt"/>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b="0" i="0" kern="1200">
                          <a:solidFill>
                            <a:schemeClr val="tx1"/>
                          </a:solidFill>
                          <a:effectLst/>
                          <a:latin typeface="+mn-lt"/>
                          <a:ea typeface="+mn-ea"/>
                          <a:cs typeface="+mn-cs"/>
                        </a:rPr>
                        <a:t>Used for a long delivery period and the Start and End dates have to be inserted</a:t>
                      </a:r>
                      <a:endParaRPr lang="en-US" sz="1400" b="0" i="0" strike="sngStrike" kern="1200" baseline="0">
                        <a:solidFill>
                          <a:schemeClr val="tx1"/>
                        </a:solidFill>
                        <a:effectLst/>
                        <a:latin typeface="+mn-lt"/>
                        <a:ea typeface="+mn-ea"/>
                        <a:cs typeface="+mn-cs"/>
                      </a:endParaRPr>
                    </a:p>
                  </a:txBody>
                  <a:tcPr/>
                </a:tc>
                <a:extLst>
                  <a:ext uri="{0D108BD9-81ED-4DB2-BD59-A6C34878D82A}">
                    <a16:rowId xmlns:a16="http://schemas.microsoft.com/office/drawing/2014/main" val="2614289456"/>
                  </a:ext>
                </a:extLst>
              </a:tr>
              <a:tr h="370840">
                <a:tc>
                  <a:txBody>
                    <a:bodyPr/>
                    <a:lstStyle/>
                    <a:p>
                      <a:r>
                        <a:rPr lang="en-US" sz="1400" noProof="0">
                          <a:latin typeface="+mn-lt"/>
                        </a:rPr>
                        <a:t>Item Category</a:t>
                      </a:r>
                    </a:p>
                  </a:txBody>
                  <a:tcPr/>
                </a:tc>
                <a:tc>
                  <a:txBody>
                    <a:bodyPr/>
                    <a:lstStyle/>
                    <a:p>
                      <a:pPr marL="285750" indent="-285750">
                        <a:buFont typeface="Arial" panose="020B0604020202020204" pitchFamily="34" charset="0"/>
                        <a:buChar char="•"/>
                      </a:pPr>
                      <a:r>
                        <a:rPr lang="de-DE" sz="1400" noProof="0">
                          <a:latin typeface="+mn-lt"/>
                        </a:rPr>
                        <a:t>Standard</a:t>
                      </a:r>
                      <a:endParaRPr lang="en-US" sz="1400" noProof="0">
                        <a:latin typeface="+mn-lt"/>
                      </a:endParaRPr>
                    </a:p>
                  </a:txBody>
                  <a:tcPr/>
                </a:tc>
                <a:tc>
                  <a:txBody>
                    <a:bodyPr/>
                    <a:lstStyle/>
                    <a:p>
                      <a:pPr marL="285750" indent="-285750">
                        <a:buFont typeface="Arial" panose="020B0604020202020204" pitchFamily="34" charset="0"/>
                        <a:buChar char="•"/>
                      </a:pPr>
                      <a:r>
                        <a:rPr lang="de-DE" sz="1400" noProof="0">
                          <a:latin typeface="+mn-lt"/>
                        </a:rPr>
                        <a:t>Standard</a:t>
                      </a:r>
                      <a:r>
                        <a:rPr lang="cs-CZ" sz="1400" noProof="0">
                          <a:latin typeface="+mn-lt"/>
                        </a:rPr>
                        <a:t> (one invoice is awaited)</a:t>
                      </a:r>
                      <a:endParaRPr lang="de-DE" sz="1400" noProof="0">
                        <a:latin typeface="+mn-lt"/>
                      </a:endParaRPr>
                    </a:p>
                    <a:p>
                      <a:pPr marL="285750" indent="-285750">
                        <a:buFont typeface="Arial" panose="020B0604020202020204" pitchFamily="34" charset="0"/>
                        <a:buChar char="•"/>
                      </a:pPr>
                      <a:r>
                        <a:rPr lang="de-DE" sz="1400" noProof="0">
                          <a:latin typeface="+mn-lt"/>
                        </a:rPr>
                        <a:t>B – Limit</a:t>
                      </a:r>
                      <a:r>
                        <a:rPr lang="cs-CZ" sz="1400" noProof="0">
                          <a:latin typeface="+mn-lt"/>
                        </a:rPr>
                        <a:t> (more invoices are awaited)</a:t>
                      </a:r>
                      <a:endParaRPr lang="en-US" sz="1400" noProof="0">
                        <a:latin typeface="+mn-lt"/>
                      </a:endParaRPr>
                    </a:p>
                  </a:txBody>
                  <a:tcPr/>
                </a:tc>
                <a:extLst>
                  <a:ext uri="{0D108BD9-81ED-4DB2-BD59-A6C34878D82A}">
                    <a16:rowId xmlns:a16="http://schemas.microsoft.com/office/drawing/2014/main" val="1051111313"/>
                  </a:ext>
                </a:extLst>
              </a:tr>
            </a:tbl>
          </a:graphicData>
        </a:graphic>
      </p:graphicFrame>
      <p:sp>
        <p:nvSpPr>
          <p:cNvPr id="6" name="Rechteck 4">
            <a:extLst>
              <a:ext uri="{FF2B5EF4-FFF2-40B4-BE49-F238E27FC236}">
                <a16:creationId xmlns:a16="http://schemas.microsoft.com/office/drawing/2014/main" id="{13C57FF6-BC96-0019-4F37-404C298148E4}"/>
              </a:ext>
            </a:extLst>
          </p:cNvPr>
          <p:cNvSpPr/>
          <p:nvPr/>
        </p:nvSpPr>
        <p:spPr>
          <a:xfrm>
            <a:off x="410400" y="1452292"/>
            <a:ext cx="10980559" cy="200891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r>
              <a:rPr lang="de-DE" b="1">
                <a:solidFill>
                  <a:schemeClr val="tx1"/>
                </a:solidFill>
              </a:rPr>
              <a:t>Relevant P</a:t>
            </a:r>
            <a:r>
              <a:rPr lang="cs-CZ" b="1">
                <a:solidFill>
                  <a:schemeClr val="tx1"/>
                </a:solidFill>
              </a:rPr>
              <a:t>O</a:t>
            </a:r>
            <a:r>
              <a:rPr lang="de-DE" b="1">
                <a:solidFill>
                  <a:schemeClr val="tx1"/>
                </a:solidFill>
              </a:rPr>
              <a:t> </a:t>
            </a:r>
            <a:r>
              <a:rPr lang="de-DE" b="1" err="1">
                <a:solidFill>
                  <a:schemeClr val="tx1"/>
                </a:solidFill>
              </a:rPr>
              <a:t>types</a:t>
            </a:r>
            <a:r>
              <a:rPr lang="de-DE" b="1">
                <a:solidFill>
                  <a:schemeClr val="tx1"/>
                </a:solidFill>
              </a:rPr>
              <a:t> in </a:t>
            </a:r>
            <a:r>
              <a:rPr lang="de-DE" b="1" err="1">
                <a:solidFill>
                  <a:schemeClr val="tx1"/>
                </a:solidFill>
              </a:rPr>
              <a:t>Direct</a:t>
            </a:r>
            <a:r>
              <a:rPr lang="de-DE" b="1">
                <a:solidFill>
                  <a:schemeClr val="tx1"/>
                </a:solidFill>
              </a:rPr>
              <a:t> X:</a:t>
            </a:r>
            <a:endParaRPr lang="cs-CZ" b="1">
              <a:solidFill>
                <a:schemeClr val="tx1"/>
              </a:solidFill>
            </a:endParaRPr>
          </a:p>
          <a:p>
            <a:pPr marL="285750" indent="-285750">
              <a:buFont typeface="Arial" panose="020B0604020202020204" pitchFamily="34" charset="0"/>
              <a:buChar char="•"/>
            </a:pPr>
            <a:r>
              <a:rPr lang="en-US">
                <a:solidFill>
                  <a:schemeClr val="tx1"/>
                </a:solidFill>
              </a:rPr>
              <a:t>YDNB – Direct purchase order</a:t>
            </a:r>
          </a:p>
          <a:p>
            <a:pPr marL="285750" indent="-285750">
              <a:buFont typeface="Arial" panose="020B0604020202020204" pitchFamily="34" charset="0"/>
              <a:buChar char="•"/>
            </a:pPr>
            <a:r>
              <a:rPr lang="en-US">
                <a:solidFill>
                  <a:schemeClr val="tx1"/>
                </a:solidFill>
              </a:rPr>
              <a:t>YDFO – Framework purchase order</a:t>
            </a:r>
          </a:p>
        </p:txBody>
      </p:sp>
      <p:sp>
        <p:nvSpPr>
          <p:cNvPr id="8" name="Fußzeilenplatzhalter 2">
            <a:extLst>
              <a:ext uri="{FF2B5EF4-FFF2-40B4-BE49-F238E27FC236}">
                <a16:creationId xmlns:a16="http://schemas.microsoft.com/office/drawing/2014/main" id="{92D6074C-BD00-4FB2-F515-A8C1E448083B}"/>
              </a:ext>
            </a:extLst>
          </p:cNvPr>
          <p:cNvSpPr>
            <a:spLocks noGrp="1"/>
          </p:cNvSpPr>
          <p:nvPr>
            <p:ph type="ftr" sz="quarter" idx="10"/>
          </p:nvPr>
        </p:nvSpPr>
        <p:spPr>
          <a:xfrm>
            <a:off x="1059160" y="6310800"/>
            <a:ext cx="9216000" cy="547200"/>
          </a:xfrm>
        </p:spPr>
        <p:txBody>
          <a:bodyPr/>
          <a:lstStyle/>
          <a:p>
            <a:pPr>
              <a:lnSpc>
                <a:spcPct val="100000"/>
              </a:lnSpc>
            </a:pPr>
            <a:r>
              <a:rPr lang="en-US"/>
              <a:t>Internal | © Siemens 2025 | SHERPA X I MM081 Procurement via Direct X</a:t>
            </a:r>
          </a:p>
        </p:txBody>
      </p:sp>
    </p:spTree>
    <p:extLst>
      <p:ext uri="{BB962C8B-B14F-4D97-AF65-F5344CB8AC3E}">
        <p14:creationId xmlns:p14="http://schemas.microsoft.com/office/powerpoint/2010/main" val="56494197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1B5B8A-4953-4FA7-0FDF-98009797B8C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14F7CC5-3FFA-1797-C4D5-5830EEEA6243}"/>
              </a:ext>
            </a:extLst>
          </p:cNvPr>
          <p:cNvSpPr>
            <a:spLocks noGrp="1"/>
          </p:cNvSpPr>
          <p:nvPr>
            <p:ph type="title"/>
          </p:nvPr>
        </p:nvSpPr>
        <p:spPr/>
        <p:txBody>
          <a:bodyPr/>
          <a:lstStyle/>
          <a:p>
            <a:r>
              <a:rPr lang="en-US">
                <a:solidFill>
                  <a:srgbClr val="00646E"/>
                </a:solidFill>
              </a:rPr>
              <a:t>Purchase Order Item Category</a:t>
            </a:r>
          </a:p>
        </p:txBody>
      </p:sp>
      <p:sp>
        <p:nvSpPr>
          <p:cNvPr id="4" name="Slide Number Placeholder 3">
            <a:extLst>
              <a:ext uri="{FF2B5EF4-FFF2-40B4-BE49-F238E27FC236}">
                <a16:creationId xmlns:a16="http://schemas.microsoft.com/office/drawing/2014/main" id="{357BE803-E195-FE68-08DB-547C8DF0361E}"/>
              </a:ext>
            </a:extLst>
          </p:cNvPr>
          <p:cNvSpPr>
            <a:spLocks noGrp="1"/>
          </p:cNvSpPr>
          <p:nvPr>
            <p:ph type="sldNum" sz="quarter" idx="11"/>
          </p:nvPr>
        </p:nvSpPr>
        <p:spPr/>
        <p:txBody>
          <a:bodyPr/>
          <a:lstStyle/>
          <a:p>
            <a:r>
              <a:rPr lang="en-US"/>
              <a:t>Page </a:t>
            </a:r>
            <a:fld id="{15EBE321-CBB1-4E91-BD14-37C8D44326FB}" type="slidenum">
              <a:rPr lang="en-US" smtClean="0"/>
              <a:pPr/>
              <a:t>34</a:t>
            </a:fld>
            <a:endParaRPr lang="en-US"/>
          </a:p>
        </p:txBody>
      </p:sp>
      <p:graphicFrame>
        <p:nvGraphicFramePr>
          <p:cNvPr id="5" name="Table 4">
            <a:extLst>
              <a:ext uri="{FF2B5EF4-FFF2-40B4-BE49-F238E27FC236}">
                <a16:creationId xmlns:a16="http://schemas.microsoft.com/office/drawing/2014/main" id="{98AFF06A-BD62-5C56-159A-80AB94FC025D}"/>
              </a:ext>
            </a:extLst>
          </p:cNvPr>
          <p:cNvGraphicFramePr>
            <a:graphicFrameLocks noGrp="1"/>
          </p:cNvGraphicFramePr>
          <p:nvPr>
            <p:extLst>
              <p:ext uri="{D42A27DB-BD31-4B8C-83A1-F6EECF244321}">
                <p14:modId xmlns:p14="http://schemas.microsoft.com/office/powerpoint/2010/main" val="404250524"/>
              </p:ext>
            </p:extLst>
          </p:nvPr>
        </p:nvGraphicFramePr>
        <p:xfrm>
          <a:off x="410400" y="1467920"/>
          <a:ext cx="10229025" cy="2656840"/>
        </p:xfrm>
        <a:graphic>
          <a:graphicData uri="http://schemas.openxmlformats.org/drawingml/2006/table">
            <a:tbl>
              <a:tblPr firstRow="1" bandRow="1">
                <a:tableStyleId>{00A15C55-8517-42AA-B614-E9B94910E393}</a:tableStyleId>
              </a:tblPr>
              <a:tblGrid>
                <a:gridCol w="1713675">
                  <a:extLst>
                    <a:ext uri="{9D8B030D-6E8A-4147-A177-3AD203B41FA5}">
                      <a16:colId xmlns:a16="http://schemas.microsoft.com/office/drawing/2014/main" val="1084086287"/>
                    </a:ext>
                  </a:extLst>
                </a:gridCol>
                <a:gridCol w="3971925">
                  <a:extLst>
                    <a:ext uri="{9D8B030D-6E8A-4147-A177-3AD203B41FA5}">
                      <a16:colId xmlns:a16="http://schemas.microsoft.com/office/drawing/2014/main" val="740147365"/>
                    </a:ext>
                  </a:extLst>
                </a:gridCol>
                <a:gridCol w="4543425">
                  <a:extLst>
                    <a:ext uri="{9D8B030D-6E8A-4147-A177-3AD203B41FA5}">
                      <a16:colId xmlns:a16="http://schemas.microsoft.com/office/drawing/2014/main" val="771919374"/>
                    </a:ext>
                  </a:extLst>
                </a:gridCol>
              </a:tblGrid>
              <a:tr h="370840">
                <a:tc>
                  <a:txBody>
                    <a:bodyPr/>
                    <a:lstStyle/>
                    <a:p>
                      <a:endParaRPr lang="en-US" sz="1400" noProof="0">
                        <a:latin typeface="+mn-lt"/>
                      </a:endParaRPr>
                    </a:p>
                  </a:txBody>
                  <a:tcPr/>
                </a:tc>
                <a:tc>
                  <a:txBody>
                    <a:bodyPr/>
                    <a:lstStyle/>
                    <a:p>
                      <a:r>
                        <a:rPr lang="en-US" sz="1400" noProof="0">
                          <a:latin typeface="+mn-lt"/>
                        </a:rPr>
                        <a:t>Standard</a:t>
                      </a:r>
                      <a:r>
                        <a:rPr lang="cs-CZ" sz="1400" noProof="0">
                          <a:latin typeface="+mn-lt"/>
                        </a:rPr>
                        <a:t> (FO / NB PR Type)</a:t>
                      </a:r>
                      <a:endParaRPr lang="en-US" sz="1400" noProof="0">
                        <a:latin typeface="+mn-lt"/>
                      </a:endParaRPr>
                    </a:p>
                  </a:txBody>
                  <a:tcPr/>
                </a:tc>
                <a:tc>
                  <a:txBody>
                    <a:bodyPr/>
                    <a:lstStyle/>
                    <a:p>
                      <a:pPr rtl="0" eaLnBrk="1" latinLnBrk="0" hangingPunct="1"/>
                      <a:r>
                        <a:rPr lang="de-DE" sz="1800" b="1" kern="1200">
                          <a:solidFill>
                            <a:schemeClr val="lt1"/>
                          </a:solidFill>
                          <a:effectLst/>
                          <a:latin typeface="+mn-lt"/>
                          <a:ea typeface="+mn-ea"/>
                          <a:cs typeface="+mn-cs"/>
                        </a:rPr>
                        <a:t>B – Limit</a:t>
                      </a:r>
                      <a:r>
                        <a:rPr lang="cs-CZ" sz="1800" b="1" kern="1200">
                          <a:solidFill>
                            <a:schemeClr val="lt1"/>
                          </a:solidFill>
                          <a:effectLst/>
                          <a:latin typeface="+mn-lt"/>
                          <a:ea typeface="+mn-ea"/>
                          <a:cs typeface="+mn-cs"/>
                        </a:rPr>
                        <a:t> (FO Type)</a:t>
                      </a:r>
                      <a:endParaRPr lang="de-DE" sz="1400">
                        <a:effectLst/>
                      </a:endParaRPr>
                    </a:p>
                  </a:txBody>
                  <a:tcPr/>
                </a:tc>
                <a:extLst>
                  <a:ext uri="{0D108BD9-81ED-4DB2-BD59-A6C34878D82A}">
                    <a16:rowId xmlns:a16="http://schemas.microsoft.com/office/drawing/2014/main" val="689188101"/>
                  </a:ext>
                </a:extLst>
              </a:tr>
              <a:tr h="370840">
                <a:tc>
                  <a:txBody>
                    <a:bodyPr/>
                    <a:lstStyle/>
                    <a:p>
                      <a:r>
                        <a:rPr lang="de-DE" sz="1400" noProof="0">
                          <a:latin typeface="+mn-lt"/>
                        </a:rPr>
                        <a:t>Account</a:t>
                      </a:r>
                      <a:r>
                        <a:rPr lang="en-US" sz="1400" noProof="0">
                          <a:latin typeface="+mn-lt"/>
                        </a:rPr>
                        <a:t> Assignment</a:t>
                      </a:r>
                    </a:p>
                  </a:txBody>
                  <a:tcPr/>
                </a:tc>
                <a:tc>
                  <a:txBody>
                    <a:bodyPr/>
                    <a:lstStyle/>
                    <a:p>
                      <a:pPr marL="285750" lvl="1" indent="-285750" algn="l" defTabSz="914400" rtl="0" eaLnBrk="1" latinLnBrk="0" hangingPunct="1">
                        <a:buFont typeface="Arial" panose="020B0604020202020204" pitchFamily="34" charset="0"/>
                        <a:buChar char="•"/>
                      </a:pPr>
                      <a:r>
                        <a:rPr lang="en-US" sz="1400" kern="1200">
                          <a:solidFill>
                            <a:schemeClr val="dk1"/>
                          </a:solidFill>
                          <a:latin typeface="+mn-lt"/>
                          <a:ea typeface="+mn-ea"/>
                          <a:cs typeface="+mn-cs"/>
                        </a:rPr>
                        <a:t>4 – C</a:t>
                      </a:r>
                      <a:r>
                        <a:rPr lang="cs-CZ" sz="1400" kern="1200">
                          <a:solidFill>
                            <a:schemeClr val="dk1"/>
                          </a:solidFill>
                          <a:latin typeface="+mn-lt"/>
                          <a:ea typeface="+mn-ea"/>
                          <a:cs typeface="+mn-cs"/>
                        </a:rPr>
                        <a:t>ost </a:t>
                      </a:r>
                      <a:r>
                        <a:rPr lang="en-US" sz="1400" kern="1200">
                          <a:solidFill>
                            <a:schemeClr val="dk1"/>
                          </a:solidFill>
                          <a:latin typeface="+mn-lt"/>
                          <a:ea typeface="+mn-ea"/>
                          <a:cs typeface="+mn-cs"/>
                        </a:rPr>
                        <a:t>center without GR</a:t>
                      </a:r>
                    </a:p>
                    <a:p>
                      <a:pPr marL="285750" lvl="1" indent="-285750" algn="l" defTabSz="914400" rtl="0" eaLnBrk="1" latinLnBrk="0" hangingPunct="1">
                        <a:buFont typeface="Arial" panose="020B0604020202020204" pitchFamily="34" charset="0"/>
                        <a:buChar char="•"/>
                      </a:pPr>
                      <a:r>
                        <a:rPr lang="en-US" sz="1400" kern="1200">
                          <a:solidFill>
                            <a:schemeClr val="dk1"/>
                          </a:solidFill>
                          <a:latin typeface="+mn-lt"/>
                          <a:ea typeface="+mn-ea"/>
                          <a:cs typeface="+mn-cs"/>
                        </a:rPr>
                        <a:t>5 – Project without GR</a:t>
                      </a:r>
                    </a:p>
                    <a:p>
                      <a:pPr marL="285750" lvl="1" indent="-285750" algn="l" defTabSz="914400" rtl="0" eaLnBrk="1" latinLnBrk="0" hangingPunct="1">
                        <a:buFont typeface="Arial" panose="020B0604020202020204" pitchFamily="34" charset="0"/>
                        <a:buChar char="•"/>
                      </a:pPr>
                      <a:r>
                        <a:rPr lang="en-US" sz="1400" kern="1200">
                          <a:solidFill>
                            <a:schemeClr val="dk1"/>
                          </a:solidFill>
                          <a:latin typeface="+mn-lt"/>
                          <a:ea typeface="+mn-ea"/>
                          <a:cs typeface="+mn-cs"/>
                        </a:rPr>
                        <a:t>A – Asset</a:t>
                      </a:r>
                    </a:p>
                  </a:txBody>
                  <a:tcPr/>
                </a:tc>
                <a:tc>
                  <a:txBody>
                    <a:bodyPr/>
                    <a:lstStyle/>
                    <a:p>
                      <a:pPr marL="285750" lvl="1" indent="-285750" algn="l" defTabSz="914400" rtl="0" eaLnBrk="1" latinLnBrk="0" hangingPunct="1">
                        <a:buFont typeface="Arial" panose="020B0604020202020204" pitchFamily="34" charset="0"/>
                        <a:buChar char="•"/>
                      </a:pPr>
                      <a:r>
                        <a:rPr lang="en-US" sz="1400" kern="1200">
                          <a:solidFill>
                            <a:schemeClr val="dk1"/>
                          </a:solidFill>
                          <a:latin typeface="+mn-lt"/>
                          <a:ea typeface="+mn-ea"/>
                          <a:cs typeface="+mn-cs"/>
                        </a:rPr>
                        <a:t>4 – C</a:t>
                      </a:r>
                      <a:r>
                        <a:rPr lang="cs-CZ" sz="1400" kern="1200">
                          <a:solidFill>
                            <a:schemeClr val="dk1"/>
                          </a:solidFill>
                          <a:latin typeface="+mn-lt"/>
                          <a:ea typeface="+mn-ea"/>
                          <a:cs typeface="+mn-cs"/>
                        </a:rPr>
                        <a:t>ost </a:t>
                      </a:r>
                      <a:r>
                        <a:rPr lang="en-US" sz="1400" kern="1200">
                          <a:solidFill>
                            <a:schemeClr val="dk1"/>
                          </a:solidFill>
                          <a:latin typeface="+mn-lt"/>
                          <a:ea typeface="+mn-ea"/>
                          <a:cs typeface="+mn-cs"/>
                        </a:rPr>
                        <a:t>center without GR</a:t>
                      </a:r>
                    </a:p>
                    <a:p>
                      <a:pPr marL="285750" lvl="1" indent="-285750" algn="l" defTabSz="914400" rtl="0" eaLnBrk="1" latinLnBrk="0" hangingPunct="1">
                        <a:buFont typeface="Arial" panose="020B0604020202020204" pitchFamily="34" charset="0"/>
                        <a:buChar char="•"/>
                      </a:pPr>
                      <a:r>
                        <a:rPr lang="en-US" sz="1400" kern="1200">
                          <a:solidFill>
                            <a:schemeClr val="dk1"/>
                          </a:solidFill>
                          <a:latin typeface="+mn-lt"/>
                          <a:ea typeface="+mn-ea"/>
                          <a:cs typeface="+mn-cs"/>
                        </a:rPr>
                        <a:t>5 – Project without GR</a:t>
                      </a:r>
                    </a:p>
                  </a:txBody>
                  <a:tcPr/>
                </a:tc>
                <a:extLst>
                  <a:ext uri="{0D108BD9-81ED-4DB2-BD59-A6C34878D82A}">
                    <a16:rowId xmlns:a16="http://schemas.microsoft.com/office/drawing/2014/main" val="1051111313"/>
                  </a:ext>
                </a:extLst>
              </a:tr>
              <a:tr h="370840">
                <a:tc>
                  <a:txBody>
                    <a:bodyPr/>
                    <a:lstStyle/>
                    <a:p>
                      <a:r>
                        <a:rPr lang="en-US" sz="1400" noProof="0">
                          <a:latin typeface="+mn-lt"/>
                        </a:rPr>
                        <a:t>Account Assignment tab</a:t>
                      </a:r>
                    </a:p>
                  </a:txBody>
                  <a:tcPr/>
                </a:tc>
                <a:tc>
                  <a:txBody>
                    <a:bodyPr/>
                    <a:lstStyle/>
                    <a:p>
                      <a:pPr marL="285750" lvl="1" indent="-285750" algn="l" defTabSz="914400" rtl="0" eaLnBrk="1" latinLnBrk="0" hangingPunct="1">
                        <a:buFont typeface="Arial" panose="020B0604020202020204" pitchFamily="34" charset="0"/>
                        <a:buChar char="•"/>
                      </a:pPr>
                      <a:r>
                        <a:rPr lang="en-US" sz="1400" kern="1200">
                          <a:solidFill>
                            <a:schemeClr val="dk1"/>
                          </a:solidFill>
                          <a:latin typeface="+mn-lt"/>
                          <a:ea typeface="+mn-ea"/>
                          <a:cs typeface="+mn-cs"/>
                        </a:rPr>
                        <a:t>The fields in the tab will be editable</a:t>
                      </a:r>
                    </a:p>
                    <a:p>
                      <a:pPr marL="285750" lvl="1" indent="-285750" algn="l" defTabSz="914400" rtl="0" eaLnBrk="1" latinLnBrk="0" hangingPunct="1">
                        <a:buFont typeface="Arial" panose="020B0604020202020204" pitchFamily="34" charset="0"/>
                        <a:buChar char="•"/>
                      </a:pPr>
                      <a:r>
                        <a:rPr lang="en-US" sz="1400" kern="1200">
                          <a:solidFill>
                            <a:schemeClr val="dk1"/>
                          </a:solidFill>
                          <a:latin typeface="+mn-lt"/>
                          <a:ea typeface="+mn-ea"/>
                          <a:cs typeface="+mn-cs"/>
                        </a:rPr>
                        <a:t>Recipient GID is required</a:t>
                      </a:r>
                    </a:p>
                  </a:txBody>
                  <a:tcPr/>
                </a:tc>
                <a:tc>
                  <a:txBody>
                    <a:bodyPr/>
                    <a:lstStyle/>
                    <a:p>
                      <a:pPr marL="285750" lvl="1" indent="-285750" algn="l" defTabSz="914400" rtl="0" eaLnBrk="1" latinLnBrk="0" hangingPunct="1">
                        <a:buFont typeface="Arial" panose="020B0604020202020204" pitchFamily="34" charset="0"/>
                        <a:buChar char="•"/>
                      </a:pPr>
                      <a:r>
                        <a:rPr lang="en-US" sz="1400" kern="1200">
                          <a:solidFill>
                            <a:schemeClr val="dk1"/>
                          </a:solidFill>
                          <a:latin typeface="+mn-lt"/>
                          <a:ea typeface="+mn-ea"/>
                          <a:cs typeface="+mn-cs"/>
                        </a:rPr>
                        <a:t>Will be inserted in the Limits tab</a:t>
                      </a:r>
                    </a:p>
                    <a:p>
                      <a:pPr marL="285750" lvl="1" indent="-285750" algn="l" defTabSz="914400" rtl="0" eaLnBrk="1" latinLnBrk="0" hangingPunct="1">
                        <a:buFont typeface="Arial" panose="020B0604020202020204" pitchFamily="34" charset="0"/>
                        <a:buChar char="•"/>
                      </a:pPr>
                      <a:r>
                        <a:rPr lang="en-US" sz="1400" kern="1200">
                          <a:solidFill>
                            <a:schemeClr val="dk1"/>
                          </a:solidFill>
                          <a:latin typeface="+mn-lt"/>
                          <a:ea typeface="+mn-ea"/>
                          <a:cs typeface="+mn-cs"/>
                        </a:rPr>
                        <a:t>Recipient GID is not required</a:t>
                      </a:r>
                    </a:p>
                  </a:txBody>
                  <a:tcPr/>
                </a:tc>
                <a:extLst>
                  <a:ext uri="{0D108BD9-81ED-4DB2-BD59-A6C34878D82A}">
                    <a16:rowId xmlns:a16="http://schemas.microsoft.com/office/drawing/2014/main" val="2664625706"/>
                  </a:ext>
                </a:extLst>
              </a:tr>
              <a:tr h="370840">
                <a:tc>
                  <a:txBody>
                    <a:bodyPr/>
                    <a:lstStyle/>
                    <a:p>
                      <a:r>
                        <a:rPr lang="de-DE" sz="1400" noProof="0">
                          <a:latin typeface="+mn-lt"/>
                        </a:rPr>
                        <a:t>Item Price</a:t>
                      </a:r>
                      <a:endParaRPr lang="en-US" sz="1400" noProof="0">
                        <a:latin typeface="+mn-lt"/>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a:t>Inserted in the Net Price field per price unit</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a:t>Expected value and Overall limit will be inserted in the Limits tab</a:t>
                      </a:r>
                    </a:p>
                  </a:txBody>
                  <a:tcPr/>
                </a:tc>
                <a:extLst>
                  <a:ext uri="{0D108BD9-81ED-4DB2-BD59-A6C34878D82A}">
                    <a16:rowId xmlns:a16="http://schemas.microsoft.com/office/drawing/2014/main" val="667084177"/>
                  </a:ext>
                </a:extLst>
              </a:tr>
              <a:tr h="370840">
                <a:tc>
                  <a:txBody>
                    <a:bodyPr/>
                    <a:lstStyle/>
                    <a:p>
                      <a:r>
                        <a:rPr lang="en-US" sz="1400" noProof="0">
                          <a:latin typeface="+mn-lt"/>
                        </a:rPr>
                        <a:t>Invoice Receipt</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noProof="0"/>
                        <a:t>Standard item category invoicing is based on Quantity</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noProof="0"/>
                        <a:t>Limit item category invoicing is based on Value</a:t>
                      </a:r>
                    </a:p>
                  </a:txBody>
                  <a:tcPr/>
                </a:tc>
                <a:extLst>
                  <a:ext uri="{0D108BD9-81ED-4DB2-BD59-A6C34878D82A}">
                    <a16:rowId xmlns:a16="http://schemas.microsoft.com/office/drawing/2014/main" val="1043987992"/>
                  </a:ext>
                </a:extLst>
              </a:tr>
            </a:tbl>
          </a:graphicData>
        </a:graphic>
      </p:graphicFrame>
      <p:sp>
        <p:nvSpPr>
          <p:cNvPr id="7" name="Fußzeilenplatzhalter 2">
            <a:extLst>
              <a:ext uri="{FF2B5EF4-FFF2-40B4-BE49-F238E27FC236}">
                <a16:creationId xmlns:a16="http://schemas.microsoft.com/office/drawing/2014/main" id="{F7CC856B-8E1E-7978-87AE-9286717D915F}"/>
              </a:ext>
            </a:extLst>
          </p:cNvPr>
          <p:cNvSpPr>
            <a:spLocks noGrp="1"/>
          </p:cNvSpPr>
          <p:nvPr>
            <p:ph type="ftr" sz="quarter" idx="10"/>
          </p:nvPr>
        </p:nvSpPr>
        <p:spPr>
          <a:xfrm>
            <a:off x="1059160" y="6310800"/>
            <a:ext cx="9216000" cy="547200"/>
          </a:xfrm>
        </p:spPr>
        <p:txBody>
          <a:bodyPr/>
          <a:lstStyle/>
          <a:p>
            <a:pPr>
              <a:lnSpc>
                <a:spcPct val="100000"/>
              </a:lnSpc>
            </a:pPr>
            <a:r>
              <a:rPr lang="en-US"/>
              <a:t>Internal | © Siemens 2025 | SHERPA X I MM081 Procurement via Direct X</a:t>
            </a:r>
          </a:p>
        </p:txBody>
      </p:sp>
    </p:spTree>
    <p:extLst>
      <p:ext uri="{BB962C8B-B14F-4D97-AF65-F5344CB8AC3E}">
        <p14:creationId xmlns:p14="http://schemas.microsoft.com/office/powerpoint/2010/main" val="82873880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25E4DC-E8D9-0A42-5AF1-30DF806CAED1}"/>
              </a:ext>
            </a:extLst>
          </p:cNvPr>
          <p:cNvSpPr>
            <a:spLocks noGrp="1"/>
          </p:cNvSpPr>
          <p:nvPr>
            <p:ph type="title"/>
          </p:nvPr>
        </p:nvSpPr>
        <p:spPr/>
        <p:txBody>
          <a:bodyPr/>
          <a:lstStyle/>
          <a:p>
            <a:r>
              <a:rPr lang="en-US">
                <a:solidFill>
                  <a:srgbClr val="00646E"/>
                </a:solidFill>
              </a:rPr>
              <a:t>Converting</a:t>
            </a:r>
            <a:r>
              <a:rPr lang="de-DE">
                <a:solidFill>
                  <a:srgbClr val="00646E"/>
                </a:solidFill>
              </a:rPr>
              <a:t> </a:t>
            </a:r>
            <a:r>
              <a:rPr lang="en-US">
                <a:solidFill>
                  <a:srgbClr val="00646E"/>
                </a:solidFill>
              </a:rPr>
              <a:t>Purchase Requisition to Purchase Order</a:t>
            </a:r>
          </a:p>
        </p:txBody>
      </p:sp>
      <p:sp>
        <p:nvSpPr>
          <p:cNvPr id="4" name="Slide Number Placeholder 3">
            <a:extLst>
              <a:ext uri="{FF2B5EF4-FFF2-40B4-BE49-F238E27FC236}">
                <a16:creationId xmlns:a16="http://schemas.microsoft.com/office/drawing/2014/main" id="{652E8ED5-DDF2-3F17-C8D9-F5D75ABF97B6}"/>
              </a:ext>
            </a:extLst>
          </p:cNvPr>
          <p:cNvSpPr>
            <a:spLocks noGrp="1"/>
          </p:cNvSpPr>
          <p:nvPr>
            <p:ph type="sldNum" sz="quarter" idx="11"/>
          </p:nvPr>
        </p:nvSpPr>
        <p:spPr/>
        <p:txBody>
          <a:bodyPr/>
          <a:lstStyle/>
          <a:p>
            <a:r>
              <a:rPr lang="en-US"/>
              <a:t>Page </a:t>
            </a:r>
            <a:fld id="{15EBE321-CBB1-4E91-BD14-37C8D44326FB}" type="slidenum">
              <a:rPr lang="en-US" smtClean="0"/>
              <a:pPr/>
              <a:t>35</a:t>
            </a:fld>
            <a:endParaRPr lang="en-US"/>
          </a:p>
        </p:txBody>
      </p:sp>
      <p:grpSp>
        <p:nvGrpSpPr>
          <p:cNvPr id="16" name="Group 15">
            <a:extLst>
              <a:ext uri="{FF2B5EF4-FFF2-40B4-BE49-F238E27FC236}">
                <a16:creationId xmlns:a16="http://schemas.microsoft.com/office/drawing/2014/main" id="{67222E19-2935-0CBD-94ED-E9BB97B0AE76}"/>
              </a:ext>
            </a:extLst>
          </p:cNvPr>
          <p:cNvGrpSpPr/>
          <p:nvPr/>
        </p:nvGrpSpPr>
        <p:grpSpPr>
          <a:xfrm>
            <a:off x="210375" y="2103968"/>
            <a:ext cx="5675015" cy="2650063"/>
            <a:chOff x="1059160" y="2493437"/>
            <a:chExt cx="6387660" cy="2982300"/>
          </a:xfrm>
        </p:grpSpPr>
        <p:sp>
          <p:nvSpPr>
            <p:cNvPr id="5" name="Rectangle: Rounded Corners 4">
              <a:extLst>
                <a:ext uri="{FF2B5EF4-FFF2-40B4-BE49-F238E27FC236}">
                  <a16:creationId xmlns:a16="http://schemas.microsoft.com/office/drawing/2014/main" id="{9B931D59-12A4-4D8F-4D90-CB8EB06E337B}"/>
                </a:ext>
              </a:extLst>
            </p:cNvPr>
            <p:cNvSpPr/>
            <p:nvPr/>
          </p:nvSpPr>
          <p:spPr>
            <a:xfrm>
              <a:off x="1059160" y="2493437"/>
              <a:ext cx="2312690" cy="874170"/>
            </a:xfrm>
            <a:prstGeom prst="roundRect">
              <a:avLst/>
            </a:prstGeom>
            <a:solidFill>
              <a:schemeClr val="accent1"/>
            </a:solidFill>
            <a:ln w="285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pPr algn="l"/>
              <a:r>
                <a:rPr lang="en-US" sz="1100" b="1"/>
                <a:t>NB</a:t>
              </a:r>
              <a:r>
                <a:rPr lang="en-US" sz="1100"/>
                <a:t> – Purchase Requisition</a:t>
              </a:r>
            </a:p>
            <a:p>
              <a:pPr algn="l"/>
              <a:r>
                <a:rPr lang="en-US" sz="1100"/>
                <a:t>     - Standard Item Category</a:t>
              </a:r>
            </a:p>
          </p:txBody>
        </p:sp>
        <p:sp>
          <p:nvSpPr>
            <p:cNvPr id="6" name="Arrow: Right 5">
              <a:extLst>
                <a:ext uri="{FF2B5EF4-FFF2-40B4-BE49-F238E27FC236}">
                  <a16:creationId xmlns:a16="http://schemas.microsoft.com/office/drawing/2014/main" id="{377E6448-5195-4498-0D04-9C81E4D9BBF0}"/>
                </a:ext>
              </a:extLst>
            </p:cNvPr>
            <p:cNvSpPr/>
            <p:nvPr/>
          </p:nvSpPr>
          <p:spPr>
            <a:xfrm>
              <a:off x="3669172" y="2493437"/>
              <a:ext cx="1169528" cy="874170"/>
            </a:xfrm>
            <a:prstGeom prst="rightArrow">
              <a:avLst/>
            </a:prstGeom>
            <a:solidFill>
              <a:schemeClr val="accent1"/>
            </a:solidFill>
            <a:ln w="28575">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nchorCtr="0"/>
            <a:lstStyle/>
            <a:p>
              <a:pPr algn="ctr"/>
              <a:r>
                <a:rPr lang="en-US" sz="1050"/>
                <a:t>Convert to</a:t>
              </a:r>
            </a:p>
          </p:txBody>
        </p:sp>
        <p:sp>
          <p:nvSpPr>
            <p:cNvPr id="7" name="Rectangle: Rounded Corners 6">
              <a:extLst>
                <a:ext uri="{FF2B5EF4-FFF2-40B4-BE49-F238E27FC236}">
                  <a16:creationId xmlns:a16="http://schemas.microsoft.com/office/drawing/2014/main" id="{AA41A0D0-FB89-5D3E-88FB-796D87BEDD61}"/>
                </a:ext>
              </a:extLst>
            </p:cNvPr>
            <p:cNvSpPr/>
            <p:nvPr/>
          </p:nvSpPr>
          <p:spPr>
            <a:xfrm>
              <a:off x="1059160" y="3544519"/>
              <a:ext cx="2312690" cy="874170"/>
            </a:xfrm>
            <a:prstGeom prst="roundRect">
              <a:avLst/>
            </a:prstGeom>
            <a:solidFill>
              <a:schemeClr val="accent1"/>
            </a:solidFill>
            <a:ln w="285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pPr algn="l"/>
              <a:r>
                <a:rPr lang="en-US" sz="1100" b="1"/>
                <a:t>FO</a:t>
              </a:r>
              <a:r>
                <a:rPr lang="en-US" sz="1100"/>
                <a:t> – Framework Requisition</a:t>
              </a:r>
            </a:p>
            <a:p>
              <a:pPr algn="l"/>
              <a:r>
                <a:rPr lang="en-US" sz="1100"/>
                <a:t>     - Standard Item Category</a:t>
              </a:r>
            </a:p>
          </p:txBody>
        </p:sp>
        <p:sp>
          <p:nvSpPr>
            <p:cNvPr id="8" name="Rectangle: Rounded Corners 7">
              <a:extLst>
                <a:ext uri="{FF2B5EF4-FFF2-40B4-BE49-F238E27FC236}">
                  <a16:creationId xmlns:a16="http://schemas.microsoft.com/office/drawing/2014/main" id="{E6DF651F-F051-9623-3A6A-632CB2521DD6}"/>
                </a:ext>
              </a:extLst>
            </p:cNvPr>
            <p:cNvSpPr/>
            <p:nvPr/>
          </p:nvSpPr>
          <p:spPr>
            <a:xfrm>
              <a:off x="1059160" y="4595601"/>
              <a:ext cx="2312690" cy="874170"/>
            </a:xfrm>
            <a:prstGeom prst="roundRect">
              <a:avLst/>
            </a:prstGeom>
            <a:solidFill>
              <a:schemeClr val="accent1"/>
            </a:solidFill>
            <a:ln w="285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pPr algn="l"/>
              <a:r>
                <a:rPr lang="en-US" sz="1100" b="1"/>
                <a:t>FO</a:t>
              </a:r>
              <a:r>
                <a:rPr lang="en-US" sz="1100"/>
                <a:t> – Framework Requisition</a:t>
              </a:r>
            </a:p>
            <a:p>
              <a:pPr algn="l"/>
              <a:r>
                <a:rPr lang="en-US" sz="1100"/>
                <a:t>    B - Limit Item Category</a:t>
              </a:r>
            </a:p>
          </p:txBody>
        </p:sp>
        <p:sp>
          <p:nvSpPr>
            <p:cNvPr id="11" name="Rectangle: Rounded Corners 10">
              <a:extLst>
                <a:ext uri="{FF2B5EF4-FFF2-40B4-BE49-F238E27FC236}">
                  <a16:creationId xmlns:a16="http://schemas.microsoft.com/office/drawing/2014/main" id="{F87D9F97-62E9-C11E-DDC3-24C29783B522}"/>
                </a:ext>
              </a:extLst>
            </p:cNvPr>
            <p:cNvSpPr/>
            <p:nvPr/>
          </p:nvSpPr>
          <p:spPr>
            <a:xfrm>
              <a:off x="5136022" y="2493437"/>
              <a:ext cx="2310798" cy="874170"/>
            </a:xfrm>
            <a:prstGeom prst="roundRect">
              <a:avLst/>
            </a:prstGeom>
            <a:solidFill>
              <a:schemeClr val="accent1"/>
            </a:solidFill>
            <a:ln w="285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pPr algn="l"/>
              <a:r>
                <a:rPr lang="en-US" sz="1100" b="1"/>
                <a:t>YDNB</a:t>
              </a:r>
              <a:r>
                <a:rPr lang="en-US" sz="1100"/>
                <a:t> – Direct PO</a:t>
              </a:r>
            </a:p>
            <a:p>
              <a:pPr algn="l"/>
              <a:r>
                <a:rPr lang="en-US" sz="1100"/>
                <a:t>     - Standard Item Category</a:t>
              </a:r>
            </a:p>
          </p:txBody>
        </p:sp>
        <p:sp>
          <p:nvSpPr>
            <p:cNvPr id="12" name="Rectangle: Rounded Corners 11">
              <a:extLst>
                <a:ext uri="{FF2B5EF4-FFF2-40B4-BE49-F238E27FC236}">
                  <a16:creationId xmlns:a16="http://schemas.microsoft.com/office/drawing/2014/main" id="{4429E2D8-9925-CBC9-7EEE-CDD603AABAC6}"/>
                </a:ext>
              </a:extLst>
            </p:cNvPr>
            <p:cNvSpPr/>
            <p:nvPr/>
          </p:nvSpPr>
          <p:spPr>
            <a:xfrm>
              <a:off x="5136022" y="3541208"/>
              <a:ext cx="2310798" cy="874170"/>
            </a:xfrm>
            <a:prstGeom prst="roundRect">
              <a:avLst/>
            </a:prstGeom>
            <a:solidFill>
              <a:schemeClr val="accent1"/>
            </a:solidFill>
            <a:ln w="285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pPr algn="l"/>
              <a:r>
                <a:rPr lang="en-US" sz="1100" b="1"/>
                <a:t>YDFO</a:t>
              </a:r>
              <a:r>
                <a:rPr lang="en-US" sz="1100"/>
                <a:t> – Framework PO</a:t>
              </a:r>
            </a:p>
            <a:p>
              <a:pPr algn="l"/>
              <a:r>
                <a:rPr lang="en-US" sz="1100"/>
                <a:t>     - Standard Item Category</a:t>
              </a:r>
            </a:p>
          </p:txBody>
        </p:sp>
        <p:sp>
          <p:nvSpPr>
            <p:cNvPr id="13" name="Rectangle: Rounded Corners 12">
              <a:extLst>
                <a:ext uri="{FF2B5EF4-FFF2-40B4-BE49-F238E27FC236}">
                  <a16:creationId xmlns:a16="http://schemas.microsoft.com/office/drawing/2014/main" id="{71985A42-1BD7-BED8-EF59-DC18FA9694E8}"/>
                </a:ext>
              </a:extLst>
            </p:cNvPr>
            <p:cNvSpPr/>
            <p:nvPr/>
          </p:nvSpPr>
          <p:spPr>
            <a:xfrm>
              <a:off x="5136022" y="4601567"/>
              <a:ext cx="2310798" cy="874170"/>
            </a:xfrm>
            <a:prstGeom prst="roundRect">
              <a:avLst/>
            </a:prstGeom>
            <a:solidFill>
              <a:schemeClr val="accent1"/>
            </a:solidFill>
            <a:ln w="285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pPr algn="l"/>
              <a:r>
                <a:rPr lang="en-US" sz="1100" b="1"/>
                <a:t>YDFO</a:t>
              </a:r>
              <a:r>
                <a:rPr lang="en-US" sz="1100"/>
                <a:t> – Framework PO</a:t>
              </a:r>
            </a:p>
            <a:p>
              <a:pPr algn="l"/>
              <a:r>
                <a:rPr lang="en-US" sz="1100"/>
                <a:t>    B - Limit Item Category</a:t>
              </a:r>
            </a:p>
          </p:txBody>
        </p:sp>
        <p:sp>
          <p:nvSpPr>
            <p:cNvPr id="14" name="Arrow: Right 13">
              <a:extLst>
                <a:ext uri="{FF2B5EF4-FFF2-40B4-BE49-F238E27FC236}">
                  <a16:creationId xmlns:a16="http://schemas.microsoft.com/office/drawing/2014/main" id="{7D9DEB6A-B72C-D421-167E-0DF38FBF8F77}"/>
                </a:ext>
              </a:extLst>
            </p:cNvPr>
            <p:cNvSpPr/>
            <p:nvPr/>
          </p:nvSpPr>
          <p:spPr>
            <a:xfrm>
              <a:off x="3669172" y="3541208"/>
              <a:ext cx="1169528" cy="874170"/>
            </a:xfrm>
            <a:prstGeom prst="rightArrow">
              <a:avLst/>
            </a:prstGeom>
            <a:solidFill>
              <a:schemeClr val="accent1"/>
            </a:solidFill>
            <a:ln w="28575">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nchorCtr="0"/>
            <a:lstStyle/>
            <a:p>
              <a:pPr algn="ctr"/>
              <a:r>
                <a:rPr lang="en-US" sz="1050"/>
                <a:t>Convert to</a:t>
              </a:r>
            </a:p>
          </p:txBody>
        </p:sp>
        <p:sp>
          <p:nvSpPr>
            <p:cNvPr id="15" name="Arrow: Right 14">
              <a:extLst>
                <a:ext uri="{FF2B5EF4-FFF2-40B4-BE49-F238E27FC236}">
                  <a16:creationId xmlns:a16="http://schemas.microsoft.com/office/drawing/2014/main" id="{56CE7BCE-BA57-0856-7F37-A357F0D431C8}"/>
                </a:ext>
              </a:extLst>
            </p:cNvPr>
            <p:cNvSpPr/>
            <p:nvPr/>
          </p:nvSpPr>
          <p:spPr>
            <a:xfrm>
              <a:off x="3669172" y="4588979"/>
              <a:ext cx="1169528" cy="874170"/>
            </a:xfrm>
            <a:prstGeom prst="rightArrow">
              <a:avLst/>
            </a:prstGeom>
            <a:solidFill>
              <a:schemeClr val="accent1"/>
            </a:solidFill>
            <a:ln w="28575">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nchorCtr="0"/>
            <a:lstStyle/>
            <a:p>
              <a:pPr algn="ctr"/>
              <a:r>
                <a:rPr lang="en-US" sz="1050"/>
                <a:t>Convert to</a:t>
              </a:r>
            </a:p>
          </p:txBody>
        </p:sp>
      </p:grpSp>
      <p:sp>
        <p:nvSpPr>
          <p:cNvPr id="17" name="Rechteck 4">
            <a:extLst>
              <a:ext uri="{FF2B5EF4-FFF2-40B4-BE49-F238E27FC236}">
                <a16:creationId xmlns:a16="http://schemas.microsoft.com/office/drawing/2014/main" id="{CF46489F-F6F7-A95F-0CCA-372B5052C512}"/>
              </a:ext>
            </a:extLst>
          </p:cNvPr>
          <p:cNvSpPr/>
          <p:nvPr/>
        </p:nvSpPr>
        <p:spPr>
          <a:xfrm>
            <a:off x="6306612" y="2103968"/>
            <a:ext cx="5274348" cy="279248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pPr marL="171450" marR="0" lvl="1" indent="-171450" algn="l" defTabSz="914400" rtl="0" eaLnBrk="1" fontAlgn="auto" latinLnBrk="0" hangingPunct="1">
              <a:lnSpc>
                <a:spcPct val="100000"/>
              </a:lnSpc>
              <a:spcBef>
                <a:spcPts val="600"/>
              </a:spcBef>
              <a:spcAft>
                <a:spcPct val="0"/>
              </a:spcAft>
              <a:buClr>
                <a:srgbClr val="009999"/>
              </a:buClr>
              <a:buSzTx/>
              <a:buFont typeface="Arial" panose="020B0604020202020204" pitchFamily="34" charset="0"/>
              <a:buChar char="•"/>
              <a:tabLst/>
              <a:defRPr/>
            </a:pPr>
            <a:r>
              <a:rPr lang="en-US" sz="1400">
                <a:solidFill>
                  <a:srgbClr val="000000"/>
                </a:solidFill>
              </a:rPr>
              <a:t>Converting purchase requisition to purchase order is depending on a configured link between document types and item category.</a:t>
            </a:r>
          </a:p>
          <a:p>
            <a:pPr marL="171450" lvl="1" indent="-171450">
              <a:spcBef>
                <a:spcPts val="600"/>
              </a:spcBef>
              <a:spcAft>
                <a:spcPct val="0"/>
              </a:spcAft>
              <a:buClr>
                <a:srgbClr val="009999"/>
              </a:buClr>
              <a:buFont typeface="Arial" panose="020B0604020202020204" pitchFamily="34" charset="0"/>
              <a:buChar char="•"/>
              <a:defRPr/>
            </a:pPr>
            <a:r>
              <a:rPr lang="en-US" sz="1400">
                <a:solidFill>
                  <a:srgbClr val="000000"/>
                </a:solidFill>
              </a:rPr>
              <a:t>For Direct X procurement, there are 3 possible combinations.</a:t>
            </a:r>
          </a:p>
          <a:p>
            <a:pPr marL="171450" marR="0" lvl="1" indent="-171450" algn="l" defTabSz="914400" rtl="0" eaLnBrk="1" fontAlgn="auto" latinLnBrk="0" hangingPunct="1">
              <a:lnSpc>
                <a:spcPct val="100000"/>
              </a:lnSpc>
              <a:spcBef>
                <a:spcPts val="600"/>
              </a:spcBef>
              <a:spcAft>
                <a:spcPct val="0"/>
              </a:spcAft>
              <a:buClr>
                <a:srgbClr val="009999"/>
              </a:buClr>
              <a:buSzTx/>
              <a:buFont typeface="Arial" panose="020B0604020202020204" pitchFamily="34" charset="0"/>
              <a:buChar char="•"/>
              <a:tabLst/>
              <a:defRPr/>
            </a:pPr>
            <a:r>
              <a:rPr lang="en-US" sz="1400">
                <a:solidFill>
                  <a:srgbClr val="000000"/>
                </a:solidFill>
              </a:rPr>
              <a:t>You have to select the correct document type at the PO creation step.</a:t>
            </a:r>
            <a:endParaRPr lang="en-US" sz="1400">
              <a:solidFill>
                <a:srgbClr val="000000"/>
              </a:solidFill>
              <a:cs typeface="Arial"/>
            </a:endParaRPr>
          </a:p>
          <a:p>
            <a:pPr marL="171450" lvl="1" indent="-171450">
              <a:spcBef>
                <a:spcPts val="600"/>
              </a:spcBef>
              <a:spcAft>
                <a:spcPct val="0"/>
              </a:spcAft>
              <a:buClr>
                <a:srgbClr val="009999"/>
              </a:buClr>
              <a:buFont typeface="Arial" panose="020B0604020202020204" pitchFamily="34" charset="0"/>
              <a:buChar char="•"/>
              <a:defRPr/>
            </a:pPr>
            <a:r>
              <a:rPr lang="en-US" sz="1400">
                <a:solidFill>
                  <a:srgbClr val="000000"/>
                </a:solidFill>
              </a:rPr>
              <a:t>The system will give an error if you try to convert a NB purchase requisition to YDFO purchase order.</a:t>
            </a:r>
            <a:endParaRPr lang="en-US" sz="1400">
              <a:solidFill>
                <a:srgbClr val="000000"/>
              </a:solidFill>
              <a:cs typeface="Arial"/>
            </a:endParaRPr>
          </a:p>
          <a:p>
            <a:pPr marL="171450" marR="0" lvl="1" indent="-171450" algn="l" defTabSz="914400" rtl="0" eaLnBrk="1" fontAlgn="auto" latinLnBrk="0" hangingPunct="1">
              <a:lnSpc>
                <a:spcPct val="100000"/>
              </a:lnSpc>
              <a:spcBef>
                <a:spcPts val="600"/>
              </a:spcBef>
              <a:spcAft>
                <a:spcPct val="0"/>
              </a:spcAft>
              <a:buClr>
                <a:srgbClr val="009999"/>
              </a:buClr>
              <a:buSzTx/>
              <a:buFont typeface="Arial" panose="020B0604020202020204" pitchFamily="34" charset="0"/>
              <a:buChar char="•"/>
              <a:tabLst/>
              <a:defRPr/>
            </a:pPr>
            <a:endParaRPr lang="en-US" sz="1400">
              <a:solidFill>
                <a:srgbClr val="000000"/>
              </a:solidFill>
            </a:endParaRPr>
          </a:p>
        </p:txBody>
      </p:sp>
      <p:sp>
        <p:nvSpPr>
          <p:cNvPr id="10" name="Fußzeilenplatzhalter 2">
            <a:extLst>
              <a:ext uri="{FF2B5EF4-FFF2-40B4-BE49-F238E27FC236}">
                <a16:creationId xmlns:a16="http://schemas.microsoft.com/office/drawing/2014/main" id="{E963E348-AD6A-11A0-2828-80A3661986CB}"/>
              </a:ext>
            </a:extLst>
          </p:cNvPr>
          <p:cNvSpPr>
            <a:spLocks noGrp="1"/>
          </p:cNvSpPr>
          <p:nvPr>
            <p:ph type="ftr" sz="quarter" idx="10"/>
          </p:nvPr>
        </p:nvSpPr>
        <p:spPr>
          <a:xfrm>
            <a:off x="1059160" y="6310800"/>
            <a:ext cx="9216000" cy="547200"/>
          </a:xfrm>
        </p:spPr>
        <p:txBody>
          <a:bodyPr/>
          <a:lstStyle/>
          <a:p>
            <a:pPr>
              <a:lnSpc>
                <a:spcPct val="100000"/>
              </a:lnSpc>
            </a:pPr>
            <a:r>
              <a:rPr lang="en-US"/>
              <a:t>Internal | © Siemens 2025 | SHERPA X I MM081 Procurement via Direct X</a:t>
            </a:r>
          </a:p>
        </p:txBody>
      </p:sp>
    </p:spTree>
    <p:extLst>
      <p:ext uri="{BB962C8B-B14F-4D97-AF65-F5344CB8AC3E}">
        <p14:creationId xmlns:p14="http://schemas.microsoft.com/office/powerpoint/2010/main" val="223742186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B83EAB-42A3-D97D-091F-4BA067287BA4}"/>
              </a:ext>
            </a:extLst>
          </p:cNvPr>
          <p:cNvSpPr>
            <a:spLocks noGrp="1"/>
          </p:cNvSpPr>
          <p:nvPr>
            <p:ph type="title"/>
          </p:nvPr>
        </p:nvSpPr>
        <p:spPr/>
        <p:txBody>
          <a:bodyPr vert="horz" lIns="0" tIns="0" rIns="324000" bIns="14400" rtlCol="0" anchor="b" anchorCtr="0">
            <a:noAutofit/>
          </a:bodyPr>
          <a:lstStyle/>
          <a:p>
            <a:r>
              <a:rPr lang="en-US">
                <a:solidFill>
                  <a:srgbClr val="00646E"/>
                </a:solidFill>
              </a:rPr>
              <a:t>Related Purchaser Fiori Apps</a:t>
            </a:r>
          </a:p>
        </p:txBody>
      </p:sp>
      <p:sp>
        <p:nvSpPr>
          <p:cNvPr id="4" name="Slide Number Placeholder 3">
            <a:extLst>
              <a:ext uri="{FF2B5EF4-FFF2-40B4-BE49-F238E27FC236}">
                <a16:creationId xmlns:a16="http://schemas.microsoft.com/office/drawing/2014/main" id="{05382B8B-4D5D-6895-2352-08B8805BDCC8}"/>
              </a:ext>
            </a:extLst>
          </p:cNvPr>
          <p:cNvSpPr>
            <a:spLocks noGrp="1"/>
          </p:cNvSpPr>
          <p:nvPr>
            <p:ph type="sldNum" sz="quarter" idx="11"/>
          </p:nvPr>
        </p:nvSpPr>
        <p:spPr/>
        <p:txBody>
          <a:bodyPr/>
          <a:lstStyle/>
          <a:p>
            <a:r>
              <a:rPr lang="en-US"/>
              <a:t>Page </a:t>
            </a:r>
            <a:fld id="{15EBE321-CBB1-4E91-BD14-37C8D44326FB}" type="slidenum">
              <a:rPr lang="en-US" smtClean="0"/>
              <a:pPr/>
              <a:t>36</a:t>
            </a:fld>
            <a:endParaRPr lang="en-US"/>
          </a:p>
        </p:txBody>
      </p:sp>
      <p:graphicFrame>
        <p:nvGraphicFramePr>
          <p:cNvPr id="6" name="Table 5">
            <a:extLst>
              <a:ext uri="{FF2B5EF4-FFF2-40B4-BE49-F238E27FC236}">
                <a16:creationId xmlns:a16="http://schemas.microsoft.com/office/drawing/2014/main" id="{E2D160DC-D0AC-9152-3850-7A1ADE1B2AE9}"/>
              </a:ext>
            </a:extLst>
          </p:cNvPr>
          <p:cNvGraphicFramePr>
            <a:graphicFrameLocks noGrp="1"/>
          </p:cNvGraphicFramePr>
          <p:nvPr>
            <p:extLst>
              <p:ext uri="{D42A27DB-BD31-4B8C-83A1-F6EECF244321}">
                <p14:modId xmlns:p14="http://schemas.microsoft.com/office/powerpoint/2010/main" val="875521419"/>
              </p:ext>
            </p:extLst>
          </p:nvPr>
        </p:nvGraphicFramePr>
        <p:xfrm>
          <a:off x="410400" y="1467921"/>
          <a:ext cx="11047033" cy="3978078"/>
        </p:xfrm>
        <a:graphic>
          <a:graphicData uri="http://schemas.openxmlformats.org/drawingml/2006/table">
            <a:tbl>
              <a:tblPr firstRow="1" bandRow="1">
                <a:tableStyleId>{00A15C55-8517-42AA-B614-E9B94910E393}</a:tableStyleId>
              </a:tblPr>
              <a:tblGrid>
                <a:gridCol w="1098197">
                  <a:extLst>
                    <a:ext uri="{9D8B030D-6E8A-4147-A177-3AD203B41FA5}">
                      <a16:colId xmlns:a16="http://schemas.microsoft.com/office/drawing/2014/main" val="1084086287"/>
                    </a:ext>
                  </a:extLst>
                </a:gridCol>
                <a:gridCol w="965170">
                  <a:extLst>
                    <a:ext uri="{9D8B030D-6E8A-4147-A177-3AD203B41FA5}">
                      <a16:colId xmlns:a16="http://schemas.microsoft.com/office/drawing/2014/main" val="740147365"/>
                    </a:ext>
                  </a:extLst>
                </a:gridCol>
                <a:gridCol w="2820609">
                  <a:extLst>
                    <a:ext uri="{9D8B030D-6E8A-4147-A177-3AD203B41FA5}">
                      <a16:colId xmlns:a16="http://schemas.microsoft.com/office/drawing/2014/main" val="771919374"/>
                    </a:ext>
                  </a:extLst>
                </a:gridCol>
                <a:gridCol w="6163057">
                  <a:extLst>
                    <a:ext uri="{9D8B030D-6E8A-4147-A177-3AD203B41FA5}">
                      <a16:colId xmlns:a16="http://schemas.microsoft.com/office/drawing/2014/main" val="1991533280"/>
                    </a:ext>
                  </a:extLst>
                </a:gridCol>
              </a:tblGrid>
              <a:tr h="612996">
                <a:tc>
                  <a:txBody>
                    <a:bodyPr/>
                    <a:lstStyle/>
                    <a:p>
                      <a:r>
                        <a:rPr lang="de-DE" sz="1400" noProof="0">
                          <a:latin typeface="+mn-lt"/>
                        </a:rPr>
                        <a:t>System</a:t>
                      </a:r>
                      <a:endParaRPr lang="en-US" sz="1400" noProof="0">
                        <a:latin typeface="+mn-lt"/>
                      </a:endParaRPr>
                    </a:p>
                  </a:txBody>
                  <a:tcPr anchor="ctr"/>
                </a:tc>
                <a:tc>
                  <a:txBody>
                    <a:bodyPr/>
                    <a:lstStyle/>
                    <a:p>
                      <a:r>
                        <a:rPr lang="de-DE" sz="1400" noProof="0">
                          <a:latin typeface="+mn-lt"/>
                        </a:rPr>
                        <a:t>Fiori App ID</a:t>
                      </a:r>
                      <a:endParaRPr lang="en-US" sz="1400" noProof="0">
                        <a:highlight>
                          <a:srgbClr val="FFFF00"/>
                        </a:highlight>
                        <a:latin typeface="+mn-lt"/>
                      </a:endParaRPr>
                    </a:p>
                  </a:txBody>
                  <a:tcPr anchor="ctr"/>
                </a:tc>
                <a:tc>
                  <a:txBody>
                    <a:bodyPr/>
                    <a:lstStyle/>
                    <a:p>
                      <a:pPr rtl="0" eaLnBrk="1" latinLnBrk="0" hangingPunct="1"/>
                      <a:r>
                        <a:rPr lang="de-DE" sz="1800" b="1" kern="1200">
                          <a:solidFill>
                            <a:schemeClr val="lt1"/>
                          </a:solidFill>
                          <a:effectLst/>
                          <a:latin typeface="+mn-lt"/>
                          <a:ea typeface="+mn-ea"/>
                          <a:cs typeface="+mn-cs"/>
                        </a:rPr>
                        <a:t>Title</a:t>
                      </a:r>
                      <a:endParaRPr lang="de-DE" sz="1400">
                        <a:effectLst/>
                      </a:endParaRPr>
                    </a:p>
                  </a:txBody>
                  <a:tcPr/>
                </a:tc>
                <a:tc>
                  <a:txBody>
                    <a:bodyPr/>
                    <a:lstStyle/>
                    <a:p>
                      <a:pPr rtl="0" eaLnBrk="1" latinLnBrk="0" hangingPunct="1"/>
                      <a:r>
                        <a:rPr lang="de-DE" sz="1400">
                          <a:effectLst/>
                        </a:rPr>
                        <a:t>Remarks</a:t>
                      </a:r>
                    </a:p>
                  </a:txBody>
                  <a:tcPr/>
                </a:tc>
                <a:extLst>
                  <a:ext uri="{0D108BD9-81ED-4DB2-BD59-A6C34878D82A}">
                    <a16:rowId xmlns:a16="http://schemas.microsoft.com/office/drawing/2014/main" val="689188101"/>
                  </a:ext>
                </a:extLst>
              </a:tr>
              <a:tr h="450732">
                <a:tc>
                  <a:txBody>
                    <a:bodyPr/>
                    <a:lstStyle/>
                    <a:p>
                      <a:pPr marL="0" marR="0" algn="l">
                        <a:spcAft>
                          <a:spcPts val="600"/>
                        </a:spcAft>
                        <a:buNone/>
                        <a:tabLst>
                          <a:tab pos="540385" algn="l"/>
                          <a:tab pos="1080135" algn="l"/>
                          <a:tab pos="457200" algn="l"/>
                        </a:tabLst>
                      </a:pPr>
                      <a:r>
                        <a:rPr lang="en-US" sz="1100">
                          <a:effectLst/>
                        </a:rPr>
                        <a:t>S4P</a:t>
                      </a:r>
                      <a:endParaRPr lang="en-US" sz="1100">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nchor="ctr"/>
                </a:tc>
                <a:tc>
                  <a:txBody>
                    <a:bodyPr/>
                    <a:lstStyle/>
                    <a:p>
                      <a:pPr marL="0" marR="0" algn="l">
                        <a:spcAft>
                          <a:spcPts val="600"/>
                        </a:spcAft>
                        <a:buNone/>
                        <a:tabLst>
                          <a:tab pos="540385" algn="l"/>
                          <a:tab pos="1080135" algn="l"/>
                          <a:tab pos="457200" algn="l"/>
                        </a:tabLst>
                      </a:pPr>
                      <a:r>
                        <a:rPr lang="en-US" sz="1100">
                          <a:effectLst/>
                        </a:rPr>
                        <a:t>F0842A</a:t>
                      </a:r>
                      <a:endParaRPr lang="en-US" sz="1100">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nchor="ctr"/>
                </a:tc>
                <a:tc>
                  <a:txBody>
                    <a:bodyPr/>
                    <a:lstStyle/>
                    <a:p>
                      <a:pPr marL="0" marR="0" indent="0" algn="l">
                        <a:spcAft>
                          <a:spcPts val="600"/>
                        </a:spcAft>
                        <a:buNone/>
                        <a:tabLst>
                          <a:tab pos="540385" algn="l"/>
                          <a:tab pos="1080135" algn="l"/>
                        </a:tabLst>
                      </a:pPr>
                      <a:r>
                        <a:rPr lang="en-US" sz="1100">
                          <a:effectLst/>
                        </a:rPr>
                        <a:t>Manage Purchase Orders</a:t>
                      </a:r>
                      <a:endParaRPr lang="en-US" sz="1100">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nchor="ctr"/>
                </a:tc>
                <a:tc>
                  <a:txBody>
                    <a:bodyPr/>
                    <a:lstStyle/>
                    <a:p>
                      <a:pPr marL="342900" marR="0" lvl="0" indent="-342900" algn="l" rtl="0">
                        <a:spcAft>
                          <a:spcPts val="600"/>
                        </a:spcAft>
                        <a:buFont typeface="Symbol" panose="05050102010706020507" pitchFamily="18" charset="2"/>
                        <a:buChar char=""/>
                        <a:tabLst>
                          <a:tab pos="540385" algn="l"/>
                          <a:tab pos="1080135" algn="l"/>
                        </a:tabLst>
                      </a:pPr>
                      <a:r>
                        <a:rPr lang="en-GB" sz="1000">
                          <a:effectLst/>
                        </a:rPr>
                        <a:t>Used for create PO with document type “NB” and item category standard to PO</a:t>
                      </a:r>
                    </a:p>
                    <a:p>
                      <a:pPr marL="342900" marR="0" lvl="0" indent="-342900" algn="l" rtl="0">
                        <a:spcAft>
                          <a:spcPts val="600"/>
                        </a:spcAft>
                        <a:buFont typeface="Symbol" panose="05050102010706020507" pitchFamily="18" charset="2"/>
                        <a:buChar char=""/>
                        <a:tabLst>
                          <a:tab pos="540385" algn="l"/>
                          <a:tab pos="1080135" algn="l"/>
                        </a:tabLst>
                      </a:pPr>
                      <a:r>
                        <a:rPr lang="en-GB" sz="1000">
                          <a:effectLst/>
                          <a:latin typeface="Arial" panose="020B0604020202020204" pitchFamily="34" charset="0"/>
                          <a:ea typeface="Calibri" panose="020F0502020204030204" pitchFamily="34" charset="0"/>
                          <a:cs typeface="Arial" panose="020B0604020202020204" pitchFamily="34" charset="0"/>
                        </a:rPr>
                        <a:t>This application will be the default app in the PO related BTP Forms</a:t>
                      </a:r>
                      <a:endParaRPr lang="en-US" sz="1100">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nchor="ctr"/>
                </a:tc>
                <a:extLst>
                  <a:ext uri="{0D108BD9-81ED-4DB2-BD59-A6C34878D82A}">
                    <a16:rowId xmlns:a16="http://schemas.microsoft.com/office/drawing/2014/main" val="2664625706"/>
                  </a:ext>
                </a:extLst>
              </a:tr>
              <a:tr h="410603">
                <a:tc>
                  <a:txBody>
                    <a:bodyPr/>
                    <a:lstStyle/>
                    <a:p>
                      <a:pPr marL="0" marR="0" algn="l">
                        <a:spcAft>
                          <a:spcPts val="600"/>
                        </a:spcAft>
                        <a:buNone/>
                        <a:tabLst>
                          <a:tab pos="540385" algn="l"/>
                          <a:tab pos="1080135" algn="l"/>
                          <a:tab pos="457200" algn="l"/>
                        </a:tabLst>
                      </a:pPr>
                      <a:r>
                        <a:rPr lang="en-US" sz="1100">
                          <a:effectLst/>
                        </a:rPr>
                        <a:t>S4P</a:t>
                      </a:r>
                      <a:endParaRPr lang="en-US" sz="1100">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nchor="ctr"/>
                </a:tc>
                <a:tc>
                  <a:txBody>
                    <a:bodyPr/>
                    <a:lstStyle/>
                    <a:p>
                      <a:pPr marL="0" marR="0" algn="l">
                        <a:spcAft>
                          <a:spcPts val="600"/>
                        </a:spcAft>
                        <a:buNone/>
                        <a:tabLst>
                          <a:tab pos="540385" algn="l"/>
                          <a:tab pos="1080135" algn="l"/>
                          <a:tab pos="457200" algn="l"/>
                        </a:tabLst>
                      </a:pPr>
                      <a:r>
                        <a:rPr lang="en-US" sz="1100">
                          <a:effectLst/>
                        </a:rPr>
                        <a:t>ME21N</a:t>
                      </a:r>
                      <a:endParaRPr lang="en-US" sz="1100">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nchor="ctr"/>
                </a:tc>
                <a:tc>
                  <a:txBody>
                    <a:bodyPr/>
                    <a:lstStyle/>
                    <a:p>
                      <a:pPr marL="0" marR="0" indent="0" algn="l">
                        <a:spcAft>
                          <a:spcPts val="600"/>
                        </a:spcAft>
                        <a:buNone/>
                        <a:tabLst>
                          <a:tab pos="540385" algn="l"/>
                          <a:tab pos="1080135" algn="l"/>
                        </a:tabLst>
                      </a:pPr>
                      <a:r>
                        <a:rPr lang="en-US" sz="1100">
                          <a:effectLst/>
                        </a:rPr>
                        <a:t>Create Purchase Order</a:t>
                      </a:r>
                      <a:endParaRPr lang="en-US" sz="1100">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nchor="ctr"/>
                </a:tc>
                <a:tc>
                  <a:txBody>
                    <a:bodyPr/>
                    <a:lstStyle/>
                    <a:p>
                      <a:pPr marL="342900" marR="0" lvl="0" indent="-342900" algn="l" defTabSz="914400" rtl="0" eaLnBrk="1" fontAlgn="auto" latinLnBrk="0" hangingPunct="1">
                        <a:lnSpc>
                          <a:spcPct val="100000"/>
                        </a:lnSpc>
                        <a:spcBef>
                          <a:spcPts val="0"/>
                        </a:spcBef>
                        <a:spcAft>
                          <a:spcPts val="600"/>
                        </a:spcAft>
                        <a:buClrTx/>
                        <a:buSzTx/>
                        <a:buFont typeface="Symbol" panose="05050102010706020507" pitchFamily="18" charset="2"/>
                        <a:buChar char=""/>
                        <a:tabLst>
                          <a:tab pos="540385" algn="l"/>
                          <a:tab pos="1080135" algn="l"/>
                        </a:tabLst>
                        <a:defRPr/>
                      </a:pPr>
                      <a:r>
                        <a:rPr lang="en-GB" sz="1000" kern="1200">
                          <a:solidFill>
                            <a:schemeClr val="dk1"/>
                          </a:solidFill>
                          <a:effectLst/>
                          <a:latin typeface="+mn-lt"/>
                          <a:ea typeface="+mn-ea"/>
                          <a:cs typeface="+mn-cs"/>
                        </a:rPr>
                        <a:t>Used for creating new PO with reference to PR line items</a:t>
                      </a:r>
                      <a:endParaRPr lang="en-US" sz="1000" kern="1200">
                        <a:solidFill>
                          <a:schemeClr val="dk1"/>
                        </a:solidFill>
                        <a:effectLst/>
                        <a:latin typeface="+mn-lt"/>
                        <a:ea typeface="+mn-ea"/>
                        <a:cs typeface="+mn-cs"/>
                      </a:endParaRPr>
                    </a:p>
                  </a:txBody>
                  <a:tcPr anchor="ctr"/>
                </a:tc>
                <a:extLst>
                  <a:ext uri="{0D108BD9-81ED-4DB2-BD59-A6C34878D82A}">
                    <a16:rowId xmlns:a16="http://schemas.microsoft.com/office/drawing/2014/main" val="667084177"/>
                  </a:ext>
                </a:extLst>
              </a:tr>
              <a:tr h="410603">
                <a:tc>
                  <a:txBody>
                    <a:bodyPr/>
                    <a:lstStyle/>
                    <a:p>
                      <a:pPr marL="0" marR="0" algn="l">
                        <a:spcAft>
                          <a:spcPts val="600"/>
                        </a:spcAft>
                        <a:buNone/>
                        <a:tabLst>
                          <a:tab pos="540385" algn="l"/>
                          <a:tab pos="1080135" algn="l"/>
                          <a:tab pos="457200" algn="l"/>
                        </a:tabLst>
                      </a:pPr>
                      <a:r>
                        <a:rPr lang="en-US" sz="1100">
                          <a:effectLst/>
                        </a:rPr>
                        <a:t>S4P</a:t>
                      </a:r>
                      <a:endParaRPr lang="en-US" sz="1100">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nchor="ctr"/>
                </a:tc>
                <a:tc>
                  <a:txBody>
                    <a:bodyPr/>
                    <a:lstStyle/>
                    <a:p>
                      <a:pPr marL="0" marR="0" algn="l">
                        <a:spcAft>
                          <a:spcPts val="600"/>
                        </a:spcAft>
                        <a:buNone/>
                        <a:tabLst>
                          <a:tab pos="540385" algn="l"/>
                          <a:tab pos="1080135" algn="l"/>
                          <a:tab pos="457200" algn="l"/>
                        </a:tabLst>
                      </a:pPr>
                      <a:r>
                        <a:rPr lang="en-US" sz="1100">
                          <a:effectLst/>
                        </a:rPr>
                        <a:t>ME22N</a:t>
                      </a:r>
                      <a:endParaRPr lang="en-US" sz="1100">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nchor="ctr"/>
                </a:tc>
                <a:tc>
                  <a:txBody>
                    <a:bodyPr/>
                    <a:lstStyle/>
                    <a:p>
                      <a:pPr marL="0" marR="0" indent="0" algn="l">
                        <a:spcAft>
                          <a:spcPts val="600"/>
                        </a:spcAft>
                        <a:buNone/>
                        <a:tabLst>
                          <a:tab pos="540385" algn="l"/>
                          <a:tab pos="1080135" algn="l"/>
                        </a:tabLst>
                      </a:pPr>
                      <a:r>
                        <a:rPr lang="en-US" sz="1100">
                          <a:effectLst/>
                        </a:rPr>
                        <a:t>Change Purchase Order</a:t>
                      </a:r>
                      <a:endParaRPr lang="en-US" sz="1100">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nchor="ctr"/>
                </a:tc>
                <a:tc>
                  <a:txBody>
                    <a:bodyPr/>
                    <a:lstStyle/>
                    <a:p>
                      <a:pPr marL="342900" marR="0" lvl="0" indent="-342900" algn="l" defTabSz="914400" rtl="0" eaLnBrk="1" fontAlgn="auto" latinLnBrk="0" hangingPunct="1">
                        <a:lnSpc>
                          <a:spcPct val="100000"/>
                        </a:lnSpc>
                        <a:spcBef>
                          <a:spcPts val="0"/>
                        </a:spcBef>
                        <a:spcAft>
                          <a:spcPts val="600"/>
                        </a:spcAft>
                        <a:buClrTx/>
                        <a:buSzTx/>
                        <a:buFont typeface="Symbol" panose="05050102010706020507" pitchFamily="18" charset="2"/>
                        <a:buChar char=""/>
                        <a:tabLst>
                          <a:tab pos="540385" algn="l"/>
                          <a:tab pos="1080135" algn="l"/>
                        </a:tabLst>
                        <a:defRPr/>
                      </a:pPr>
                      <a:r>
                        <a:rPr lang="en-GB" sz="1000" kern="1200">
                          <a:solidFill>
                            <a:schemeClr val="dk1"/>
                          </a:solidFill>
                          <a:effectLst/>
                          <a:latin typeface="+mn-lt"/>
                          <a:ea typeface="+mn-ea"/>
                          <a:cs typeface="+mn-cs"/>
                        </a:rPr>
                        <a:t>Used for changing the PO</a:t>
                      </a:r>
                      <a:endParaRPr lang="en-US" sz="1000" kern="1200" noProof="0">
                        <a:solidFill>
                          <a:schemeClr val="dk1"/>
                        </a:solidFill>
                        <a:effectLst/>
                        <a:latin typeface="+mn-lt"/>
                        <a:ea typeface="+mn-ea"/>
                        <a:cs typeface="+mn-cs"/>
                      </a:endParaRPr>
                    </a:p>
                  </a:txBody>
                  <a:tcPr anchor="ctr"/>
                </a:tc>
                <a:extLst>
                  <a:ext uri="{0D108BD9-81ED-4DB2-BD59-A6C34878D82A}">
                    <a16:rowId xmlns:a16="http://schemas.microsoft.com/office/drawing/2014/main" val="1043987992"/>
                  </a:ext>
                </a:extLst>
              </a:tr>
              <a:tr h="410603">
                <a:tc>
                  <a:txBody>
                    <a:bodyPr/>
                    <a:lstStyle/>
                    <a:p>
                      <a:pPr marL="0" marR="0" algn="l">
                        <a:spcAft>
                          <a:spcPts val="600"/>
                        </a:spcAft>
                        <a:buNone/>
                        <a:tabLst>
                          <a:tab pos="540385" algn="l"/>
                          <a:tab pos="1080135" algn="l"/>
                          <a:tab pos="457200" algn="l"/>
                        </a:tabLst>
                      </a:pPr>
                      <a:r>
                        <a:rPr lang="en-US" sz="1100">
                          <a:effectLst/>
                        </a:rPr>
                        <a:t>S4P</a:t>
                      </a:r>
                      <a:endParaRPr lang="en-US" sz="1100">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nchor="ctr"/>
                </a:tc>
                <a:tc>
                  <a:txBody>
                    <a:bodyPr/>
                    <a:lstStyle/>
                    <a:p>
                      <a:pPr marL="0" marR="0" algn="l">
                        <a:spcAft>
                          <a:spcPts val="600"/>
                        </a:spcAft>
                        <a:buNone/>
                        <a:tabLst>
                          <a:tab pos="540385" algn="l"/>
                          <a:tab pos="1080135" algn="l"/>
                          <a:tab pos="457200" algn="l"/>
                        </a:tabLst>
                      </a:pPr>
                      <a:r>
                        <a:rPr lang="en-US" sz="1100">
                          <a:effectLst/>
                        </a:rPr>
                        <a:t>ME23N</a:t>
                      </a:r>
                      <a:endParaRPr lang="en-US" sz="1100">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nchor="ctr"/>
                </a:tc>
                <a:tc>
                  <a:txBody>
                    <a:bodyPr/>
                    <a:lstStyle/>
                    <a:p>
                      <a:pPr marL="0" marR="0" indent="0" algn="l">
                        <a:spcAft>
                          <a:spcPts val="600"/>
                        </a:spcAft>
                        <a:buNone/>
                        <a:tabLst>
                          <a:tab pos="540385" algn="l"/>
                          <a:tab pos="1080135" algn="l"/>
                        </a:tabLst>
                      </a:pPr>
                      <a:r>
                        <a:rPr lang="en-US" sz="1100">
                          <a:effectLst/>
                        </a:rPr>
                        <a:t>Display Purchase Order</a:t>
                      </a:r>
                      <a:endParaRPr lang="en-US" sz="1100">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nchor="ctr"/>
                </a:tc>
                <a:tc>
                  <a:txBody>
                    <a:bodyPr/>
                    <a:lstStyle/>
                    <a:p>
                      <a:pPr marL="342900" marR="0" lvl="0" indent="-342900" algn="l" defTabSz="914400" rtl="0" eaLnBrk="1" fontAlgn="auto" latinLnBrk="0" hangingPunct="1">
                        <a:lnSpc>
                          <a:spcPct val="100000"/>
                        </a:lnSpc>
                        <a:spcBef>
                          <a:spcPts val="0"/>
                        </a:spcBef>
                        <a:spcAft>
                          <a:spcPts val="600"/>
                        </a:spcAft>
                        <a:buClrTx/>
                        <a:buSzTx/>
                        <a:buFont typeface="Symbol" panose="05050102010706020507" pitchFamily="18" charset="2"/>
                        <a:buChar char=""/>
                        <a:tabLst>
                          <a:tab pos="540385" algn="l"/>
                          <a:tab pos="1080135" algn="l"/>
                        </a:tabLst>
                        <a:defRPr/>
                      </a:pPr>
                      <a:r>
                        <a:rPr lang="en-GB" sz="1000" kern="1200">
                          <a:solidFill>
                            <a:schemeClr val="dk1"/>
                          </a:solidFill>
                          <a:effectLst/>
                          <a:latin typeface="+mn-lt"/>
                          <a:ea typeface="+mn-ea"/>
                          <a:cs typeface="+mn-cs"/>
                        </a:rPr>
                        <a:t>Used for displaying the PO</a:t>
                      </a:r>
                      <a:endParaRPr lang="en-US" sz="1000" kern="1200" noProof="0">
                        <a:solidFill>
                          <a:schemeClr val="dk1"/>
                        </a:solidFill>
                        <a:effectLst/>
                        <a:latin typeface="+mn-lt"/>
                        <a:ea typeface="+mn-ea"/>
                        <a:cs typeface="+mn-cs"/>
                      </a:endParaRPr>
                    </a:p>
                  </a:txBody>
                  <a:tcPr anchor="ctr"/>
                </a:tc>
                <a:extLst>
                  <a:ext uri="{0D108BD9-81ED-4DB2-BD59-A6C34878D82A}">
                    <a16:rowId xmlns:a16="http://schemas.microsoft.com/office/drawing/2014/main" val="3211575522"/>
                  </a:ext>
                </a:extLst>
              </a:tr>
              <a:tr h="410603">
                <a:tc>
                  <a:txBody>
                    <a:bodyPr/>
                    <a:lstStyle/>
                    <a:p>
                      <a:pPr marL="0" marR="0" algn="l">
                        <a:spcAft>
                          <a:spcPts val="600"/>
                        </a:spcAft>
                        <a:buNone/>
                        <a:tabLst>
                          <a:tab pos="540385" algn="l"/>
                          <a:tab pos="1080135" algn="l"/>
                          <a:tab pos="457200" algn="l"/>
                        </a:tabLst>
                      </a:pPr>
                      <a:r>
                        <a:rPr lang="de-DE" sz="1100">
                          <a:effectLst/>
                          <a:latin typeface="Arial" panose="020B0604020202020204" pitchFamily="34" charset="0"/>
                          <a:ea typeface="Calibri" panose="020F0502020204030204" pitchFamily="34" charset="0"/>
                          <a:cs typeface="Arial" panose="020B0604020202020204" pitchFamily="34" charset="0"/>
                        </a:rPr>
                        <a:t>S4P</a:t>
                      </a:r>
                      <a:endParaRPr lang="en-US" sz="1100">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nchor="ctr"/>
                </a:tc>
                <a:tc>
                  <a:txBody>
                    <a:bodyPr/>
                    <a:lstStyle/>
                    <a:p>
                      <a:pPr marL="0" marR="0" algn="l">
                        <a:spcAft>
                          <a:spcPts val="600"/>
                        </a:spcAft>
                        <a:buNone/>
                        <a:tabLst>
                          <a:tab pos="540385" algn="l"/>
                          <a:tab pos="1080135" algn="l"/>
                          <a:tab pos="457200" algn="l"/>
                        </a:tabLst>
                      </a:pPr>
                      <a:r>
                        <a:rPr lang="de-DE" sz="1100">
                          <a:effectLst/>
                          <a:latin typeface="Arial" panose="020B0604020202020204" pitchFamily="34" charset="0"/>
                          <a:ea typeface="Calibri" panose="020F0502020204030204" pitchFamily="34" charset="0"/>
                          <a:cs typeface="Arial" panose="020B0604020202020204" pitchFamily="34" charset="0"/>
                        </a:rPr>
                        <a:t>CV01N</a:t>
                      </a:r>
                      <a:endParaRPr lang="en-US" sz="1100">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nchor="ctr"/>
                </a:tc>
                <a:tc>
                  <a:txBody>
                    <a:bodyPr/>
                    <a:lstStyle/>
                    <a:p>
                      <a:pPr marL="0" marR="0" indent="0" algn="l">
                        <a:spcAft>
                          <a:spcPts val="600"/>
                        </a:spcAft>
                        <a:buNone/>
                        <a:tabLst>
                          <a:tab pos="540385" algn="l"/>
                          <a:tab pos="1080135" algn="l"/>
                        </a:tabLst>
                      </a:pPr>
                      <a:r>
                        <a:rPr lang="en-US" sz="1100" noProof="0">
                          <a:effectLst/>
                          <a:latin typeface="Arial" panose="020B0604020202020204" pitchFamily="34" charset="0"/>
                          <a:ea typeface="Calibri" panose="020F0502020204030204" pitchFamily="34" charset="0"/>
                          <a:cs typeface="Arial" panose="020B0604020202020204" pitchFamily="34" charset="0"/>
                        </a:rPr>
                        <a:t>Create Document</a:t>
                      </a:r>
                    </a:p>
                  </a:txBody>
                  <a:tcPr marL="68580" marR="68580" marT="0" marB="0" anchor="ctr"/>
                </a:tc>
                <a:tc>
                  <a:txBody>
                    <a:bodyPr/>
                    <a:lstStyle/>
                    <a:p>
                      <a:pPr marL="342900" marR="0" lvl="0" indent="-342900" algn="l" defTabSz="914400" rtl="0" eaLnBrk="1" fontAlgn="auto" latinLnBrk="0" hangingPunct="1">
                        <a:lnSpc>
                          <a:spcPct val="100000"/>
                        </a:lnSpc>
                        <a:spcBef>
                          <a:spcPts val="0"/>
                        </a:spcBef>
                        <a:spcAft>
                          <a:spcPts val="600"/>
                        </a:spcAft>
                        <a:buClrTx/>
                        <a:buSzTx/>
                        <a:buFont typeface="Symbol" panose="05050102010706020507" pitchFamily="18" charset="2"/>
                        <a:buChar char=""/>
                        <a:tabLst>
                          <a:tab pos="540385" algn="l"/>
                          <a:tab pos="1080135" algn="l"/>
                        </a:tabLst>
                        <a:defRPr/>
                      </a:pPr>
                      <a:r>
                        <a:rPr lang="en-US" sz="1000" kern="1200" noProof="0">
                          <a:solidFill>
                            <a:schemeClr val="dk1"/>
                          </a:solidFill>
                          <a:effectLst/>
                          <a:latin typeface="+mn-lt"/>
                          <a:ea typeface="+mn-ea"/>
                          <a:cs typeface="+mn-cs"/>
                        </a:rPr>
                        <a:t>Used to upload document into the SAP</a:t>
                      </a:r>
                      <a:r>
                        <a:rPr lang="cs-CZ" sz="1000" kern="1200" noProof="0">
                          <a:solidFill>
                            <a:schemeClr val="dk1"/>
                          </a:solidFill>
                          <a:effectLst/>
                          <a:latin typeface="+mn-lt"/>
                          <a:ea typeface="+mn-ea"/>
                          <a:cs typeface="+mn-cs"/>
                        </a:rPr>
                        <a:t> Archive</a:t>
                      </a:r>
                      <a:endParaRPr lang="en-US" sz="1000" kern="1200" noProof="0">
                        <a:solidFill>
                          <a:schemeClr val="dk1"/>
                        </a:solidFill>
                        <a:effectLst/>
                        <a:latin typeface="+mn-lt"/>
                        <a:ea typeface="+mn-ea"/>
                        <a:cs typeface="+mn-cs"/>
                      </a:endParaRPr>
                    </a:p>
                  </a:txBody>
                  <a:tcPr anchor="ctr"/>
                </a:tc>
                <a:extLst>
                  <a:ext uri="{0D108BD9-81ED-4DB2-BD59-A6C34878D82A}">
                    <a16:rowId xmlns:a16="http://schemas.microsoft.com/office/drawing/2014/main" val="3317333210"/>
                  </a:ext>
                </a:extLst>
              </a:tr>
              <a:tr h="410603">
                <a:tc>
                  <a:txBody>
                    <a:bodyPr/>
                    <a:lstStyle/>
                    <a:p>
                      <a:pPr marL="0" marR="0" algn="l">
                        <a:spcAft>
                          <a:spcPts val="600"/>
                        </a:spcAft>
                        <a:buNone/>
                        <a:tabLst>
                          <a:tab pos="540385" algn="l"/>
                          <a:tab pos="1080135" algn="l"/>
                          <a:tab pos="457200" algn="l"/>
                        </a:tabLst>
                      </a:pPr>
                      <a:r>
                        <a:rPr lang="de-DE" sz="1100">
                          <a:effectLst/>
                          <a:latin typeface="Arial" panose="020B0604020202020204" pitchFamily="34" charset="0"/>
                          <a:ea typeface="Calibri" panose="020F0502020204030204" pitchFamily="34" charset="0"/>
                          <a:cs typeface="Arial" panose="020B0604020202020204" pitchFamily="34" charset="0"/>
                        </a:rPr>
                        <a:t>S4P</a:t>
                      </a:r>
                      <a:endParaRPr lang="en-US" sz="1100">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nchor="ctr"/>
                </a:tc>
                <a:tc>
                  <a:txBody>
                    <a:bodyPr/>
                    <a:lstStyle/>
                    <a:p>
                      <a:pPr marL="0" marR="0" algn="l">
                        <a:spcAft>
                          <a:spcPts val="600"/>
                        </a:spcAft>
                        <a:buNone/>
                        <a:tabLst>
                          <a:tab pos="540385" algn="l"/>
                          <a:tab pos="1080135" algn="l"/>
                          <a:tab pos="457200" algn="l"/>
                        </a:tabLst>
                      </a:pPr>
                      <a:r>
                        <a:rPr lang="de-DE" sz="1100">
                          <a:effectLst/>
                          <a:latin typeface="Arial" panose="020B0604020202020204" pitchFamily="34" charset="0"/>
                          <a:ea typeface="Calibri" panose="020F0502020204030204" pitchFamily="34" charset="0"/>
                          <a:cs typeface="Arial" panose="020B0604020202020204" pitchFamily="34" charset="0"/>
                        </a:rPr>
                        <a:t>Obligo</a:t>
                      </a:r>
                      <a:endParaRPr lang="en-US" sz="1100">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nchor="ctr"/>
                </a:tc>
                <a:tc>
                  <a:txBody>
                    <a:bodyPr/>
                    <a:lstStyle/>
                    <a:p>
                      <a:pPr marL="0" marR="0" indent="0" algn="l">
                        <a:spcAft>
                          <a:spcPts val="600"/>
                        </a:spcAft>
                        <a:buNone/>
                        <a:tabLst>
                          <a:tab pos="540385" algn="l"/>
                          <a:tab pos="1080135" algn="l"/>
                        </a:tabLst>
                      </a:pPr>
                      <a:r>
                        <a:rPr lang="de-DE" sz="1100">
                          <a:effectLst/>
                          <a:latin typeface="Arial" panose="020B0604020202020204" pitchFamily="34" charset="0"/>
                          <a:ea typeface="Calibri" panose="020F0502020204030204" pitchFamily="34" charset="0"/>
                          <a:cs typeface="Arial" panose="020B0604020202020204" pitchFamily="34" charset="0"/>
                        </a:rPr>
                        <a:t>Obligo</a:t>
                      </a:r>
                      <a:endParaRPr lang="en-US" sz="1100">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nchor="ctr"/>
                </a:tc>
                <a:tc>
                  <a:txBody>
                    <a:bodyPr/>
                    <a:lstStyle/>
                    <a:p>
                      <a:pPr marL="342900" marR="0" lvl="0" indent="-342900" algn="l" defTabSz="914400" rtl="0" eaLnBrk="1" fontAlgn="auto" latinLnBrk="0" hangingPunct="1">
                        <a:lnSpc>
                          <a:spcPct val="100000"/>
                        </a:lnSpc>
                        <a:spcBef>
                          <a:spcPts val="0"/>
                        </a:spcBef>
                        <a:spcAft>
                          <a:spcPts val="600"/>
                        </a:spcAft>
                        <a:buClrTx/>
                        <a:buSzTx/>
                        <a:buFont typeface="Symbol" panose="05050102010706020507" pitchFamily="18" charset="2"/>
                        <a:buChar char=""/>
                        <a:tabLst>
                          <a:tab pos="540385" algn="l"/>
                          <a:tab pos="1080135" algn="l"/>
                        </a:tabLst>
                        <a:defRPr/>
                      </a:pPr>
                      <a:r>
                        <a:rPr lang="en-US" sz="1000" kern="1200" noProof="0">
                          <a:solidFill>
                            <a:schemeClr val="dk1"/>
                          </a:solidFill>
                          <a:effectLst/>
                          <a:latin typeface="+mn-lt"/>
                          <a:ea typeface="+mn-ea"/>
                          <a:cs typeface="+mn-cs"/>
                        </a:rPr>
                        <a:t>Report with a list of Pos</a:t>
                      </a:r>
                      <a:r>
                        <a:rPr lang="cs-CZ" sz="1000" kern="1200" noProof="0" err="1">
                          <a:solidFill>
                            <a:schemeClr val="dk1"/>
                          </a:solidFill>
                          <a:effectLst/>
                          <a:latin typeface="+mn-lt"/>
                          <a:ea typeface="+mn-ea"/>
                          <a:cs typeface="+mn-cs"/>
                        </a:rPr>
                        <a:t>itions</a:t>
                      </a:r>
                      <a:r>
                        <a:rPr lang="en-US" sz="1000" kern="1200" noProof="0">
                          <a:solidFill>
                            <a:schemeClr val="dk1"/>
                          </a:solidFill>
                          <a:effectLst/>
                          <a:latin typeface="+mn-lt"/>
                          <a:ea typeface="+mn-ea"/>
                          <a:cs typeface="+mn-cs"/>
                        </a:rPr>
                        <a:t> with the related invoiced values</a:t>
                      </a:r>
                    </a:p>
                  </a:txBody>
                  <a:tcPr anchor="ctr"/>
                </a:tc>
                <a:extLst>
                  <a:ext uri="{0D108BD9-81ED-4DB2-BD59-A6C34878D82A}">
                    <a16:rowId xmlns:a16="http://schemas.microsoft.com/office/drawing/2014/main" val="2164635689"/>
                  </a:ext>
                </a:extLst>
              </a:tr>
              <a:tr h="410603">
                <a:tc>
                  <a:txBody>
                    <a:bodyPr/>
                    <a:lstStyle/>
                    <a:p>
                      <a:pPr marL="0" marR="0" algn="l">
                        <a:spcAft>
                          <a:spcPts val="600"/>
                        </a:spcAft>
                        <a:buNone/>
                        <a:tabLst>
                          <a:tab pos="540385" algn="l"/>
                          <a:tab pos="1080135" algn="l"/>
                          <a:tab pos="457200" algn="l"/>
                        </a:tabLst>
                      </a:pPr>
                      <a:r>
                        <a:rPr lang="de-DE" sz="1100">
                          <a:effectLst/>
                          <a:latin typeface="Arial" panose="020B0604020202020204" pitchFamily="34" charset="0"/>
                          <a:ea typeface="Calibri" panose="020F0502020204030204" pitchFamily="34" charset="0"/>
                          <a:cs typeface="Arial" panose="020B0604020202020204" pitchFamily="34" charset="0"/>
                        </a:rPr>
                        <a:t>S4P</a:t>
                      </a:r>
                      <a:endParaRPr lang="en-US" sz="1100">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nchor="ctr"/>
                </a:tc>
                <a:tc>
                  <a:txBody>
                    <a:bodyPr/>
                    <a:lstStyle/>
                    <a:p>
                      <a:pPr marL="0" marR="0" algn="l">
                        <a:spcAft>
                          <a:spcPts val="600"/>
                        </a:spcAft>
                        <a:buNone/>
                        <a:tabLst>
                          <a:tab pos="540385" algn="l"/>
                          <a:tab pos="1080135" algn="l"/>
                          <a:tab pos="457200" algn="l"/>
                        </a:tabLst>
                      </a:pPr>
                      <a:r>
                        <a:rPr lang="en-US" sz="1100" noProof="0">
                          <a:effectLst/>
                          <a:latin typeface="Arial" panose="020B0604020202020204" pitchFamily="34" charset="0"/>
                          <a:ea typeface="Calibri" panose="020F0502020204030204" pitchFamily="34" charset="0"/>
                          <a:cs typeface="Arial" panose="020B0604020202020204" pitchFamily="34" charset="0"/>
                        </a:rPr>
                        <a:t>Purchasing Activity</a:t>
                      </a:r>
                    </a:p>
                  </a:txBody>
                  <a:tcPr marL="68580" marR="68580" marT="0" marB="0" anchor="ctr"/>
                </a:tc>
                <a:tc>
                  <a:txBody>
                    <a:bodyPr/>
                    <a:lstStyle/>
                    <a:p>
                      <a:pPr marL="0" marR="0" indent="0" algn="l">
                        <a:spcAft>
                          <a:spcPts val="600"/>
                        </a:spcAft>
                        <a:buNone/>
                        <a:tabLst>
                          <a:tab pos="540385" algn="l"/>
                          <a:tab pos="1080135" algn="l"/>
                        </a:tabLst>
                      </a:pPr>
                      <a:r>
                        <a:rPr lang="en-US" sz="1100" noProof="0">
                          <a:effectLst/>
                          <a:latin typeface="Arial" panose="020B0604020202020204" pitchFamily="34" charset="0"/>
                          <a:ea typeface="Calibri" panose="020F0502020204030204" pitchFamily="34" charset="0"/>
                          <a:cs typeface="Arial" panose="020B0604020202020204" pitchFamily="34" charset="0"/>
                        </a:rPr>
                        <a:t>Purchasing Activity</a:t>
                      </a:r>
                    </a:p>
                  </a:txBody>
                  <a:tcPr marL="68580" marR="68580" marT="0" marB="0" anchor="ctr"/>
                </a:tc>
                <a:tc>
                  <a:txBody>
                    <a:bodyPr/>
                    <a:lstStyle/>
                    <a:p>
                      <a:pPr marL="342900" marR="0" lvl="0" indent="-342900" algn="l" defTabSz="914400" rtl="0" eaLnBrk="1" fontAlgn="auto" latinLnBrk="0" hangingPunct="1">
                        <a:lnSpc>
                          <a:spcPct val="100000"/>
                        </a:lnSpc>
                        <a:spcBef>
                          <a:spcPts val="0"/>
                        </a:spcBef>
                        <a:spcAft>
                          <a:spcPts val="600"/>
                        </a:spcAft>
                        <a:buClrTx/>
                        <a:buSzTx/>
                        <a:buFont typeface="Symbol" panose="05050102010706020507" pitchFamily="18" charset="2"/>
                        <a:buChar char=""/>
                        <a:tabLst>
                          <a:tab pos="540385" algn="l"/>
                          <a:tab pos="1080135" algn="l"/>
                        </a:tabLst>
                        <a:defRPr/>
                      </a:pPr>
                      <a:r>
                        <a:rPr lang="en-US" sz="1000" kern="1200" noProof="0">
                          <a:solidFill>
                            <a:schemeClr val="dk1"/>
                          </a:solidFill>
                          <a:effectLst/>
                          <a:latin typeface="+mn-lt"/>
                          <a:ea typeface="+mn-ea"/>
                          <a:cs typeface="+mn-cs"/>
                        </a:rPr>
                        <a:t>Report with a list of Pos</a:t>
                      </a:r>
                      <a:r>
                        <a:rPr lang="cs-CZ" sz="1000" kern="1200" noProof="0" err="1">
                          <a:solidFill>
                            <a:schemeClr val="dk1"/>
                          </a:solidFill>
                          <a:effectLst/>
                          <a:latin typeface="+mn-lt"/>
                          <a:ea typeface="+mn-ea"/>
                          <a:cs typeface="+mn-cs"/>
                        </a:rPr>
                        <a:t>itions</a:t>
                      </a:r>
                      <a:r>
                        <a:rPr lang="en-US" sz="1000" kern="1200" noProof="0">
                          <a:solidFill>
                            <a:schemeClr val="dk1"/>
                          </a:solidFill>
                          <a:effectLst/>
                          <a:latin typeface="+mn-lt"/>
                          <a:ea typeface="+mn-ea"/>
                          <a:cs typeface="+mn-cs"/>
                        </a:rPr>
                        <a:t> with ordered value and quantity</a:t>
                      </a:r>
                    </a:p>
                  </a:txBody>
                  <a:tcPr anchor="ctr"/>
                </a:tc>
                <a:extLst>
                  <a:ext uri="{0D108BD9-81ED-4DB2-BD59-A6C34878D82A}">
                    <a16:rowId xmlns:a16="http://schemas.microsoft.com/office/drawing/2014/main" val="2881019004"/>
                  </a:ext>
                </a:extLst>
              </a:tr>
              <a:tr h="450732">
                <a:tc>
                  <a:txBody>
                    <a:bodyPr/>
                    <a:lstStyle/>
                    <a:p>
                      <a:pPr marL="0" marR="0" algn="l">
                        <a:spcAft>
                          <a:spcPts val="600"/>
                        </a:spcAft>
                        <a:buNone/>
                        <a:tabLst>
                          <a:tab pos="540385" algn="l"/>
                          <a:tab pos="1080135" algn="l"/>
                          <a:tab pos="457200" algn="l"/>
                        </a:tabLst>
                      </a:pPr>
                      <a:r>
                        <a:rPr lang="en-US" sz="1100">
                          <a:effectLst/>
                        </a:rPr>
                        <a:t>BTP</a:t>
                      </a:r>
                      <a:endParaRPr lang="en-US" sz="1100">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nchor="ctr"/>
                </a:tc>
                <a:tc>
                  <a:txBody>
                    <a:bodyPr/>
                    <a:lstStyle/>
                    <a:p>
                      <a:pPr marL="0" marR="0" algn="l">
                        <a:spcAft>
                          <a:spcPts val="600"/>
                        </a:spcAft>
                        <a:buNone/>
                        <a:tabLst>
                          <a:tab pos="540385" algn="l"/>
                          <a:tab pos="1080135" algn="l"/>
                          <a:tab pos="457200" algn="l"/>
                        </a:tabLst>
                      </a:pPr>
                      <a:r>
                        <a:rPr lang="en-US" sz="1100">
                          <a:effectLst/>
                        </a:rPr>
                        <a:t>My Inbox</a:t>
                      </a:r>
                      <a:endParaRPr lang="en-US" sz="1100">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nchor="ctr"/>
                </a:tc>
                <a:tc>
                  <a:txBody>
                    <a:bodyPr/>
                    <a:lstStyle/>
                    <a:p>
                      <a:pPr marL="0" marR="0" indent="0" algn="l">
                        <a:spcAft>
                          <a:spcPts val="600"/>
                        </a:spcAft>
                        <a:buNone/>
                        <a:tabLst>
                          <a:tab pos="540385" algn="l"/>
                          <a:tab pos="1080135" algn="l"/>
                        </a:tabLst>
                      </a:pPr>
                      <a:r>
                        <a:rPr lang="en-US" sz="1100">
                          <a:effectLst/>
                        </a:rPr>
                        <a:t>My Inbox</a:t>
                      </a:r>
                      <a:endParaRPr lang="en-US" sz="1100">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nchor="ctr"/>
                </a:tc>
                <a:tc>
                  <a:txBody>
                    <a:bodyPr/>
                    <a:lstStyle/>
                    <a:p>
                      <a:pPr marL="342900" marR="0" lvl="0" indent="-342900" algn="l" rtl="0">
                        <a:spcAft>
                          <a:spcPts val="600"/>
                        </a:spcAft>
                        <a:buFont typeface="Symbol" panose="05050102010706020507" pitchFamily="18" charset="2"/>
                        <a:buChar char=""/>
                        <a:tabLst>
                          <a:tab pos="540385" algn="l"/>
                          <a:tab pos="1080135" algn="l"/>
                        </a:tabLst>
                      </a:pPr>
                      <a:r>
                        <a:rPr lang="en-GB" sz="1000">
                          <a:effectLst/>
                        </a:rPr>
                        <a:t>Used for </a:t>
                      </a:r>
                      <a:r>
                        <a:rPr lang="cs-CZ" sz="1000">
                          <a:effectLst/>
                        </a:rPr>
                        <a:t>PR and </a:t>
                      </a:r>
                      <a:r>
                        <a:rPr lang="en-GB" sz="1000">
                          <a:effectLst/>
                        </a:rPr>
                        <a:t>PO workflow confirmations and approvals</a:t>
                      </a:r>
                    </a:p>
                    <a:p>
                      <a:pPr marL="342900" marR="0" lvl="0" indent="-342900" algn="l" rtl="0">
                        <a:spcAft>
                          <a:spcPts val="600"/>
                        </a:spcAft>
                        <a:buFont typeface="Symbol" panose="05050102010706020507" pitchFamily="18" charset="2"/>
                        <a:buChar char=""/>
                        <a:tabLst>
                          <a:tab pos="540385" algn="l"/>
                          <a:tab pos="1080135" algn="l"/>
                        </a:tabLst>
                      </a:pPr>
                      <a:r>
                        <a:rPr lang="en-GB" sz="1000">
                          <a:effectLst/>
                          <a:latin typeface="Arial" panose="020B0604020202020204" pitchFamily="34" charset="0"/>
                          <a:ea typeface="Calibri" panose="020F0502020204030204" pitchFamily="34" charset="0"/>
                          <a:cs typeface="Arial" panose="020B0604020202020204" pitchFamily="34" charset="0"/>
                        </a:rPr>
                        <a:t>This application will be the default app in the </a:t>
                      </a:r>
                      <a:r>
                        <a:rPr lang="cs-CZ" sz="1000">
                          <a:effectLst/>
                          <a:latin typeface="Arial" panose="020B0604020202020204" pitchFamily="34" charset="0"/>
                          <a:ea typeface="Calibri" panose="020F0502020204030204" pitchFamily="34" charset="0"/>
                          <a:cs typeface="Arial" panose="020B0604020202020204" pitchFamily="34" charset="0"/>
                        </a:rPr>
                        <a:t>PR/</a:t>
                      </a:r>
                      <a:r>
                        <a:rPr lang="en-GB" sz="1000">
                          <a:effectLst/>
                          <a:latin typeface="Arial" panose="020B0604020202020204" pitchFamily="34" charset="0"/>
                          <a:ea typeface="Calibri" panose="020F0502020204030204" pitchFamily="34" charset="0"/>
                          <a:cs typeface="Arial" panose="020B0604020202020204" pitchFamily="34" charset="0"/>
                        </a:rPr>
                        <a:t>PO related BTP emails</a:t>
                      </a:r>
                      <a:endParaRPr lang="en-US" sz="1100">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nchor="ctr"/>
                </a:tc>
                <a:extLst>
                  <a:ext uri="{0D108BD9-81ED-4DB2-BD59-A6C34878D82A}">
                    <a16:rowId xmlns:a16="http://schemas.microsoft.com/office/drawing/2014/main" val="2851705406"/>
                  </a:ext>
                </a:extLst>
              </a:tr>
            </a:tbl>
          </a:graphicData>
        </a:graphic>
      </p:graphicFrame>
      <p:sp>
        <p:nvSpPr>
          <p:cNvPr id="7" name="Fußzeilenplatzhalter 2">
            <a:extLst>
              <a:ext uri="{FF2B5EF4-FFF2-40B4-BE49-F238E27FC236}">
                <a16:creationId xmlns:a16="http://schemas.microsoft.com/office/drawing/2014/main" id="{55D320E6-B7ED-86D5-3EC5-2F061DF30A71}"/>
              </a:ext>
            </a:extLst>
          </p:cNvPr>
          <p:cNvSpPr>
            <a:spLocks noGrp="1"/>
          </p:cNvSpPr>
          <p:nvPr>
            <p:ph type="ftr" sz="quarter" idx="10"/>
          </p:nvPr>
        </p:nvSpPr>
        <p:spPr>
          <a:xfrm>
            <a:off x="1059160" y="6310800"/>
            <a:ext cx="9216000" cy="547200"/>
          </a:xfrm>
        </p:spPr>
        <p:txBody>
          <a:bodyPr/>
          <a:lstStyle/>
          <a:p>
            <a:pPr>
              <a:lnSpc>
                <a:spcPct val="100000"/>
              </a:lnSpc>
            </a:pPr>
            <a:r>
              <a:rPr lang="en-US"/>
              <a:t>Internal | © Siemens 2025 | SHERPA X I MM081 Procurement via Direct X</a:t>
            </a:r>
          </a:p>
        </p:txBody>
      </p:sp>
    </p:spTree>
    <p:extLst>
      <p:ext uri="{BB962C8B-B14F-4D97-AF65-F5344CB8AC3E}">
        <p14:creationId xmlns:p14="http://schemas.microsoft.com/office/powerpoint/2010/main" val="66877970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417259-706E-809F-569B-882A7A2B4BA4}"/>
            </a:ext>
          </a:extLst>
        </p:cNvPr>
        <p:cNvGrpSpPr/>
        <p:nvPr/>
      </p:nvGrpSpPr>
      <p:grpSpPr>
        <a:xfrm>
          <a:off x="0" y="0"/>
          <a:ext cx="0" cy="0"/>
          <a:chOff x="0" y="0"/>
          <a:chExt cx="0" cy="0"/>
        </a:xfrm>
      </p:grpSpPr>
      <p:graphicFrame>
        <p:nvGraphicFramePr>
          <p:cNvPr id="21" name="Object 20" hidden="1">
            <a:extLst>
              <a:ext uri="{FF2B5EF4-FFF2-40B4-BE49-F238E27FC236}">
                <a16:creationId xmlns:a16="http://schemas.microsoft.com/office/drawing/2014/main" id="{5D4E058F-0FEF-3830-1CF0-7E01FB6CB07B}"/>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737" imgH="737" progId="TCLayout.ActiveDocument.1">
                  <p:embed/>
                </p:oleObj>
              </mc:Choice>
              <mc:Fallback>
                <p:oleObj name="think-cell Slide" r:id="rId3" imgW="737" imgH="737" progId="TCLayout.ActiveDocument.1">
                  <p:embed/>
                  <p:pic>
                    <p:nvPicPr>
                      <p:cNvPr id="21" name="Object 20" hidden="1">
                        <a:extLst>
                          <a:ext uri="{FF2B5EF4-FFF2-40B4-BE49-F238E27FC236}">
                            <a16:creationId xmlns:a16="http://schemas.microsoft.com/office/drawing/2014/main" id="{5D4E058F-0FEF-3830-1CF0-7E01FB6CB07B}"/>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5" name="Title 4">
            <a:extLst>
              <a:ext uri="{FF2B5EF4-FFF2-40B4-BE49-F238E27FC236}">
                <a16:creationId xmlns:a16="http://schemas.microsoft.com/office/drawing/2014/main" id="{4C505F9B-443E-34E5-DB5F-25F6C901F15B}"/>
              </a:ext>
            </a:extLst>
          </p:cNvPr>
          <p:cNvSpPr>
            <a:spLocks noGrp="1"/>
          </p:cNvSpPr>
          <p:nvPr>
            <p:ph type="title"/>
          </p:nvPr>
        </p:nvSpPr>
        <p:spPr>
          <a:xfrm>
            <a:off x="410401" y="3780000"/>
            <a:ext cx="9287638" cy="738664"/>
          </a:xfrm>
        </p:spPr>
        <p:txBody>
          <a:bodyPr/>
          <a:lstStyle/>
          <a:p>
            <a:r>
              <a:rPr lang="cs-CZ" sz="4800" b="1"/>
              <a:t>6. </a:t>
            </a:r>
            <a:r>
              <a:rPr lang="en-US" sz="4800" b="1"/>
              <a:t>Purchase Order Creation</a:t>
            </a:r>
            <a:endParaRPr lang="en-US"/>
          </a:p>
        </p:txBody>
      </p:sp>
    </p:spTree>
    <p:extLst>
      <p:ext uri="{BB962C8B-B14F-4D97-AF65-F5344CB8AC3E}">
        <p14:creationId xmlns:p14="http://schemas.microsoft.com/office/powerpoint/2010/main" val="1059756329"/>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922FDBD2-1571-5E86-B36F-B9BBF082C794}"/>
              </a:ext>
            </a:extLst>
          </p:cNvPr>
          <p:cNvSpPr>
            <a:spLocks noGrp="1"/>
          </p:cNvSpPr>
          <p:nvPr>
            <p:ph type="title"/>
          </p:nvPr>
        </p:nvSpPr>
        <p:spPr>
          <a:xfrm>
            <a:off x="318435" y="126414"/>
            <a:ext cx="9863997" cy="576000"/>
          </a:xfrm>
        </p:spPr>
        <p:txBody>
          <a:bodyPr/>
          <a:lstStyle/>
          <a:p>
            <a:r>
              <a:rPr lang="cs-CZ">
                <a:solidFill>
                  <a:srgbClr val="00557C"/>
                </a:solidFill>
              </a:rPr>
              <a:t>6.1 </a:t>
            </a:r>
            <a:r>
              <a:rPr lang="en-US">
                <a:solidFill>
                  <a:srgbClr val="00557C"/>
                </a:solidFill>
              </a:rPr>
              <a:t>Create Purchase Order</a:t>
            </a:r>
            <a:r>
              <a:rPr lang="cs-CZ">
                <a:solidFill>
                  <a:srgbClr val="00557C"/>
                </a:solidFill>
              </a:rPr>
              <a:t> – </a:t>
            </a:r>
            <a:r>
              <a:rPr lang="cs-CZ" err="1">
                <a:solidFill>
                  <a:srgbClr val="00557C"/>
                </a:solidFill>
              </a:rPr>
              <a:t>Process</a:t>
            </a:r>
            <a:r>
              <a:rPr lang="cs-CZ">
                <a:solidFill>
                  <a:srgbClr val="00557C"/>
                </a:solidFill>
              </a:rPr>
              <a:t> </a:t>
            </a:r>
            <a:r>
              <a:rPr lang="cs-CZ" err="1">
                <a:solidFill>
                  <a:srgbClr val="00557C"/>
                </a:solidFill>
              </a:rPr>
              <a:t>Overview</a:t>
            </a:r>
            <a:endParaRPr lang="en-US">
              <a:solidFill>
                <a:srgbClr val="00557C"/>
              </a:solidFill>
            </a:endParaRPr>
          </a:p>
        </p:txBody>
      </p:sp>
      <p:sp>
        <p:nvSpPr>
          <p:cNvPr id="4" name="Foliennummernplatzhalter 3">
            <a:extLst>
              <a:ext uri="{FF2B5EF4-FFF2-40B4-BE49-F238E27FC236}">
                <a16:creationId xmlns:a16="http://schemas.microsoft.com/office/drawing/2014/main" id="{EFDFAA91-CD93-351F-8D1A-0B9F8D183ADB}"/>
              </a:ext>
            </a:extLst>
          </p:cNvPr>
          <p:cNvSpPr>
            <a:spLocks noGrp="1"/>
          </p:cNvSpPr>
          <p:nvPr>
            <p:ph type="sldNum" sz="quarter" idx="11"/>
          </p:nvPr>
        </p:nvSpPr>
        <p:spPr/>
        <p:txBody>
          <a:bodyPr/>
          <a:lstStyle/>
          <a:p>
            <a:r>
              <a:rPr lang="en-US"/>
              <a:t>Page </a:t>
            </a:r>
            <a:fld id="{15EBE321-CBB1-4E91-BD14-37C8D44326FB}" type="slidenum">
              <a:rPr lang="en-US" smtClean="0"/>
              <a:pPr/>
              <a:t>38</a:t>
            </a:fld>
            <a:endParaRPr lang="en-US"/>
          </a:p>
        </p:txBody>
      </p:sp>
      <p:sp>
        <p:nvSpPr>
          <p:cNvPr id="6" name="Rechteck 5">
            <a:extLst>
              <a:ext uri="{FF2B5EF4-FFF2-40B4-BE49-F238E27FC236}">
                <a16:creationId xmlns:a16="http://schemas.microsoft.com/office/drawing/2014/main" id="{2F52D378-D66A-6F6D-0A86-BBBEEEBF3566}"/>
              </a:ext>
            </a:extLst>
          </p:cNvPr>
          <p:cNvSpPr/>
          <p:nvPr/>
        </p:nvSpPr>
        <p:spPr>
          <a:xfrm>
            <a:off x="6680111" y="1537855"/>
            <a:ext cx="5068544" cy="429490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pPr marL="0" marR="0">
              <a:spcAft>
                <a:spcPts val="600"/>
              </a:spcAft>
              <a:tabLst>
                <a:tab pos="540385" algn="l"/>
                <a:tab pos="1080135" algn="l"/>
              </a:tabLst>
            </a:pPr>
            <a:r>
              <a:rPr lang="en-US" sz="1800">
                <a:solidFill>
                  <a:schemeClr val="tx1"/>
                </a:solidFill>
                <a:effectLst/>
                <a:latin typeface="Arial" panose="020B0604020202020204" pitchFamily="34" charset="0"/>
                <a:ea typeface="Calibri" panose="020F0502020204030204" pitchFamily="34" charset="0"/>
                <a:cs typeface="Arial" panose="020B0604020202020204" pitchFamily="34" charset="0"/>
              </a:rPr>
              <a:t>After the purchase requisition is released you, as the purchaser, can create the purchase order.</a:t>
            </a:r>
            <a:r>
              <a:rPr lang="cs-CZ" sz="1800">
                <a:solidFill>
                  <a:schemeClr val="tx1"/>
                </a:solidFill>
                <a:effectLst/>
                <a:latin typeface="Arial" panose="020B0604020202020204" pitchFamily="34" charset="0"/>
                <a:ea typeface="Calibri" panose="020F0502020204030204" pitchFamily="34" charset="0"/>
                <a:cs typeface="Arial" panose="020B0604020202020204" pitchFamily="34" charset="0"/>
              </a:rPr>
              <a:t> </a:t>
            </a:r>
            <a:r>
              <a:rPr lang="en-US" sz="1800">
                <a:solidFill>
                  <a:schemeClr val="tx1"/>
                </a:solidFill>
                <a:effectLst/>
                <a:latin typeface="Arial" panose="020B0604020202020204" pitchFamily="34" charset="0"/>
                <a:ea typeface="Calibri" panose="020F0502020204030204" pitchFamily="34" charset="0"/>
                <a:cs typeface="Arial" panose="020B0604020202020204" pitchFamily="34" charset="0"/>
              </a:rPr>
              <a:t>The creation and the release of the PO will be controlled by a workflow on SAP BTP.</a:t>
            </a:r>
          </a:p>
          <a:p>
            <a:pPr marL="0" marR="0">
              <a:spcAft>
                <a:spcPts val="600"/>
              </a:spcAft>
              <a:tabLst>
                <a:tab pos="540385" algn="l"/>
                <a:tab pos="1080135" algn="l"/>
              </a:tabLst>
            </a:pPr>
            <a:endParaRPr lang="en-US">
              <a:solidFill>
                <a:schemeClr val="tx1"/>
              </a:solidFill>
              <a:latin typeface="Arial" panose="020B0604020202020204" pitchFamily="34" charset="0"/>
              <a:ea typeface="Calibri" panose="020F0502020204030204" pitchFamily="34" charset="0"/>
              <a:cs typeface="Arial" panose="020B0604020202020204" pitchFamily="34" charset="0"/>
            </a:endParaRPr>
          </a:p>
          <a:p>
            <a:pPr marL="0" marR="0">
              <a:spcAft>
                <a:spcPts val="600"/>
              </a:spcAft>
              <a:tabLst>
                <a:tab pos="540385" algn="l"/>
                <a:tab pos="1080135" algn="l"/>
              </a:tabLst>
            </a:pPr>
            <a:r>
              <a:rPr lang="en-US">
                <a:solidFill>
                  <a:schemeClr val="tx1"/>
                </a:solidFill>
                <a:latin typeface="Arial" panose="020B0604020202020204" pitchFamily="34" charset="0"/>
                <a:ea typeface="Calibri" panose="020F0502020204030204" pitchFamily="34" charset="0"/>
                <a:cs typeface="Arial" panose="020B0604020202020204" pitchFamily="34" charset="0"/>
              </a:rPr>
              <a:t>The main steps to create the PO are</a:t>
            </a:r>
          </a:p>
          <a:p>
            <a:pPr marL="342900" marR="0" indent="-342900">
              <a:spcAft>
                <a:spcPts val="600"/>
              </a:spcAft>
              <a:buFont typeface="+mj-lt"/>
              <a:buAutoNum type="arabicPeriod"/>
              <a:tabLst>
                <a:tab pos="540385" algn="l"/>
                <a:tab pos="1080135" algn="l"/>
              </a:tabLst>
            </a:pPr>
            <a:r>
              <a:rPr lang="en-US" sz="1800">
                <a:solidFill>
                  <a:schemeClr val="tx1"/>
                </a:solidFill>
                <a:effectLst/>
                <a:latin typeface="Arial" panose="020B0604020202020204" pitchFamily="34" charset="0"/>
                <a:ea typeface="Calibri" panose="020F0502020204030204" pitchFamily="34" charset="0"/>
                <a:cs typeface="Arial" panose="020B0604020202020204" pitchFamily="34" charset="0"/>
              </a:rPr>
              <a:t>Search for the PR</a:t>
            </a:r>
            <a:endParaRPr lang="en-US">
              <a:solidFill>
                <a:schemeClr val="tx1"/>
              </a:solidFill>
              <a:latin typeface="Arial" panose="020B0604020202020204" pitchFamily="34" charset="0"/>
              <a:ea typeface="Calibri" panose="020F0502020204030204" pitchFamily="34" charset="0"/>
              <a:cs typeface="Arial" panose="020B0604020202020204" pitchFamily="34" charset="0"/>
            </a:endParaRPr>
          </a:p>
          <a:p>
            <a:pPr marL="342900" marR="0" indent="-342900">
              <a:spcAft>
                <a:spcPts val="600"/>
              </a:spcAft>
              <a:buFont typeface="+mj-lt"/>
              <a:buAutoNum type="arabicPeriod"/>
              <a:tabLst>
                <a:tab pos="540385" algn="l"/>
                <a:tab pos="1080135" algn="l"/>
              </a:tabLst>
            </a:pPr>
            <a:r>
              <a:rPr lang="en-US" sz="1800">
                <a:solidFill>
                  <a:schemeClr val="tx1"/>
                </a:solidFill>
                <a:effectLst/>
                <a:latin typeface="Arial" panose="020B0604020202020204" pitchFamily="34" charset="0"/>
                <a:ea typeface="Calibri" panose="020F0502020204030204" pitchFamily="34" charset="0"/>
                <a:cs typeface="Arial" panose="020B0604020202020204" pitchFamily="34" charset="0"/>
              </a:rPr>
              <a:t>Convert PR to PO</a:t>
            </a:r>
          </a:p>
          <a:p>
            <a:pPr marL="342900" marR="0" indent="-342900">
              <a:spcAft>
                <a:spcPts val="600"/>
              </a:spcAft>
              <a:buFont typeface="+mj-lt"/>
              <a:buAutoNum type="arabicPeriod"/>
              <a:tabLst>
                <a:tab pos="540385" algn="l"/>
                <a:tab pos="1080135" algn="l"/>
              </a:tabLst>
            </a:pPr>
            <a:r>
              <a:rPr lang="en-US" sz="1800">
                <a:solidFill>
                  <a:schemeClr val="tx1"/>
                </a:solidFill>
                <a:effectLst/>
                <a:latin typeface="Arial" panose="020B0604020202020204" pitchFamily="34" charset="0"/>
                <a:ea typeface="Calibri" panose="020F0502020204030204" pitchFamily="34" charset="0"/>
                <a:cs typeface="Arial" panose="020B0604020202020204" pitchFamily="34" charset="0"/>
              </a:rPr>
              <a:t>Complete the PO data and save it</a:t>
            </a:r>
          </a:p>
        </p:txBody>
      </p:sp>
      <p:grpSp>
        <p:nvGrpSpPr>
          <p:cNvPr id="5" name="Group 4">
            <a:extLst>
              <a:ext uri="{FF2B5EF4-FFF2-40B4-BE49-F238E27FC236}">
                <a16:creationId xmlns:a16="http://schemas.microsoft.com/office/drawing/2014/main" id="{56E7121B-CEAC-26EB-1CBE-A6F02223FF35}"/>
              </a:ext>
            </a:extLst>
          </p:cNvPr>
          <p:cNvGrpSpPr/>
          <p:nvPr/>
        </p:nvGrpSpPr>
        <p:grpSpPr>
          <a:xfrm>
            <a:off x="318435" y="1180450"/>
            <a:ext cx="5859502" cy="4743119"/>
            <a:chOff x="102435" y="1155300"/>
            <a:chExt cx="5859502" cy="4743119"/>
          </a:xfrm>
        </p:grpSpPr>
        <p:grpSp>
          <p:nvGrpSpPr>
            <p:cNvPr id="8" name="Group 7">
              <a:extLst>
                <a:ext uri="{FF2B5EF4-FFF2-40B4-BE49-F238E27FC236}">
                  <a16:creationId xmlns:a16="http://schemas.microsoft.com/office/drawing/2014/main" id="{3AF007CA-A00F-C890-BE8F-1AB15892AA83}"/>
                </a:ext>
              </a:extLst>
            </p:cNvPr>
            <p:cNvGrpSpPr/>
            <p:nvPr/>
          </p:nvGrpSpPr>
          <p:grpSpPr>
            <a:xfrm>
              <a:off x="102435" y="1155300"/>
              <a:ext cx="5859502" cy="4330738"/>
              <a:chOff x="83385" y="557742"/>
              <a:chExt cx="5859502" cy="4330738"/>
            </a:xfrm>
          </p:grpSpPr>
          <p:sp>
            <p:nvSpPr>
              <p:cNvPr id="12" name="Rectangle: Rounded Corners 11">
                <a:extLst>
                  <a:ext uri="{FF2B5EF4-FFF2-40B4-BE49-F238E27FC236}">
                    <a16:creationId xmlns:a16="http://schemas.microsoft.com/office/drawing/2014/main" id="{45D1CCB8-B705-50C6-D4B5-2CC28BB49DC6}"/>
                  </a:ext>
                </a:extLst>
              </p:cNvPr>
              <p:cNvSpPr/>
              <p:nvPr/>
            </p:nvSpPr>
            <p:spPr>
              <a:xfrm rot="16200000">
                <a:off x="-277166" y="1974385"/>
                <a:ext cx="1172291" cy="432000"/>
              </a:xfrm>
              <a:prstGeom prst="round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nchorCtr="0"/>
              <a:lstStyle/>
              <a:p>
                <a:pPr algn="ctr"/>
                <a:r>
                  <a:rPr lang="en-US" sz="1000">
                    <a:solidFill>
                      <a:schemeClr val="tx1"/>
                    </a:solidFill>
                  </a:rPr>
                  <a:t>Purchaser</a:t>
                </a:r>
              </a:p>
            </p:txBody>
          </p:sp>
          <p:sp>
            <p:nvSpPr>
              <p:cNvPr id="13" name="Flowchart: Decision 12">
                <a:extLst>
                  <a:ext uri="{FF2B5EF4-FFF2-40B4-BE49-F238E27FC236}">
                    <a16:creationId xmlns:a16="http://schemas.microsoft.com/office/drawing/2014/main" id="{A8303A9F-29F8-3D3A-D723-45B6C2035B05}"/>
                  </a:ext>
                </a:extLst>
              </p:cNvPr>
              <p:cNvSpPr/>
              <p:nvPr/>
            </p:nvSpPr>
            <p:spPr>
              <a:xfrm>
                <a:off x="2729752" y="1731312"/>
                <a:ext cx="1034288" cy="489396"/>
              </a:xfrm>
              <a:prstGeom prst="flowChartDecision">
                <a:avLst/>
              </a:prstGeom>
              <a:solidFill>
                <a:schemeClr val="accent1"/>
              </a:solidFill>
              <a:ln w="28575">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nchorCtr="0"/>
              <a:lstStyle/>
              <a:p>
                <a:pPr algn="ctr"/>
                <a:r>
                  <a:rPr lang="en-US" sz="800">
                    <a:solidFill>
                      <a:schemeClr val="tx1"/>
                    </a:solidFill>
                  </a:rPr>
                  <a:t>Expert</a:t>
                </a:r>
              </a:p>
            </p:txBody>
          </p:sp>
          <p:sp>
            <p:nvSpPr>
              <p:cNvPr id="14" name="Rectangle: Rounded Corners 13">
                <a:extLst>
                  <a:ext uri="{FF2B5EF4-FFF2-40B4-BE49-F238E27FC236}">
                    <a16:creationId xmlns:a16="http://schemas.microsoft.com/office/drawing/2014/main" id="{5EEF1C15-EAB4-2F54-8DBB-912537C4DF8F}"/>
                  </a:ext>
                </a:extLst>
              </p:cNvPr>
              <p:cNvSpPr/>
              <p:nvPr/>
            </p:nvSpPr>
            <p:spPr>
              <a:xfrm rot="16200000">
                <a:off x="-144777" y="807147"/>
                <a:ext cx="920525" cy="444241"/>
              </a:xfrm>
              <a:prstGeom prst="round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nchorCtr="0"/>
              <a:lstStyle/>
              <a:p>
                <a:pPr algn="ctr"/>
                <a:r>
                  <a:rPr lang="en-US" sz="1000">
                    <a:solidFill>
                      <a:schemeClr val="tx1"/>
                    </a:solidFill>
                  </a:rPr>
                  <a:t>Procurement Expert</a:t>
                </a:r>
              </a:p>
            </p:txBody>
          </p:sp>
          <p:sp>
            <p:nvSpPr>
              <p:cNvPr id="15" name="Rectangle: Rounded Corners 14">
                <a:extLst>
                  <a:ext uri="{FF2B5EF4-FFF2-40B4-BE49-F238E27FC236}">
                    <a16:creationId xmlns:a16="http://schemas.microsoft.com/office/drawing/2014/main" id="{5C8131B0-D9DF-3B57-4BDE-3C14203F4A57}"/>
                  </a:ext>
                </a:extLst>
              </p:cNvPr>
              <p:cNvSpPr/>
              <p:nvPr/>
            </p:nvSpPr>
            <p:spPr>
              <a:xfrm rot="16200000">
                <a:off x="-656835" y="3711522"/>
                <a:ext cx="1912440" cy="432000"/>
              </a:xfrm>
              <a:prstGeom prst="round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nchorCtr="0"/>
              <a:lstStyle/>
              <a:p>
                <a:pPr algn="ctr"/>
                <a:r>
                  <a:rPr lang="en-US" sz="1050">
                    <a:solidFill>
                      <a:schemeClr val="tx1"/>
                    </a:solidFill>
                  </a:rPr>
                  <a:t>Approver</a:t>
                </a:r>
              </a:p>
            </p:txBody>
          </p:sp>
          <p:sp>
            <p:nvSpPr>
              <p:cNvPr id="16" name="Rectangle: Rounded Corners 15">
                <a:extLst>
                  <a:ext uri="{FF2B5EF4-FFF2-40B4-BE49-F238E27FC236}">
                    <a16:creationId xmlns:a16="http://schemas.microsoft.com/office/drawing/2014/main" id="{06C6CDEF-ED79-0552-A0D2-F0B39D83E2B7}"/>
                  </a:ext>
                </a:extLst>
              </p:cNvPr>
              <p:cNvSpPr/>
              <p:nvPr/>
            </p:nvSpPr>
            <p:spPr>
              <a:xfrm>
                <a:off x="658557" y="2976040"/>
                <a:ext cx="5284330" cy="1912440"/>
              </a:xfrm>
              <a:prstGeom prst="roundRect">
                <a:avLst/>
              </a:prstGeom>
              <a:noFill/>
              <a:ln w="285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pPr algn="l"/>
                <a:endParaRPr lang="en-US">
                  <a:solidFill>
                    <a:schemeClr val="tx1"/>
                  </a:solidFill>
                </a:endParaRPr>
              </a:p>
            </p:txBody>
          </p:sp>
          <p:sp>
            <p:nvSpPr>
              <p:cNvPr id="17" name="TextBox 16">
                <a:extLst>
                  <a:ext uri="{FF2B5EF4-FFF2-40B4-BE49-F238E27FC236}">
                    <a16:creationId xmlns:a16="http://schemas.microsoft.com/office/drawing/2014/main" id="{C8F20A43-4A66-CEE1-854D-0D6B27718FA6}"/>
                  </a:ext>
                </a:extLst>
              </p:cNvPr>
              <p:cNvSpPr txBox="1"/>
              <p:nvPr>
                <p:custDataLst>
                  <p:tags r:id="rId1"/>
                </p:custDataLst>
              </p:nvPr>
            </p:nvSpPr>
            <p:spPr>
              <a:xfrm>
                <a:off x="3322097" y="2395430"/>
                <a:ext cx="118622" cy="107722"/>
              </a:xfrm>
              <a:prstGeom prst="rect">
                <a:avLst/>
              </a:prstGeom>
              <a:noFill/>
            </p:spPr>
            <p:txBody>
              <a:bodyPr wrap="none" lIns="0" tIns="0" rIns="0" bIns="0" rtlCol="0">
                <a:spAutoFit/>
              </a:bodyPr>
              <a:lstStyle/>
              <a:p>
                <a:pPr algn="l"/>
                <a:r>
                  <a:rPr lang="en-US" sz="700" b="1"/>
                  <a:t>No</a:t>
                </a:r>
              </a:p>
            </p:txBody>
          </p:sp>
          <p:sp>
            <p:nvSpPr>
              <p:cNvPr id="18" name="Rectangle: Rounded Corners 17">
                <a:extLst>
                  <a:ext uri="{FF2B5EF4-FFF2-40B4-BE49-F238E27FC236}">
                    <a16:creationId xmlns:a16="http://schemas.microsoft.com/office/drawing/2014/main" id="{57BC0691-B48D-3262-F9D0-BE058698C1EA}"/>
                  </a:ext>
                </a:extLst>
              </p:cNvPr>
              <p:cNvSpPr/>
              <p:nvPr/>
            </p:nvSpPr>
            <p:spPr>
              <a:xfrm>
                <a:off x="668538" y="1544255"/>
                <a:ext cx="5274348" cy="1351594"/>
              </a:xfrm>
              <a:prstGeom prst="roundRect">
                <a:avLst/>
              </a:prstGeom>
              <a:noFill/>
              <a:ln w="285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pPr algn="l"/>
                <a:endParaRPr lang="en-US">
                  <a:solidFill>
                    <a:schemeClr val="tx1"/>
                  </a:solidFill>
                </a:endParaRPr>
              </a:p>
            </p:txBody>
          </p:sp>
          <p:sp>
            <p:nvSpPr>
              <p:cNvPr id="19" name="Rectangle: Rounded Corners 18">
                <a:extLst>
                  <a:ext uri="{FF2B5EF4-FFF2-40B4-BE49-F238E27FC236}">
                    <a16:creationId xmlns:a16="http://schemas.microsoft.com/office/drawing/2014/main" id="{8C53AB05-658B-B9CD-FDD9-A80791993FD7}"/>
                  </a:ext>
                </a:extLst>
              </p:cNvPr>
              <p:cNvSpPr/>
              <p:nvPr/>
            </p:nvSpPr>
            <p:spPr>
              <a:xfrm>
                <a:off x="668538" y="557742"/>
                <a:ext cx="5274348" cy="915787"/>
              </a:xfrm>
              <a:prstGeom prst="roundRect">
                <a:avLst/>
              </a:prstGeom>
              <a:noFill/>
              <a:ln w="285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pPr algn="l"/>
                <a:endParaRPr lang="en-US">
                  <a:solidFill>
                    <a:schemeClr val="tx1"/>
                  </a:solidFill>
                </a:endParaRPr>
              </a:p>
            </p:txBody>
          </p:sp>
          <p:sp>
            <p:nvSpPr>
              <p:cNvPr id="20" name="Flowchart: Decision 19">
                <a:extLst>
                  <a:ext uri="{FF2B5EF4-FFF2-40B4-BE49-F238E27FC236}">
                    <a16:creationId xmlns:a16="http://schemas.microsoft.com/office/drawing/2014/main" id="{106BBB59-0CDB-23B0-AE9B-35F6EE74CFB0}"/>
                  </a:ext>
                </a:extLst>
              </p:cNvPr>
              <p:cNvSpPr/>
              <p:nvPr/>
            </p:nvSpPr>
            <p:spPr>
              <a:xfrm>
                <a:off x="3492647" y="3123586"/>
                <a:ext cx="936219" cy="488512"/>
              </a:xfrm>
              <a:prstGeom prst="flowChartDecision">
                <a:avLst/>
              </a:prstGeom>
              <a:solidFill>
                <a:schemeClr val="accent1"/>
              </a:solidFill>
              <a:ln w="28575">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nchorCtr="0"/>
              <a:lstStyle/>
              <a:p>
                <a:pPr algn="ctr"/>
                <a:r>
                  <a:rPr lang="en-US" sz="800">
                    <a:solidFill>
                      <a:schemeClr val="tx1"/>
                    </a:solidFill>
                  </a:rPr>
                  <a:t>SAT</a:t>
                </a:r>
              </a:p>
            </p:txBody>
          </p:sp>
          <p:sp>
            <p:nvSpPr>
              <p:cNvPr id="21" name="Flowchart: Alternate Process 20">
                <a:extLst>
                  <a:ext uri="{FF2B5EF4-FFF2-40B4-BE49-F238E27FC236}">
                    <a16:creationId xmlns:a16="http://schemas.microsoft.com/office/drawing/2014/main" id="{17A75C25-8EA9-2E64-6C81-44040F81DF9C}"/>
                  </a:ext>
                </a:extLst>
              </p:cNvPr>
              <p:cNvSpPr/>
              <p:nvPr/>
            </p:nvSpPr>
            <p:spPr>
              <a:xfrm>
                <a:off x="1904101" y="2236606"/>
                <a:ext cx="985791" cy="502315"/>
              </a:xfrm>
              <a:prstGeom prst="flowChartAlternateProcess">
                <a:avLst/>
              </a:prstGeom>
              <a:solidFill>
                <a:schemeClr val="accent1"/>
              </a:solidFill>
              <a:ln w="28575">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nchorCtr="0"/>
              <a:lstStyle/>
              <a:p>
                <a:pPr algn="ctr"/>
                <a:r>
                  <a:rPr lang="en-US" sz="800">
                    <a:solidFill>
                      <a:schemeClr val="tx1"/>
                    </a:solidFill>
                  </a:rPr>
                  <a:t>Receive</a:t>
                </a:r>
                <a:r>
                  <a:rPr lang="de-DE" sz="800">
                    <a:solidFill>
                      <a:schemeClr val="tx1"/>
                    </a:solidFill>
                  </a:rPr>
                  <a:t> </a:t>
                </a:r>
                <a:r>
                  <a:rPr lang="en-US" sz="800">
                    <a:solidFill>
                      <a:schemeClr val="tx1"/>
                    </a:solidFill>
                  </a:rPr>
                  <a:t>BTP</a:t>
                </a:r>
                <a:r>
                  <a:rPr lang="de-DE" sz="800">
                    <a:solidFill>
                      <a:schemeClr val="tx1"/>
                    </a:solidFill>
                  </a:rPr>
                  <a:t> Form  </a:t>
                </a:r>
                <a:r>
                  <a:rPr lang="en-US" sz="800">
                    <a:solidFill>
                      <a:schemeClr val="tx1"/>
                    </a:solidFill>
                  </a:rPr>
                  <a:t>to Confirm the </a:t>
                </a:r>
                <a:r>
                  <a:rPr lang="de-DE" sz="800">
                    <a:solidFill>
                      <a:schemeClr val="tx1"/>
                    </a:solidFill>
                  </a:rPr>
                  <a:t>PO</a:t>
                </a:r>
                <a:endParaRPr lang="en-US" sz="800">
                  <a:solidFill>
                    <a:schemeClr val="tx1"/>
                  </a:solidFill>
                </a:endParaRPr>
              </a:p>
            </p:txBody>
          </p:sp>
          <p:sp>
            <p:nvSpPr>
              <p:cNvPr id="22" name="Flowchart: Alternate Process 21">
                <a:extLst>
                  <a:ext uri="{FF2B5EF4-FFF2-40B4-BE49-F238E27FC236}">
                    <a16:creationId xmlns:a16="http://schemas.microsoft.com/office/drawing/2014/main" id="{9E94003B-EB8E-E969-9188-1CCD7BE88B1B}"/>
                  </a:ext>
                </a:extLst>
              </p:cNvPr>
              <p:cNvSpPr/>
              <p:nvPr/>
            </p:nvSpPr>
            <p:spPr>
              <a:xfrm>
                <a:off x="2618479" y="760268"/>
                <a:ext cx="1256831" cy="491773"/>
              </a:xfrm>
              <a:prstGeom prst="flowChartAlternateProcess">
                <a:avLst/>
              </a:prstGeom>
              <a:solidFill>
                <a:schemeClr val="accent1"/>
              </a:solidFill>
              <a:ln w="28575">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nchorCtr="0"/>
              <a:lstStyle/>
              <a:p>
                <a:pPr algn="ctr"/>
                <a:r>
                  <a:rPr lang="en-US" sz="800">
                    <a:solidFill>
                      <a:schemeClr val="tx1"/>
                    </a:solidFill>
                  </a:rPr>
                  <a:t>Expert Approval</a:t>
                </a:r>
              </a:p>
            </p:txBody>
          </p:sp>
          <p:cxnSp>
            <p:nvCxnSpPr>
              <p:cNvPr id="23" name="Straight Arrow Connector 22">
                <a:extLst>
                  <a:ext uri="{FF2B5EF4-FFF2-40B4-BE49-F238E27FC236}">
                    <a16:creationId xmlns:a16="http://schemas.microsoft.com/office/drawing/2014/main" id="{612B607E-1FE6-18FF-B525-D3830B6B7E95}"/>
                  </a:ext>
                </a:extLst>
              </p:cNvPr>
              <p:cNvCxnSpPr>
                <a:cxnSpLocks/>
                <a:stCxn id="13" idx="0"/>
                <a:endCxn id="22" idx="2"/>
              </p:cNvCxnSpPr>
              <p:nvPr/>
            </p:nvCxnSpPr>
            <p:spPr>
              <a:xfrm flipH="1" flipV="1">
                <a:off x="3246895" y="1252041"/>
                <a:ext cx="1" cy="479271"/>
              </a:xfrm>
              <a:prstGeom prst="straightConnector1">
                <a:avLst/>
              </a:prstGeom>
              <a:ln w="25400">
                <a:solidFill>
                  <a:schemeClr val="tx1"/>
                </a:solidFill>
                <a:headEnd w="lg" len="lg"/>
                <a:tailEnd type="triangle"/>
              </a:ln>
            </p:spPr>
            <p:style>
              <a:lnRef idx="1">
                <a:schemeClr val="accent1"/>
              </a:lnRef>
              <a:fillRef idx="0">
                <a:schemeClr val="accent1"/>
              </a:fillRef>
              <a:effectRef idx="0">
                <a:schemeClr val="accent1"/>
              </a:effectRef>
              <a:fontRef idx="minor">
                <a:schemeClr val="tx1"/>
              </a:fontRef>
            </p:style>
          </p:cxnSp>
          <p:sp>
            <p:nvSpPr>
              <p:cNvPr id="24" name="Flowchart: Alternate Process 23">
                <a:extLst>
                  <a:ext uri="{FF2B5EF4-FFF2-40B4-BE49-F238E27FC236}">
                    <a16:creationId xmlns:a16="http://schemas.microsoft.com/office/drawing/2014/main" id="{3E6AC832-884C-A409-85B1-15549FE9048C}"/>
                  </a:ext>
                </a:extLst>
              </p:cNvPr>
              <p:cNvSpPr/>
              <p:nvPr/>
            </p:nvSpPr>
            <p:spPr>
              <a:xfrm>
                <a:off x="3411818" y="3804188"/>
                <a:ext cx="1097875" cy="318034"/>
              </a:xfrm>
              <a:prstGeom prst="flowChartAlternateProcess">
                <a:avLst/>
              </a:prstGeom>
              <a:solidFill>
                <a:schemeClr val="accent1"/>
              </a:solidFill>
              <a:ln w="28575">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nchorCtr="0"/>
              <a:lstStyle/>
              <a:p>
                <a:pPr algn="ctr"/>
                <a:r>
                  <a:rPr lang="en-US" sz="800">
                    <a:solidFill>
                      <a:schemeClr val="tx1"/>
                    </a:solidFill>
                  </a:rPr>
                  <a:t>Functional Approval</a:t>
                </a:r>
              </a:p>
            </p:txBody>
          </p:sp>
          <p:sp>
            <p:nvSpPr>
              <p:cNvPr id="25" name="Flowchart: Alternate Process 24">
                <a:extLst>
                  <a:ext uri="{FF2B5EF4-FFF2-40B4-BE49-F238E27FC236}">
                    <a16:creationId xmlns:a16="http://schemas.microsoft.com/office/drawing/2014/main" id="{21C21829-BBB6-7CDC-3996-68459F3A58FB}"/>
                  </a:ext>
                </a:extLst>
              </p:cNvPr>
              <p:cNvSpPr/>
              <p:nvPr/>
            </p:nvSpPr>
            <p:spPr>
              <a:xfrm>
                <a:off x="3322097" y="4308209"/>
                <a:ext cx="1277318" cy="318034"/>
              </a:xfrm>
              <a:prstGeom prst="flowChartAlternateProcess">
                <a:avLst/>
              </a:prstGeom>
              <a:solidFill>
                <a:schemeClr val="accent1"/>
              </a:solidFill>
              <a:ln w="28575">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nchorCtr="0"/>
              <a:lstStyle/>
              <a:p>
                <a:pPr algn="ctr"/>
                <a:r>
                  <a:rPr lang="en-US" sz="800">
                    <a:solidFill>
                      <a:schemeClr val="tx1"/>
                    </a:solidFill>
                  </a:rPr>
                  <a:t>Commercial Approval</a:t>
                </a:r>
              </a:p>
            </p:txBody>
          </p:sp>
          <p:cxnSp>
            <p:nvCxnSpPr>
              <p:cNvPr id="26" name="Connector: Elbow 25">
                <a:extLst>
                  <a:ext uri="{FF2B5EF4-FFF2-40B4-BE49-F238E27FC236}">
                    <a16:creationId xmlns:a16="http://schemas.microsoft.com/office/drawing/2014/main" id="{70FF9D60-FD8B-4CBA-9EFF-84BC944880B6}"/>
                  </a:ext>
                </a:extLst>
              </p:cNvPr>
              <p:cNvCxnSpPr>
                <a:cxnSpLocks/>
                <a:stCxn id="13" idx="2"/>
                <a:endCxn id="20" idx="1"/>
              </p:cNvCxnSpPr>
              <p:nvPr/>
            </p:nvCxnSpPr>
            <p:spPr>
              <a:xfrm rot="16200000" flipH="1">
                <a:off x="2796204" y="2671399"/>
                <a:ext cx="1147134" cy="245751"/>
              </a:xfrm>
              <a:prstGeom prst="bentConnector2">
                <a:avLst/>
              </a:prstGeom>
              <a:ln w="25400">
                <a:solidFill>
                  <a:schemeClr val="tx1"/>
                </a:solidFill>
                <a:headEnd w="lg" len="lg"/>
                <a:tailEnd type="triangle"/>
              </a:ln>
            </p:spPr>
            <p:style>
              <a:lnRef idx="1">
                <a:schemeClr val="accent1"/>
              </a:lnRef>
              <a:fillRef idx="0">
                <a:schemeClr val="accent1"/>
              </a:fillRef>
              <a:effectRef idx="0">
                <a:schemeClr val="accent1"/>
              </a:effectRef>
              <a:fontRef idx="minor">
                <a:schemeClr val="tx1"/>
              </a:fontRef>
            </p:style>
          </p:cxnSp>
          <p:cxnSp>
            <p:nvCxnSpPr>
              <p:cNvPr id="27" name="Connector: Elbow 26">
                <a:extLst>
                  <a:ext uri="{FF2B5EF4-FFF2-40B4-BE49-F238E27FC236}">
                    <a16:creationId xmlns:a16="http://schemas.microsoft.com/office/drawing/2014/main" id="{E1D631CE-D8D9-389D-47BD-4495CCC0C178}"/>
                  </a:ext>
                </a:extLst>
              </p:cNvPr>
              <p:cNvCxnSpPr>
                <a:cxnSpLocks/>
                <a:stCxn id="22" idx="3"/>
                <a:endCxn id="20" idx="0"/>
              </p:cNvCxnSpPr>
              <p:nvPr/>
            </p:nvCxnSpPr>
            <p:spPr>
              <a:xfrm>
                <a:off x="3875310" y="1006155"/>
                <a:ext cx="85447" cy="2117431"/>
              </a:xfrm>
              <a:prstGeom prst="bentConnector2">
                <a:avLst/>
              </a:prstGeom>
              <a:ln w="25400">
                <a:solidFill>
                  <a:schemeClr val="tx1"/>
                </a:solidFill>
                <a:headEnd w="lg" len="lg"/>
                <a:tailEnd type="triangle"/>
              </a:ln>
            </p:spPr>
            <p:style>
              <a:lnRef idx="1">
                <a:schemeClr val="accent1"/>
              </a:lnRef>
              <a:fillRef idx="0">
                <a:schemeClr val="accent1"/>
              </a:fillRef>
              <a:effectRef idx="0">
                <a:schemeClr val="accent1"/>
              </a:effectRef>
              <a:fontRef idx="minor">
                <a:schemeClr val="tx1"/>
              </a:fontRef>
            </p:style>
          </p:cxnSp>
          <p:sp>
            <p:nvSpPr>
              <p:cNvPr id="28" name="TextBox 27">
                <a:extLst>
                  <a:ext uri="{FF2B5EF4-FFF2-40B4-BE49-F238E27FC236}">
                    <a16:creationId xmlns:a16="http://schemas.microsoft.com/office/drawing/2014/main" id="{314866B3-10A2-4E89-2779-6607E5344C74}"/>
                  </a:ext>
                </a:extLst>
              </p:cNvPr>
              <p:cNvSpPr txBox="1"/>
              <p:nvPr>
                <p:custDataLst>
                  <p:tags r:id="rId2"/>
                </p:custDataLst>
              </p:nvPr>
            </p:nvSpPr>
            <p:spPr>
              <a:xfrm>
                <a:off x="3748656" y="3622434"/>
                <a:ext cx="158698" cy="107722"/>
              </a:xfrm>
              <a:prstGeom prst="rect">
                <a:avLst/>
              </a:prstGeom>
              <a:noFill/>
            </p:spPr>
            <p:txBody>
              <a:bodyPr wrap="none" lIns="0" tIns="0" rIns="0" bIns="0" rtlCol="0">
                <a:spAutoFit/>
              </a:bodyPr>
              <a:lstStyle/>
              <a:p>
                <a:pPr algn="l"/>
                <a:r>
                  <a:rPr lang="en-US" sz="700" b="1"/>
                  <a:t>Yes</a:t>
                </a:r>
              </a:p>
            </p:txBody>
          </p:sp>
          <p:sp>
            <p:nvSpPr>
              <p:cNvPr id="29" name="Flowchart: Alternate Process 28">
                <a:extLst>
                  <a:ext uri="{FF2B5EF4-FFF2-40B4-BE49-F238E27FC236}">
                    <a16:creationId xmlns:a16="http://schemas.microsoft.com/office/drawing/2014/main" id="{D6634245-76D2-0888-B0DD-424A8D931453}"/>
                  </a:ext>
                </a:extLst>
              </p:cNvPr>
              <p:cNvSpPr/>
              <p:nvPr>
                <p:custDataLst>
                  <p:tags r:id="rId3"/>
                </p:custDataLst>
              </p:nvPr>
            </p:nvSpPr>
            <p:spPr>
              <a:xfrm>
                <a:off x="4896975" y="3183699"/>
                <a:ext cx="835376" cy="368285"/>
              </a:xfrm>
              <a:prstGeom prst="flowChartAlternateProcess">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nchorCtr="0"/>
              <a:lstStyle/>
              <a:p>
                <a:pPr algn="ctr"/>
                <a:r>
                  <a:rPr lang="en-US" sz="800">
                    <a:solidFill>
                      <a:schemeClr val="tx1"/>
                    </a:solidFill>
                  </a:rPr>
                  <a:t>PO Released</a:t>
                </a:r>
              </a:p>
            </p:txBody>
          </p:sp>
          <p:sp>
            <p:nvSpPr>
              <p:cNvPr id="30" name="TextBox 29">
                <a:extLst>
                  <a:ext uri="{FF2B5EF4-FFF2-40B4-BE49-F238E27FC236}">
                    <a16:creationId xmlns:a16="http://schemas.microsoft.com/office/drawing/2014/main" id="{3714770E-C146-909E-8DFC-D02E7694C795}"/>
                  </a:ext>
                </a:extLst>
              </p:cNvPr>
              <p:cNvSpPr txBox="1"/>
              <p:nvPr>
                <p:custDataLst>
                  <p:tags r:id="rId4"/>
                </p:custDataLst>
              </p:nvPr>
            </p:nvSpPr>
            <p:spPr>
              <a:xfrm>
                <a:off x="4520741" y="3209713"/>
                <a:ext cx="118622" cy="107722"/>
              </a:xfrm>
              <a:prstGeom prst="rect">
                <a:avLst/>
              </a:prstGeom>
              <a:noFill/>
            </p:spPr>
            <p:txBody>
              <a:bodyPr wrap="none" lIns="0" tIns="0" rIns="0" bIns="0" rtlCol="0">
                <a:spAutoFit/>
              </a:bodyPr>
              <a:lstStyle/>
              <a:p>
                <a:pPr algn="l"/>
                <a:r>
                  <a:rPr lang="en-US" sz="700" b="1"/>
                  <a:t>No</a:t>
                </a:r>
              </a:p>
            </p:txBody>
          </p:sp>
          <p:sp>
            <p:nvSpPr>
              <p:cNvPr id="31" name="TextBox 30">
                <a:extLst>
                  <a:ext uri="{FF2B5EF4-FFF2-40B4-BE49-F238E27FC236}">
                    <a16:creationId xmlns:a16="http://schemas.microsoft.com/office/drawing/2014/main" id="{C4476A90-EA1B-C8B1-03EE-A238FBD016E1}"/>
                  </a:ext>
                </a:extLst>
              </p:cNvPr>
              <p:cNvSpPr txBox="1"/>
              <p:nvPr>
                <p:custDataLst>
                  <p:tags r:id="rId5"/>
                </p:custDataLst>
              </p:nvPr>
            </p:nvSpPr>
            <p:spPr>
              <a:xfrm>
                <a:off x="3303430" y="1583725"/>
                <a:ext cx="158698" cy="107722"/>
              </a:xfrm>
              <a:prstGeom prst="rect">
                <a:avLst/>
              </a:prstGeom>
              <a:noFill/>
            </p:spPr>
            <p:txBody>
              <a:bodyPr wrap="none" lIns="0" tIns="0" rIns="0" bIns="0" rtlCol="0">
                <a:spAutoFit/>
              </a:bodyPr>
              <a:lstStyle/>
              <a:p>
                <a:pPr algn="l"/>
                <a:r>
                  <a:rPr lang="en-US" sz="700" b="1"/>
                  <a:t>Yes</a:t>
                </a:r>
              </a:p>
            </p:txBody>
          </p:sp>
          <p:sp>
            <p:nvSpPr>
              <p:cNvPr id="32" name="Flowchart: Alternate Process 31">
                <a:extLst>
                  <a:ext uri="{FF2B5EF4-FFF2-40B4-BE49-F238E27FC236}">
                    <a16:creationId xmlns:a16="http://schemas.microsoft.com/office/drawing/2014/main" id="{6DCEAF15-7DD8-46F7-27AA-5592F2872635}"/>
                  </a:ext>
                </a:extLst>
              </p:cNvPr>
              <p:cNvSpPr/>
              <p:nvPr>
                <p:custDataLst>
                  <p:tags r:id="rId6"/>
                </p:custDataLst>
              </p:nvPr>
            </p:nvSpPr>
            <p:spPr>
              <a:xfrm>
                <a:off x="767621" y="1606909"/>
                <a:ext cx="1238672" cy="401877"/>
              </a:xfrm>
              <a:prstGeom prst="flowChartAlternateProcess">
                <a:avLst/>
              </a:prstGeom>
              <a:solidFill>
                <a:schemeClr val="accent1"/>
              </a:solidFill>
              <a:ln w="285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nchorCtr="0"/>
              <a:lstStyle/>
              <a:p>
                <a:pPr algn="ctr"/>
                <a:r>
                  <a:rPr lang="en-US" sz="800">
                    <a:solidFill>
                      <a:schemeClr val="tx1"/>
                    </a:solidFill>
                  </a:rPr>
                  <a:t>Create/Save PO with reference to the PR</a:t>
                </a:r>
              </a:p>
            </p:txBody>
          </p:sp>
          <p:sp>
            <p:nvSpPr>
              <p:cNvPr id="33" name="Flowchart: Alternate Process 32">
                <a:extLst>
                  <a:ext uri="{FF2B5EF4-FFF2-40B4-BE49-F238E27FC236}">
                    <a16:creationId xmlns:a16="http://schemas.microsoft.com/office/drawing/2014/main" id="{E6A91AED-A465-921D-72B0-F9E4CF731A32}"/>
                  </a:ext>
                </a:extLst>
              </p:cNvPr>
              <p:cNvSpPr/>
              <p:nvPr/>
            </p:nvSpPr>
            <p:spPr>
              <a:xfrm>
                <a:off x="961809" y="2236606"/>
                <a:ext cx="849807" cy="502315"/>
              </a:xfrm>
              <a:prstGeom prst="flowChartAlternateProcess">
                <a:avLst/>
              </a:prstGeom>
              <a:solidFill>
                <a:schemeClr val="accent1"/>
              </a:solidFill>
              <a:ln w="28575">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nchorCtr="0"/>
              <a:lstStyle/>
              <a:p>
                <a:pPr algn="ctr"/>
                <a:r>
                  <a:rPr lang="de-DE" sz="800">
                    <a:solidFill>
                      <a:schemeClr val="tx1"/>
                    </a:solidFill>
                  </a:rPr>
                  <a:t>S</a:t>
                </a:r>
                <a:r>
                  <a:rPr lang="en-US" sz="800">
                    <a:solidFill>
                      <a:schemeClr val="tx1"/>
                    </a:solidFill>
                  </a:rPr>
                  <a:t>elect the Expert (if Required)</a:t>
                </a:r>
              </a:p>
            </p:txBody>
          </p:sp>
          <p:cxnSp>
            <p:nvCxnSpPr>
              <p:cNvPr id="34" name="Straight Arrow Connector 33">
                <a:extLst>
                  <a:ext uri="{FF2B5EF4-FFF2-40B4-BE49-F238E27FC236}">
                    <a16:creationId xmlns:a16="http://schemas.microsoft.com/office/drawing/2014/main" id="{ABC9622B-2B75-ECED-157F-43B1ACD111CF}"/>
                  </a:ext>
                </a:extLst>
              </p:cNvPr>
              <p:cNvCxnSpPr>
                <a:cxnSpLocks/>
                <a:stCxn id="20" idx="2"/>
                <a:endCxn id="24" idx="0"/>
              </p:cNvCxnSpPr>
              <p:nvPr/>
            </p:nvCxnSpPr>
            <p:spPr>
              <a:xfrm flipH="1">
                <a:off x="3960756" y="3612098"/>
                <a:ext cx="1" cy="192090"/>
              </a:xfrm>
              <a:prstGeom prst="straightConnector1">
                <a:avLst/>
              </a:prstGeom>
              <a:ln w="25400">
                <a:solidFill>
                  <a:schemeClr val="tx1"/>
                </a:solidFill>
                <a:headEnd w="lg" len="lg"/>
                <a:tailEnd type="triangle"/>
              </a:ln>
            </p:spPr>
            <p:style>
              <a:lnRef idx="1">
                <a:schemeClr val="accent1"/>
              </a:lnRef>
              <a:fillRef idx="0">
                <a:schemeClr val="accent1"/>
              </a:fillRef>
              <a:effectRef idx="0">
                <a:schemeClr val="accent1"/>
              </a:effectRef>
              <a:fontRef idx="minor">
                <a:schemeClr val="tx1"/>
              </a:fontRef>
            </p:style>
          </p:cxnSp>
          <p:cxnSp>
            <p:nvCxnSpPr>
              <p:cNvPr id="35" name="Straight Arrow Connector 34">
                <a:extLst>
                  <a:ext uri="{FF2B5EF4-FFF2-40B4-BE49-F238E27FC236}">
                    <a16:creationId xmlns:a16="http://schemas.microsoft.com/office/drawing/2014/main" id="{59A9C3B5-EAA0-2BB1-04FF-785214B12F40}"/>
                  </a:ext>
                </a:extLst>
              </p:cNvPr>
              <p:cNvCxnSpPr>
                <a:cxnSpLocks/>
                <a:stCxn id="24" idx="2"/>
                <a:endCxn id="25" idx="0"/>
              </p:cNvCxnSpPr>
              <p:nvPr/>
            </p:nvCxnSpPr>
            <p:spPr>
              <a:xfrm>
                <a:off x="3960756" y="4122222"/>
                <a:ext cx="0" cy="185987"/>
              </a:xfrm>
              <a:prstGeom prst="straightConnector1">
                <a:avLst/>
              </a:prstGeom>
              <a:ln w="25400">
                <a:solidFill>
                  <a:schemeClr val="tx1"/>
                </a:solidFill>
                <a:headEnd w="lg" len="lg"/>
                <a:tailEnd type="triangle"/>
              </a:ln>
            </p:spPr>
            <p:style>
              <a:lnRef idx="1">
                <a:schemeClr val="accent1"/>
              </a:lnRef>
              <a:fillRef idx="0">
                <a:schemeClr val="accent1"/>
              </a:fillRef>
              <a:effectRef idx="0">
                <a:schemeClr val="accent1"/>
              </a:effectRef>
              <a:fontRef idx="minor">
                <a:schemeClr val="tx1"/>
              </a:fontRef>
            </p:style>
          </p:cxnSp>
          <p:cxnSp>
            <p:nvCxnSpPr>
              <p:cNvPr id="36" name="Connector: Elbow 35">
                <a:extLst>
                  <a:ext uri="{FF2B5EF4-FFF2-40B4-BE49-F238E27FC236}">
                    <a16:creationId xmlns:a16="http://schemas.microsoft.com/office/drawing/2014/main" id="{3B4CABBB-7368-9230-2F24-8D864A9FE435}"/>
                  </a:ext>
                </a:extLst>
              </p:cNvPr>
              <p:cNvCxnSpPr>
                <a:cxnSpLocks/>
                <a:stCxn id="24" idx="3"/>
                <a:endCxn id="29" idx="2"/>
              </p:cNvCxnSpPr>
              <p:nvPr/>
            </p:nvCxnSpPr>
            <p:spPr>
              <a:xfrm flipV="1">
                <a:off x="4509693" y="3551984"/>
                <a:ext cx="804970" cy="411221"/>
              </a:xfrm>
              <a:prstGeom prst="bentConnector2">
                <a:avLst/>
              </a:prstGeom>
              <a:ln w="25400">
                <a:solidFill>
                  <a:schemeClr val="tx1"/>
                </a:solidFill>
                <a:headEnd w="lg" len="lg"/>
                <a:tailEnd type="triangle"/>
              </a:ln>
            </p:spPr>
            <p:style>
              <a:lnRef idx="1">
                <a:schemeClr val="accent1"/>
              </a:lnRef>
              <a:fillRef idx="0">
                <a:schemeClr val="accent1"/>
              </a:fillRef>
              <a:effectRef idx="0">
                <a:schemeClr val="accent1"/>
              </a:effectRef>
              <a:fontRef idx="minor">
                <a:schemeClr val="tx1"/>
              </a:fontRef>
            </p:style>
          </p:cxnSp>
          <p:cxnSp>
            <p:nvCxnSpPr>
              <p:cNvPr id="37" name="Connector: Elbow 36">
                <a:extLst>
                  <a:ext uri="{FF2B5EF4-FFF2-40B4-BE49-F238E27FC236}">
                    <a16:creationId xmlns:a16="http://schemas.microsoft.com/office/drawing/2014/main" id="{A0FB54F5-A64C-D52B-937D-84E86481ED79}"/>
                  </a:ext>
                </a:extLst>
              </p:cNvPr>
              <p:cNvCxnSpPr>
                <a:cxnSpLocks/>
                <a:stCxn id="25" idx="3"/>
                <a:endCxn id="29" idx="2"/>
              </p:cNvCxnSpPr>
              <p:nvPr/>
            </p:nvCxnSpPr>
            <p:spPr>
              <a:xfrm flipV="1">
                <a:off x="4599415" y="3551984"/>
                <a:ext cx="715248" cy="915242"/>
              </a:xfrm>
              <a:prstGeom prst="bentConnector2">
                <a:avLst/>
              </a:prstGeom>
              <a:ln w="25400">
                <a:solidFill>
                  <a:schemeClr val="tx1"/>
                </a:solidFill>
                <a:headEnd w="lg" len="lg"/>
                <a:tailEnd type="triangle"/>
              </a:ln>
            </p:spPr>
            <p:style>
              <a:lnRef idx="1">
                <a:schemeClr val="accent1"/>
              </a:lnRef>
              <a:fillRef idx="0">
                <a:schemeClr val="accent1"/>
              </a:fillRef>
              <a:effectRef idx="0">
                <a:schemeClr val="accent1"/>
              </a:effectRef>
              <a:fontRef idx="minor">
                <a:schemeClr val="tx1"/>
              </a:fontRef>
            </p:style>
          </p:cxnSp>
          <p:cxnSp>
            <p:nvCxnSpPr>
              <p:cNvPr id="38" name="Straight Arrow Connector 37">
                <a:extLst>
                  <a:ext uri="{FF2B5EF4-FFF2-40B4-BE49-F238E27FC236}">
                    <a16:creationId xmlns:a16="http://schemas.microsoft.com/office/drawing/2014/main" id="{C3C538FD-1537-C2E0-E04F-9B7528FB9E8F}"/>
                  </a:ext>
                </a:extLst>
              </p:cNvPr>
              <p:cNvCxnSpPr>
                <a:cxnSpLocks/>
                <a:stCxn id="20" idx="3"/>
                <a:endCxn id="29" idx="1"/>
              </p:cNvCxnSpPr>
              <p:nvPr/>
            </p:nvCxnSpPr>
            <p:spPr>
              <a:xfrm>
                <a:off x="4428866" y="3367842"/>
                <a:ext cx="468109" cy="0"/>
              </a:xfrm>
              <a:prstGeom prst="straightConnector1">
                <a:avLst/>
              </a:prstGeom>
              <a:ln w="25400">
                <a:solidFill>
                  <a:schemeClr val="tx1"/>
                </a:solidFill>
                <a:headEnd w="lg" len="lg"/>
                <a:tailEnd type="triangle"/>
              </a:ln>
            </p:spPr>
            <p:style>
              <a:lnRef idx="1">
                <a:schemeClr val="accent1"/>
              </a:lnRef>
              <a:fillRef idx="0">
                <a:schemeClr val="accent1"/>
              </a:fillRef>
              <a:effectRef idx="0">
                <a:schemeClr val="accent1"/>
              </a:effectRef>
              <a:fontRef idx="minor">
                <a:schemeClr val="tx1"/>
              </a:fontRef>
            </p:style>
          </p:cxnSp>
          <p:cxnSp>
            <p:nvCxnSpPr>
              <p:cNvPr id="39" name="Straight Arrow Connector 38">
                <a:extLst>
                  <a:ext uri="{FF2B5EF4-FFF2-40B4-BE49-F238E27FC236}">
                    <a16:creationId xmlns:a16="http://schemas.microsoft.com/office/drawing/2014/main" id="{CDF066EA-2C15-AC32-2DDB-59D7C0BD7FB2}"/>
                  </a:ext>
                </a:extLst>
              </p:cNvPr>
              <p:cNvCxnSpPr>
                <a:cxnSpLocks/>
                <a:stCxn id="32" idx="2"/>
                <a:endCxn id="33" idx="0"/>
              </p:cNvCxnSpPr>
              <p:nvPr/>
            </p:nvCxnSpPr>
            <p:spPr>
              <a:xfrm flipH="1">
                <a:off x="1386713" y="2008786"/>
                <a:ext cx="244" cy="227820"/>
              </a:xfrm>
              <a:prstGeom prst="straightConnector1">
                <a:avLst/>
              </a:prstGeom>
              <a:ln w="25400">
                <a:solidFill>
                  <a:schemeClr val="tx1"/>
                </a:solidFill>
                <a:headEnd w="lg" len="lg"/>
                <a:tailEnd type="triangle"/>
              </a:ln>
            </p:spPr>
            <p:style>
              <a:lnRef idx="1">
                <a:schemeClr val="accent1"/>
              </a:lnRef>
              <a:fillRef idx="0">
                <a:schemeClr val="accent1"/>
              </a:fillRef>
              <a:effectRef idx="0">
                <a:schemeClr val="accent1"/>
              </a:effectRef>
              <a:fontRef idx="minor">
                <a:schemeClr val="tx1"/>
              </a:fontRef>
            </p:style>
          </p:cxnSp>
          <p:cxnSp>
            <p:nvCxnSpPr>
              <p:cNvPr id="40" name="Straight Arrow Connector 39">
                <a:extLst>
                  <a:ext uri="{FF2B5EF4-FFF2-40B4-BE49-F238E27FC236}">
                    <a16:creationId xmlns:a16="http://schemas.microsoft.com/office/drawing/2014/main" id="{0BE8CA14-A8C5-81FE-7753-D6F6260FE65C}"/>
                  </a:ext>
                </a:extLst>
              </p:cNvPr>
              <p:cNvCxnSpPr>
                <a:cxnSpLocks/>
                <a:stCxn id="33" idx="3"/>
              </p:cNvCxnSpPr>
              <p:nvPr/>
            </p:nvCxnSpPr>
            <p:spPr>
              <a:xfrm flipV="1">
                <a:off x="1811616" y="2487763"/>
                <a:ext cx="92485" cy="1"/>
              </a:xfrm>
              <a:prstGeom prst="straightConnector1">
                <a:avLst/>
              </a:prstGeom>
              <a:ln w="25400">
                <a:solidFill>
                  <a:schemeClr val="tx1"/>
                </a:solidFill>
                <a:headEnd w="lg" len="lg"/>
                <a:tailEnd type="triangle"/>
              </a:ln>
            </p:spPr>
            <p:style>
              <a:lnRef idx="1">
                <a:schemeClr val="accent1"/>
              </a:lnRef>
              <a:fillRef idx="0">
                <a:schemeClr val="accent1"/>
              </a:fillRef>
              <a:effectRef idx="0">
                <a:schemeClr val="accent1"/>
              </a:effectRef>
              <a:fontRef idx="minor">
                <a:schemeClr val="tx1"/>
              </a:fontRef>
            </p:style>
          </p:cxnSp>
          <p:cxnSp>
            <p:nvCxnSpPr>
              <p:cNvPr id="41" name="Connector: Elbow 40">
                <a:extLst>
                  <a:ext uri="{FF2B5EF4-FFF2-40B4-BE49-F238E27FC236}">
                    <a16:creationId xmlns:a16="http://schemas.microsoft.com/office/drawing/2014/main" id="{058790F8-0EC2-5D71-49B8-4C6854E94831}"/>
                  </a:ext>
                </a:extLst>
              </p:cNvPr>
              <p:cNvCxnSpPr>
                <a:cxnSpLocks/>
                <a:stCxn id="21" idx="0"/>
                <a:endCxn id="13" idx="1"/>
              </p:cNvCxnSpPr>
              <p:nvPr/>
            </p:nvCxnSpPr>
            <p:spPr>
              <a:xfrm rot="5400000" flipH="1" flipV="1">
                <a:off x="2433076" y="1939931"/>
                <a:ext cx="260596" cy="332755"/>
              </a:xfrm>
              <a:prstGeom prst="bentConnector2">
                <a:avLst/>
              </a:prstGeom>
              <a:ln w="25400">
                <a:solidFill>
                  <a:schemeClr val="tx1"/>
                </a:solidFill>
                <a:headEnd w="lg" len="lg"/>
                <a:tailEnd type="triangle"/>
              </a:ln>
            </p:spPr>
            <p:style>
              <a:lnRef idx="1">
                <a:schemeClr val="accent1"/>
              </a:lnRef>
              <a:fillRef idx="0">
                <a:schemeClr val="accent1"/>
              </a:fillRef>
              <a:effectRef idx="0">
                <a:schemeClr val="accent1"/>
              </a:effectRef>
              <a:fontRef idx="minor">
                <a:schemeClr val="tx1"/>
              </a:fontRef>
            </p:style>
          </p:cxnSp>
        </p:grpSp>
        <p:grpSp>
          <p:nvGrpSpPr>
            <p:cNvPr id="9" name="Group 8">
              <a:extLst>
                <a:ext uri="{FF2B5EF4-FFF2-40B4-BE49-F238E27FC236}">
                  <a16:creationId xmlns:a16="http://schemas.microsoft.com/office/drawing/2014/main" id="{0BA9FC8E-D3C2-4BBB-C1B9-E1C90432304D}"/>
                </a:ext>
              </a:extLst>
            </p:cNvPr>
            <p:cNvGrpSpPr/>
            <p:nvPr/>
          </p:nvGrpSpPr>
          <p:grpSpPr>
            <a:xfrm>
              <a:off x="4784190" y="5637179"/>
              <a:ext cx="1177746" cy="261240"/>
              <a:chOff x="4784190" y="5637179"/>
              <a:chExt cx="1177746" cy="261240"/>
            </a:xfrm>
          </p:grpSpPr>
          <p:sp>
            <p:nvSpPr>
              <p:cNvPr id="10" name="Rectangle: Rounded Corners 9">
                <a:extLst>
                  <a:ext uri="{FF2B5EF4-FFF2-40B4-BE49-F238E27FC236}">
                    <a16:creationId xmlns:a16="http://schemas.microsoft.com/office/drawing/2014/main" id="{C9B038CD-BB26-64EC-F70D-BDCB523D3857}"/>
                  </a:ext>
                </a:extLst>
              </p:cNvPr>
              <p:cNvSpPr/>
              <p:nvPr/>
            </p:nvSpPr>
            <p:spPr>
              <a:xfrm>
                <a:off x="4784190" y="5637179"/>
                <a:ext cx="1177746" cy="261240"/>
              </a:xfrm>
              <a:prstGeom prst="roundRect">
                <a:avLst/>
              </a:prstGeom>
              <a:noFill/>
              <a:ln w="285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nchorCtr="0"/>
              <a:lstStyle/>
              <a:p>
                <a:r>
                  <a:rPr lang="en-US" sz="1050" b="1">
                    <a:solidFill>
                      <a:schemeClr val="tx1"/>
                    </a:solidFill>
                  </a:rPr>
                  <a:t>SAP BTP</a:t>
                </a:r>
              </a:p>
            </p:txBody>
          </p:sp>
          <p:sp>
            <p:nvSpPr>
              <p:cNvPr id="11" name="Rectangle: Rounded Corners 10">
                <a:extLst>
                  <a:ext uri="{FF2B5EF4-FFF2-40B4-BE49-F238E27FC236}">
                    <a16:creationId xmlns:a16="http://schemas.microsoft.com/office/drawing/2014/main" id="{5E62D027-AF3D-BB55-02BB-C74017A07595}"/>
                  </a:ext>
                </a:extLst>
              </p:cNvPr>
              <p:cNvSpPr/>
              <p:nvPr/>
            </p:nvSpPr>
            <p:spPr>
              <a:xfrm>
                <a:off x="5558635" y="5693697"/>
                <a:ext cx="217050" cy="148503"/>
              </a:xfrm>
              <a:prstGeom prst="roundRect">
                <a:avLst/>
              </a:prstGeom>
              <a:solidFill>
                <a:schemeClr val="accent1"/>
              </a:solidFill>
              <a:ln w="28575">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nchorCtr="0"/>
              <a:lstStyle/>
              <a:p>
                <a:pPr algn="ctr"/>
                <a:endParaRPr lang="en-US" sz="1000" b="1">
                  <a:solidFill>
                    <a:schemeClr val="tx1"/>
                  </a:solidFill>
                </a:endParaRPr>
              </a:p>
            </p:txBody>
          </p:sp>
        </p:grpSp>
      </p:grpSp>
      <p:sp>
        <p:nvSpPr>
          <p:cNvPr id="42" name="Fußzeilenplatzhalter 2">
            <a:extLst>
              <a:ext uri="{FF2B5EF4-FFF2-40B4-BE49-F238E27FC236}">
                <a16:creationId xmlns:a16="http://schemas.microsoft.com/office/drawing/2014/main" id="{18493556-9569-D9E0-23F4-F84952DEE30D}"/>
              </a:ext>
            </a:extLst>
          </p:cNvPr>
          <p:cNvSpPr>
            <a:spLocks noGrp="1"/>
          </p:cNvSpPr>
          <p:nvPr>
            <p:ph type="ftr" sz="quarter" idx="10"/>
          </p:nvPr>
        </p:nvSpPr>
        <p:spPr>
          <a:xfrm>
            <a:off x="1059160" y="6310800"/>
            <a:ext cx="9216000" cy="547200"/>
          </a:xfrm>
        </p:spPr>
        <p:txBody>
          <a:bodyPr/>
          <a:lstStyle/>
          <a:p>
            <a:pPr>
              <a:lnSpc>
                <a:spcPct val="100000"/>
              </a:lnSpc>
            </a:pPr>
            <a:r>
              <a:rPr lang="en-US"/>
              <a:t>Internal | © Siemens 2025 | SHERPA X I MM081 Procurement via Direct X</a:t>
            </a:r>
          </a:p>
        </p:txBody>
      </p:sp>
    </p:spTree>
    <p:extLst>
      <p:ext uri="{BB962C8B-B14F-4D97-AF65-F5344CB8AC3E}">
        <p14:creationId xmlns:p14="http://schemas.microsoft.com/office/powerpoint/2010/main" val="4153230905"/>
      </p:ext>
    </p:extLst>
  </p:cSld>
  <p:clrMapOvr>
    <a:masterClrMapping/>
  </p:clrMapOvr>
  <p:extLst>
    <p:ext uri="{6950BFC3-D8DA-4A85-94F7-54DA5524770B}">
      <p188:commentRel xmlns:p188="http://schemas.microsoft.com/office/powerpoint/2018/8/main" r:id="rId9"/>
    </p:ext>
  </p:extLs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hteck 5">
            <a:extLst>
              <a:ext uri="{FF2B5EF4-FFF2-40B4-BE49-F238E27FC236}">
                <a16:creationId xmlns:a16="http://schemas.microsoft.com/office/drawing/2014/main" id="{2F52D378-D66A-6F6D-0A86-BBBEEEBF3566}"/>
              </a:ext>
            </a:extLst>
          </p:cNvPr>
          <p:cNvSpPr/>
          <p:nvPr/>
        </p:nvSpPr>
        <p:spPr>
          <a:xfrm>
            <a:off x="6819899" y="1937442"/>
            <a:ext cx="5293637" cy="4623156"/>
          </a:xfrm>
          <a:prstGeom prst="rect">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pPr algn="l"/>
            <a:r>
              <a:rPr lang="cs-CZ" sz="1200" b="1">
                <a:solidFill>
                  <a:schemeClr val="tx1"/>
                </a:solidFill>
              </a:rPr>
              <a:t>Personal Settings</a:t>
            </a:r>
          </a:p>
          <a:p>
            <a:pPr algn="l"/>
            <a:endParaRPr lang="cs-CZ" sz="1200" b="1">
              <a:solidFill>
                <a:schemeClr val="tx1"/>
              </a:solidFill>
            </a:endParaRPr>
          </a:p>
          <a:p>
            <a:pPr algn="l"/>
            <a:r>
              <a:rPr lang="en-US" sz="1200">
                <a:solidFill>
                  <a:schemeClr val="tx1"/>
                </a:solidFill>
              </a:rPr>
              <a:t>General settings to support the user for an easy navigation in the Purchaser Order screen.</a:t>
            </a:r>
          </a:p>
          <a:p>
            <a:pPr algn="l"/>
            <a:endParaRPr lang="en-US" sz="1200" b="1">
              <a:solidFill>
                <a:schemeClr val="tx1"/>
              </a:solidFill>
            </a:endParaRPr>
          </a:p>
          <a:p>
            <a:pPr algn="l"/>
            <a:endParaRPr lang="en-US" sz="1200">
              <a:solidFill>
                <a:schemeClr val="tx1"/>
              </a:solidFill>
            </a:endParaRPr>
          </a:p>
          <a:p>
            <a:pPr marL="285750" indent="-285750" algn="l">
              <a:buFont typeface="+mj-lt"/>
              <a:buAutoNum type="arabicPeriod"/>
            </a:pPr>
            <a:r>
              <a:rPr lang="en-US" sz="1200">
                <a:solidFill>
                  <a:schemeClr val="tx1"/>
                </a:solidFill>
              </a:rPr>
              <a:t>Click on “Personal Settings”</a:t>
            </a:r>
            <a:endParaRPr lang="en-US" sz="1200">
              <a:solidFill>
                <a:schemeClr val="tx1"/>
              </a:solidFill>
              <a:cs typeface="Arial"/>
            </a:endParaRPr>
          </a:p>
          <a:p>
            <a:pPr marL="285750" indent="-285750" algn="l">
              <a:buFont typeface="+mj-lt"/>
              <a:buAutoNum type="arabicPeriod"/>
            </a:pPr>
            <a:r>
              <a:rPr lang="en-US" sz="1200">
                <a:solidFill>
                  <a:schemeClr val="tx1"/>
                </a:solidFill>
              </a:rPr>
              <a:t>Select the “Default values” tab to set the default values at Header and Item</a:t>
            </a:r>
            <a:endParaRPr lang="cs-CZ" sz="1200">
              <a:solidFill>
                <a:schemeClr val="tx1"/>
              </a:solidFill>
              <a:cs typeface="Arial"/>
            </a:endParaRPr>
          </a:p>
          <a:p>
            <a:pPr marL="171450" indent="-171450" algn="l">
              <a:buFont typeface="Wingdings" panose="05000000000000000000" pitchFamily="2" charset="2"/>
              <a:buChar char="Ø"/>
            </a:pPr>
            <a:r>
              <a:rPr lang="en-US" sz="1200">
                <a:solidFill>
                  <a:schemeClr val="tx1"/>
                </a:solidFill>
              </a:rPr>
              <a:t>Header</a:t>
            </a:r>
            <a:endParaRPr lang="en-US" sz="1200">
              <a:solidFill>
                <a:schemeClr val="tx1"/>
              </a:solidFill>
              <a:cs typeface="Arial"/>
            </a:endParaRPr>
          </a:p>
          <a:p>
            <a:pPr marL="742950" lvl="1" indent="-285750">
              <a:buFont typeface="+mj-lt"/>
              <a:buAutoNum type="arabicPeriod"/>
            </a:pPr>
            <a:r>
              <a:rPr lang="en-US" sz="1200">
                <a:solidFill>
                  <a:schemeClr val="tx1"/>
                </a:solidFill>
              </a:rPr>
              <a:t>Document type: (recommended) don’t select a “Document type” to be able to select the correct type and don’t depend on the default values while converting the PR to PO</a:t>
            </a:r>
            <a:endParaRPr lang="en-US" sz="1200">
              <a:solidFill>
                <a:schemeClr val="tx1"/>
              </a:solidFill>
              <a:cs typeface="Arial"/>
            </a:endParaRPr>
          </a:p>
          <a:p>
            <a:pPr marL="742950" lvl="1" indent="-285750">
              <a:buFont typeface="+mj-lt"/>
              <a:buAutoNum type="arabicPeriod"/>
            </a:pPr>
            <a:r>
              <a:rPr lang="en-US" sz="1200">
                <a:solidFill>
                  <a:schemeClr val="tx1"/>
                </a:solidFill>
              </a:rPr>
              <a:t>Purchasing Org: C300 SRE DE SIB KG</a:t>
            </a:r>
            <a:endParaRPr lang="en-US" sz="1200">
              <a:solidFill>
                <a:schemeClr val="tx1"/>
              </a:solidFill>
              <a:cs typeface="Arial"/>
            </a:endParaRPr>
          </a:p>
          <a:p>
            <a:pPr marL="742950" lvl="1" indent="-285750">
              <a:buFont typeface="+mj-lt"/>
              <a:buAutoNum type="arabicPeriod"/>
            </a:pPr>
            <a:r>
              <a:rPr lang="en-US" sz="1200">
                <a:solidFill>
                  <a:schemeClr val="tx1"/>
                </a:solidFill>
              </a:rPr>
              <a:t>Purchasing Group: Select the Individual Purchasing Group </a:t>
            </a:r>
            <a:endParaRPr lang="en-US" sz="1200">
              <a:solidFill>
                <a:schemeClr val="tx1"/>
              </a:solidFill>
              <a:cs typeface="Arial"/>
            </a:endParaRPr>
          </a:p>
          <a:p>
            <a:pPr marL="742950" lvl="1" indent="-285750">
              <a:buFont typeface="+mj-lt"/>
              <a:buAutoNum type="arabicPeriod"/>
            </a:pPr>
            <a:r>
              <a:rPr lang="en-US" sz="1200">
                <a:solidFill>
                  <a:schemeClr val="tx1"/>
                </a:solidFill>
              </a:rPr>
              <a:t>Company code: 3003 SIB KG</a:t>
            </a:r>
            <a:endParaRPr lang="en-US" sz="1200">
              <a:solidFill>
                <a:schemeClr val="tx1"/>
              </a:solidFill>
              <a:cs typeface="Arial"/>
            </a:endParaRPr>
          </a:p>
          <a:p>
            <a:pPr marL="171450" indent="-171450">
              <a:buFont typeface="Wingdings" panose="05000000000000000000" pitchFamily="2" charset="2"/>
              <a:buChar char="Ø"/>
            </a:pPr>
            <a:r>
              <a:rPr lang="en-US" sz="1200">
                <a:solidFill>
                  <a:schemeClr val="tx1"/>
                </a:solidFill>
              </a:rPr>
              <a:t>Item</a:t>
            </a:r>
            <a:endParaRPr lang="en-US" sz="1200">
              <a:solidFill>
                <a:schemeClr val="tx1"/>
              </a:solidFill>
              <a:cs typeface="Arial"/>
            </a:endParaRPr>
          </a:p>
          <a:p>
            <a:pPr marL="742950" lvl="1" indent="-285750">
              <a:buFont typeface="+mj-lt"/>
              <a:buAutoNum type="arabicPeriod"/>
            </a:pPr>
            <a:r>
              <a:rPr lang="en-US" sz="1200">
                <a:solidFill>
                  <a:schemeClr val="tx1"/>
                </a:solidFill>
              </a:rPr>
              <a:t>Plant: C300</a:t>
            </a:r>
            <a:endParaRPr lang="en-US" sz="1200">
              <a:solidFill>
                <a:schemeClr val="tx1"/>
              </a:solidFill>
              <a:cs typeface="Arial"/>
            </a:endParaRPr>
          </a:p>
          <a:p>
            <a:pPr lvl="1"/>
            <a:endParaRPr lang="en-US" sz="1050">
              <a:solidFill>
                <a:schemeClr val="tx1"/>
              </a:solidFill>
            </a:endParaRPr>
          </a:p>
          <a:p>
            <a:pPr lvl="1"/>
            <a:endParaRPr lang="en-US" sz="1050">
              <a:solidFill>
                <a:schemeClr val="tx1"/>
              </a:solidFill>
            </a:endParaRPr>
          </a:p>
          <a:p>
            <a:pPr lvl="1"/>
            <a:endParaRPr lang="en-US" sz="1050">
              <a:solidFill>
                <a:schemeClr val="tx1"/>
              </a:solidFill>
            </a:endParaRPr>
          </a:p>
          <a:p>
            <a:r>
              <a:rPr lang="en-US" sz="1200">
                <a:solidFill>
                  <a:schemeClr val="tx1"/>
                </a:solidFill>
              </a:rPr>
              <a:t>Click “Save” on the screen bottom to save the settings.</a:t>
            </a:r>
            <a:endParaRPr lang="en-US" sz="1200">
              <a:solidFill>
                <a:schemeClr val="tx1"/>
              </a:solidFill>
              <a:cs typeface="Arial"/>
            </a:endParaRPr>
          </a:p>
        </p:txBody>
      </p:sp>
      <p:sp>
        <p:nvSpPr>
          <p:cNvPr id="8" name="Rechteck 5">
            <a:extLst>
              <a:ext uri="{FF2B5EF4-FFF2-40B4-BE49-F238E27FC236}">
                <a16:creationId xmlns:a16="http://schemas.microsoft.com/office/drawing/2014/main" id="{5DE4F7C1-9877-0B2E-5C61-FF7F0580558E}"/>
              </a:ext>
            </a:extLst>
          </p:cNvPr>
          <p:cNvSpPr/>
          <p:nvPr/>
        </p:nvSpPr>
        <p:spPr>
          <a:xfrm>
            <a:off x="6819899" y="1136342"/>
            <a:ext cx="5293637" cy="818023"/>
          </a:xfrm>
          <a:prstGeom prst="rect">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r>
              <a:rPr lang="en-US" sz="1200" b="1">
                <a:solidFill>
                  <a:schemeClr val="tx1"/>
                </a:solidFill>
              </a:rPr>
              <a:t>ME21N - Create Purchase Order</a:t>
            </a:r>
          </a:p>
          <a:p>
            <a:pPr algn="l"/>
            <a:endParaRPr lang="en-US" sz="1200">
              <a:solidFill>
                <a:schemeClr val="tx1"/>
              </a:solidFill>
              <a:cs typeface="Arial"/>
            </a:endParaRPr>
          </a:p>
        </p:txBody>
      </p:sp>
      <p:sp>
        <p:nvSpPr>
          <p:cNvPr id="10" name="Arrow: Curved Right 9">
            <a:extLst>
              <a:ext uri="{FF2B5EF4-FFF2-40B4-BE49-F238E27FC236}">
                <a16:creationId xmlns:a16="http://schemas.microsoft.com/office/drawing/2014/main" id="{32A0AC2E-B941-4C43-24EC-2EFD0E15BF2B}"/>
              </a:ext>
            </a:extLst>
          </p:cNvPr>
          <p:cNvSpPr/>
          <p:nvPr/>
        </p:nvSpPr>
        <p:spPr>
          <a:xfrm>
            <a:off x="219022" y="1684670"/>
            <a:ext cx="1061229" cy="1120812"/>
          </a:xfrm>
          <a:prstGeom prst="curvedRightArrow">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pPr algn="l"/>
            <a:endParaRPr lang="de-DE">
              <a:solidFill>
                <a:schemeClr val="tx1"/>
              </a:solidFill>
            </a:endParaRPr>
          </a:p>
        </p:txBody>
      </p:sp>
      <p:pic>
        <p:nvPicPr>
          <p:cNvPr id="11" name="Picture 10">
            <a:extLst>
              <a:ext uri="{FF2B5EF4-FFF2-40B4-BE49-F238E27FC236}">
                <a16:creationId xmlns:a16="http://schemas.microsoft.com/office/drawing/2014/main" id="{F2A805E1-BD8D-8AA1-3BB2-A690E509A11F}"/>
              </a:ext>
            </a:extLst>
          </p:cNvPr>
          <p:cNvPicPr>
            <a:picLocks noChangeAspect="1"/>
          </p:cNvPicPr>
          <p:nvPr/>
        </p:nvPicPr>
        <p:blipFill>
          <a:blip r:embed="rId3"/>
          <a:stretch>
            <a:fillRect/>
          </a:stretch>
        </p:blipFill>
        <p:spPr>
          <a:xfrm>
            <a:off x="1396347" y="816127"/>
            <a:ext cx="1428949" cy="1428949"/>
          </a:xfrm>
          <a:prstGeom prst="rect">
            <a:avLst/>
          </a:prstGeom>
          <a:ln>
            <a:solidFill>
              <a:srgbClr val="009999"/>
            </a:solidFill>
          </a:ln>
        </p:spPr>
      </p:pic>
      <p:pic>
        <p:nvPicPr>
          <p:cNvPr id="13" name="Picture 12">
            <a:extLst>
              <a:ext uri="{FF2B5EF4-FFF2-40B4-BE49-F238E27FC236}">
                <a16:creationId xmlns:a16="http://schemas.microsoft.com/office/drawing/2014/main" id="{D4F03DC6-AFF4-CD24-B040-AB7B830BEACA}"/>
              </a:ext>
            </a:extLst>
          </p:cNvPr>
          <p:cNvPicPr>
            <a:picLocks noChangeAspect="1"/>
          </p:cNvPicPr>
          <p:nvPr/>
        </p:nvPicPr>
        <p:blipFill>
          <a:blip r:embed="rId4"/>
          <a:stretch>
            <a:fillRect/>
          </a:stretch>
        </p:blipFill>
        <p:spPr>
          <a:xfrm>
            <a:off x="219022" y="2805482"/>
            <a:ext cx="6219878" cy="1247036"/>
          </a:xfrm>
          <a:prstGeom prst="rect">
            <a:avLst/>
          </a:prstGeom>
          <a:ln>
            <a:solidFill>
              <a:srgbClr val="009999"/>
            </a:solidFill>
          </a:ln>
        </p:spPr>
      </p:pic>
      <p:pic>
        <p:nvPicPr>
          <p:cNvPr id="18" name="Picture 17">
            <a:extLst>
              <a:ext uri="{FF2B5EF4-FFF2-40B4-BE49-F238E27FC236}">
                <a16:creationId xmlns:a16="http://schemas.microsoft.com/office/drawing/2014/main" id="{6D4F476B-E207-4935-A75C-2AD833F1F589}"/>
              </a:ext>
            </a:extLst>
          </p:cNvPr>
          <p:cNvPicPr>
            <a:picLocks noChangeAspect="1"/>
          </p:cNvPicPr>
          <p:nvPr/>
        </p:nvPicPr>
        <p:blipFill>
          <a:blip r:embed="rId5"/>
          <a:stretch>
            <a:fillRect/>
          </a:stretch>
        </p:blipFill>
        <p:spPr>
          <a:xfrm>
            <a:off x="219022" y="4352521"/>
            <a:ext cx="3038528" cy="2242904"/>
          </a:xfrm>
          <a:prstGeom prst="rect">
            <a:avLst/>
          </a:prstGeom>
          <a:ln>
            <a:solidFill>
              <a:srgbClr val="009999"/>
            </a:solidFill>
          </a:ln>
        </p:spPr>
      </p:pic>
      <p:pic>
        <p:nvPicPr>
          <p:cNvPr id="20" name="Picture 19">
            <a:extLst>
              <a:ext uri="{FF2B5EF4-FFF2-40B4-BE49-F238E27FC236}">
                <a16:creationId xmlns:a16="http://schemas.microsoft.com/office/drawing/2014/main" id="{9852B64F-FCE6-E2B1-29EE-AA83A76B780A}"/>
              </a:ext>
            </a:extLst>
          </p:cNvPr>
          <p:cNvPicPr>
            <a:picLocks noChangeAspect="1"/>
          </p:cNvPicPr>
          <p:nvPr/>
        </p:nvPicPr>
        <p:blipFill>
          <a:blip r:embed="rId6"/>
          <a:stretch>
            <a:fillRect/>
          </a:stretch>
        </p:blipFill>
        <p:spPr>
          <a:xfrm>
            <a:off x="3586895" y="4234568"/>
            <a:ext cx="2852005" cy="2360857"/>
          </a:xfrm>
          <a:prstGeom prst="rect">
            <a:avLst/>
          </a:prstGeom>
          <a:ln>
            <a:solidFill>
              <a:srgbClr val="009999"/>
            </a:solidFill>
          </a:ln>
        </p:spPr>
      </p:pic>
      <p:pic>
        <p:nvPicPr>
          <p:cNvPr id="22" name="Picture 21">
            <a:extLst>
              <a:ext uri="{FF2B5EF4-FFF2-40B4-BE49-F238E27FC236}">
                <a16:creationId xmlns:a16="http://schemas.microsoft.com/office/drawing/2014/main" id="{62B2CE49-F55B-B173-8CD4-C71E7A3F6756}"/>
              </a:ext>
            </a:extLst>
          </p:cNvPr>
          <p:cNvPicPr>
            <a:picLocks noChangeAspect="1"/>
          </p:cNvPicPr>
          <p:nvPr/>
        </p:nvPicPr>
        <p:blipFill>
          <a:blip r:embed="rId7"/>
          <a:stretch>
            <a:fillRect/>
          </a:stretch>
        </p:blipFill>
        <p:spPr>
          <a:xfrm>
            <a:off x="10359112" y="5226289"/>
            <a:ext cx="1333686" cy="495369"/>
          </a:xfrm>
          <a:prstGeom prst="rect">
            <a:avLst/>
          </a:prstGeom>
        </p:spPr>
      </p:pic>
      <p:sp>
        <p:nvSpPr>
          <p:cNvPr id="3" name="Textfeld 2">
            <a:extLst>
              <a:ext uri="{FF2B5EF4-FFF2-40B4-BE49-F238E27FC236}">
                <a16:creationId xmlns:a16="http://schemas.microsoft.com/office/drawing/2014/main" id="{96F0EE38-7B68-4A91-3A9F-F8D3DE73D5D6}"/>
              </a:ext>
            </a:extLst>
          </p:cNvPr>
          <p:cNvSpPr txBox="1"/>
          <p:nvPr/>
        </p:nvSpPr>
        <p:spPr>
          <a:xfrm>
            <a:off x="219022" y="347474"/>
            <a:ext cx="6097656" cy="400110"/>
          </a:xfrm>
          <a:prstGeom prst="rect">
            <a:avLst/>
          </a:prstGeom>
          <a:noFill/>
        </p:spPr>
        <p:txBody>
          <a:bodyPr wrap="square">
            <a:spAutoFit/>
          </a:bodyPr>
          <a:lstStyle/>
          <a:p>
            <a:r>
              <a:rPr lang="cs-CZ" sz="2000" b="1">
                <a:solidFill>
                  <a:srgbClr val="00646E"/>
                </a:solidFill>
                <a:latin typeface="+mj-lt"/>
              </a:rPr>
              <a:t>6.2 </a:t>
            </a:r>
            <a:r>
              <a:rPr lang="en-US" sz="2000" b="1">
                <a:solidFill>
                  <a:srgbClr val="00646E"/>
                </a:solidFill>
                <a:latin typeface="+mj-lt"/>
              </a:rPr>
              <a:t>Purchase Order Personal Settings</a:t>
            </a:r>
            <a:endParaRPr lang="de-DE" sz="2000" b="1">
              <a:latin typeface="+mj-lt"/>
            </a:endParaRPr>
          </a:p>
        </p:txBody>
      </p:sp>
    </p:spTree>
    <p:extLst>
      <p:ext uri="{BB962C8B-B14F-4D97-AF65-F5344CB8AC3E}">
        <p14:creationId xmlns:p14="http://schemas.microsoft.com/office/powerpoint/2010/main" val="2360024817"/>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A76412-E091-FA46-FE35-5032B44848DA}"/>
            </a:ext>
          </a:extLst>
        </p:cNvPr>
        <p:cNvGrpSpPr/>
        <p:nvPr/>
      </p:nvGrpSpPr>
      <p:grpSpPr>
        <a:xfrm>
          <a:off x="0" y="0"/>
          <a:ext cx="0" cy="0"/>
          <a:chOff x="0" y="0"/>
          <a:chExt cx="0" cy="0"/>
        </a:xfrm>
      </p:grpSpPr>
      <p:sp>
        <p:nvSpPr>
          <p:cNvPr id="6" name="Rechteck 5">
            <a:extLst>
              <a:ext uri="{FF2B5EF4-FFF2-40B4-BE49-F238E27FC236}">
                <a16:creationId xmlns:a16="http://schemas.microsoft.com/office/drawing/2014/main" id="{2081AEBA-EE37-7FA1-1E78-CD9E7B0C116E}"/>
              </a:ext>
            </a:extLst>
          </p:cNvPr>
          <p:cNvSpPr/>
          <p:nvPr/>
        </p:nvSpPr>
        <p:spPr>
          <a:xfrm>
            <a:off x="6819899" y="1937442"/>
            <a:ext cx="5293637" cy="4623156"/>
          </a:xfrm>
          <a:prstGeom prst="rect">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pPr algn="l"/>
            <a:r>
              <a:rPr lang="cs-CZ" sz="1200" b="1">
                <a:solidFill>
                  <a:schemeClr val="tx1"/>
                </a:solidFill>
              </a:rPr>
              <a:t>Visualization Settings</a:t>
            </a:r>
            <a:endParaRPr lang="en-US" sz="1200" b="1">
              <a:solidFill>
                <a:schemeClr val="tx1"/>
              </a:solidFill>
            </a:endParaRPr>
          </a:p>
          <a:p>
            <a:pPr algn="l"/>
            <a:endParaRPr lang="en-US" sz="1200">
              <a:solidFill>
                <a:schemeClr val="tx1"/>
              </a:solidFill>
            </a:endParaRPr>
          </a:p>
          <a:p>
            <a:pPr algn="l"/>
            <a:r>
              <a:rPr lang="en-US" sz="1200" kern="1200">
                <a:solidFill>
                  <a:srgbClr val="000000"/>
                </a:solidFill>
                <a:effectLst/>
                <a:ea typeface="+mn-ea"/>
                <a:cs typeface="+mn-cs"/>
              </a:rPr>
              <a:t>Click on the “Menu” button</a:t>
            </a:r>
            <a:r>
              <a:rPr lang="cs-CZ" sz="1200" kern="1200">
                <a:solidFill>
                  <a:srgbClr val="000000"/>
                </a:solidFill>
                <a:effectLst/>
                <a:ea typeface="+mn-ea"/>
                <a:cs typeface="+mn-cs"/>
              </a:rPr>
              <a:t> (in other visualization          Button)</a:t>
            </a:r>
            <a:endParaRPr lang="de-DE" sz="1200">
              <a:solidFill>
                <a:schemeClr val="tx1"/>
              </a:solidFill>
            </a:endParaRPr>
          </a:p>
          <a:p>
            <a:pPr marL="285750" indent="-285750" algn="l">
              <a:buFont typeface="+mj-lt"/>
              <a:buAutoNum type="arabicPeriod"/>
            </a:pPr>
            <a:r>
              <a:rPr lang="en-US" sz="1200">
                <a:solidFill>
                  <a:schemeClr val="tx1"/>
                </a:solidFill>
              </a:rPr>
              <a:t>Select “Settings”</a:t>
            </a:r>
          </a:p>
          <a:p>
            <a:pPr marL="285750" indent="-285750" algn="l">
              <a:buFont typeface="+mj-lt"/>
              <a:buAutoNum type="arabicPeriod"/>
            </a:pPr>
            <a:r>
              <a:rPr lang="en-US" sz="1200">
                <a:solidFill>
                  <a:schemeClr val="tx1"/>
                </a:solidFill>
              </a:rPr>
              <a:t>Then “Visualization”</a:t>
            </a:r>
          </a:p>
          <a:p>
            <a:pPr marL="285750" indent="-285750" algn="l">
              <a:buFont typeface="+mj-lt"/>
              <a:buAutoNum type="arabicPeriod"/>
            </a:pPr>
            <a:r>
              <a:rPr lang="en-US" sz="1200">
                <a:solidFill>
                  <a:schemeClr val="tx1"/>
                </a:solidFill>
              </a:rPr>
              <a:t>Select “Show dropdown lists with keys” and “Sort dropdown lists by their keys”</a:t>
            </a:r>
          </a:p>
          <a:p>
            <a:pPr marL="285750" indent="-285750" algn="l">
              <a:buFont typeface="+mj-lt"/>
              <a:buAutoNum type="arabicPeriod"/>
            </a:pPr>
            <a:r>
              <a:rPr lang="en-US" sz="1200">
                <a:solidFill>
                  <a:schemeClr val="tx1"/>
                </a:solidFill>
              </a:rPr>
              <a:t>Then “Save”</a:t>
            </a:r>
            <a:endParaRPr lang="en-US" sz="1050">
              <a:solidFill>
                <a:schemeClr val="tx1"/>
              </a:solidFill>
            </a:endParaRPr>
          </a:p>
          <a:p>
            <a:pPr algn="l"/>
            <a:endParaRPr lang="en-US" sz="1050">
              <a:solidFill>
                <a:schemeClr val="tx1"/>
              </a:solidFill>
            </a:endParaRPr>
          </a:p>
          <a:p>
            <a:pPr algn="l"/>
            <a:r>
              <a:rPr lang="en-US" sz="1200">
                <a:solidFill>
                  <a:schemeClr val="tx1"/>
                </a:solidFill>
              </a:rPr>
              <a:t>With this setting the user will be able to see the Key codes beside the description.</a:t>
            </a:r>
          </a:p>
          <a:p>
            <a:pPr algn="l"/>
            <a:endParaRPr lang="en-US" sz="1200">
              <a:solidFill>
                <a:schemeClr val="tx1"/>
              </a:solidFill>
            </a:endParaRPr>
          </a:p>
          <a:p>
            <a:pPr algn="l"/>
            <a:r>
              <a:rPr lang="en-US" sz="1200">
                <a:solidFill>
                  <a:schemeClr val="tx1"/>
                </a:solidFill>
              </a:rPr>
              <a:t>For Example:</a:t>
            </a:r>
          </a:p>
          <a:p>
            <a:pPr marL="171450" indent="-171450" algn="l">
              <a:buFont typeface="Arial" panose="020B0604020202020204" pitchFamily="34" charset="0"/>
              <a:buChar char="•"/>
            </a:pPr>
            <a:r>
              <a:rPr lang="en-US" sz="1200">
                <a:solidFill>
                  <a:schemeClr val="tx1"/>
                </a:solidFill>
              </a:rPr>
              <a:t>PO doc type will be “YDNB Direct PO” not</a:t>
            </a:r>
            <a:r>
              <a:rPr lang="cs-CZ" sz="1200">
                <a:solidFill>
                  <a:schemeClr val="tx1"/>
                </a:solidFill>
              </a:rPr>
              <a:t> only</a:t>
            </a:r>
            <a:r>
              <a:rPr lang="en-US" sz="1200">
                <a:solidFill>
                  <a:schemeClr val="tx1"/>
                </a:solidFill>
              </a:rPr>
              <a:t> “Direct PO”</a:t>
            </a:r>
          </a:p>
          <a:p>
            <a:pPr marL="171450" indent="-171450" algn="l">
              <a:buFont typeface="Arial" panose="020B0604020202020204" pitchFamily="34" charset="0"/>
              <a:buChar char="•"/>
            </a:pPr>
            <a:endParaRPr lang="en-US" sz="1050">
              <a:solidFill>
                <a:schemeClr val="tx1"/>
              </a:solidFill>
            </a:endParaRPr>
          </a:p>
          <a:p>
            <a:pPr algn="l"/>
            <a:endParaRPr lang="en-US" sz="1050">
              <a:solidFill>
                <a:schemeClr val="tx1"/>
              </a:solidFill>
            </a:endParaRPr>
          </a:p>
        </p:txBody>
      </p:sp>
      <p:sp>
        <p:nvSpPr>
          <p:cNvPr id="8" name="Rechteck 5">
            <a:extLst>
              <a:ext uri="{FF2B5EF4-FFF2-40B4-BE49-F238E27FC236}">
                <a16:creationId xmlns:a16="http://schemas.microsoft.com/office/drawing/2014/main" id="{6BC3B801-D9E0-454E-9621-FF491A3FCF07}"/>
              </a:ext>
            </a:extLst>
          </p:cNvPr>
          <p:cNvSpPr/>
          <p:nvPr/>
        </p:nvSpPr>
        <p:spPr>
          <a:xfrm>
            <a:off x="6819899" y="1136342"/>
            <a:ext cx="5293637" cy="818023"/>
          </a:xfrm>
          <a:prstGeom prst="rect">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r>
              <a:rPr lang="en-US" sz="1200" b="1">
                <a:solidFill>
                  <a:schemeClr val="tx1"/>
                </a:solidFill>
              </a:rPr>
              <a:t>ME21N - Create Purchase Order</a:t>
            </a:r>
          </a:p>
        </p:txBody>
      </p:sp>
      <p:pic>
        <p:nvPicPr>
          <p:cNvPr id="3" name="Picture 2">
            <a:extLst>
              <a:ext uri="{FF2B5EF4-FFF2-40B4-BE49-F238E27FC236}">
                <a16:creationId xmlns:a16="http://schemas.microsoft.com/office/drawing/2014/main" id="{72316E62-352B-D0BC-6EFF-570B8281AE7A}"/>
              </a:ext>
            </a:extLst>
          </p:cNvPr>
          <p:cNvPicPr>
            <a:picLocks noChangeAspect="1"/>
          </p:cNvPicPr>
          <p:nvPr/>
        </p:nvPicPr>
        <p:blipFill>
          <a:blip r:embed="rId3"/>
          <a:stretch>
            <a:fillRect/>
          </a:stretch>
        </p:blipFill>
        <p:spPr>
          <a:xfrm>
            <a:off x="169928" y="583937"/>
            <a:ext cx="5697472" cy="2525852"/>
          </a:xfrm>
          <a:prstGeom prst="rect">
            <a:avLst/>
          </a:prstGeom>
          <a:ln>
            <a:solidFill>
              <a:srgbClr val="009999"/>
            </a:solidFill>
          </a:ln>
        </p:spPr>
      </p:pic>
      <p:pic>
        <p:nvPicPr>
          <p:cNvPr id="5" name="Picture 4">
            <a:extLst>
              <a:ext uri="{FF2B5EF4-FFF2-40B4-BE49-F238E27FC236}">
                <a16:creationId xmlns:a16="http://schemas.microsoft.com/office/drawing/2014/main" id="{6FADD991-7BDE-ACA6-EC42-BDF484D41347}"/>
              </a:ext>
            </a:extLst>
          </p:cNvPr>
          <p:cNvPicPr>
            <a:picLocks noChangeAspect="1"/>
          </p:cNvPicPr>
          <p:nvPr/>
        </p:nvPicPr>
        <p:blipFill>
          <a:blip r:embed="rId4"/>
          <a:stretch>
            <a:fillRect/>
          </a:stretch>
        </p:blipFill>
        <p:spPr>
          <a:xfrm>
            <a:off x="1974170" y="3203153"/>
            <a:ext cx="4369479" cy="3590328"/>
          </a:xfrm>
          <a:prstGeom prst="rect">
            <a:avLst/>
          </a:prstGeom>
          <a:ln>
            <a:solidFill>
              <a:srgbClr val="009999"/>
            </a:solidFill>
          </a:ln>
        </p:spPr>
      </p:pic>
      <p:sp>
        <p:nvSpPr>
          <p:cNvPr id="7" name="Arrow: Curved Right 6">
            <a:extLst>
              <a:ext uri="{FF2B5EF4-FFF2-40B4-BE49-F238E27FC236}">
                <a16:creationId xmlns:a16="http://schemas.microsoft.com/office/drawing/2014/main" id="{E2F3E69E-7AA5-962F-936F-F1C5F79574AF}"/>
              </a:ext>
            </a:extLst>
          </p:cNvPr>
          <p:cNvSpPr/>
          <p:nvPr/>
        </p:nvSpPr>
        <p:spPr>
          <a:xfrm>
            <a:off x="790059" y="2972424"/>
            <a:ext cx="1061229" cy="1120812"/>
          </a:xfrm>
          <a:prstGeom prst="curvedRightArrow">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pPr algn="l"/>
            <a:endParaRPr lang="de-DE">
              <a:solidFill>
                <a:schemeClr val="tx1"/>
              </a:solidFill>
            </a:endParaRPr>
          </a:p>
        </p:txBody>
      </p:sp>
      <p:pic>
        <p:nvPicPr>
          <p:cNvPr id="14" name="Picture 13">
            <a:extLst>
              <a:ext uri="{FF2B5EF4-FFF2-40B4-BE49-F238E27FC236}">
                <a16:creationId xmlns:a16="http://schemas.microsoft.com/office/drawing/2014/main" id="{D190D51B-BDB2-56E3-2BD9-4B7EAEF03E9A}"/>
              </a:ext>
            </a:extLst>
          </p:cNvPr>
          <p:cNvPicPr>
            <a:picLocks noChangeAspect="1"/>
          </p:cNvPicPr>
          <p:nvPr/>
        </p:nvPicPr>
        <p:blipFill>
          <a:blip r:embed="rId5"/>
          <a:stretch>
            <a:fillRect/>
          </a:stretch>
        </p:blipFill>
        <p:spPr>
          <a:xfrm>
            <a:off x="7326085" y="4710398"/>
            <a:ext cx="1456120" cy="1692584"/>
          </a:xfrm>
          <a:prstGeom prst="rect">
            <a:avLst/>
          </a:prstGeom>
          <a:ln>
            <a:solidFill>
              <a:srgbClr val="009999"/>
            </a:solidFill>
          </a:ln>
        </p:spPr>
      </p:pic>
      <p:pic>
        <p:nvPicPr>
          <p:cNvPr id="16" name="Picture 15">
            <a:extLst>
              <a:ext uri="{FF2B5EF4-FFF2-40B4-BE49-F238E27FC236}">
                <a16:creationId xmlns:a16="http://schemas.microsoft.com/office/drawing/2014/main" id="{C53A39F9-C8F3-BEEB-58C7-FA005D2EFBAA}"/>
              </a:ext>
            </a:extLst>
          </p:cNvPr>
          <p:cNvPicPr>
            <a:picLocks noChangeAspect="1"/>
          </p:cNvPicPr>
          <p:nvPr/>
        </p:nvPicPr>
        <p:blipFill>
          <a:blip r:embed="rId6"/>
          <a:stretch>
            <a:fillRect/>
          </a:stretch>
        </p:blipFill>
        <p:spPr>
          <a:xfrm>
            <a:off x="9466717" y="4706875"/>
            <a:ext cx="1227365" cy="1696107"/>
          </a:xfrm>
          <a:prstGeom prst="rect">
            <a:avLst/>
          </a:prstGeom>
          <a:ln>
            <a:solidFill>
              <a:srgbClr val="009999"/>
            </a:solidFill>
          </a:ln>
        </p:spPr>
      </p:pic>
      <p:pic>
        <p:nvPicPr>
          <p:cNvPr id="4" name="Grafik 3">
            <a:extLst>
              <a:ext uri="{FF2B5EF4-FFF2-40B4-BE49-F238E27FC236}">
                <a16:creationId xmlns:a16="http://schemas.microsoft.com/office/drawing/2014/main" id="{F80458C8-ADCF-A90F-951C-BDBDB4A94A62}"/>
              </a:ext>
            </a:extLst>
          </p:cNvPr>
          <p:cNvPicPr>
            <a:picLocks noChangeAspect="1"/>
          </p:cNvPicPr>
          <p:nvPr/>
        </p:nvPicPr>
        <p:blipFill>
          <a:blip r:embed="rId7"/>
          <a:stretch>
            <a:fillRect/>
          </a:stretch>
        </p:blipFill>
        <p:spPr>
          <a:xfrm>
            <a:off x="10189265" y="2345841"/>
            <a:ext cx="381000" cy="238125"/>
          </a:xfrm>
          <a:prstGeom prst="rect">
            <a:avLst/>
          </a:prstGeom>
        </p:spPr>
      </p:pic>
      <p:sp>
        <p:nvSpPr>
          <p:cNvPr id="9" name="Textfeld 8">
            <a:extLst>
              <a:ext uri="{FF2B5EF4-FFF2-40B4-BE49-F238E27FC236}">
                <a16:creationId xmlns:a16="http://schemas.microsoft.com/office/drawing/2014/main" id="{99B4CE35-256C-FBA9-0EF6-D20D923B9F72}"/>
              </a:ext>
            </a:extLst>
          </p:cNvPr>
          <p:cNvSpPr txBox="1"/>
          <p:nvPr/>
        </p:nvSpPr>
        <p:spPr>
          <a:xfrm>
            <a:off x="169928" y="183827"/>
            <a:ext cx="6097656" cy="400110"/>
          </a:xfrm>
          <a:prstGeom prst="rect">
            <a:avLst/>
          </a:prstGeom>
          <a:noFill/>
        </p:spPr>
        <p:txBody>
          <a:bodyPr wrap="square">
            <a:spAutoFit/>
          </a:bodyPr>
          <a:lstStyle/>
          <a:p>
            <a:r>
              <a:rPr lang="cs-CZ" sz="2000" b="1">
                <a:solidFill>
                  <a:srgbClr val="00646E"/>
                </a:solidFill>
                <a:latin typeface="+mj-lt"/>
              </a:rPr>
              <a:t>6.2 </a:t>
            </a:r>
            <a:r>
              <a:rPr lang="en-US" sz="2000" b="1">
                <a:solidFill>
                  <a:srgbClr val="00646E"/>
                </a:solidFill>
                <a:latin typeface="+mj-lt"/>
              </a:rPr>
              <a:t>Purchase Order Personal Settings</a:t>
            </a:r>
            <a:endParaRPr lang="de-DE" sz="2000" b="1">
              <a:latin typeface="+mj-lt"/>
            </a:endParaRPr>
          </a:p>
        </p:txBody>
      </p:sp>
    </p:spTree>
    <p:extLst>
      <p:ext uri="{BB962C8B-B14F-4D97-AF65-F5344CB8AC3E}">
        <p14:creationId xmlns:p14="http://schemas.microsoft.com/office/powerpoint/2010/main" val="4091194009"/>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1DC561-32E5-B09E-CC9B-7066F45B8DAB}"/>
            </a:ext>
          </a:extLst>
        </p:cNvPr>
        <p:cNvGrpSpPr/>
        <p:nvPr/>
      </p:nvGrpSpPr>
      <p:grpSpPr>
        <a:xfrm>
          <a:off x="0" y="0"/>
          <a:ext cx="0" cy="0"/>
          <a:chOff x="0" y="0"/>
          <a:chExt cx="0" cy="0"/>
        </a:xfrm>
      </p:grpSpPr>
      <p:sp>
        <p:nvSpPr>
          <p:cNvPr id="6" name="Rechteck 5">
            <a:extLst>
              <a:ext uri="{FF2B5EF4-FFF2-40B4-BE49-F238E27FC236}">
                <a16:creationId xmlns:a16="http://schemas.microsoft.com/office/drawing/2014/main" id="{152B156A-B41F-1505-F3AE-672DE39A17F3}"/>
              </a:ext>
            </a:extLst>
          </p:cNvPr>
          <p:cNvSpPr/>
          <p:nvPr/>
        </p:nvSpPr>
        <p:spPr>
          <a:xfrm>
            <a:off x="6819899" y="1937442"/>
            <a:ext cx="5293637" cy="4623156"/>
          </a:xfrm>
          <a:prstGeom prst="rect">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pPr algn="l"/>
            <a:r>
              <a:rPr lang="en-US" sz="1200" b="1">
                <a:solidFill>
                  <a:schemeClr val="tx1"/>
                </a:solidFill>
              </a:rPr>
              <a:t>Recommended</a:t>
            </a:r>
            <a:r>
              <a:rPr lang="en-US" sz="1200">
                <a:solidFill>
                  <a:schemeClr val="tx1"/>
                </a:solidFill>
              </a:rPr>
              <a:t> way to directly search and convert the PRs to PO (The same could be performed in ME2xN and ME5xN Fiori apps)</a:t>
            </a:r>
          </a:p>
          <a:p>
            <a:pPr algn="l"/>
            <a:endParaRPr lang="de-DE" sz="1200">
              <a:solidFill>
                <a:schemeClr val="tx1"/>
              </a:solidFill>
            </a:endParaRPr>
          </a:p>
          <a:p>
            <a:pPr marL="285750" indent="-285750" algn="l">
              <a:buFont typeface="+mj-lt"/>
              <a:buAutoNum type="arabicPeriod"/>
            </a:pPr>
            <a:r>
              <a:rPr lang="en-US" sz="1200">
                <a:solidFill>
                  <a:schemeClr val="tx1"/>
                </a:solidFill>
              </a:rPr>
              <a:t>Click on “Document Overview” button</a:t>
            </a:r>
          </a:p>
          <a:p>
            <a:pPr marL="285750" indent="-285750" algn="l">
              <a:buFont typeface="+mj-lt"/>
              <a:buAutoNum type="arabicPeriod"/>
            </a:pPr>
            <a:r>
              <a:rPr lang="en-US" sz="1200">
                <a:solidFill>
                  <a:schemeClr val="tx1"/>
                </a:solidFill>
              </a:rPr>
              <a:t>A “Document Overview” section will appear on the left to the PO creation screen</a:t>
            </a:r>
          </a:p>
          <a:p>
            <a:pPr marL="285750" indent="-285750" algn="l">
              <a:buFont typeface="+mj-lt"/>
              <a:buAutoNum type="arabicPeriod"/>
            </a:pPr>
            <a:r>
              <a:rPr lang="en-US" sz="1200">
                <a:solidFill>
                  <a:schemeClr val="tx1"/>
                </a:solidFill>
              </a:rPr>
              <a:t>Click on the “Select Variant” and select “Purchase Requisitions”</a:t>
            </a:r>
          </a:p>
        </p:txBody>
      </p:sp>
      <p:sp>
        <p:nvSpPr>
          <p:cNvPr id="8" name="Rechteck 5">
            <a:extLst>
              <a:ext uri="{FF2B5EF4-FFF2-40B4-BE49-F238E27FC236}">
                <a16:creationId xmlns:a16="http://schemas.microsoft.com/office/drawing/2014/main" id="{211D4DB1-8629-F081-1D3D-AB2C0EDAD8BB}"/>
              </a:ext>
            </a:extLst>
          </p:cNvPr>
          <p:cNvSpPr/>
          <p:nvPr/>
        </p:nvSpPr>
        <p:spPr>
          <a:xfrm>
            <a:off x="6819899" y="1136342"/>
            <a:ext cx="5293637" cy="818023"/>
          </a:xfrm>
          <a:prstGeom prst="rect">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pPr algn="l"/>
            <a:r>
              <a:rPr lang="en-US" sz="1200" b="1">
                <a:solidFill>
                  <a:schemeClr val="tx1"/>
                </a:solidFill>
                <a:latin typeface="+mj-lt"/>
              </a:rPr>
              <a:t>ME21N – Create Purchase Order</a:t>
            </a:r>
            <a:endParaRPr lang="de-DE" sz="1200" b="1">
              <a:solidFill>
                <a:schemeClr val="tx1"/>
              </a:solidFill>
              <a:latin typeface="+mj-lt"/>
            </a:endParaRPr>
          </a:p>
        </p:txBody>
      </p:sp>
      <p:sp>
        <p:nvSpPr>
          <p:cNvPr id="3" name="TextBox 2">
            <a:extLst>
              <a:ext uri="{FF2B5EF4-FFF2-40B4-BE49-F238E27FC236}">
                <a16:creationId xmlns:a16="http://schemas.microsoft.com/office/drawing/2014/main" id="{72DF8D8D-6D1D-B6C2-3797-997075E0B779}"/>
              </a:ext>
            </a:extLst>
          </p:cNvPr>
          <p:cNvSpPr txBox="1"/>
          <p:nvPr/>
        </p:nvSpPr>
        <p:spPr>
          <a:xfrm>
            <a:off x="333322" y="362910"/>
            <a:ext cx="8353478" cy="369332"/>
          </a:xfrm>
          <a:prstGeom prst="rect">
            <a:avLst/>
          </a:prstGeom>
        </p:spPr>
        <p:txBody>
          <a:bodyPr vert="horz" lIns="0" tIns="0" rIns="324000" bIns="14400" rtlCol="0" anchor="b" anchorCtr="0">
            <a:noAutofit/>
          </a:bodyPr>
          <a:lstStyle>
            <a:lvl1pPr>
              <a:lnSpc>
                <a:spcPct val="90000"/>
              </a:lnSpc>
              <a:spcBef>
                <a:spcPct val="0"/>
              </a:spcBef>
              <a:buNone/>
              <a:defRPr sz="2000" b="1">
                <a:solidFill>
                  <a:srgbClr val="00557C"/>
                </a:solidFill>
                <a:latin typeface="+mj-lt"/>
                <a:ea typeface="+mj-ea"/>
                <a:cs typeface="+mj-cs"/>
              </a:defRPr>
            </a:lvl1pPr>
          </a:lstStyle>
          <a:p>
            <a:r>
              <a:rPr lang="cs-CZ"/>
              <a:t>6.3 </a:t>
            </a:r>
            <a:r>
              <a:rPr lang="en-US"/>
              <a:t>Search for the PR – ME21N – Document Overview</a:t>
            </a:r>
            <a:endParaRPr lang="en-US" strike="sngStrike">
              <a:highlight>
                <a:srgbClr val="FFFF00"/>
              </a:highlight>
            </a:endParaRPr>
          </a:p>
        </p:txBody>
      </p:sp>
      <p:pic>
        <p:nvPicPr>
          <p:cNvPr id="19" name="Picture 18">
            <a:extLst>
              <a:ext uri="{FF2B5EF4-FFF2-40B4-BE49-F238E27FC236}">
                <a16:creationId xmlns:a16="http://schemas.microsoft.com/office/drawing/2014/main" id="{38BF8A4E-69A4-285F-0B96-9BA39FA28B15}"/>
              </a:ext>
            </a:extLst>
          </p:cNvPr>
          <p:cNvPicPr>
            <a:picLocks noChangeAspect="1"/>
          </p:cNvPicPr>
          <p:nvPr/>
        </p:nvPicPr>
        <p:blipFill>
          <a:blip r:embed="rId3"/>
          <a:stretch>
            <a:fillRect/>
          </a:stretch>
        </p:blipFill>
        <p:spPr>
          <a:xfrm>
            <a:off x="1568302" y="764194"/>
            <a:ext cx="1153633" cy="1228544"/>
          </a:xfrm>
          <a:prstGeom prst="rect">
            <a:avLst/>
          </a:prstGeom>
          <a:ln>
            <a:solidFill>
              <a:srgbClr val="009999"/>
            </a:solidFill>
          </a:ln>
        </p:spPr>
      </p:pic>
      <p:grpSp>
        <p:nvGrpSpPr>
          <p:cNvPr id="22" name="Group 21">
            <a:extLst>
              <a:ext uri="{FF2B5EF4-FFF2-40B4-BE49-F238E27FC236}">
                <a16:creationId xmlns:a16="http://schemas.microsoft.com/office/drawing/2014/main" id="{80706D26-9F12-14E0-7C6B-D83BE5FF2BA4}"/>
              </a:ext>
            </a:extLst>
          </p:cNvPr>
          <p:cNvGrpSpPr/>
          <p:nvPr/>
        </p:nvGrpSpPr>
        <p:grpSpPr>
          <a:xfrm>
            <a:off x="451637" y="2146995"/>
            <a:ext cx="4999814" cy="4627522"/>
            <a:chOff x="451637" y="2146995"/>
            <a:chExt cx="4999814" cy="4627522"/>
          </a:xfrm>
        </p:grpSpPr>
        <p:pic>
          <p:nvPicPr>
            <p:cNvPr id="21" name="Picture 20">
              <a:extLst>
                <a:ext uri="{FF2B5EF4-FFF2-40B4-BE49-F238E27FC236}">
                  <a16:creationId xmlns:a16="http://schemas.microsoft.com/office/drawing/2014/main" id="{AA97F8B0-41C1-CBC9-E9FD-74E1E6CADE86}"/>
                </a:ext>
              </a:extLst>
            </p:cNvPr>
            <p:cNvPicPr>
              <a:picLocks noChangeAspect="1"/>
            </p:cNvPicPr>
            <p:nvPr/>
          </p:nvPicPr>
          <p:blipFill>
            <a:blip r:embed="rId4"/>
            <a:stretch>
              <a:fillRect/>
            </a:stretch>
          </p:blipFill>
          <p:spPr>
            <a:xfrm>
              <a:off x="549170" y="2146995"/>
              <a:ext cx="4902281" cy="4627522"/>
            </a:xfrm>
            <a:prstGeom prst="rect">
              <a:avLst/>
            </a:prstGeom>
            <a:ln>
              <a:solidFill>
                <a:srgbClr val="009999"/>
              </a:solidFill>
            </a:ln>
          </p:spPr>
        </p:pic>
        <p:sp>
          <p:nvSpPr>
            <p:cNvPr id="13" name="Rectangle: Rounded Corners 12">
              <a:extLst>
                <a:ext uri="{FF2B5EF4-FFF2-40B4-BE49-F238E27FC236}">
                  <a16:creationId xmlns:a16="http://schemas.microsoft.com/office/drawing/2014/main" id="{E82FBB2A-6677-7841-E882-88A3C4E3C477}"/>
                </a:ext>
              </a:extLst>
            </p:cNvPr>
            <p:cNvSpPr/>
            <p:nvPr/>
          </p:nvSpPr>
          <p:spPr>
            <a:xfrm>
              <a:off x="1135025" y="2494397"/>
              <a:ext cx="1010093" cy="226054"/>
            </a:xfrm>
            <a:prstGeom prst="roundRect">
              <a:avLst/>
            </a:prstGeom>
            <a:noFill/>
            <a:ln w="317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pPr algn="l"/>
              <a:endParaRPr lang="en-US"/>
            </a:p>
          </p:txBody>
        </p:sp>
        <p:sp>
          <p:nvSpPr>
            <p:cNvPr id="14" name="Rectangle: Rounded Corners 13">
              <a:extLst>
                <a:ext uri="{FF2B5EF4-FFF2-40B4-BE49-F238E27FC236}">
                  <a16:creationId xmlns:a16="http://schemas.microsoft.com/office/drawing/2014/main" id="{494D1AD5-22FA-0AFA-6579-2E9F57D67186}"/>
                </a:ext>
              </a:extLst>
            </p:cNvPr>
            <p:cNvSpPr/>
            <p:nvPr/>
          </p:nvSpPr>
          <p:spPr>
            <a:xfrm>
              <a:off x="451637" y="3323568"/>
              <a:ext cx="337200" cy="210863"/>
            </a:xfrm>
            <a:prstGeom prst="roundRect">
              <a:avLst/>
            </a:prstGeom>
            <a:noFill/>
            <a:ln w="317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pPr algn="l"/>
              <a:endParaRPr lang="en-US"/>
            </a:p>
          </p:txBody>
        </p:sp>
        <p:sp>
          <p:nvSpPr>
            <p:cNvPr id="16" name="Rectangle: Rounded Corners 15">
              <a:extLst>
                <a:ext uri="{FF2B5EF4-FFF2-40B4-BE49-F238E27FC236}">
                  <a16:creationId xmlns:a16="http://schemas.microsoft.com/office/drawing/2014/main" id="{0EAB9C78-09A8-6E04-48E4-B11A5EF2F7E3}"/>
                </a:ext>
              </a:extLst>
            </p:cNvPr>
            <p:cNvSpPr/>
            <p:nvPr/>
          </p:nvSpPr>
          <p:spPr>
            <a:xfrm>
              <a:off x="451637" y="4865018"/>
              <a:ext cx="1658680" cy="210863"/>
            </a:xfrm>
            <a:prstGeom prst="roundRect">
              <a:avLst/>
            </a:prstGeom>
            <a:noFill/>
            <a:ln w="317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pPr algn="l"/>
              <a:endParaRPr lang="en-US"/>
            </a:p>
          </p:txBody>
        </p:sp>
      </p:grpSp>
      <p:sp>
        <p:nvSpPr>
          <p:cNvPr id="10" name="Arrow: Curved Right 9">
            <a:extLst>
              <a:ext uri="{FF2B5EF4-FFF2-40B4-BE49-F238E27FC236}">
                <a16:creationId xmlns:a16="http://schemas.microsoft.com/office/drawing/2014/main" id="{ABEAA952-EB5E-58D2-8ED4-E427A2576509}"/>
              </a:ext>
            </a:extLst>
          </p:cNvPr>
          <p:cNvSpPr/>
          <p:nvPr/>
        </p:nvSpPr>
        <p:spPr>
          <a:xfrm>
            <a:off x="258223" y="1276433"/>
            <a:ext cx="1061229" cy="1120812"/>
          </a:xfrm>
          <a:prstGeom prst="curvedRightArrow">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pPr algn="l"/>
            <a:endParaRPr lang="de-DE">
              <a:solidFill>
                <a:schemeClr val="tx1"/>
              </a:solidFill>
            </a:endParaRPr>
          </a:p>
        </p:txBody>
      </p:sp>
    </p:spTree>
    <p:extLst>
      <p:ext uri="{BB962C8B-B14F-4D97-AF65-F5344CB8AC3E}">
        <p14:creationId xmlns:p14="http://schemas.microsoft.com/office/powerpoint/2010/main" val="3384816805"/>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16EDCE-2F36-8940-2FD4-0248EE4A73F7}"/>
            </a:ext>
          </a:extLst>
        </p:cNvPr>
        <p:cNvGrpSpPr/>
        <p:nvPr/>
      </p:nvGrpSpPr>
      <p:grpSpPr>
        <a:xfrm>
          <a:off x="0" y="0"/>
          <a:ext cx="0" cy="0"/>
          <a:chOff x="0" y="0"/>
          <a:chExt cx="0" cy="0"/>
        </a:xfrm>
      </p:grpSpPr>
      <p:sp>
        <p:nvSpPr>
          <p:cNvPr id="6" name="Rechteck 5">
            <a:extLst>
              <a:ext uri="{FF2B5EF4-FFF2-40B4-BE49-F238E27FC236}">
                <a16:creationId xmlns:a16="http://schemas.microsoft.com/office/drawing/2014/main" id="{55C3F5F5-46D1-D023-112B-88CA9289568D}"/>
              </a:ext>
            </a:extLst>
          </p:cNvPr>
          <p:cNvSpPr/>
          <p:nvPr/>
        </p:nvSpPr>
        <p:spPr>
          <a:xfrm>
            <a:off x="6819899" y="1937442"/>
            <a:ext cx="5293637" cy="4623156"/>
          </a:xfrm>
          <a:prstGeom prst="rect">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pPr algn="l"/>
            <a:r>
              <a:rPr lang="en-US" sz="1200">
                <a:solidFill>
                  <a:schemeClr val="tx1"/>
                </a:solidFill>
              </a:rPr>
              <a:t>Insert the searching values</a:t>
            </a:r>
          </a:p>
          <a:p>
            <a:pPr algn="l"/>
            <a:endParaRPr lang="de-DE" sz="1200">
              <a:solidFill>
                <a:schemeClr val="tx1"/>
              </a:solidFill>
            </a:endParaRPr>
          </a:p>
          <a:p>
            <a:pPr marL="285750" indent="-285750" algn="l">
              <a:buFont typeface="+mj-lt"/>
              <a:buAutoNum type="arabicPeriod"/>
            </a:pPr>
            <a:r>
              <a:rPr lang="en-US" sz="1200">
                <a:solidFill>
                  <a:schemeClr val="tx1"/>
                </a:solidFill>
              </a:rPr>
              <a:t>General selections section</a:t>
            </a:r>
            <a:endParaRPr lang="cs-CZ" sz="1200">
              <a:solidFill>
                <a:schemeClr val="tx1"/>
              </a:solidFill>
            </a:endParaRPr>
          </a:p>
          <a:p>
            <a:pPr marL="628650" lvl="1" indent="-171450">
              <a:buFont typeface="Arial" panose="020B0604020202020204" pitchFamily="34" charset="0"/>
              <a:buChar char="•"/>
            </a:pPr>
            <a:r>
              <a:rPr lang="cs-CZ" sz="1200">
                <a:solidFill>
                  <a:schemeClr val="tx1"/>
                </a:solidFill>
                <a:effectLst/>
                <a:ea typeface="Aptos" panose="020B0004020202020204" pitchFamily="34" charset="0"/>
                <a:cs typeface="Times New Roman" panose="02020603050405020304" pitchFamily="18" charset="0"/>
              </a:rPr>
              <a:t>S</a:t>
            </a:r>
            <a:r>
              <a:rPr lang="en-US" sz="1200">
                <a:solidFill>
                  <a:schemeClr val="tx1"/>
                </a:solidFill>
                <a:effectLst/>
                <a:ea typeface="Aptos" panose="020B0004020202020204" pitchFamily="34" charset="0"/>
                <a:cs typeface="Times New Roman" panose="02020603050405020304" pitchFamily="18" charset="0"/>
              </a:rPr>
              <a:t>elect the “Released</a:t>
            </a:r>
            <a:r>
              <a:rPr lang="cs-CZ" sz="1200">
                <a:solidFill>
                  <a:schemeClr val="tx1"/>
                </a:solidFill>
                <a:effectLst/>
                <a:ea typeface="Aptos" panose="020B0004020202020204" pitchFamily="34" charset="0"/>
                <a:cs typeface="Times New Roman" panose="02020603050405020304" pitchFamily="18" charset="0"/>
              </a:rPr>
              <a:t> only</a:t>
            </a:r>
            <a:r>
              <a:rPr lang="en-US" sz="1200">
                <a:solidFill>
                  <a:schemeClr val="tx1"/>
                </a:solidFill>
                <a:effectLst/>
                <a:ea typeface="Aptos" panose="020B0004020202020204" pitchFamily="34" charset="0"/>
                <a:cs typeface="Times New Roman" panose="02020603050405020304" pitchFamily="18" charset="0"/>
              </a:rPr>
              <a:t>”</a:t>
            </a:r>
            <a:r>
              <a:rPr lang="cs-CZ" sz="1200">
                <a:solidFill>
                  <a:schemeClr val="tx1"/>
                </a:solidFill>
                <a:effectLst/>
                <a:ea typeface="Aptos" panose="020B0004020202020204" pitchFamily="34" charset="0"/>
                <a:cs typeface="Times New Roman" panose="02020603050405020304" pitchFamily="18" charset="0"/>
              </a:rPr>
              <a:t> </a:t>
            </a:r>
            <a:r>
              <a:rPr lang="cs-CZ" sz="1200">
                <a:solidFill>
                  <a:schemeClr val="tx1"/>
                </a:solidFill>
                <a:ea typeface="Aptos" panose="020B0004020202020204" pitchFamily="34" charset="0"/>
                <a:cs typeface="Times New Roman" panose="02020603050405020304" pitchFamily="18" charset="0"/>
              </a:rPr>
              <a:t>a</a:t>
            </a:r>
            <a:r>
              <a:rPr lang="cs-CZ" sz="1200">
                <a:solidFill>
                  <a:schemeClr val="tx1"/>
                </a:solidFill>
                <a:effectLst/>
                <a:ea typeface="Aptos" panose="020B0004020202020204" pitchFamily="34" charset="0"/>
                <a:cs typeface="Times New Roman" panose="02020603050405020304" pitchFamily="18" charset="0"/>
              </a:rPr>
              <a:t>nd „Open only“</a:t>
            </a:r>
            <a:r>
              <a:rPr lang="en-US" sz="1200">
                <a:solidFill>
                  <a:schemeClr val="tx1"/>
                </a:solidFill>
                <a:effectLst/>
                <a:ea typeface="Aptos" panose="020B0004020202020204" pitchFamily="34" charset="0"/>
                <a:cs typeface="Times New Roman" panose="02020603050405020304" pitchFamily="18" charset="0"/>
              </a:rPr>
              <a:t> PRs</a:t>
            </a:r>
            <a:endParaRPr lang="cs-CZ" sz="1200">
              <a:solidFill>
                <a:schemeClr val="tx1"/>
              </a:solidFill>
            </a:endParaRPr>
          </a:p>
          <a:p>
            <a:pPr marL="285750" indent="-285750" algn="l">
              <a:buFont typeface="+mj-lt"/>
              <a:buAutoNum type="arabicPeriod"/>
            </a:pPr>
            <a:endParaRPr lang="cs-CZ" sz="1200">
              <a:solidFill>
                <a:schemeClr val="tx1"/>
              </a:solidFill>
            </a:endParaRPr>
          </a:p>
          <a:p>
            <a:pPr marL="285750" indent="-285750" algn="l">
              <a:buFont typeface="+mj-lt"/>
              <a:buAutoNum type="arabicPeriod"/>
            </a:pPr>
            <a:r>
              <a:rPr lang="cs-CZ" sz="1200">
                <a:solidFill>
                  <a:schemeClr val="tx1"/>
                </a:solidFill>
              </a:rPr>
              <a:t>Program selections</a:t>
            </a:r>
          </a:p>
          <a:p>
            <a:pPr marL="628650" lvl="1" indent="-171450">
              <a:buFont typeface="Arial" panose="020B0604020202020204" pitchFamily="34" charset="0"/>
              <a:buChar char="•"/>
            </a:pPr>
            <a:r>
              <a:rPr lang="cs-CZ" sz="1200">
                <a:solidFill>
                  <a:schemeClr val="tx1"/>
                </a:solidFill>
              </a:rPr>
              <a:t>Purchasing Group: I</a:t>
            </a:r>
            <a:r>
              <a:rPr lang="cs-CZ" sz="1200" i="1">
                <a:solidFill>
                  <a:schemeClr val="tx1"/>
                </a:solidFill>
              </a:rPr>
              <a:t>XX</a:t>
            </a:r>
          </a:p>
          <a:p>
            <a:pPr marL="628650" lvl="1" indent="-171450">
              <a:buFont typeface="Arial" panose="020B0604020202020204" pitchFamily="34" charset="0"/>
              <a:buChar char="•"/>
            </a:pPr>
            <a:r>
              <a:rPr lang="cs-CZ" sz="1200">
                <a:solidFill>
                  <a:schemeClr val="tx1"/>
                </a:solidFill>
              </a:rPr>
              <a:t>Purchasing organization: C300</a:t>
            </a:r>
          </a:p>
          <a:p>
            <a:pPr lvl="1"/>
            <a:endParaRPr lang="cs-CZ" sz="1200">
              <a:solidFill>
                <a:schemeClr val="tx1"/>
              </a:solidFill>
            </a:endParaRPr>
          </a:p>
          <a:p>
            <a:r>
              <a:rPr lang="en-US" sz="1200" kern="100">
                <a:solidFill>
                  <a:schemeClr val="tx1"/>
                </a:solidFill>
                <a:effectLst/>
                <a:ea typeface="Aptos" panose="020B0004020202020204" pitchFamily="34" charset="0"/>
                <a:cs typeface="Times New Roman" panose="02020603050405020304" pitchFamily="18" charset="0"/>
              </a:rPr>
              <a:t>If the PR number is known, then directly insert it in the “Purchase Requisition number” field</a:t>
            </a:r>
            <a:endParaRPr lang="de-DE" sz="1200" kern="100">
              <a:solidFill>
                <a:schemeClr val="tx1"/>
              </a:solidFill>
              <a:effectLst/>
              <a:ea typeface="Aptos" panose="020B0004020202020204" pitchFamily="34" charset="0"/>
              <a:cs typeface="Times New Roman" panose="02020603050405020304" pitchFamily="18" charset="0"/>
            </a:endParaRPr>
          </a:p>
          <a:p>
            <a:endParaRPr lang="cs-CZ" sz="1200">
              <a:solidFill>
                <a:schemeClr val="tx1"/>
              </a:solidFill>
            </a:endParaRPr>
          </a:p>
        </p:txBody>
      </p:sp>
      <p:sp>
        <p:nvSpPr>
          <p:cNvPr id="8" name="Rechteck 5">
            <a:extLst>
              <a:ext uri="{FF2B5EF4-FFF2-40B4-BE49-F238E27FC236}">
                <a16:creationId xmlns:a16="http://schemas.microsoft.com/office/drawing/2014/main" id="{D00DB25F-C011-6A6C-049D-BDDB13222705}"/>
              </a:ext>
            </a:extLst>
          </p:cNvPr>
          <p:cNvSpPr/>
          <p:nvPr/>
        </p:nvSpPr>
        <p:spPr>
          <a:xfrm>
            <a:off x="6819899" y="1136342"/>
            <a:ext cx="5293637" cy="818023"/>
          </a:xfrm>
          <a:prstGeom prst="rect">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pPr algn="l"/>
            <a:r>
              <a:rPr lang="en-US" sz="1200" b="1">
                <a:solidFill>
                  <a:schemeClr val="tx1"/>
                </a:solidFill>
                <a:latin typeface="+mj-lt"/>
              </a:rPr>
              <a:t>ME21N – Create Purchase Order</a:t>
            </a:r>
            <a:endParaRPr lang="de-DE" sz="1200" b="1">
              <a:solidFill>
                <a:schemeClr val="tx1"/>
              </a:solidFill>
              <a:latin typeface="+mj-lt"/>
            </a:endParaRPr>
          </a:p>
        </p:txBody>
      </p:sp>
      <p:sp>
        <p:nvSpPr>
          <p:cNvPr id="3" name="TextBox 2">
            <a:extLst>
              <a:ext uri="{FF2B5EF4-FFF2-40B4-BE49-F238E27FC236}">
                <a16:creationId xmlns:a16="http://schemas.microsoft.com/office/drawing/2014/main" id="{435C2178-A1C1-B793-65FE-E092C95042FF}"/>
              </a:ext>
            </a:extLst>
          </p:cNvPr>
          <p:cNvSpPr txBox="1"/>
          <p:nvPr/>
        </p:nvSpPr>
        <p:spPr>
          <a:xfrm>
            <a:off x="333322" y="362910"/>
            <a:ext cx="8353478" cy="369332"/>
          </a:xfrm>
          <a:prstGeom prst="rect">
            <a:avLst/>
          </a:prstGeom>
        </p:spPr>
        <p:txBody>
          <a:bodyPr vert="horz" lIns="0" tIns="0" rIns="324000" bIns="14400" rtlCol="0" anchor="b" anchorCtr="0">
            <a:noAutofit/>
          </a:bodyPr>
          <a:lstStyle>
            <a:lvl1pPr>
              <a:lnSpc>
                <a:spcPct val="90000"/>
              </a:lnSpc>
              <a:spcBef>
                <a:spcPct val="0"/>
              </a:spcBef>
              <a:buNone/>
              <a:defRPr sz="2000" b="1">
                <a:solidFill>
                  <a:srgbClr val="00557C"/>
                </a:solidFill>
                <a:latin typeface="+mj-lt"/>
                <a:ea typeface="+mj-ea"/>
                <a:cs typeface="+mj-cs"/>
              </a:defRPr>
            </a:lvl1pPr>
          </a:lstStyle>
          <a:p>
            <a:r>
              <a:rPr lang="cs-CZ"/>
              <a:t>6.3 </a:t>
            </a:r>
            <a:r>
              <a:rPr lang="cs-CZ" err="1"/>
              <a:t>Sea</a:t>
            </a:r>
            <a:r>
              <a:rPr lang="en-US" err="1"/>
              <a:t>rch</a:t>
            </a:r>
            <a:r>
              <a:rPr lang="en-US"/>
              <a:t> for the PR – ME21N – Document Overview</a:t>
            </a:r>
            <a:endParaRPr lang="en-US" strike="sngStrike">
              <a:highlight>
                <a:srgbClr val="FFFF00"/>
              </a:highlight>
            </a:endParaRPr>
          </a:p>
        </p:txBody>
      </p:sp>
      <p:pic>
        <p:nvPicPr>
          <p:cNvPr id="11" name="Grafik 10">
            <a:extLst>
              <a:ext uri="{FF2B5EF4-FFF2-40B4-BE49-F238E27FC236}">
                <a16:creationId xmlns:a16="http://schemas.microsoft.com/office/drawing/2014/main" id="{6E413DFC-6C55-8A49-CD31-636CA6544782}"/>
              </a:ext>
            </a:extLst>
          </p:cNvPr>
          <p:cNvPicPr>
            <a:picLocks noChangeAspect="1"/>
          </p:cNvPicPr>
          <p:nvPr/>
        </p:nvPicPr>
        <p:blipFill>
          <a:blip r:embed="rId3"/>
          <a:stretch>
            <a:fillRect/>
          </a:stretch>
        </p:blipFill>
        <p:spPr>
          <a:xfrm>
            <a:off x="767565" y="1156220"/>
            <a:ext cx="5884784" cy="5035858"/>
          </a:xfrm>
          <a:prstGeom prst="rect">
            <a:avLst/>
          </a:prstGeom>
        </p:spPr>
      </p:pic>
      <p:pic>
        <p:nvPicPr>
          <p:cNvPr id="13" name="Grafik 12">
            <a:extLst>
              <a:ext uri="{FF2B5EF4-FFF2-40B4-BE49-F238E27FC236}">
                <a16:creationId xmlns:a16="http://schemas.microsoft.com/office/drawing/2014/main" id="{42FD116D-0C58-23E5-A85E-1480D3A6CC6F}"/>
              </a:ext>
            </a:extLst>
          </p:cNvPr>
          <p:cNvPicPr>
            <a:picLocks noChangeAspect="1"/>
          </p:cNvPicPr>
          <p:nvPr/>
        </p:nvPicPr>
        <p:blipFill>
          <a:blip r:embed="rId4"/>
          <a:stretch>
            <a:fillRect/>
          </a:stretch>
        </p:blipFill>
        <p:spPr>
          <a:xfrm>
            <a:off x="6860498" y="4158698"/>
            <a:ext cx="5253038" cy="1289192"/>
          </a:xfrm>
          <a:prstGeom prst="rect">
            <a:avLst/>
          </a:prstGeom>
        </p:spPr>
      </p:pic>
    </p:spTree>
    <p:extLst>
      <p:ext uri="{BB962C8B-B14F-4D97-AF65-F5344CB8AC3E}">
        <p14:creationId xmlns:p14="http://schemas.microsoft.com/office/powerpoint/2010/main" val="1309176657"/>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a:extLst>
            <a:ext uri="{FF2B5EF4-FFF2-40B4-BE49-F238E27FC236}">
              <a16:creationId xmlns:a16="http://schemas.microsoft.com/office/drawing/2014/main" id="{2DC12A6A-6665-1D26-D6F1-4D10FCC10D33}"/>
            </a:ext>
          </a:extLst>
        </p:cNvPr>
        <p:cNvGrpSpPr/>
        <p:nvPr/>
      </p:nvGrpSpPr>
      <p:grpSpPr>
        <a:xfrm>
          <a:off x="0" y="0"/>
          <a:ext cx="0" cy="0"/>
          <a:chOff x="0" y="0"/>
          <a:chExt cx="0" cy="0"/>
        </a:xfrm>
      </p:grpSpPr>
      <p:sp>
        <p:nvSpPr>
          <p:cNvPr id="6" name="Rechteck 5">
            <a:extLst>
              <a:ext uri="{FF2B5EF4-FFF2-40B4-BE49-F238E27FC236}">
                <a16:creationId xmlns:a16="http://schemas.microsoft.com/office/drawing/2014/main" id="{875A9696-3310-1CD3-E436-F3CFD92451E1}"/>
              </a:ext>
            </a:extLst>
          </p:cNvPr>
          <p:cNvSpPr/>
          <p:nvPr/>
        </p:nvSpPr>
        <p:spPr>
          <a:xfrm>
            <a:off x="6819899" y="1937442"/>
            <a:ext cx="5293637" cy="4623156"/>
          </a:xfrm>
          <a:prstGeom prst="rect">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pPr algn="l"/>
            <a:r>
              <a:rPr lang="en-US" sz="1200">
                <a:solidFill>
                  <a:schemeClr val="tx1"/>
                </a:solidFill>
              </a:rPr>
              <a:t>Dynamic selection is available in this report to include the additional PR fields to the searching criteria </a:t>
            </a:r>
          </a:p>
          <a:p>
            <a:pPr algn="l"/>
            <a:endParaRPr lang="de-DE" sz="1200">
              <a:solidFill>
                <a:schemeClr val="tx1"/>
              </a:solidFill>
            </a:endParaRPr>
          </a:p>
          <a:p>
            <a:pPr marL="285750" indent="-285750" algn="l">
              <a:buFont typeface="+mj-lt"/>
              <a:buAutoNum type="arabicPeriod"/>
            </a:pPr>
            <a:r>
              <a:rPr lang="en-US" sz="1200">
                <a:solidFill>
                  <a:schemeClr val="tx1"/>
                </a:solidFill>
              </a:rPr>
              <a:t>Click on the “Dynamic Selections” button</a:t>
            </a:r>
          </a:p>
          <a:p>
            <a:pPr marL="285750" indent="-285750">
              <a:buFont typeface="+mj-lt"/>
              <a:buAutoNum type="arabicPeriod"/>
            </a:pPr>
            <a:r>
              <a:rPr lang="en-US" sz="1200">
                <a:solidFill>
                  <a:schemeClr val="tx1"/>
                </a:solidFill>
              </a:rPr>
              <a:t>Open the “Purchase Requisition” folder icon</a:t>
            </a:r>
          </a:p>
          <a:p>
            <a:pPr marL="285750" indent="-285750">
              <a:buFont typeface="+mj-lt"/>
              <a:buAutoNum type="arabicPeriod"/>
            </a:pPr>
            <a:r>
              <a:rPr lang="en-US" sz="1200">
                <a:solidFill>
                  <a:schemeClr val="tx1"/>
                </a:solidFill>
              </a:rPr>
              <a:t>Double click on the </a:t>
            </a:r>
            <a:r>
              <a:rPr lang="cs-CZ" sz="1200" err="1">
                <a:solidFill>
                  <a:schemeClr val="tx1"/>
                </a:solidFill>
              </a:rPr>
              <a:t>needed</a:t>
            </a:r>
            <a:r>
              <a:rPr lang="cs-CZ" sz="1200">
                <a:solidFill>
                  <a:schemeClr val="tx1"/>
                </a:solidFill>
              </a:rPr>
              <a:t> </a:t>
            </a:r>
            <a:r>
              <a:rPr lang="cs-CZ" sz="1200" err="1">
                <a:solidFill>
                  <a:schemeClr val="tx1"/>
                </a:solidFill>
              </a:rPr>
              <a:t>category</a:t>
            </a:r>
            <a:r>
              <a:rPr lang="cs-CZ" sz="1200">
                <a:solidFill>
                  <a:schemeClr val="tx1"/>
                </a:solidFill>
              </a:rPr>
              <a:t> </a:t>
            </a:r>
            <a:r>
              <a:rPr lang="en-US" sz="1200">
                <a:solidFill>
                  <a:schemeClr val="tx1"/>
                </a:solidFill>
              </a:rPr>
              <a:t>to include it in the “Dynamic Selections” section</a:t>
            </a:r>
            <a:endParaRPr lang="cs-CZ" sz="1200">
              <a:solidFill>
                <a:schemeClr val="tx1"/>
              </a:solidFill>
            </a:endParaRPr>
          </a:p>
          <a:p>
            <a:pPr marL="285750" indent="-285750">
              <a:buFont typeface="+mj-lt"/>
              <a:buAutoNum type="arabicPeriod"/>
            </a:pPr>
            <a:r>
              <a:rPr lang="cs-CZ" sz="1200" err="1">
                <a:solidFill>
                  <a:schemeClr val="tx1"/>
                </a:solidFill>
              </a:rPr>
              <a:t>Choose</a:t>
            </a:r>
            <a:r>
              <a:rPr lang="cs-CZ" sz="1200">
                <a:solidFill>
                  <a:schemeClr val="tx1"/>
                </a:solidFill>
              </a:rPr>
              <a:t> </a:t>
            </a:r>
            <a:r>
              <a:rPr lang="cs-CZ" sz="1200" err="1">
                <a:solidFill>
                  <a:schemeClr val="tx1"/>
                </a:solidFill>
              </a:rPr>
              <a:t>the</a:t>
            </a:r>
            <a:r>
              <a:rPr lang="cs-CZ" sz="1200">
                <a:solidFill>
                  <a:schemeClr val="tx1"/>
                </a:solidFill>
              </a:rPr>
              <a:t> </a:t>
            </a:r>
            <a:r>
              <a:rPr lang="cs-CZ" sz="1200" err="1">
                <a:solidFill>
                  <a:schemeClr val="tx1"/>
                </a:solidFill>
              </a:rPr>
              <a:t>option</a:t>
            </a:r>
            <a:r>
              <a:rPr lang="cs-CZ" sz="1200">
                <a:solidFill>
                  <a:schemeClr val="tx1"/>
                </a:solidFill>
              </a:rPr>
              <a:t> </a:t>
            </a:r>
            <a:r>
              <a:rPr lang="cs-CZ" sz="1200" err="1">
                <a:solidFill>
                  <a:schemeClr val="tx1"/>
                </a:solidFill>
              </a:rPr>
              <a:t>or</a:t>
            </a:r>
            <a:r>
              <a:rPr lang="cs-CZ" sz="1200">
                <a:solidFill>
                  <a:schemeClr val="tx1"/>
                </a:solidFill>
              </a:rPr>
              <a:t> </a:t>
            </a:r>
            <a:r>
              <a:rPr lang="cs-CZ" sz="1200" err="1">
                <a:solidFill>
                  <a:schemeClr val="tx1"/>
                </a:solidFill>
              </a:rPr>
              <a:t>fill</a:t>
            </a:r>
            <a:r>
              <a:rPr lang="cs-CZ" sz="1200">
                <a:solidFill>
                  <a:schemeClr val="tx1"/>
                </a:solidFill>
              </a:rPr>
              <a:t> </a:t>
            </a:r>
            <a:r>
              <a:rPr lang="cs-CZ" sz="1200" err="1">
                <a:solidFill>
                  <a:schemeClr val="tx1"/>
                </a:solidFill>
              </a:rPr>
              <a:t>the</a:t>
            </a:r>
            <a:r>
              <a:rPr lang="cs-CZ" sz="1200">
                <a:solidFill>
                  <a:schemeClr val="tx1"/>
                </a:solidFill>
              </a:rPr>
              <a:t> </a:t>
            </a:r>
            <a:r>
              <a:rPr lang="cs-CZ" sz="1200" err="1">
                <a:solidFill>
                  <a:schemeClr val="tx1"/>
                </a:solidFill>
              </a:rPr>
              <a:t>value</a:t>
            </a:r>
            <a:endParaRPr lang="cs-CZ" sz="1200">
              <a:solidFill>
                <a:schemeClr val="tx1"/>
              </a:solidFill>
            </a:endParaRPr>
          </a:p>
          <a:p>
            <a:pPr marL="285750" indent="-285750">
              <a:buFont typeface="+mj-lt"/>
              <a:buAutoNum type="arabicPeriod"/>
            </a:pPr>
            <a:r>
              <a:rPr lang="cs-CZ" sz="1200" err="1">
                <a:solidFill>
                  <a:schemeClr val="tx1"/>
                </a:solidFill>
              </a:rPr>
              <a:t>Confirm</a:t>
            </a:r>
            <a:r>
              <a:rPr lang="cs-CZ" sz="1200">
                <a:solidFill>
                  <a:schemeClr val="tx1"/>
                </a:solidFill>
              </a:rPr>
              <a:t> </a:t>
            </a:r>
            <a:r>
              <a:rPr lang="cs-CZ" sz="1200" err="1">
                <a:solidFill>
                  <a:schemeClr val="tx1"/>
                </a:solidFill>
              </a:rPr>
              <a:t>with</a:t>
            </a:r>
            <a:r>
              <a:rPr lang="cs-CZ" sz="1200">
                <a:solidFill>
                  <a:schemeClr val="tx1"/>
                </a:solidFill>
              </a:rPr>
              <a:t> OK</a:t>
            </a:r>
          </a:p>
          <a:p>
            <a:pPr marL="285750" indent="-285750">
              <a:buFont typeface="+mj-lt"/>
              <a:buAutoNum type="arabicPeriod"/>
            </a:pPr>
            <a:r>
              <a:rPr lang="cs-CZ" sz="1200" err="1">
                <a:solidFill>
                  <a:schemeClr val="tx1"/>
                </a:solidFill>
              </a:rPr>
              <a:t>Value</a:t>
            </a:r>
            <a:r>
              <a:rPr lang="cs-CZ" sz="1200">
                <a:solidFill>
                  <a:schemeClr val="tx1"/>
                </a:solidFill>
              </a:rPr>
              <a:t> </a:t>
            </a:r>
            <a:r>
              <a:rPr lang="cs-CZ" sz="1200" err="1">
                <a:solidFill>
                  <a:schemeClr val="tx1"/>
                </a:solidFill>
              </a:rPr>
              <a:t>appears</a:t>
            </a:r>
            <a:r>
              <a:rPr lang="cs-CZ" sz="1200">
                <a:solidFill>
                  <a:schemeClr val="tx1"/>
                </a:solidFill>
              </a:rPr>
              <a:t> in </a:t>
            </a:r>
            <a:r>
              <a:rPr lang="cs-CZ" sz="1200" err="1">
                <a:solidFill>
                  <a:schemeClr val="tx1"/>
                </a:solidFill>
              </a:rPr>
              <a:t>the</a:t>
            </a:r>
            <a:r>
              <a:rPr lang="cs-CZ" sz="1200">
                <a:solidFill>
                  <a:schemeClr val="tx1"/>
                </a:solidFill>
              </a:rPr>
              <a:t> „</a:t>
            </a:r>
            <a:r>
              <a:rPr lang="cs-CZ" sz="1200" err="1">
                <a:solidFill>
                  <a:schemeClr val="tx1"/>
                </a:solidFill>
              </a:rPr>
              <a:t>Dynamic</a:t>
            </a:r>
            <a:r>
              <a:rPr lang="cs-CZ" sz="1200">
                <a:solidFill>
                  <a:schemeClr val="tx1"/>
                </a:solidFill>
              </a:rPr>
              <a:t> </a:t>
            </a:r>
            <a:r>
              <a:rPr lang="cs-CZ" sz="1200" err="1">
                <a:solidFill>
                  <a:schemeClr val="tx1"/>
                </a:solidFill>
              </a:rPr>
              <a:t>Selection</a:t>
            </a:r>
            <a:r>
              <a:rPr lang="cs-CZ" sz="1200">
                <a:solidFill>
                  <a:schemeClr val="tx1"/>
                </a:solidFill>
              </a:rPr>
              <a:t>“</a:t>
            </a:r>
          </a:p>
          <a:p>
            <a:pPr marL="285750" indent="-285750">
              <a:buFont typeface="+mj-lt"/>
              <a:buAutoNum type="arabicPeriod"/>
            </a:pPr>
            <a:r>
              <a:rPr lang="cs-CZ" sz="1200" err="1">
                <a:solidFill>
                  <a:schemeClr val="tx1"/>
                </a:solidFill>
              </a:rPr>
              <a:t>Execute</a:t>
            </a:r>
            <a:r>
              <a:rPr lang="cs-CZ" sz="1200">
                <a:solidFill>
                  <a:schemeClr val="tx1"/>
                </a:solidFill>
              </a:rPr>
              <a:t>, to </a:t>
            </a:r>
            <a:r>
              <a:rPr lang="cs-CZ" sz="1200" err="1">
                <a:solidFill>
                  <a:schemeClr val="tx1"/>
                </a:solidFill>
              </a:rPr>
              <a:t>see</a:t>
            </a:r>
            <a:r>
              <a:rPr lang="cs-CZ" sz="1200">
                <a:solidFill>
                  <a:schemeClr val="tx1"/>
                </a:solidFill>
              </a:rPr>
              <a:t> </a:t>
            </a:r>
            <a:r>
              <a:rPr lang="cs-CZ" sz="1200" err="1">
                <a:solidFill>
                  <a:schemeClr val="tx1"/>
                </a:solidFill>
              </a:rPr>
              <a:t>only</a:t>
            </a:r>
            <a:r>
              <a:rPr lang="cs-CZ" sz="1200">
                <a:solidFill>
                  <a:schemeClr val="tx1"/>
                </a:solidFill>
              </a:rPr>
              <a:t> </a:t>
            </a:r>
            <a:r>
              <a:rPr lang="cs-CZ" sz="1200" err="1">
                <a:solidFill>
                  <a:schemeClr val="tx1"/>
                </a:solidFill>
              </a:rPr>
              <a:t>PRs</a:t>
            </a:r>
            <a:r>
              <a:rPr lang="cs-CZ" sz="1200">
                <a:solidFill>
                  <a:schemeClr val="tx1"/>
                </a:solidFill>
              </a:rPr>
              <a:t>, </a:t>
            </a:r>
            <a:r>
              <a:rPr lang="cs-CZ" sz="1200" err="1">
                <a:solidFill>
                  <a:schemeClr val="tx1"/>
                </a:solidFill>
              </a:rPr>
              <a:t>with</a:t>
            </a:r>
            <a:r>
              <a:rPr lang="cs-CZ" sz="1200">
                <a:solidFill>
                  <a:schemeClr val="tx1"/>
                </a:solidFill>
              </a:rPr>
              <a:t> </a:t>
            </a:r>
            <a:r>
              <a:rPr lang="cs-CZ" sz="1200" err="1">
                <a:solidFill>
                  <a:schemeClr val="tx1"/>
                </a:solidFill>
              </a:rPr>
              <a:t>filtered</a:t>
            </a:r>
            <a:r>
              <a:rPr lang="cs-CZ" sz="1200">
                <a:solidFill>
                  <a:schemeClr val="tx1"/>
                </a:solidFill>
              </a:rPr>
              <a:t> </a:t>
            </a:r>
            <a:r>
              <a:rPr lang="cs-CZ" sz="1200" err="1">
                <a:solidFill>
                  <a:schemeClr val="tx1"/>
                </a:solidFill>
              </a:rPr>
              <a:t>values</a:t>
            </a:r>
            <a:endParaRPr lang="en-US" sz="1200">
              <a:solidFill>
                <a:schemeClr val="tx1"/>
              </a:solidFill>
            </a:endParaRPr>
          </a:p>
          <a:p>
            <a:pPr marL="285750" indent="-285750">
              <a:buFont typeface="+mj-lt"/>
              <a:buAutoNum type="arabicPeriod"/>
            </a:pPr>
            <a:endParaRPr lang="en-US" sz="1200">
              <a:solidFill>
                <a:schemeClr val="tx1"/>
              </a:solidFill>
            </a:endParaRPr>
          </a:p>
          <a:p>
            <a:endParaRPr lang="en-US" sz="1200">
              <a:solidFill>
                <a:schemeClr val="tx1"/>
              </a:solidFill>
            </a:endParaRPr>
          </a:p>
        </p:txBody>
      </p:sp>
      <p:sp>
        <p:nvSpPr>
          <p:cNvPr id="8" name="Rechteck 5">
            <a:extLst>
              <a:ext uri="{FF2B5EF4-FFF2-40B4-BE49-F238E27FC236}">
                <a16:creationId xmlns:a16="http://schemas.microsoft.com/office/drawing/2014/main" id="{3AD3A9E5-09E9-A46B-9BB6-B5DCD91E9531}"/>
              </a:ext>
            </a:extLst>
          </p:cNvPr>
          <p:cNvSpPr/>
          <p:nvPr/>
        </p:nvSpPr>
        <p:spPr>
          <a:xfrm>
            <a:off x="6819899" y="1136342"/>
            <a:ext cx="5293637" cy="818023"/>
          </a:xfrm>
          <a:prstGeom prst="rect">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pPr algn="l"/>
            <a:r>
              <a:rPr lang="en-US" sz="1200" b="1">
                <a:solidFill>
                  <a:schemeClr val="tx1"/>
                </a:solidFill>
                <a:latin typeface="+mj-lt"/>
              </a:rPr>
              <a:t>ME21N – Create Purchase Order</a:t>
            </a:r>
            <a:endParaRPr lang="de-DE" sz="1200" b="1">
              <a:solidFill>
                <a:schemeClr val="tx1"/>
              </a:solidFill>
              <a:latin typeface="+mj-lt"/>
            </a:endParaRPr>
          </a:p>
        </p:txBody>
      </p:sp>
      <p:sp>
        <p:nvSpPr>
          <p:cNvPr id="3" name="TextBox 2">
            <a:extLst>
              <a:ext uri="{FF2B5EF4-FFF2-40B4-BE49-F238E27FC236}">
                <a16:creationId xmlns:a16="http://schemas.microsoft.com/office/drawing/2014/main" id="{58C03F8B-A893-86A2-39BD-DD9C15C94700}"/>
              </a:ext>
            </a:extLst>
          </p:cNvPr>
          <p:cNvSpPr txBox="1"/>
          <p:nvPr/>
        </p:nvSpPr>
        <p:spPr>
          <a:xfrm>
            <a:off x="333322" y="362910"/>
            <a:ext cx="8353478" cy="369332"/>
          </a:xfrm>
          <a:prstGeom prst="rect">
            <a:avLst/>
          </a:prstGeom>
        </p:spPr>
        <p:txBody>
          <a:bodyPr vert="horz" lIns="0" tIns="0" rIns="324000" bIns="14400" rtlCol="0" anchor="b" anchorCtr="0">
            <a:noAutofit/>
          </a:bodyPr>
          <a:lstStyle>
            <a:lvl1pPr>
              <a:lnSpc>
                <a:spcPct val="90000"/>
              </a:lnSpc>
              <a:spcBef>
                <a:spcPct val="0"/>
              </a:spcBef>
              <a:buNone/>
              <a:defRPr sz="2000" b="1">
                <a:solidFill>
                  <a:srgbClr val="00557C"/>
                </a:solidFill>
                <a:latin typeface="+mj-lt"/>
                <a:ea typeface="+mj-ea"/>
                <a:cs typeface="+mj-cs"/>
              </a:defRPr>
            </a:lvl1pPr>
          </a:lstStyle>
          <a:p>
            <a:r>
              <a:rPr lang="cs-CZ"/>
              <a:t>6.3 </a:t>
            </a:r>
            <a:r>
              <a:rPr lang="en-US"/>
              <a:t>Search for the PR – ME21N – Document Overview</a:t>
            </a:r>
            <a:endParaRPr lang="en-US" strike="sngStrike">
              <a:highlight>
                <a:srgbClr val="FFFF00"/>
              </a:highlight>
            </a:endParaRPr>
          </a:p>
        </p:txBody>
      </p:sp>
      <p:pic>
        <p:nvPicPr>
          <p:cNvPr id="4" name="Grafik 3">
            <a:extLst>
              <a:ext uri="{FF2B5EF4-FFF2-40B4-BE49-F238E27FC236}">
                <a16:creationId xmlns:a16="http://schemas.microsoft.com/office/drawing/2014/main" id="{29BFCB02-1C7F-FF62-DFE6-192D86495A29}"/>
              </a:ext>
            </a:extLst>
          </p:cNvPr>
          <p:cNvPicPr>
            <a:picLocks noChangeAspect="1"/>
          </p:cNvPicPr>
          <p:nvPr/>
        </p:nvPicPr>
        <p:blipFill>
          <a:blip r:embed="rId4"/>
          <a:stretch>
            <a:fillRect/>
          </a:stretch>
        </p:blipFill>
        <p:spPr>
          <a:xfrm>
            <a:off x="333322" y="1136342"/>
            <a:ext cx="3810000" cy="1295400"/>
          </a:xfrm>
          <a:prstGeom prst="rect">
            <a:avLst/>
          </a:prstGeom>
          <a:ln>
            <a:solidFill>
              <a:schemeClr val="accent1"/>
            </a:solidFill>
          </a:ln>
        </p:spPr>
      </p:pic>
      <p:pic>
        <p:nvPicPr>
          <p:cNvPr id="11" name="Grafik 10">
            <a:extLst>
              <a:ext uri="{FF2B5EF4-FFF2-40B4-BE49-F238E27FC236}">
                <a16:creationId xmlns:a16="http://schemas.microsoft.com/office/drawing/2014/main" id="{D3234148-4013-3326-6FAB-2E7DE6A81286}"/>
              </a:ext>
            </a:extLst>
          </p:cNvPr>
          <p:cNvPicPr>
            <a:picLocks noChangeAspect="1"/>
          </p:cNvPicPr>
          <p:nvPr/>
        </p:nvPicPr>
        <p:blipFill>
          <a:blip r:embed="rId5"/>
          <a:stretch>
            <a:fillRect/>
          </a:stretch>
        </p:blipFill>
        <p:spPr>
          <a:xfrm>
            <a:off x="333322" y="2464184"/>
            <a:ext cx="5912505" cy="2153892"/>
          </a:xfrm>
          <a:prstGeom prst="rect">
            <a:avLst/>
          </a:prstGeom>
          <a:ln>
            <a:solidFill>
              <a:schemeClr val="accent1"/>
            </a:solidFill>
          </a:ln>
        </p:spPr>
      </p:pic>
      <p:pic>
        <p:nvPicPr>
          <p:cNvPr id="15" name="Grafik 14">
            <a:extLst>
              <a:ext uri="{FF2B5EF4-FFF2-40B4-BE49-F238E27FC236}">
                <a16:creationId xmlns:a16="http://schemas.microsoft.com/office/drawing/2014/main" id="{5D2F9742-313D-C5EF-E893-A7CA725BF0F7}"/>
              </a:ext>
            </a:extLst>
          </p:cNvPr>
          <p:cNvPicPr>
            <a:picLocks noChangeAspect="1"/>
          </p:cNvPicPr>
          <p:nvPr/>
        </p:nvPicPr>
        <p:blipFill>
          <a:blip r:embed="rId6"/>
          <a:stretch>
            <a:fillRect/>
          </a:stretch>
        </p:blipFill>
        <p:spPr>
          <a:xfrm>
            <a:off x="333322" y="4650518"/>
            <a:ext cx="4040912" cy="1423168"/>
          </a:xfrm>
          <a:prstGeom prst="rect">
            <a:avLst/>
          </a:prstGeom>
          <a:ln>
            <a:solidFill>
              <a:schemeClr val="accent1"/>
            </a:solidFill>
          </a:ln>
        </p:spPr>
      </p:pic>
      <p:pic>
        <p:nvPicPr>
          <p:cNvPr id="17" name="Grafik 16">
            <a:extLst>
              <a:ext uri="{FF2B5EF4-FFF2-40B4-BE49-F238E27FC236}">
                <a16:creationId xmlns:a16="http://schemas.microsoft.com/office/drawing/2014/main" id="{9652CD3A-CD29-3B10-ACA6-8AF3A177E452}"/>
              </a:ext>
            </a:extLst>
          </p:cNvPr>
          <p:cNvPicPr>
            <a:picLocks noChangeAspect="1"/>
          </p:cNvPicPr>
          <p:nvPr/>
        </p:nvPicPr>
        <p:blipFill>
          <a:blip r:embed="rId7"/>
          <a:stretch>
            <a:fillRect/>
          </a:stretch>
        </p:blipFill>
        <p:spPr>
          <a:xfrm>
            <a:off x="4510061" y="4783827"/>
            <a:ext cx="1257300" cy="371475"/>
          </a:xfrm>
          <a:prstGeom prst="rect">
            <a:avLst/>
          </a:prstGeom>
          <a:ln>
            <a:solidFill>
              <a:schemeClr val="accent1"/>
            </a:solidFill>
          </a:ln>
        </p:spPr>
      </p:pic>
      <p:pic>
        <p:nvPicPr>
          <p:cNvPr id="21" name="Grafik 20">
            <a:extLst>
              <a:ext uri="{FF2B5EF4-FFF2-40B4-BE49-F238E27FC236}">
                <a16:creationId xmlns:a16="http://schemas.microsoft.com/office/drawing/2014/main" id="{FB2A60E3-93C5-93A5-9A0A-1725C90D5715}"/>
              </a:ext>
            </a:extLst>
          </p:cNvPr>
          <p:cNvPicPr>
            <a:picLocks noChangeAspect="1"/>
          </p:cNvPicPr>
          <p:nvPr/>
        </p:nvPicPr>
        <p:blipFill>
          <a:blip r:embed="rId8"/>
          <a:stretch>
            <a:fillRect/>
          </a:stretch>
        </p:blipFill>
        <p:spPr>
          <a:xfrm>
            <a:off x="4510061" y="5246215"/>
            <a:ext cx="2956739" cy="815652"/>
          </a:xfrm>
          <a:prstGeom prst="rect">
            <a:avLst/>
          </a:prstGeom>
          <a:ln>
            <a:solidFill>
              <a:schemeClr val="accent1"/>
            </a:solidFill>
          </a:ln>
        </p:spPr>
      </p:pic>
      <p:pic>
        <p:nvPicPr>
          <p:cNvPr id="23" name="Grafik 22">
            <a:extLst>
              <a:ext uri="{FF2B5EF4-FFF2-40B4-BE49-F238E27FC236}">
                <a16:creationId xmlns:a16="http://schemas.microsoft.com/office/drawing/2014/main" id="{9F647E99-E6F2-4688-5C86-375CDA8DFEDC}"/>
              </a:ext>
            </a:extLst>
          </p:cNvPr>
          <p:cNvPicPr>
            <a:picLocks noChangeAspect="1"/>
          </p:cNvPicPr>
          <p:nvPr/>
        </p:nvPicPr>
        <p:blipFill>
          <a:blip r:embed="rId9"/>
          <a:stretch>
            <a:fillRect/>
          </a:stretch>
        </p:blipFill>
        <p:spPr>
          <a:xfrm>
            <a:off x="4510061" y="6152780"/>
            <a:ext cx="819150" cy="409575"/>
          </a:xfrm>
          <a:prstGeom prst="rect">
            <a:avLst/>
          </a:prstGeom>
          <a:ln>
            <a:solidFill>
              <a:schemeClr val="accent1"/>
            </a:solidFill>
          </a:ln>
        </p:spPr>
      </p:pic>
    </p:spTree>
    <p:extLst>
      <p:ext uri="{BB962C8B-B14F-4D97-AF65-F5344CB8AC3E}">
        <p14:creationId xmlns:p14="http://schemas.microsoft.com/office/powerpoint/2010/main" val="3715904732"/>
      </p:ext>
    </p:extLst>
  </p:cSld>
  <p:clrMapOvr>
    <a:overrideClrMapping bg1="lt1" tx1="dk1" bg2="lt2" tx2="dk2" accent1="accent1" accent2="accent2" accent3="accent3" accent4="accent4" accent5="accent5" accent6="accent6" hlink="hlink" folHlink="folHlink"/>
  </p:clrMapOvr>
</p:sld>
</file>

<file path=ppt/slides/slide44.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a:extLst>
            <a:ext uri="{FF2B5EF4-FFF2-40B4-BE49-F238E27FC236}">
              <a16:creationId xmlns:a16="http://schemas.microsoft.com/office/drawing/2014/main" id="{41577587-3FF4-CC0C-AAB7-20B3184CD2E4}"/>
            </a:ext>
          </a:extLst>
        </p:cNvPr>
        <p:cNvGrpSpPr/>
        <p:nvPr/>
      </p:nvGrpSpPr>
      <p:grpSpPr>
        <a:xfrm>
          <a:off x="0" y="0"/>
          <a:ext cx="0" cy="0"/>
          <a:chOff x="0" y="0"/>
          <a:chExt cx="0" cy="0"/>
        </a:xfrm>
      </p:grpSpPr>
      <p:sp>
        <p:nvSpPr>
          <p:cNvPr id="6" name="Rechteck 5">
            <a:extLst>
              <a:ext uri="{FF2B5EF4-FFF2-40B4-BE49-F238E27FC236}">
                <a16:creationId xmlns:a16="http://schemas.microsoft.com/office/drawing/2014/main" id="{EF459352-66E7-921D-850B-5A9CA16DFEF3}"/>
              </a:ext>
            </a:extLst>
          </p:cNvPr>
          <p:cNvSpPr/>
          <p:nvPr/>
        </p:nvSpPr>
        <p:spPr>
          <a:xfrm>
            <a:off x="6819899" y="1937442"/>
            <a:ext cx="5293637" cy="4623156"/>
          </a:xfrm>
          <a:prstGeom prst="rect">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pPr algn="l"/>
            <a:r>
              <a:rPr lang="en-US" sz="1200">
                <a:solidFill>
                  <a:schemeClr val="tx1"/>
                </a:solidFill>
              </a:rPr>
              <a:t>Result</a:t>
            </a:r>
          </a:p>
          <a:p>
            <a:pPr algn="l"/>
            <a:endParaRPr lang="de-DE" sz="1200">
              <a:solidFill>
                <a:schemeClr val="tx1"/>
              </a:solidFill>
            </a:endParaRPr>
          </a:p>
          <a:p>
            <a:pPr marL="285750" indent="-285750" algn="l">
              <a:buFont typeface="+mj-lt"/>
              <a:buAutoNum type="arabicPeriod"/>
            </a:pPr>
            <a:r>
              <a:rPr lang="en-US" sz="1200">
                <a:solidFill>
                  <a:schemeClr val="tx1"/>
                </a:solidFill>
              </a:rPr>
              <a:t>The selected PRs will be displayed in the “Document Overview” section</a:t>
            </a:r>
          </a:p>
          <a:p>
            <a:pPr marL="742950" lvl="1" indent="-285750">
              <a:buFont typeface="Arial" panose="020B0604020202020204" pitchFamily="34" charset="0"/>
              <a:buChar char="•"/>
            </a:pPr>
            <a:r>
              <a:rPr lang="en-US" sz="1200">
                <a:solidFill>
                  <a:schemeClr val="tx1"/>
                </a:solidFill>
              </a:rPr>
              <a:t>Selected PRs are Released (Release: </a:t>
            </a:r>
            <a:r>
              <a:rPr lang="en-US" sz="1200" b="1">
                <a:solidFill>
                  <a:schemeClr val="tx1"/>
                </a:solidFill>
              </a:rPr>
              <a:t>4</a:t>
            </a:r>
            <a:r>
              <a:rPr lang="en-US" sz="1200">
                <a:solidFill>
                  <a:schemeClr val="tx1"/>
                </a:solidFill>
              </a:rPr>
              <a:t>-RFQ/PO no changes) and No PO has been created for any of them (Proc. Stat.: </a:t>
            </a:r>
            <a:r>
              <a:rPr lang="en-US" sz="1200" b="1">
                <a:solidFill>
                  <a:schemeClr val="tx1"/>
                </a:solidFill>
              </a:rPr>
              <a:t>N</a:t>
            </a:r>
            <a:r>
              <a:rPr lang="en-US" sz="1200">
                <a:solidFill>
                  <a:schemeClr val="tx1"/>
                </a:solidFill>
              </a:rPr>
              <a:t>-Not Edited)</a:t>
            </a:r>
          </a:p>
          <a:p>
            <a:pPr marL="742950" lvl="1" indent="-285750">
              <a:buFont typeface="Arial" panose="020B0604020202020204" pitchFamily="34" charset="0"/>
              <a:buChar char="•"/>
            </a:pPr>
            <a:r>
              <a:rPr lang="en-US" sz="1200">
                <a:solidFill>
                  <a:schemeClr val="tx1"/>
                </a:solidFill>
              </a:rPr>
              <a:t>1</a:t>
            </a:r>
            <a:r>
              <a:rPr lang="en-US" sz="1200" baseline="30000">
                <a:solidFill>
                  <a:schemeClr val="tx1"/>
                </a:solidFill>
              </a:rPr>
              <a:t>st</a:t>
            </a:r>
            <a:r>
              <a:rPr lang="en-US" sz="1200">
                <a:solidFill>
                  <a:schemeClr val="tx1"/>
                </a:solidFill>
              </a:rPr>
              <a:t> with Document type “FO” and item category limit</a:t>
            </a:r>
          </a:p>
          <a:p>
            <a:pPr marL="742950" lvl="1" indent="-285750">
              <a:buFont typeface="Arial" panose="020B0604020202020204" pitchFamily="34" charset="0"/>
              <a:buChar char="•"/>
            </a:pPr>
            <a:r>
              <a:rPr lang="en-US" sz="1200">
                <a:solidFill>
                  <a:schemeClr val="tx1"/>
                </a:solidFill>
              </a:rPr>
              <a:t>2</a:t>
            </a:r>
            <a:r>
              <a:rPr lang="en-US" sz="1200" baseline="30000">
                <a:solidFill>
                  <a:schemeClr val="tx1"/>
                </a:solidFill>
              </a:rPr>
              <a:t>nd</a:t>
            </a:r>
            <a:r>
              <a:rPr lang="en-US" sz="1200">
                <a:solidFill>
                  <a:schemeClr val="tx1"/>
                </a:solidFill>
              </a:rPr>
              <a:t> with Document type “NB” and item category standard</a:t>
            </a:r>
            <a:endParaRPr lang="cs-CZ" sz="1200">
              <a:solidFill>
                <a:schemeClr val="tx1"/>
              </a:solidFill>
            </a:endParaRPr>
          </a:p>
          <a:p>
            <a:pPr lvl="1"/>
            <a:endParaRPr lang="en-US" sz="1200">
              <a:solidFill>
                <a:schemeClr val="tx1"/>
              </a:solidFill>
            </a:endParaRPr>
          </a:p>
          <a:p>
            <a:pPr marL="285750" indent="-285750">
              <a:buFont typeface="+mj-lt"/>
              <a:buAutoNum type="arabicPeriod"/>
            </a:pPr>
            <a:r>
              <a:rPr lang="cs-CZ" sz="1200">
                <a:solidFill>
                  <a:schemeClr val="tx1"/>
                </a:solidFill>
              </a:rPr>
              <a:t>The </a:t>
            </a:r>
            <a:r>
              <a:rPr lang="en-US" sz="1200">
                <a:solidFill>
                  <a:schemeClr val="tx1"/>
                </a:solidFill>
              </a:rPr>
              <a:t>Document overview layout</a:t>
            </a:r>
            <a:r>
              <a:rPr lang="cs-CZ" sz="1200">
                <a:solidFill>
                  <a:schemeClr val="tx1"/>
                </a:solidFill>
              </a:rPr>
              <a:t> can be changed</a:t>
            </a:r>
            <a:endParaRPr lang="en-US" sz="1200">
              <a:solidFill>
                <a:schemeClr val="tx1"/>
              </a:solidFill>
            </a:endParaRPr>
          </a:p>
          <a:p>
            <a:pPr marL="742950" lvl="1" indent="-285750">
              <a:buFont typeface="Arial" panose="020B0604020202020204" pitchFamily="34" charset="0"/>
              <a:buChar char="•"/>
            </a:pPr>
            <a:r>
              <a:rPr lang="en-US" sz="1200">
                <a:solidFill>
                  <a:schemeClr val="tx1"/>
                </a:solidFill>
              </a:rPr>
              <a:t>Click on “Select layout” to add required fields to the PR</a:t>
            </a:r>
          </a:p>
        </p:txBody>
      </p:sp>
      <p:sp>
        <p:nvSpPr>
          <p:cNvPr id="8" name="Rechteck 5">
            <a:extLst>
              <a:ext uri="{FF2B5EF4-FFF2-40B4-BE49-F238E27FC236}">
                <a16:creationId xmlns:a16="http://schemas.microsoft.com/office/drawing/2014/main" id="{7744B850-DA4C-2A71-BAD4-9FA406A28FA2}"/>
              </a:ext>
            </a:extLst>
          </p:cNvPr>
          <p:cNvSpPr/>
          <p:nvPr/>
        </p:nvSpPr>
        <p:spPr>
          <a:xfrm>
            <a:off x="6819899" y="1136342"/>
            <a:ext cx="5293637" cy="818023"/>
          </a:xfrm>
          <a:prstGeom prst="rect">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pPr algn="l"/>
            <a:r>
              <a:rPr lang="en-US" sz="1200" b="1">
                <a:solidFill>
                  <a:schemeClr val="tx1"/>
                </a:solidFill>
                <a:latin typeface="+mj-lt"/>
              </a:rPr>
              <a:t>ME21N – Create Purchase Order</a:t>
            </a:r>
            <a:endParaRPr lang="de-DE" sz="1200" b="1">
              <a:solidFill>
                <a:schemeClr val="tx1"/>
              </a:solidFill>
              <a:latin typeface="+mj-lt"/>
            </a:endParaRPr>
          </a:p>
        </p:txBody>
      </p:sp>
      <p:sp>
        <p:nvSpPr>
          <p:cNvPr id="3" name="TextBox 2">
            <a:extLst>
              <a:ext uri="{FF2B5EF4-FFF2-40B4-BE49-F238E27FC236}">
                <a16:creationId xmlns:a16="http://schemas.microsoft.com/office/drawing/2014/main" id="{1757BAE2-BC26-26CA-0926-878EE453949D}"/>
              </a:ext>
            </a:extLst>
          </p:cNvPr>
          <p:cNvSpPr txBox="1"/>
          <p:nvPr/>
        </p:nvSpPr>
        <p:spPr>
          <a:xfrm>
            <a:off x="333322" y="362910"/>
            <a:ext cx="8353478" cy="369332"/>
          </a:xfrm>
          <a:prstGeom prst="rect">
            <a:avLst/>
          </a:prstGeom>
        </p:spPr>
        <p:txBody>
          <a:bodyPr vert="horz" lIns="0" tIns="0" rIns="324000" bIns="14400" rtlCol="0" anchor="b" anchorCtr="0">
            <a:noAutofit/>
          </a:bodyPr>
          <a:lstStyle>
            <a:lvl1pPr>
              <a:lnSpc>
                <a:spcPct val="90000"/>
              </a:lnSpc>
              <a:spcBef>
                <a:spcPct val="0"/>
              </a:spcBef>
              <a:buNone/>
              <a:defRPr sz="2000" b="1">
                <a:solidFill>
                  <a:srgbClr val="00557C"/>
                </a:solidFill>
                <a:latin typeface="+mj-lt"/>
                <a:ea typeface="+mj-ea"/>
                <a:cs typeface="+mj-cs"/>
              </a:defRPr>
            </a:lvl1pPr>
          </a:lstStyle>
          <a:p>
            <a:r>
              <a:rPr lang="cs-CZ"/>
              <a:t>6.3 </a:t>
            </a:r>
            <a:r>
              <a:rPr lang="en-US"/>
              <a:t>Search for the PR – ME21N – Document </a:t>
            </a:r>
            <a:r>
              <a:rPr lang="en-US" err="1"/>
              <a:t>Overvie</a:t>
            </a:r>
            <a:r>
              <a:rPr lang="cs-CZ"/>
              <a:t>w</a:t>
            </a:r>
            <a:endParaRPr lang="en-US" strike="sngStrike">
              <a:highlight>
                <a:srgbClr val="FFFF00"/>
              </a:highlight>
            </a:endParaRPr>
          </a:p>
        </p:txBody>
      </p:sp>
      <p:pic>
        <p:nvPicPr>
          <p:cNvPr id="4" name="Grafik 3">
            <a:extLst>
              <a:ext uri="{FF2B5EF4-FFF2-40B4-BE49-F238E27FC236}">
                <a16:creationId xmlns:a16="http://schemas.microsoft.com/office/drawing/2014/main" id="{1120B235-8BE0-0DB9-523C-ACCB7CE29C44}"/>
              </a:ext>
            </a:extLst>
          </p:cNvPr>
          <p:cNvPicPr>
            <a:picLocks noChangeAspect="1"/>
          </p:cNvPicPr>
          <p:nvPr/>
        </p:nvPicPr>
        <p:blipFill>
          <a:blip r:embed="rId4"/>
          <a:stretch>
            <a:fillRect/>
          </a:stretch>
        </p:blipFill>
        <p:spPr>
          <a:xfrm>
            <a:off x="257796" y="1136342"/>
            <a:ext cx="6222517" cy="3198576"/>
          </a:xfrm>
          <a:prstGeom prst="rect">
            <a:avLst/>
          </a:prstGeom>
          <a:ln>
            <a:solidFill>
              <a:schemeClr val="accent1"/>
            </a:solidFill>
          </a:ln>
        </p:spPr>
      </p:pic>
    </p:spTree>
    <p:extLst>
      <p:ext uri="{BB962C8B-B14F-4D97-AF65-F5344CB8AC3E}">
        <p14:creationId xmlns:p14="http://schemas.microsoft.com/office/powerpoint/2010/main" val="3795432854"/>
      </p:ext>
    </p:extLst>
  </p:cSld>
  <p:clrMapOvr>
    <a:overrideClrMapping bg1="lt1" tx1="dk1" bg2="lt2" tx2="dk2" accent1="accent1" accent2="accent2" accent3="accent3" accent4="accent4" accent5="accent5" accent6="accent6" hlink="hlink" folHlink="folHlink"/>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29B3B6-8A10-5EE5-8ADE-99753562F729}"/>
            </a:ext>
          </a:extLst>
        </p:cNvPr>
        <p:cNvGrpSpPr/>
        <p:nvPr/>
      </p:nvGrpSpPr>
      <p:grpSpPr>
        <a:xfrm>
          <a:off x="0" y="0"/>
          <a:ext cx="0" cy="0"/>
          <a:chOff x="0" y="0"/>
          <a:chExt cx="0" cy="0"/>
        </a:xfrm>
      </p:grpSpPr>
      <p:sp>
        <p:nvSpPr>
          <p:cNvPr id="6" name="Rechteck 5">
            <a:extLst>
              <a:ext uri="{FF2B5EF4-FFF2-40B4-BE49-F238E27FC236}">
                <a16:creationId xmlns:a16="http://schemas.microsoft.com/office/drawing/2014/main" id="{14009A61-C836-EB5A-246A-571B865290DB}"/>
              </a:ext>
            </a:extLst>
          </p:cNvPr>
          <p:cNvSpPr/>
          <p:nvPr/>
        </p:nvSpPr>
        <p:spPr>
          <a:xfrm>
            <a:off x="6819899" y="1937442"/>
            <a:ext cx="5293637" cy="4623156"/>
          </a:xfrm>
          <a:prstGeom prst="rect">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pPr algn="l"/>
            <a:r>
              <a:rPr lang="en-US" sz="1200" b="1">
                <a:solidFill>
                  <a:schemeClr val="tx1"/>
                </a:solidFill>
              </a:rPr>
              <a:t>Select layout</a:t>
            </a:r>
          </a:p>
          <a:p>
            <a:pPr algn="l"/>
            <a:endParaRPr lang="de-DE" sz="1200">
              <a:solidFill>
                <a:schemeClr val="tx1"/>
              </a:solidFill>
            </a:endParaRPr>
          </a:p>
          <a:p>
            <a:pPr marL="285750" indent="-285750" algn="l">
              <a:buFont typeface="+mj-lt"/>
              <a:buAutoNum type="arabicPeriod"/>
            </a:pPr>
            <a:r>
              <a:rPr lang="en-US" sz="1200">
                <a:solidFill>
                  <a:schemeClr val="tx1"/>
                </a:solidFill>
              </a:rPr>
              <a:t>After clicking on the “Select layout” icon a change layout screen will appear to selected required PR fields to be displayed in the “Document overview area”</a:t>
            </a:r>
            <a:endParaRPr lang="cs-CZ" sz="1200">
              <a:solidFill>
                <a:schemeClr val="tx1"/>
              </a:solidFill>
            </a:endParaRPr>
          </a:p>
          <a:p>
            <a:pPr marL="285750" indent="-285750" algn="l">
              <a:buFont typeface="+mj-lt"/>
              <a:buAutoNum type="arabicPeriod"/>
            </a:pPr>
            <a:r>
              <a:rPr lang="cs-CZ" sz="1200">
                <a:solidFill>
                  <a:schemeClr val="tx1"/>
                </a:solidFill>
                <a:highlight>
                  <a:srgbClr val="FFFF00"/>
                </a:highlight>
              </a:rPr>
              <a:t>Select needed columns on the right side and mark them</a:t>
            </a:r>
          </a:p>
          <a:p>
            <a:pPr marL="285750" indent="-285750" algn="l">
              <a:buFont typeface="+mj-lt"/>
              <a:buAutoNum type="arabicPeriod"/>
            </a:pPr>
            <a:r>
              <a:rPr lang="cs-CZ" sz="1200">
                <a:solidFill>
                  <a:schemeClr val="tx1"/>
                </a:solidFill>
                <a:highlight>
                  <a:srgbClr val="FFFF00"/>
                </a:highlight>
              </a:rPr>
              <a:t>Click on the button      to move the columns to the left side </a:t>
            </a:r>
            <a:endParaRPr lang="en-US" sz="1200">
              <a:solidFill>
                <a:schemeClr val="tx1"/>
              </a:solidFill>
              <a:highlight>
                <a:srgbClr val="FFFF00"/>
              </a:highlight>
            </a:endParaRPr>
          </a:p>
          <a:p>
            <a:pPr marL="285750" indent="-285750">
              <a:buFont typeface="+mj-lt"/>
              <a:buAutoNum type="arabicPeriod"/>
            </a:pPr>
            <a:r>
              <a:rPr lang="en-US" sz="1200">
                <a:solidFill>
                  <a:schemeClr val="tx1"/>
                </a:solidFill>
              </a:rPr>
              <a:t>Click “Transfer” to show the selected fields</a:t>
            </a:r>
          </a:p>
          <a:p>
            <a:pPr marL="285750" indent="-285750">
              <a:buFont typeface="+mj-lt"/>
              <a:buAutoNum type="arabicPeriod"/>
            </a:pPr>
            <a:endParaRPr lang="en-US" sz="1200">
              <a:solidFill>
                <a:schemeClr val="tx1"/>
              </a:solidFill>
            </a:endParaRPr>
          </a:p>
          <a:p>
            <a:endParaRPr lang="en-US" sz="1200">
              <a:solidFill>
                <a:schemeClr val="tx1"/>
              </a:solidFill>
            </a:endParaRPr>
          </a:p>
          <a:p>
            <a:r>
              <a:rPr lang="en-US" sz="1200">
                <a:solidFill>
                  <a:schemeClr val="tx1"/>
                </a:solidFill>
              </a:rPr>
              <a:t>If the layout has to be saved, click “Select layout” icon and click on “Save layout”. Then next time, user has to click directly on “Select layout” icon to select the saved one.</a:t>
            </a:r>
          </a:p>
          <a:p>
            <a:endParaRPr lang="en-US" sz="1200">
              <a:solidFill>
                <a:schemeClr val="tx1"/>
              </a:solidFill>
            </a:endParaRPr>
          </a:p>
        </p:txBody>
      </p:sp>
      <p:sp>
        <p:nvSpPr>
          <p:cNvPr id="8" name="Rechteck 5">
            <a:extLst>
              <a:ext uri="{FF2B5EF4-FFF2-40B4-BE49-F238E27FC236}">
                <a16:creationId xmlns:a16="http://schemas.microsoft.com/office/drawing/2014/main" id="{B0A805BE-2044-DB30-382F-957D524B1AE9}"/>
              </a:ext>
            </a:extLst>
          </p:cNvPr>
          <p:cNvSpPr/>
          <p:nvPr/>
        </p:nvSpPr>
        <p:spPr>
          <a:xfrm>
            <a:off x="6819899" y="1136342"/>
            <a:ext cx="5293637" cy="818023"/>
          </a:xfrm>
          <a:prstGeom prst="rect">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pPr marL="0" algn="l" rtl="0" eaLnBrk="1" latinLnBrk="0" hangingPunct="1"/>
            <a:r>
              <a:rPr lang="en-US" sz="1200" b="1" kern="1200">
                <a:solidFill>
                  <a:srgbClr val="000000"/>
                </a:solidFill>
                <a:effectLst/>
                <a:highlight>
                  <a:srgbClr val="FFFF00"/>
                </a:highlight>
                <a:latin typeface="+mj-lt"/>
                <a:ea typeface="+mn-ea"/>
                <a:cs typeface="+mn-cs"/>
              </a:rPr>
              <a:t>ME21N – Create Purchase Order</a:t>
            </a:r>
            <a:endParaRPr lang="de-DE" sz="1200">
              <a:effectLst/>
              <a:latin typeface="+mj-lt"/>
            </a:endParaRPr>
          </a:p>
        </p:txBody>
      </p:sp>
      <p:sp>
        <p:nvSpPr>
          <p:cNvPr id="3" name="TextBox 2">
            <a:extLst>
              <a:ext uri="{FF2B5EF4-FFF2-40B4-BE49-F238E27FC236}">
                <a16:creationId xmlns:a16="http://schemas.microsoft.com/office/drawing/2014/main" id="{869B71A6-EA7E-D4BD-9DCD-97B89417FCBC}"/>
              </a:ext>
            </a:extLst>
          </p:cNvPr>
          <p:cNvSpPr txBox="1"/>
          <p:nvPr/>
        </p:nvSpPr>
        <p:spPr>
          <a:xfrm>
            <a:off x="333322" y="362910"/>
            <a:ext cx="8353478" cy="369332"/>
          </a:xfrm>
          <a:prstGeom prst="rect">
            <a:avLst/>
          </a:prstGeom>
        </p:spPr>
        <p:txBody>
          <a:bodyPr vert="horz" lIns="0" tIns="0" rIns="324000" bIns="14400" rtlCol="0" anchor="b" anchorCtr="0">
            <a:noAutofit/>
          </a:bodyPr>
          <a:lstStyle>
            <a:lvl1pPr>
              <a:lnSpc>
                <a:spcPct val="90000"/>
              </a:lnSpc>
              <a:spcBef>
                <a:spcPct val="0"/>
              </a:spcBef>
              <a:buNone/>
              <a:defRPr sz="2000" b="1">
                <a:solidFill>
                  <a:srgbClr val="00557C"/>
                </a:solidFill>
                <a:latin typeface="+mj-lt"/>
                <a:ea typeface="+mj-ea"/>
                <a:cs typeface="+mj-cs"/>
              </a:defRPr>
            </a:lvl1pPr>
          </a:lstStyle>
          <a:p>
            <a:r>
              <a:rPr lang="cs-CZ"/>
              <a:t>2. </a:t>
            </a:r>
            <a:r>
              <a:rPr lang="en-US"/>
              <a:t>Search for the PR – ME21N </a:t>
            </a:r>
            <a:r>
              <a:rPr lang="en-US">
                <a:highlight>
                  <a:srgbClr val="FFFF00"/>
                </a:highlight>
              </a:rPr>
              <a:t>– </a:t>
            </a:r>
            <a:r>
              <a:rPr lang="en-US"/>
              <a:t>Document Overview </a:t>
            </a:r>
            <a:r>
              <a:rPr lang="en-US" strike="sngStrike">
                <a:highlight>
                  <a:srgbClr val="FFFF00"/>
                </a:highlight>
              </a:rPr>
              <a:t>(6/6)</a:t>
            </a:r>
          </a:p>
        </p:txBody>
      </p:sp>
      <p:pic>
        <p:nvPicPr>
          <p:cNvPr id="2" name="Picture 1">
            <a:extLst>
              <a:ext uri="{FF2B5EF4-FFF2-40B4-BE49-F238E27FC236}">
                <a16:creationId xmlns:a16="http://schemas.microsoft.com/office/drawing/2014/main" id="{F77C4371-CEED-9BF1-F9E4-0C45B262394F}"/>
              </a:ext>
            </a:extLst>
          </p:cNvPr>
          <p:cNvPicPr>
            <a:picLocks noChangeAspect="1"/>
          </p:cNvPicPr>
          <p:nvPr/>
        </p:nvPicPr>
        <p:blipFill>
          <a:blip r:embed="rId3"/>
          <a:stretch>
            <a:fillRect/>
          </a:stretch>
        </p:blipFill>
        <p:spPr>
          <a:xfrm>
            <a:off x="1558632" y="876437"/>
            <a:ext cx="1114581" cy="1286054"/>
          </a:xfrm>
          <a:prstGeom prst="rect">
            <a:avLst/>
          </a:prstGeom>
          <a:ln w="38100">
            <a:solidFill>
              <a:srgbClr val="FF0000"/>
            </a:solidFill>
          </a:ln>
        </p:spPr>
      </p:pic>
      <p:pic>
        <p:nvPicPr>
          <p:cNvPr id="7" name="Grafik 6">
            <a:extLst>
              <a:ext uri="{FF2B5EF4-FFF2-40B4-BE49-F238E27FC236}">
                <a16:creationId xmlns:a16="http://schemas.microsoft.com/office/drawing/2014/main" id="{CC2B6377-0E75-FFCE-F3F1-C3D0B829DD0D}"/>
              </a:ext>
            </a:extLst>
          </p:cNvPr>
          <p:cNvPicPr>
            <a:picLocks noChangeAspect="1"/>
          </p:cNvPicPr>
          <p:nvPr/>
        </p:nvPicPr>
        <p:blipFill>
          <a:blip r:embed="rId4"/>
          <a:stretch>
            <a:fillRect/>
          </a:stretch>
        </p:blipFill>
        <p:spPr>
          <a:xfrm>
            <a:off x="333322" y="2585153"/>
            <a:ext cx="6311546" cy="3909937"/>
          </a:xfrm>
          <a:prstGeom prst="rect">
            <a:avLst/>
          </a:prstGeom>
        </p:spPr>
      </p:pic>
      <p:sp>
        <p:nvSpPr>
          <p:cNvPr id="5" name="Arrow: Curved Right 4">
            <a:extLst>
              <a:ext uri="{FF2B5EF4-FFF2-40B4-BE49-F238E27FC236}">
                <a16:creationId xmlns:a16="http://schemas.microsoft.com/office/drawing/2014/main" id="{A376AEBD-11FA-1281-0A3B-305454938C03}"/>
              </a:ext>
            </a:extLst>
          </p:cNvPr>
          <p:cNvSpPr/>
          <p:nvPr/>
        </p:nvSpPr>
        <p:spPr>
          <a:xfrm>
            <a:off x="322372" y="1349603"/>
            <a:ext cx="1061229" cy="1286053"/>
          </a:xfrm>
          <a:prstGeom prst="curvedRightArrow">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pPr algn="l"/>
            <a:endParaRPr lang="de-DE">
              <a:solidFill>
                <a:schemeClr val="tx1"/>
              </a:solidFill>
            </a:endParaRPr>
          </a:p>
        </p:txBody>
      </p:sp>
      <p:pic>
        <p:nvPicPr>
          <p:cNvPr id="11" name="Grafik 10">
            <a:extLst>
              <a:ext uri="{FF2B5EF4-FFF2-40B4-BE49-F238E27FC236}">
                <a16:creationId xmlns:a16="http://schemas.microsoft.com/office/drawing/2014/main" id="{615B48F3-D3D7-2907-F094-F48B32B18435}"/>
              </a:ext>
            </a:extLst>
          </p:cNvPr>
          <p:cNvPicPr>
            <a:picLocks noChangeAspect="1"/>
          </p:cNvPicPr>
          <p:nvPr/>
        </p:nvPicPr>
        <p:blipFill>
          <a:blip r:embed="rId5"/>
          <a:stretch>
            <a:fillRect/>
          </a:stretch>
        </p:blipFill>
        <p:spPr>
          <a:xfrm>
            <a:off x="8456191" y="3105969"/>
            <a:ext cx="243861" cy="228620"/>
          </a:xfrm>
          <a:prstGeom prst="rect">
            <a:avLst/>
          </a:prstGeom>
        </p:spPr>
      </p:pic>
    </p:spTree>
    <p:extLst>
      <p:ext uri="{BB962C8B-B14F-4D97-AF65-F5344CB8AC3E}">
        <p14:creationId xmlns:p14="http://schemas.microsoft.com/office/powerpoint/2010/main" val="1376925547"/>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ECAD2F-BB7C-43A6-DFB5-D8FE05FF35FE}"/>
            </a:ext>
          </a:extLst>
        </p:cNvPr>
        <p:cNvGrpSpPr/>
        <p:nvPr/>
      </p:nvGrpSpPr>
      <p:grpSpPr>
        <a:xfrm>
          <a:off x="0" y="0"/>
          <a:ext cx="0" cy="0"/>
          <a:chOff x="0" y="0"/>
          <a:chExt cx="0" cy="0"/>
        </a:xfrm>
      </p:grpSpPr>
      <p:sp>
        <p:nvSpPr>
          <p:cNvPr id="6" name="Rechteck 5">
            <a:extLst>
              <a:ext uri="{FF2B5EF4-FFF2-40B4-BE49-F238E27FC236}">
                <a16:creationId xmlns:a16="http://schemas.microsoft.com/office/drawing/2014/main" id="{C6FE2734-9B64-55CF-B7C4-0FC6F6DDDC6F}"/>
              </a:ext>
            </a:extLst>
          </p:cNvPr>
          <p:cNvSpPr/>
          <p:nvPr/>
        </p:nvSpPr>
        <p:spPr>
          <a:xfrm>
            <a:off x="7812157" y="1455021"/>
            <a:ext cx="4301379" cy="4914606"/>
          </a:xfrm>
          <a:prstGeom prst="rect">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r>
              <a:rPr lang="en-US" sz="1200">
                <a:solidFill>
                  <a:schemeClr val="tx1"/>
                </a:solidFill>
                <a:effectLst/>
                <a:latin typeface="Arial" panose="020B0604020202020204" pitchFamily="34" charset="0"/>
                <a:ea typeface="Calibri" panose="020F0502020204030204" pitchFamily="34" charset="0"/>
                <a:cs typeface="Arial" panose="020B0604020202020204" pitchFamily="34" charset="0"/>
              </a:rPr>
              <a:t>In this step you as the purchaser have to copy the PR line item values to the purchase order screen.</a:t>
            </a:r>
            <a:r>
              <a:rPr lang="de-DE" sz="1200">
                <a:solidFill>
                  <a:schemeClr val="tx1"/>
                </a:solidFill>
                <a:effectLst/>
                <a:latin typeface="Arial" panose="020B0604020202020204" pitchFamily="34" charset="0"/>
                <a:ea typeface="Calibri" panose="020F0502020204030204" pitchFamily="34" charset="0"/>
                <a:cs typeface="Arial" panose="020B0604020202020204" pitchFamily="34" charset="0"/>
              </a:rPr>
              <a:t> </a:t>
            </a:r>
            <a:endParaRPr lang="en-US" sz="1200">
              <a:solidFill>
                <a:schemeClr val="tx1"/>
              </a:solidFill>
              <a:effectLst/>
              <a:latin typeface="Arial" panose="020B0604020202020204" pitchFamily="34" charset="0"/>
              <a:ea typeface="Calibri" panose="020F0502020204030204" pitchFamily="34" charset="0"/>
              <a:cs typeface="Arial" panose="020B0604020202020204" pitchFamily="34" charset="0"/>
            </a:endParaRPr>
          </a:p>
          <a:p>
            <a:pPr algn="l"/>
            <a:endParaRPr lang="cs-CZ" sz="1200">
              <a:solidFill>
                <a:schemeClr val="tx1"/>
              </a:solidFill>
            </a:endParaRPr>
          </a:p>
          <a:p>
            <a:pPr algn="l"/>
            <a:r>
              <a:rPr lang="cs-CZ" sz="1200">
                <a:solidFill>
                  <a:schemeClr val="tx1"/>
                </a:solidFill>
              </a:rPr>
              <a:t>1. </a:t>
            </a:r>
            <a:r>
              <a:rPr lang="en-US" sz="1200">
                <a:solidFill>
                  <a:schemeClr val="tx1"/>
                </a:solidFill>
              </a:rPr>
              <a:t>Open the “Document Overview” section and click on the “Selection Variant” then select the “Purchase Requisitions” to search for the required PRs</a:t>
            </a:r>
            <a:endParaRPr lang="cs-CZ" sz="1200">
              <a:solidFill>
                <a:schemeClr val="tx1"/>
              </a:solidFill>
            </a:endParaRPr>
          </a:p>
          <a:p>
            <a:pPr algn="l"/>
            <a:endParaRPr lang="en-US" sz="1200">
              <a:solidFill>
                <a:schemeClr val="tx1"/>
              </a:solidFill>
            </a:endParaRPr>
          </a:p>
          <a:p>
            <a:pPr algn="l"/>
            <a:r>
              <a:rPr lang="cs-CZ" sz="1200">
                <a:solidFill>
                  <a:schemeClr val="tx1"/>
                </a:solidFill>
              </a:rPr>
              <a:t>2. </a:t>
            </a:r>
            <a:r>
              <a:rPr lang="en-US" sz="1200">
                <a:solidFill>
                  <a:schemeClr val="tx1"/>
                </a:solidFill>
              </a:rPr>
              <a:t>Click on the checkbox icon for the related PR line item, which line-item be converted to PO</a:t>
            </a:r>
            <a:r>
              <a:rPr lang="cs-CZ" sz="1200">
                <a:solidFill>
                  <a:schemeClr val="tx1"/>
                </a:solidFill>
              </a:rPr>
              <a:t> (or on checkbox by the PR number – the whole PR will be transfered into the PO)</a:t>
            </a:r>
            <a:endParaRPr lang="en-US" sz="1200">
              <a:solidFill>
                <a:schemeClr val="tx1"/>
              </a:solidFill>
            </a:endParaRPr>
          </a:p>
          <a:p>
            <a:pPr algn="l"/>
            <a:endParaRPr lang="cs-CZ" sz="1200">
              <a:solidFill>
                <a:schemeClr val="tx1"/>
              </a:solidFill>
            </a:endParaRPr>
          </a:p>
          <a:p>
            <a:pPr algn="l"/>
            <a:r>
              <a:rPr lang="cs-CZ" sz="1200">
                <a:solidFill>
                  <a:schemeClr val="tx1"/>
                </a:solidFill>
              </a:rPr>
              <a:t>3. </a:t>
            </a:r>
            <a:r>
              <a:rPr lang="en-US" sz="1200">
                <a:solidFill>
                  <a:schemeClr val="tx1"/>
                </a:solidFill>
              </a:rPr>
              <a:t>Select the PO Document Type: YDNB – Direct PO</a:t>
            </a:r>
            <a:r>
              <a:rPr lang="cs-CZ" sz="1200">
                <a:solidFill>
                  <a:schemeClr val="tx1"/>
                </a:solidFill>
              </a:rPr>
              <a:t> or YDFO – Framework order</a:t>
            </a:r>
            <a:endParaRPr lang="en-US" sz="1200">
              <a:solidFill>
                <a:schemeClr val="tx1"/>
              </a:solidFill>
            </a:endParaRPr>
          </a:p>
          <a:p>
            <a:pPr algn="l"/>
            <a:endParaRPr lang="cs-CZ" sz="1200">
              <a:solidFill>
                <a:schemeClr val="tx1"/>
              </a:solidFill>
            </a:endParaRPr>
          </a:p>
          <a:p>
            <a:pPr algn="l"/>
            <a:r>
              <a:rPr lang="cs-CZ" sz="1200">
                <a:solidFill>
                  <a:schemeClr val="tx1"/>
                </a:solidFill>
              </a:rPr>
              <a:t>4. </a:t>
            </a:r>
            <a:r>
              <a:rPr lang="en-US" sz="1200">
                <a:solidFill>
                  <a:schemeClr val="tx1"/>
                </a:solidFill>
              </a:rPr>
              <a:t>Click on (      ) “Adopt” icon to copy the PR line-item values to the PO</a:t>
            </a:r>
            <a:endParaRPr lang="cs-CZ" sz="1200">
              <a:solidFill>
                <a:schemeClr val="tx1"/>
              </a:solidFill>
            </a:endParaRPr>
          </a:p>
          <a:p>
            <a:pPr algn="l"/>
            <a:endParaRPr lang="en-US" sz="1200">
              <a:solidFill>
                <a:schemeClr val="tx1"/>
              </a:solidFill>
            </a:endParaRPr>
          </a:p>
        </p:txBody>
      </p:sp>
      <p:sp>
        <p:nvSpPr>
          <p:cNvPr id="8" name="Rechteck 5">
            <a:extLst>
              <a:ext uri="{FF2B5EF4-FFF2-40B4-BE49-F238E27FC236}">
                <a16:creationId xmlns:a16="http://schemas.microsoft.com/office/drawing/2014/main" id="{63C695A5-9F59-4FA6-EE75-64DBE751A437}"/>
              </a:ext>
            </a:extLst>
          </p:cNvPr>
          <p:cNvSpPr/>
          <p:nvPr/>
        </p:nvSpPr>
        <p:spPr>
          <a:xfrm>
            <a:off x="7812157" y="1136343"/>
            <a:ext cx="4301379" cy="318678"/>
          </a:xfrm>
          <a:prstGeom prst="rect">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pPr marL="0" algn="l" rtl="0" eaLnBrk="1" latinLnBrk="0" hangingPunct="1"/>
            <a:r>
              <a:rPr lang="en-US" sz="1200" b="1" kern="1200">
                <a:solidFill>
                  <a:srgbClr val="000000"/>
                </a:solidFill>
                <a:effectLst/>
                <a:latin typeface="Arial" panose="020B0604020202020204" pitchFamily="34" charset="0"/>
                <a:ea typeface="+mn-ea"/>
                <a:cs typeface="+mn-cs"/>
              </a:rPr>
              <a:t>ME21N – Create Purchase Order</a:t>
            </a:r>
            <a:endParaRPr lang="de-DE" sz="1200">
              <a:effectLst/>
            </a:endParaRPr>
          </a:p>
        </p:txBody>
      </p:sp>
      <p:sp>
        <p:nvSpPr>
          <p:cNvPr id="3" name="TextBox 2">
            <a:extLst>
              <a:ext uri="{FF2B5EF4-FFF2-40B4-BE49-F238E27FC236}">
                <a16:creationId xmlns:a16="http://schemas.microsoft.com/office/drawing/2014/main" id="{8994BD58-FB7C-131F-D68D-295A1B314320}"/>
              </a:ext>
            </a:extLst>
          </p:cNvPr>
          <p:cNvSpPr txBox="1"/>
          <p:nvPr/>
        </p:nvSpPr>
        <p:spPr>
          <a:xfrm>
            <a:off x="333322" y="362910"/>
            <a:ext cx="8353478" cy="369332"/>
          </a:xfrm>
          <a:prstGeom prst="rect">
            <a:avLst/>
          </a:prstGeom>
        </p:spPr>
        <p:txBody>
          <a:bodyPr vert="horz" lIns="0" tIns="0" rIns="324000" bIns="14400" rtlCol="0" anchor="b" anchorCtr="0">
            <a:noAutofit/>
          </a:bodyPr>
          <a:lstStyle>
            <a:lvl1pPr>
              <a:lnSpc>
                <a:spcPct val="90000"/>
              </a:lnSpc>
              <a:spcBef>
                <a:spcPct val="0"/>
              </a:spcBef>
              <a:buNone/>
              <a:defRPr sz="2000" b="1">
                <a:solidFill>
                  <a:srgbClr val="00557C"/>
                </a:solidFill>
                <a:latin typeface="+mj-lt"/>
                <a:ea typeface="+mj-ea"/>
                <a:cs typeface="+mj-cs"/>
              </a:defRPr>
            </a:lvl1pPr>
          </a:lstStyle>
          <a:p>
            <a:r>
              <a:rPr lang="cs-CZ"/>
              <a:t>6.4 </a:t>
            </a:r>
            <a:r>
              <a:rPr lang="en-US">
                <a:solidFill>
                  <a:srgbClr val="00557C"/>
                </a:solidFill>
              </a:rPr>
              <a:t>Convert P</a:t>
            </a:r>
            <a:r>
              <a:rPr lang="cs-CZ" err="1">
                <a:solidFill>
                  <a:srgbClr val="00557C"/>
                </a:solidFill>
              </a:rPr>
              <a:t>urchase</a:t>
            </a:r>
            <a:r>
              <a:rPr lang="cs-CZ">
                <a:solidFill>
                  <a:srgbClr val="00557C"/>
                </a:solidFill>
              </a:rPr>
              <a:t> </a:t>
            </a:r>
            <a:r>
              <a:rPr lang="cs-CZ" err="1">
                <a:solidFill>
                  <a:srgbClr val="00557C"/>
                </a:solidFill>
              </a:rPr>
              <a:t>requisition</a:t>
            </a:r>
            <a:r>
              <a:rPr lang="en-US">
                <a:solidFill>
                  <a:srgbClr val="00557C"/>
                </a:solidFill>
              </a:rPr>
              <a:t> to P</a:t>
            </a:r>
            <a:r>
              <a:rPr lang="cs-CZ" err="1">
                <a:solidFill>
                  <a:srgbClr val="00557C"/>
                </a:solidFill>
              </a:rPr>
              <a:t>urchase</a:t>
            </a:r>
            <a:r>
              <a:rPr lang="cs-CZ">
                <a:solidFill>
                  <a:srgbClr val="00557C"/>
                </a:solidFill>
              </a:rPr>
              <a:t> </a:t>
            </a:r>
            <a:r>
              <a:rPr lang="cs-CZ" err="1">
                <a:solidFill>
                  <a:srgbClr val="00557C"/>
                </a:solidFill>
              </a:rPr>
              <a:t>order</a:t>
            </a:r>
            <a:endParaRPr lang="en-US"/>
          </a:p>
        </p:txBody>
      </p:sp>
      <p:pic>
        <p:nvPicPr>
          <p:cNvPr id="15" name="Picture 14">
            <a:extLst>
              <a:ext uri="{FF2B5EF4-FFF2-40B4-BE49-F238E27FC236}">
                <a16:creationId xmlns:a16="http://schemas.microsoft.com/office/drawing/2014/main" id="{670FD3D3-5683-48EF-50B4-A14B923FA8F9}"/>
              </a:ext>
            </a:extLst>
          </p:cNvPr>
          <p:cNvPicPr>
            <a:picLocks noChangeAspect="1"/>
          </p:cNvPicPr>
          <p:nvPr/>
        </p:nvPicPr>
        <p:blipFill>
          <a:blip r:embed="rId3"/>
          <a:stretch>
            <a:fillRect/>
          </a:stretch>
        </p:blipFill>
        <p:spPr>
          <a:xfrm>
            <a:off x="8726799" y="4043618"/>
            <a:ext cx="238158" cy="238158"/>
          </a:xfrm>
          <a:prstGeom prst="rect">
            <a:avLst/>
          </a:prstGeom>
        </p:spPr>
      </p:pic>
      <p:pic>
        <p:nvPicPr>
          <p:cNvPr id="16" name="Picture 15">
            <a:extLst>
              <a:ext uri="{FF2B5EF4-FFF2-40B4-BE49-F238E27FC236}">
                <a16:creationId xmlns:a16="http://schemas.microsoft.com/office/drawing/2014/main" id="{4E561830-7924-F417-AEDB-8A6F9359115A}"/>
              </a:ext>
            </a:extLst>
          </p:cNvPr>
          <p:cNvPicPr>
            <a:picLocks noChangeAspect="1"/>
          </p:cNvPicPr>
          <p:nvPr/>
        </p:nvPicPr>
        <p:blipFill>
          <a:blip r:embed="rId4"/>
          <a:stretch>
            <a:fillRect/>
          </a:stretch>
        </p:blipFill>
        <p:spPr>
          <a:xfrm>
            <a:off x="1411044" y="784849"/>
            <a:ext cx="1153633" cy="1228544"/>
          </a:xfrm>
          <a:prstGeom prst="rect">
            <a:avLst/>
          </a:prstGeom>
          <a:ln>
            <a:solidFill>
              <a:srgbClr val="009999"/>
            </a:solidFill>
          </a:ln>
        </p:spPr>
      </p:pic>
      <p:sp>
        <p:nvSpPr>
          <p:cNvPr id="7" name="Arrow: Curved Right 6">
            <a:extLst>
              <a:ext uri="{FF2B5EF4-FFF2-40B4-BE49-F238E27FC236}">
                <a16:creationId xmlns:a16="http://schemas.microsoft.com/office/drawing/2014/main" id="{5CA41FA4-472A-E98C-B60B-A15192E7E3AE}"/>
              </a:ext>
            </a:extLst>
          </p:cNvPr>
          <p:cNvSpPr/>
          <p:nvPr/>
        </p:nvSpPr>
        <p:spPr>
          <a:xfrm>
            <a:off x="254063" y="1455021"/>
            <a:ext cx="1061229" cy="1120812"/>
          </a:xfrm>
          <a:prstGeom prst="curvedRightArrow">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pPr algn="l"/>
            <a:endParaRPr lang="de-DE">
              <a:solidFill>
                <a:schemeClr val="tx1"/>
              </a:solidFill>
            </a:endParaRPr>
          </a:p>
        </p:txBody>
      </p:sp>
      <p:pic>
        <p:nvPicPr>
          <p:cNvPr id="20" name="Picture 19">
            <a:extLst>
              <a:ext uri="{FF2B5EF4-FFF2-40B4-BE49-F238E27FC236}">
                <a16:creationId xmlns:a16="http://schemas.microsoft.com/office/drawing/2014/main" id="{734F69F8-603D-9785-494B-147253CC5CF1}"/>
              </a:ext>
            </a:extLst>
          </p:cNvPr>
          <p:cNvPicPr>
            <a:picLocks noChangeAspect="1"/>
          </p:cNvPicPr>
          <p:nvPr/>
        </p:nvPicPr>
        <p:blipFill>
          <a:blip r:embed="rId5"/>
          <a:srcRect b="18059"/>
          <a:stretch/>
        </p:blipFill>
        <p:spPr>
          <a:xfrm>
            <a:off x="254063" y="2558923"/>
            <a:ext cx="7372398" cy="2510034"/>
          </a:xfrm>
          <a:prstGeom prst="rect">
            <a:avLst/>
          </a:prstGeom>
          <a:ln>
            <a:solidFill>
              <a:srgbClr val="009999"/>
            </a:solidFill>
          </a:ln>
        </p:spPr>
      </p:pic>
      <p:pic>
        <p:nvPicPr>
          <p:cNvPr id="4" name="Grafik 3">
            <a:extLst>
              <a:ext uri="{FF2B5EF4-FFF2-40B4-BE49-F238E27FC236}">
                <a16:creationId xmlns:a16="http://schemas.microsoft.com/office/drawing/2014/main" id="{648F8B21-5B4D-29B5-768E-4F0D3A1D5659}"/>
              </a:ext>
            </a:extLst>
          </p:cNvPr>
          <p:cNvPicPr>
            <a:picLocks noChangeAspect="1"/>
          </p:cNvPicPr>
          <p:nvPr/>
        </p:nvPicPr>
        <p:blipFill>
          <a:blip r:embed="rId6"/>
          <a:stretch>
            <a:fillRect/>
          </a:stretch>
        </p:blipFill>
        <p:spPr>
          <a:xfrm>
            <a:off x="8129558" y="4447833"/>
            <a:ext cx="3666575" cy="1755737"/>
          </a:xfrm>
          <a:prstGeom prst="rect">
            <a:avLst/>
          </a:prstGeom>
          <a:ln>
            <a:solidFill>
              <a:schemeClr val="accent1"/>
            </a:solidFill>
          </a:ln>
        </p:spPr>
      </p:pic>
    </p:spTree>
    <p:extLst>
      <p:ext uri="{BB962C8B-B14F-4D97-AF65-F5344CB8AC3E}">
        <p14:creationId xmlns:p14="http://schemas.microsoft.com/office/powerpoint/2010/main" val="2010429137"/>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71ECEE-D9A7-CB0C-26DE-DD973A9D1F2F}"/>
            </a:ext>
          </a:extLst>
        </p:cNvPr>
        <p:cNvGrpSpPr/>
        <p:nvPr/>
      </p:nvGrpSpPr>
      <p:grpSpPr>
        <a:xfrm>
          <a:off x="0" y="0"/>
          <a:ext cx="0" cy="0"/>
          <a:chOff x="0" y="0"/>
          <a:chExt cx="0" cy="0"/>
        </a:xfrm>
      </p:grpSpPr>
      <p:sp>
        <p:nvSpPr>
          <p:cNvPr id="6" name="Rechteck 5">
            <a:extLst>
              <a:ext uri="{FF2B5EF4-FFF2-40B4-BE49-F238E27FC236}">
                <a16:creationId xmlns:a16="http://schemas.microsoft.com/office/drawing/2014/main" id="{0E03F359-130B-C107-9479-C4B2F57EB9EC}"/>
              </a:ext>
            </a:extLst>
          </p:cNvPr>
          <p:cNvSpPr/>
          <p:nvPr/>
        </p:nvSpPr>
        <p:spPr>
          <a:xfrm>
            <a:off x="6819898" y="4381752"/>
            <a:ext cx="5293637" cy="1241693"/>
          </a:xfrm>
          <a:prstGeom prst="rect">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pPr algn="l"/>
            <a:r>
              <a:rPr lang="en-US" sz="1200">
                <a:solidFill>
                  <a:schemeClr val="tx1"/>
                </a:solidFill>
              </a:rPr>
              <a:t>All the inserted data on the PR line item </a:t>
            </a:r>
            <a:r>
              <a:rPr lang="cs-CZ" sz="1200">
                <a:solidFill>
                  <a:schemeClr val="tx1"/>
                </a:solidFill>
              </a:rPr>
              <a:t>are </a:t>
            </a:r>
            <a:r>
              <a:rPr lang="cs-CZ" sz="1200" err="1">
                <a:solidFill>
                  <a:schemeClr val="tx1"/>
                </a:solidFill>
              </a:rPr>
              <a:t>automatically</a:t>
            </a:r>
            <a:r>
              <a:rPr lang="cs-CZ" sz="1200">
                <a:solidFill>
                  <a:schemeClr val="tx1"/>
                </a:solidFill>
              </a:rPr>
              <a:t> </a:t>
            </a:r>
            <a:r>
              <a:rPr lang="en-US" sz="1200">
                <a:solidFill>
                  <a:schemeClr val="tx1"/>
                </a:solidFill>
              </a:rPr>
              <a:t>copied to the PO creation screen.</a:t>
            </a:r>
          </a:p>
        </p:txBody>
      </p:sp>
      <p:sp>
        <p:nvSpPr>
          <p:cNvPr id="8" name="Rechteck 5">
            <a:extLst>
              <a:ext uri="{FF2B5EF4-FFF2-40B4-BE49-F238E27FC236}">
                <a16:creationId xmlns:a16="http://schemas.microsoft.com/office/drawing/2014/main" id="{AFC349D6-228F-CA46-CE46-7EE548D8DCBE}"/>
              </a:ext>
            </a:extLst>
          </p:cNvPr>
          <p:cNvSpPr/>
          <p:nvPr/>
        </p:nvSpPr>
        <p:spPr>
          <a:xfrm>
            <a:off x="6819897" y="3563729"/>
            <a:ext cx="5293637" cy="818023"/>
          </a:xfrm>
          <a:prstGeom prst="rect">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pPr marL="0" algn="l" rtl="0" eaLnBrk="1" latinLnBrk="0" hangingPunct="1"/>
            <a:r>
              <a:rPr lang="en-US" sz="1200" b="1" kern="1200">
                <a:solidFill>
                  <a:srgbClr val="000000"/>
                </a:solidFill>
                <a:effectLst/>
                <a:latin typeface="Arial" panose="020B0604020202020204" pitchFamily="34" charset="0"/>
                <a:ea typeface="+mn-ea"/>
                <a:cs typeface="+mn-cs"/>
              </a:rPr>
              <a:t>ME21N – Create Purchase Order</a:t>
            </a:r>
            <a:endParaRPr lang="de-DE" sz="1200">
              <a:effectLst/>
            </a:endParaRPr>
          </a:p>
        </p:txBody>
      </p:sp>
      <p:sp>
        <p:nvSpPr>
          <p:cNvPr id="3" name="TextBox 2">
            <a:extLst>
              <a:ext uri="{FF2B5EF4-FFF2-40B4-BE49-F238E27FC236}">
                <a16:creationId xmlns:a16="http://schemas.microsoft.com/office/drawing/2014/main" id="{0DCBD4D5-0A3E-75F2-34B7-70D205A5BDA1}"/>
              </a:ext>
            </a:extLst>
          </p:cNvPr>
          <p:cNvSpPr txBox="1"/>
          <p:nvPr/>
        </p:nvSpPr>
        <p:spPr>
          <a:xfrm>
            <a:off x="333322" y="362910"/>
            <a:ext cx="8353478" cy="369332"/>
          </a:xfrm>
          <a:prstGeom prst="rect">
            <a:avLst/>
          </a:prstGeom>
        </p:spPr>
        <p:txBody>
          <a:bodyPr vert="horz" lIns="0" tIns="0" rIns="324000" bIns="14400" rtlCol="0" anchor="b" anchorCtr="0">
            <a:noAutofit/>
          </a:bodyPr>
          <a:lstStyle>
            <a:lvl1pPr>
              <a:lnSpc>
                <a:spcPct val="90000"/>
              </a:lnSpc>
              <a:spcBef>
                <a:spcPct val="0"/>
              </a:spcBef>
              <a:buNone/>
              <a:defRPr sz="2000" b="1">
                <a:solidFill>
                  <a:srgbClr val="00557C"/>
                </a:solidFill>
                <a:latin typeface="+mj-lt"/>
                <a:ea typeface="+mj-ea"/>
                <a:cs typeface="+mj-cs"/>
              </a:defRPr>
            </a:lvl1pPr>
          </a:lstStyle>
          <a:p>
            <a:r>
              <a:rPr lang="cs-CZ"/>
              <a:t>6.4 </a:t>
            </a:r>
            <a:r>
              <a:rPr lang="en-US">
                <a:solidFill>
                  <a:srgbClr val="00557C"/>
                </a:solidFill>
              </a:rPr>
              <a:t>Convert P</a:t>
            </a:r>
            <a:r>
              <a:rPr lang="cs-CZ" err="1">
                <a:solidFill>
                  <a:srgbClr val="00557C"/>
                </a:solidFill>
              </a:rPr>
              <a:t>urchase</a:t>
            </a:r>
            <a:r>
              <a:rPr lang="cs-CZ">
                <a:solidFill>
                  <a:srgbClr val="00557C"/>
                </a:solidFill>
              </a:rPr>
              <a:t> </a:t>
            </a:r>
            <a:r>
              <a:rPr lang="cs-CZ" err="1">
                <a:solidFill>
                  <a:srgbClr val="00557C"/>
                </a:solidFill>
              </a:rPr>
              <a:t>requisition</a:t>
            </a:r>
            <a:r>
              <a:rPr lang="en-US">
                <a:solidFill>
                  <a:srgbClr val="00557C"/>
                </a:solidFill>
              </a:rPr>
              <a:t> to P</a:t>
            </a:r>
            <a:r>
              <a:rPr lang="cs-CZ" err="1">
                <a:solidFill>
                  <a:srgbClr val="00557C"/>
                </a:solidFill>
              </a:rPr>
              <a:t>urchase</a:t>
            </a:r>
            <a:r>
              <a:rPr lang="cs-CZ">
                <a:solidFill>
                  <a:srgbClr val="00557C"/>
                </a:solidFill>
              </a:rPr>
              <a:t> </a:t>
            </a:r>
            <a:r>
              <a:rPr lang="cs-CZ" err="1">
                <a:solidFill>
                  <a:srgbClr val="00557C"/>
                </a:solidFill>
              </a:rPr>
              <a:t>order</a:t>
            </a:r>
            <a:endParaRPr lang="en-US"/>
          </a:p>
        </p:txBody>
      </p:sp>
      <p:pic>
        <p:nvPicPr>
          <p:cNvPr id="10" name="Picture 9">
            <a:extLst>
              <a:ext uri="{FF2B5EF4-FFF2-40B4-BE49-F238E27FC236}">
                <a16:creationId xmlns:a16="http://schemas.microsoft.com/office/drawing/2014/main" id="{194B20CF-63A3-A640-A396-A113AA7752BE}"/>
              </a:ext>
            </a:extLst>
          </p:cNvPr>
          <p:cNvPicPr>
            <a:picLocks noChangeAspect="1"/>
          </p:cNvPicPr>
          <p:nvPr/>
        </p:nvPicPr>
        <p:blipFill>
          <a:blip r:embed="rId3"/>
          <a:stretch>
            <a:fillRect/>
          </a:stretch>
        </p:blipFill>
        <p:spPr>
          <a:xfrm>
            <a:off x="64957" y="1275983"/>
            <a:ext cx="12062086" cy="2153017"/>
          </a:xfrm>
          <a:prstGeom prst="rect">
            <a:avLst/>
          </a:prstGeom>
          <a:ln>
            <a:solidFill>
              <a:srgbClr val="009999"/>
            </a:solidFill>
          </a:ln>
        </p:spPr>
      </p:pic>
    </p:spTree>
    <p:extLst>
      <p:ext uri="{BB962C8B-B14F-4D97-AF65-F5344CB8AC3E}">
        <p14:creationId xmlns:p14="http://schemas.microsoft.com/office/powerpoint/2010/main" val="312162791"/>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E47F7E-2C39-1B79-8DA5-AD9577FBF103}"/>
            </a:ext>
          </a:extLst>
        </p:cNvPr>
        <p:cNvGrpSpPr/>
        <p:nvPr/>
      </p:nvGrpSpPr>
      <p:grpSpPr>
        <a:xfrm>
          <a:off x="0" y="0"/>
          <a:ext cx="0" cy="0"/>
          <a:chOff x="0" y="0"/>
          <a:chExt cx="0" cy="0"/>
        </a:xfrm>
      </p:grpSpPr>
      <p:sp>
        <p:nvSpPr>
          <p:cNvPr id="6" name="Rechteck 5">
            <a:extLst>
              <a:ext uri="{FF2B5EF4-FFF2-40B4-BE49-F238E27FC236}">
                <a16:creationId xmlns:a16="http://schemas.microsoft.com/office/drawing/2014/main" id="{15521B01-EA1E-84CF-208F-D8BC5E1DC7F3}"/>
              </a:ext>
            </a:extLst>
          </p:cNvPr>
          <p:cNvSpPr/>
          <p:nvPr/>
        </p:nvSpPr>
        <p:spPr>
          <a:xfrm>
            <a:off x="7746128" y="1937442"/>
            <a:ext cx="4367408" cy="3733535"/>
          </a:xfrm>
          <a:prstGeom prst="rect">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r>
              <a:rPr lang="en-US" sz="1200">
                <a:solidFill>
                  <a:schemeClr val="tx1"/>
                </a:solidFill>
                <a:effectLst/>
                <a:latin typeface="Arial" panose="020B0604020202020204" pitchFamily="34" charset="0"/>
                <a:ea typeface="Calibri" panose="020F0502020204030204" pitchFamily="34" charset="0"/>
                <a:cs typeface="Arial" panose="020B0604020202020204" pitchFamily="34" charset="0"/>
              </a:rPr>
              <a:t>In this step you as the purchaser ha</a:t>
            </a:r>
            <a:r>
              <a:rPr lang="cs-CZ" sz="1200">
                <a:solidFill>
                  <a:schemeClr val="tx1"/>
                </a:solidFill>
                <a:effectLst/>
                <a:latin typeface="Arial" panose="020B0604020202020204" pitchFamily="34" charset="0"/>
                <a:ea typeface="Calibri" panose="020F0502020204030204" pitchFamily="34" charset="0"/>
                <a:cs typeface="Arial" panose="020B0604020202020204" pitchFamily="34" charset="0"/>
              </a:rPr>
              <a:t>s</a:t>
            </a:r>
            <a:r>
              <a:rPr lang="en-US" sz="1200">
                <a:solidFill>
                  <a:schemeClr val="tx1"/>
                </a:solidFill>
                <a:effectLst/>
                <a:latin typeface="Arial" panose="020B0604020202020204" pitchFamily="34" charset="0"/>
                <a:ea typeface="Calibri" panose="020F0502020204030204" pitchFamily="34" charset="0"/>
                <a:cs typeface="Arial" panose="020B0604020202020204" pitchFamily="34" charset="0"/>
              </a:rPr>
              <a:t> to </a:t>
            </a:r>
            <a:r>
              <a:rPr lang="de-DE" sz="1200">
                <a:solidFill>
                  <a:schemeClr val="tx1"/>
                </a:solidFill>
                <a:effectLst/>
                <a:latin typeface="Arial" panose="020B0604020202020204" pitchFamily="34" charset="0"/>
                <a:ea typeface="Calibri" panose="020F0502020204030204" pitchFamily="34" charset="0"/>
                <a:cs typeface="Arial" panose="020B0604020202020204" pitchFamily="34" charset="0"/>
              </a:rPr>
              <a:t>review all </a:t>
            </a:r>
            <a:r>
              <a:rPr lang="en-US" sz="1200">
                <a:solidFill>
                  <a:schemeClr val="tx1"/>
                </a:solidFill>
                <a:effectLst/>
                <a:latin typeface="Arial" panose="020B0604020202020204" pitchFamily="34" charset="0"/>
                <a:ea typeface="Calibri" panose="020F0502020204030204" pitchFamily="34" charset="0"/>
                <a:cs typeface="Arial" panose="020B0604020202020204" pitchFamily="34" charset="0"/>
              </a:rPr>
              <a:t>the copied data </a:t>
            </a:r>
            <a:r>
              <a:rPr lang="en-US" sz="1200">
                <a:solidFill>
                  <a:schemeClr val="tx1"/>
                </a:solidFill>
                <a:latin typeface="Arial" panose="020B0604020202020204" pitchFamily="34" charset="0"/>
                <a:ea typeface="Calibri" panose="020F0502020204030204" pitchFamily="34" charset="0"/>
                <a:cs typeface="Arial" panose="020B0604020202020204" pitchFamily="34" charset="0"/>
              </a:rPr>
              <a:t>in </a:t>
            </a:r>
            <a:r>
              <a:rPr lang="en-US" sz="1200">
                <a:solidFill>
                  <a:schemeClr val="tx1"/>
                </a:solidFill>
                <a:effectLst/>
                <a:latin typeface="Arial" panose="020B0604020202020204" pitchFamily="34" charset="0"/>
                <a:ea typeface="Calibri" panose="020F0502020204030204" pitchFamily="34" charset="0"/>
                <a:cs typeface="Arial" panose="020B0604020202020204" pitchFamily="34" charset="0"/>
              </a:rPr>
              <a:t>the PO before click on “Save”</a:t>
            </a:r>
          </a:p>
          <a:p>
            <a:pPr algn="l"/>
            <a:endParaRPr lang="cs-CZ" sz="1200">
              <a:solidFill>
                <a:schemeClr val="tx1"/>
              </a:solidFill>
            </a:endParaRPr>
          </a:p>
          <a:p>
            <a:pPr algn="l"/>
            <a:r>
              <a:rPr lang="en-US" sz="1200">
                <a:solidFill>
                  <a:schemeClr val="tx1"/>
                </a:solidFill>
              </a:rPr>
              <a:t>The Purchase Order values are distributed among three sections</a:t>
            </a:r>
          </a:p>
          <a:p>
            <a:pPr algn="l"/>
            <a:endParaRPr lang="en-US" sz="1200">
              <a:solidFill>
                <a:schemeClr val="tx1"/>
              </a:solidFill>
            </a:endParaRPr>
          </a:p>
          <a:p>
            <a:pPr algn="l"/>
            <a:r>
              <a:rPr lang="cs-CZ" sz="1200">
                <a:solidFill>
                  <a:schemeClr val="tx1"/>
                </a:solidFill>
              </a:rPr>
              <a:t>1. </a:t>
            </a:r>
            <a:r>
              <a:rPr lang="en-US" sz="1200">
                <a:solidFill>
                  <a:schemeClr val="tx1"/>
                </a:solidFill>
              </a:rPr>
              <a:t>Header includes data, where are related to all the PO line items</a:t>
            </a:r>
            <a:endParaRPr lang="cs-CZ" sz="1200">
              <a:solidFill>
                <a:schemeClr val="tx1"/>
              </a:solidFill>
            </a:endParaRPr>
          </a:p>
          <a:p>
            <a:pPr algn="l"/>
            <a:endParaRPr lang="en-US" sz="1200">
              <a:solidFill>
                <a:schemeClr val="tx1"/>
              </a:solidFill>
            </a:endParaRPr>
          </a:p>
          <a:p>
            <a:pPr algn="l"/>
            <a:r>
              <a:rPr lang="cs-CZ" sz="1200">
                <a:solidFill>
                  <a:schemeClr val="tx1"/>
                </a:solidFill>
              </a:rPr>
              <a:t>2. </a:t>
            </a:r>
            <a:r>
              <a:rPr lang="en-US" sz="1200">
                <a:solidFill>
                  <a:schemeClr val="tx1"/>
                </a:solidFill>
              </a:rPr>
              <a:t>Item Overview includes the main data for the line item</a:t>
            </a:r>
            <a:endParaRPr lang="cs-CZ" sz="1200">
              <a:solidFill>
                <a:schemeClr val="tx1"/>
              </a:solidFill>
            </a:endParaRPr>
          </a:p>
          <a:p>
            <a:pPr algn="l"/>
            <a:endParaRPr lang="en-US" sz="1200">
              <a:solidFill>
                <a:schemeClr val="tx1"/>
              </a:solidFill>
            </a:endParaRPr>
          </a:p>
          <a:p>
            <a:pPr algn="l"/>
            <a:r>
              <a:rPr lang="cs-CZ" sz="1200">
                <a:solidFill>
                  <a:schemeClr val="tx1"/>
                </a:solidFill>
              </a:rPr>
              <a:t>3. </a:t>
            </a:r>
            <a:r>
              <a:rPr lang="en-US" sz="1200">
                <a:solidFill>
                  <a:schemeClr val="tx1"/>
                </a:solidFill>
              </a:rPr>
              <a:t>Item Detail includes detail data per each line item</a:t>
            </a:r>
          </a:p>
        </p:txBody>
      </p:sp>
      <p:sp>
        <p:nvSpPr>
          <p:cNvPr id="8" name="Rechteck 5">
            <a:extLst>
              <a:ext uri="{FF2B5EF4-FFF2-40B4-BE49-F238E27FC236}">
                <a16:creationId xmlns:a16="http://schemas.microsoft.com/office/drawing/2014/main" id="{6B9EE49C-43B7-22F6-0031-67C939298330}"/>
              </a:ext>
            </a:extLst>
          </p:cNvPr>
          <p:cNvSpPr/>
          <p:nvPr/>
        </p:nvSpPr>
        <p:spPr>
          <a:xfrm>
            <a:off x="7746128" y="1166441"/>
            <a:ext cx="4367408" cy="771001"/>
          </a:xfrm>
          <a:prstGeom prst="rect">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pPr marL="0" algn="l" rtl="0" eaLnBrk="1" latinLnBrk="0" hangingPunct="1"/>
            <a:r>
              <a:rPr lang="en-US" sz="1200" b="1" kern="1200">
                <a:solidFill>
                  <a:srgbClr val="000000"/>
                </a:solidFill>
                <a:effectLst/>
                <a:latin typeface="Arial" panose="020B0604020202020204" pitchFamily="34" charset="0"/>
                <a:ea typeface="+mn-ea"/>
                <a:cs typeface="+mn-cs"/>
              </a:rPr>
              <a:t>ME21N – Create Purchase Order</a:t>
            </a:r>
            <a:endParaRPr lang="de-DE" sz="1200">
              <a:effectLst/>
            </a:endParaRPr>
          </a:p>
        </p:txBody>
      </p:sp>
      <p:sp>
        <p:nvSpPr>
          <p:cNvPr id="3" name="TextBox 2">
            <a:extLst>
              <a:ext uri="{FF2B5EF4-FFF2-40B4-BE49-F238E27FC236}">
                <a16:creationId xmlns:a16="http://schemas.microsoft.com/office/drawing/2014/main" id="{829F5EBD-EBB2-F526-D70A-8FDBFB4562E3}"/>
              </a:ext>
            </a:extLst>
          </p:cNvPr>
          <p:cNvSpPr txBox="1"/>
          <p:nvPr/>
        </p:nvSpPr>
        <p:spPr>
          <a:xfrm>
            <a:off x="333322" y="362910"/>
            <a:ext cx="8353478" cy="369332"/>
          </a:xfrm>
          <a:prstGeom prst="rect">
            <a:avLst/>
          </a:prstGeom>
        </p:spPr>
        <p:txBody>
          <a:bodyPr vert="horz" lIns="0" tIns="0" rIns="324000" bIns="14400" rtlCol="0" anchor="b" anchorCtr="0">
            <a:noAutofit/>
          </a:bodyPr>
          <a:lstStyle>
            <a:lvl1pPr>
              <a:lnSpc>
                <a:spcPct val="90000"/>
              </a:lnSpc>
              <a:spcBef>
                <a:spcPct val="0"/>
              </a:spcBef>
              <a:buNone/>
              <a:defRPr sz="2000" b="1">
                <a:solidFill>
                  <a:srgbClr val="00557C"/>
                </a:solidFill>
                <a:latin typeface="+mj-lt"/>
                <a:ea typeface="+mj-ea"/>
                <a:cs typeface="+mj-cs"/>
              </a:defRPr>
            </a:lvl1pPr>
          </a:lstStyle>
          <a:p>
            <a:r>
              <a:rPr lang="cs-CZ"/>
              <a:t>6.5 </a:t>
            </a:r>
            <a:r>
              <a:rPr lang="en-US">
                <a:solidFill>
                  <a:srgbClr val="00557C"/>
                </a:solidFill>
              </a:rPr>
              <a:t>Complete the PO data and Save it</a:t>
            </a:r>
            <a:endParaRPr lang="en-US"/>
          </a:p>
        </p:txBody>
      </p:sp>
      <p:pic>
        <p:nvPicPr>
          <p:cNvPr id="9" name="Picture 8">
            <a:extLst>
              <a:ext uri="{FF2B5EF4-FFF2-40B4-BE49-F238E27FC236}">
                <a16:creationId xmlns:a16="http://schemas.microsoft.com/office/drawing/2014/main" id="{488E8E34-6483-B39B-538D-BBEC15D02AA1}"/>
              </a:ext>
            </a:extLst>
          </p:cNvPr>
          <p:cNvPicPr>
            <a:picLocks noChangeAspect="1"/>
          </p:cNvPicPr>
          <p:nvPr/>
        </p:nvPicPr>
        <p:blipFill>
          <a:blip r:embed="rId3"/>
          <a:stretch>
            <a:fillRect/>
          </a:stretch>
        </p:blipFill>
        <p:spPr>
          <a:xfrm>
            <a:off x="398894" y="1187023"/>
            <a:ext cx="7347234" cy="2102829"/>
          </a:xfrm>
          <a:prstGeom prst="rect">
            <a:avLst/>
          </a:prstGeom>
          <a:ln>
            <a:solidFill>
              <a:srgbClr val="009999"/>
            </a:solidFill>
          </a:ln>
        </p:spPr>
      </p:pic>
    </p:spTree>
    <p:extLst>
      <p:ext uri="{BB962C8B-B14F-4D97-AF65-F5344CB8AC3E}">
        <p14:creationId xmlns:p14="http://schemas.microsoft.com/office/powerpoint/2010/main" val="886031710"/>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C0318E-265D-9A01-1DC6-50CC55F851DB}"/>
            </a:ext>
          </a:extLst>
        </p:cNvPr>
        <p:cNvGrpSpPr/>
        <p:nvPr/>
      </p:nvGrpSpPr>
      <p:grpSpPr>
        <a:xfrm>
          <a:off x="0" y="0"/>
          <a:ext cx="0" cy="0"/>
          <a:chOff x="0" y="0"/>
          <a:chExt cx="0" cy="0"/>
        </a:xfrm>
      </p:grpSpPr>
      <p:sp>
        <p:nvSpPr>
          <p:cNvPr id="6" name="Rechteck 5">
            <a:extLst>
              <a:ext uri="{FF2B5EF4-FFF2-40B4-BE49-F238E27FC236}">
                <a16:creationId xmlns:a16="http://schemas.microsoft.com/office/drawing/2014/main" id="{1E16F0FB-77D0-651D-4D5D-AA21BA8796DD}"/>
              </a:ext>
            </a:extLst>
          </p:cNvPr>
          <p:cNvSpPr/>
          <p:nvPr/>
        </p:nvSpPr>
        <p:spPr>
          <a:xfrm>
            <a:off x="6758721" y="4618052"/>
            <a:ext cx="5293637" cy="1677627"/>
          </a:xfrm>
          <a:prstGeom prst="rect">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pPr algn="l"/>
            <a:r>
              <a:rPr lang="en-US" sz="1200" b="1">
                <a:solidFill>
                  <a:schemeClr val="tx1"/>
                </a:solidFill>
              </a:rPr>
              <a:t>Header – Delivery/Invoice</a:t>
            </a:r>
          </a:p>
          <a:p>
            <a:pPr algn="l"/>
            <a:endParaRPr lang="en-US" sz="1200">
              <a:solidFill>
                <a:schemeClr val="tx1"/>
              </a:solidFill>
            </a:endParaRPr>
          </a:p>
          <a:p>
            <a:pPr algn="l"/>
            <a:r>
              <a:rPr lang="cs-CZ" sz="1200">
                <a:solidFill>
                  <a:schemeClr val="tx1"/>
                </a:solidFill>
              </a:rPr>
              <a:t>1. </a:t>
            </a:r>
            <a:r>
              <a:rPr lang="en-US" sz="1200">
                <a:solidFill>
                  <a:schemeClr val="tx1"/>
                </a:solidFill>
              </a:rPr>
              <a:t>Payment Terms: </a:t>
            </a:r>
            <a:r>
              <a:rPr lang="cs-CZ" sz="1200">
                <a:solidFill>
                  <a:schemeClr val="tx1"/>
                </a:solidFill>
              </a:rPr>
              <a:t>are </a:t>
            </a:r>
            <a:r>
              <a:rPr lang="cs-CZ" sz="1200" err="1">
                <a:solidFill>
                  <a:schemeClr val="tx1"/>
                </a:solidFill>
              </a:rPr>
              <a:t>determined</a:t>
            </a:r>
            <a:r>
              <a:rPr lang="cs-CZ" sz="1200">
                <a:solidFill>
                  <a:schemeClr val="tx1"/>
                </a:solidFill>
              </a:rPr>
              <a:t> by </a:t>
            </a:r>
            <a:r>
              <a:rPr lang="cs-CZ" sz="1200" err="1">
                <a:solidFill>
                  <a:schemeClr val="tx1"/>
                </a:solidFill>
              </a:rPr>
              <a:t>the</a:t>
            </a:r>
            <a:r>
              <a:rPr lang="cs-CZ" sz="1200">
                <a:solidFill>
                  <a:schemeClr val="tx1"/>
                </a:solidFill>
              </a:rPr>
              <a:t> </a:t>
            </a:r>
            <a:r>
              <a:rPr lang="cs-CZ" sz="1200" err="1">
                <a:solidFill>
                  <a:schemeClr val="tx1"/>
                </a:solidFill>
              </a:rPr>
              <a:t>supplier</a:t>
            </a:r>
            <a:r>
              <a:rPr lang="en-US" sz="1200">
                <a:solidFill>
                  <a:schemeClr val="tx1"/>
                </a:solidFill>
              </a:rPr>
              <a:t> master data</a:t>
            </a:r>
            <a:r>
              <a:rPr lang="cs-CZ" sz="1200">
                <a:solidFill>
                  <a:schemeClr val="tx1"/>
                </a:solidFill>
              </a:rPr>
              <a:t> (</a:t>
            </a:r>
            <a:r>
              <a:rPr lang="cs-CZ" sz="1200" err="1">
                <a:solidFill>
                  <a:schemeClr val="tx1"/>
                </a:solidFill>
              </a:rPr>
              <a:t>can</a:t>
            </a:r>
            <a:r>
              <a:rPr lang="cs-CZ" sz="1200">
                <a:solidFill>
                  <a:schemeClr val="tx1"/>
                </a:solidFill>
              </a:rPr>
              <a:t> </a:t>
            </a:r>
            <a:r>
              <a:rPr lang="cs-CZ" sz="1200" err="1">
                <a:solidFill>
                  <a:schemeClr val="tx1"/>
                </a:solidFill>
              </a:rPr>
              <a:t>be</a:t>
            </a:r>
            <a:r>
              <a:rPr lang="cs-CZ" sz="1200">
                <a:solidFill>
                  <a:schemeClr val="tx1"/>
                </a:solidFill>
              </a:rPr>
              <a:t> </a:t>
            </a:r>
            <a:r>
              <a:rPr lang="cs-CZ" sz="1200" err="1">
                <a:solidFill>
                  <a:schemeClr val="tx1"/>
                </a:solidFill>
              </a:rPr>
              <a:t>changed</a:t>
            </a:r>
            <a:r>
              <a:rPr lang="cs-CZ" sz="1200">
                <a:solidFill>
                  <a:schemeClr val="tx1"/>
                </a:solidFill>
              </a:rPr>
              <a:t>, </a:t>
            </a:r>
            <a:r>
              <a:rPr lang="cs-CZ" sz="1200" err="1">
                <a:solidFill>
                  <a:schemeClr val="tx1"/>
                </a:solidFill>
              </a:rPr>
              <a:t>if</a:t>
            </a:r>
            <a:r>
              <a:rPr lang="cs-CZ" sz="1200">
                <a:solidFill>
                  <a:schemeClr val="tx1"/>
                </a:solidFill>
              </a:rPr>
              <a:t> </a:t>
            </a:r>
            <a:r>
              <a:rPr lang="cs-CZ" sz="1200" err="1">
                <a:solidFill>
                  <a:schemeClr val="tx1"/>
                </a:solidFill>
              </a:rPr>
              <a:t>required</a:t>
            </a:r>
            <a:r>
              <a:rPr lang="cs-CZ" sz="1200">
                <a:solidFill>
                  <a:schemeClr val="tx1"/>
                </a:solidFill>
              </a:rPr>
              <a:t>)</a:t>
            </a:r>
          </a:p>
          <a:p>
            <a:pPr algn="l"/>
            <a:endParaRPr lang="cs-CZ" sz="1200">
              <a:solidFill>
                <a:schemeClr val="tx1"/>
              </a:solidFill>
            </a:endParaRPr>
          </a:p>
          <a:p>
            <a:pPr algn="l"/>
            <a:r>
              <a:rPr lang="cs-CZ" sz="1200">
                <a:solidFill>
                  <a:schemeClr val="tx1"/>
                </a:solidFill>
              </a:rPr>
              <a:t>2. </a:t>
            </a:r>
            <a:r>
              <a:rPr lang="en-US" sz="1200">
                <a:solidFill>
                  <a:schemeClr val="tx1"/>
                </a:solidFill>
              </a:rPr>
              <a:t>Currency: </a:t>
            </a:r>
            <a:r>
              <a:rPr lang="cs-CZ" sz="1200" err="1">
                <a:solidFill>
                  <a:schemeClr val="tx1"/>
                </a:solidFill>
              </a:rPr>
              <a:t>is</a:t>
            </a:r>
            <a:r>
              <a:rPr lang="cs-CZ" sz="1200">
                <a:solidFill>
                  <a:schemeClr val="tx1"/>
                </a:solidFill>
              </a:rPr>
              <a:t> </a:t>
            </a:r>
            <a:r>
              <a:rPr lang="cs-CZ" sz="1200" err="1">
                <a:solidFill>
                  <a:schemeClr val="tx1"/>
                </a:solidFill>
              </a:rPr>
              <a:t>determined</a:t>
            </a:r>
            <a:r>
              <a:rPr lang="cs-CZ" sz="1200">
                <a:solidFill>
                  <a:schemeClr val="tx1"/>
                </a:solidFill>
              </a:rPr>
              <a:t> by </a:t>
            </a:r>
            <a:r>
              <a:rPr lang="cs-CZ" sz="1200" err="1">
                <a:solidFill>
                  <a:schemeClr val="tx1"/>
                </a:solidFill>
              </a:rPr>
              <a:t>the</a:t>
            </a:r>
            <a:r>
              <a:rPr lang="cs-CZ" sz="1200">
                <a:solidFill>
                  <a:schemeClr val="tx1"/>
                </a:solidFill>
              </a:rPr>
              <a:t> </a:t>
            </a:r>
            <a:r>
              <a:rPr lang="cs-CZ" sz="1200" err="1">
                <a:solidFill>
                  <a:schemeClr val="tx1"/>
                </a:solidFill>
              </a:rPr>
              <a:t>supplier</a:t>
            </a:r>
            <a:r>
              <a:rPr lang="en-US" sz="1200">
                <a:solidFill>
                  <a:schemeClr val="tx1"/>
                </a:solidFill>
              </a:rPr>
              <a:t> master data</a:t>
            </a:r>
          </a:p>
          <a:p>
            <a:pPr algn="l"/>
            <a:endParaRPr lang="en-US" sz="1200">
              <a:solidFill>
                <a:schemeClr val="tx1"/>
              </a:solidFill>
            </a:endParaRPr>
          </a:p>
        </p:txBody>
      </p:sp>
      <p:sp>
        <p:nvSpPr>
          <p:cNvPr id="8" name="Rechteck 5">
            <a:extLst>
              <a:ext uri="{FF2B5EF4-FFF2-40B4-BE49-F238E27FC236}">
                <a16:creationId xmlns:a16="http://schemas.microsoft.com/office/drawing/2014/main" id="{B4E992F2-7782-A824-F7CF-AF64187A2AE9}"/>
              </a:ext>
            </a:extLst>
          </p:cNvPr>
          <p:cNvSpPr/>
          <p:nvPr/>
        </p:nvSpPr>
        <p:spPr>
          <a:xfrm>
            <a:off x="6758721" y="3800029"/>
            <a:ext cx="5293637" cy="818023"/>
          </a:xfrm>
          <a:prstGeom prst="rect">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pPr marL="0" algn="l" rtl="0" eaLnBrk="1" latinLnBrk="0" hangingPunct="1"/>
            <a:r>
              <a:rPr lang="en-US" sz="1200" b="1" kern="1200">
                <a:solidFill>
                  <a:srgbClr val="000000"/>
                </a:solidFill>
                <a:effectLst/>
                <a:latin typeface="Arial" panose="020B0604020202020204" pitchFamily="34" charset="0"/>
                <a:ea typeface="+mn-ea"/>
                <a:cs typeface="+mn-cs"/>
              </a:rPr>
              <a:t>ME21N – Create Purchase Order</a:t>
            </a:r>
            <a:endParaRPr lang="de-DE" sz="1200">
              <a:effectLst/>
            </a:endParaRPr>
          </a:p>
        </p:txBody>
      </p:sp>
      <p:sp>
        <p:nvSpPr>
          <p:cNvPr id="3" name="TextBox 2">
            <a:extLst>
              <a:ext uri="{FF2B5EF4-FFF2-40B4-BE49-F238E27FC236}">
                <a16:creationId xmlns:a16="http://schemas.microsoft.com/office/drawing/2014/main" id="{7DF8D239-E66C-532D-DB54-88FAF6FA2B03}"/>
              </a:ext>
            </a:extLst>
          </p:cNvPr>
          <p:cNvSpPr txBox="1"/>
          <p:nvPr/>
        </p:nvSpPr>
        <p:spPr>
          <a:xfrm>
            <a:off x="333322" y="362910"/>
            <a:ext cx="8353478" cy="369332"/>
          </a:xfrm>
          <a:prstGeom prst="rect">
            <a:avLst/>
          </a:prstGeom>
        </p:spPr>
        <p:txBody>
          <a:bodyPr vert="horz" lIns="0" tIns="0" rIns="324000" bIns="14400" rtlCol="0" anchor="b" anchorCtr="0">
            <a:noAutofit/>
          </a:bodyPr>
          <a:lstStyle>
            <a:lvl1pPr>
              <a:lnSpc>
                <a:spcPct val="90000"/>
              </a:lnSpc>
              <a:spcBef>
                <a:spcPct val="0"/>
              </a:spcBef>
              <a:buNone/>
              <a:defRPr sz="2000" b="1">
                <a:solidFill>
                  <a:srgbClr val="00557C"/>
                </a:solidFill>
                <a:latin typeface="+mj-lt"/>
                <a:ea typeface="+mj-ea"/>
                <a:cs typeface="+mj-cs"/>
              </a:defRPr>
            </a:lvl1pPr>
          </a:lstStyle>
          <a:p>
            <a:r>
              <a:rPr lang="cs-CZ">
                <a:solidFill>
                  <a:srgbClr val="00557C"/>
                </a:solidFill>
              </a:rPr>
              <a:t>6.5 </a:t>
            </a:r>
            <a:r>
              <a:rPr lang="en-US">
                <a:solidFill>
                  <a:srgbClr val="00557C"/>
                </a:solidFill>
              </a:rPr>
              <a:t>Complete the PO data and Save it</a:t>
            </a:r>
            <a:endParaRPr lang="en-US"/>
          </a:p>
        </p:txBody>
      </p:sp>
      <p:pic>
        <p:nvPicPr>
          <p:cNvPr id="7" name="Picture 6">
            <a:extLst>
              <a:ext uri="{FF2B5EF4-FFF2-40B4-BE49-F238E27FC236}">
                <a16:creationId xmlns:a16="http://schemas.microsoft.com/office/drawing/2014/main" id="{07BD05FA-67F6-F714-84A4-39C08A312E0A}"/>
              </a:ext>
            </a:extLst>
          </p:cNvPr>
          <p:cNvPicPr>
            <a:picLocks noChangeAspect="1"/>
          </p:cNvPicPr>
          <p:nvPr/>
        </p:nvPicPr>
        <p:blipFill>
          <a:blip r:embed="rId3"/>
          <a:stretch>
            <a:fillRect/>
          </a:stretch>
        </p:blipFill>
        <p:spPr>
          <a:xfrm>
            <a:off x="226162" y="1019213"/>
            <a:ext cx="10665582" cy="2595856"/>
          </a:xfrm>
          <a:prstGeom prst="rect">
            <a:avLst/>
          </a:prstGeom>
          <a:ln>
            <a:solidFill>
              <a:srgbClr val="009999"/>
            </a:solidFill>
          </a:ln>
        </p:spPr>
      </p:pic>
    </p:spTree>
    <p:extLst>
      <p:ext uri="{BB962C8B-B14F-4D97-AF65-F5344CB8AC3E}">
        <p14:creationId xmlns:p14="http://schemas.microsoft.com/office/powerpoint/2010/main" val="2526570955"/>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2FA01D-538E-4222-A752-79CE6373113E}"/>
            </a:ext>
          </a:extLst>
        </p:cNvPr>
        <p:cNvGrpSpPr/>
        <p:nvPr/>
      </p:nvGrpSpPr>
      <p:grpSpPr>
        <a:xfrm>
          <a:off x="0" y="0"/>
          <a:ext cx="0" cy="0"/>
          <a:chOff x="0" y="0"/>
          <a:chExt cx="0" cy="0"/>
        </a:xfrm>
      </p:grpSpPr>
      <p:sp>
        <p:nvSpPr>
          <p:cNvPr id="6" name="Rechteck 5">
            <a:extLst>
              <a:ext uri="{FF2B5EF4-FFF2-40B4-BE49-F238E27FC236}">
                <a16:creationId xmlns:a16="http://schemas.microsoft.com/office/drawing/2014/main" id="{B27EEDFD-1DE3-31AE-EDFE-ECF7B1060557}"/>
              </a:ext>
            </a:extLst>
          </p:cNvPr>
          <p:cNvSpPr/>
          <p:nvPr/>
        </p:nvSpPr>
        <p:spPr>
          <a:xfrm>
            <a:off x="6819898" y="4542183"/>
            <a:ext cx="5293637" cy="1677627"/>
          </a:xfrm>
          <a:prstGeom prst="rect">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pPr algn="l"/>
            <a:r>
              <a:rPr lang="en-US" sz="1200" b="1">
                <a:solidFill>
                  <a:schemeClr val="tx1"/>
                </a:solidFill>
              </a:rPr>
              <a:t>Header – Conditions</a:t>
            </a:r>
          </a:p>
          <a:p>
            <a:pPr algn="l"/>
            <a:endParaRPr lang="en-US" sz="1200">
              <a:solidFill>
                <a:schemeClr val="tx1"/>
              </a:solidFill>
            </a:endParaRPr>
          </a:p>
          <a:p>
            <a:pPr algn="l"/>
            <a:r>
              <a:rPr lang="en-US" sz="1200">
                <a:solidFill>
                  <a:schemeClr val="tx1"/>
                </a:solidFill>
              </a:rPr>
              <a:t>Net Price: A display only field to show the total amount of the PO</a:t>
            </a:r>
          </a:p>
          <a:p>
            <a:pPr marL="685800" lvl="1" indent="-228600">
              <a:buFont typeface="Arial" panose="020B0604020202020204" pitchFamily="34" charset="0"/>
              <a:buChar char="•"/>
            </a:pPr>
            <a:r>
              <a:rPr lang="en-US" sz="1200">
                <a:solidFill>
                  <a:schemeClr val="tx1"/>
                </a:solidFill>
              </a:rPr>
              <a:t>The release strategy and approval process are depending on this value to determine the release strategy and the selection of the approvers</a:t>
            </a:r>
          </a:p>
          <a:p>
            <a:pPr algn="l"/>
            <a:endParaRPr lang="en-US" sz="1200">
              <a:solidFill>
                <a:schemeClr val="tx1"/>
              </a:solidFill>
            </a:endParaRPr>
          </a:p>
        </p:txBody>
      </p:sp>
      <p:sp>
        <p:nvSpPr>
          <p:cNvPr id="8" name="Rechteck 5">
            <a:extLst>
              <a:ext uri="{FF2B5EF4-FFF2-40B4-BE49-F238E27FC236}">
                <a16:creationId xmlns:a16="http://schemas.microsoft.com/office/drawing/2014/main" id="{19E262CE-F11B-4114-AF0C-9BB5E51623BE}"/>
              </a:ext>
            </a:extLst>
          </p:cNvPr>
          <p:cNvSpPr/>
          <p:nvPr/>
        </p:nvSpPr>
        <p:spPr>
          <a:xfrm>
            <a:off x="6819899" y="3918210"/>
            <a:ext cx="5293637" cy="623973"/>
          </a:xfrm>
          <a:prstGeom prst="rect">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pPr marL="0" algn="l" rtl="0" eaLnBrk="1" latinLnBrk="0" hangingPunct="1"/>
            <a:r>
              <a:rPr lang="en-US" sz="1200" b="1" kern="1200">
                <a:solidFill>
                  <a:srgbClr val="000000"/>
                </a:solidFill>
                <a:effectLst/>
                <a:latin typeface="Arial" panose="020B0604020202020204" pitchFamily="34" charset="0"/>
                <a:ea typeface="+mn-ea"/>
                <a:cs typeface="+mn-cs"/>
              </a:rPr>
              <a:t>ME21N – Create Purchase Order</a:t>
            </a:r>
            <a:endParaRPr lang="de-DE" sz="1200">
              <a:effectLst/>
            </a:endParaRPr>
          </a:p>
        </p:txBody>
      </p:sp>
      <p:sp>
        <p:nvSpPr>
          <p:cNvPr id="3" name="TextBox 2">
            <a:extLst>
              <a:ext uri="{FF2B5EF4-FFF2-40B4-BE49-F238E27FC236}">
                <a16:creationId xmlns:a16="http://schemas.microsoft.com/office/drawing/2014/main" id="{E0D85B6B-17C7-5257-87DF-79E802DE9238}"/>
              </a:ext>
            </a:extLst>
          </p:cNvPr>
          <p:cNvSpPr txBox="1"/>
          <p:nvPr/>
        </p:nvSpPr>
        <p:spPr>
          <a:xfrm>
            <a:off x="333322" y="362910"/>
            <a:ext cx="8353478" cy="369332"/>
          </a:xfrm>
          <a:prstGeom prst="rect">
            <a:avLst/>
          </a:prstGeom>
        </p:spPr>
        <p:txBody>
          <a:bodyPr vert="horz" lIns="0" tIns="0" rIns="324000" bIns="14400" rtlCol="0" anchor="b" anchorCtr="0">
            <a:noAutofit/>
          </a:bodyPr>
          <a:lstStyle>
            <a:lvl1pPr>
              <a:lnSpc>
                <a:spcPct val="90000"/>
              </a:lnSpc>
              <a:spcBef>
                <a:spcPct val="0"/>
              </a:spcBef>
              <a:buNone/>
              <a:defRPr sz="2000" b="1">
                <a:solidFill>
                  <a:srgbClr val="00557C"/>
                </a:solidFill>
                <a:latin typeface="+mj-lt"/>
                <a:ea typeface="+mj-ea"/>
                <a:cs typeface="+mj-cs"/>
              </a:defRPr>
            </a:lvl1pPr>
          </a:lstStyle>
          <a:p>
            <a:r>
              <a:rPr lang="cs-CZ">
                <a:solidFill>
                  <a:srgbClr val="00557C"/>
                </a:solidFill>
              </a:rPr>
              <a:t>6.5</a:t>
            </a:r>
            <a:r>
              <a:rPr lang="en-US">
                <a:solidFill>
                  <a:srgbClr val="00557C"/>
                </a:solidFill>
              </a:rPr>
              <a:t> Complete the PO data and Save it</a:t>
            </a:r>
            <a:endParaRPr lang="en-US"/>
          </a:p>
        </p:txBody>
      </p:sp>
      <p:pic>
        <p:nvPicPr>
          <p:cNvPr id="4" name="Picture 3">
            <a:extLst>
              <a:ext uri="{FF2B5EF4-FFF2-40B4-BE49-F238E27FC236}">
                <a16:creationId xmlns:a16="http://schemas.microsoft.com/office/drawing/2014/main" id="{B292073F-2C93-3F12-0C19-10B89702DEFF}"/>
              </a:ext>
            </a:extLst>
          </p:cNvPr>
          <p:cNvPicPr>
            <a:picLocks noChangeAspect="1"/>
          </p:cNvPicPr>
          <p:nvPr/>
        </p:nvPicPr>
        <p:blipFill>
          <a:blip r:embed="rId3"/>
          <a:stretch>
            <a:fillRect/>
          </a:stretch>
        </p:blipFill>
        <p:spPr>
          <a:xfrm>
            <a:off x="333322" y="1021117"/>
            <a:ext cx="8758273" cy="2795510"/>
          </a:xfrm>
          <a:prstGeom prst="rect">
            <a:avLst/>
          </a:prstGeom>
          <a:ln>
            <a:solidFill>
              <a:srgbClr val="009999"/>
            </a:solidFill>
          </a:ln>
        </p:spPr>
      </p:pic>
    </p:spTree>
    <p:extLst>
      <p:ext uri="{BB962C8B-B14F-4D97-AF65-F5344CB8AC3E}">
        <p14:creationId xmlns:p14="http://schemas.microsoft.com/office/powerpoint/2010/main" val="775867051"/>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74D79A-8F3A-1445-6889-BE28EB129AE1}"/>
            </a:ext>
          </a:extLst>
        </p:cNvPr>
        <p:cNvGrpSpPr/>
        <p:nvPr/>
      </p:nvGrpSpPr>
      <p:grpSpPr>
        <a:xfrm>
          <a:off x="0" y="0"/>
          <a:ext cx="0" cy="0"/>
          <a:chOff x="0" y="0"/>
          <a:chExt cx="0" cy="0"/>
        </a:xfrm>
      </p:grpSpPr>
      <p:sp>
        <p:nvSpPr>
          <p:cNvPr id="6" name="Rechteck 5">
            <a:extLst>
              <a:ext uri="{FF2B5EF4-FFF2-40B4-BE49-F238E27FC236}">
                <a16:creationId xmlns:a16="http://schemas.microsoft.com/office/drawing/2014/main" id="{F2068D2A-69AE-5DA6-C14E-F8C93F557D7E}"/>
              </a:ext>
            </a:extLst>
          </p:cNvPr>
          <p:cNvSpPr/>
          <p:nvPr/>
        </p:nvSpPr>
        <p:spPr>
          <a:xfrm>
            <a:off x="6819898" y="1954365"/>
            <a:ext cx="5293637" cy="4208177"/>
          </a:xfrm>
          <a:prstGeom prst="rect">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pPr algn="l"/>
            <a:r>
              <a:rPr lang="en-US" sz="1200" b="1">
                <a:solidFill>
                  <a:schemeClr val="tx1"/>
                </a:solidFill>
              </a:rPr>
              <a:t>Header – Texts</a:t>
            </a:r>
          </a:p>
          <a:p>
            <a:pPr algn="l"/>
            <a:endParaRPr lang="en-US" sz="1200">
              <a:solidFill>
                <a:schemeClr val="tx1"/>
              </a:solidFill>
            </a:endParaRPr>
          </a:p>
          <a:p>
            <a:pPr marL="171450" marR="0" indent="-171450">
              <a:spcAft>
                <a:spcPts val="600"/>
              </a:spcAft>
              <a:buFont typeface="Arial" panose="020B0604020202020204" pitchFamily="34" charset="0"/>
              <a:buChar char="•"/>
              <a:tabLst>
                <a:tab pos="540385" algn="l"/>
                <a:tab pos="1080135" algn="l"/>
              </a:tabLst>
            </a:pPr>
            <a:r>
              <a:rPr lang="cs-CZ" sz="1200" err="1">
                <a:solidFill>
                  <a:schemeClr val="tx1"/>
                </a:solidFill>
              </a:rPr>
              <a:t>Header</a:t>
            </a:r>
            <a:r>
              <a:rPr lang="cs-CZ" sz="1200">
                <a:solidFill>
                  <a:schemeClr val="tx1"/>
                </a:solidFill>
              </a:rPr>
              <a:t> Text - </a:t>
            </a:r>
            <a:r>
              <a:rPr lang="en-US" sz="1200">
                <a:solidFill>
                  <a:schemeClr val="tx1"/>
                </a:solidFill>
              </a:rPr>
              <a:t>The Purchaser could add additional </a:t>
            </a:r>
            <a:r>
              <a:rPr lang="cs-CZ" sz="1200">
                <a:solidFill>
                  <a:schemeClr val="tx1"/>
                </a:solidFill>
              </a:rPr>
              <a:t>t</a:t>
            </a:r>
            <a:r>
              <a:rPr lang="en-US" sz="1200" err="1">
                <a:solidFill>
                  <a:schemeClr val="tx1"/>
                </a:solidFill>
              </a:rPr>
              <a:t>exts</a:t>
            </a:r>
            <a:r>
              <a:rPr lang="en-US" sz="1200">
                <a:solidFill>
                  <a:schemeClr val="tx1"/>
                </a:solidFill>
              </a:rPr>
              <a:t> to the PO, and they will be printed in the PO printout.</a:t>
            </a:r>
          </a:p>
          <a:p>
            <a:pPr marR="0" indent="0">
              <a:spcAft>
                <a:spcPts val="600"/>
              </a:spcAft>
              <a:tabLst>
                <a:tab pos="540385" algn="l"/>
                <a:tab pos="1080135" algn="l"/>
              </a:tabLst>
            </a:pPr>
            <a:endParaRPr lang="en-US" sz="1200">
              <a:solidFill>
                <a:schemeClr val="tx1"/>
              </a:solidFill>
            </a:endParaRPr>
          </a:p>
          <a:p>
            <a:pPr marL="171450" indent="-171450">
              <a:spcAft>
                <a:spcPts val="600"/>
              </a:spcAft>
              <a:buFont typeface="Arial" panose="020B0604020202020204" pitchFamily="34" charset="0"/>
              <a:buChar char="•"/>
              <a:tabLst>
                <a:tab pos="540385" algn="l"/>
                <a:tab pos="1080135" algn="l"/>
              </a:tabLst>
            </a:pPr>
            <a:r>
              <a:rPr lang="cs-CZ" sz="1200" err="1">
                <a:solidFill>
                  <a:schemeClr val="tx1"/>
                </a:solidFill>
              </a:rPr>
              <a:t>Header</a:t>
            </a:r>
            <a:r>
              <a:rPr lang="cs-CZ" sz="1200">
                <a:solidFill>
                  <a:schemeClr val="tx1"/>
                </a:solidFill>
              </a:rPr>
              <a:t> </a:t>
            </a:r>
            <a:r>
              <a:rPr lang="cs-CZ" sz="1200" err="1">
                <a:solidFill>
                  <a:schemeClr val="tx1"/>
                </a:solidFill>
              </a:rPr>
              <a:t>Note</a:t>
            </a:r>
            <a:r>
              <a:rPr lang="cs-CZ" sz="1200">
                <a:solidFill>
                  <a:schemeClr val="tx1"/>
                </a:solidFill>
              </a:rPr>
              <a:t> – </a:t>
            </a:r>
            <a:r>
              <a:rPr lang="cs-CZ" sz="1200" err="1">
                <a:solidFill>
                  <a:schemeClr val="tx1"/>
                </a:solidFill>
              </a:rPr>
              <a:t>is</a:t>
            </a:r>
            <a:r>
              <a:rPr lang="cs-CZ" sz="1200">
                <a:solidFill>
                  <a:schemeClr val="tx1"/>
                </a:solidFill>
              </a:rPr>
              <a:t> </a:t>
            </a:r>
            <a:r>
              <a:rPr lang="cs-CZ" sz="1200" err="1">
                <a:solidFill>
                  <a:schemeClr val="tx1"/>
                </a:solidFill>
              </a:rPr>
              <a:t>applicable</a:t>
            </a:r>
            <a:r>
              <a:rPr lang="cs-CZ" sz="1200">
                <a:solidFill>
                  <a:schemeClr val="tx1"/>
                </a:solidFill>
              </a:rPr>
              <a:t> </a:t>
            </a:r>
            <a:r>
              <a:rPr lang="cs-CZ" sz="1200" err="1">
                <a:solidFill>
                  <a:schemeClr val="tx1"/>
                </a:solidFill>
              </a:rPr>
              <a:t>for</a:t>
            </a:r>
            <a:r>
              <a:rPr lang="cs-CZ" sz="1200">
                <a:solidFill>
                  <a:schemeClr val="tx1"/>
                </a:solidFill>
              </a:rPr>
              <a:t> </a:t>
            </a:r>
            <a:r>
              <a:rPr lang="cs-CZ" sz="1200" err="1">
                <a:solidFill>
                  <a:schemeClr val="tx1"/>
                </a:solidFill>
              </a:rPr>
              <a:t>internal</a:t>
            </a:r>
            <a:r>
              <a:rPr lang="cs-CZ" sz="1200">
                <a:solidFill>
                  <a:schemeClr val="tx1"/>
                </a:solidFill>
              </a:rPr>
              <a:t> notes and </a:t>
            </a:r>
            <a:r>
              <a:rPr lang="cs-CZ" sz="1200" err="1">
                <a:solidFill>
                  <a:schemeClr val="tx1"/>
                </a:solidFill>
              </a:rPr>
              <a:t>will</a:t>
            </a:r>
            <a:r>
              <a:rPr lang="cs-CZ" sz="1200">
                <a:solidFill>
                  <a:schemeClr val="tx1"/>
                </a:solidFill>
              </a:rPr>
              <a:t> </a:t>
            </a:r>
            <a:r>
              <a:rPr lang="cs-CZ" sz="1200" err="1">
                <a:solidFill>
                  <a:schemeClr val="tx1"/>
                </a:solidFill>
              </a:rPr>
              <a:t>be</a:t>
            </a:r>
            <a:r>
              <a:rPr lang="cs-CZ" sz="1200">
                <a:solidFill>
                  <a:schemeClr val="tx1"/>
                </a:solidFill>
              </a:rPr>
              <a:t> not </a:t>
            </a:r>
            <a:r>
              <a:rPr lang="cs-CZ" sz="1200" err="1">
                <a:solidFill>
                  <a:schemeClr val="tx1"/>
                </a:solidFill>
              </a:rPr>
              <a:t>printed</a:t>
            </a:r>
            <a:r>
              <a:rPr lang="cs-CZ" sz="1200">
                <a:solidFill>
                  <a:schemeClr val="tx1"/>
                </a:solidFill>
              </a:rPr>
              <a:t> on </a:t>
            </a:r>
            <a:r>
              <a:rPr lang="cs-CZ" sz="1200" err="1">
                <a:solidFill>
                  <a:schemeClr val="tx1"/>
                </a:solidFill>
              </a:rPr>
              <a:t>the</a:t>
            </a:r>
            <a:r>
              <a:rPr lang="cs-CZ" sz="1200">
                <a:solidFill>
                  <a:schemeClr val="tx1"/>
                </a:solidFill>
              </a:rPr>
              <a:t> PO</a:t>
            </a:r>
            <a:endParaRPr lang="en-US" sz="1100">
              <a:solidFill>
                <a:schemeClr val="tx1"/>
              </a:solidFill>
            </a:endParaRPr>
          </a:p>
          <a:p>
            <a:pPr algn="l"/>
            <a:endParaRPr lang="en-US" sz="1200">
              <a:solidFill>
                <a:schemeClr val="tx1"/>
              </a:solidFill>
            </a:endParaRPr>
          </a:p>
        </p:txBody>
      </p:sp>
      <p:sp>
        <p:nvSpPr>
          <p:cNvPr id="8" name="Rechteck 5">
            <a:extLst>
              <a:ext uri="{FF2B5EF4-FFF2-40B4-BE49-F238E27FC236}">
                <a16:creationId xmlns:a16="http://schemas.microsoft.com/office/drawing/2014/main" id="{8D067D04-09C1-48DE-B6FA-F6565E64CE2A}"/>
              </a:ext>
            </a:extLst>
          </p:cNvPr>
          <p:cNvSpPr/>
          <p:nvPr/>
        </p:nvSpPr>
        <p:spPr>
          <a:xfrm>
            <a:off x="6819897" y="1391116"/>
            <a:ext cx="5293637" cy="563249"/>
          </a:xfrm>
          <a:prstGeom prst="rect">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pPr marL="0" algn="l" rtl="0" eaLnBrk="1" latinLnBrk="0" hangingPunct="1"/>
            <a:r>
              <a:rPr lang="en-US" sz="1200" b="1" kern="1200">
                <a:solidFill>
                  <a:srgbClr val="000000"/>
                </a:solidFill>
                <a:effectLst/>
                <a:latin typeface="Arial" panose="020B0604020202020204" pitchFamily="34" charset="0"/>
                <a:ea typeface="+mn-ea"/>
                <a:cs typeface="+mn-cs"/>
              </a:rPr>
              <a:t>ME21N – Create Purchase Order</a:t>
            </a:r>
            <a:endParaRPr lang="de-DE" sz="1200">
              <a:effectLst/>
            </a:endParaRPr>
          </a:p>
        </p:txBody>
      </p:sp>
      <p:sp>
        <p:nvSpPr>
          <p:cNvPr id="3" name="TextBox 2">
            <a:extLst>
              <a:ext uri="{FF2B5EF4-FFF2-40B4-BE49-F238E27FC236}">
                <a16:creationId xmlns:a16="http://schemas.microsoft.com/office/drawing/2014/main" id="{90395401-D058-4B93-B364-78D7CFCD7A3B}"/>
              </a:ext>
            </a:extLst>
          </p:cNvPr>
          <p:cNvSpPr txBox="1"/>
          <p:nvPr/>
        </p:nvSpPr>
        <p:spPr>
          <a:xfrm>
            <a:off x="333322" y="362910"/>
            <a:ext cx="8353478" cy="369332"/>
          </a:xfrm>
          <a:prstGeom prst="rect">
            <a:avLst/>
          </a:prstGeom>
        </p:spPr>
        <p:txBody>
          <a:bodyPr vert="horz" lIns="0" tIns="0" rIns="324000" bIns="14400" rtlCol="0" anchor="b" anchorCtr="0">
            <a:noAutofit/>
          </a:bodyPr>
          <a:lstStyle>
            <a:lvl1pPr>
              <a:lnSpc>
                <a:spcPct val="90000"/>
              </a:lnSpc>
              <a:spcBef>
                <a:spcPct val="0"/>
              </a:spcBef>
              <a:buNone/>
              <a:defRPr sz="2000" b="1">
                <a:solidFill>
                  <a:srgbClr val="00557C"/>
                </a:solidFill>
                <a:latin typeface="+mj-lt"/>
                <a:ea typeface="+mj-ea"/>
                <a:cs typeface="+mj-cs"/>
              </a:defRPr>
            </a:lvl1pPr>
          </a:lstStyle>
          <a:p>
            <a:r>
              <a:rPr lang="cs-CZ">
                <a:solidFill>
                  <a:srgbClr val="00557C"/>
                </a:solidFill>
              </a:rPr>
              <a:t>6.5</a:t>
            </a:r>
            <a:r>
              <a:rPr lang="en-US">
                <a:solidFill>
                  <a:srgbClr val="00557C"/>
                </a:solidFill>
              </a:rPr>
              <a:t> Complete the PO data and Save it</a:t>
            </a:r>
            <a:endParaRPr lang="en-US"/>
          </a:p>
        </p:txBody>
      </p:sp>
      <p:pic>
        <p:nvPicPr>
          <p:cNvPr id="5" name="Picture 4">
            <a:extLst>
              <a:ext uri="{FF2B5EF4-FFF2-40B4-BE49-F238E27FC236}">
                <a16:creationId xmlns:a16="http://schemas.microsoft.com/office/drawing/2014/main" id="{F925CFD1-0227-A7AB-B84F-4014FC48C9B2}"/>
              </a:ext>
            </a:extLst>
          </p:cNvPr>
          <p:cNvPicPr>
            <a:picLocks noChangeAspect="1"/>
          </p:cNvPicPr>
          <p:nvPr/>
        </p:nvPicPr>
        <p:blipFill>
          <a:blip r:embed="rId3"/>
          <a:stretch>
            <a:fillRect/>
          </a:stretch>
        </p:blipFill>
        <p:spPr>
          <a:xfrm>
            <a:off x="163525" y="1954365"/>
            <a:ext cx="6521394" cy="1476411"/>
          </a:xfrm>
          <a:prstGeom prst="rect">
            <a:avLst/>
          </a:prstGeom>
          <a:ln>
            <a:solidFill>
              <a:srgbClr val="009999"/>
            </a:solidFill>
          </a:ln>
        </p:spPr>
      </p:pic>
    </p:spTree>
    <p:extLst>
      <p:ext uri="{BB962C8B-B14F-4D97-AF65-F5344CB8AC3E}">
        <p14:creationId xmlns:p14="http://schemas.microsoft.com/office/powerpoint/2010/main" val="234049571"/>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52FE15-578B-4901-2C5E-59175D63EEB8}"/>
            </a:ext>
          </a:extLst>
        </p:cNvPr>
        <p:cNvGrpSpPr/>
        <p:nvPr/>
      </p:nvGrpSpPr>
      <p:grpSpPr>
        <a:xfrm>
          <a:off x="0" y="0"/>
          <a:ext cx="0" cy="0"/>
          <a:chOff x="0" y="0"/>
          <a:chExt cx="0" cy="0"/>
        </a:xfrm>
      </p:grpSpPr>
      <p:sp>
        <p:nvSpPr>
          <p:cNvPr id="6" name="Rechteck 5">
            <a:extLst>
              <a:ext uri="{FF2B5EF4-FFF2-40B4-BE49-F238E27FC236}">
                <a16:creationId xmlns:a16="http://schemas.microsoft.com/office/drawing/2014/main" id="{9BAFC2B4-F87D-3908-009E-FCDDDA0E5E11}"/>
              </a:ext>
            </a:extLst>
          </p:cNvPr>
          <p:cNvSpPr/>
          <p:nvPr/>
        </p:nvSpPr>
        <p:spPr>
          <a:xfrm>
            <a:off x="6819899" y="1937441"/>
            <a:ext cx="5293637" cy="4208177"/>
          </a:xfrm>
          <a:prstGeom prst="rect">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pPr algn="l"/>
            <a:r>
              <a:rPr lang="en-US" sz="1200" b="1">
                <a:solidFill>
                  <a:schemeClr val="tx1"/>
                </a:solidFill>
              </a:rPr>
              <a:t>Header – Address</a:t>
            </a:r>
          </a:p>
          <a:p>
            <a:pPr algn="l"/>
            <a:endParaRPr lang="en-US" sz="1200">
              <a:solidFill>
                <a:schemeClr val="tx1"/>
              </a:solidFill>
            </a:endParaRPr>
          </a:p>
          <a:p>
            <a:pPr marR="0" indent="0">
              <a:spcAft>
                <a:spcPts val="600"/>
              </a:spcAft>
              <a:tabLst>
                <a:tab pos="540385" algn="l"/>
                <a:tab pos="1080135" algn="l"/>
              </a:tabLst>
            </a:pPr>
            <a:r>
              <a:rPr lang="en-US" sz="1200">
                <a:solidFill>
                  <a:schemeClr val="tx1"/>
                </a:solidFill>
              </a:rPr>
              <a:t>The address will be by default copied from the supplier master data.</a:t>
            </a:r>
          </a:p>
          <a:p>
            <a:pPr marR="0" indent="0">
              <a:spcAft>
                <a:spcPts val="600"/>
              </a:spcAft>
              <a:tabLst>
                <a:tab pos="540385" algn="l"/>
                <a:tab pos="1080135" algn="l"/>
              </a:tabLst>
            </a:pPr>
            <a:endParaRPr lang="en-US" sz="1200">
              <a:solidFill>
                <a:schemeClr val="tx1"/>
              </a:solidFill>
            </a:endParaRPr>
          </a:p>
          <a:p>
            <a:pPr marR="0" indent="0">
              <a:spcAft>
                <a:spcPts val="600"/>
              </a:spcAft>
              <a:tabLst>
                <a:tab pos="540385" algn="l"/>
                <a:tab pos="1080135" algn="l"/>
              </a:tabLst>
            </a:pPr>
            <a:r>
              <a:rPr lang="en-US" sz="1200">
                <a:solidFill>
                  <a:schemeClr val="tx1"/>
                </a:solidFill>
              </a:rPr>
              <a:t>Click on “Address details” for more information on the supplier address.</a:t>
            </a:r>
            <a:r>
              <a:rPr lang="cs-CZ" sz="1200">
                <a:solidFill>
                  <a:schemeClr val="tx1"/>
                </a:solidFill>
              </a:rPr>
              <a:t> Check, </a:t>
            </a:r>
            <a:r>
              <a:rPr lang="cs-CZ" sz="1200" err="1">
                <a:solidFill>
                  <a:schemeClr val="tx1"/>
                </a:solidFill>
              </a:rPr>
              <a:t>if</a:t>
            </a:r>
            <a:r>
              <a:rPr lang="cs-CZ" sz="1200">
                <a:solidFill>
                  <a:schemeClr val="tx1"/>
                </a:solidFill>
              </a:rPr>
              <a:t> </a:t>
            </a:r>
            <a:r>
              <a:rPr lang="cs-CZ" sz="1200" err="1">
                <a:solidFill>
                  <a:schemeClr val="tx1"/>
                </a:solidFill>
              </a:rPr>
              <a:t>the</a:t>
            </a:r>
            <a:r>
              <a:rPr lang="cs-CZ" sz="1200">
                <a:solidFill>
                  <a:schemeClr val="tx1"/>
                </a:solidFill>
              </a:rPr>
              <a:t> email </a:t>
            </a:r>
            <a:r>
              <a:rPr lang="cs-CZ" sz="1200" err="1">
                <a:solidFill>
                  <a:schemeClr val="tx1"/>
                </a:solidFill>
              </a:rPr>
              <a:t>address</a:t>
            </a:r>
            <a:r>
              <a:rPr lang="cs-CZ" sz="1200">
                <a:solidFill>
                  <a:schemeClr val="tx1"/>
                </a:solidFill>
              </a:rPr>
              <a:t> </a:t>
            </a:r>
            <a:r>
              <a:rPr lang="cs-CZ" sz="1200" err="1">
                <a:solidFill>
                  <a:schemeClr val="tx1"/>
                </a:solidFill>
              </a:rPr>
              <a:t>exists</a:t>
            </a:r>
            <a:r>
              <a:rPr lang="cs-CZ" sz="1200">
                <a:solidFill>
                  <a:schemeClr val="tx1"/>
                </a:solidFill>
              </a:rPr>
              <a:t> in </a:t>
            </a:r>
            <a:r>
              <a:rPr lang="cs-CZ" sz="1200" err="1">
                <a:solidFill>
                  <a:schemeClr val="tx1"/>
                </a:solidFill>
              </a:rPr>
              <a:t>the</a:t>
            </a:r>
            <a:r>
              <a:rPr lang="cs-CZ" sz="1200">
                <a:solidFill>
                  <a:schemeClr val="tx1"/>
                </a:solidFill>
              </a:rPr>
              <a:t> </a:t>
            </a:r>
            <a:r>
              <a:rPr lang="cs-CZ" sz="1200" err="1">
                <a:solidFill>
                  <a:schemeClr val="tx1"/>
                </a:solidFill>
              </a:rPr>
              <a:t>supplier</a:t>
            </a:r>
            <a:r>
              <a:rPr lang="cs-CZ" sz="1200">
                <a:solidFill>
                  <a:schemeClr val="tx1"/>
                </a:solidFill>
              </a:rPr>
              <a:t> master data.</a:t>
            </a:r>
            <a:endParaRPr lang="en-US" sz="1200">
              <a:solidFill>
                <a:schemeClr val="tx1"/>
              </a:solidFill>
            </a:endParaRPr>
          </a:p>
          <a:p>
            <a:pPr algn="l"/>
            <a:endParaRPr lang="en-US" sz="1200">
              <a:solidFill>
                <a:schemeClr val="tx1"/>
              </a:solidFill>
            </a:endParaRPr>
          </a:p>
        </p:txBody>
      </p:sp>
      <p:sp>
        <p:nvSpPr>
          <p:cNvPr id="8" name="Rechteck 5">
            <a:extLst>
              <a:ext uri="{FF2B5EF4-FFF2-40B4-BE49-F238E27FC236}">
                <a16:creationId xmlns:a16="http://schemas.microsoft.com/office/drawing/2014/main" id="{3D1E492E-FCD2-F25B-A3B8-91F1268CA9DD}"/>
              </a:ext>
            </a:extLst>
          </p:cNvPr>
          <p:cNvSpPr/>
          <p:nvPr/>
        </p:nvSpPr>
        <p:spPr>
          <a:xfrm>
            <a:off x="6819899" y="1136342"/>
            <a:ext cx="5293637" cy="818023"/>
          </a:xfrm>
          <a:prstGeom prst="rect">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pPr marL="0" algn="l" rtl="0" eaLnBrk="1" latinLnBrk="0" hangingPunct="1"/>
            <a:r>
              <a:rPr lang="en-US" sz="1200" b="1" kern="1200">
                <a:solidFill>
                  <a:srgbClr val="000000"/>
                </a:solidFill>
                <a:effectLst/>
                <a:latin typeface="Arial" panose="020B0604020202020204" pitchFamily="34" charset="0"/>
                <a:ea typeface="+mn-ea"/>
                <a:cs typeface="+mn-cs"/>
              </a:rPr>
              <a:t>ME21N – Create Purchase Order</a:t>
            </a:r>
            <a:endParaRPr lang="de-DE" sz="1200">
              <a:effectLst/>
            </a:endParaRPr>
          </a:p>
        </p:txBody>
      </p:sp>
      <p:sp>
        <p:nvSpPr>
          <p:cNvPr id="3" name="TextBox 2">
            <a:extLst>
              <a:ext uri="{FF2B5EF4-FFF2-40B4-BE49-F238E27FC236}">
                <a16:creationId xmlns:a16="http://schemas.microsoft.com/office/drawing/2014/main" id="{91013D54-B28C-C766-5A24-AA854BD7CD6C}"/>
              </a:ext>
            </a:extLst>
          </p:cNvPr>
          <p:cNvSpPr txBox="1"/>
          <p:nvPr/>
        </p:nvSpPr>
        <p:spPr>
          <a:xfrm>
            <a:off x="333322" y="362910"/>
            <a:ext cx="8353478" cy="369332"/>
          </a:xfrm>
          <a:prstGeom prst="rect">
            <a:avLst/>
          </a:prstGeom>
        </p:spPr>
        <p:txBody>
          <a:bodyPr vert="horz" lIns="0" tIns="0" rIns="324000" bIns="14400" rtlCol="0" anchor="b" anchorCtr="0">
            <a:noAutofit/>
          </a:bodyPr>
          <a:lstStyle>
            <a:lvl1pPr>
              <a:lnSpc>
                <a:spcPct val="90000"/>
              </a:lnSpc>
              <a:spcBef>
                <a:spcPct val="0"/>
              </a:spcBef>
              <a:buNone/>
              <a:defRPr sz="2000" b="1">
                <a:solidFill>
                  <a:srgbClr val="00557C"/>
                </a:solidFill>
                <a:latin typeface="+mj-lt"/>
                <a:ea typeface="+mj-ea"/>
                <a:cs typeface="+mj-cs"/>
              </a:defRPr>
            </a:lvl1pPr>
          </a:lstStyle>
          <a:p>
            <a:r>
              <a:rPr lang="cs-CZ"/>
              <a:t>6.5 </a:t>
            </a:r>
            <a:r>
              <a:rPr lang="en-US">
                <a:solidFill>
                  <a:srgbClr val="00557C"/>
                </a:solidFill>
              </a:rPr>
              <a:t>Complete the PO data and Save it</a:t>
            </a:r>
            <a:endParaRPr lang="en-US"/>
          </a:p>
        </p:txBody>
      </p:sp>
      <p:pic>
        <p:nvPicPr>
          <p:cNvPr id="4" name="Picture 3">
            <a:extLst>
              <a:ext uri="{FF2B5EF4-FFF2-40B4-BE49-F238E27FC236}">
                <a16:creationId xmlns:a16="http://schemas.microsoft.com/office/drawing/2014/main" id="{542CE7BA-3FF5-CEC4-F426-A227A21AFCC2}"/>
              </a:ext>
            </a:extLst>
          </p:cNvPr>
          <p:cNvPicPr>
            <a:picLocks noChangeAspect="1"/>
          </p:cNvPicPr>
          <p:nvPr/>
        </p:nvPicPr>
        <p:blipFill>
          <a:blip r:embed="rId3"/>
          <a:stretch>
            <a:fillRect/>
          </a:stretch>
        </p:blipFill>
        <p:spPr>
          <a:xfrm>
            <a:off x="78464" y="1170971"/>
            <a:ext cx="6471192" cy="1566787"/>
          </a:xfrm>
          <a:prstGeom prst="rect">
            <a:avLst/>
          </a:prstGeom>
          <a:ln>
            <a:solidFill>
              <a:srgbClr val="009999"/>
            </a:solidFill>
          </a:ln>
        </p:spPr>
      </p:pic>
      <p:pic>
        <p:nvPicPr>
          <p:cNvPr id="9" name="Picture 8">
            <a:extLst>
              <a:ext uri="{FF2B5EF4-FFF2-40B4-BE49-F238E27FC236}">
                <a16:creationId xmlns:a16="http://schemas.microsoft.com/office/drawing/2014/main" id="{02D52D67-21A3-CA4B-1065-5BF332EE5DCF}"/>
              </a:ext>
            </a:extLst>
          </p:cNvPr>
          <p:cNvPicPr>
            <a:picLocks noChangeAspect="1"/>
          </p:cNvPicPr>
          <p:nvPr/>
        </p:nvPicPr>
        <p:blipFill>
          <a:blip r:embed="rId4"/>
          <a:stretch>
            <a:fillRect/>
          </a:stretch>
        </p:blipFill>
        <p:spPr>
          <a:xfrm>
            <a:off x="2658140" y="2977945"/>
            <a:ext cx="3566335" cy="3624873"/>
          </a:xfrm>
          <a:prstGeom prst="rect">
            <a:avLst/>
          </a:prstGeom>
          <a:ln>
            <a:solidFill>
              <a:srgbClr val="009999"/>
            </a:solidFill>
          </a:ln>
        </p:spPr>
      </p:pic>
      <p:pic>
        <p:nvPicPr>
          <p:cNvPr id="5" name="Grafik 4">
            <a:extLst>
              <a:ext uri="{FF2B5EF4-FFF2-40B4-BE49-F238E27FC236}">
                <a16:creationId xmlns:a16="http://schemas.microsoft.com/office/drawing/2014/main" id="{D016C8D3-74DF-61E3-8D54-E09EBCD7EFCC}"/>
              </a:ext>
            </a:extLst>
          </p:cNvPr>
          <p:cNvPicPr>
            <a:picLocks noChangeAspect="1"/>
          </p:cNvPicPr>
          <p:nvPr/>
        </p:nvPicPr>
        <p:blipFill>
          <a:blip r:embed="rId5"/>
          <a:stretch>
            <a:fillRect/>
          </a:stretch>
        </p:blipFill>
        <p:spPr>
          <a:xfrm>
            <a:off x="795583" y="2859361"/>
            <a:ext cx="3817736" cy="3798158"/>
          </a:xfrm>
          <a:prstGeom prst="rect">
            <a:avLst/>
          </a:prstGeom>
          <a:ln>
            <a:solidFill>
              <a:schemeClr val="accent1"/>
            </a:solidFill>
          </a:ln>
        </p:spPr>
      </p:pic>
    </p:spTree>
    <p:extLst>
      <p:ext uri="{BB962C8B-B14F-4D97-AF65-F5344CB8AC3E}">
        <p14:creationId xmlns:p14="http://schemas.microsoft.com/office/powerpoint/2010/main" val="1996579375"/>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657679-E216-D68A-56D6-9DCEC30C14DD}"/>
            </a:ext>
          </a:extLst>
        </p:cNvPr>
        <p:cNvGrpSpPr/>
        <p:nvPr/>
      </p:nvGrpSpPr>
      <p:grpSpPr>
        <a:xfrm>
          <a:off x="0" y="0"/>
          <a:ext cx="0" cy="0"/>
          <a:chOff x="0" y="0"/>
          <a:chExt cx="0" cy="0"/>
        </a:xfrm>
      </p:grpSpPr>
      <p:sp>
        <p:nvSpPr>
          <p:cNvPr id="6" name="Rechteck 5">
            <a:extLst>
              <a:ext uri="{FF2B5EF4-FFF2-40B4-BE49-F238E27FC236}">
                <a16:creationId xmlns:a16="http://schemas.microsoft.com/office/drawing/2014/main" id="{C6DAE420-7F27-C5BF-4028-C1C4E90F8A0B}"/>
              </a:ext>
            </a:extLst>
          </p:cNvPr>
          <p:cNvSpPr/>
          <p:nvPr/>
        </p:nvSpPr>
        <p:spPr>
          <a:xfrm>
            <a:off x="6819899" y="1937441"/>
            <a:ext cx="5293637" cy="4208177"/>
          </a:xfrm>
          <a:prstGeom prst="rect">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pPr algn="l"/>
            <a:r>
              <a:rPr lang="en-US" sz="1200" b="1">
                <a:solidFill>
                  <a:schemeClr val="tx1"/>
                </a:solidFill>
              </a:rPr>
              <a:t>Header – Communication</a:t>
            </a:r>
          </a:p>
          <a:p>
            <a:pPr algn="l"/>
            <a:endParaRPr lang="en-US" sz="1200">
              <a:solidFill>
                <a:schemeClr val="tx1"/>
              </a:solidFill>
            </a:endParaRPr>
          </a:p>
          <a:p>
            <a:pPr marL="228600" indent="-228600" algn="l">
              <a:buFont typeface="+mj-lt"/>
              <a:buAutoNum type="arabicPeriod"/>
            </a:pPr>
            <a:r>
              <a:rPr lang="en-US" sz="1200">
                <a:solidFill>
                  <a:schemeClr val="tx1"/>
                </a:solidFill>
              </a:rPr>
              <a:t>Your Reference: insert the Supplier Contract (if required). This field will be printed</a:t>
            </a:r>
          </a:p>
          <a:p>
            <a:pPr marL="228600" indent="-228600" algn="l">
              <a:buFont typeface="+mj-lt"/>
              <a:buAutoNum type="arabicPeriod"/>
            </a:pPr>
            <a:r>
              <a:rPr lang="en-US" sz="1200">
                <a:solidFill>
                  <a:schemeClr val="tx1"/>
                </a:solidFill>
              </a:rPr>
              <a:t>Language: Supplier default language </a:t>
            </a:r>
            <a:r>
              <a:rPr lang="cs-CZ" sz="1200" err="1">
                <a:solidFill>
                  <a:schemeClr val="tx1"/>
                </a:solidFill>
              </a:rPr>
              <a:t>determined</a:t>
            </a:r>
            <a:r>
              <a:rPr lang="cs-CZ" sz="1200">
                <a:solidFill>
                  <a:schemeClr val="tx1"/>
                </a:solidFill>
              </a:rPr>
              <a:t> </a:t>
            </a:r>
            <a:r>
              <a:rPr lang="en-US" sz="1200">
                <a:solidFill>
                  <a:schemeClr val="tx1"/>
                </a:solidFill>
              </a:rPr>
              <a:t>from the Supplier master data and will be used for Supplier communication (ex. Printout)</a:t>
            </a:r>
          </a:p>
        </p:txBody>
      </p:sp>
      <p:sp>
        <p:nvSpPr>
          <p:cNvPr id="8" name="Rechteck 5">
            <a:extLst>
              <a:ext uri="{FF2B5EF4-FFF2-40B4-BE49-F238E27FC236}">
                <a16:creationId xmlns:a16="http://schemas.microsoft.com/office/drawing/2014/main" id="{97A6EBE4-7CD9-E1F0-9B95-47FCBFA59537}"/>
              </a:ext>
            </a:extLst>
          </p:cNvPr>
          <p:cNvSpPr/>
          <p:nvPr/>
        </p:nvSpPr>
        <p:spPr>
          <a:xfrm>
            <a:off x="6819899" y="1136342"/>
            <a:ext cx="5293637" cy="818023"/>
          </a:xfrm>
          <a:prstGeom prst="rect">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pPr marL="0" algn="l" rtl="0" eaLnBrk="1" latinLnBrk="0" hangingPunct="1"/>
            <a:r>
              <a:rPr lang="en-US" sz="1200" b="1" kern="1200">
                <a:solidFill>
                  <a:srgbClr val="000000"/>
                </a:solidFill>
                <a:effectLst/>
                <a:latin typeface="Arial" panose="020B0604020202020204" pitchFamily="34" charset="0"/>
                <a:ea typeface="+mn-ea"/>
                <a:cs typeface="+mn-cs"/>
              </a:rPr>
              <a:t>ME21N – Create Purchase Order</a:t>
            </a:r>
            <a:endParaRPr lang="de-DE" sz="1200">
              <a:effectLst/>
            </a:endParaRPr>
          </a:p>
        </p:txBody>
      </p:sp>
      <p:sp>
        <p:nvSpPr>
          <p:cNvPr id="3" name="TextBox 2">
            <a:extLst>
              <a:ext uri="{FF2B5EF4-FFF2-40B4-BE49-F238E27FC236}">
                <a16:creationId xmlns:a16="http://schemas.microsoft.com/office/drawing/2014/main" id="{D42EF9CE-EC7C-470C-3E76-D60616071E64}"/>
              </a:ext>
            </a:extLst>
          </p:cNvPr>
          <p:cNvSpPr txBox="1"/>
          <p:nvPr/>
        </p:nvSpPr>
        <p:spPr>
          <a:xfrm>
            <a:off x="333322" y="362910"/>
            <a:ext cx="8353478" cy="369332"/>
          </a:xfrm>
          <a:prstGeom prst="rect">
            <a:avLst/>
          </a:prstGeom>
        </p:spPr>
        <p:txBody>
          <a:bodyPr vert="horz" lIns="0" tIns="0" rIns="324000" bIns="14400" rtlCol="0" anchor="b" anchorCtr="0">
            <a:noAutofit/>
          </a:bodyPr>
          <a:lstStyle>
            <a:lvl1pPr>
              <a:lnSpc>
                <a:spcPct val="90000"/>
              </a:lnSpc>
              <a:spcBef>
                <a:spcPct val="0"/>
              </a:spcBef>
              <a:buNone/>
              <a:defRPr sz="2000" b="1">
                <a:solidFill>
                  <a:srgbClr val="00557C"/>
                </a:solidFill>
                <a:latin typeface="+mj-lt"/>
                <a:ea typeface="+mj-ea"/>
                <a:cs typeface="+mj-cs"/>
              </a:defRPr>
            </a:lvl1pPr>
          </a:lstStyle>
          <a:p>
            <a:r>
              <a:rPr lang="cs-CZ"/>
              <a:t>6.5 </a:t>
            </a:r>
            <a:r>
              <a:rPr lang="en-US">
                <a:solidFill>
                  <a:srgbClr val="00557C"/>
                </a:solidFill>
              </a:rPr>
              <a:t>Complete the PO data and Save it</a:t>
            </a:r>
            <a:endParaRPr lang="en-US"/>
          </a:p>
        </p:txBody>
      </p:sp>
      <p:pic>
        <p:nvPicPr>
          <p:cNvPr id="5" name="Picture 4">
            <a:extLst>
              <a:ext uri="{FF2B5EF4-FFF2-40B4-BE49-F238E27FC236}">
                <a16:creationId xmlns:a16="http://schemas.microsoft.com/office/drawing/2014/main" id="{75E69274-0C72-BFBA-FA25-DA6DC7072460}"/>
              </a:ext>
            </a:extLst>
          </p:cNvPr>
          <p:cNvPicPr>
            <a:picLocks noChangeAspect="1"/>
          </p:cNvPicPr>
          <p:nvPr/>
        </p:nvPicPr>
        <p:blipFill>
          <a:blip r:embed="rId3"/>
          <a:stretch>
            <a:fillRect/>
          </a:stretch>
        </p:blipFill>
        <p:spPr>
          <a:xfrm>
            <a:off x="223282" y="1937441"/>
            <a:ext cx="6233317" cy="1193013"/>
          </a:xfrm>
          <a:prstGeom prst="rect">
            <a:avLst/>
          </a:prstGeom>
          <a:ln>
            <a:solidFill>
              <a:srgbClr val="009999"/>
            </a:solidFill>
          </a:ln>
        </p:spPr>
      </p:pic>
    </p:spTree>
    <p:extLst>
      <p:ext uri="{BB962C8B-B14F-4D97-AF65-F5344CB8AC3E}">
        <p14:creationId xmlns:p14="http://schemas.microsoft.com/office/powerpoint/2010/main" val="2529570517"/>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7EBE0D-2DED-F091-5573-AAE7EFAF612A}"/>
            </a:ext>
          </a:extLst>
        </p:cNvPr>
        <p:cNvGrpSpPr/>
        <p:nvPr/>
      </p:nvGrpSpPr>
      <p:grpSpPr>
        <a:xfrm>
          <a:off x="0" y="0"/>
          <a:ext cx="0" cy="0"/>
          <a:chOff x="0" y="0"/>
          <a:chExt cx="0" cy="0"/>
        </a:xfrm>
      </p:grpSpPr>
      <p:sp>
        <p:nvSpPr>
          <p:cNvPr id="6" name="Rechteck 5">
            <a:extLst>
              <a:ext uri="{FF2B5EF4-FFF2-40B4-BE49-F238E27FC236}">
                <a16:creationId xmlns:a16="http://schemas.microsoft.com/office/drawing/2014/main" id="{F2B0F0C6-0E46-B1DE-386E-D589C0829BE1}"/>
              </a:ext>
            </a:extLst>
          </p:cNvPr>
          <p:cNvSpPr/>
          <p:nvPr/>
        </p:nvSpPr>
        <p:spPr>
          <a:xfrm>
            <a:off x="6819899" y="1937441"/>
            <a:ext cx="5293637" cy="4208177"/>
          </a:xfrm>
          <a:prstGeom prst="rect">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pPr algn="l"/>
            <a:r>
              <a:rPr lang="en-US" sz="1200" b="1">
                <a:solidFill>
                  <a:schemeClr val="tx1"/>
                </a:solidFill>
              </a:rPr>
              <a:t>Header – Partner Function</a:t>
            </a:r>
          </a:p>
          <a:p>
            <a:pPr algn="l"/>
            <a:endParaRPr lang="en-US" sz="1200">
              <a:solidFill>
                <a:schemeClr val="tx1"/>
              </a:solidFill>
            </a:endParaRPr>
          </a:p>
          <a:p>
            <a:pPr marR="0" indent="0">
              <a:spcAft>
                <a:spcPts val="600"/>
              </a:spcAft>
              <a:tabLst>
                <a:tab pos="540385" algn="l"/>
                <a:tab pos="1080135" algn="l"/>
              </a:tabLst>
            </a:pPr>
            <a:r>
              <a:rPr lang="en-US" sz="1200">
                <a:solidFill>
                  <a:schemeClr val="tx1"/>
                </a:solidFill>
              </a:rPr>
              <a:t>In this tab all the required partners for this purchase order will be included, for example the ordering address and the invoicing party of the supplier. In most of the cases, all partners will be assigned to the same supplier number.</a:t>
            </a:r>
          </a:p>
          <a:p>
            <a:pPr marR="0" indent="0">
              <a:spcAft>
                <a:spcPts val="600"/>
              </a:spcAft>
              <a:tabLst>
                <a:tab pos="540385" algn="l"/>
                <a:tab pos="1080135" algn="l"/>
              </a:tabLst>
            </a:pPr>
            <a:r>
              <a:rPr lang="en-US" sz="1200">
                <a:solidFill>
                  <a:schemeClr val="tx1"/>
                </a:solidFill>
              </a:rPr>
              <a:t> </a:t>
            </a:r>
          </a:p>
          <a:p>
            <a:pPr marR="0" indent="0">
              <a:spcAft>
                <a:spcPts val="600"/>
              </a:spcAft>
              <a:tabLst>
                <a:tab pos="540385" algn="l"/>
                <a:tab pos="1080135" algn="l"/>
              </a:tabLst>
            </a:pPr>
            <a:r>
              <a:rPr lang="en-US" sz="1200">
                <a:solidFill>
                  <a:schemeClr val="tx1"/>
                </a:solidFill>
              </a:rPr>
              <a:t>The partner function “OC – Ordering Contact” has to be included in the purchase order to be able to send </a:t>
            </a:r>
            <a:r>
              <a:rPr lang="cs-CZ" sz="1200" err="1">
                <a:solidFill>
                  <a:schemeClr val="tx1"/>
                </a:solidFill>
              </a:rPr>
              <a:t>the</a:t>
            </a:r>
            <a:r>
              <a:rPr lang="cs-CZ" sz="1200">
                <a:solidFill>
                  <a:schemeClr val="tx1"/>
                </a:solidFill>
              </a:rPr>
              <a:t> PO</a:t>
            </a:r>
            <a:r>
              <a:rPr lang="en-US" sz="1200">
                <a:solidFill>
                  <a:schemeClr val="tx1"/>
                </a:solidFill>
              </a:rPr>
              <a:t> to the supplier by Email. </a:t>
            </a:r>
            <a:r>
              <a:rPr lang="cs-CZ" sz="1200">
                <a:solidFill>
                  <a:schemeClr val="tx1"/>
                </a:solidFill>
              </a:rPr>
              <a:t>T</a:t>
            </a:r>
            <a:r>
              <a:rPr lang="en-US" sz="1200">
                <a:solidFill>
                  <a:schemeClr val="tx1"/>
                </a:solidFill>
              </a:rPr>
              <a:t>he</a:t>
            </a:r>
            <a:r>
              <a:rPr lang="cs-CZ" sz="1200">
                <a:solidFill>
                  <a:schemeClr val="tx1"/>
                </a:solidFill>
              </a:rPr>
              <a:t> partner role</a:t>
            </a:r>
            <a:r>
              <a:rPr lang="en-US" sz="1200">
                <a:solidFill>
                  <a:schemeClr val="tx1"/>
                </a:solidFill>
              </a:rPr>
              <a:t> “OC – Ordering Contact” </a:t>
            </a:r>
            <a:r>
              <a:rPr lang="cs-CZ" sz="1200" err="1">
                <a:solidFill>
                  <a:schemeClr val="tx1"/>
                </a:solidFill>
              </a:rPr>
              <a:t>is</a:t>
            </a:r>
            <a:r>
              <a:rPr lang="cs-CZ" sz="1200">
                <a:solidFill>
                  <a:schemeClr val="tx1"/>
                </a:solidFill>
              </a:rPr>
              <a:t> a part </a:t>
            </a:r>
            <a:r>
              <a:rPr lang="cs-CZ" sz="1200" err="1">
                <a:solidFill>
                  <a:schemeClr val="tx1"/>
                </a:solidFill>
              </a:rPr>
              <a:t>of</a:t>
            </a:r>
            <a:r>
              <a:rPr lang="cs-CZ" sz="1200">
                <a:solidFill>
                  <a:schemeClr val="tx1"/>
                </a:solidFill>
              </a:rPr>
              <a:t> </a:t>
            </a:r>
            <a:r>
              <a:rPr lang="cs-CZ" sz="1200" err="1">
                <a:solidFill>
                  <a:schemeClr val="tx1"/>
                </a:solidFill>
              </a:rPr>
              <a:t>the</a:t>
            </a:r>
            <a:r>
              <a:rPr lang="cs-CZ" sz="1200">
                <a:solidFill>
                  <a:schemeClr val="tx1"/>
                </a:solidFill>
              </a:rPr>
              <a:t> </a:t>
            </a:r>
            <a:r>
              <a:rPr lang="cs-CZ" sz="1200" err="1">
                <a:solidFill>
                  <a:schemeClr val="tx1"/>
                </a:solidFill>
              </a:rPr>
              <a:t>supplier</a:t>
            </a:r>
            <a:r>
              <a:rPr lang="cs-CZ" sz="1200">
                <a:solidFill>
                  <a:schemeClr val="tx1"/>
                </a:solidFill>
              </a:rPr>
              <a:t> master data </a:t>
            </a:r>
            <a:r>
              <a:rPr lang="cs-CZ" sz="1200" err="1">
                <a:solidFill>
                  <a:schemeClr val="tx1"/>
                </a:solidFill>
              </a:rPr>
              <a:t>If</a:t>
            </a:r>
            <a:r>
              <a:rPr lang="cs-CZ" sz="1200">
                <a:solidFill>
                  <a:schemeClr val="tx1"/>
                </a:solidFill>
              </a:rPr>
              <a:t> </a:t>
            </a:r>
            <a:r>
              <a:rPr lang="en-US" sz="1200">
                <a:solidFill>
                  <a:schemeClr val="tx1"/>
                </a:solidFill>
              </a:rPr>
              <a:t>“OC – Ordering Contact</a:t>
            </a:r>
            <a:r>
              <a:rPr lang="cs-CZ" sz="1200">
                <a:solidFill>
                  <a:schemeClr val="tx1"/>
                </a:solidFill>
              </a:rPr>
              <a:t>“ role </a:t>
            </a:r>
            <a:r>
              <a:rPr lang="cs-CZ" sz="1200" err="1">
                <a:solidFill>
                  <a:schemeClr val="tx1"/>
                </a:solidFill>
              </a:rPr>
              <a:t>is</a:t>
            </a:r>
            <a:r>
              <a:rPr lang="cs-CZ" sz="1200">
                <a:solidFill>
                  <a:schemeClr val="tx1"/>
                </a:solidFill>
              </a:rPr>
              <a:t> </a:t>
            </a:r>
            <a:r>
              <a:rPr lang="cs-CZ" sz="1200" err="1">
                <a:solidFill>
                  <a:schemeClr val="tx1"/>
                </a:solidFill>
              </a:rPr>
              <a:t>missing</a:t>
            </a:r>
            <a:r>
              <a:rPr lang="cs-CZ" sz="1200">
                <a:solidFill>
                  <a:schemeClr val="tx1"/>
                </a:solidFill>
              </a:rPr>
              <a:t>,</a:t>
            </a:r>
            <a:r>
              <a:rPr lang="en-US" sz="1200">
                <a:solidFill>
                  <a:schemeClr val="tx1"/>
                </a:solidFill>
              </a:rPr>
              <a:t>” the PO will not be sent to the supplier by email.</a:t>
            </a:r>
            <a:r>
              <a:rPr lang="cs-CZ" sz="1200">
                <a:solidFill>
                  <a:schemeClr val="tx1"/>
                </a:solidFill>
              </a:rPr>
              <a:t> – More </a:t>
            </a:r>
            <a:r>
              <a:rPr lang="cs-CZ" sz="1200" err="1">
                <a:solidFill>
                  <a:schemeClr val="tx1"/>
                </a:solidFill>
              </a:rPr>
              <a:t>information</a:t>
            </a:r>
            <a:r>
              <a:rPr lang="cs-CZ" sz="1200">
                <a:solidFill>
                  <a:schemeClr val="tx1"/>
                </a:solidFill>
              </a:rPr>
              <a:t> </a:t>
            </a:r>
            <a:r>
              <a:rPr lang="cs-CZ" sz="1200" err="1">
                <a:solidFill>
                  <a:schemeClr val="tx1"/>
                </a:solidFill>
              </a:rPr>
              <a:t>you</a:t>
            </a:r>
            <a:r>
              <a:rPr lang="cs-CZ" sz="1200">
                <a:solidFill>
                  <a:schemeClr val="tx1"/>
                </a:solidFill>
              </a:rPr>
              <a:t> </a:t>
            </a:r>
            <a:r>
              <a:rPr lang="cs-CZ" sz="1200" err="1">
                <a:solidFill>
                  <a:schemeClr val="tx1"/>
                </a:solidFill>
              </a:rPr>
              <a:t>can</a:t>
            </a:r>
            <a:r>
              <a:rPr lang="cs-CZ" sz="1200">
                <a:solidFill>
                  <a:schemeClr val="tx1"/>
                </a:solidFill>
              </a:rPr>
              <a:t> </a:t>
            </a:r>
            <a:r>
              <a:rPr lang="cs-CZ" sz="1200" err="1">
                <a:solidFill>
                  <a:schemeClr val="tx1"/>
                </a:solidFill>
              </a:rPr>
              <a:t>find</a:t>
            </a:r>
            <a:r>
              <a:rPr lang="cs-CZ" sz="1200">
                <a:solidFill>
                  <a:schemeClr val="tx1"/>
                </a:solidFill>
              </a:rPr>
              <a:t> in </a:t>
            </a:r>
            <a:r>
              <a:rPr lang="cs-CZ" sz="1200" err="1">
                <a:solidFill>
                  <a:schemeClr val="tx1"/>
                </a:solidFill>
              </a:rPr>
              <a:t>the</a:t>
            </a:r>
            <a:r>
              <a:rPr lang="cs-CZ" sz="1200">
                <a:solidFill>
                  <a:schemeClr val="tx1"/>
                </a:solidFill>
              </a:rPr>
              <a:t> </a:t>
            </a:r>
            <a:r>
              <a:rPr lang="cs-CZ" sz="1200" err="1">
                <a:solidFill>
                  <a:schemeClr val="tx1"/>
                </a:solidFill>
              </a:rPr>
              <a:t>chapter</a:t>
            </a:r>
            <a:r>
              <a:rPr lang="cs-CZ" sz="1200">
                <a:solidFill>
                  <a:schemeClr val="tx1"/>
                </a:solidFill>
              </a:rPr>
              <a:t> </a:t>
            </a:r>
            <a:r>
              <a:rPr lang="cs-CZ" sz="1200" b="1">
                <a:solidFill>
                  <a:schemeClr val="tx1"/>
                </a:solidFill>
              </a:rPr>
              <a:t>13. </a:t>
            </a:r>
            <a:r>
              <a:rPr lang="cs-CZ" sz="1200" b="1" err="1">
                <a:solidFill>
                  <a:schemeClr val="tx1"/>
                </a:solidFill>
              </a:rPr>
              <a:t>Purchase</a:t>
            </a:r>
            <a:r>
              <a:rPr lang="cs-CZ" sz="1200" b="1">
                <a:solidFill>
                  <a:schemeClr val="tx1"/>
                </a:solidFill>
              </a:rPr>
              <a:t> Order Output.</a:t>
            </a:r>
          </a:p>
          <a:p>
            <a:pPr marR="0" indent="0">
              <a:spcAft>
                <a:spcPts val="600"/>
              </a:spcAft>
              <a:tabLst>
                <a:tab pos="540385" algn="l"/>
                <a:tab pos="1080135" algn="l"/>
              </a:tabLst>
            </a:pPr>
            <a:endParaRPr lang="cs-CZ" sz="1200">
              <a:solidFill>
                <a:schemeClr val="tx1"/>
              </a:solidFill>
              <a:highlight>
                <a:srgbClr val="FFFF00"/>
              </a:highlight>
            </a:endParaRPr>
          </a:p>
          <a:p>
            <a:pPr marR="0" indent="0">
              <a:spcAft>
                <a:spcPts val="600"/>
              </a:spcAft>
              <a:tabLst>
                <a:tab pos="540385" algn="l"/>
                <a:tab pos="1080135" algn="l"/>
              </a:tabLst>
            </a:pPr>
            <a:r>
              <a:rPr lang="cs-CZ" sz="1200" b="1" err="1">
                <a:solidFill>
                  <a:schemeClr val="tx1"/>
                </a:solidFill>
              </a:rPr>
              <a:t>Header</a:t>
            </a:r>
            <a:r>
              <a:rPr lang="cs-CZ" sz="1200" b="1">
                <a:solidFill>
                  <a:schemeClr val="tx1"/>
                </a:solidFill>
              </a:rPr>
              <a:t> – </a:t>
            </a:r>
            <a:r>
              <a:rPr lang="cs-CZ" sz="1200" b="1" err="1">
                <a:solidFill>
                  <a:schemeClr val="tx1"/>
                </a:solidFill>
              </a:rPr>
              <a:t>Messages</a:t>
            </a:r>
            <a:endParaRPr lang="cs-CZ" sz="1200" b="1">
              <a:solidFill>
                <a:schemeClr val="tx1"/>
              </a:solidFill>
            </a:endParaRPr>
          </a:p>
          <a:p>
            <a:pPr marL="285750" indent="-285750" algn="just">
              <a:spcAft>
                <a:spcPts val="600"/>
              </a:spcAft>
              <a:buFont typeface="Arial" panose="020B0604020202020204" pitchFamily="34" charset="0"/>
              <a:buChar char="•"/>
              <a:tabLst>
                <a:tab pos="540385" algn="l"/>
                <a:tab pos="1080135" algn="l"/>
              </a:tabLst>
            </a:pPr>
            <a:r>
              <a:rPr lang="en-US" sz="1200">
                <a:solidFill>
                  <a:schemeClr val="tx1"/>
                </a:solidFill>
                <a:latin typeface="Arial"/>
                <a:ea typeface="Calibri"/>
                <a:cs typeface="Arial"/>
              </a:rPr>
              <a:t>Output condition Medium for Direct X Procurement</a:t>
            </a:r>
          </a:p>
          <a:p>
            <a:pPr marL="742950" lvl="1" indent="-285750" algn="just">
              <a:spcAft>
                <a:spcPts val="600"/>
              </a:spcAft>
              <a:buFont typeface="Arial" panose="020B0604020202020204" pitchFamily="34" charset="0"/>
              <a:buChar char="•"/>
              <a:tabLst>
                <a:tab pos="540385" algn="l"/>
                <a:tab pos="1080135" algn="l"/>
              </a:tabLst>
            </a:pPr>
            <a:r>
              <a:rPr lang="en-US" sz="1200">
                <a:solidFill>
                  <a:schemeClr val="tx1"/>
                </a:solidFill>
                <a:latin typeface="Arial"/>
                <a:ea typeface="Calibri"/>
                <a:cs typeface="Arial"/>
              </a:rPr>
              <a:t>EDI </a:t>
            </a:r>
            <a:r>
              <a:rPr lang="en-US" sz="1200">
                <a:solidFill>
                  <a:schemeClr val="tx1"/>
                </a:solidFill>
                <a:latin typeface="Arial"/>
                <a:ea typeface="Calibri"/>
                <a:cs typeface="Arial"/>
                <a:sym typeface="Wingdings" panose="05000000000000000000" pitchFamily="2" charset="2"/>
              </a:rPr>
              <a:t> “6 - EDI”</a:t>
            </a:r>
            <a:endParaRPr lang="en-US" sz="1200">
              <a:solidFill>
                <a:schemeClr val="tx1"/>
              </a:solidFill>
              <a:latin typeface="Arial"/>
              <a:ea typeface="Calibri"/>
              <a:cs typeface="Arial"/>
            </a:endParaRPr>
          </a:p>
          <a:p>
            <a:pPr marL="742950" lvl="1" indent="-285750" algn="just">
              <a:spcAft>
                <a:spcPts val="600"/>
              </a:spcAft>
              <a:buFont typeface="Arial" panose="020B0604020202020204" pitchFamily="34" charset="0"/>
              <a:buChar char="•"/>
              <a:tabLst>
                <a:tab pos="540385" algn="l"/>
                <a:tab pos="1080135" algn="l"/>
              </a:tabLst>
            </a:pPr>
            <a:r>
              <a:rPr lang="en-US" sz="1200">
                <a:solidFill>
                  <a:schemeClr val="tx1"/>
                </a:solidFill>
                <a:latin typeface="Arial"/>
                <a:ea typeface="Calibri"/>
                <a:cs typeface="Arial"/>
              </a:rPr>
              <a:t>Email </a:t>
            </a:r>
            <a:r>
              <a:rPr lang="en-US" sz="1200">
                <a:solidFill>
                  <a:schemeClr val="tx1"/>
                </a:solidFill>
                <a:latin typeface="Arial"/>
                <a:ea typeface="Calibri"/>
                <a:cs typeface="Arial"/>
                <a:sym typeface="Wingdings" panose="05000000000000000000" pitchFamily="2" charset="2"/>
              </a:rPr>
              <a:t> “5 – External Send”</a:t>
            </a:r>
            <a:endParaRPr lang="en-US" sz="1200">
              <a:solidFill>
                <a:schemeClr val="tx1"/>
              </a:solidFill>
              <a:latin typeface="Arial"/>
              <a:ea typeface="Calibri"/>
              <a:cs typeface="Arial"/>
            </a:endParaRPr>
          </a:p>
          <a:p>
            <a:pPr marL="742950" lvl="1" indent="-285750" algn="just">
              <a:spcAft>
                <a:spcPts val="600"/>
              </a:spcAft>
              <a:buFont typeface="Arial" panose="020B0604020202020204" pitchFamily="34" charset="0"/>
              <a:buChar char="•"/>
              <a:tabLst>
                <a:tab pos="540385" algn="l"/>
                <a:tab pos="1080135" algn="l"/>
              </a:tabLst>
            </a:pPr>
            <a:r>
              <a:rPr lang="en-US" sz="1200">
                <a:solidFill>
                  <a:schemeClr val="tx1"/>
                </a:solidFill>
                <a:latin typeface="Arial"/>
                <a:ea typeface="Calibri"/>
                <a:cs typeface="Arial"/>
                <a:sym typeface="Wingdings" panose="05000000000000000000" pitchFamily="2" charset="2"/>
              </a:rPr>
              <a:t>Printout Form  “1 – Print output”</a:t>
            </a:r>
            <a:endParaRPr lang="en-US" sz="1200">
              <a:solidFill>
                <a:schemeClr val="tx1"/>
              </a:solidFill>
              <a:latin typeface="Arial"/>
              <a:ea typeface="Calibri"/>
              <a:cs typeface="Arial"/>
            </a:endParaRPr>
          </a:p>
          <a:p>
            <a:pPr marR="0" indent="0">
              <a:spcAft>
                <a:spcPts val="600"/>
              </a:spcAft>
              <a:tabLst>
                <a:tab pos="540385" algn="l"/>
                <a:tab pos="1080135" algn="l"/>
              </a:tabLst>
            </a:pPr>
            <a:endParaRPr lang="cs-CZ" sz="1200" b="1">
              <a:solidFill>
                <a:schemeClr val="tx1"/>
              </a:solidFill>
              <a:highlight>
                <a:srgbClr val="FFFF00"/>
              </a:highlight>
            </a:endParaRPr>
          </a:p>
          <a:p>
            <a:pPr marR="0" indent="0">
              <a:spcAft>
                <a:spcPts val="600"/>
              </a:spcAft>
              <a:tabLst>
                <a:tab pos="540385" algn="l"/>
                <a:tab pos="1080135" algn="l"/>
              </a:tabLst>
            </a:pPr>
            <a:endParaRPr lang="en-US" sz="1200" b="1">
              <a:solidFill>
                <a:schemeClr val="tx1"/>
              </a:solidFill>
              <a:highlight>
                <a:srgbClr val="FFFF00"/>
              </a:highlight>
            </a:endParaRPr>
          </a:p>
          <a:p>
            <a:pPr algn="l"/>
            <a:endParaRPr lang="en-US" sz="1200">
              <a:solidFill>
                <a:schemeClr val="tx1"/>
              </a:solidFill>
            </a:endParaRPr>
          </a:p>
        </p:txBody>
      </p:sp>
      <p:sp>
        <p:nvSpPr>
          <p:cNvPr id="8" name="Rechteck 5">
            <a:extLst>
              <a:ext uri="{FF2B5EF4-FFF2-40B4-BE49-F238E27FC236}">
                <a16:creationId xmlns:a16="http://schemas.microsoft.com/office/drawing/2014/main" id="{797453E6-20A7-36D0-7F9F-7644B06EC2CB}"/>
              </a:ext>
            </a:extLst>
          </p:cNvPr>
          <p:cNvSpPr/>
          <p:nvPr/>
        </p:nvSpPr>
        <p:spPr>
          <a:xfrm>
            <a:off x="6819899" y="1136342"/>
            <a:ext cx="5293637" cy="818023"/>
          </a:xfrm>
          <a:prstGeom prst="rect">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pPr marL="0" algn="l" rtl="0" eaLnBrk="1" latinLnBrk="0" hangingPunct="1"/>
            <a:r>
              <a:rPr lang="en-US" sz="1200" b="1" kern="1200">
                <a:solidFill>
                  <a:srgbClr val="000000"/>
                </a:solidFill>
                <a:effectLst/>
                <a:latin typeface="Arial" panose="020B0604020202020204" pitchFamily="34" charset="0"/>
                <a:ea typeface="+mn-ea"/>
                <a:cs typeface="+mn-cs"/>
              </a:rPr>
              <a:t>ME21N – Create Purchase Order</a:t>
            </a:r>
            <a:endParaRPr lang="de-DE" sz="1200">
              <a:effectLst/>
            </a:endParaRPr>
          </a:p>
        </p:txBody>
      </p:sp>
      <p:sp>
        <p:nvSpPr>
          <p:cNvPr id="3" name="TextBox 2">
            <a:extLst>
              <a:ext uri="{FF2B5EF4-FFF2-40B4-BE49-F238E27FC236}">
                <a16:creationId xmlns:a16="http://schemas.microsoft.com/office/drawing/2014/main" id="{C7752C22-31C1-7243-61A1-52F1E7A885E0}"/>
              </a:ext>
            </a:extLst>
          </p:cNvPr>
          <p:cNvSpPr txBox="1"/>
          <p:nvPr/>
        </p:nvSpPr>
        <p:spPr>
          <a:xfrm>
            <a:off x="333322" y="362910"/>
            <a:ext cx="8353478" cy="369332"/>
          </a:xfrm>
          <a:prstGeom prst="rect">
            <a:avLst/>
          </a:prstGeom>
        </p:spPr>
        <p:txBody>
          <a:bodyPr vert="horz" lIns="0" tIns="0" rIns="324000" bIns="14400" rtlCol="0" anchor="b" anchorCtr="0">
            <a:noAutofit/>
          </a:bodyPr>
          <a:lstStyle>
            <a:lvl1pPr>
              <a:lnSpc>
                <a:spcPct val="90000"/>
              </a:lnSpc>
              <a:spcBef>
                <a:spcPct val="0"/>
              </a:spcBef>
              <a:buNone/>
              <a:defRPr sz="2000" b="1">
                <a:solidFill>
                  <a:srgbClr val="00557C"/>
                </a:solidFill>
                <a:latin typeface="+mj-lt"/>
                <a:ea typeface="+mj-ea"/>
                <a:cs typeface="+mj-cs"/>
              </a:defRPr>
            </a:lvl1pPr>
          </a:lstStyle>
          <a:p>
            <a:r>
              <a:rPr lang="cs-CZ">
                <a:solidFill>
                  <a:srgbClr val="00557C"/>
                </a:solidFill>
              </a:rPr>
              <a:t>6.5 </a:t>
            </a:r>
            <a:r>
              <a:rPr lang="en-US">
                <a:solidFill>
                  <a:srgbClr val="00557C"/>
                </a:solidFill>
              </a:rPr>
              <a:t>Complete the PO data and Save it</a:t>
            </a:r>
            <a:endParaRPr lang="en-US"/>
          </a:p>
        </p:txBody>
      </p:sp>
      <p:pic>
        <p:nvPicPr>
          <p:cNvPr id="4" name="Picture 3">
            <a:extLst>
              <a:ext uri="{FF2B5EF4-FFF2-40B4-BE49-F238E27FC236}">
                <a16:creationId xmlns:a16="http://schemas.microsoft.com/office/drawing/2014/main" id="{1E8AA132-4AC8-7830-B9A4-D70F30E89301}"/>
              </a:ext>
            </a:extLst>
          </p:cNvPr>
          <p:cNvPicPr>
            <a:picLocks noChangeAspect="1"/>
          </p:cNvPicPr>
          <p:nvPr/>
        </p:nvPicPr>
        <p:blipFill>
          <a:blip r:embed="rId3"/>
          <a:stretch>
            <a:fillRect/>
          </a:stretch>
        </p:blipFill>
        <p:spPr>
          <a:xfrm>
            <a:off x="251980" y="1545353"/>
            <a:ext cx="6201640" cy="2314898"/>
          </a:xfrm>
          <a:prstGeom prst="rect">
            <a:avLst/>
          </a:prstGeom>
          <a:ln>
            <a:solidFill>
              <a:srgbClr val="009999"/>
            </a:solidFill>
          </a:ln>
        </p:spPr>
      </p:pic>
      <p:sp>
        <p:nvSpPr>
          <p:cNvPr id="2" name="Rechteck 1">
            <a:extLst>
              <a:ext uri="{FF2B5EF4-FFF2-40B4-BE49-F238E27FC236}">
                <a16:creationId xmlns:a16="http://schemas.microsoft.com/office/drawing/2014/main" id="{AF6454C3-680C-5CB1-27C4-4DAB3E1594D2}"/>
              </a:ext>
            </a:extLst>
          </p:cNvPr>
          <p:cNvSpPr/>
          <p:nvPr/>
        </p:nvSpPr>
        <p:spPr>
          <a:xfrm>
            <a:off x="5009322" y="1545353"/>
            <a:ext cx="566530" cy="369332"/>
          </a:xfrm>
          <a:prstGeom prst="rect">
            <a:avLst/>
          </a:prstGeom>
          <a:noFill/>
          <a:ln w="317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pPr algn="l"/>
            <a:endParaRPr lang="de-DE"/>
          </a:p>
        </p:txBody>
      </p:sp>
    </p:spTree>
    <p:extLst>
      <p:ext uri="{BB962C8B-B14F-4D97-AF65-F5344CB8AC3E}">
        <p14:creationId xmlns:p14="http://schemas.microsoft.com/office/powerpoint/2010/main" val="1463393385"/>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0BB51F-AFFF-F8D4-E9C7-87BFD53E6D9A}"/>
            </a:ext>
          </a:extLst>
        </p:cNvPr>
        <p:cNvGrpSpPr/>
        <p:nvPr/>
      </p:nvGrpSpPr>
      <p:grpSpPr>
        <a:xfrm>
          <a:off x="0" y="0"/>
          <a:ext cx="0" cy="0"/>
          <a:chOff x="0" y="0"/>
          <a:chExt cx="0" cy="0"/>
        </a:xfrm>
      </p:grpSpPr>
      <p:sp>
        <p:nvSpPr>
          <p:cNvPr id="6" name="Rechteck 5">
            <a:extLst>
              <a:ext uri="{FF2B5EF4-FFF2-40B4-BE49-F238E27FC236}">
                <a16:creationId xmlns:a16="http://schemas.microsoft.com/office/drawing/2014/main" id="{446BE107-D9B8-EBA9-A38F-911B31979B5F}"/>
              </a:ext>
            </a:extLst>
          </p:cNvPr>
          <p:cNvSpPr/>
          <p:nvPr/>
        </p:nvSpPr>
        <p:spPr>
          <a:xfrm>
            <a:off x="6819899" y="1937441"/>
            <a:ext cx="5293637" cy="4208177"/>
          </a:xfrm>
          <a:prstGeom prst="rect">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pPr algn="l"/>
            <a:r>
              <a:rPr lang="en-US" sz="1200" b="1">
                <a:solidFill>
                  <a:schemeClr val="tx1"/>
                </a:solidFill>
              </a:rPr>
              <a:t>Header – Additional Data</a:t>
            </a:r>
            <a:endParaRPr lang="cs-CZ" sz="1200" b="1">
              <a:solidFill>
                <a:schemeClr val="tx1"/>
              </a:solidFill>
            </a:endParaRPr>
          </a:p>
          <a:p>
            <a:pPr algn="l"/>
            <a:endParaRPr lang="cs-CZ" sz="1200">
              <a:solidFill>
                <a:schemeClr val="tx1"/>
              </a:solidFill>
            </a:endParaRPr>
          </a:p>
          <a:p>
            <a:pPr algn="l"/>
            <a:r>
              <a:rPr lang="cs-CZ" sz="1200">
                <a:solidFill>
                  <a:schemeClr val="tx1"/>
                </a:solidFill>
              </a:rPr>
              <a:t>For the PO Type </a:t>
            </a:r>
            <a:r>
              <a:rPr lang="en-US" sz="1200">
                <a:solidFill>
                  <a:schemeClr val="tx1"/>
                </a:solidFill>
              </a:rPr>
              <a:t>“YDFO – Framework PO”</a:t>
            </a:r>
            <a:r>
              <a:rPr lang="cs-CZ" sz="1200">
                <a:solidFill>
                  <a:schemeClr val="tx1"/>
                </a:solidFill>
              </a:rPr>
              <a:t> is necessary to enter the Validity Start and Validity End date. This information appears on the PO Print out.</a:t>
            </a:r>
          </a:p>
          <a:p>
            <a:pPr algn="l"/>
            <a:endParaRPr lang="cs-CZ" sz="1200">
              <a:solidFill>
                <a:schemeClr val="tx1"/>
              </a:solidFill>
            </a:endParaRPr>
          </a:p>
          <a:p>
            <a:pPr algn="l"/>
            <a:r>
              <a:rPr lang="cs-CZ" sz="1200">
                <a:solidFill>
                  <a:schemeClr val="tx1"/>
                </a:solidFill>
              </a:rPr>
              <a:t>No action required for the PO type „YDNB – Direct Order“</a:t>
            </a:r>
          </a:p>
        </p:txBody>
      </p:sp>
      <p:sp>
        <p:nvSpPr>
          <p:cNvPr id="8" name="Rechteck 5">
            <a:extLst>
              <a:ext uri="{FF2B5EF4-FFF2-40B4-BE49-F238E27FC236}">
                <a16:creationId xmlns:a16="http://schemas.microsoft.com/office/drawing/2014/main" id="{6B82DFB7-CCD3-E6DA-C221-1B940A3C4552}"/>
              </a:ext>
            </a:extLst>
          </p:cNvPr>
          <p:cNvSpPr/>
          <p:nvPr/>
        </p:nvSpPr>
        <p:spPr>
          <a:xfrm>
            <a:off x="6819899" y="1136342"/>
            <a:ext cx="5293637" cy="818023"/>
          </a:xfrm>
          <a:prstGeom prst="rect">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pPr marL="0" algn="l" rtl="0" eaLnBrk="1" latinLnBrk="0" hangingPunct="1"/>
            <a:r>
              <a:rPr lang="en-US" sz="1200" b="1" kern="1200">
                <a:solidFill>
                  <a:srgbClr val="000000"/>
                </a:solidFill>
                <a:effectLst/>
                <a:latin typeface="+mj-lt"/>
                <a:ea typeface="+mn-ea"/>
                <a:cs typeface="+mn-cs"/>
              </a:rPr>
              <a:t>ME21N – Create Purchase Order</a:t>
            </a:r>
            <a:endParaRPr lang="de-DE" sz="1200">
              <a:effectLst/>
              <a:latin typeface="+mj-lt"/>
            </a:endParaRPr>
          </a:p>
        </p:txBody>
      </p:sp>
      <p:sp>
        <p:nvSpPr>
          <p:cNvPr id="3" name="TextBox 2">
            <a:extLst>
              <a:ext uri="{FF2B5EF4-FFF2-40B4-BE49-F238E27FC236}">
                <a16:creationId xmlns:a16="http://schemas.microsoft.com/office/drawing/2014/main" id="{38876524-B83C-254D-CE3C-49CB3F94E377}"/>
              </a:ext>
            </a:extLst>
          </p:cNvPr>
          <p:cNvSpPr txBox="1"/>
          <p:nvPr/>
        </p:nvSpPr>
        <p:spPr>
          <a:xfrm>
            <a:off x="333322" y="362910"/>
            <a:ext cx="8353478" cy="369332"/>
          </a:xfrm>
          <a:prstGeom prst="rect">
            <a:avLst/>
          </a:prstGeom>
        </p:spPr>
        <p:txBody>
          <a:bodyPr vert="horz" lIns="0" tIns="0" rIns="324000" bIns="14400" rtlCol="0" anchor="b" anchorCtr="0">
            <a:noAutofit/>
          </a:bodyPr>
          <a:lstStyle>
            <a:lvl1pPr>
              <a:lnSpc>
                <a:spcPct val="90000"/>
              </a:lnSpc>
              <a:spcBef>
                <a:spcPct val="0"/>
              </a:spcBef>
              <a:buNone/>
              <a:defRPr sz="2000" b="1">
                <a:solidFill>
                  <a:srgbClr val="00557C"/>
                </a:solidFill>
                <a:latin typeface="+mj-lt"/>
                <a:ea typeface="+mj-ea"/>
                <a:cs typeface="+mj-cs"/>
              </a:defRPr>
            </a:lvl1pPr>
          </a:lstStyle>
          <a:p>
            <a:r>
              <a:rPr lang="cs-CZ">
                <a:solidFill>
                  <a:srgbClr val="00557C"/>
                </a:solidFill>
              </a:rPr>
              <a:t>6.5</a:t>
            </a:r>
            <a:r>
              <a:rPr lang="en-US">
                <a:solidFill>
                  <a:srgbClr val="00557C"/>
                </a:solidFill>
              </a:rPr>
              <a:t> Complete the PO data and Save it</a:t>
            </a:r>
            <a:endParaRPr lang="en-US"/>
          </a:p>
        </p:txBody>
      </p:sp>
      <p:pic>
        <p:nvPicPr>
          <p:cNvPr id="5" name="Picture 4">
            <a:extLst>
              <a:ext uri="{FF2B5EF4-FFF2-40B4-BE49-F238E27FC236}">
                <a16:creationId xmlns:a16="http://schemas.microsoft.com/office/drawing/2014/main" id="{ACDC70AE-B1CA-38A5-F665-CE862C8DECBD}"/>
              </a:ext>
            </a:extLst>
          </p:cNvPr>
          <p:cNvPicPr>
            <a:picLocks noChangeAspect="1"/>
          </p:cNvPicPr>
          <p:nvPr/>
        </p:nvPicPr>
        <p:blipFill>
          <a:blip r:embed="rId3"/>
          <a:stretch>
            <a:fillRect/>
          </a:stretch>
        </p:blipFill>
        <p:spPr>
          <a:xfrm>
            <a:off x="212650" y="1625231"/>
            <a:ext cx="6513027" cy="1287803"/>
          </a:xfrm>
          <a:prstGeom prst="rect">
            <a:avLst/>
          </a:prstGeom>
          <a:ln>
            <a:solidFill>
              <a:srgbClr val="009999"/>
            </a:solidFill>
          </a:ln>
        </p:spPr>
      </p:pic>
      <p:pic>
        <p:nvPicPr>
          <p:cNvPr id="9" name="Picture 8">
            <a:extLst>
              <a:ext uri="{FF2B5EF4-FFF2-40B4-BE49-F238E27FC236}">
                <a16:creationId xmlns:a16="http://schemas.microsoft.com/office/drawing/2014/main" id="{E82AB915-EC82-8DE1-A2BB-EFD4B826441A}"/>
              </a:ext>
            </a:extLst>
          </p:cNvPr>
          <p:cNvPicPr>
            <a:picLocks noChangeAspect="1"/>
          </p:cNvPicPr>
          <p:nvPr/>
        </p:nvPicPr>
        <p:blipFill>
          <a:blip r:embed="rId4"/>
          <a:stretch>
            <a:fillRect/>
          </a:stretch>
        </p:blipFill>
        <p:spPr>
          <a:xfrm>
            <a:off x="212650" y="3797339"/>
            <a:ext cx="6513027" cy="1632297"/>
          </a:xfrm>
          <a:prstGeom prst="rect">
            <a:avLst/>
          </a:prstGeom>
          <a:ln>
            <a:solidFill>
              <a:srgbClr val="009999"/>
            </a:solidFill>
          </a:ln>
        </p:spPr>
      </p:pic>
    </p:spTree>
    <p:extLst>
      <p:ext uri="{BB962C8B-B14F-4D97-AF65-F5344CB8AC3E}">
        <p14:creationId xmlns:p14="http://schemas.microsoft.com/office/powerpoint/2010/main" val="3835374172"/>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F519F1-96FC-1A10-8508-1463C63B03B7}"/>
            </a:ext>
          </a:extLst>
        </p:cNvPr>
        <p:cNvGrpSpPr/>
        <p:nvPr/>
      </p:nvGrpSpPr>
      <p:grpSpPr>
        <a:xfrm>
          <a:off x="0" y="0"/>
          <a:ext cx="0" cy="0"/>
          <a:chOff x="0" y="0"/>
          <a:chExt cx="0" cy="0"/>
        </a:xfrm>
      </p:grpSpPr>
      <p:sp>
        <p:nvSpPr>
          <p:cNvPr id="6" name="Rechteck 5">
            <a:extLst>
              <a:ext uri="{FF2B5EF4-FFF2-40B4-BE49-F238E27FC236}">
                <a16:creationId xmlns:a16="http://schemas.microsoft.com/office/drawing/2014/main" id="{2238304D-EE78-8786-07F8-1ACBE88EEB12}"/>
              </a:ext>
            </a:extLst>
          </p:cNvPr>
          <p:cNvSpPr/>
          <p:nvPr/>
        </p:nvSpPr>
        <p:spPr>
          <a:xfrm>
            <a:off x="6660873" y="4223442"/>
            <a:ext cx="5293637" cy="2049768"/>
          </a:xfrm>
          <a:prstGeom prst="rect">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pPr algn="l"/>
            <a:r>
              <a:rPr lang="en-US" sz="1200" b="1">
                <a:solidFill>
                  <a:schemeClr val="tx1"/>
                </a:solidFill>
              </a:rPr>
              <a:t>Header – Org. Data</a:t>
            </a:r>
          </a:p>
          <a:p>
            <a:pPr algn="l"/>
            <a:endParaRPr lang="en-US" sz="1200">
              <a:solidFill>
                <a:schemeClr val="tx1"/>
              </a:solidFill>
            </a:endParaRPr>
          </a:p>
          <a:p>
            <a:pPr marL="171450" indent="-171450" algn="l">
              <a:buFont typeface="Arial" panose="020B0604020202020204" pitchFamily="34" charset="0"/>
              <a:buChar char="•"/>
            </a:pPr>
            <a:r>
              <a:rPr lang="en-US" sz="1200">
                <a:solidFill>
                  <a:schemeClr val="tx1"/>
                </a:solidFill>
              </a:rPr>
              <a:t>Purch. Org: C300 – SRE DE SIB KG</a:t>
            </a:r>
          </a:p>
          <a:p>
            <a:pPr marL="171450" indent="-171450" algn="l">
              <a:buFont typeface="Arial" panose="020B0604020202020204" pitchFamily="34" charset="0"/>
              <a:buChar char="•"/>
            </a:pPr>
            <a:r>
              <a:rPr lang="en-US" sz="1200">
                <a:solidFill>
                  <a:schemeClr val="tx1"/>
                </a:solidFill>
              </a:rPr>
              <a:t>Purch. Group: insert the Purchasing Group, which represents the individual Purchaser (I01 </a:t>
            </a:r>
            <a:r>
              <a:rPr lang="en-US" sz="1200">
                <a:solidFill>
                  <a:schemeClr val="tx1"/>
                </a:solidFill>
                <a:sym typeface="Wingdings" panose="05000000000000000000" pitchFamily="2" charset="2"/>
              </a:rPr>
              <a:t> I12</a:t>
            </a:r>
            <a:r>
              <a:rPr lang="en-US" sz="1200">
                <a:solidFill>
                  <a:schemeClr val="tx1"/>
                </a:solidFill>
              </a:rPr>
              <a:t>)</a:t>
            </a:r>
          </a:p>
          <a:p>
            <a:pPr marL="171450" indent="-171450" algn="l">
              <a:buFont typeface="Arial" panose="020B0604020202020204" pitchFamily="34" charset="0"/>
              <a:buChar char="•"/>
            </a:pPr>
            <a:r>
              <a:rPr lang="en-US" sz="1200">
                <a:solidFill>
                  <a:schemeClr val="tx1"/>
                </a:solidFill>
              </a:rPr>
              <a:t>Company Code: 3003 – SIB KG </a:t>
            </a:r>
          </a:p>
        </p:txBody>
      </p:sp>
      <p:sp>
        <p:nvSpPr>
          <p:cNvPr id="8" name="Rechteck 5">
            <a:extLst>
              <a:ext uri="{FF2B5EF4-FFF2-40B4-BE49-F238E27FC236}">
                <a16:creationId xmlns:a16="http://schemas.microsoft.com/office/drawing/2014/main" id="{B491A1C2-6854-95AD-6957-03414F682453}"/>
              </a:ext>
            </a:extLst>
          </p:cNvPr>
          <p:cNvSpPr/>
          <p:nvPr/>
        </p:nvSpPr>
        <p:spPr>
          <a:xfrm>
            <a:off x="6660873" y="3405419"/>
            <a:ext cx="5293637" cy="818023"/>
          </a:xfrm>
          <a:prstGeom prst="rect">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pPr marL="0" algn="l" rtl="0" eaLnBrk="1" latinLnBrk="0" hangingPunct="1"/>
            <a:r>
              <a:rPr lang="en-US" sz="1200" b="1" kern="1200">
                <a:solidFill>
                  <a:srgbClr val="000000"/>
                </a:solidFill>
                <a:effectLst/>
                <a:latin typeface="Arial" panose="020B0604020202020204" pitchFamily="34" charset="0"/>
                <a:ea typeface="+mn-ea"/>
                <a:cs typeface="+mn-cs"/>
              </a:rPr>
              <a:t>ME21N – Create Purchase Order</a:t>
            </a:r>
            <a:endParaRPr lang="de-DE" sz="1200">
              <a:effectLst/>
            </a:endParaRPr>
          </a:p>
        </p:txBody>
      </p:sp>
      <p:sp>
        <p:nvSpPr>
          <p:cNvPr id="3" name="TextBox 2">
            <a:extLst>
              <a:ext uri="{FF2B5EF4-FFF2-40B4-BE49-F238E27FC236}">
                <a16:creationId xmlns:a16="http://schemas.microsoft.com/office/drawing/2014/main" id="{C6C91ED4-7EA2-A3D9-2589-64A465F69F5C}"/>
              </a:ext>
            </a:extLst>
          </p:cNvPr>
          <p:cNvSpPr txBox="1"/>
          <p:nvPr/>
        </p:nvSpPr>
        <p:spPr>
          <a:xfrm>
            <a:off x="333322" y="362910"/>
            <a:ext cx="8353478" cy="369332"/>
          </a:xfrm>
          <a:prstGeom prst="rect">
            <a:avLst/>
          </a:prstGeom>
        </p:spPr>
        <p:txBody>
          <a:bodyPr vert="horz" lIns="0" tIns="0" rIns="324000" bIns="14400" rtlCol="0" anchor="b" anchorCtr="0">
            <a:noAutofit/>
          </a:bodyPr>
          <a:lstStyle>
            <a:lvl1pPr>
              <a:lnSpc>
                <a:spcPct val="90000"/>
              </a:lnSpc>
              <a:spcBef>
                <a:spcPct val="0"/>
              </a:spcBef>
              <a:buNone/>
              <a:defRPr sz="2000" b="1">
                <a:solidFill>
                  <a:srgbClr val="00557C"/>
                </a:solidFill>
                <a:latin typeface="+mj-lt"/>
                <a:ea typeface="+mj-ea"/>
                <a:cs typeface="+mj-cs"/>
              </a:defRPr>
            </a:lvl1pPr>
          </a:lstStyle>
          <a:p>
            <a:r>
              <a:rPr lang="cs-CZ">
                <a:solidFill>
                  <a:srgbClr val="00557C"/>
                </a:solidFill>
              </a:rPr>
              <a:t>6.5 </a:t>
            </a:r>
            <a:r>
              <a:rPr lang="en-US">
                <a:solidFill>
                  <a:srgbClr val="00557C"/>
                </a:solidFill>
              </a:rPr>
              <a:t>Complete the PO data and Save it</a:t>
            </a:r>
            <a:endParaRPr lang="en-US"/>
          </a:p>
        </p:txBody>
      </p:sp>
      <p:pic>
        <p:nvPicPr>
          <p:cNvPr id="4" name="Picture 3">
            <a:extLst>
              <a:ext uri="{FF2B5EF4-FFF2-40B4-BE49-F238E27FC236}">
                <a16:creationId xmlns:a16="http://schemas.microsoft.com/office/drawing/2014/main" id="{18FDDD39-FBBD-268B-469A-F4FC4832E5A9}"/>
              </a:ext>
            </a:extLst>
          </p:cNvPr>
          <p:cNvPicPr>
            <a:picLocks noChangeAspect="1"/>
          </p:cNvPicPr>
          <p:nvPr/>
        </p:nvPicPr>
        <p:blipFill>
          <a:blip r:embed="rId3"/>
          <a:stretch>
            <a:fillRect/>
          </a:stretch>
        </p:blipFill>
        <p:spPr>
          <a:xfrm>
            <a:off x="221838" y="1219694"/>
            <a:ext cx="8576445" cy="1936301"/>
          </a:xfrm>
          <a:prstGeom prst="rect">
            <a:avLst/>
          </a:prstGeom>
          <a:ln>
            <a:solidFill>
              <a:srgbClr val="009999"/>
            </a:solidFill>
          </a:ln>
        </p:spPr>
      </p:pic>
    </p:spTree>
    <p:extLst>
      <p:ext uri="{BB962C8B-B14F-4D97-AF65-F5344CB8AC3E}">
        <p14:creationId xmlns:p14="http://schemas.microsoft.com/office/powerpoint/2010/main" val="244788057"/>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16C2F4-8BE2-4D3A-D31D-F4C2E74054B2}"/>
            </a:ext>
          </a:extLst>
        </p:cNvPr>
        <p:cNvGrpSpPr/>
        <p:nvPr/>
      </p:nvGrpSpPr>
      <p:grpSpPr>
        <a:xfrm>
          <a:off x="0" y="0"/>
          <a:ext cx="0" cy="0"/>
          <a:chOff x="0" y="0"/>
          <a:chExt cx="0" cy="0"/>
        </a:xfrm>
      </p:grpSpPr>
      <p:sp>
        <p:nvSpPr>
          <p:cNvPr id="6" name="Rechteck 5">
            <a:extLst>
              <a:ext uri="{FF2B5EF4-FFF2-40B4-BE49-F238E27FC236}">
                <a16:creationId xmlns:a16="http://schemas.microsoft.com/office/drawing/2014/main" id="{927A130C-D4DA-298F-A3E9-4A28BDA67BF1}"/>
              </a:ext>
            </a:extLst>
          </p:cNvPr>
          <p:cNvSpPr/>
          <p:nvPr/>
        </p:nvSpPr>
        <p:spPr>
          <a:xfrm>
            <a:off x="6819898" y="4122683"/>
            <a:ext cx="5293637" cy="2421907"/>
          </a:xfrm>
          <a:prstGeom prst="rect">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pPr algn="l"/>
            <a:r>
              <a:rPr lang="en-US" sz="1200" b="1">
                <a:solidFill>
                  <a:schemeClr val="tx1"/>
                </a:solidFill>
              </a:rPr>
              <a:t>Item – Overview</a:t>
            </a:r>
          </a:p>
          <a:p>
            <a:pPr algn="l"/>
            <a:endParaRPr lang="en-US" sz="1200">
              <a:solidFill>
                <a:schemeClr val="tx1"/>
              </a:solidFill>
            </a:endParaRPr>
          </a:p>
          <a:p>
            <a:pPr algn="l"/>
            <a:r>
              <a:rPr lang="en-US" sz="1200">
                <a:solidFill>
                  <a:schemeClr val="tx1"/>
                </a:solidFill>
              </a:rPr>
              <a:t>Includes the main item data</a:t>
            </a:r>
            <a:endParaRPr lang="en-US" sz="1200">
              <a:solidFill>
                <a:schemeClr val="tx1"/>
              </a:solidFill>
              <a:cs typeface="Arial"/>
            </a:endParaRPr>
          </a:p>
          <a:p>
            <a:pPr marL="628650" lvl="1" indent="-171450">
              <a:buFont typeface="Arial" panose="020B0604020202020204" pitchFamily="34" charset="0"/>
              <a:buChar char="•"/>
            </a:pPr>
            <a:r>
              <a:rPr lang="en-US" sz="1100">
                <a:solidFill>
                  <a:schemeClr val="tx1"/>
                </a:solidFill>
              </a:rPr>
              <a:t>Account Assignment: allowed values for Direct X procurement</a:t>
            </a:r>
            <a:endParaRPr lang="en-US" sz="1100">
              <a:solidFill>
                <a:schemeClr val="tx1"/>
              </a:solidFill>
              <a:cs typeface="Arial"/>
            </a:endParaRPr>
          </a:p>
          <a:p>
            <a:pPr marL="1085850" lvl="2" indent="-171450">
              <a:buFont typeface="Arial" panose="020B0604020202020204" pitchFamily="34" charset="0"/>
              <a:buChar char="•"/>
            </a:pPr>
            <a:r>
              <a:rPr lang="en-US" sz="1100">
                <a:solidFill>
                  <a:schemeClr val="tx1"/>
                </a:solidFill>
              </a:rPr>
              <a:t>4 – Center without GR</a:t>
            </a:r>
            <a:endParaRPr lang="en-US" sz="1100">
              <a:solidFill>
                <a:schemeClr val="tx1"/>
              </a:solidFill>
              <a:cs typeface="Arial"/>
            </a:endParaRPr>
          </a:p>
          <a:p>
            <a:pPr marL="1085850" lvl="2" indent="-171450">
              <a:buFont typeface="Arial" panose="020B0604020202020204" pitchFamily="34" charset="0"/>
              <a:buChar char="•"/>
            </a:pPr>
            <a:r>
              <a:rPr lang="en-US" sz="1100">
                <a:solidFill>
                  <a:schemeClr val="tx1"/>
                </a:solidFill>
              </a:rPr>
              <a:t>5 – Project without GR</a:t>
            </a:r>
            <a:endParaRPr lang="en-US" sz="1100">
              <a:solidFill>
                <a:schemeClr val="tx1"/>
              </a:solidFill>
              <a:cs typeface="Arial"/>
            </a:endParaRPr>
          </a:p>
          <a:p>
            <a:pPr marL="1085850" lvl="2" indent="-171450">
              <a:buFont typeface="Arial" panose="020B0604020202020204" pitchFamily="34" charset="0"/>
              <a:buChar char="•"/>
            </a:pPr>
            <a:r>
              <a:rPr lang="en-US" sz="1100">
                <a:solidFill>
                  <a:schemeClr val="tx1"/>
                </a:solidFill>
              </a:rPr>
              <a:t>A - Asset</a:t>
            </a:r>
            <a:endParaRPr lang="en-US" sz="1100">
              <a:solidFill>
                <a:schemeClr val="tx1"/>
              </a:solidFill>
              <a:cs typeface="Arial"/>
            </a:endParaRPr>
          </a:p>
          <a:p>
            <a:pPr marL="628650" lvl="1" indent="-171450">
              <a:buFont typeface="Arial" panose="020B0604020202020204" pitchFamily="34" charset="0"/>
              <a:buChar char="•"/>
            </a:pPr>
            <a:r>
              <a:rPr lang="en-US" sz="1100">
                <a:solidFill>
                  <a:schemeClr val="tx1"/>
                </a:solidFill>
              </a:rPr>
              <a:t>Item Category: depending on the document type</a:t>
            </a:r>
            <a:endParaRPr lang="en-US" sz="1100">
              <a:solidFill>
                <a:schemeClr val="tx1"/>
              </a:solidFill>
              <a:cs typeface="Arial"/>
            </a:endParaRPr>
          </a:p>
          <a:p>
            <a:pPr marL="1085850" lvl="2" indent="-171450">
              <a:buFont typeface="Arial" panose="020B0604020202020204" pitchFamily="34" charset="0"/>
              <a:buChar char="•"/>
            </a:pPr>
            <a:r>
              <a:rPr lang="en-US" sz="1100">
                <a:solidFill>
                  <a:schemeClr val="tx1"/>
                </a:solidFill>
              </a:rPr>
              <a:t>YDNB – Direct PO</a:t>
            </a:r>
            <a:endParaRPr lang="en-US" sz="1100">
              <a:solidFill>
                <a:schemeClr val="tx1"/>
              </a:solidFill>
              <a:cs typeface="Arial"/>
            </a:endParaRPr>
          </a:p>
          <a:p>
            <a:pPr marL="1543050" lvl="3" indent="-171450">
              <a:buFont typeface="Arial" panose="020B0604020202020204" pitchFamily="34" charset="0"/>
              <a:buChar char="•"/>
            </a:pPr>
            <a:r>
              <a:rPr lang="en-US" sz="1100">
                <a:solidFill>
                  <a:schemeClr val="tx1"/>
                </a:solidFill>
              </a:rPr>
              <a:t>Standard</a:t>
            </a:r>
            <a:r>
              <a:rPr lang="cs-CZ" sz="1100">
                <a:solidFill>
                  <a:schemeClr val="tx1"/>
                </a:solidFill>
              </a:rPr>
              <a:t> (no </a:t>
            </a:r>
            <a:r>
              <a:rPr lang="cs-CZ" sz="1100" err="1">
                <a:solidFill>
                  <a:schemeClr val="tx1"/>
                </a:solidFill>
              </a:rPr>
              <a:t>special</a:t>
            </a:r>
            <a:r>
              <a:rPr lang="cs-CZ" sz="1100">
                <a:solidFill>
                  <a:schemeClr val="tx1"/>
                </a:solidFill>
              </a:rPr>
              <a:t> sign, </a:t>
            </a:r>
            <a:r>
              <a:rPr lang="cs-CZ" sz="1100" err="1">
                <a:solidFill>
                  <a:schemeClr val="tx1"/>
                </a:solidFill>
              </a:rPr>
              <a:t>field</a:t>
            </a:r>
            <a:r>
              <a:rPr lang="cs-CZ" sz="1100">
                <a:solidFill>
                  <a:schemeClr val="tx1"/>
                </a:solidFill>
              </a:rPr>
              <a:t> </a:t>
            </a:r>
            <a:r>
              <a:rPr lang="cs-CZ" sz="1100" err="1">
                <a:solidFill>
                  <a:schemeClr val="tx1"/>
                </a:solidFill>
              </a:rPr>
              <a:t>is</a:t>
            </a:r>
            <a:r>
              <a:rPr lang="cs-CZ" sz="1100">
                <a:solidFill>
                  <a:schemeClr val="tx1"/>
                </a:solidFill>
              </a:rPr>
              <a:t> </a:t>
            </a:r>
            <a:r>
              <a:rPr lang="cs-CZ" sz="1100" err="1">
                <a:solidFill>
                  <a:schemeClr val="tx1"/>
                </a:solidFill>
              </a:rPr>
              <a:t>blank</a:t>
            </a:r>
            <a:r>
              <a:rPr lang="cs-CZ" sz="1100">
                <a:solidFill>
                  <a:schemeClr val="tx1"/>
                </a:solidFill>
              </a:rPr>
              <a:t>)</a:t>
            </a:r>
            <a:endParaRPr lang="en-US" sz="1100">
              <a:solidFill>
                <a:schemeClr val="tx1"/>
              </a:solidFill>
              <a:cs typeface="Arial"/>
            </a:endParaRPr>
          </a:p>
          <a:p>
            <a:pPr marL="1085850" lvl="2" indent="-171450">
              <a:buFont typeface="Arial" panose="020B0604020202020204" pitchFamily="34" charset="0"/>
              <a:buChar char="•"/>
            </a:pPr>
            <a:r>
              <a:rPr lang="en-US" sz="1100">
                <a:solidFill>
                  <a:schemeClr val="tx1"/>
                </a:solidFill>
              </a:rPr>
              <a:t>YDFO – Framework PO</a:t>
            </a:r>
            <a:endParaRPr lang="en-US" sz="1100">
              <a:solidFill>
                <a:schemeClr val="tx1"/>
              </a:solidFill>
              <a:cs typeface="Arial"/>
            </a:endParaRPr>
          </a:p>
          <a:p>
            <a:pPr marL="1543050" lvl="3" indent="-171450">
              <a:buFont typeface="Arial" panose="020B0604020202020204" pitchFamily="34" charset="0"/>
              <a:buChar char="•"/>
            </a:pPr>
            <a:r>
              <a:rPr lang="en-US" sz="1100">
                <a:solidFill>
                  <a:schemeClr val="tx1"/>
                </a:solidFill>
              </a:rPr>
              <a:t>Standard</a:t>
            </a:r>
            <a:r>
              <a:rPr lang="cs-CZ" sz="1100">
                <a:solidFill>
                  <a:schemeClr val="tx1"/>
                </a:solidFill>
              </a:rPr>
              <a:t> (no </a:t>
            </a:r>
            <a:r>
              <a:rPr lang="cs-CZ" sz="1100" err="1">
                <a:solidFill>
                  <a:schemeClr val="tx1"/>
                </a:solidFill>
              </a:rPr>
              <a:t>special</a:t>
            </a:r>
            <a:r>
              <a:rPr lang="cs-CZ" sz="1100">
                <a:solidFill>
                  <a:schemeClr val="tx1"/>
                </a:solidFill>
              </a:rPr>
              <a:t> sign, </a:t>
            </a:r>
            <a:r>
              <a:rPr lang="cs-CZ" sz="1100" err="1">
                <a:solidFill>
                  <a:schemeClr val="tx1"/>
                </a:solidFill>
              </a:rPr>
              <a:t>field</a:t>
            </a:r>
            <a:r>
              <a:rPr lang="cs-CZ" sz="1100">
                <a:solidFill>
                  <a:schemeClr val="tx1"/>
                </a:solidFill>
              </a:rPr>
              <a:t> </a:t>
            </a:r>
            <a:r>
              <a:rPr lang="cs-CZ" sz="1100" err="1">
                <a:solidFill>
                  <a:schemeClr val="tx1"/>
                </a:solidFill>
              </a:rPr>
              <a:t>is</a:t>
            </a:r>
            <a:r>
              <a:rPr lang="cs-CZ" sz="1100">
                <a:solidFill>
                  <a:schemeClr val="tx1"/>
                </a:solidFill>
              </a:rPr>
              <a:t> </a:t>
            </a:r>
            <a:r>
              <a:rPr lang="cs-CZ" sz="1100" err="1">
                <a:solidFill>
                  <a:schemeClr val="tx1"/>
                </a:solidFill>
              </a:rPr>
              <a:t>blank</a:t>
            </a:r>
            <a:r>
              <a:rPr lang="cs-CZ" sz="1100">
                <a:solidFill>
                  <a:schemeClr val="tx1"/>
                </a:solidFill>
              </a:rPr>
              <a:t>)</a:t>
            </a:r>
            <a:endParaRPr lang="en-US" sz="1100">
              <a:solidFill>
                <a:schemeClr val="tx1"/>
              </a:solidFill>
              <a:cs typeface="Arial"/>
            </a:endParaRPr>
          </a:p>
          <a:p>
            <a:pPr marL="1543050" lvl="3" indent="-171450">
              <a:buFont typeface="Arial" panose="020B0604020202020204" pitchFamily="34" charset="0"/>
              <a:buChar char="•"/>
            </a:pPr>
            <a:r>
              <a:rPr lang="en-US" sz="1100">
                <a:solidFill>
                  <a:schemeClr val="tx1"/>
                </a:solidFill>
              </a:rPr>
              <a:t>B - limit</a:t>
            </a:r>
            <a:endParaRPr lang="en-US" sz="1100">
              <a:solidFill>
                <a:schemeClr val="tx1"/>
              </a:solidFill>
              <a:cs typeface="Arial"/>
            </a:endParaRPr>
          </a:p>
        </p:txBody>
      </p:sp>
      <p:sp>
        <p:nvSpPr>
          <p:cNvPr id="8" name="Rechteck 5">
            <a:extLst>
              <a:ext uri="{FF2B5EF4-FFF2-40B4-BE49-F238E27FC236}">
                <a16:creationId xmlns:a16="http://schemas.microsoft.com/office/drawing/2014/main" id="{DFF0D9F5-1032-BCA6-5580-DCF7640AFAF2}"/>
              </a:ext>
            </a:extLst>
          </p:cNvPr>
          <p:cNvSpPr/>
          <p:nvPr/>
        </p:nvSpPr>
        <p:spPr>
          <a:xfrm>
            <a:off x="6819898" y="3304660"/>
            <a:ext cx="5293637" cy="818023"/>
          </a:xfrm>
          <a:prstGeom prst="rect">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pPr marL="0" algn="l" rtl="0" eaLnBrk="1" latinLnBrk="0" hangingPunct="1"/>
            <a:r>
              <a:rPr lang="en-US" sz="1200" b="1" kern="1200">
                <a:solidFill>
                  <a:srgbClr val="000000"/>
                </a:solidFill>
                <a:effectLst/>
                <a:latin typeface="Arial" panose="020B0604020202020204" pitchFamily="34" charset="0"/>
                <a:ea typeface="+mn-ea"/>
                <a:cs typeface="+mn-cs"/>
              </a:rPr>
              <a:t>ME21N – Create Purchase Order</a:t>
            </a:r>
            <a:endParaRPr lang="de-DE" sz="1200">
              <a:effectLst/>
            </a:endParaRPr>
          </a:p>
        </p:txBody>
      </p:sp>
      <p:sp>
        <p:nvSpPr>
          <p:cNvPr id="3" name="TextBox 2">
            <a:extLst>
              <a:ext uri="{FF2B5EF4-FFF2-40B4-BE49-F238E27FC236}">
                <a16:creationId xmlns:a16="http://schemas.microsoft.com/office/drawing/2014/main" id="{FDA3A872-18F9-ADF5-09B2-2BDFE636BB38}"/>
              </a:ext>
            </a:extLst>
          </p:cNvPr>
          <p:cNvSpPr txBox="1"/>
          <p:nvPr/>
        </p:nvSpPr>
        <p:spPr>
          <a:xfrm>
            <a:off x="333322" y="362910"/>
            <a:ext cx="8353478" cy="369332"/>
          </a:xfrm>
          <a:prstGeom prst="rect">
            <a:avLst/>
          </a:prstGeom>
        </p:spPr>
        <p:txBody>
          <a:bodyPr vert="horz" lIns="0" tIns="0" rIns="324000" bIns="14400" rtlCol="0" anchor="b" anchorCtr="0">
            <a:noAutofit/>
          </a:bodyPr>
          <a:lstStyle>
            <a:lvl1pPr>
              <a:lnSpc>
                <a:spcPct val="90000"/>
              </a:lnSpc>
              <a:spcBef>
                <a:spcPct val="0"/>
              </a:spcBef>
              <a:buNone/>
              <a:defRPr sz="2000" b="1">
                <a:solidFill>
                  <a:srgbClr val="00557C"/>
                </a:solidFill>
                <a:latin typeface="+mj-lt"/>
                <a:ea typeface="+mj-ea"/>
                <a:cs typeface="+mj-cs"/>
              </a:defRPr>
            </a:lvl1pPr>
          </a:lstStyle>
          <a:p>
            <a:r>
              <a:rPr lang="cs-CZ"/>
              <a:t>6.5</a:t>
            </a:r>
            <a:r>
              <a:rPr lang="en-US">
                <a:solidFill>
                  <a:srgbClr val="00557C"/>
                </a:solidFill>
              </a:rPr>
              <a:t> Complete the PO data and Save it</a:t>
            </a:r>
            <a:endParaRPr lang="en-US"/>
          </a:p>
        </p:txBody>
      </p:sp>
      <p:pic>
        <p:nvPicPr>
          <p:cNvPr id="5" name="Picture 4">
            <a:extLst>
              <a:ext uri="{FF2B5EF4-FFF2-40B4-BE49-F238E27FC236}">
                <a16:creationId xmlns:a16="http://schemas.microsoft.com/office/drawing/2014/main" id="{EA5DE2F1-C701-5237-670C-9E0D4995D1CA}"/>
              </a:ext>
            </a:extLst>
          </p:cNvPr>
          <p:cNvPicPr>
            <a:picLocks noChangeAspect="1"/>
          </p:cNvPicPr>
          <p:nvPr/>
        </p:nvPicPr>
        <p:blipFill>
          <a:blip r:embed="rId3"/>
          <a:stretch>
            <a:fillRect/>
          </a:stretch>
        </p:blipFill>
        <p:spPr>
          <a:xfrm>
            <a:off x="243870" y="1136342"/>
            <a:ext cx="8151136" cy="1922137"/>
          </a:xfrm>
          <a:prstGeom prst="rect">
            <a:avLst/>
          </a:prstGeom>
          <a:ln>
            <a:solidFill>
              <a:srgbClr val="009999"/>
            </a:solidFill>
          </a:ln>
        </p:spPr>
      </p:pic>
    </p:spTree>
    <p:extLst>
      <p:ext uri="{BB962C8B-B14F-4D97-AF65-F5344CB8AC3E}">
        <p14:creationId xmlns:p14="http://schemas.microsoft.com/office/powerpoint/2010/main" val="1219376464"/>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D8D5BE-9BF4-0038-AF14-F87299446034}"/>
            </a:ext>
          </a:extLst>
        </p:cNvPr>
        <p:cNvGrpSpPr/>
        <p:nvPr/>
      </p:nvGrpSpPr>
      <p:grpSpPr>
        <a:xfrm>
          <a:off x="0" y="0"/>
          <a:ext cx="0" cy="0"/>
          <a:chOff x="0" y="0"/>
          <a:chExt cx="0" cy="0"/>
        </a:xfrm>
      </p:grpSpPr>
      <p:sp>
        <p:nvSpPr>
          <p:cNvPr id="6" name="Rechteck 5">
            <a:extLst>
              <a:ext uri="{FF2B5EF4-FFF2-40B4-BE49-F238E27FC236}">
                <a16:creationId xmlns:a16="http://schemas.microsoft.com/office/drawing/2014/main" id="{2B75397E-AE24-D08B-4CF9-C1D0AA0562C9}"/>
              </a:ext>
            </a:extLst>
          </p:cNvPr>
          <p:cNvSpPr/>
          <p:nvPr/>
        </p:nvSpPr>
        <p:spPr>
          <a:xfrm>
            <a:off x="6819899" y="1937441"/>
            <a:ext cx="5293637" cy="2421907"/>
          </a:xfrm>
          <a:prstGeom prst="rect">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pPr algn="l"/>
            <a:r>
              <a:rPr lang="en-US" sz="1200" b="1">
                <a:solidFill>
                  <a:schemeClr val="tx1"/>
                </a:solidFill>
              </a:rPr>
              <a:t>Item Detail – Limits </a:t>
            </a:r>
            <a:r>
              <a:rPr lang="en-US" sz="1200">
                <a:solidFill>
                  <a:schemeClr val="tx1"/>
                </a:solidFill>
              </a:rPr>
              <a:t>(only available for YDFO purchase orders)</a:t>
            </a:r>
          </a:p>
          <a:p>
            <a:pPr algn="l"/>
            <a:endParaRPr lang="en-US" sz="1200">
              <a:solidFill>
                <a:schemeClr val="tx1"/>
              </a:solidFill>
            </a:endParaRPr>
          </a:p>
          <a:p>
            <a:pPr algn="l"/>
            <a:r>
              <a:rPr lang="en-US" sz="1200">
                <a:solidFill>
                  <a:schemeClr val="tx1"/>
                </a:solidFill>
              </a:rPr>
              <a:t>The Limit tab will appear only for item category “B - Limit” in the “YDFO – Framework Order” type.</a:t>
            </a:r>
          </a:p>
          <a:p>
            <a:pPr algn="l"/>
            <a:endParaRPr lang="en-US" sz="1200">
              <a:solidFill>
                <a:schemeClr val="tx1"/>
              </a:solidFill>
            </a:endParaRPr>
          </a:p>
          <a:p>
            <a:pPr algn="l"/>
            <a:r>
              <a:rPr lang="en-US" sz="1200">
                <a:solidFill>
                  <a:schemeClr val="tx1"/>
                </a:solidFill>
              </a:rPr>
              <a:t>This tab includes the</a:t>
            </a:r>
          </a:p>
          <a:p>
            <a:pPr marL="628650" lvl="1" indent="-171450">
              <a:buFont typeface="Arial" panose="020B0604020202020204" pitchFamily="34" charset="0"/>
              <a:buChar char="•"/>
            </a:pPr>
            <a:r>
              <a:rPr lang="en-US" sz="1100">
                <a:solidFill>
                  <a:schemeClr val="tx1"/>
                </a:solidFill>
              </a:rPr>
              <a:t>Overall Limit: this will be the max amount for invoicing</a:t>
            </a:r>
          </a:p>
          <a:p>
            <a:pPr marL="628650" lvl="1" indent="-171450">
              <a:buFont typeface="Arial" panose="020B0604020202020204" pitchFamily="34" charset="0"/>
              <a:buChar char="•"/>
            </a:pPr>
            <a:r>
              <a:rPr lang="en-US" sz="1100">
                <a:solidFill>
                  <a:schemeClr val="tx1"/>
                </a:solidFill>
              </a:rPr>
              <a:t>Expected value: which is the main value for the PO line item</a:t>
            </a:r>
          </a:p>
        </p:txBody>
      </p:sp>
      <p:sp>
        <p:nvSpPr>
          <p:cNvPr id="8" name="Rechteck 5">
            <a:extLst>
              <a:ext uri="{FF2B5EF4-FFF2-40B4-BE49-F238E27FC236}">
                <a16:creationId xmlns:a16="http://schemas.microsoft.com/office/drawing/2014/main" id="{3F633047-2EBA-4497-DCBF-4A24EE51BA01}"/>
              </a:ext>
            </a:extLst>
          </p:cNvPr>
          <p:cNvSpPr/>
          <p:nvPr/>
        </p:nvSpPr>
        <p:spPr>
          <a:xfrm>
            <a:off x="6819899" y="1136342"/>
            <a:ext cx="5293637" cy="818023"/>
          </a:xfrm>
          <a:prstGeom prst="rect">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pPr marL="0" algn="l" rtl="0" eaLnBrk="1" latinLnBrk="0" hangingPunct="1"/>
            <a:r>
              <a:rPr lang="en-US" sz="1200" b="1" kern="1200">
                <a:solidFill>
                  <a:srgbClr val="000000"/>
                </a:solidFill>
                <a:effectLst/>
                <a:latin typeface="Arial" panose="020B0604020202020204" pitchFamily="34" charset="0"/>
                <a:ea typeface="+mn-ea"/>
                <a:cs typeface="+mn-cs"/>
              </a:rPr>
              <a:t>ME21N – Create Purchase Order</a:t>
            </a:r>
            <a:endParaRPr lang="de-DE" sz="1200">
              <a:effectLst/>
            </a:endParaRPr>
          </a:p>
        </p:txBody>
      </p:sp>
      <p:sp>
        <p:nvSpPr>
          <p:cNvPr id="3" name="TextBox 2">
            <a:extLst>
              <a:ext uri="{FF2B5EF4-FFF2-40B4-BE49-F238E27FC236}">
                <a16:creationId xmlns:a16="http://schemas.microsoft.com/office/drawing/2014/main" id="{8B2DF4D1-9004-D54F-D397-42A3C34A998E}"/>
              </a:ext>
            </a:extLst>
          </p:cNvPr>
          <p:cNvSpPr txBox="1"/>
          <p:nvPr/>
        </p:nvSpPr>
        <p:spPr>
          <a:xfrm>
            <a:off x="333322" y="362910"/>
            <a:ext cx="8353478" cy="369332"/>
          </a:xfrm>
          <a:prstGeom prst="rect">
            <a:avLst/>
          </a:prstGeom>
        </p:spPr>
        <p:txBody>
          <a:bodyPr vert="horz" lIns="0" tIns="0" rIns="324000" bIns="14400" rtlCol="0" anchor="b" anchorCtr="0">
            <a:noAutofit/>
          </a:bodyPr>
          <a:lstStyle>
            <a:lvl1pPr>
              <a:lnSpc>
                <a:spcPct val="90000"/>
              </a:lnSpc>
              <a:spcBef>
                <a:spcPct val="0"/>
              </a:spcBef>
              <a:buNone/>
              <a:defRPr sz="2000" b="1">
                <a:solidFill>
                  <a:srgbClr val="00557C"/>
                </a:solidFill>
                <a:latin typeface="+mj-lt"/>
                <a:ea typeface="+mj-ea"/>
                <a:cs typeface="+mj-cs"/>
              </a:defRPr>
            </a:lvl1pPr>
          </a:lstStyle>
          <a:p>
            <a:r>
              <a:rPr lang="cs-CZ">
                <a:solidFill>
                  <a:srgbClr val="00557C"/>
                </a:solidFill>
              </a:rPr>
              <a:t>6.5 </a:t>
            </a:r>
            <a:r>
              <a:rPr lang="en-US">
                <a:solidFill>
                  <a:srgbClr val="00557C"/>
                </a:solidFill>
              </a:rPr>
              <a:t>Complete the PO data and Save it</a:t>
            </a:r>
            <a:endParaRPr lang="en-US"/>
          </a:p>
        </p:txBody>
      </p:sp>
      <p:pic>
        <p:nvPicPr>
          <p:cNvPr id="14" name="Picture 13">
            <a:extLst>
              <a:ext uri="{FF2B5EF4-FFF2-40B4-BE49-F238E27FC236}">
                <a16:creationId xmlns:a16="http://schemas.microsoft.com/office/drawing/2014/main" id="{EAC532A1-3FEF-C5D1-C582-A4B34E1E8C41}"/>
              </a:ext>
            </a:extLst>
          </p:cNvPr>
          <p:cNvPicPr>
            <a:picLocks noChangeAspect="1"/>
          </p:cNvPicPr>
          <p:nvPr/>
        </p:nvPicPr>
        <p:blipFill>
          <a:blip r:embed="rId3"/>
          <a:stretch>
            <a:fillRect/>
          </a:stretch>
        </p:blipFill>
        <p:spPr>
          <a:xfrm>
            <a:off x="333321" y="3918544"/>
            <a:ext cx="5762677" cy="2382575"/>
          </a:xfrm>
          <a:prstGeom prst="rect">
            <a:avLst/>
          </a:prstGeom>
          <a:ln>
            <a:solidFill>
              <a:srgbClr val="009999"/>
            </a:solidFill>
          </a:ln>
        </p:spPr>
      </p:pic>
      <p:pic>
        <p:nvPicPr>
          <p:cNvPr id="7" name="Grafik 6">
            <a:extLst>
              <a:ext uri="{FF2B5EF4-FFF2-40B4-BE49-F238E27FC236}">
                <a16:creationId xmlns:a16="http://schemas.microsoft.com/office/drawing/2014/main" id="{0E4590B1-D788-60FF-A111-771665A6734D}"/>
              </a:ext>
            </a:extLst>
          </p:cNvPr>
          <p:cNvPicPr>
            <a:picLocks noChangeAspect="1"/>
          </p:cNvPicPr>
          <p:nvPr/>
        </p:nvPicPr>
        <p:blipFill>
          <a:blip r:embed="rId4"/>
          <a:stretch>
            <a:fillRect/>
          </a:stretch>
        </p:blipFill>
        <p:spPr>
          <a:xfrm>
            <a:off x="333321" y="1255176"/>
            <a:ext cx="5762677" cy="2509737"/>
          </a:xfrm>
          <a:prstGeom prst="rect">
            <a:avLst/>
          </a:prstGeom>
          <a:ln>
            <a:solidFill>
              <a:schemeClr val="accent1"/>
            </a:solidFill>
          </a:ln>
        </p:spPr>
      </p:pic>
    </p:spTree>
    <p:extLst>
      <p:ext uri="{BB962C8B-B14F-4D97-AF65-F5344CB8AC3E}">
        <p14:creationId xmlns:p14="http://schemas.microsoft.com/office/powerpoint/2010/main" val="2695333434"/>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5529AB-7AE0-9C1A-46AD-B09FA763A4FD}"/>
            </a:ext>
          </a:extLst>
        </p:cNvPr>
        <p:cNvGrpSpPr/>
        <p:nvPr/>
      </p:nvGrpSpPr>
      <p:grpSpPr>
        <a:xfrm>
          <a:off x="0" y="0"/>
          <a:ext cx="0" cy="0"/>
          <a:chOff x="0" y="0"/>
          <a:chExt cx="0" cy="0"/>
        </a:xfrm>
      </p:grpSpPr>
      <p:sp>
        <p:nvSpPr>
          <p:cNvPr id="6" name="Rechteck 5">
            <a:extLst>
              <a:ext uri="{FF2B5EF4-FFF2-40B4-BE49-F238E27FC236}">
                <a16:creationId xmlns:a16="http://schemas.microsoft.com/office/drawing/2014/main" id="{C1B531AB-F062-D5B0-DE8E-4F966EC53848}"/>
              </a:ext>
            </a:extLst>
          </p:cNvPr>
          <p:cNvSpPr/>
          <p:nvPr/>
        </p:nvSpPr>
        <p:spPr>
          <a:xfrm>
            <a:off x="6819898" y="2481729"/>
            <a:ext cx="5293637" cy="2421907"/>
          </a:xfrm>
          <a:prstGeom prst="rect">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pPr algn="l"/>
            <a:r>
              <a:rPr lang="en-US" sz="1200" b="1">
                <a:solidFill>
                  <a:schemeClr val="tx1"/>
                </a:solidFill>
              </a:rPr>
              <a:t>Item Detail - Delivery</a:t>
            </a:r>
          </a:p>
          <a:p>
            <a:pPr algn="l"/>
            <a:endParaRPr lang="en-US" sz="1200">
              <a:solidFill>
                <a:schemeClr val="tx1"/>
              </a:solidFill>
            </a:endParaRPr>
          </a:p>
          <a:p>
            <a:pPr algn="l"/>
            <a:r>
              <a:rPr lang="en-US" sz="1200">
                <a:solidFill>
                  <a:schemeClr val="tx1"/>
                </a:solidFill>
              </a:rPr>
              <a:t>By default, the “Goods Receipt” and “GR Non-Valuated” fields will be not selected based on the correct Account Assignment selection.</a:t>
            </a:r>
          </a:p>
          <a:p>
            <a:pPr algn="l"/>
            <a:endParaRPr lang="en-US" sz="1200">
              <a:solidFill>
                <a:schemeClr val="tx1"/>
              </a:solidFill>
            </a:endParaRPr>
          </a:p>
          <a:p>
            <a:pPr algn="l"/>
            <a:r>
              <a:rPr lang="en-US" sz="1200">
                <a:solidFill>
                  <a:schemeClr val="tx1"/>
                </a:solidFill>
              </a:rPr>
              <a:t>Make sure that they are not checked.</a:t>
            </a:r>
            <a:endParaRPr lang="en-US" sz="1100">
              <a:solidFill>
                <a:schemeClr val="tx1"/>
              </a:solidFill>
            </a:endParaRPr>
          </a:p>
        </p:txBody>
      </p:sp>
      <p:sp>
        <p:nvSpPr>
          <p:cNvPr id="8" name="Rechteck 5">
            <a:extLst>
              <a:ext uri="{FF2B5EF4-FFF2-40B4-BE49-F238E27FC236}">
                <a16:creationId xmlns:a16="http://schemas.microsoft.com/office/drawing/2014/main" id="{F7474E80-098F-C2BF-68D4-F360ED2F1F15}"/>
              </a:ext>
            </a:extLst>
          </p:cNvPr>
          <p:cNvSpPr/>
          <p:nvPr/>
        </p:nvSpPr>
        <p:spPr>
          <a:xfrm>
            <a:off x="6819898" y="1663706"/>
            <a:ext cx="5293637" cy="818023"/>
          </a:xfrm>
          <a:prstGeom prst="rect">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pPr marL="0" algn="l" rtl="0" eaLnBrk="1" latinLnBrk="0" hangingPunct="1"/>
            <a:r>
              <a:rPr lang="en-US" sz="1200" b="1" kern="1200">
                <a:solidFill>
                  <a:srgbClr val="000000"/>
                </a:solidFill>
                <a:effectLst/>
                <a:latin typeface="Arial" panose="020B0604020202020204" pitchFamily="34" charset="0"/>
                <a:ea typeface="+mn-ea"/>
                <a:cs typeface="+mn-cs"/>
              </a:rPr>
              <a:t>ME21N – Create Purchase Order</a:t>
            </a:r>
            <a:endParaRPr lang="de-DE" sz="1200">
              <a:effectLst/>
            </a:endParaRPr>
          </a:p>
        </p:txBody>
      </p:sp>
      <p:sp>
        <p:nvSpPr>
          <p:cNvPr id="3" name="TextBox 2">
            <a:extLst>
              <a:ext uri="{FF2B5EF4-FFF2-40B4-BE49-F238E27FC236}">
                <a16:creationId xmlns:a16="http://schemas.microsoft.com/office/drawing/2014/main" id="{4DE8FFDC-7A4F-15F2-28B4-E41563EF862C}"/>
              </a:ext>
            </a:extLst>
          </p:cNvPr>
          <p:cNvSpPr txBox="1"/>
          <p:nvPr/>
        </p:nvSpPr>
        <p:spPr>
          <a:xfrm>
            <a:off x="333322" y="362910"/>
            <a:ext cx="8353478" cy="369332"/>
          </a:xfrm>
          <a:prstGeom prst="rect">
            <a:avLst/>
          </a:prstGeom>
        </p:spPr>
        <p:txBody>
          <a:bodyPr vert="horz" lIns="0" tIns="0" rIns="324000" bIns="14400" rtlCol="0" anchor="b" anchorCtr="0">
            <a:noAutofit/>
          </a:bodyPr>
          <a:lstStyle>
            <a:lvl1pPr>
              <a:lnSpc>
                <a:spcPct val="90000"/>
              </a:lnSpc>
              <a:spcBef>
                <a:spcPct val="0"/>
              </a:spcBef>
              <a:buNone/>
              <a:defRPr sz="2000" b="1">
                <a:solidFill>
                  <a:srgbClr val="00557C"/>
                </a:solidFill>
                <a:latin typeface="+mj-lt"/>
                <a:ea typeface="+mj-ea"/>
                <a:cs typeface="+mj-cs"/>
              </a:defRPr>
            </a:lvl1pPr>
          </a:lstStyle>
          <a:p>
            <a:r>
              <a:rPr lang="cs-CZ">
                <a:solidFill>
                  <a:srgbClr val="00557C"/>
                </a:solidFill>
              </a:rPr>
              <a:t>6.5 </a:t>
            </a:r>
            <a:r>
              <a:rPr lang="en-US">
                <a:solidFill>
                  <a:srgbClr val="00557C"/>
                </a:solidFill>
              </a:rPr>
              <a:t>Complete the PO data and Save it</a:t>
            </a:r>
            <a:endParaRPr lang="en-US"/>
          </a:p>
        </p:txBody>
      </p:sp>
      <p:pic>
        <p:nvPicPr>
          <p:cNvPr id="4" name="Picture 3">
            <a:extLst>
              <a:ext uri="{FF2B5EF4-FFF2-40B4-BE49-F238E27FC236}">
                <a16:creationId xmlns:a16="http://schemas.microsoft.com/office/drawing/2014/main" id="{9699658C-2FFE-3C4D-44C7-9294E70E2C05}"/>
              </a:ext>
            </a:extLst>
          </p:cNvPr>
          <p:cNvPicPr>
            <a:picLocks noChangeAspect="1"/>
          </p:cNvPicPr>
          <p:nvPr/>
        </p:nvPicPr>
        <p:blipFill>
          <a:blip r:embed="rId3"/>
          <a:stretch>
            <a:fillRect/>
          </a:stretch>
        </p:blipFill>
        <p:spPr>
          <a:xfrm>
            <a:off x="271407" y="1847629"/>
            <a:ext cx="5970348" cy="2224641"/>
          </a:xfrm>
          <a:prstGeom prst="rect">
            <a:avLst/>
          </a:prstGeom>
          <a:ln>
            <a:solidFill>
              <a:srgbClr val="009999"/>
            </a:solidFill>
          </a:ln>
        </p:spPr>
      </p:pic>
    </p:spTree>
    <p:extLst>
      <p:ext uri="{BB962C8B-B14F-4D97-AF65-F5344CB8AC3E}">
        <p14:creationId xmlns:p14="http://schemas.microsoft.com/office/powerpoint/2010/main" val="3597653962"/>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5A3F77-7F00-8C00-CDAE-77F13AF689CB}"/>
            </a:ext>
          </a:extLst>
        </p:cNvPr>
        <p:cNvGrpSpPr/>
        <p:nvPr/>
      </p:nvGrpSpPr>
      <p:grpSpPr>
        <a:xfrm>
          <a:off x="0" y="0"/>
          <a:ext cx="0" cy="0"/>
          <a:chOff x="0" y="0"/>
          <a:chExt cx="0" cy="0"/>
        </a:xfrm>
      </p:grpSpPr>
      <p:sp>
        <p:nvSpPr>
          <p:cNvPr id="6" name="Rechteck 5">
            <a:extLst>
              <a:ext uri="{FF2B5EF4-FFF2-40B4-BE49-F238E27FC236}">
                <a16:creationId xmlns:a16="http://schemas.microsoft.com/office/drawing/2014/main" id="{A1D2D0D2-ADAA-3B69-E330-876025928AC0}"/>
              </a:ext>
            </a:extLst>
          </p:cNvPr>
          <p:cNvSpPr/>
          <p:nvPr/>
        </p:nvSpPr>
        <p:spPr>
          <a:xfrm>
            <a:off x="6819899" y="1937441"/>
            <a:ext cx="5293637" cy="3357573"/>
          </a:xfrm>
          <a:prstGeom prst="rect">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pPr algn="l"/>
            <a:r>
              <a:rPr lang="en-US" sz="1200" b="1">
                <a:solidFill>
                  <a:schemeClr val="tx1"/>
                </a:solidFill>
              </a:rPr>
              <a:t>Item Detail – Account Assignment</a:t>
            </a:r>
          </a:p>
          <a:p>
            <a:pPr algn="l"/>
            <a:endParaRPr lang="en-US" sz="1200">
              <a:solidFill>
                <a:schemeClr val="tx1"/>
              </a:solidFill>
            </a:endParaRPr>
          </a:p>
          <a:p>
            <a:pPr algn="l"/>
            <a:r>
              <a:rPr lang="en-US" sz="1200">
                <a:solidFill>
                  <a:schemeClr val="tx1"/>
                </a:solidFill>
              </a:rPr>
              <a:t>Account Assignment tab will behave differently based on the item category.</a:t>
            </a:r>
          </a:p>
          <a:p>
            <a:pPr algn="l"/>
            <a:endParaRPr lang="en-US" sz="1200">
              <a:solidFill>
                <a:schemeClr val="tx1"/>
              </a:solidFill>
            </a:endParaRPr>
          </a:p>
          <a:p>
            <a:pPr marL="228600" indent="-228600" algn="l">
              <a:buFont typeface="+mj-lt"/>
              <a:buAutoNum type="arabicPeriod"/>
            </a:pPr>
            <a:r>
              <a:rPr lang="en-US" sz="1200" b="1">
                <a:solidFill>
                  <a:schemeClr val="tx1"/>
                </a:solidFill>
              </a:rPr>
              <a:t>Standard item category</a:t>
            </a:r>
          </a:p>
          <a:p>
            <a:pPr algn="l"/>
            <a:endParaRPr lang="en-US" sz="1200">
              <a:solidFill>
                <a:schemeClr val="tx1"/>
              </a:solidFill>
            </a:endParaRPr>
          </a:p>
          <a:p>
            <a:pPr algn="l"/>
            <a:r>
              <a:rPr lang="en-US" sz="1200">
                <a:solidFill>
                  <a:schemeClr val="tx1"/>
                </a:solidFill>
              </a:rPr>
              <a:t>Insert the account values (cost center, WBS element or Asset), based on the selected account assignment.</a:t>
            </a:r>
          </a:p>
          <a:p>
            <a:pPr algn="l"/>
            <a:endParaRPr lang="en-US" sz="1200">
              <a:solidFill>
                <a:schemeClr val="tx1"/>
              </a:solidFill>
            </a:endParaRPr>
          </a:p>
          <a:p>
            <a:pPr algn="l"/>
            <a:r>
              <a:rPr lang="en-US" sz="1200">
                <a:solidFill>
                  <a:schemeClr val="tx1"/>
                </a:solidFill>
              </a:rPr>
              <a:t>The recipient will be copied from the PR and a valid user GID has to be inserted based on the following:</a:t>
            </a:r>
          </a:p>
          <a:p>
            <a:pPr marL="628650" lvl="1" indent="-171450">
              <a:buFont typeface="Arial" panose="020B0604020202020204" pitchFamily="34" charset="0"/>
              <a:buChar char="•"/>
            </a:pPr>
            <a:r>
              <a:rPr lang="en-US" sz="1200">
                <a:solidFill>
                  <a:schemeClr val="tx1"/>
                </a:solidFill>
              </a:rPr>
              <a:t>The Recipient will receive the Service Confirmation workflow from VIM (Vendor Invoice Management)</a:t>
            </a:r>
          </a:p>
          <a:p>
            <a:pPr marL="628650" lvl="1" indent="-171450">
              <a:buFont typeface="Arial" panose="020B0604020202020204" pitchFamily="34" charset="0"/>
              <a:buChar char="•"/>
            </a:pPr>
            <a:r>
              <a:rPr lang="en-US" sz="1200">
                <a:solidFill>
                  <a:schemeClr val="tx1"/>
                </a:solidFill>
              </a:rPr>
              <a:t>The Recipient contact data will be printed in the commercial contact section in the PO printout</a:t>
            </a:r>
          </a:p>
        </p:txBody>
      </p:sp>
      <p:sp>
        <p:nvSpPr>
          <p:cNvPr id="8" name="Rechteck 5">
            <a:extLst>
              <a:ext uri="{FF2B5EF4-FFF2-40B4-BE49-F238E27FC236}">
                <a16:creationId xmlns:a16="http://schemas.microsoft.com/office/drawing/2014/main" id="{31002516-EAAE-B432-A907-BE1AF8B21900}"/>
              </a:ext>
            </a:extLst>
          </p:cNvPr>
          <p:cNvSpPr/>
          <p:nvPr/>
        </p:nvSpPr>
        <p:spPr>
          <a:xfrm>
            <a:off x="6819899" y="1136342"/>
            <a:ext cx="5293637" cy="818023"/>
          </a:xfrm>
          <a:prstGeom prst="rect">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pPr marL="0" algn="l" rtl="0" eaLnBrk="1" latinLnBrk="0" hangingPunct="1"/>
            <a:r>
              <a:rPr lang="en-US" sz="1200" b="1" kern="1200">
                <a:solidFill>
                  <a:srgbClr val="000000"/>
                </a:solidFill>
                <a:effectLst/>
                <a:latin typeface="Arial" panose="020B0604020202020204" pitchFamily="34" charset="0"/>
                <a:ea typeface="+mn-ea"/>
                <a:cs typeface="+mn-cs"/>
              </a:rPr>
              <a:t>ME21N – Create Purchase Order</a:t>
            </a:r>
            <a:endParaRPr lang="de-DE" sz="1200">
              <a:effectLst/>
            </a:endParaRPr>
          </a:p>
        </p:txBody>
      </p:sp>
      <p:sp>
        <p:nvSpPr>
          <p:cNvPr id="3" name="TextBox 2">
            <a:extLst>
              <a:ext uri="{FF2B5EF4-FFF2-40B4-BE49-F238E27FC236}">
                <a16:creationId xmlns:a16="http://schemas.microsoft.com/office/drawing/2014/main" id="{E55540F8-F60B-01AF-D02D-E0CCAF08C32D}"/>
              </a:ext>
            </a:extLst>
          </p:cNvPr>
          <p:cNvSpPr txBox="1"/>
          <p:nvPr/>
        </p:nvSpPr>
        <p:spPr>
          <a:xfrm>
            <a:off x="333322" y="362910"/>
            <a:ext cx="8353478" cy="369332"/>
          </a:xfrm>
          <a:prstGeom prst="rect">
            <a:avLst/>
          </a:prstGeom>
        </p:spPr>
        <p:txBody>
          <a:bodyPr vert="horz" lIns="0" tIns="0" rIns="324000" bIns="14400" rtlCol="0" anchor="b" anchorCtr="0">
            <a:noAutofit/>
          </a:bodyPr>
          <a:lstStyle>
            <a:lvl1pPr>
              <a:lnSpc>
                <a:spcPct val="90000"/>
              </a:lnSpc>
              <a:spcBef>
                <a:spcPct val="0"/>
              </a:spcBef>
              <a:buNone/>
              <a:defRPr sz="2000" b="1">
                <a:solidFill>
                  <a:srgbClr val="00557C"/>
                </a:solidFill>
                <a:latin typeface="+mj-lt"/>
                <a:ea typeface="+mj-ea"/>
                <a:cs typeface="+mj-cs"/>
              </a:defRPr>
            </a:lvl1pPr>
          </a:lstStyle>
          <a:p>
            <a:r>
              <a:rPr lang="cs-CZ">
                <a:solidFill>
                  <a:srgbClr val="00557C"/>
                </a:solidFill>
              </a:rPr>
              <a:t>6.5 </a:t>
            </a:r>
            <a:r>
              <a:rPr lang="en-US">
                <a:solidFill>
                  <a:srgbClr val="00557C"/>
                </a:solidFill>
              </a:rPr>
              <a:t>Complete the PO data and Save it</a:t>
            </a:r>
            <a:endParaRPr lang="en-US"/>
          </a:p>
        </p:txBody>
      </p:sp>
      <p:pic>
        <p:nvPicPr>
          <p:cNvPr id="4" name="Picture 3">
            <a:extLst>
              <a:ext uri="{FF2B5EF4-FFF2-40B4-BE49-F238E27FC236}">
                <a16:creationId xmlns:a16="http://schemas.microsoft.com/office/drawing/2014/main" id="{2957D9B3-7968-D59B-8C94-1CF2B7625DB4}"/>
              </a:ext>
            </a:extLst>
          </p:cNvPr>
          <p:cNvPicPr>
            <a:picLocks noChangeAspect="1"/>
          </p:cNvPicPr>
          <p:nvPr/>
        </p:nvPicPr>
        <p:blipFill>
          <a:blip r:embed="rId3"/>
          <a:stretch>
            <a:fillRect/>
          </a:stretch>
        </p:blipFill>
        <p:spPr>
          <a:xfrm>
            <a:off x="78465" y="1417014"/>
            <a:ext cx="6512836" cy="2279087"/>
          </a:xfrm>
          <a:prstGeom prst="rect">
            <a:avLst/>
          </a:prstGeom>
          <a:ln>
            <a:solidFill>
              <a:srgbClr val="009999"/>
            </a:solidFill>
          </a:ln>
        </p:spPr>
      </p:pic>
    </p:spTree>
    <p:extLst>
      <p:ext uri="{BB962C8B-B14F-4D97-AF65-F5344CB8AC3E}">
        <p14:creationId xmlns:p14="http://schemas.microsoft.com/office/powerpoint/2010/main" val="1370306739"/>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824B3E-66F2-AF9A-04E2-6D76E3FA00A4}"/>
            </a:ext>
          </a:extLst>
        </p:cNvPr>
        <p:cNvGrpSpPr/>
        <p:nvPr/>
      </p:nvGrpSpPr>
      <p:grpSpPr>
        <a:xfrm>
          <a:off x="0" y="0"/>
          <a:ext cx="0" cy="0"/>
          <a:chOff x="0" y="0"/>
          <a:chExt cx="0" cy="0"/>
        </a:xfrm>
      </p:grpSpPr>
      <p:sp>
        <p:nvSpPr>
          <p:cNvPr id="6" name="Rechteck 5">
            <a:extLst>
              <a:ext uri="{FF2B5EF4-FFF2-40B4-BE49-F238E27FC236}">
                <a16:creationId xmlns:a16="http://schemas.microsoft.com/office/drawing/2014/main" id="{8A158D34-E1F4-CFA5-398C-9B34F986EAD6}"/>
              </a:ext>
            </a:extLst>
          </p:cNvPr>
          <p:cNvSpPr/>
          <p:nvPr/>
        </p:nvSpPr>
        <p:spPr>
          <a:xfrm>
            <a:off x="6819899" y="1937441"/>
            <a:ext cx="5293637" cy="4557649"/>
          </a:xfrm>
          <a:prstGeom prst="rect">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pPr algn="l"/>
            <a:r>
              <a:rPr lang="en-US" sz="1200" b="1">
                <a:solidFill>
                  <a:schemeClr val="tx1"/>
                </a:solidFill>
              </a:rPr>
              <a:t>Item Detail – Account Assignment</a:t>
            </a:r>
          </a:p>
          <a:p>
            <a:pPr algn="l"/>
            <a:endParaRPr lang="en-US" sz="1200">
              <a:solidFill>
                <a:schemeClr val="tx1"/>
              </a:solidFill>
            </a:endParaRPr>
          </a:p>
          <a:p>
            <a:pPr algn="l"/>
            <a:r>
              <a:rPr lang="en-US" sz="1200">
                <a:solidFill>
                  <a:schemeClr val="tx1"/>
                </a:solidFill>
              </a:rPr>
              <a:t>Account Assignment tab will behave differently based on the item category.</a:t>
            </a:r>
          </a:p>
          <a:p>
            <a:pPr algn="l"/>
            <a:endParaRPr lang="en-US" sz="1200">
              <a:solidFill>
                <a:schemeClr val="tx1"/>
              </a:solidFill>
            </a:endParaRPr>
          </a:p>
          <a:p>
            <a:pPr marL="228600" indent="-228600" algn="l">
              <a:buFont typeface="+mj-lt"/>
              <a:buAutoNum type="arabicPeriod" startAt="2"/>
            </a:pPr>
            <a:r>
              <a:rPr lang="en-US" sz="1200" b="1">
                <a:solidFill>
                  <a:schemeClr val="tx1"/>
                </a:solidFill>
              </a:rPr>
              <a:t>B - Limit item category</a:t>
            </a:r>
          </a:p>
          <a:p>
            <a:pPr algn="l"/>
            <a:endParaRPr lang="en-US" sz="1200">
              <a:solidFill>
                <a:schemeClr val="tx1"/>
              </a:solidFill>
            </a:endParaRPr>
          </a:p>
          <a:p>
            <a:pPr algn="l"/>
            <a:r>
              <a:rPr lang="en-US" sz="1200">
                <a:solidFill>
                  <a:schemeClr val="tx1"/>
                </a:solidFill>
              </a:rPr>
              <a:t>Account Assignment tab will be display only and the account values will be inserted in the “Limit” tab.</a:t>
            </a:r>
          </a:p>
          <a:p>
            <a:pPr marL="685800" lvl="1" indent="-228600">
              <a:buFont typeface="+mj-lt"/>
              <a:buAutoNum type="arabicPeriod"/>
            </a:pPr>
            <a:r>
              <a:rPr lang="en-US" sz="1200">
                <a:solidFill>
                  <a:schemeClr val="tx1"/>
                </a:solidFill>
              </a:rPr>
              <a:t>Click on (       ) account assignment icon</a:t>
            </a:r>
          </a:p>
          <a:p>
            <a:pPr marL="685800" lvl="1" indent="-228600">
              <a:buFont typeface="+mj-lt"/>
              <a:buAutoNum type="arabicPeriod"/>
            </a:pPr>
            <a:r>
              <a:rPr lang="en-US" sz="1200">
                <a:solidFill>
                  <a:schemeClr val="tx1"/>
                </a:solidFill>
              </a:rPr>
              <a:t>Insert the account</a:t>
            </a:r>
            <a:r>
              <a:rPr lang="cs-CZ" sz="1200">
                <a:solidFill>
                  <a:schemeClr val="tx1"/>
                </a:solidFill>
              </a:rPr>
              <a:t> assignment category</a:t>
            </a:r>
            <a:endParaRPr lang="en-US" sz="1200">
              <a:solidFill>
                <a:schemeClr val="tx1"/>
              </a:solidFill>
            </a:endParaRPr>
          </a:p>
          <a:p>
            <a:pPr marL="685800" lvl="1" indent="-228600">
              <a:buFont typeface="+mj-lt"/>
              <a:buAutoNum type="arabicPeriod"/>
            </a:pPr>
            <a:endParaRPr lang="en-US" sz="1200">
              <a:solidFill>
                <a:schemeClr val="tx1"/>
              </a:solidFill>
            </a:endParaRPr>
          </a:p>
          <a:p>
            <a:r>
              <a:rPr lang="en-US" sz="1200">
                <a:solidFill>
                  <a:schemeClr val="tx1"/>
                </a:solidFill>
              </a:rPr>
              <a:t> In this case the only the Recipient </a:t>
            </a:r>
            <a:r>
              <a:rPr lang="cs-CZ" sz="1200">
                <a:solidFill>
                  <a:schemeClr val="tx1"/>
                </a:solidFill>
              </a:rPr>
              <a:t>field</a:t>
            </a:r>
            <a:r>
              <a:rPr lang="en-US" sz="1200">
                <a:solidFill>
                  <a:schemeClr val="tx1"/>
                </a:solidFill>
              </a:rPr>
              <a:t> could be empty and based on that</a:t>
            </a:r>
          </a:p>
          <a:p>
            <a:pPr marL="628650" lvl="1" indent="-171450">
              <a:buFont typeface="Arial" panose="020B0604020202020204" pitchFamily="34" charset="0"/>
              <a:buChar char="•"/>
            </a:pPr>
            <a:r>
              <a:rPr lang="en-US" sz="1200">
                <a:solidFill>
                  <a:schemeClr val="tx1"/>
                </a:solidFill>
              </a:rPr>
              <a:t>The Service Confirmation workflow from VIM (Vendor Invoice Management) will be sent to the user GID maintained in the Requisitioner field</a:t>
            </a:r>
            <a:endParaRPr lang="cs-CZ" sz="1200">
              <a:solidFill>
                <a:schemeClr val="tx1"/>
              </a:solidFill>
            </a:endParaRPr>
          </a:p>
          <a:p>
            <a:pPr lvl="1"/>
            <a:endParaRPr lang="cs-CZ" sz="1200">
              <a:solidFill>
                <a:schemeClr val="tx1"/>
              </a:solidFill>
            </a:endParaRPr>
          </a:p>
          <a:p>
            <a:pPr lvl="1"/>
            <a:endParaRPr lang="cs-CZ" sz="1200">
              <a:solidFill>
                <a:schemeClr val="tx1"/>
              </a:solidFill>
            </a:endParaRPr>
          </a:p>
          <a:p>
            <a:pPr lvl="1"/>
            <a:endParaRPr lang="cs-CZ" sz="1200">
              <a:solidFill>
                <a:schemeClr val="tx1"/>
              </a:solidFill>
            </a:endParaRPr>
          </a:p>
          <a:p>
            <a:pPr lvl="1"/>
            <a:endParaRPr lang="cs-CZ" sz="1200">
              <a:solidFill>
                <a:schemeClr val="tx1"/>
              </a:solidFill>
            </a:endParaRPr>
          </a:p>
          <a:p>
            <a:pPr lvl="1"/>
            <a:endParaRPr lang="cs-CZ" sz="1200">
              <a:solidFill>
                <a:schemeClr val="tx1"/>
              </a:solidFill>
            </a:endParaRPr>
          </a:p>
          <a:p>
            <a:pPr lvl="1"/>
            <a:endParaRPr lang="en-US" sz="1200">
              <a:solidFill>
                <a:schemeClr val="tx1"/>
              </a:solidFill>
            </a:endParaRPr>
          </a:p>
          <a:p>
            <a:pPr marL="628650" lvl="1" indent="-171450">
              <a:buFont typeface="Arial" panose="020B0604020202020204" pitchFamily="34" charset="0"/>
              <a:buChar char="•"/>
            </a:pPr>
            <a:r>
              <a:rPr lang="en-US" sz="1200">
                <a:solidFill>
                  <a:schemeClr val="tx1"/>
                </a:solidFill>
              </a:rPr>
              <a:t>The Purchasing Group contact data will be printed in the commercial contact section in the PO printout</a:t>
            </a:r>
          </a:p>
        </p:txBody>
      </p:sp>
      <p:sp>
        <p:nvSpPr>
          <p:cNvPr id="8" name="Rechteck 5">
            <a:extLst>
              <a:ext uri="{FF2B5EF4-FFF2-40B4-BE49-F238E27FC236}">
                <a16:creationId xmlns:a16="http://schemas.microsoft.com/office/drawing/2014/main" id="{C7195118-A23D-B121-D7EA-A446124C95BE}"/>
              </a:ext>
            </a:extLst>
          </p:cNvPr>
          <p:cNvSpPr/>
          <p:nvPr/>
        </p:nvSpPr>
        <p:spPr>
          <a:xfrm>
            <a:off x="6819899" y="1136342"/>
            <a:ext cx="5293637" cy="818023"/>
          </a:xfrm>
          <a:prstGeom prst="rect">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pPr marL="0" algn="l" rtl="0" eaLnBrk="1" latinLnBrk="0" hangingPunct="1"/>
            <a:r>
              <a:rPr lang="en-US" sz="1200" b="1" kern="1200">
                <a:solidFill>
                  <a:srgbClr val="000000"/>
                </a:solidFill>
                <a:effectLst/>
                <a:latin typeface="Arial" panose="020B0604020202020204" pitchFamily="34" charset="0"/>
                <a:ea typeface="+mn-ea"/>
                <a:cs typeface="+mn-cs"/>
              </a:rPr>
              <a:t>ME21N – Create Purchase Order</a:t>
            </a:r>
            <a:endParaRPr lang="de-DE" sz="1200">
              <a:effectLst/>
            </a:endParaRPr>
          </a:p>
        </p:txBody>
      </p:sp>
      <p:sp>
        <p:nvSpPr>
          <p:cNvPr id="3" name="TextBox 2">
            <a:extLst>
              <a:ext uri="{FF2B5EF4-FFF2-40B4-BE49-F238E27FC236}">
                <a16:creationId xmlns:a16="http://schemas.microsoft.com/office/drawing/2014/main" id="{27094B89-5DCD-6C0C-9CB2-967B66A74E1D}"/>
              </a:ext>
            </a:extLst>
          </p:cNvPr>
          <p:cNvSpPr txBox="1"/>
          <p:nvPr/>
        </p:nvSpPr>
        <p:spPr>
          <a:xfrm>
            <a:off x="333322" y="362910"/>
            <a:ext cx="8353478" cy="369332"/>
          </a:xfrm>
          <a:prstGeom prst="rect">
            <a:avLst/>
          </a:prstGeom>
        </p:spPr>
        <p:txBody>
          <a:bodyPr vert="horz" lIns="0" tIns="0" rIns="324000" bIns="14400" rtlCol="0" anchor="b" anchorCtr="0">
            <a:noAutofit/>
          </a:bodyPr>
          <a:lstStyle>
            <a:lvl1pPr>
              <a:lnSpc>
                <a:spcPct val="90000"/>
              </a:lnSpc>
              <a:spcBef>
                <a:spcPct val="0"/>
              </a:spcBef>
              <a:buNone/>
              <a:defRPr sz="2000" b="1">
                <a:solidFill>
                  <a:srgbClr val="00557C"/>
                </a:solidFill>
                <a:latin typeface="+mj-lt"/>
                <a:ea typeface="+mj-ea"/>
                <a:cs typeface="+mj-cs"/>
              </a:defRPr>
            </a:lvl1pPr>
          </a:lstStyle>
          <a:p>
            <a:r>
              <a:rPr lang="cs-CZ">
                <a:solidFill>
                  <a:srgbClr val="00557C"/>
                </a:solidFill>
              </a:rPr>
              <a:t>6.5 </a:t>
            </a:r>
            <a:r>
              <a:rPr lang="en-US">
                <a:solidFill>
                  <a:srgbClr val="00557C"/>
                </a:solidFill>
              </a:rPr>
              <a:t>Complete the PO data and Save it</a:t>
            </a:r>
            <a:endParaRPr lang="en-US"/>
          </a:p>
        </p:txBody>
      </p:sp>
      <p:pic>
        <p:nvPicPr>
          <p:cNvPr id="9" name="Picture 8">
            <a:extLst>
              <a:ext uri="{FF2B5EF4-FFF2-40B4-BE49-F238E27FC236}">
                <a16:creationId xmlns:a16="http://schemas.microsoft.com/office/drawing/2014/main" id="{E8BE298C-366A-DBE8-F266-A83C6B2D1E31}"/>
              </a:ext>
            </a:extLst>
          </p:cNvPr>
          <p:cNvPicPr>
            <a:picLocks noChangeAspect="1"/>
          </p:cNvPicPr>
          <p:nvPr/>
        </p:nvPicPr>
        <p:blipFill>
          <a:blip r:embed="rId3"/>
          <a:stretch>
            <a:fillRect/>
          </a:stretch>
        </p:blipFill>
        <p:spPr>
          <a:xfrm>
            <a:off x="8265133" y="3460899"/>
            <a:ext cx="276264" cy="238158"/>
          </a:xfrm>
          <a:prstGeom prst="rect">
            <a:avLst/>
          </a:prstGeom>
        </p:spPr>
      </p:pic>
      <p:pic>
        <p:nvPicPr>
          <p:cNvPr id="5" name="Picture 4">
            <a:extLst>
              <a:ext uri="{FF2B5EF4-FFF2-40B4-BE49-F238E27FC236}">
                <a16:creationId xmlns:a16="http://schemas.microsoft.com/office/drawing/2014/main" id="{D42958A7-86B5-4C04-07A3-D6CD28E8E65D}"/>
              </a:ext>
            </a:extLst>
          </p:cNvPr>
          <p:cNvPicPr>
            <a:picLocks noChangeAspect="1"/>
          </p:cNvPicPr>
          <p:nvPr/>
        </p:nvPicPr>
        <p:blipFill>
          <a:blip r:embed="rId4"/>
          <a:stretch>
            <a:fillRect/>
          </a:stretch>
        </p:blipFill>
        <p:spPr>
          <a:xfrm>
            <a:off x="392067" y="1087589"/>
            <a:ext cx="5705215" cy="2762525"/>
          </a:xfrm>
          <a:prstGeom prst="rect">
            <a:avLst/>
          </a:prstGeom>
          <a:ln>
            <a:solidFill>
              <a:srgbClr val="009999"/>
            </a:solidFill>
          </a:ln>
        </p:spPr>
      </p:pic>
      <p:pic>
        <p:nvPicPr>
          <p:cNvPr id="10" name="Picture 9">
            <a:extLst>
              <a:ext uri="{FF2B5EF4-FFF2-40B4-BE49-F238E27FC236}">
                <a16:creationId xmlns:a16="http://schemas.microsoft.com/office/drawing/2014/main" id="{5F38AEDF-0040-AEE4-06CC-D7593BE4FA63}"/>
              </a:ext>
            </a:extLst>
          </p:cNvPr>
          <p:cNvPicPr>
            <a:picLocks noChangeAspect="1"/>
          </p:cNvPicPr>
          <p:nvPr/>
        </p:nvPicPr>
        <p:blipFill>
          <a:blip r:embed="rId5"/>
          <a:stretch>
            <a:fillRect/>
          </a:stretch>
        </p:blipFill>
        <p:spPr>
          <a:xfrm>
            <a:off x="227755" y="4014855"/>
            <a:ext cx="6429655" cy="2480235"/>
          </a:xfrm>
          <a:prstGeom prst="rect">
            <a:avLst/>
          </a:prstGeom>
          <a:ln>
            <a:solidFill>
              <a:srgbClr val="009999"/>
            </a:solidFill>
          </a:ln>
        </p:spPr>
      </p:pic>
      <p:pic>
        <p:nvPicPr>
          <p:cNvPr id="4" name="Grafik 3">
            <a:extLst>
              <a:ext uri="{FF2B5EF4-FFF2-40B4-BE49-F238E27FC236}">
                <a16:creationId xmlns:a16="http://schemas.microsoft.com/office/drawing/2014/main" id="{84B849EF-882F-EA00-87E6-8497CCD02A18}"/>
              </a:ext>
            </a:extLst>
          </p:cNvPr>
          <p:cNvPicPr>
            <a:picLocks noChangeAspect="1"/>
          </p:cNvPicPr>
          <p:nvPr/>
        </p:nvPicPr>
        <p:blipFill>
          <a:blip r:embed="rId6"/>
          <a:stretch>
            <a:fillRect/>
          </a:stretch>
        </p:blipFill>
        <p:spPr>
          <a:xfrm>
            <a:off x="6898584" y="4814444"/>
            <a:ext cx="5136266" cy="881056"/>
          </a:xfrm>
          <a:prstGeom prst="rect">
            <a:avLst/>
          </a:prstGeom>
        </p:spPr>
      </p:pic>
    </p:spTree>
    <p:extLst>
      <p:ext uri="{BB962C8B-B14F-4D97-AF65-F5344CB8AC3E}">
        <p14:creationId xmlns:p14="http://schemas.microsoft.com/office/powerpoint/2010/main" val="2891162655"/>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DE0553-11C5-4468-686D-7C6209F861F1}"/>
            </a:ext>
          </a:extLst>
        </p:cNvPr>
        <p:cNvGrpSpPr/>
        <p:nvPr/>
      </p:nvGrpSpPr>
      <p:grpSpPr>
        <a:xfrm>
          <a:off x="0" y="0"/>
          <a:ext cx="0" cy="0"/>
          <a:chOff x="0" y="0"/>
          <a:chExt cx="0" cy="0"/>
        </a:xfrm>
      </p:grpSpPr>
      <p:sp>
        <p:nvSpPr>
          <p:cNvPr id="6" name="Rechteck 5">
            <a:extLst>
              <a:ext uri="{FF2B5EF4-FFF2-40B4-BE49-F238E27FC236}">
                <a16:creationId xmlns:a16="http://schemas.microsoft.com/office/drawing/2014/main" id="{06A4CC4C-8B43-7CE4-BEDF-E2C192CDBE51}"/>
              </a:ext>
            </a:extLst>
          </p:cNvPr>
          <p:cNvSpPr/>
          <p:nvPr/>
        </p:nvSpPr>
        <p:spPr>
          <a:xfrm>
            <a:off x="6819899" y="1937441"/>
            <a:ext cx="5293637" cy="4557649"/>
          </a:xfrm>
          <a:prstGeom prst="rect">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pPr algn="l"/>
            <a:r>
              <a:rPr lang="en-US" sz="1200" b="1">
                <a:solidFill>
                  <a:schemeClr val="tx1"/>
                </a:solidFill>
              </a:rPr>
              <a:t>Item Detail – Account Assignment</a:t>
            </a:r>
            <a:endParaRPr lang="cs-CZ" sz="1200" b="1">
              <a:solidFill>
                <a:schemeClr val="tx1"/>
              </a:solidFill>
            </a:endParaRPr>
          </a:p>
          <a:p>
            <a:pPr marL="685800" lvl="1" indent="-228600">
              <a:buFont typeface="Arial" panose="020B0604020202020204" pitchFamily="34" charset="0"/>
              <a:buChar char="•"/>
            </a:pPr>
            <a:r>
              <a:rPr lang="cs-CZ" sz="1200" err="1">
                <a:solidFill>
                  <a:schemeClr val="tx1"/>
                </a:solidFill>
              </a:rPr>
              <a:t>Multiple</a:t>
            </a:r>
            <a:r>
              <a:rPr lang="cs-CZ" sz="1200">
                <a:solidFill>
                  <a:schemeClr val="tx1"/>
                </a:solidFill>
              </a:rPr>
              <a:t> </a:t>
            </a:r>
            <a:r>
              <a:rPr lang="cs-CZ" sz="1200" err="1">
                <a:solidFill>
                  <a:schemeClr val="tx1"/>
                </a:solidFill>
              </a:rPr>
              <a:t>Account</a:t>
            </a:r>
            <a:r>
              <a:rPr lang="cs-CZ" sz="1200">
                <a:solidFill>
                  <a:schemeClr val="tx1"/>
                </a:solidFill>
              </a:rPr>
              <a:t> </a:t>
            </a:r>
            <a:r>
              <a:rPr lang="cs-CZ" sz="1200" err="1">
                <a:solidFill>
                  <a:schemeClr val="tx1"/>
                </a:solidFill>
              </a:rPr>
              <a:t>Assignment</a:t>
            </a:r>
            <a:r>
              <a:rPr lang="cs-CZ" sz="1200">
                <a:solidFill>
                  <a:schemeClr val="tx1"/>
                </a:solidFill>
              </a:rPr>
              <a:t> </a:t>
            </a:r>
            <a:r>
              <a:rPr lang="cs-CZ" sz="1200" err="1">
                <a:solidFill>
                  <a:schemeClr val="tx1"/>
                </a:solidFill>
              </a:rPr>
              <a:t>required</a:t>
            </a:r>
            <a:r>
              <a:rPr lang="cs-CZ" sz="1200">
                <a:solidFill>
                  <a:schemeClr val="tx1"/>
                </a:solidFill>
              </a:rPr>
              <a:t> =&gt; </a:t>
            </a:r>
            <a:r>
              <a:rPr lang="cs-CZ" sz="1200" err="1">
                <a:solidFill>
                  <a:schemeClr val="tx1"/>
                </a:solidFill>
              </a:rPr>
              <a:t>click</a:t>
            </a:r>
            <a:r>
              <a:rPr lang="cs-CZ" sz="1200">
                <a:solidFill>
                  <a:schemeClr val="tx1"/>
                </a:solidFill>
              </a:rPr>
              <a:t> on </a:t>
            </a:r>
            <a:r>
              <a:rPr lang="cs-CZ" sz="1200" err="1">
                <a:solidFill>
                  <a:schemeClr val="tx1"/>
                </a:solidFill>
              </a:rPr>
              <a:t>the</a:t>
            </a:r>
            <a:r>
              <a:rPr lang="cs-CZ" sz="1200">
                <a:solidFill>
                  <a:schemeClr val="tx1"/>
                </a:solidFill>
              </a:rPr>
              <a:t> </a:t>
            </a:r>
            <a:r>
              <a:rPr lang="cs-CZ" sz="1200" err="1">
                <a:solidFill>
                  <a:schemeClr val="tx1"/>
                </a:solidFill>
              </a:rPr>
              <a:t>button</a:t>
            </a:r>
            <a:r>
              <a:rPr lang="cs-CZ" sz="1200">
                <a:solidFill>
                  <a:schemeClr val="tx1"/>
                </a:solidFill>
              </a:rPr>
              <a:t> </a:t>
            </a:r>
          </a:p>
          <a:p>
            <a:pPr marL="685800" lvl="1" indent="-228600">
              <a:buFont typeface="Arial" panose="020B0604020202020204" pitchFamily="34" charset="0"/>
              <a:buChar char="•"/>
            </a:pPr>
            <a:r>
              <a:rPr lang="cs-CZ" sz="1200" err="1">
                <a:solidFill>
                  <a:schemeClr val="tx1"/>
                </a:solidFill>
              </a:rPr>
              <a:t>Field</a:t>
            </a:r>
            <a:r>
              <a:rPr lang="cs-CZ" sz="1200">
                <a:solidFill>
                  <a:schemeClr val="tx1"/>
                </a:solidFill>
              </a:rPr>
              <a:t> „</a:t>
            </a:r>
            <a:r>
              <a:rPr lang="cs-CZ" sz="1200" err="1">
                <a:solidFill>
                  <a:schemeClr val="tx1"/>
                </a:solidFill>
              </a:rPr>
              <a:t>Distribution</a:t>
            </a:r>
            <a:r>
              <a:rPr lang="cs-CZ" sz="1200">
                <a:solidFill>
                  <a:schemeClr val="tx1"/>
                </a:solidFill>
              </a:rPr>
              <a:t>“ </a:t>
            </a:r>
            <a:r>
              <a:rPr lang="cs-CZ" sz="1200" err="1">
                <a:solidFill>
                  <a:schemeClr val="tx1"/>
                </a:solidFill>
              </a:rPr>
              <a:t>wil</a:t>
            </a:r>
            <a:r>
              <a:rPr lang="cs-CZ" sz="1200">
                <a:solidFill>
                  <a:schemeClr val="tx1"/>
                </a:solidFill>
              </a:rPr>
              <a:t> </a:t>
            </a:r>
            <a:r>
              <a:rPr lang="cs-CZ" sz="1200" err="1">
                <a:solidFill>
                  <a:schemeClr val="tx1"/>
                </a:solidFill>
              </a:rPr>
              <a:t>be</a:t>
            </a:r>
            <a:r>
              <a:rPr lang="cs-CZ" sz="1200">
                <a:solidFill>
                  <a:schemeClr val="tx1"/>
                </a:solidFill>
              </a:rPr>
              <a:t> </a:t>
            </a:r>
            <a:r>
              <a:rPr lang="cs-CZ" sz="1200" err="1">
                <a:solidFill>
                  <a:schemeClr val="tx1"/>
                </a:solidFill>
              </a:rPr>
              <a:t>activated</a:t>
            </a:r>
            <a:endParaRPr lang="en-US" sz="1200">
              <a:solidFill>
                <a:schemeClr val="tx1"/>
              </a:solidFill>
            </a:endParaRPr>
          </a:p>
          <a:p>
            <a:pPr algn="l"/>
            <a:endParaRPr lang="en-US" sz="1200" b="1">
              <a:solidFill>
                <a:schemeClr val="tx1"/>
              </a:solidFill>
            </a:endParaRPr>
          </a:p>
          <a:p>
            <a:pPr algn="l"/>
            <a:endParaRPr lang="en-US" sz="1200">
              <a:solidFill>
                <a:schemeClr val="tx1"/>
              </a:solidFill>
            </a:endParaRPr>
          </a:p>
        </p:txBody>
      </p:sp>
      <p:sp>
        <p:nvSpPr>
          <p:cNvPr id="8" name="Rechteck 5">
            <a:extLst>
              <a:ext uri="{FF2B5EF4-FFF2-40B4-BE49-F238E27FC236}">
                <a16:creationId xmlns:a16="http://schemas.microsoft.com/office/drawing/2014/main" id="{5D2F3EEE-9D41-E573-1728-6673C3ED5A70}"/>
              </a:ext>
            </a:extLst>
          </p:cNvPr>
          <p:cNvSpPr/>
          <p:nvPr/>
        </p:nvSpPr>
        <p:spPr>
          <a:xfrm>
            <a:off x="6819899" y="1136342"/>
            <a:ext cx="5293637" cy="818023"/>
          </a:xfrm>
          <a:prstGeom prst="rect">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pPr marL="0" algn="l" rtl="0" eaLnBrk="1" latinLnBrk="0" hangingPunct="1"/>
            <a:r>
              <a:rPr lang="en-US" sz="1200" b="1" kern="1200">
                <a:solidFill>
                  <a:srgbClr val="000000"/>
                </a:solidFill>
                <a:effectLst/>
                <a:latin typeface="Arial" panose="020B0604020202020204" pitchFamily="34" charset="0"/>
                <a:ea typeface="+mn-ea"/>
                <a:cs typeface="+mn-cs"/>
              </a:rPr>
              <a:t>ME21N – Create Purchase Order</a:t>
            </a:r>
            <a:endParaRPr lang="de-DE" sz="1200">
              <a:effectLst/>
            </a:endParaRPr>
          </a:p>
        </p:txBody>
      </p:sp>
      <p:sp>
        <p:nvSpPr>
          <p:cNvPr id="3" name="TextBox 2">
            <a:extLst>
              <a:ext uri="{FF2B5EF4-FFF2-40B4-BE49-F238E27FC236}">
                <a16:creationId xmlns:a16="http://schemas.microsoft.com/office/drawing/2014/main" id="{0D26DB05-2245-8918-1761-BF7380ABCFA8}"/>
              </a:ext>
            </a:extLst>
          </p:cNvPr>
          <p:cNvSpPr txBox="1"/>
          <p:nvPr/>
        </p:nvSpPr>
        <p:spPr>
          <a:xfrm>
            <a:off x="333322" y="362910"/>
            <a:ext cx="8353478" cy="369332"/>
          </a:xfrm>
          <a:prstGeom prst="rect">
            <a:avLst/>
          </a:prstGeom>
        </p:spPr>
        <p:txBody>
          <a:bodyPr vert="horz" lIns="0" tIns="0" rIns="324000" bIns="14400" rtlCol="0" anchor="b" anchorCtr="0">
            <a:noAutofit/>
          </a:bodyPr>
          <a:lstStyle>
            <a:lvl1pPr>
              <a:lnSpc>
                <a:spcPct val="90000"/>
              </a:lnSpc>
              <a:spcBef>
                <a:spcPct val="0"/>
              </a:spcBef>
              <a:buNone/>
              <a:defRPr sz="2000" b="1">
                <a:solidFill>
                  <a:srgbClr val="00557C"/>
                </a:solidFill>
                <a:latin typeface="+mj-lt"/>
                <a:ea typeface="+mj-ea"/>
                <a:cs typeface="+mj-cs"/>
              </a:defRPr>
            </a:lvl1pPr>
          </a:lstStyle>
          <a:p>
            <a:r>
              <a:rPr lang="cs-CZ">
                <a:solidFill>
                  <a:srgbClr val="00557C"/>
                </a:solidFill>
              </a:rPr>
              <a:t>6.5 </a:t>
            </a:r>
            <a:r>
              <a:rPr lang="en-US">
                <a:solidFill>
                  <a:srgbClr val="00557C"/>
                </a:solidFill>
              </a:rPr>
              <a:t>Complete the PO data and Save it</a:t>
            </a:r>
            <a:endParaRPr lang="en-US"/>
          </a:p>
        </p:txBody>
      </p:sp>
      <p:pic>
        <p:nvPicPr>
          <p:cNvPr id="7" name="Grafik 6">
            <a:extLst>
              <a:ext uri="{FF2B5EF4-FFF2-40B4-BE49-F238E27FC236}">
                <a16:creationId xmlns:a16="http://schemas.microsoft.com/office/drawing/2014/main" id="{1AC9712F-1AB8-04EE-AA6C-BE9CD2256B9C}"/>
              </a:ext>
            </a:extLst>
          </p:cNvPr>
          <p:cNvPicPr>
            <a:picLocks noChangeAspect="1"/>
          </p:cNvPicPr>
          <p:nvPr/>
        </p:nvPicPr>
        <p:blipFill>
          <a:blip r:embed="rId3"/>
          <a:stretch>
            <a:fillRect/>
          </a:stretch>
        </p:blipFill>
        <p:spPr>
          <a:xfrm>
            <a:off x="170031" y="956722"/>
            <a:ext cx="6548644" cy="1747567"/>
          </a:xfrm>
          <a:prstGeom prst="rect">
            <a:avLst/>
          </a:prstGeom>
        </p:spPr>
      </p:pic>
      <p:pic>
        <p:nvPicPr>
          <p:cNvPr id="12" name="Grafik 11">
            <a:extLst>
              <a:ext uri="{FF2B5EF4-FFF2-40B4-BE49-F238E27FC236}">
                <a16:creationId xmlns:a16="http://schemas.microsoft.com/office/drawing/2014/main" id="{1E2F689D-F00E-1A2B-D609-AAE30C5E4604}"/>
              </a:ext>
            </a:extLst>
          </p:cNvPr>
          <p:cNvPicPr>
            <a:picLocks noChangeAspect="1"/>
          </p:cNvPicPr>
          <p:nvPr/>
        </p:nvPicPr>
        <p:blipFill>
          <a:blip r:embed="rId4"/>
          <a:stretch>
            <a:fillRect/>
          </a:stretch>
        </p:blipFill>
        <p:spPr>
          <a:xfrm>
            <a:off x="482456" y="2790466"/>
            <a:ext cx="6236219" cy="1579023"/>
          </a:xfrm>
          <a:prstGeom prst="rect">
            <a:avLst/>
          </a:prstGeom>
        </p:spPr>
      </p:pic>
      <p:pic>
        <p:nvPicPr>
          <p:cNvPr id="2" name="Grafik 1">
            <a:extLst>
              <a:ext uri="{FF2B5EF4-FFF2-40B4-BE49-F238E27FC236}">
                <a16:creationId xmlns:a16="http://schemas.microsoft.com/office/drawing/2014/main" id="{E2BC2DA5-F240-F1A8-D8C4-CEE4761A4DA6}"/>
              </a:ext>
            </a:extLst>
          </p:cNvPr>
          <p:cNvPicPr>
            <a:picLocks noChangeAspect="1"/>
          </p:cNvPicPr>
          <p:nvPr/>
        </p:nvPicPr>
        <p:blipFill>
          <a:blip r:embed="rId5"/>
          <a:stretch>
            <a:fillRect/>
          </a:stretch>
        </p:blipFill>
        <p:spPr>
          <a:xfrm>
            <a:off x="11674477" y="2159763"/>
            <a:ext cx="243861" cy="236240"/>
          </a:xfrm>
          <a:prstGeom prst="rect">
            <a:avLst/>
          </a:prstGeom>
        </p:spPr>
      </p:pic>
    </p:spTree>
    <p:extLst>
      <p:ext uri="{BB962C8B-B14F-4D97-AF65-F5344CB8AC3E}">
        <p14:creationId xmlns:p14="http://schemas.microsoft.com/office/powerpoint/2010/main" val="953979205"/>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34C0D3-3726-9FA2-04F8-E9493A6DD3DE}"/>
            </a:ext>
          </a:extLst>
        </p:cNvPr>
        <p:cNvGrpSpPr/>
        <p:nvPr/>
      </p:nvGrpSpPr>
      <p:grpSpPr>
        <a:xfrm>
          <a:off x="0" y="0"/>
          <a:ext cx="0" cy="0"/>
          <a:chOff x="0" y="0"/>
          <a:chExt cx="0" cy="0"/>
        </a:xfrm>
      </p:grpSpPr>
      <p:sp>
        <p:nvSpPr>
          <p:cNvPr id="6" name="Rechteck 5">
            <a:extLst>
              <a:ext uri="{FF2B5EF4-FFF2-40B4-BE49-F238E27FC236}">
                <a16:creationId xmlns:a16="http://schemas.microsoft.com/office/drawing/2014/main" id="{93252D7A-E1C9-CC22-0975-EC026D52ACC9}"/>
              </a:ext>
            </a:extLst>
          </p:cNvPr>
          <p:cNvSpPr/>
          <p:nvPr/>
        </p:nvSpPr>
        <p:spPr>
          <a:xfrm>
            <a:off x="7106478" y="2422578"/>
            <a:ext cx="5007056" cy="2358112"/>
          </a:xfrm>
          <a:prstGeom prst="rect">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pPr algn="l"/>
            <a:r>
              <a:rPr lang="en-US" sz="1200" b="1">
                <a:solidFill>
                  <a:schemeClr val="tx1"/>
                </a:solidFill>
              </a:rPr>
              <a:t>Item Detail – Confirmations</a:t>
            </a:r>
          </a:p>
          <a:p>
            <a:pPr algn="l"/>
            <a:endParaRPr lang="en-US" sz="1200">
              <a:solidFill>
                <a:schemeClr val="tx1"/>
              </a:solidFill>
              <a:highlight>
                <a:srgbClr val="FFFF00"/>
              </a:highlight>
            </a:endParaRPr>
          </a:p>
          <a:p>
            <a:pPr algn="l"/>
            <a:r>
              <a:rPr lang="en-US" sz="1200">
                <a:solidFill>
                  <a:schemeClr val="tx1"/>
                </a:solidFill>
              </a:rPr>
              <a:t>Insert the Confirmation Control Key “Y004 – Direct Conf.”, if a vendor response is required</a:t>
            </a:r>
          </a:p>
          <a:p>
            <a:pPr marL="228600" indent="-228600" algn="l">
              <a:buFont typeface="+mj-lt"/>
              <a:buAutoNum type="arabicPeriod"/>
            </a:pPr>
            <a:endParaRPr lang="en-US" sz="1200">
              <a:solidFill>
                <a:schemeClr val="tx1"/>
              </a:solidFill>
            </a:endParaRPr>
          </a:p>
          <a:p>
            <a:pPr algn="l"/>
            <a:endParaRPr lang="en-US" sz="1200">
              <a:solidFill>
                <a:schemeClr val="tx1"/>
              </a:solidFill>
            </a:endParaRPr>
          </a:p>
          <a:p>
            <a:r>
              <a:rPr lang="en-US" sz="1200">
                <a:solidFill>
                  <a:schemeClr val="tx1"/>
                </a:solidFill>
              </a:rPr>
              <a:t>Only Order Acknowledgement is expected from the supplier without goods receipt.</a:t>
            </a:r>
          </a:p>
        </p:txBody>
      </p:sp>
      <p:sp>
        <p:nvSpPr>
          <p:cNvPr id="8" name="Rechteck 5">
            <a:extLst>
              <a:ext uri="{FF2B5EF4-FFF2-40B4-BE49-F238E27FC236}">
                <a16:creationId xmlns:a16="http://schemas.microsoft.com/office/drawing/2014/main" id="{5694A68A-9B2F-2684-A1F6-AD8D1EFC8E7F}"/>
              </a:ext>
            </a:extLst>
          </p:cNvPr>
          <p:cNvSpPr/>
          <p:nvPr/>
        </p:nvSpPr>
        <p:spPr>
          <a:xfrm>
            <a:off x="7106478" y="1604555"/>
            <a:ext cx="5007056" cy="818023"/>
          </a:xfrm>
          <a:prstGeom prst="rect">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pPr algn="l"/>
            <a:r>
              <a:rPr lang="en-US" sz="1200" b="1">
                <a:solidFill>
                  <a:schemeClr val="tx1"/>
                </a:solidFill>
              </a:rPr>
              <a:t>ME21N – Create Purchase Order</a:t>
            </a:r>
          </a:p>
        </p:txBody>
      </p:sp>
      <p:sp>
        <p:nvSpPr>
          <p:cNvPr id="3" name="TextBox 2">
            <a:extLst>
              <a:ext uri="{FF2B5EF4-FFF2-40B4-BE49-F238E27FC236}">
                <a16:creationId xmlns:a16="http://schemas.microsoft.com/office/drawing/2014/main" id="{97702AB3-0DC1-2656-9ADE-8A15159CCBC9}"/>
              </a:ext>
            </a:extLst>
          </p:cNvPr>
          <p:cNvSpPr txBox="1"/>
          <p:nvPr/>
        </p:nvSpPr>
        <p:spPr>
          <a:xfrm>
            <a:off x="333322" y="362910"/>
            <a:ext cx="8353478" cy="369332"/>
          </a:xfrm>
          <a:prstGeom prst="rect">
            <a:avLst/>
          </a:prstGeom>
        </p:spPr>
        <p:txBody>
          <a:bodyPr vert="horz" lIns="0" tIns="0" rIns="324000" bIns="14400" rtlCol="0" anchor="b" anchorCtr="0">
            <a:noAutofit/>
          </a:bodyPr>
          <a:lstStyle>
            <a:lvl1pPr>
              <a:lnSpc>
                <a:spcPct val="90000"/>
              </a:lnSpc>
              <a:spcBef>
                <a:spcPct val="0"/>
              </a:spcBef>
              <a:buNone/>
              <a:defRPr sz="2000" b="1">
                <a:solidFill>
                  <a:srgbClr val="00557C"/>
                </a:solidFill>
                <a:latin typeface="+mj-lt"/>
                <a:ea typeface="+mj-ea"/>
                <a:cs typeface="+mj-cs"/>
              </a:defRPr>
            </a:lvl1pPr>
          </a:lstStyle>
          <a:p>
            <a:r>
              <a:rPr lang="cs-CZ">
                <a:solidFill>
                  <a:srgbClr val="00557C"/>
                </a:solidFill>
              </a:rPr>
              <a:t>6.5 </a:t>
            </a:r>
            <a:r>
              <a:rPr lang="en-US">
                <a:solidFill>
                  <a:srgbClr val="00557C"/>
                </a:solidFill>
              </a:rPr>
              <a:t>Complete the PO data and Save it</a:t>
            </a:r>
            <a:endParaRPr lang="en-US"/>
          </a:p>
        </p:txBody>
      </p:sp>
      <p:pic>
        <p:nvPicPr>
          <p:cNvPr id="5" name="Picture 4">
            <a:extLst>
              <a:ext uri="{FF2B5EF4-FFF2-40B4-BE49-F238E27FC236}">
                <a16:creationId xmlns:a16="http://schemas.microsoft.com/office/drawing/2014/main" id="{8BE1B138-B8E4-074B-789A-01E23DF73C00}"/>
              </a:ext>
            </a:extLst>
          </p:cNvPr>
          <p:cNvPicPr>
            <a:picLocks noChangeAspect="1"/>
          </p:cNvPicPr>
          <p:nvPr/>
        </p:nvPicPr>
        <p:blipFill>
          <a:blip r:embed="rId3"/>
          <a:stretch>
            <a:fillRect/>
          </a:stretch>
        </p:blipFill>
        <p:spPr>
          <a:xfrm>
            <a:off x="197735" y="1604555"/>
            <a:ext cx="6908743" cy="1383835"/>
          </a:xfrm>
          <a:prstGeom prst="rect">
            <a:avLst/>
          </a:prstGeom>
          <a:ln>
            <a:solidFill>
              <a:srgbClr val="009999"/>
            </a:solidFill>
          </a:ln>
        </p:spPr>
      </p:pic>
    </p:spTree>
    <p:extLst>
      <p:ext uri="{BB962C8B-B14F-4D97-AF65-F5344CB8AC3E}">
        <p14:creationId xmlns:p14="http://schemas.microsoft.com/office/powerpoint/2010/main" val="1046097676"/>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1EE1BC-FE1D-567D-6E01-6206597A5880}"/>
            </a:ext>
          </a:extLst>
        </p:cNvPr>
        <p:cNvGrpSpPr/>
        <p:nvPr/>
      </p:nvGrpSpPr>
      <p:grpSpPr>
        <a:xfrm>
          <a:off x="0" y="0"/>
          <a:ext cx="0" cy="0"/>
          <a:chOff x="0" y="0"/>
          <a:chExt cx="0" cy="0"/>
        </a:xfrm>
      </p:grpSpPr>
      <p:sp>
        <p:nvSpPr>
          <p:cNvPr id="6" name="Rechteck 5">
            <a:extLst>
              <a:ext uri="{FF2B5EF4-FFF2-40B4-BE49-F238E27FC236}">
                <a16:creationId xmlns:a16="http://schemas.microsoft.com/office/drawing/2014/main" id="{FE61318C-B290-6D13-5958-901CCFE5CC78}"/>
              </a:ext>
            </a:extLst>
          </p:cNvPr>
          <p:cNvSpPr/>
          <p:nvPr/>
        </p:nvSpPr>
        <p:spPr>
          <a:xfrm>
            <a:off x="6819899" y="1937442"/>
            <a:ext cx="5293637" cy="3400102"/>
          </a:xfrm>
          <a:prstGeom prst="rect">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pPr algn="l"/>
            <a:r>
              <a:rPr lang="en-US" sz="1200">
                <a:solidFill>
                  <a:schemeClr val="tx1"/>
                </a:solidFill>
              </a:rPr>
              <a:t>After completing and reviewing the PO data, the final steps is required</a:t>
            </a:r>
          </a:p>
          <a:p>
            <a:pPr algn="l"/>
            <a:endParaRPr lang="en-US" sz="1200">
              <a:solidFill>
                <a:schemeClr val="tx1"/>
              </a:solidFill>
            </a:endParaRPr>
          </a:p>
          <a:p>
            <a:pPr marL="228600" indent="-228600" algn="l">
              <a:buFont typeface="+mj-lt"/>
              <a:buAutoNum type="arabicPeriod"/>
            </a:pPr>
            <a:r>
              <a:rPr lang="en-US" sz="1200">
                <a:solidFill>
                  <a:schemeClr val="tx1"/>
                </a:solidFill>
              </a:rPr>
              <a:t>Click on “Check” button to make sure that there is no missed/wrong data</a:t>
            </a:r>
          </a:p>
          <a:p>
            <a:pPr marL="228600" indent="-228600" algn="l">
              <a:buFont typeface="+mj-lt"/>
              <a:buAutoNum type="arabicPeriod"/>
            </a:pPr>
            <a:r>
              <a:rPr lang="en-US" sz="1200">
                <a:solidFill>
                  <a:schemeClr val="tx1"/>
                </a:solidFill>
              </a:rPr>
              <a:t>In Header section, check the “Release Strategy” tab, the “SRE PO BTP Approval” will be automatically selected to start the PO workflow on BTP, without it the process will not work</a:t>
            </a:r>
          </a:p>
          <a:p>
            <a:pPr marL="685800" lvl="1" indent="-228600">
              <a:buFont typeface="Arial" panose="020B0604020202020204" pitchFamily="34" charset="0"/>
              <a:buChar char="•"/>
            </a:pPr>
            <a:r>
              <a:rPr lang="en-US" sz="1100">
                <a:solidFill>
                  <a:schemeClr val="tx1"/>
                </a:solidFill>
              </a:rPr>
              <a:t>Release Strategy required the following data</a:t>
            </a:r>
          </a:p>
          <a:p>
            <a:pPr marL="1143000" lvl="2" indent="-228600">
              <a:buFont typeface="Arial" panose="020B0604020202020204" pitchFamily="34" charset="0"/>
              <a:buChar char="•"/>
            </a:pPr>
            <a:r>
              <a:rPr lang="en-US" sz="1100">
                <a:solidFill>
                  <a:schemeClr val="tx1"/>
                </a:solidFill>
              </a:rPr>
              <a:t>PO document type: “YDNB” or “YDFO”</a:t>
            </a:r>
          </a:p>
          <a:p>
            <a:pPr marL="1143000" lvl="2" indent="-228600">
              <a:buFont typeface="Arial" panose="020B0604020202020204" pitchFamily="34" charset="0"/>
              <a:buChar char="•"/>
            </a:pPr>
            <a:r>
              <a:rPr lang="en-US" sz="1100">
                <a:solidFill>
                  <a:schemeClr val="tx1"/>
                </a:solidFill>
              </a:rPr>
              <a:t>Company Code: “3003”</a:t>
            </a:r>
          </a:p>
          <a:p>
            <a:pPr marL="1143000" lvl="2" indent="-228600">
              <a:buFont typeface="Arial" panose="020B0604020202020204" pitchFamily="34" charset="0"/>
              <a:buChar char="•"/>
            </a:pPr>
            <a:r>
              <a:rPr lang="en-US" sz="1100">
                <a:solidFill>
                  <a:schemeClr val="tx1"/>
                </a:solidFill>
              </a:rPr>
              <a:t>Purchasing Organization: “C300”</a:t>
            </a:r>
          </a:p>
          <a:p>
            <a:pPr marL="1143000" lvl="2" indent="-228600">
              <a:buFont typeface="Arial" panose="020B0604020202020204" pitchFamily="34" charset="0"/>
              <a:buChar char="•"/>
            </a:pPr>
            <a:r>
              <a:rPr lang="en-US" sz="1100">
                <a:solidFill>
                  <a:schemeClr val="tx1"/>
                </a:solidFill>
              </a:rPr>
              <a:t>Purchasing Group: Individual Purchasing Group (I01 </a:t>
            </a:r>
            <a:r>
              <a:rPr lang="en-US" sz="1100">
                <a:solidFill>
                  <a:schemeClr val="tx1"/>
                </a:solidFill>
                <a:sym typeface="Wingdings" panose="05000000000000000000" pitchFamily="2" charset="2"/>
              </a:rPr>
              <a:t> I14)</a:t>
            </a:r>
          </a:p>
          <a:p>
            <a:pPr marL="1143000" lvl="2" indent="-228600">
              <a:buFont typeface="Arial" panose="020B0604020202020204" pitchFamily="34" charset="0"/>
              <a:buChar char="•"/>
            </a:pPr>
            <a:endParaRPr lang="en-US" sz="1100">
              <a:solidFill>
                <a:schemeClr val="tx1"/>
              </a:solidFill>
              <a:sym typeface="Wingdings" panose="05000000000000000000" pitchFamily="2" charset="2"/>
            </a:endParaRPr>
          </a:p>
          <a:p>
            <a:r>
              <a:rPr lang="en-US" sz="1100">
                <a:solidFill>
                  <a:schemeClr val="tx1"/>
                </a:solidFill>
                <a:sym typeface="Wingdings" panose="05000000000000000000" pitchFamily="2" charset="2"/>
              </a:rPr>
              <a:t>Click on “Save” to save the PO and a success message will appear with the created PO number.</a:t>
            </a:r>
          </a:p>
          <a:p>
            <a:endParaRPr lang="en-US" sz="1100">
              <a:solidFill>
                <a:schemeClr val="tx1"/>
              </a:solidFill>
              <a:sym typeface="Wingdings" panose="05000000000000000000" pitchFamily="2" charset="2"/>
            </a:endParaRPr>
          </a:p>
          <a:p>
            <a:endParaRPr lang="en-US" sz="1100">
              <a:solidFill>
                <a:schemeClr val="tx1"/>
              </a:solidFill>
            </a:endParaRPr>
          </a:p>
        </p:txBody>
      </p:sp>
      <p:sp>
        <p:nvSpPr>
          <p:cNvPr id="8" name="Rechteck 5">
            <a:extLst>
              <a:ext uri="{FF2B5EF4-FFF2-40B4-BE49-F238E27FC236}">
                <a16:creationId xmlns:a16="http://schemas.microsoft.com/office/drawing/2014/main" id="{06BD753C-C3AD-83FC-C336-3346ED63DBED}"/>
              </a:ext>
            </a:extLst>
          </p:cNvPr>
          <p:cNvSpPr/>
          <p:nvPr/>
        </p:nvSpPr>
        <p:spPr>
          <a:xfrm>
            <a:off x="6819899" y="1136342"/>
            <a:ext cx="5293637" cy="818023"/>
          </a:xfrm>
          <a:prstGeom prst="rect">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pPr marL="0" algn="l" rtl="0" eaLnBrk="1" latinLnBrk="0" hangingPunct="1"/>
            <a:r>
              <a:rPr lang="en-US" sz="1200" b="1" kern="1200">
                <a:solidFill>
                  <a:srgbClr val="000000"/>
                </a:solidFill>
                <a:effectLst/>
                <a:latin typeface="Arial" panose="020B0604020202020204" pitchFamily="34" charset="0"/>
                <a:ea typeface="+mn-ea"/>
                <a:cs typeface="+mn-cs"/>
              </a:rPr>
              <a:t>ME21N – Create Purchase Order</a:t>
            </a:r>
            <a:endParaRPr lang="de-DE" sz="1200">
              <a:effectLst/>
            </a:endParaRPr>
          </a:p>
        </p:txBody>
      </p:sp>
      <p:sp>
        <p:nvSpPr>
          <p:cNvPr id="3" name="TextBox 2">
            <a:extLst>
              <a:ext uri="{FF2B5EF4-FFF2-40B4-BE49-F238E27FC236}">
                <a16:creationId xmlns:a16="http://schemas.microsoft.com/office/drawing/2014/main" id="{87125368-F3D6-B099-EB0B-702006E6F66B}"/>
              </a:ext>
            </a:extLst>
          </p:cNvPr>
          <p:cNvSpPr txBox="1"/>
          <p:nvPr/>
        </p:nvSpPr>
        <p:spPr>
          <a:xfrm>
            <a:off x="333322" y="362910"/>
            <a:ext cx="8353478" cy="369332"/>
          </a:xfrm>
          <a:prstGeom prst="rect">
            <a:avLst/>
          </a:prstGeom>
        </p:spPr>
        <p:txBody>
          <a:bodyPr vert="horz" lIns="0" tIns="0" rIns="324000" bIns="14400" rtlCol="0" anchor="b" anchorCtr="0">
            <a:noAutofit/>
          </a:bodyPr>
          <a:lstStyle>
            <a:lvl1pPr>
              <a:lnSpc>
                <a:spcPct val="90000"/>
              </a:lnSpc>
              <a:spcBef>
                <a:spcPct val="0"/>
              </a:spcBef>
              <a:buNone/>
              <a:defRPr sz="2000" b="1">
                <a:solidFill>
                  <a:srgbClr val="00557C"/>
                </a:solidFill>
                <a:latin typeface="+mj-lt"/>
                <a:ea typeface="+mj-ea"/>
                <a:cs typeface="+mj-cs"/>
              </a:defRPr>
            </a:lvl1pPr>
          </a:lstStyle>
          <a:p>
            <a:r>
              <a:rPr lang="cs-CZ">
                <a:solidFill>
                  <a:srgbClr val="00557C"/>
                </a:solidFill>
              </a:rPr>
              <a:t>6.5 </a:t>
            </a:r>
            <a:r>
              <a:rPr lang="en-US">
                <a:solidFill>
                  <a:srgbClr val="00557C"/>
                </a:solidFill>
              </a:rPr>
              <a:t>Complete the PO data and Save it</a:t>
            </a:r>
            <a:endParaRPr lang="en-US"/>
          </a:p>
        </p:txBody>
      </p:sp>
      <p:pic>
        <p:nvPicPr>
          <p:cNvPr id="5" name="Picture 4">
            <a:extLst>
              <a:ext uri="{FF2B5EF4-FFF2-40B4-BE49-F238E27FC236}">
                <a16:creationId xmlns:a16="http://schemas.microsoft.com/office/drawing/2014/main" id="{F7F41089-7B6C-9886-8733-32E5C20B15D9}"/>
              </a:ext>
            </a:extLst>
          </p:cNvPr>
          <p:cNvPicPr>
            <a:picLocks noChangeAspect="1"/>
          </p:cNvPicPr>
          <p:nvPr/>
        </p:nvPicPr>
        <p:blipFill>
          <a:blip r:embed="rId3"/>
          <a:stretch>
            <a:fillRect/>
          </a:stretch>
        </p:blipFill>
        <p:spPr>
          <a:xfrm>
            <a:off x="240885" y="1024639"/>
            <a:ext cx="5855115" cy="5454502"/>
          </a:xfrm>
          <a:prstGeom prst="rect">
            <a:avLst/>
          </a:prstGeom>
          <a:ln>
            <a:solidFill>
              <a:srgbClr val="009999"/>
            </a:solidFill>
          </a:ln>
        </p:spPr>
      </p:pic>
      <p:pic>
        <p:nvPicPr>
          <p:cNvPr id="10" name="Picture 9">
            <a:extLst>
              <a:ext uri="{FF2B5EF4-FFF2-40B4-BE49-F238E27FC236}">
                <a16:creationId xmlns:a16="http://schemas.microsoft.com/office/drawing/2014/main" id="{7C311F91-2222-92B4-7A3A-03A268812600}"/>
              </a:ext>
            </a:extLst>
          </p:cNvPr>
          <p:cNvPicPr>
            <a:picLocks noChangeAspect="1"/>
          </p:cNvPicPr>
          <p:nvPr/>
        </p:nvPicPr>
        <p:blipFill>
          <a:blip r:embed="rId4"/>
          <a:stretch>
            <a:fillRect/>
          </a:stretch>
        </p:blipFill>
        <p:spPr>
          <a:xfrm>
            <a:off x="7481543" y="4698820"/>
            <a:ext cx="3353268" cy="409632"/>
          </a:xfrm>
          <a:prstGeom prst="rect">
            <a:avLst/>
          </a:prstGeom>
          <a:ln>
            <a:solidFill>
              <a:srgbClr val="009999"/>
            </a:solidFill>
          </a:ln>
        </p:spPr>
      </p:pic>
    </p:spTree>
    <p:extLst>
      <p:ext uri="{BB962C8B-B14F-4D97-AF65-F5344CB8AC3E}">
        <p14:creationId xmlns:p14="http://schemas.microsoft.com/office/powerpoint/2010/main" val="2651723026"/>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F4891C-1A19-A643-46B0-73D60D063BBB}"/>
            </a:ext>
          </a:extLst>
        </p:cNvPr>
        <p:cNvGrpSpPr/>
        <p:nvPr/>
      </p:nvGrpSpPr>
      <p:grpSpPr>
        <a:xfrm>
          <a:off x="0" y="0"/>
          <a:ext cx="0" cy="0"/>
          <a:chOff x="0" y="0"/>
          <a:chExt cx="0" cy="0"/>
        </a:xfrm>
      </p:grpSpPr>
      <p:graphicFrame>
        <p:nvGraphicFramePr>
          <p:cNvPr id="21" name="Object 20" hidden="1">
            <a:extLst>
              <a:ext uri="{FF2B5EF4-FFF2-40B4-BE49-F238E27FC236}">
                <a16:creationId xmlns:a16="http://schemas.microsoft.com/office/drawing/2014/main" id="{55388054-D71A-16BB-3FAE-81B131B812FB}"/>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737" imgH="737" progId="TCLayout.ActiveDocument.1">
                  <p:embed/>
                </p:oleObj>
              </mc:Choice>
              <mc:Fallback>
                <p:oleObj name="think-cell Slide" r:id="rId3" imgW="737" imgH="737" progId="TCLayout.ActiveDocument.1">
                  <p:embed/>
                  <p:pic>
                    <p:nvPicPr>
                      <p:cNvPr id="21" name="Object 20" hidden="1">
                        <a:extLst>
                          <a:ext uri="{FF2B5EF4-FFF2-40B4-BE49-F238E27FC236}">
                            <a16:creationId xmlns:a16="http://schemas.microsoft.com/office/drawing/2014/main" id="{55388054-D71A-16BB-3FAE-81B131B812FB}"/>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5" name="Title 4">
            <a:extLst>
              <a:ext uri="{FF2B5EF4-FFF2-40B4-BE49-F238E27FC236}">
                <a16:creationId xmlns:a16="http://schemas.microsoft.com/office/drawing/2014/main" id="{25937D5A-986C-5AD7-79F7-B226A0C5AEDF}"/>
              </a:ext>
            </a:extLst>
          </p:cNvPr>
          <p:cNvSpPr>
            <a:spLocks noGrp="1"/>
          </p:cNvSpPr>
          <p:nvPr>
            <p:ph type="title"/>
          </p:nvPr>
        </p:nvSpPr>
        <p:spPr>
          <a:xfrm>
            <a:off x="410401" y="3780000"/>
            <a:ext cx="9287638" cy="1477328"/>
          </a:xfrm>
        </p:spPr>
        <p:txBody>
          <a:bodyPr/>
          <a:lstStyle/>
          <a:p>
            <a:r>
              <a:rPr lang="cs-CZ" b="1"/>
              <a:t>7. </a:t>
            </a:r>
            <a:r>
              <a:rPr lang="en-US" b="1"/>
              <a:t>Adding </a:t>
            </a:r>
            <a:r>
              <a:rPr lang="en-US" b="1" err="1"/>
              <a:t>Attac</a:t>
            </a:r>
            <a:r>
              <a:rPr lang="cs-CZ" b="1"/>
              <a:t>h</a:t>
            </a:r>
            <a:r>
              <a:rPr lang="en-US" b="1" err="1"/>
              <a:t>ment</a:t>
            </a:r>
            <a:r>
              <a:rPr lang="en-US" b="1"/>
              <a:t> to Purchase </a:t>
            </a:r>
            <a:r>
              <a:rPr lang="cs-CZ" b="1"/>
              <a:t>Order</a:t>
            </a:r>
            <a:endParaRPr lang="en-US"/>
          </a:p>
        </p:txBody>
      </p:sp>
    </p:spTree>
    <p:extLst>
      <p:ext uri="{BB962C8B-B14F-4D97-AF65-F5344CB8AC3E}">
        <p14:creationId xmlns:p14="http://schemas.microsoft.com/office/powerpoint/2010/main" val="3217591135"/>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0A96EB-BC34-D033-FADE-A6AF423A674C}"/>
            </a:ext>
          </a:extLst>
        </p:cNvPr>
        <p:cNvGrpSpPr/>
        <p:nvPr/>
      </p:nvGrpSpPr>
      <p:grpSpPr>
        <a:xfrm>
          <a:off x="0" y="0"/>
          <a:ext cx="0" cy="0"/>
          <a:chOff x="0" y="0"/>
          <a:chExt cx="0" cy="0"/>
        </a:xfrm>
      </p:grpSpPr>
      <p:sp>
        <p:nvSpPr>
          <p:cNvPr id="6" name="Rechteck 5">
            <a:extLst>
              <a:ext uri="{FF2B5EF4-FFF2-40B4-BE49-F238E27FC236}">
                <a16:creationId xmlns:a16="http://schemas.microsoft.com/office/drawing/2014/main" id="{752B866A-0105-EAB0-A3DB-3C06F74616BC}"/>
              </a:ext>
            </a:extLst>
          </p:cNvPr>
          <p:cNvSpPr/>
          <p:nvPr/>
        </p:nvSpPr>
        <p:spPr>
          <a:xfrm>
            <a:off x="6819899" y="1937442"/>
            <a:ext cx="5293637" cy="4623156"/>
          </a:xfrm>
          <a:prstGeom prst="rect">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200" b="0" i="0" u="none" strike="noStrike" kern="1200" cap="none" spc="0" normalizeH="0" baseline="0" noProof="0">
              <a:ln>
                <a:noFill/>
              </a:ln>
              <a:solidFill>
                <a:srgbClr val="000000"/>
              </a:solidFill>
              <a:effectLst/>
              <a:uLnTx/>
              <a:uFillTx/>
              <a:latin typeface="Arial"/>
              <a:ea typeface="+mn-ea"/>
              <a:cs typeface="+mn-cs"/>
            </a:endParaRPr>
          </a:p>
          <a:p>
            <a:pPr marL="285750" marR="0" lvl="0" indent="-285750" algn="l" defTabSz="914400" rtl="0" eaLnBrk="1" fontAlgn="auto" latinLnBrk="0" hangingPunct="1">
              <a:lnSpc>
                <a:spcPct val="100000"/>
              </a:lnSpc>
              <a:spcBef>
                <a:spcPts val="0"/>
              </a:spcBef>
              <a:spcAft>
                <a:spcPts val="0"/>
              </a:spcAft>
              <a:buClrTx/>
              <a:buSzTx/>
              <a:buFont typeface="+mj-lt"/>
              <a:buAutoNum type="arabicPeriod"/>
              <a:tabLst/>
              <a:defRPr/>
            </a:pPr>
            <a:r>
              <a:rPr kumimoji="0" lang="en-US" sz="1200" b="0" i="0" u="none" strike="noStrike" kern="1200" cap="none" spc="0" normalizeH="0" baseline="0" noProof="0">
                <a:ln>
                  <a:noFill/>
                </a:ln>
                <a:solidFill>
                  <a:srgbClr val="000000"/>
                </a:solidFill>
                <a:effectLst/>
                <a:uLnTx/>
                <a:uFillTx/>
                <a:latin typeface="Arial"/>
                <a:ea typeface="+mn-ea"/>
                <a:cs typeface="+mn-cs"/>
              </a:rPr>
              <a:t>The “Create Document: Initial Screen” screen will open.</a:t>
            </a:r>
          </a:p>
          <a:p>
            <a:pPr marL="285750" marR="0" lvl="0" indent="-285750" algn="l" defTabSz="914400" rtl="0" eaLnBrk="1" fontAlgn="auto" latinLnBrk="0" hangingPunct="1">
              <a:lnSpc>
                <a:spcPct val="100000"/>
              </a:lnSpc>
              <a:spcBef>
                <a:spcPts val="0"/>
              </a:spcBef>
              <a:spcAft>
                <a:spcPts val="0"/>
              </a:spcAft>
              <a:buClrTx/>
              <a:buSzTx/>
              <a:buFont typeface="+mj-lt"/>
              <a:buAutoNum type="arabicPeriod"/>
              <a:tabLst/>
              <a:defRPr/>
            </a:pPr>
            <a:r>
              <a:rPr kumimoji="0" lang="en-US" sz="1200" b="0" i="0" u="none" strike="noStrike" kern="1200" cap="none" spc="0" normalizeH="0" baseline="0" noProof="0">
                <a:ln>
                  <a:noFill/>
                </a:ln>
                <a:solidFill>
                  <a:srgbClr val="000000"/>
                </a:solidFill>
                <a:effectLst/>
                <a:uLnTx/>
                <a:uFillTx/>
                <a:latin typeface="Arial"/>
                <a:ea typeface="+mn-ea"/>
                <a:cs typeface="Arial"/>
              </a:rPr>
              <a:t>Select the Document Type as “DRW” and click on enter.</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rgbClr val="000000"/>
              </a:solidFill>
              <a:effectLst/>
              <a:uLnTx/>
              <a:uFillTx/>
              <a:latin typeface="Arial"/>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rgbClr val="000000"/>
              </a:solidFill>
              <a:effectLst/>
              <a:uLnTx/>
              <a:uFillTx/>
              <a:latin typeface="Arial"/>
              <a:ea typeface="+mn-ea"/>
              <a:cs typeface="Arial"/>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000000"/>
                </a:solidFill>
                <a:effectLst/>
                <a:uLnTx/>
                <a:uFillTx/>
                <a:latin typeface="Arial"/>
                <a:ea typeface="+mn-ea"/>
                <a:cs typeface="Arial"/>
              </a:rPr>
              <a:t>A Primary/Initial status tab will open</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rgbClr val="000000"/>
              </a:solidFill>
              <a:effectLst/>
              <a:uLnTx/>
              <a:uFillTx/>
              <a:latin typeface="Arial"/>
              <a:ea typeface="+mn-ea"/>
              <a:cs typeface="Arial"/>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000000"/>
                </a:solidFill>
                <a:effectLst/>
                <a:uLnTx/>
                <a:uFillTx/>
                <a:latin typeface="Arial"/>
                <a:ea typeface="+mn-ea"/>
                <a:cs typeface="Arial"/>
              </a:rPr>
              <a:t>Select RE – Released and click on OK. </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050" b="0" i="0" u="none" strike="noStrike" kern="1200" cap="none" spc="0" normalizeH="0" baseline="0" noProof="0">
              <a:ln>
                <a:noFill/>
              </a:ln>
              <a:solidFill>
                <a:srgbClr val="000000"/>
              </a:solidFill>
              <a:effectLst/>
              <a:uLnTx/>
              <a:uFillTx/>
              <a:latin typeface="Arial"/>
              <a:ea typeface="+mn-ea"/>
              <a:cs typeface="Arial"/>
            </a:endParaRPr>
          </a:p>
        </p:txBody>
      </p:sp>
      <p:sp>
        <p:nvSpPr>
          <p:cNvPr id="8" name="Rechteck 5">
            <a:extLst>
              <a:ext uri="{FF2B5EF4-FFF2-40B4-BE49-F238E27FC236}">
                <a16:creationId xmlns:a16="http://schemas.microsoft.com/office/drawing/2014/main" id="{C8B79587-5DC2-2FE2-AA38-5D22C2C6ABCA}"/>
              </a:ext>
            </a:extLst>
          </p:cNvPr>
          <p:cNvSpPr/>
          <p:nvPr/>
        </p:nvSpPr>
        <p:spPr>
          <a:xfrm>
            <a:off x="6819899" y="1136342"/>
            <a:ext cx="5293637" cy="818023"/>
          </a:xfrm>
          <a:prstGeom prst="rect">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000000"/>
                </a:solidFill>
                <a:effectLst/>
                <a:uLnTx/>
                <a:uFillTx/>
                <a:latin typeface="Arial"/>
                <a:ea typeface="+mn-ea"/>
                <a:cs typeface="+mn-cs"/>
              </a:rPr>
              <a:t>CV01N </a:t>
            </a:r>
            <a:r>
              <a:rPr kumimoji="0" lang="cs-CZ" sz="1200" b="1" i="0" u="none" strike="noStrike" kern="1200" cap="none" spc="0" normalizeH="0" baseline="0" noProof="0">
                <a:ln>
                  <a:noFill/>
                </a:ln>
                <a:solidFill>
                  <a:srgbClr val="000000"/>
                </a:solidFill>
                <a:effectLst/>
                <a:uLnTx/>
                <a:uFillTx/>
                <a:latin typeface="Arial"/>
                <a:ea typeface="+mn-ea"/>
                <a:cs typeface="+mn-cs"/>
              </a:rPr>
              <a:t> - </a:t>
            </a:r>
            <a:r>
              <a:rPr kumimoji="0" lang="en-US" sz="1200" b="1" i="0" u="none" strike="noStrike" kern="1200" cap="none" spc="0" normalizeH="0" baseline="0" noProof="0">
                <a:ln>
                  <a:noFill/>
                </a:ln>
                <a:solidFill>
                  <a:srgbClr val="000000"/>
                </a:solidFill>
                <a:effectLst/>
                <a:uLnTx/>
                <a:uFillTx/>
                <a:latin typeface="Arial"/>
                <a:ea typeface="+mn-ea"/>
                <a:cs typeface="+mn-cs"/>
              </a:rPr>
              <a:t>Create </a:t>
            </a:r>
            <a:r>
              <a:rPr kumimoji="0" lang="en-US" sz="1200" b="1" i="0" u="none" strike="noStrike" kern="1200" cap="none" spc="0" normalizeH="0" baseline="0" noProof="0" err="1">
                <a:ln>
                  <a:noFill/>
                </a:ln>
                <a:solidFill>
                  <a:srgbClr val="000000"/>
                </a:solidFill>
                <a:effectLst/>
                <a:uLnTx/>
                <a:uFillTx/>
                <a:latin typeface="Arial"/>
                <a:ea typeface="+mn-ea"/>
                <a:cs typeface="+mn-cs"/>
              </a:rPr>
              <a:t>Documen</a:t>
            </a:r>
            <a:r>
              <a:rPr kumimoji="0" lang="cs-CZ" sz="1200" b="1" i="0" u="none" strike="noStrike" kern="1200" cap="none" spc="0" normalizeH="0" baseline="0" noProof="0">
                <a:ln>
                  <a:noFill/>
                </a:ln>
                <a:solidFill>
                  <a:srgbClr val="000000"/>
                </a:solidFill>
                <a:effectLst/>
                <a:uLnTx/>
                <a:uFillTx/>
                <a:latin typeface="Arial"/>
                <a:ea typeface="+mn-ea"/>
                <a:cs typeface="+mn-cs"/>
              </a:rPr>
              <a:t>t</a:t>
            </a:r>
            <a:endParaRPr kumimoji="0" lang="de-DE" sz="1200" b="1" i="0" u="none" strike="noStrike" kern="1200" cap="none" spc="0" normalizeH="0" baseline="0" noProof="0">
              <a:ln>
                <a:noFill/>
              </a:ln>
              <a:solidFill>
                <a:srgbClr val="000000"/>
              </a:solidFill>
              <a:effectLst/>
              <a:uLnTx/>
              <a:uFillTx/>
              <a:latin typeface="Arial"/>
              <a:ea typeface="+mn-ea"/>
              <a:cs typeface="+mn-cs"/>
            </a:endParaRPr>
          </a:p>
        </p:txBody>
      </p:sp>
      <p:pic>
        <p:nvPicPr>
          <p:cNvPr id="7" name="Picture 6">
            <a:extLst>
              <a:ext uri="{FF2B5EF4-FFF2-40B4-BE49-F238E27FC236}">
                <a16:creationId xmlns:a16="http://schemas.microsoft.com/office/drawing/2014/main" id="{9276C12F-13E5-FE15-86C8-F77EE31107DD}"/>
              </a:ext>
            </a:extLst>
          </p:cNvPr>
          <p:cNvPicPr>
            <a:picLocks noChangeAspect="1"/>
          </p:cNvPicPr>
          <p:nvPr/>
        </p:nvPicPr>
        <p:blipFill>
          <a:blip r:embed="rId3"/>
          <a:stretch>
            <a:fillRect/>
          </a:stretch>
        </p:blipFill>
        <p:spPr>
          <a:xfrm>
            <a:off x="1570866" y="689697"/>
            <a:ext cx="1314633" cy="1333686"/>
          </a:xfrm>
          <a:prstGeom prst="rect">
            <a:avLst/>
          </a:prstGeom>
        </p:spPr>
      </p:pic>
      <p:pic>
        <p:nvPicPr>
          <p:cNvPr id="14" name="Picture 13">
            <a:extLst>
              <a:ext uri="{FF2B5EF4-FFF2-40B4-BE49-F238E27FC236}">
                <a16:creationId xmlns:a16="http://schemas.microsoft.com/office/drawing/2014/main" id="{94100978-5568-C1FF-23A5-B6CD9F1C42F6}"/>
              </a:ext>
            </a:extLst>
          </p:cNvPr>
          <p:cNvPicPr>
            <a:picLocks noChangeAspect="1"/>
          </p:cNvPicPr>
          <p:nvPr/>
        </p:nvPicPr>
        <p:blipFill>
          <a:blip r:embed="rId4"/>
          <a:stretch>
            <a:fillRect/>
          </a:stretch>
        </p:blipFill>
        <p:spPr>
          <a:xfrm>
            <a:off x="333322" y="2220428"/>
            <a:ext cx="6147488" cy="1255126"/>
          </a:xfrm>
          <a:prstGeom prst="rect">
            <a:avLst/>
          </a:prstGeom>
        </p:spPr>
      </p:pic>
      <p:pic>
        <p:nvPicPr>
          <p:cNvPr id="16" name="Picture 15">
            <a:extLst>
              <a:ext uri="{FF2B5EF4-FFF2-40B4-BE49-F238E27FC236}">
                <a16:creationId xmlns:a16="http://schemas.microsoft.com/office/drawing/2014/main" id="{8281E0AE-1FAB-2ADD-8A12-AA0C6AFBFE6D}"/>
              </a:ext>
            </a:extLst>
          </p:cNvPr>
          <p:cNvPicPr>
            <a:picLocks noChangeAspect="1"/>
          </p:cNvPicPr>
          <p:nvPr/>
        </p:nvPicPr>
        <p:blipFill>
          <a:blip r:embed="rId5"/>
          <a:stretch>
            <a:fillRect/>
          </a:stretch>
        </p:blipFill>
        <p:spPr>
          <a:xfrm>
            <a:off x="1121135" y="3559098"/>
            <a:ext cx="5359675" cy="3251367"/>
          </a:xfrm>
          <a:prstGeom prst="rect">
            <a:avLst/>
          </a:prstGeom>
        </p:spPr>
      </p:pic>
      <p:sp>
        <p:nvSpPr>
          <p:cNvPr id="10" name="Arrow: Curved Right 9">
            <a:extLst>
              <a:ext uri="{FF2B5EF4-FFF2-40B4-BE49-F238E27FC236}">
                <a16:creationId xmlns:a16="http://schemas.microsoft.com/office/drawing/2014/main" id="{5C28C7C3-A9D0-BA29-90AC-C21675506490}"/>
              </a:ext>
            </a:extLst>
          </p:cNvPr>
          <p:cNvSpPr/>
          <p:nvPr/>
        </p:nvSpPr>
        <p:spPr>
          <a:xfrm>
            <a:off x="333322" y="1230081"/>
            <a:ext cx="1061229" cy="1120812"/>
          </a:xfrm>
          <a:prstGeom prst="curvedRightArrow">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srgbClr val="000000"/>
              </a:solidFill>
              <a:effectLst/>
              <a:uLnTx/>
              <a:uFillTx/>
              <a:latin typeface="Arial"/>
              <a:ea typeface="+mn-ea"/>
              <a:cs typeface="+mn-cs"/>
            </a:endParaRPr>
          </a:p>
        </p:txBody>
      </p:sp>
      <p:sp>
        <p:nvSpPr>
          <p:cNvPr id="3" name="Textfeld 2">
            <a:extLst>
              <a:ext uri="{FF2B5EF4-FFF2-40B4-BE49-F238E27FC236}">
                <a16:creationId xmlns:a16="http://schemas.microsoft.com/office/drawing/2014/main" id="{E2346240-1C2A-CF09-B6AB-37B7CFB5FD25}"/>
              </a:ext>
            </a:extLst>
          </p:cNvPr>
          <p:cNvSpPr txBox="1"/>
          <p:nvPr/>
        </p:nvSpPr>
        <p:spPr>
          <a:xfrm>
            <a:off x="187256" y="206043"/>
            <a:ext cx="6094378" cy="40011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cs-CZ" sz="2000" b="1">
                <a:solidFill>
                  <a:srgbClr val="00646E"/>
                </a:solidFill>
                <a:latin typeface="Arial"/>
              </a:rPr>
              <a:t>7</a:t>
            </a:r>
            <a:r>
              <a:rPr kumimoji="0" lang="cs-CZ" sz="2000" b="1" i="0" u="none" strike="noStrike" kern="1200" cap="none" spc="0" normalizeH="0" baseline="0" noProof="0">
                <a:ln>
                  <a:noFill/>
                </a:ln>
                <a:solidFill>
                  <a:srgbClr val="00646E"/>
                </a:solidFill>
                <a:effectLst/>
                <a:uLnTx/>
                <a:uFillTx/>
                <a:latin typeface="Arial"/>
                <a:ea typeface="+mn-ea"/>
                <a:cs typeface="+mn-cs"/>
              </a:rPr>
              <a:t>.1 </a:t>
            </a:r>
            <a:r>
              <a:rPr kumimoji="0" lang="en-US" sz="2000" b="1" i="0" u="none" strike="noStrike" kern="1200" cap="none" spc="0" normalizeH="0" baseline="0" noProof="0">
                <a:ln>
                  <a:noFill/>
                </a:ln>
                <a:solidFill>
                  <a:srgbClr val="00646E"/>
                </a:solidFill>
                <a:effectLst/>
                <a:uLnTx/>
                <a:uFillTx/>
                <a:latin typeface="Arial"/>
                <a:ea typeface="+mn-ea"/>
                <a:cs typeface="+mn-cs"/>
              </a:rPr>
              <a:t>Adding </a:t>
            </a:r>
            <a:r>
              <a:rPr kumimoji="0" lang="en-US" sz="2000" b="1" i="0" u="none" strike="noStrike" kern="1200" cap="none" spc="0" normalizeH="0" baseline="0" noProof="0" err="1">
                <a:ln>
                  <a:noFill/>
                </a:ln>
                <a:solidFill>
                  <a:srgbClr val="00646E"/>
                </a:solidFill>
                <a:effectLst/>
                <a:uLnTx/>
                <a:uFillTx/>
                <a:latin typeface="Arial"/>
                <a:ea typeface="+mn-ea"/>
                <a:cs typeface="+mn-cs"/>
              </a:rPr>
              <a:t>Attac</a:t>
            </a:r>
            <a:r>
              <a:rPr kumimoji="0" lang="cs-CZ" sz="2000" b="1" i="0" u="none" strike="noStrike" kern="1200" cap="none" spc="0" normalizeH="0" baseline="0" noProof="0">
                <a:ln>
                  <a:noFill/>
                </a:ln>
                <a:solidFill>
                  <a:srgbClr val="00646E"/>
                </a:solidFill>
                <a:effectLst/>
                <a:uLnTx/>
                <a:uFillTx/>
                <a:latin typeface="Arial"/>
                <a:ea typeface="+mn-ea"/>
                <a:cs typeface="+mn-cs"/>
              </a:rPr>
              <a:t>h</a:t>
            </a:r>
            <a:r>
              <a:rPr kumimoji="0" lang="en-US" sz="2000" b="1" i="0" u="none" strike="noStrike" kern="1200" cap="none" spc="0" normalizeH="0" baseline="0" noProof="0" err="1">
                <a:ln>
                  <a:noFill/>
                </a:ln>
                <a:solidFill>
                  <a:srgbClr val="00646E"/>
                </a:solidFill>
                <a:effectLst/>
                <a:uLnTx/>
                <a:uFillTx/>
                <a:latin typeface="Arial"/>
                <a:ea typeface="+mn-ea"/>
                <a:cs typeface="+mn-cs"/>
              </a:rPr>
              <a:t>ment</a:t>
            </a:r>
            <a:r>
              <a:rPr kumimoji="0" lang="en-US" sz="2000" b="1" i="0" u="none" strike="noStrike" kern="1200" cap="none" spc="0" normalizeH="0" baseline="0" noProof="0">
                <a:ln>
                  <a:noFill/>
                </a:ln>
                <a:solidFill>
                  <a:srgbClr val="00646E"/>
                </a:solidFill>
                <a:effectLst/>
                <a:uLnTx/>
                <a:uFillTx/>
                <a:latin typeface="Arial"/>
                <a:ea typeface="+mn-ea"/>
                <a:cs typeface="+mn-cs"/>
              </a:rPr>
              <a:t> to </a:t>
            </a:r>
            <a:r>
              <a:rPr kumimoji="0" lang="cs-CZ" sz="2000" b="1" i="0" u="none" strike="noStrike" kern="1200" cap="none" spc="0" normalizeH="0" baseline="0" noProof="0">
                <a:ln>
                  <a:noFill/>
                </a:ln>
                <a:solidFill>
                  <a:srgbClr val="00646E"/>
                </a:solidFill>
                <a:effectLst/>
                <a:uLnTx/>
                <a:uFillTx/>
                <a:latin typeface="Arial"/>
                <a:ea typeface="+mn-ea"/>
                <a:cs typeface="+mn-cs"/>
              </a:rPr>
              <a:t>Archive</a:t>
            </a:r>
            <a:endParaRPr kumimoji="0" lang="de-DE" sz="2000" b="1" i="0" u="none" strike="noStrike" kern="1200" cap="none" spc="0" normalizeH="0" baseline="0" noProof="0">
              <a:ln>
                <a:noFill/>
              </a:ln>
              <a:solidFill>
                <a:srgbClr val="00646E"/>
              </a:solidFill>
              <a:effectLst/>
              <a:uLnTx/>
              <a:uFillTx/>
              <a:latin typeface="Arial"/>
              <a:ea typeface="+mn-ea"/>
              <a:cs typeface="+mn-cs"/>
            </a:endParaRPr>
          </a:p>
        </p:txBody>
      </p:sp>
    </p:spTree>
    <p:extLst>
      <p:ext uri="{BB962C8B-B14F-4D97-AF65-F5344CB8AC3E}">
        <p14:creationId xmlns:p14="http://schemas.microsoft.com/office/powerpoint/2010/main" val="957618752"/>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61827D-48E3-3965-880B-D02C2E4BC5DA}"/>
            </a:ext>
          </a:extLst>
        </p:cNvPr>
        <p:cNvGrpSpPr/>
        <p:nvPr/>
      </p:nvGrpSpPr>
      <p:grpSpPr>
        <a:xfrm>
          <a:off x="0" y="0"/>
          <a:ext cx="0" cy="0"/>
          <a:chOff x="0" y="0"/>
          <a:chExt cx="0" cy="0"/>
        </a:xfrm>
      </p:grpSpPr>
      <p:sp>
        <p:nvSpPr>
          <p:cNvPr id="6" name="Rechteck 5">
            <a:extLst>
              <a:ext uri="{FF2B5EF4-FFF2-40B4-BE49-F238E27FC236}">
                <a16:creationId xmlns:a16="http://schemas.microsoft.com/office/drawing/2014/main" id="{75B096AF-DFE4-FF40-26AB-A858BD39426E}"/>
              </a:ext>
            </a:extLst>
          </p:cNvPr>
          <p:cNvSpPr/>
          <p:nvPr/>
        </p:nvSpPr>
        <p:spPr>
          <a:xfrm>
            <a:off x="6819899" y="1937442"/>
            <a:ext cx="5293637" cy="4623156"/>
          </a:xfrm>
          <a:prstGeom prst="rect">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1200" b="0" i="0" u="none" strike="noStrike" kern="1200" cap="none" spc="0" normalizeH="0" baseline="0" noProof="0">
                <a:ln>
                  <a:noFill/>
                </a:ln>
                <a:solidFill>
                  <a:srgbClr val="000000"/>
                </a:solidFill>
                <a:effectLst/>
                <a:uLnTx/>
                <a:uFillTx/>
                <a:latin typeface="Arial"/>
                <a:ea typeface="+mn-ea"/>
                <a:cs typeface="+mn-cs"/>
              </a:rPr>
              <a:t>A </a:t>
            </a:r>
            <a:r>
              <a:rPr kumimoji="0" lang="de-DE" sz="1200" b="0" i="0" u="none" strike="noStrike" kern="1200" cap="none" spc="0" normalizeH="0" baseline="0" noProof="0" err="1">
                <a:ln>
                  <a:noFill/>
                </a:ln>
                <a:solidFill>
                  <a:srgbClr val="000000"/>
                </a:solidFill>
                <a:effectLst/>
                <a:uLnTx/>
                <a:uFillTx/>
                <a:latin typeface="Arial"/>
                <a:ea typeface="+mn-ea"/>
                <a:cs typeface="+mn-cs"/>
              </a:rPr>
              <a:t>new</a:t>
            </a:r>
            <a:r>
              <a:rPr kumimoji="0" lang="de-DE" sz="1200" b="0" i="0" u="none" strike="noStrike" kern="1200" cap="none" spc="0" normalizeH="0" baseline="0" noProof="0">
                <a:ln>
                  <a:noFill/>
                </a:ln>
                <a:solidFill>
                  <a:srgbClr val="000000"/>
                </a:solidFill>
                <a:effectLst/>
                <a:uLnTx/>
                <a:uFillTx/>
                <a:latin typeface="Arial"/>
                <a:ea typeface="+mn-ea"/>
                <a:cs typeface="+mn-cs"/>
              </a:rPr>
              <a:t> </a:t>
            </a:r>
            <a:r>
              <a:rPr kumimoji="0" lang="de-DE" sz="1200" b="0" i="0" u="none" strike="noStrike" kern="1200" cap="none" spc="0" normalizeH="0" baseline="0" noProof="0" err="1">
                <a:ln>
                  <a:noFill/>
                </a:ln>
                <a:solidFill>
                  <a:srgbClr val="000000"/>
                </a:solidFill>
                <a:effectLst/>
                <a:uLnTx/>
                <a:uFillTx/>
                <a:latin typeface="Arial"/>
                <a:ea typeface="+mn-ea"/>
                <a:cs typeface="+mn-cs"/>
              </a:rPr>
              <a:t>tab</a:t>
            </a:r>
            <a:r>
              <a:rPr kumimoji="0" lang="de-DE" sz="1200" b="0" i="0" u="none" strike="noStrike" kern="1200" cap="none" spc="0" normalizeH="0" baseline="0" noProof="0">
                <a:ln>
                  <a:noFill/>
                </a:ln>
                <a:solidFill>
                  <a:srgbClr val="000000"/>
                </a:solidFill>
                <a:effectLst/>
                <a:uLnTx/>
                <a:uFillTx/>
                <a:latin typeface="Arial"/>
                <a:ea typeface="+mn-ea"/>
                <a:cs typeface="+mn-cs"/>
              </a:rPr>
              <a:t>: Create </a:t>
            </a:r>
            <a:r>
              <a:rPr kumimoji="0" lang="de-DE" sz="1200" b="0" i="0" u="none" strike="noStrike" kern="1200" cap="none" spc="0" normalizeH="0" baseline="0" noProof="0" err="1">
                <a:ln>
                  <a:noFill/>
                </a:ln>
                <a:solidFill>
                  <a:srgbClr val="000000"/>
                </a:solidFill>
                <a:effectLst/>
                <a:uLnTx/>
                <a:uFillTx/>
                <a:latin typeface="Arial"/>
                <a:ea typeface="+mn-ea"/>
                <a:cs typeface="+mn-cs"/>
              </a:rPr>
              <a:t>Document</a:t>
            </a:r>
            <a:r>
              <a:rPr kumimoji="0" lang="de-DE" sz="1200" b="0" i="0" u="none" strike="noStrike" kern="1200" cap="none" spc="0" normalizeH="0" baseline="0" noProof="0">
                <a:ln>
                  <a:noFill/>
                </a:ln>
                <a:solidFill>
                  <a:srgbClr val="000000"/>
                </a:solidFill>
                <a:effectLst/>
                <a:uLnTx/>
                <a:uFillTx/>
                <a:latin typeface="Arial"/>
                <a:ea typeface="+mn-ea"/>
                <a:cs typeface="+mn-cs"/>
              </a:rPr>
              <a:t> : Basic Data Drawing will </a:t>
            </a:r>
            <a:r>
              <a:rPr kumimoji="0" lang="de-DE" sz="1200" b="0" i="0" u="none" strike="noStrike" kern="1200" cap="none" spc="0" normalizeH="0" baseline="0" noProof="0" err="1">
                <a:ln>
                  <a:noFill/>
                </a:ln>
                <a:solidFill>
                  <a:srgbClr val="000000"/>
                </a:solidFill>
                <a:effectLst/>
                <a:uLnTx/>
                <a:uFillTx/>
                <a:latin typeface="Arial"/>
                <a:ea typeface="+mn-ea"/>
                <a:cs typeface="+mn-cs"/>
              </a:rPr>
              <a:t>be</a:t>
            </a:r>
            <a:r>
              <a:rPr kumimoji="0" lang="de-DE" sz="1200" b="0" i="0" u="none" strike="noStrike" kern="1200" cap="none" spc="0" normalizeH="0" baseline="0" noProof="0">
                <a:ln>
                  <a:noFill/>
                </a:ln>
                <a:solidFill>
                  <a:srgbClr val="000000"/>
                </a:solidFill>
                <a:effectLst/>
                <a:uLnTx/>
                <a:uFillTx/>
                <a:latin typeface="Arial"/>
                <a:ea typeface="+mn-ea"/>
                <a:cs typeface="+mn-cs"/>
              </a:rPr>
              <a:t> </a:t>
            </a:r>
            <a:r>
              <a:rPr kumimoji="0" lang="de-DE" sz="1200" b="0" i="0" u="none" strike="noStrike" kern="1200" cap="none" spc="0" normalizeH="0" baseline="0" noProof="0" err="1">
                <a:ln>
                  <a:noFill/>
                </a:ln>
                <a:solidFill>
                  <a:srgbClr val="000000"/>
                </a:solidFill>
                <a:effectLst/>
                <a:uLnTx/>
                <a:uFillTx/>
                <a:latin typeface="Arial"/>
                <a:ea typeface="+mn-ea"/>
                <a:cs typeface="+mn-cs"/>
              </a:rPr>
              <a:t>opened</a:t>
            </a:r>
            <a:endParaRPr kumimoji="0" lang="de-DE" sz="1200" b="0" i="0" u="none" strike="noStrike" kern="1200" cap="none" spc="0" normalizeH="0" baseline="0" noProof="0">
              <a:ln>
                <a:noFill/>
              </a:ln>
              <a:solidFill>
                <a:srgbClr val="000000"/>
              </a:solidFill>
              <a:effectLst/>
              <a:uLnTx/>
              <a:uFillTx/>
              <a:latin typeface="Arial"/>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200" b="0" i="0" u="none" strike="noStrike" kern="1200" cap="none" spc="0" normalizeH="0" baseline="0" noProof="0">
              <a:ln>
                <a:noFill/>
              </a:ln>
              <a:solidFill>
                <a:srgbClr val="000000"/>
              </a:solidFill>
              <a:effectLst/>
              <a:uLnTx/>
              <a:uFillTx/>
              <a:latin typeface="Arial"/>
              <a:ea typeface="+mn-ea"/>
              <a:cs typeface="+mn-cs"/>
            </a:endParaRPr>
          </a:p>
          <a:p>
            <a:pPr marL="285750" marR="0" lvl="0" indent="-285750" algn="l" defTabSz="914400" rtl="0" eaLnBrk="1" fontAlgn="auto" latinLnBrk="0" hangingPunct="1">
              <a:lnSpc>
                <a:spcPct val="100000"/>
              </a:lnSpc>
              <a:spcBef>
                <a:spcPts val="0"/>
              </a:spcBef>
              <a:spcAft>
                <a:spcPts val="0"/>
              </a:spcAft>
              <a:buClrTx/>
              <a:buSzTx/>
              <a:buFont typeface="+mj-lt"/>
              <a:buAutoNum type="arabicPeriod"/>
              <a:tabLst/>
              <a:defRPr/>
            </a:pPr>
            <a:r>
              <a:rPr kumimoji="0" lang="en-US" sz="1200" b="0" i="0" u="none" strike="noStrike" kern="1200" cap="none" spc="0" normalizeH="0" baseline="0" noProof="0">
                <a:ln>
                  <a:noFill/>
                </a:ln>
                <a:solidFill>
                  <a:srgbClr val="000000"/>
                </a:solidFill>
                <a:effectLst/>
                <a:uLnTx/>
                <a:uFillTx/>
                <a:latin typeface="Arial"/>
                <a:ea typeface="+mn-ea"/>
                <a:cs typeface="+mn-cs"/>
              </a:rPr>
              <a:t>Add the description in the Document data tab.</a:t>
            </a:r>
          </a:p>
          <a:p>
            <a:pPr marL="285750" marR="0" lvl="0" indent="-285750" algn="l" defTabSz="914400" rtl="0" eaLnBrk="1" fontAlgn="auto" latinLnBrk="0" hangingPunct="1">
              <a:lnSpc>
                <a:spcPct val="100000"/>
              </a:lnSpc>
              <a:spcBef>
                <a:spcPts val="0"/>
              </a:spcBef>
              <a:spcAft>
                <a:spcPts val="0"/>
              </a:spcAft>
              <a:buClrTx/>
              <a:buSzTx/>
              <a:buFont typeface="+mj-lt"/>
              <a:buAutoNum type="arabicPeriod"/>
              <a:tabLst/>
              <a:defRPr/>
            </a:pPr>
            <a:r>
              <a:rPr kumimoji="0" lang="en-US" sz="1200" b="0" i="0" u="none" strike="noStrike" kern="1200" cap="none" spc="0" normalizeH="0" baseline="0" noProof="0">
                <a:ln>
                  <a:noFill/>
                </a:ln>
                <a:solidFill>
                  <a:srgbClr val="000000"/>
                </a:solidFill>
                <a:effectLst/>
                <a:uLnTx/>
                <a:uFillTx/>
                <a:latin typeface="Arial"/>
                <a:ea typeface="+mn-ea"/>
                <a:cs typeface="Arial"/>
              </a:rPr>
              <a:t>Click on create original </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rgbClr val="000000"/>
              </a:solidFill>
              <a:effectLst/>
              <a:uLnTx/>
              <a:uFillTx/>
              <a:latin typeface="Arial"/>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rgbClr val="000000"/>
              </a:solidFill>
              <a:effectLst/>
              <a:uLnTx/>
              <a:uFillTx/>
              <a:latin typeface="Arial"/>
              <a:ea typeface="+mn-ea"/>
              <a:cs typeface="Arial"/>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000000"/>
                </a:solidFill>
                <a:effectLst/>
                <a:uLnTx/>
                <a:uFillTx/>
                <a:latin typeface="Arial"/>
                <a:ea typeface="+mn-ea"/>
                <a:cs typeface="Arial"/>
              </a:rPr>
              <a:t>A new box: Create Document : Basic Data Drawing (DRW) will be opened</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rgbClr val="000000"/>
              </a:solidFill>
              <a:effectLst/>
              <a:uLnTx/>
              <a:uFillTx/>
              <a:latin typeface="Arial"/>
              <a:ea typeface="+mn-ea"/>
              <a:cs typeface="Arial"/>
            </a:endParaRPr>
          </a:p>
          <a:p>
            <a:pPr marL="228600" marR="0" lvl="0" indent="-228600" algn="l" defTabSz="914400" rtl="0" eaLnBrk="1" fontAlgn="auto" latinLnBrk="0" hangingPunct="1">
              <a:lnSpc>
                <a:spcPct val="100000"/>
              </a:lnSpc>
              <a:spcBef>
                <a:spcPts val="0"/>
              </a:spcBef>
              <a:spcAft>
                <a:spcPts val="0"/>
              </a:spcAft>
              <a:buClrTx/>
              <a:buSzTx/>
              <a:buFontTx/>
              <a:buAutoNum type="arabicPeriod"/>
              <a:tabLst/>
              <a:defRPr/>
            </a:pPr>
            <a:r>
              <a:rPr kumimoji="0" lang="en-US" sz="1200" b="0" i="0" u="none" strike="noStrike" kern="1200" cap="none" spc="0" normalizeH="0" baseline="0" noProof="0">
                <a:ln>
                  <a:noFill/>
                </a:ln>
                <a:solidFill>
                  <a:srgbClr val="000000"/>
                </a:solidFill>
                <a:effectLst/>
                <a:uLnTx/>
                <a:uFillTx/>
                <a:latin typeface="Arial"/>
                <a:ea typeface="+mn-ea"/>
                <a:cs typeface="Arial"/>
              </a:rPr>
              <a:t>Select the Application type – PDF</a:t>
            </a:r>
          </a:p>
          <a:p>
            <a:pPr marL="228600" marR="0" lvl="0" indent="-228600" algn="l" defTabSz="914400" rtl="0" eaLnBrk="1" fontAlgn="auto" latinLnBrk="0" hangingPunct="1">
              <a:lnSpc>
                <a:spcPct val="100000"/>
              </a:lnSpc>
              <a:spcBef>
                <a:spcPts val="0"/>
              </a:spcBef>
              <a:spcAft>
                <a:spcPts val="0"/>
              </a:spcAft>
              <a:buClrTx/>
              <a:buSzTx/>
              <a:buFontTx/>
              <a:buAutoNum type="arabicPeriod"/>
              <a:tabLst/>
              <a:defRPr/>
            </a:pPr>
            <a:r>
              <a:rPr kumimoji="0" lang="en-US" sz="1200" b="0" i="0" u="none" strike="noStrike" kern="1200" cap="none" spc="0" normalizeH="0" baseline="0" noProof="0">
                <a:ln>
                  <a:noFill/>
                </a:ln>
                <a:solidFill>
                  <a:srgbClr val="000000"/>
                </a:solidFill>
                <a:effectLst/>
                <a:uLnTx/>
                <a:uFillTx/>
                <a:latin typeface="Arial"/>
                <a:ea typeface="+mn-ea"/>
                <a:cs typeface="Arial"/>
              </a:rPr>
              <a:t>Add the Description</a:t>
            </a:r>
          </a:p>
          <a:p>
            <a:pPr marL="228600" marR="0" lvl="0" indent="-228600" algn="l" defTabSz="914400" rtl="0" eaLnBrk="1" fontAlgn="auto" latinLnBrk="0" hangingPunct="1">
              <a:lnSpc>
                <a:spcPct val="100000"/>
              </a:lnSpc>
              <a:spcBef>
                <a:spcPts val="0"/>
              </a:spcBef>
              <a:spcAft>
                <a:spcPts val="0"/>
              </a:spcAft>
              <a:buClrTx/>
              <a:buSzTx/>
              <a:buFontTx/>
              <a:buAutoNum type="arabicPeriod"/>
              <a:tabLst/>
              <a:defRPr/>
            </a:pPr>
            <a:r>
              <a:rPr kumimoji="0" lang="en-US" sz="1200" b="0" i="0" u="none" strike="noStrike" kern="1200" cap="none" spc="0" normalizeH="0" baseline="0" noProof="0">
                <a:ln>
                  <a:noFill/>
                </a:ln>
                <a:solidFill>
                  <a:srgbClr val="000000"/>
                </a:solidFill>
                <a:effectLst/>
                <a:uLnTx/>
                <a:uFillTx/>
                <a:latin typeface="Arial"/>
                <a:ea typeface="+mn-ea"/>
                <a:cs typeface="Arial"/>
              </a:rPr>
              <a:t>Click on Original </a:t>
            </a:r>
          </a:p>
          <a:p>
            <a:pPr marL="228600" marR="0" lvl="0" indent="-228600" algn="l" defTabSz="914400" rtl="0" eaLnBrk="1" fontAlgn="auto" latinLnBrk="0" hangingPunct="1">
              <a:lnSpc>
                <a:spcPct val="100000"/>
              </a:lnSpc>
              <a:spcBef>
                <a:spcPts val="0"/>
              </a:spcBef>
              <a:spcAft>
                <a:spcPts val="0"/>
              </a:spcAft>
              <a:buClrTx/>
              <a:buSzTx/>
              <a:buFontTx/>
              <a:buAutoNum type="arabicPeriod"/>
              <a:tabLst/>
              <a:defRPr/>
            </a:pPr>
            <a:endParaRPr kumimoji="0" lang="en-US" sz="1200" b="0" i="0" u="none" strike="noStrike" kern="1200" cap="none" spc="0" normalizeH="0" baseline="0" noProof="0">
              <a:ln>
                <a:noFill/>
              </a:ln>
              <a:solidFill>
                <a:srgbClr val="000000"/>
              </a:solidFill>
              <a:effectLst/>
              <a:uLnTx/>
              <a:uFillTx/>
              <a:latin typeface="Arial"/>
              <a:ea typeface="+mn-ea"/>
              <a:cs typeface="Arial"/>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000000"/>
                </a:solidFill>
                <a:effectLst/>
                <a:uLnTx/>
                <a:uFillTx/>
                <a:latin typeface="Arial"/>
                <a:ea typeface="+mn-ea"/>
                <a:cs typeface="Arial"/>
              </a:rPr>
              <a:t>Below box will be opened, click on OK </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050" b="0" i="0" u="none" strike="noStrike" kern="1200" cap="none" spc="0" normalizeH="0" baseline="0" noProof="0">
              <a:ln>
                <a:noFill/>
              </a:ln>
              <a:solidFill>
                <a:srgbClr val="000000"/>
              </a:solidFill>
              <a:effectLst/>
              <a:uLnTx/>
              <a:uFillTx/>
              <a:latin typeface="Arial"/>
              <a:ea typeface="+mn-ea"/>
              <a:cs typeface="Arial"/>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050" b="0" i="0" u="none" strike="noStrike" kern="1200" cap="none" spc="0" normalizeH="0" baseline="0" noProof="0">
              <a:ln>
                <a:noFill/>
              </a:ln>
              <a:solidFill>
                <a:srgbClr val="000000"/>
              </a:solidFill>
              <a:effectLst/>
              <a:uLnTx/>
              <a:uFillTx/>
              <a:latin typeface="Arial"/>
              <a:ea typeface="+mn-ea"/>
              <a:cs typeface="Arial"/>
            </a:endParaRPr>
          </a:p>
        </p:txBody>
      </p:sp>
      <p:sp>
        <p:nvSpPr>
          <p:cNvPr id="8" name="Rechteck 5">
            <a:extLst>
              <a:ext uri="{FF2B5EF4-FFF2-40B4-BE49-F238E27FC236}">
                <a16:creationId xmlns:a16="http://schemas.microsoft.com/office/drawing/2014/main" id="{B844156F-1E20-DDE1-6604-25E1F34798EA}"/>
              </a:ext>
            </a:extLst>
          </p:cNvPr>
          <p:cNvSpPr/>
          <p:nvPr/>
        </p:nvSpPr>
        <p:spPr>
          <a:xfrm>
            <a:off x="6819899" y="1136342"/>
            <a:ext cx="5293637" cy="818023"/>
          </a:xfrm>
          <a:prstGeom prst="rect">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000000"/>
                </a:solidFill>
                <a:effectLst/>
                <a:uLnTx/>
                <a:uFillTx/>
                <a:latin typeface="Arial"/>
                <a:ea typeface="+mn-ea"/>
                <a:cs typeface="+mn-cs"/>
              </a:rPr>
              <a:t>CV01N </a:t>
            </a:r>
            <a:r>
              <a:rPr kumimoji="0" lang="cs-CZ" sz="1200" b="1" i="0" u="none" strike="noStrike" kern="1200" cap="none" spc="0" normalizeH="0" baseline="0" noProof="0">
                <a:ln>
                  <a:noFill/>
                </a:ln>
                <a:solidFill>
                  <a:srgbClr val="000000"/>
                </a:solidFill>
                <a:effectLst/>
                <a:uLnTx/>
                <a:uFillTx/>
                <a:latin typeface="Arial"/>
                <a:ea typeface="+mn-ea"/>
                <a:cs typeface="+mn-cs"/>
              </a:rPr>
              <a:t> - </a:t>
            </a:r>
            <a:r>
              <a:rPr kumimoji="0" lang="en-US" sz="1200" b="1" i="0" u="none" strike="noStrike" kern="1200" cap="none" spc="0" normalizeH="0" baseline="0" noProof="0">
                <a:ln>
                  <a:noFill/>
                </a:ln>
                <a:solidFill>
                  <a:srgbClr val="000000"/>
                </a:solidFill>
                <a:effectLst/>
                <a:uLnTx/>
                <a:uFillTx/>
                <a:latin typeface="Arial"/>
                <a:ea typeface="+mn-ea"/>
                <a:cs typeface="+mn-cs"/>
              </a:rPr>
              <a:t>Create </a:t>
            </a:r>
            <a:r>
              <a:rPr kumimoji="0" lang="en-US" sz="1200" b="1" i="0" u="none" strike="noStrike" kern="1200" cap="none" spc="0" normalizeH="0" baseline="0" noProof="0" err="1">
                <a:ln>
                  <a:noFill/>
                </a:ln>
                <a:solidFill>
                  <a:srgbClr val="000000"/>
                </a:solidFill>
                <a:effectLst/>
                <a:uLnTx/>
                <a:uFillTx/>
                <a:latin typeface="Arial"/>
                <a:ea typeface="+mn-ea"/>
                <a:cs typeface="+mn-cs"/>
              </a:rPr>
              <a:t>Documen</a:t>
            </a:r>
            <a:r>
              <a:rPr kumimoji="0" lang="cs-CZ" sz="1200" b="1" i="0" u="none" strike="noStrike" kern="1200" cap="none" spc="0" normalizeH="0" baseline="0" noProof="0">
                <a:ln>
                  <a:noFill/>
                </a:ln>
                <a:solidFill>
                  <a:srgbClr val="000000"/>
                </a:solidFill>
                <a:effectLst/>
                <a:uLnTx/>
                <a:uFillTx/>
                <a:latin typeface="Arial"/>
                <a:ea typeface="+mn-ea"/>
                <a:cs typeface="+mn-cs"/>
              </a:rPr>
              <a:t>t</a:t>
            </a:r>
            <a:endParaRPr kumimoji="0" lang="de-DE" sz="1200" b="1" i="0" u="none" strike="noStrike" kern="1200" cap="none" spc="0" normalizeH="0" baseline="0" noProof="0">
              <a:ln>
                <a:noFill/>
              </a:ln>
              <a:solidFill>
                <a:srgbClr val="000000"/>
              </a:solidFill>
              <a:effectLst/>
              <a:uLnTx/>
              <a:uFillTx/>
              <a:latin typeface="Arial"/>
              <a:ea typeface="+mn-ea"/>
              <a:cs typeface="+mn-cs"/>
            </a:endParaRPr>
          </a:p>
        </p:txBody>
      </p:sp>
      <p:sp>
        <p:nvSpPr>
          <p:cNvPr id="10" name="Arrow: Curved Right 9">
            <a:extLst>
              <a:ext uri="{FF2B5EF4-FFF2-40B4-BE49-F238E27FC236}">
                <a16:creationId xmlns:a16="http://schemas.microsoft.com/office/drawing/2014/main" id="{E072A691-980F-5A91-1EA6-CCA417F32B14}"/>
              </a:ext>
            </a:extLst>
          </p:cNvPr>
          <p:cNvSpPr/>
          <p:nvPr/>
        </p:nvSpPr>
        <p:spPr>
          <a:xfrm>
            <a:off x="364356" y="4268632"/>
            <a:ext cx="655406" cy="887027"/>
          </a:xfrm>
          <a:prstGeom prst="curvedRightArrow">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srgbClr val="000000"/>
              </a:solidFill>
              <a:effectLst/>
              <a:uLnTx/>
              <a:uFillTx/>
              <a:latin typeface="Arial"/>
              <a:ea typeface="+mn-ea"/>
              <a:cs typeface="+mn-cs"/>
            </a:endParaRPr>
          </a:p>
        </p:txBody>
      </p:sp>
      <p:pic>
        <p:nvPicPr>
          <p:cNvPr id="3" name="Picture 2">
            <a:extLst>
              <a:ext uri="{FF2B5EF4-FFF2-40B4-BE49-F238E27FC236}">
                <a16:creationId xmlns:a16="http://schemas.microsoft.com/office/drawing/2014/main" id="{F84F463C-F4F1-A2E2-70B4-FC840596C66C}"/>
              </a:ext>
            </a:extLst>
          </p:cNvPr>
          <p:cNvPicPr>
            <a:picLocks noChangeAspect="1"/>
          </p:cNvPicPr>
          <p:nvPr/>
        </p:nvPicPr>
        <p:blipFill>
          <a:blip r:embed="rId3"/>
          <a:stretch>
            <a:fillRect/>
          </a:stretch>
        </p:blipFill>
        <p:spPr>
          <a:xfrm>
            <a:off x="175740" y="1136342"/>
            <a:ext cx="6505042" cy="3059575"/>
          </a:xfrm>
          <a:prstGeom prst="rect">
            <a:avLst/>
          </a:prstGeom>
        </p:spPr>
      </p:pic>
      <p:pic>
        <p:nvPicPr>
          <p:cNvPr id="11" name="Picture 10">
            <a:extLst>
              <a:ext uri="{FF2B5EF4-FFF2-40B4-BE49-F238E27FC236}">
                <a16:creationId xmlns:a16="http://schemas.microsoft.com/office/drawing/2014/main" id="{25BCACB3-426F-279C-C8DF-348941C6CC4D}"/>
              </a:ext>
            </a:extLst>
          </p:cNvPr>
          <p:cNvPicPr>
            <a:picLocks noChangeAspect="1"/>
          </p:cNvPicPr>
          <p:nvPr/>
        </p:nvPicPr>
        <p:blipFill>
          <a:blip r:embed="rId4"/>
          <a:stretch>
            <a:fillRect/>
          </a:stretch>
        </p:blipFill>
        <p:spPr>
          <a:xfrm>
            <a:off x="1089320" y="4865061"/>
            <a:ext cx="4483330" cy="1695537"/>
          </a:xfrm>
          <a:prstGeom prst="rect">
            <a:avLst/>
          </a:prstGeom>
        </p:spPr>
      </p:pic>
      <p:pic>
        <p:nvPicPr>
          <p:cNvPr id="13" name="Picture 12">
            <a:extLst>
              <a:ext uri="{FF2B5EF4-FFF2-40B4-BE49-F238E27FC236}">
                <a16:creationId xmlns:a16="http://schemas.microsoft.com/office/drawing/2014/main" id="{FBCD8F7D-7494-5CBD-7EC8-73CB674CD47B}"/>
              </a:ext>
            </a:extLst>
          </p:cNvPr>
          <p:cNvPicPr>
            <a:picLocks noChangeAspect="1"/>
          </p:cNvPicPr>
          <p:nvPr/>
        </p:nvPicPr>
        <p:blipFill>
          <a:blip r:embed="rId5"/>
          <a:stretch>
            <a:fillRect/>
          </a:stretch>
        </p:blipFill>
        <p:spPr>
          <a:xfrm>
            <a:off x="6957821" y="4586186"/>
            <a:ext cx="2734057" cy="1457528"/>
          </a:xfrm>
          <a:prstGeom prst="rect">
            <a:avLst/>
          </a:prstGeom>
        </p:spPr>
      </p:pic>
      <p:sp>
        <p:nvSpPr>
          <p:cNvPr id="4" name="Textfeld 3">
            <a:extLst>
              <a:ext uri="{FF2B5EF4-FFF2-40B4-BE49-F238E27FC236}">
                <a16:creationId xmlns:a16="http://schemas.microsoft.com/office/drawing/2014/main" id="{1D96AECB-C07E-F2F9-2223-43AACCBBB043}"/>
              </a:ext>
            </a:extLst>
          </p:cNvPr>
          <p:cNvSpPr txBox="1"/>
          <p:nvPr/>
        </p:nvSpPr>
        <p:spPr>
          <a:xfrm>
            <a:off x="175740" y="297402"/>
            <a:ext cx="6094378" cy="40011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cs-CZ" sz="2000" b="1">
                <a:solidFill>
                  <a:srgbClr val="00646E"/>
                </a:solidFill>
                <a:latin typeface="Arial"/>
              </a:rPr>
              <a:t>7</a:t>
            </a:r>
            <a:r>
              <a:rPr kumimoji="0" lang="cs-CZ" sz="2000" b="1" i="0" u="none" strike="noStrike" kern="1200" cap="none" spc="0" normalizeH="0" baseline="0" noProof="0">
                <a:ln>
                  <a:noFill/>
                </a:ln>
                <a:solidFill>
                  <a:srgbClr val="00646E"/>
                </a:solidFill>
                <a:effectLst/>
                <a:uLnTx/>
                <a:uFillTx/>
                <a:latin typeface="Arial"/>
                <a:ea typeface="+mn-ea"/>
                <a:cs typeface="+mn-cs"/>
              </a:rPr>
              <a:t>.1 </a:t>
            </a:r>
            <a:r>
              <a:rPr kumimoji="0" lang="en-US" sz="2000" b="1" i="0" u="none" strike="noStrike" kern="1200" cap="none" spc="0" normalizeH="0" baseline="0" noProof="0">
                <a:ln>
                  <a:noFill/>
                </a:ln>
                <a:solidFill>
                  <a:srgbClr val="00646E"/>
                </a:solidFill>
                <a:effectLst/>
                <a:uLnTx/>
                <a:uFillTx/>
                <a:latin typeface="Arial"/>
                <a:ea typeface="+mn-ea"/>
                <a:cs typeface="+mn-cs"/>
              </a:rPr>
              <a:t>Adding </a:t>
            </a:r>
            <a:r>
              <a:rPr kumimoji="0" lang="en-US" sz="2000" b="1" i="0" u="none" strike="noStrike" kern="1200" cap="none" spc="0" normalizeH="0" baseline="0" noProof="0" err="1">
                <a:ln>
                  <a:noFill/>
                </a:ln>
                <a:solidFill>
                  <a:srgbClr val="00646E"/>
                </a:solidFill>
                <a:effectLst/>
                <a:uLnTx/>
                <a:uFillTx/>
                <a:latin typeface="Arial"/>
                <a:ea typeface="+mn-ea"/>
                <a:cs typeface="+mn-cs"/>
              </a:rPr>
              <a:t>Attac</a:t>
            </a:r>
            <a:r>
              <a:rPr kumimoji="0" lang="cs-CZ" sz="2000" b="1" i="0" u="none" strike="noStrike" kern="1200" cap="none" spc="0" normalizeH="0" baseline="0" noProof="0">
                <a:ln>
                  <a:noFill/>
                </a:ln>
                <a:solidFill>
                  <a:srgbClr val="00646E"/>
                </a:solidFill>
                <a:effectLst/>
                <a:uLnTx/>
                <a:uFillTx/>
                <a:latin typeface="Arial"/>
                <a:ea typeface="+mn-ea"/>
                <a:cs typeface="+mn-cs"/>
              </a:rPr>
              <a:t>h</a:t>
            </a:r>
            <a:r>
              <a:rPr kumimoji="0" lang="en-US" sz="2000" b="1" i="0" u="none" strike="noStrike" kern="1200" cap="none" spc="0" normalizeH="0" baseline="0" noProof="0" err="1">
                <a:ln>
                  <a:noFill/>
                </a:ln>
                <a:solidFill>
                  <a:srgbClr val="00646E"/>
                </a:solidFill>
                <a:effectLst/>
                <a:uLnTx/>
                <a:uFillTx/>
                <a:latin typeface="Arial"/>
                <a:ea typeface="+mn-ea"/>
                <a:cs typeface="+mn-cs"/>
              </a:rPr>
              <a:t>ment</a:t>
            </a:r>
            <a:r>
              <a:rPr kumimoji="0" lang="en-US" sz="2000" b="1" i="0" u="none" strike="noStrike" kern="1200" cap="none" spc="0" normalizeH="0" baseline="0" noProof="0">
                <a:ln>
                  <a:noFill/>
                </a:ln>
                <a:solidFill>
                  <a:srgbClr val="00646E"/>
                </a:solidFill>
                <a:effectLst/>
                <a:uLnTx/>
                <a:uFillTx/>
                <a:latin typeface="Arial"/>
                <a:ea typeface="+mn-ea"/>
                <a:cs typeface="+mn-cs"/>
              </a:rPr>
              <a:t> to </a:t>
            </a:r>
            <a:r>
              <a:rPr kumimoji="0" lang="cs-CZ" sz="2000" b="1" i="0" u="none" strike="noStrike" kern="1200" cap="none" spc="0" normalizeH="0" baseline="0" noProof="0">
                <a:ln>
                  <a:noFill/>
                </a:ln>
                <a:solidFill>
                  <a:srgbClr val="00646E"/>
                </a:solidFill>
                <a:effectLst/>
                <a:uLnTx/>
                <a:uFillTx/>
                <a:latin typeface="Arial"/>
                <a:ea typeface="+mn-ea"/>
                <a:cs typeface="+mn-cs"/>
              </a:rPr>
              <a:t>Archive</a:t>
            </a:r>
            <a:endParaRPr kumimoji="0" lang="de-DE" sz="2000" b="1" i="0" u="none" strike="noStrike" kern="1200" cap="none" spc="0" normalizeH="0" baseline="0" noProof="0">
              <a:ln>
                <a:noFill/>
              </a:ln>
              <a:solidFill>
                <a:srgbClr val="00646E"/>
              </a:solidFill>
              <a:effectLst/>
              <a:uLnTx/>
              <a:uFillTx/>
              <a:latin typeface="Arial"/>
              <a:ea typeface="+mn-ea"/>
              <a:cs typeface="+mn-cs"/>
            </a:endParaRPr>
          </a:p>
        </p:txBody>
      </p:sp>
    </p:spTree>
    <p:extLst>
      <p:ext uri="{BB962C8B-B14F-4D97-AF65-F5344CB8AC3E}">
        <p14:creationId xmlns:p14="http://schemas.microsoft.com/office/powerpoint/2010/main" val="985120008"/>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1ABA4C-9F8D-B040-D611-821D5A29FAAC}"/>
            </a:ext>
          </a:extLst>
        </p:cNvPr>
        <p:cNvGrpSpPr/>
        <p:nvPr/>
      </p:nvGrpSpPr>
      <p:grpSpPr>
        <a:xfrm>
          <a:off x="0" y="0"/>
          <a:ext cx="0" cy="0"/>
          <a:chOff x="0" y="0"/>
          <a:chExt cx="0" cy="0"/>
        </a:xfrm>
      </p:grpSpPr>
      <p:sp>
        <p:nvSpPr>
          <p:cNvPr id="6" name="Rechteck 5">
            <a:extLst>
              <a:ext uri="{FF2B5EF4-FFF2-40B4-BE49-F238E27FC236}">
                <a16:creationId xmlns:a16="http://schemas.microsoft.com/office/drawing/2014/main" id="{6086B939-2AB7-86FD-5AC6-AF9AE3AC2A7C}"/>
              </a:ext>
            </a:extLst>
          </p:cNvPr>
          <p:cNvSpPr/>
          <p:nvPr/>
        </p:nvSpPr>
        <p:spPr>
          <a:xfrm>
            <a:off x="6819899" y="1937442"/>
            <a:ext cx="5293637" cy="4623156"/>
          </a:xfrm>
          <a:prstGeom prst="rect">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1200" b="0" i="0" u="none" strike="noStrike" kern="1200" cap="none" spc="0" normalizeH="0" baseline="0" noProof="0">
                <a:ln>
                  <a:noFill/>
                </a:ln>
                <a:solidFill>
                  <a:srgbClr val="000000"/>
                </a:solidFill>
                <a:effectLst/>
                <a:uLnTx/>
                <a:uFillTx/>
                <a:latin typeface="Arial"/>
                <a:ea typeface="+mn-ea"/>
                <a:cs typeface="+mn-cs"/>
              </a:rPr>
              <a:t>A </a:t>
            </a:r>
            <a:r>
              <a:rPr kumimoji="0" lang="de-DE" sz="1200" b="0" i="0" u="none" strike="noStrike" kern="1200" cap="none" spc="0" normalizeH="0" baseline="0" noProof="0" err="1">
                <a:ln>
                  <a:noFill/>
                </a:ln>
                <a:solidFill>
                  <a:srgbClr val="000000"/>
                </a:solidFill>
                <a:effectLst/>
                <a:uLnTx/>
                <a:uFillTx/>
                <a:latin typeface="Arial"/>
                <a:ea typeface="+mn-ea"/>
                <a:cs typeface="+mn-cs"/>
              </a:rPr>
              <a:t>new</a:t>
            </a:r>
            <a:r>
              <a:rPr kumimoji="0" lang="de-DE" sz="1200" b="0" i="0" u="none" strike="noStrike" kern="1200" cap="none" spc="0" normalizeH="0" baseline="0" noProof="0">
                <a:ln>
                  <a:noFill/>
                </a:ln>
                <a:solidFill>
                  <a:srgbClr val="000000"/>
                </a:solidFill>
                <a:effectLst/>
                <a:uLnTx/>
                <a:uFillTx/>
                <a:latin typeface="Arial"/>
                <a:ea typeface="+mn-ea"/>
                <a:cs typeface="+mn-cs"/>
              </a:rPr>
              <a:t> </a:t>
            </a:r>
            <a:r>
              <a:rPr kumimoji="0" lang="de-DE" sz="1200" b="0" i="0" u="none" strike="noStrike" kern="1200" cap="none" spc="0" normalizeH="0" baseline="0" noProof="0" err="1">
                <a:ln>
                  <a:noFill/>
                </a:ln>
                <a:solidFill>
                  <a:srgbClr val="000000"/>
                </a:solidFill>
                <a:effectLst/>
                <a:uLnTx/>
                <a:uFillTx/>
                <a:latin typeface="Arial"/>
                <a:ea typeface="+mn-ea"/>
                <a:cs typeface="+mn-cs"/>
              </a:rPr>
              <a:t>tab</a:t>
            </a:r>
            <a:r>
              <a:rPr kumimoji="0" lang="cs-CZ" sz="1200" b="0" i="0" u="none" strike="noStrike" kern="1200" cap="none" spc="0" normalizeH="0" baseline="0" noProof="0">
                <a:ln>
                  <a:noFill/>
                </a:ln>
                <a:solidFill>
                  <a:srgbClr val="000000"/>
                </a:solidFill>
                <a:effectLst/>
                <a:uLnTx/>
                <a:uFillTx/>
                <a:latin typeface="Arial"/>
                <a:ea typeface="+mn-ea"/>
                <a:cs typeface="+mn-cs"/>
              </a:rPr>
              <a:t> </a:t>
            </a:r>
            <a:r>
              <a:rPr kumimoji="0" lang="de-DE" sz="1200" b="0" i="0" u="none" strike="noStrike" kern="1200" cap="none" spc="0" normalizeH="0" baseline="0" noProof="0">
                <a:ln>
                  <a:noFill/>
                </a:ln>
                <a:solidFill>
                  <a:srgbClr val="000000"/>
                </a:solidFill>
                <a:effectLst/>
                <a:uLnTx/>
                <a:uFillTx/>
                <a:latin typeface="Arial"/>
                <a:ea typeface="+mn-ea"/>
                <a:cs typeface="+mn-cs"/>
              </a:rPr>
              <a:t>will </a:t>
            </a:r>
            <a:r>
              <a:rPr kumimoji="0" lang="de-DE" sz="1200" b="0" i="0" u="none" strike="noStrike" kern="1200" cap="none" spc="0" normalizeH="0" baseline="0" noProof="0" err="1">
                <a:ln>
                  <a:noFill/>
                </a:ln>
                <a:solidFill>
                  <a:srgbClr val="000000"/>
                </a:solidFill>
                <a:effectLst/>
                <a:uLnTx/>
                <a:uFillTx/>
                <a:latin typeface="Arial"/>
                <a:ea typeface="+mn-ea"/>
                <a:cs typeface="+mn-cs"/>
              </a:rPr>
              <a:t>be</a:t>
            </a:r>
            <a:r>
              <a:rPr kumimoji="0" lang="de-DE" sz="1200" b="0" i="0" u="none" strike="noStrike" kern="1200" cap="none" spc="0" normalizeH="0" baseline="0" noProof="0">
                <a:ln>
                  <a:noFill/>
                </a:ln>
                <a:solidFill>
                  <a:srgbClr val="000000"/>
                </a:solidFill>
                <a:effectLst/>
                <a:uLnTx/>
                <a:uFillTx/>
                <a:latin typeface="Arial"/>
                <a:ea typeface="+mn-ea"/>
                <a:cs typeface="+mn-cs"/>
              </a:rPr>
              <a:t> </a:t>
            </a:r>
            <a:r>
              <a:rPr kumimoji="0" lang="de-DE" sz="1200" b="0" i="0" u="none" strike="noStrike" kern="1200" cap="none" spc="0" normalizeH="0" baseline="0" noProof="0" err="1">
                <a:ln>
                  <a:noFill/>
                </a:ln>
                <a:solidFill>
                  <a:srgbClr val="000000"/>
                </a:solidFill>
                <a:effectLst/>
                <a:uLnTx/>
                <a:uFillTx/>
                <a:latin typeface="Arial"/>
                <a:ea typeface="+mn-ea"/>
                <a:cs typeface="+mn-cs"/>
              </a:rPr>
              <a:t>opened</a:t>
            </a:r>
            <a:r>
              <a:rPr kumimoji="0" lang="de-DE" sz="1200" b="0" i="0" u="none" strike="noStrike" kern="1200" cap="none" spc="0" normalizeH="0" baseline="0" noProof="0">
                <a:ln>
                  <a:noFill/>
                </a:ln>
                <a:solidFill>
                  <a:srgbClr val="000000"/>
                </a:solidFill>
                <a:effectLst/>
                <a:uLnTx/>
                <a:uFillTx/>
                <a:latin typeface="Arial"/>
                <a:ea typeface="+mn-ea"/>
                <a:cs typeface="+mn-cs"/>
              </a:rPr>
              <a:t>, </a:t>
            </a:r>
            <a:r>
              <a:rPr kumimoji="0" lang="de-DE" sz="1200" b="0" i="0" u="none" strike="noStrike" kern="1200" cap="none" spc="0" normalizeH="0" baseline="0" noProof="0" err="1">
                <a:ln>
                  <a:noFill/>
                </a:ln>
                <a:solidFill>
                  <a:srgbClr val="000000"/>
                </a:solidFill>
                <a:effectLst/>
                <a:uLnTx/>
                <a:uFillTx/>
                <a:latin typeface="Arial"/>
                <a:ea typeface="+mn-ea"/>
                <a:cs typeface="+mn-cs"/>
              </a:rPr>
              <a:t>select</a:t>
            </a:r>
            <a:r>
              <a:rPr kumimoji="0" lang="de-DE" sz="1200" b="0" i="0" u="none" strike="noStrike" kern="1200" cap="none" spc="0" normalizeH="0" baseline="0" noProof="0">
                <a:ln>
                  <a:noFill/>
                </a:ln>
                <a:solidFill>
                  <a:srgbClr val="000000"/>
                </a:solidFill>
                <a:effectLst/>
                <a:uLnTx/>
                <a:uFillTx/>
                <a:latin typeface="Arial"/>
                <a:ea typeface="+mn-ea"/>
                <a:cs typeface="+mn-cs"/>
              </a:rPr>
              <a:t> </a:t>
            </a:r>
            <a:r>
              <a:rPr kumimoji="0" lang="de-DE" sz="1200" b="0" i="0" u="none" strike="noStrike" kern="1200" cap="none" spc="0" normalizeH="0" baseline="0" noProof="0" err="1">
                <a:ln>
                  <a:noFill/>
                </a:ln>
                <a:solidFill>
                  <a:srgbClr val="000000"/>
                </a:solidFill>
                <a:effectLst/>
                <a:uLnTx/>
                <a:uFillTx/>
                <a:latin typeface="Arial"/>
                <a:ea typeface="+mn-ea"/>
                <a:cs typeface="+mn-cs"/>
              </a:rPr>
              <a:t>the</a:t>
            </a:r>
            <a:r>
              <a:rPr kumimoji="0" lang="de-DE" sz="1200" b="0" i="0" u="none" strike="noStrike" kern="1200" cap="none" spc="0" normalizeH="0" baseline="0" noProof="0">
                <a:ln>
                  <a:noFill/>
                </a:ln>
                <a:solidFill>
                  <a:srgbClr val="000000"/>
                </a:solidFill>
                <a:effectLst/>
                <a:uLnTx/>
                <a:uFillTx/>
                <a:latin typeface="Arial"/>
                <a:ea typeface="+mn-ea"/>
                <a:cs typeface="+mn-cs"/>
              </a:rPr>
              <a:t> </a:t>
            </a:r>
            <a:r>
              <a:rPr kumimoji="0" lang="de-DE" sz="1200" b="0" i="0" u="none" strike="noStrike" kern="1200" cap="none" spc="0" normalizeH="0" baseline="0" noProof="0" err="1">
                <a:ln>
                  <a:noFill/>
                </a:ln>
                <a:solidFill>
                  <a:srgbClr val="000000"/>
                </a:solidFill>
                <a:effectLst/>
                <a:uLnTx/>
                <a:uFillTx/>
                <a:latin typeface="Arial"/>
                <a:ea typeface="+mn-ea"/>
                <a:cs typeface="+mn-cs"/>
              </a:rPr>
              <a:t>required</a:t>
            </a:r>
            <a:r>
              <a:rPr kumimoji="0" lang="de-DE" sz="1200" b="0" i="0" u="none" strike="noStrike" kern="1200" cap="none" spc="0" normalizeH="0" baseline="0" noProof="0">
                <a:ln>
                  <a:noFill/>
                </a:ln>
                <a:solidFill>
                  <a:srgbClr val="000000"/>
                </a:solidFill>
                <a:effectLst/>
                <a:uLnTx/>
                <a:uFillTx/>
                <a:latin typeface="Arial"/>
                <a:ea typeface="+mn-ea"/>
                <a:cs typeface="+mn-cs"/>
              </a:rPr>
              <a:t> </a:t>
            </a:r>
            <a:r>
              <a:rPr kumimoji="0" lang="de-DE" sz="1200" b="0" i="0" u="none" strike="noStrike" kern="1200" cap="none" spc="0" normalizeH="0" baseline="0" noProof="0" err="1">
                <a:ln>
                  <a:noFill/>
                </a:ln>
                <a:solidFill>
                  <a:srgbClr val="000000"/>
                </a:solidFill>
                <a:effectLst/>
                <a:uLnTx/>
                <a:uFillTx/>
                <a:latin typeface="Arial"/>
                <a:ea typeface="+mn-ea"/>
                <a:cs typeface="+mn-cs"/>
              </a:rPr>
              <a:t>document</a:t>
            </a:r>
            <a:r>
              <a:rPr kumimoji="0" lang="de-DE" sz="1200" b="0" i="0" u="none" strike="noStrike" kern="1200" cap="none" spc="0" normalizeH="0" baseline="0" noProof="0">
                <a:ln>
                  <a:noFill/>
                </a:ln>
                <a:solidFill>
                  <a:srgbClr val="000000"/>
                </a:solidFill>
                <a:effectLst/>
                <a:uLnTx/>
                <a:uFillTx/>
                <a:latin typeface="Arial"/>
                <a:ea typeface="+mn-ea"/>
                <a:cs typeface="+mn-cs"/>
              </a:rPr>
              <a:t> </a:t>
            </a:r>
            <a:r>
              <a:rPr kumimoji="0" lang="de-DE" sz="1200" b="0" i="0" u="none" strike="noStrike" kern="1200" cap="none" spc="0" normalizeH="0" baseline="0" noProof="0" err="1">
                <a:ln>
                  <a:noFill/>
                </a:ln>
                <a:solidFill>
                  <a:srgbClr val="000000"/>
                </a:solidFill>
                <a:effectLst/>
                <a:uLnTx/>
                <a:uFillTx/>
                <a:latin typeface="Arial"/>
                <a:ea typeface="+mn-ea"/>
                <a:cs typeface="+mn-cs"/>
              </a:rPr>
              <a:t>that</a:t>
            </a:r>
            <a:r>
              <a:rPr kumimoji="0" lang="de-DE" sz="1200" b="0" i="0" u="none" strike="noStrike" kern="1200" cap="none" spc="0" normalizeH="0" baseline="0" noProof="0">
                <a:ln>
                  <a:noFill/>
                </a:ln>
                <a:solidFill>
                  <a:srgbClr val="000000"/>
                </a:solidFill>
                <a:effectLst/>
                <a:uLnTx/>
                <a:uFillTx/>
                <a:latin typeface="Arial"/>
                <a:ea typeface="+mn-ea"/>
                <a:cs typeface="+mn-cs"/>
              </a:rPr>
              <a:t> </a:t>
            </a:r>
            <a:r>
              <a:rPr kumimoji="0" lang="de-DE" sz="1200" b="0" i="0" u="none" strike="noStrike" kern="1200" cap="none" spc="0" normalizeH="0" baseline="0" noProof="0" err="1">
                <a:ln>
                  <a:noFill/>
                </a:ln>
                <a:solidFill>
                  <a:srgbClr val="000000"/>
                </a:solidFill>
                <a:effectLst/>
                <a:uLnTx/>
                <a:uFillTx/>
                <a:latin typeface="Arial"/>
                <a:ea typeface="+mn-ea"/>
                <a:cs typeface="+mn-cs"/>
              </a:rPr>
              <a:t>you</a:t>
            </a:r>
            <a:r>
              <a:rPr kumimoji="0" lang="de-DE" sz="1200" b="0" i="0" u="none" strike="noStrike" kern="1200" cap="none" spc="0" normalizeH="0" baseline="0" noProof="0">
                <a:ln>
                  <a:noFill/>
                </a:ln>
                <a:solidFill>
                  <a:srgbClr val="000000"/>
                </a:solidFill>
                <a:effectLst/>
                <a:uLnTx/>
                <a:uFillTx/>
                <a:latin typeface="Arial"/>
                <a:ea typeface="+mn-ea"/>
                <a:cs typeface="+mn-cs"/>
              </a:rPr>
              <a:t> </a:t>
            </a:r>
            <a:r>
              <a:rPr kumimoji="0" lang="de-DE" sz="1200" b="0" i="0" u="none" strike="noStrike" kern="1200" cap="none" spc="0" normalizeH="0" baseline="0" noProof="0" err="1">
                <a:ln>
                  <a:noFill/>
                </a:ln>
                <a:solidFill>
                  <a:srgbClr val="000000"/>
                </a:solidFill>
                <a:effectLst/>
                <a:uLnTx/>
                <a:uFillTx/>
                <a:latin typeface="Arial"/>
                <a:ea typeface="+mn-ea"/>
                <a:cs typeface="+mn-cs"/>
              </a:rPr>
              <a:t>want</a:t>
            </a:r>
            <a:r>
              <a:rPr kumimoji="0" lang="de-DE" sz="1200" b="0" i="0" u="none" strike="noStrike" kern="1200" cap="none" spc="0" normalizeH="0" baseline="0" noProof="0">
                <a:ln>
                  <a:noFill/>
                </a:ln>
                <a:solidFill>
                  <a:srgbClr val="000000"/>
                </a:solidFill>
                <a:effectLst/>
                <a:uLnTx/>
                <a:uFillTx/>
                <a:latin typeface="Arial"/>
                <a:ea typeface="+mn-ea"/>
                <a:cs typeface="+mn-cs"/>
              </a:rPr>
              <a:t> </a:t>
            </a:r>
            <a:r>
              <a:rPr kumimoji="0" lang="de-DE" sz="1200" b="0" i="0" u="none" strike="noStrike" kern="1200" cap="none" spc="0" normalizeH="0" baseline="0" noProof="0" err="1">
                <a:ln>
                  <a:noFill/>
                </a:ln>
                <a:solidFill>
                  <a:srgbClr val="000000"/>
                </a:solidFill>
                <a:effectLst/>
                <a:uLnTx/>
                <a:uFillTx/>
                <a:latin typeface="Arial"/>
                <a:ea typeface="+mn-ea"/>
                <a:cs typeface="+mn-cs"/>
              </a:rPr>
              <a:t>to</a:t>
            </a:r>
            <a:r>
              <a:rPr kumimoji="0" lang="de-DE" sz="1200" b="0" i="0" u="none" strike="noStrike" kern="1200" cap="none" spc="0" normalizeH="0" baseline="0" noProof="0">
                <a:ln>
                  <a:noFill/>
                </a:ln>
                <a:solidFill>
                  <a:srgbClr val="000000"/>
                </a:solidFill>
                <a:effectLst/>
                <a:uLnTx/>
                <a:uFillTx/>
                <a:latin typeface="Arial"/>
                <a:ea typeface="+mn-ea"/>
                <a:cs typeface="+mn-cs"/>
              </a:rPr>
              <a:t> </a:t>
            </a:r>
            <a:r>
              <a:rPr kumimoji="0" lang="de-DE" sz="1200" b="0" i="0" u="none" strike="noStrike" kern="1200" cap="none" spc="0" normalizeH="0" baseline="0" noProof="0" err="1">
                <a:ln>
                  <a:noFill/>
                </a:ln>
                <a:solidFill>
                  <a:srgbClr val="000000"/>
                </a:solidFill>
                <a:effectLst/>
                <a:uLnTx/>
                <a:uFillTx/>
                <a:latin typeface="Arial"/>
                <a:ea typeface="+mn-ea"/>
                <a:cs typeface="+mn-cs"/>
              </a:rPr>
              <a:t>upload</a:t>
            </a:r>
            <a:r>
              <a:rPr kumimoji="0" lang="de-DE" sz="1200" b="0" i="0" u="none" strike="noStrike" kern="1200" cap="none" spc="0" normalizeH="0" baseline="0" noProof="0">
                <a:ln>
                  <a:noFill/>
                </a:ln>
                <a:solidFill>
                  <a:srgbClr val="000000"/>
                </a:solidFill>
                <a:effectLst/>
                <a:uLnTx/>
                <a:uFillTx/>
                <a:latin typeface="Arial"/>
                <a:ea typeface="+mn-ea"/>
                <a:cs typeface="+mn-cs"/>
              </a:rPr>
              <a:t> and </a:t>
            </a:r>
            <a:r>
              <a:rPr kumimoji="0" lang="de-DE" sz="1200" b="0" i="0" u="none" strike="noStrike" kern="1200" cap="none" spc="0" normalizeH="0" baseline="0" noProof="0" err="1">
                <a:ln>
                  <a:noFill/>
                </a:ln>
                <a:solidFill>
                  <a:srgbClr val="000000"/>
                </a:solidFill>
                <a:effectLst/>
                <a:uLnTx/>
                <a:uFillTx/>
                <a:latin typeface="Arial"/>
                <a:ea typeface="+mn-ea"/>
                <a:cs typeface="+mn-cs"/>
              </a:rPr>
              <a:t>click</a:t>
            </a:r>
            <a:r>
              <a:rPr kumimoji="0" lang="de-DE" sz="1200" b="0" i="0" u="none" strike="noStrike" kern="1200" cap="none" spc="0" normalizeH="0" baseline="0" noProof="0">
                <a:ln>
                  <a:noFill/>
                </a:ln>
                <a:solidFill>
                  <a:srgbClr val="000000"/>
                </a:solidFill>
                <a:effectLst/>
                <a:uLnTx/>
                <a:uFillTx/>
                <a:latin typeface="Arial"/>
                <a:ea typeface="+mn-ea"/>
                <a:cs typeface="+mn-cs"/>
              </a:rPr>
              <a:t> on Open</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200" b="0" i="0" u="none" strike="noStrike" kern="1200" cap="none" spc="0" normalizeH="0" baseline="0" noProof="0">
              <a:ln>
                <a:noFill/>
              </a:ln>
              <a:solidFill>
                <a:srgbClr val="000000"/>
              </a:solidFill>
              <a:effectLst/>
              <a:uLnTx/>
              <a:uFillTx/>
              <a:latin typeface="Arial"/>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rgbClr val="000000"/>
              </a:solidFill>
              <a:effectLst/>
              <a:uLnTx/>
              <a:uFillTx/>
              <a:latin typeface="Arial"/>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000000"/>
                </a:solidFill>
                <a:effectLst/>
                <a:uLnTx/>
                <a:uFillTx/>
                <a:latin typeface="Arial"/>
                <a:ea typeface="+mn-ea"/>
                <a:cs typeface="+mn-cs"/>
              </a:rPr>
              <a:t>In Create Document: Basic Data Drawing (DRW) click on Tick, </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rgbClr val="000000"/>
              </a:solidFill>
              <a:effectLst/>
              <a:uLnTx/>
              <a:uFillTx/>
              <a:latin typeface="Arial"/>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000000"/>
                </a:solidFill>
                <a:effectLst/>
                <a:uLnTx/>
                <a:uFillTx/>
                <a:latin typeface="Arial"/>
                <a:ea typeface="+mn-ea"/>
                <a:cs typeface="+mn-cs"/>
              </a:rPr>
              <a:t>The added document will be Shown in the Originals Section, we can double click on the document to view the document..</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050" b="0" i="0" u="none" strike="noStrike" kern="1200" cap="none" spc="0" normalizeH="0" baseline="0" noProof="0">
              <a:ln>
                <a:noFill/>
              </a:ln>
              <a:solidFill>
                <a:srgbClr val="000000"/>
              </a:solidFill>
              <a:effectLst/>
              <a:uLnTx/>
              <a:uFillTx/>
              <a:latin typeface="Arial"/>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050" b="0" i="0" u="none" strike="noStrike" kern="1200" cap="none" spc="0" normalizeH="0" baseline="0" noProof="0">
              <a:ln>
                <a:noFill/>
              </a:ln>
              <a:solidFill>
                <a:srgbClr val="000000"/>
              </a:solidFill>
              <a:effectLst/>
              <a:uLnTx/>
              <a:uFillTx/>
              <a:latin typeface="Arial"/>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050" b="0" i="0" u="none" strike="noStrike" kern="1200" cap="none" spc="0" normalizeH="0" baseline="0" noProof="0">
              <a:ln>
                <a:noFill/>
              </a:ln>
              <a:solidFill>
                <a:srgbClr val="000000"/>
              </a:solidFill>
              <a:effectLst/>
              <a:uLnTx/>
              <a:uFillTx/>
              <a:latin typeface="Arial"/>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050" b="0" i="0" u="none" strike="noStrike" kern="1200" cap="none" spc="0" normalizeH="0" baseline="0" noProof="0">
              <a:ln>
                <a:noFill/>
              </a:ln>
              <a:solidFill>
                <a:srgbClr val="000000"/>
              </a:solidFill>
              <a:effectLst/>
              <a:uLnTx/>
              <a:uFillTx/>
              <a:latin typeface="Arial"/>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050" b="0" i="0" u="none" strike="noStrike" kern="1200" cap="none" spc="0" normalizeH="0" baseline="0" noProof="0">
              <a:ln>
                <a:noFill/>
              </a:ln>
              <a:solidFill>
                <a:srgbClr val="000000"/>
              </a:solidFill>
              <a:effectLst/>
              <a:uLnTx/>
              <a:uFillTx/>
              <a:latin typeface="Arial"/>
              <a:ea typeface="+mn-ea"/>
              <a:cs typeface="Arial"/>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noFill/>
                </a:ln>
                <a:solidFill>
                  <a:srgbClr val="000000"/>
                </a:solidFill>
                <a:effectLst/>
                <a:uLnTx/>
                <a:uFillTx/>
                <a:latin typeface="Arial"/>
                <a:ea typeface="+mn-ea"/>
                <a:cs typeface="Arial"/>
              </a:rPr>
              <a:t> </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050" b="0" i="0" u="none" strike="noStrike" kern="1200" cap="none" spc="0" normalizeH="0" baseline="0" noProof="0">
              <a:ln>
                <a:noFill/>
              </a:ln>
              <a:solidFill>
                <a:srgbClr val="000000"/>
              </a:solidFill>
              <a:effectLst/>
              <a:uLnTx/>
              <a:uFillTx/>
              <a:latin typeface="Arial"/>
              <a:ea typeface="+mn-ea"/>
              <a:cs typeface="Arial"/>
            </a:endParaRPr>
          </a:p>
        </p:txBody>
      </p:sp>
      <p:sp>
        <p:nvSpPr>
          <p:cNvPr id="8" name="Rechteck 5">
            <a:extLst>
              <a:ext uri="{FF2B5EF4-FFF2-40B4-BE49-F238E27FC236}">
                <a16:creationId xmlns:a16="http://schemas.microsoft.com/office/drawing/2014/main" id="{063D0566-0C95-8E65-0A94-71A328B68F91}"/>
              </a:ext>
            </a:extLst>
          </p:cNvPr>
          <p:cNvSpPr/>
          <p:nvPr/>
        </p:nvSpPr>
        <p:spPr>
          <a:xfrm>
            <a:off x="6819899" y="1136342"/>
            <a:ext cx="5293637" cy="818023"/>
          </a:xfrm>
          <a:prstGeom prst="rect">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000000"/>
                </a:solidFill>
                <a:effectLst/>
                <a:uLnTx/>
                <a:uFillTx/>
                <a:latin typeface="Arial"/>
                <a:ea typeface="+mn-ea"/>
                <a:cs typeface="+mn-cs"/>
              </a:rPr>
              <a:t>CV01N </a:t>
            </a:r>
            <a:r>
              <a:rPr kumimoji="0" lang="cs-CZ" sz="1200" b="1" i="0" u="none" strike="noStrike" kern="1200" cap="none" spc="0" normalizeH="0" baseline="0" noProof="0">
                <a:ln>
                  <a:noFill/>
                </a:ln>
                <a:solidFill>
                  <a:srgbClr val="000000"/>
                </a:solidFill>
                <a:effectLst/>
                <a:uLnTx/>
                <a:uFillTx/>
                <a:latin typeface="Arial"/>
                <a:ea typeface="+mn-ea"/>
                <a:cs typeface="+mn-cs"/>
              </a:rPr>
              <a:t> - </a:t>
            </a:r>
            <a:r>
              <a:rPr kumimoji="0" lang="en-US" sz="1200" b="1" i="0" u="none" strike="noStrike" kern="1200" cap="none" spc="0" normalizeH="0" baseline="0" noProof="0">
                <a:ln>
                  <a:noFill/>
                </a:ln>
                <a:solidFill>
                  <a:srgbClr val="000000"/>
                </a:solidFill>
                <a:effectLst/>
                <a:uLnTx/>
                <a:uFillTx/>
                <a:latin typeface="Arial"/>
                <a:ea typeface="+mn-ea"/>
                <a:cs typeface="+mn-cs"/>
              </a:rPr>
              <a:t>Create </a:t>
            </a:r>
            <a:r>
              <a:rPr kumimoji="0" lang="en-US" sz="1200" b="1" i="0" u="none" strike="noStrike" kern="1200" cap="none" spc="0" normalizeH="0" baseline="0" noProof="0" err="1">
                <a:ln>
                  <a:noFill/>
                </a:ln>
                <a:solidFill>
                  <a:srgbClr val="000000"/>
                </a:solidFill>
                <a:effectLst/>
                <a:uLnTx/>
                <a:uFillTx/>
                <a:latin typeface="Arial"/>
                <a:ea typeface="+mn-ea"/>
                <a:cs typeface="+mn-cs"/>
              </a:rPr>
              <a:t>Documen</a:t>
            </a:r>
            <a:r>
              <a:rPr kumimoji="0" lang="cs-CZ" sz="1200" b="1" i="0" u="none" strike="noStrike" kern="1200" cap="none" spc="0" normalizeH="0" baseline="0" noProof="0">
                <a:ln>
                  <a:noFill/>
                </a:ln>
                <a:solidFill>
                  <a:srgbClr val="000000"/>
                </a:solidFill>
                <a:effectLst/>
                <a:uLnTx/>
                <a:uFillTx/>
                <a:latin typeface="Arial"/>
                <a:ea typeface="+mn-ea"/>
                <a:cs typeface="+mn-cs"/>
              </a:rPr>
              <a:t>t</a:t>
            </a:r>
            <a:endParaRPr kumimoji="0" lang="de-DE" sz="1200" b="1" i="0" u="none" strike="noStrike" kern="1200" cap="none" spc="0" normalizeH="0" baseline="0" noProof="0">
              <a:ln>
                <a:noFill/>
              </a:ln>
              <a:solidFill>
                <a:srgbClr val="000000"/>
              </a:solidFill>
              <a:effectLst/>
              <a:uLnTx/>
              <a:uFillTx/>
              <a:latin typeface="Arial"/>
              <a:ea typeface="+mn-ea"/>
              <a:cs typeface="+mn-cs"/>
            </a:endParaRPr>
          </a:p>
        </p:txBody>
      </p:sp>
      <p:pic>
        <p:nvPicPr>
          <p:cNvPr id="4" name="Picture 3">
            <a:extLst>
              <a:ext uri="{FF2B5EF4-FFF2-40B4-BE49-F238E27FC236}">
                <a16:creationId xmlns:a16="http://schemas.microsoft.com/office/drawing/2014/main" id="{4B94F2C1-DA41-F36F-E5B9-1F745F0CD852}"/>
              </a:ext>
            </a:extLst>
          </p:cNvPr>
          <p:cNvPicPr>
            <a:picLocks noChangeAspect="1"/>
          </p:cNvPicPr>
          <p:nvPr/>
        </p:nvPicPr>
        <p:blipFill>
          <a:blip r:embed="rId3"/>
          <a:stretch>
            <a:fillRect/>
          </a:stretch>
        </p:blipFill>
        <p:spPr>
          <a:xfrm>
            <a:off x="1177217" y="1238598"/>
            <a:ext cx="4316965" cy="3265397"/>
          </a:xfrm>
          <a:prstGeom prst="rect">
            <a:avLst/>
          </a:prstGeom>
        </p:spPr>
      </p:pic>
      <p:pic>
        <p:nvPicPr>
          <p:cNvPr id="7" name="Picture 6">
            <a:extLst>
              <a:ext uri="{FF2B5EF4-FFF2-40B4-BE49-F238E27FC236}">
                <a16:creationId xmlns:a16="http://schemas.microsoft.com/office/drawing/2014/main" id="{2E72E212-58B9-CCAE-5F7B-AAF9E4DD1FC4}"/>
              </a:ext>
            </a:extLst>
          </p:cNvPr>
          <p:cNvPicPr>
            <a:picLocks noChangeAspect="1"/>
          </p:cNvPicPr>
          <p:nvPr/>
        </p:nvPicPr>
        <p:blipFill>
          <a:blip r:embed="rId4"/>
          <a:stretch>
            <a:fillRect/>
          </a:stretch>
        </p:blipFill>
        <p:spPr>
          <a:xfrm>
            <a:off x="1699024" y="4665983"/>
            <a:ext cx="4316965" cy="1653306"/>
          </a:xfrm>
          <a:prstGeom prst="rect">
            <a:avLst/>
          </a:prstGeom>
        </p:spPr>
      </p:pic>
      <p:pic>
        <p:nvPicPr>
          <p:cNvPr id="12" name="Picture 11">
            <a:extLst>
              <a:ext uri="{FF2B5EF4-FFF2-40B4-BE49-F238E27FC236}">
                <a16:creationId xmlns:a16="http://schemas.microsoft.com/office/drawing/2014/main" id="{4A9631C8-3F2A-3D93-BAF0-61A42373D079}"/>
              </a:ext>
            </a:extLst>
          </p:cNvPr>
          <p:cNvPicPr>
            <a:picLocks noChangeAspect="1"/>
          </p:cNvPicPr>
          <p:nvPr/>
        </p:nvPicPr>
        <p:blipFill>
          <a:blip r:embed="rId5"/>
          <a:stretch>
            <a:fillRect/>
          </a:stretch>
        </p:blipFill>
        <p:spPr>
          <a:xfrm>
            <a:off x="6979416" y="3588809"/>
            <a:ext cx="2767456" cy="2971789"/>
          </a:xfrm>
          <a:prstGeom prst="rect">
            <a:avLst/>
          </a:prstGeom>
        </p:spPr>
      </p:pic>
      <p:sp>
        <p:nvSpPr>
          <p:cNvPr id="10" name="Arrow: Curved Right 9">
            <a:extLst>
              <a:ext uri="{FF2B5EF4-FFF2-40B4-BE49-F238E27FC236}">
                <a16:creationId xmlns:a16="http://schemas.microsoft.com/office/drawing/2014/main" id="{316295C8-7B33-4ECC-6D7F-D3C6BBC74858}"/>
              </a:ext>
            </a:extLst>
          </p:cNvPr>
          <p:cNvSpPr/>
          <p:nvPr/>
        </p:nvSpPr>
        <p:spPr>
          <a:xfrm>
            <a:off x="895115" y="4376193"/>
            <a:ext cx="670560" cy="798921"/>
          </a:xfrm>
          <a:prstGeom prst="curvedRightArrow">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srgbClr val="000000"/>
              </a:solidFill>
              <a:effectLst/>
              <a:uLnTx/>
              <a:uFillTx/>
              <a:latin typeface="Arial"/>
              <a:ea typeface="+mn-ea"/>
              <a:cs typeface="+mn-cs"/>
            </a:endParaRPr>
          </a:p>
        </p:txBody>
      </p:sp>
      <p:sp>
        <p:nvSpPr>
          <p:cNvPr id="5" name="Textfeld 4">
            <a:extLst>
              <a:ext uri="{FF2B5EF4-FFF2-40B4-BE49-F238E27FC236}">
                <a16:creationId xmlns:a16="http://schemas.microsoft.com/office/drawing/2014/main" id="{BDBBB25F-D68C-7609-F1C6-F5434554F90B}"/>
              </a:ext>
            </a:extLst>
          </p:cNvPr>
          <p:cNvSpPr txBox="1"/>
          <p:nvPr/>
        </p:nvSpPr>
        <p:spPr>
          <a:xfrm>
            <a:off x="288510" y="338656"/>
            <a:ext cx="6094378" cy="40011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cs-CZ" sz="2000" b="1">
                <a:solidFill>
                  <a:srgbClr val="00646E"/>
                </a:solidFill>
                <a:latin typeface="Arial"/>
              </a:rPr>
              <a:t>7</a:t>
            </a:r>
            <a:r>
              <a:rPr kumimoji="0" lang="cs-CZ" sz="2000" b="1" i="0" u="none" strike="noStrike" kern="1200" cap="none" spc="0" normalizeH="0" baseline="0" noProof="0">
                <a:ln>
                  <a:noFill/>
                </a:ln>
                <a:solidFill>
                  <a:srgbClr val="00646E"/>
                </a:solidFill>
                <a:effectLst/>
                <a:uLnTx/>
                <a:uFillTx/>
                <a:latin typeface="Arial"/>
                <a:ea typeface="+mn-ea"/>
                <a:cs typeface="+mn-cs"/>
              </a:rPr>
              <a:t>.1 </a:t>
            </a:r>
            <a:r>
              <a:rPr kumimoji="0" lang="en-US" sz="2000" b="1" i="0" u="none" strike="noStrike" kern="1200" cap="none" spc="0" normalizeH="0" baseline="0" noProof="0">
                <a:ln>
                  <a:noFill/>
                </a:ln>
                <a:solidFill>
                  <a:srgbClr val="00646E"/>
                </a:solidFill>
                <a:effectLst/>
                <a:uLnTx/>
                <a:uFillTx/>
                <a:latin typeface="Arial"/>
                <a:ea typeface="+mn-ea"/>
                <a:cs typeface="+mn-cs"/>
              </a:rPr>
              <a:t>Adding </a:t>
            </a:r>
            <a:r>
              <a:rPr kumimoji="0" lang="en-US" sz="2000" b="1" i="0" u="none" strike="noStrike" kern="1200" cap="none" spc="0" normalizeH="0" baseline="0" noProof="0" err="1">
                <a:ln>
                  <a:noFill/>
                </a:ln>
                <a:solidFill>
                  <a:srgbClr val="00646E"/>
                </a:solidFill>
                <a:effectLst/>
                <a:uLnTx/>
                <a:uFillTx/>
                <a:latin typeface="Arial"/>
                <a:ea typeface="+mn-ea"/>
                <a:cs typeface="+mn-cs"/>
              </a:rPr>
              <a:t>Attac</a:t>
            </a:r>
            <a:r>
              <a:rPr kumimoji="0" lang="cs-CZ" sz="2000" b="1" i="0" u="none" strike="noStrike" kern="1200" cap="none" spc="0" normalizeH="0" baseline="0" noProof="0">
                <a:ln>
                  <a:noFill/>
                </a:ln>
                <a:solidFill>
                  <a:srgbClr val="00646E"/>
                </a:solidFill>
                <a:effectLst/>
                <a:uLnTx/>
                <a:uFillTx/>
                <a:latin typeface="Arial"/>
                <a:ea typeface="+mn-ea"/>
                <a:cs typeface="+mn-cs"/>
              </a:rPr>
              <a:t>h</a:t>
            </a:r>
            <a:r>
              <a:rPr kumimoji="0" lang="en-US" sz="2000" b="1" i="0" u="none" strike="noStrike" kern="1200" cap="none" spc="0" normalizeH="0" baseline="0" noProof="0" err="1">
                <a:ln>
                  <a:noFill/>
                </a:ln>
                <a:solidFill>
                  <a:srgbClr val="00646E"/>
                </a:solidFill>
                <a:effectLst/>
                <a:uLnTx/>
                <a:uFillTx/>
                <a:latin typeface="Arial"/>
                <a:ea typeface="+mn-ea"/>
                <a:cs typeface="+mn-cs"/>
              </a:rPr>
              <a:t>ment</a:t>
            </a:r>
            <a:r>
              <a:rPr kumimoji="0" lang="en-US" sz="2000" b="1" i="0" u="none" strike="noStrike" kern="1200" cap="none" spc="0" normalizeH="0" baseline="0" noProof="0">
                <a:ln>
                  <a:noFill/>
                </a:ln>
                <a:solidFill>
                  <a:srgbClr val="00646E"/>
                </a:solidFill>
                <a:effectLst/>
                <a:uLnTx/>
                <a:uFillTx/>
                <a:latin typeface="Arial"/>
                <a:ea typeface="+mn-ea"/>
                <a:cs typeface="+mn-cs"/>
              </a:rPr>
              <a:t> to </a:t>
            </a:r>
            <a:r>
              <a:rPr kumimoji="0" lang="cs-CZ" sz="2000" b="1" i="0" u="none" strike="noStrike" kern="1200" cap="none" spc="0" normalizeH="0" baseline="0" noProof="0">
                <a:ln>
                  <a:noFill/>
                </a:ln>
                <a:solidFill>
                  <a:srgbClr val="00646E"/>
                </a:solidFill>
                <a:effectLst/>
                <a:uLnTx/>
                <a:uFillTx/>
                <a:latin typeface="Arial"/>
                <a:ea typeface="+mn-ea"/>
                <a:cs typeface="+mn-cs"/>
              </a:rPr>
              <a:t>Archive</a:t>
            </a:r>
            <a:endParaRPr kumimoji="0" lang="de-DE" sz="2000" b="1" i="0" u="none" strike="noStrike" kern="1200" cap="none" spc="0" normalizeH="0" baseline="0" noProof="0">
              <a:ln>
                <a:noFill/>
              </a:ln>
              <a:solidFill>
                <a:srgbClr val="00646E"/>
              </a:solidFill>
              <a:effectLst/>
              <a:uLnTx/>
              <a:uFillTx/>
              <a:latin typeface="Arial"/>
              <a:ea typeface="+mn-ea"/>
              <a:cs typeface="+mn-cs"/>
            </a:endParaRPr>
          </a:p>
        </p:txBody>
      </p:sp>
    </p:spTree>
    <p:extLst>
      <p:ext uri="{BB962C8B-B14F-4D97-AF65-F5344CB8AC3E}">
        <p14:creationId xmlns:p14="http://schemas.microsoft.com/office/powerpoint/2010/main" val="2667985358"/>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67E4A2-D9FF-E015-3EF1-C15F5B1FF640}"/>
            </a:ext>
          </a:extLst>
        </p:cNvPr>
        <p:cNvGrpSpPr/>
        <p:nvPr/>
      </p:nvGrpSpPr>
      <p:grpSpPr>
        <a:xfrm>
          <a:off x="0" y="0"/>
          <a:ext cx="0" cy="0"/>
          <a:chOff x="0" y="0"/>
          <a:chExt cx="0" cy="0"/>
        </a:xfrm>
      </p:grpSpPr>
      <p:sp>
        <p:nvSpPr>
          <p:cNvPr id="6" name="Rechteck 5">
            <a:extLst>
              <a:ext uri="{FF2B5EF4-FFF2-40B4-BE49-F238E27FC236}">
                <a16:creationId xmlns:a16="http://schemas.microsoft.com/office/drawing/2014/main" id="{DC992F64-4F06-FC66-7E86-76A90D743070}"/>
              </a:ext>
            </a:extLst>
          </p:cNvPr>
          <p:cNvSpPr/>
          <p:nvPr/>
        </p:nvSpPr>
        <p:spPr>
          <a:xfrm>
            <a:off x="6819899" y="1937442"/>
            <a:ext cx="5293637" cy="4623156"/>
          </a:xfrm>
          <a:prstGeom prst="rect">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1200" b="0" i="0" u="none" strike="noStrike" kern="1200" cap="none" spc="0" normalizeH="0" baseline="0" noProof="0">
                <a:ln>
                  <a:noFill/>
                </a:ln>
                <a:solidFill>
                  <a:srgbClr val="000000"/>
                </a:solidFill>
                <a:effectLst/>
                <a:uLnTx/>
                <a:uFillTx/>
                <a:latin typeface="Arial"/>
                <a:ea typeface="+mn-ea"/>
                <a:cs typeface="+mn-cs"/>
              </a:rPr>
              <a:t>To Archive </a:t>
            </a:r>
            <a:r>
              <a:rPr kumimoji="0" lang="de-DE" sz="1200" b="0" i="0" u="none" strike="noStrike" kern="1200" cap="none" spc="0" normalizeH="0" baseline="0" noProof="0" err="1">
                <a:ln>
                  <a:noFill/>
                </a:ln>
                <a:solidFill>
                  <a:srgbClr val="000000"/>
                </a:solidFill>
                <a:effectLst/>
                <a:uLnTx/>
                <a:uFillTx/>
                <a:latin typeface="Arial"/>
                <a:ea typeface="+mn-ea"/>
                <a:cs typeface="+mn-cs"/>
              </a:rPr>
              <a:t>the</a:t>
            </a:r>
            <a:r>
              <a:rPr kumimoji="0" lang="de-DE" sz="1200" b="0" i="0" u="none" strike="noStrike" kern="1200" cap="none" spc="0" normalizeH="0" baseline="0" noProof="0">
                <a:ln>
                  <a:noFill/>
                </a:ln>
                <a:solidFill>
                  <a:srgbClr val="000000"/>
                </a:solidFill>
                <a:effectLst/>
                <a:uLnTx/>
                <a:uFillTx/>
                <a:latin typeface="Arial"/>
                <a:ea typeface="+mn-ea"/>
                <a:cs typeface="+mn-cs"/>
              </a:rPr>
              <a:t> </a:t>
            </a:r>
            <a:r>
              <a:rPr kumimoji="0" lang="de-DE" sz="1200" b="0" i="0" u="none" strike="noStrike" kern="1200" cap="none" spc="0" normalizeH="0" baseline="0" noProof="0" err="1">
                <a:ln>
                  <a:noFill/>
                </a:ln>
                <a:solidFill>
                  <a:srgbClr val="000000"/>
                </a:solidFill>
                <a:effectLst/>
                <a:uLnTx/>
                <a:uFillTx/>
                <a:latin typeface="Arial"/>
                <a:ea typeface="+mn-ea"/>
                <a:cs typeface="+mn-cs"/>
              </a:rPr>
              <a:t>document</a:t>
            </a:r>
            <a:r>
              <a:rPr kumimoji="0" lang="de-DE" sz="1200" b="0" i="0" u="none" strike="noStrike" kern="1200" cap="none" spc="0" normalizeH="0" baseline="0" noProof="0">
                <a:ln>
                  <a:noFill/>
                </a:ln>
                <a:solidFill>
                  <a:srgbClr val="000000"/>
                </a:solidFill>
                <a:effectLst/>
                <a:uLnTx/>
                <a:uFillTx/>
                <a:latin typeface="Arial"/>
                <a:ea typeface="+mn-ea"/>
                <a:cs typeface="+mn-cs"/>
              </a:rPr>
              <a:t>, </a:t>
            </a:r>
            <a:r>
              <a:rPr kumimoji="0" lang="de-DE" sz="1200" b="0" i="0" u="none" strike="noStrike" kern="1200" cap="none" spc="0" normalizeH="0" baseline="0" noProof="0" err="1">
                <a:ln>
                  <a:noFill/>
                </a:ln>
                <a:solidFill>
                  <a:srgbClr val="000000"/>
                </a:solidFill>
                <a:effectLst/>
                <a:uLnTx/>
                <a:uFillTx/>
                <a:latin typeface="Arial"/>
                <a:ea typeface="+mn-ea"/>
                <a:cs typeface="+mn-cs"/>
              </a:rPr>
              <a:t>select</a:t>
            </a:r>
            <a:r>
              <a:rPr kumimoji="0" lang="de-DE" sz="1200" b="0" i="0" u="none" strike="noStrike" kern="1200" cap="none" spc="0" normalizeH="0" baseline="0" noProof="0">
                <a:ln>
                  <a:noFill/>
                </a:ln>
                <a:solidFill>
                  <a:srgbClr val="000000"/>
                </a:solidFill>
                <a:effectLst/>
                <a:uLnTx/>
                <a:uFillTx/>
                <a:latin typeface="Arial"/>
                <a:ea typeface="+mn-ea"/>
                <a:cs typeface="+mn-cs"/>
              </a:rPr>
              <a:t> </a:t>
            </a:r>
            <a:r>
              <a:rPr kumimoji="0" lang="de-DE" sz="1200" b="0" i="0" u="none" strike="noStrike" kern="1200" cap="none" spc="0" normalizeH="0" baseline="0" noProof="0" err="1">
                <a:ln>
                  <a:noFill/>
                </a:ln>
                <a:solidFill>
                  <a:srgbClr val="000000"/>
                </a:solidFill>
                <a:effectLst/>
                <a:uLnTx/>
                <a:uFillTx/>
                <a:latin typeface="Arial"/>
                <a:ea typeface="+mn-ea"/>
                <a:cs typeface="+mn-cs"/>
              </a:rPr>
              <a:t>the</a:t>
            </a:r>
            <a:r>
              <a:rPr kumimoji="0" lang="de-DE" sz="1200" b="0" i="0" u="none" strike="noStrike" kern="1200" cap="none" spc="0" normalizeH="0" baseline="0" noProof="0">
                <a:ln>
                  <a:noFill/>
                </a:ln>
                <a:solidFill>
                  <a:srgbClr val="000000"/>
                </a:solidFill>
                <a:effectLst/>
                <a:uLnTx/>
                <a:uFillTx/>
                <a:latin typeface="Arial"/>
                <a:ea typeface="+mn-ea"/>
                <a:cs typeface="+mn-cs"/>
              </a:rPr>
              <a:t> </a:t>
            </a:r>
            <a:r>
              <a:rPr kumimoji="0" lang="de-DE" sz="1200" b="0" i="0" u="none" strike="noStrike" kern="1200" cap="none" spc="0" normalizeH="0" baseline="0" noProof="0" err="1">
                <a:ln>
                  <a:noFill/>
                </a:ln>
                <a:solidFill>
                  <a:srgbClr val="000000"/>
                </a:solidFill>
                <a:effectLst/>
                <a:uLnTx/>
                <a:uFillTx/>
                <a:latin typeface="Arial"/>
                <a:ea typeface="+mn-ea"/>
                <a:cs typeface="+mn-cs"/>
              </a:rPr>
              <a:t>document</a:t>
            </a:r>
            <a:r>
              <a:rPr kumimoji="0" lang="de-DE" sz="1200" b="0" i="0" u="none" strike="noStrike" kern="1200" cap="none" spc="0" normalizeH="0" baseline="0" noProof="0">
                <a:ln>
                  <a:noFill/>
                </a:ln>
                <a:solidFill>
                  <a:srgbClr val="000000"/>
                </a:solidFill>
                <a:effectLst/>
                <a:uLnTx/>
                <a:uFillTx/>
                <a:latin typeface="Arial"/>
                <a:ea typeface="+mn-ea"/>
                <a:cs typeface="+mn-cs"/>
              </a:rPr>
              <a:t> and </a:t>
            </a:r>
            <a:r>
              <a:rPr kumimoji="0" lang="de-DE" sz="1200" b="0" i="0" u="none" strike="noStrike" kern="1200" cap="none" spc="0" normalizeH="0" baseline="0" noProof="0" err="1">
                <a:ln>
                  <a:noFill/>
                </a:ln>
                <a:solidFill>
                  <a:srgbClr val="000000"/>
                </a:solidFill>
                <a:effectLst/>
                <a:uLnTx/>
                <a:uFillTx/>
                <a:latin typeface="Arial"/>
                <a:ea typeface="+mn-ea"/>
                <a:cs typeface="+mn-cs"/>
              </a:rPr>
              <a:t>click</a:t>
            </a:r>
            <a:r>
              <a:rPr kumimoji="0" lang="de-DE" sz="1200" b="0" i="0" u="none" strike="noStrike" kern="1200" cap="none" spc="0" normalizeH="0" baseline="0" noProof="0">
                <a:ln>
                  <a:noFill/>
                </a:ln>
                <a:solidFill>
                  <a:srgbClr val="000000"/>
                </a:solidFill>
                <a:effectLst/>
                <a:uLnTx/>
                <a:uFillTx/>
                <a:latin typeface="Arial"/>
                <a:ea typeface="+mn-ea"/>
                <a:cs typeface="+mn-cs"/>
              </a:rPr>
              <a:t> on „Check in </a:t>
            </a:r>
            <a:r>
              <a:rPr kumimoji="0" lang="de-DE" sz="1200" b="0" i="0" u="none" strike="noStrike" kern="1200" cap="none" spc="0" normalizeH="0" baseline="0" noProof="0" err="1">
                <a:ln>
                  <a:noFill/>
                </a:ln>
                <a:solidFill>
                  <a:srgbClr val="000000"/>
                </a:solidFill>
                <a:effectLst/>
                <a:uLnTx/>
                <a:uFillTx/>
                <a:latin typeface="Arial"/>
                <a:ea typeface="+mn-ea"/>
                <a:cs typeface="+mn-cs"/>
              </a:rPr>
              <a:t>Orig</a:t>
            </a:r>
            <a:r>
              <a:rPr kumimoji="0" lang="de-DE" sz="1200" b="0" i="0" u="none" strike="noStrike" kern="1200" cap="none" spc="0" normalizeH="0" baseline="0" noProof="0">
                <a:ln>
                  <a:noFill/>
                </a:ln>
                <a:solidFill>
                  <a:srgbClr val="000000"/>
                </a:solidFill>
                <a:effectLst/>
                <a:uLnTx/>
                <a:uFillTx/>
                <a:latin typeface="Arial"/>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200" b="0" i="0" u="none" strike="noStrike" kern="1200" cap="none" spc="0" normalizeH="0" baseline="0" noProof="0">
              <a:ln>
                <a:noFill/>
              </a:ln>
              <a:solidFill>
                <a:srgbClr val="000000"/>
              </a:solidFill>
              <a:effectLst/>
              <a:uLnTx/>
              <a:uFillTx/>
              <a:latin typeface="Arial"/>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1200" b="0" i="0" u="none" strike="noStrike" kern="1200" cap="none" spc="0" normalizeH="0" baseline="0" noProof="0">
                <a:ln>
                  <a:noFill/>
                </a:ln>
                <a:solidFill>
                  <a:srgbClr val="000000"/>
                </a:solidFill>
                <a:effectLst/>
                <a:uLnTx/>
                <a:uFillTx/>
                <a:latin typeface="Arial"/>
                <a:ea typeface="+mn-ea"/>
                <a:cs typeface="+mn-cs"/>
              </a:rPr>
              <a:t>A Box Check in </a:t>
            </a:r>
            <a:r>
              <a:rPr kumimoji="0" lang="de-DE" sz="1200" b="0" i="0" u="none" strike="noStrike" kern="1200" cap="none" spc="0" normalizeH="0" baseline="0" noProof="0" err="1">
                <a:ln>
                  <a:noFill/>
                </a:ln>
                <a:solidFill>
                  <a:srgbClr val="000000"/>
                </a:solidFill>
                <a:effectLst/>
                <a:uLnTx/>
                <a:uFillTx/>
                <a:latin typeface="Arial"/>
                <a:ea typeface="+mn-ea"/>
                <a:cs typeface="+mn-cs"/>
              </a:rPr>
              <a:t>Document</a:t>
            </a:r>
            <a:r>
              <a:rPr kumimoji="0" lang="de-DE" sz="1200" b="0" i="0" u="none" strike="noStrike" kern="1200" cap="none" spc="0" normalizeH="0" baseline="0" noProof="0">
                <a:ln>
                  <a:noFill/>
                </a:ln>
                <a:solidFill>
                  <a:srgbClr val="000000"/>
                </a:solidFill>
                <a:effectLst/>
                <a:uLnTx/>
                <a:uFillTx/>
                <a:latin typeface="Arial"/>
                <a:ea typeface="+mn-ea"/>
                <a:cs typeface="+mn-cs"/>
              </a:rPr>
              <a:t>: </a:t>
            </a:r>
            <a:r>
              <a:rPr kumimoji="0" lang="de-DE" sz="1200" b="0" i="0" u="none" strike="noStrike" kern="1200" cap="none" spc="0" normalizeH="0" baseline="0" noProof="0" err="1">
                <a:ln>
                  <a:noFill/>
                </a:ln>
                <a:solidFill>
                  <a:srgbClr val="000000"/>
                </a:solidFill>
                <a:effectLst/>
                <a:uLnTx/>
                <a:uFillTx/>
                <a:latin typeface="Arial"/>
                <a:ea typeface="+mn-ea"/>
                <a:cs typeface="+mn-cs"/>
              </a:rPr>
              <a:t>Kpro</a:t>
            </a:r>
            <a:r>
              <a:rPr kumimoji="0" lang="de-DE" sz="1200" b="0" i="0" u="none" strike="noStrike" kern="1200" cap="none" spc="0" normalizeH="0" baseline="0" noProof="0">
                <a:ln>
                  <a:noFill/>
                </a:ln>
                <a:solidFill>
                  <a:srgbClr val="000000"/>
                </a:solidFill>
                <a:effectLst/>
                <a:uLnTx/>
                <a:uFillTx/>
                <a:latin typeface="Arial"/>
                <a:ea typeface="+mn-ea"/>
                <a:cs typeface="+mn-cs"/>
              </a:rPr>
              <a:t> will be </a:t>
            </a:r>
            <a:r>
              <a:rPr kumimoji="0" lang="de-DE" sz="1200" b="0" i="0" u="none" strike="noStrike" kern="1200" cap="none" spc="0" normalizeH="0" baseline="0" noProof="0" err="1">
                <a:ln>
                  <a:noFill/>
                </a:ln>
                <a:solidFill>
                  <a:srgbClr val="000000"/>
                </a:solidFill>
                <a:effectLst/>
                <a:uLnTx/>
                <a:uFillTx/>
                <a:latin typeface="Arial"/>
                <a:ea typeface="+mn-ea"/>
                <a:cs typeface="+mn-cs"/>
              </a:rPr>
              <a:t>opened</a:t>
            </a:r>
            <a:r>
              <a:rPr kumimoji="0" lang="de-DE" sz="1200" b="0" i="0" u="none" strike="noStrike" kern="1200" cap="none" spc="0" normalizeH="0" baseline="0" noProof="0">
                <a:ln>
                  <a:noFill/>
                </a:ln>
                <a:solidFill>
                  <a:srgbClr val="000000"/>
                </a:solidFill>
                <a:effectLst/>
                <a:uLnTx/>
                <a:uFillTx/>
                <a:latin typeface="Arial"/>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200" b="0" i="0" u="none" strike="noStrike" kern="1200" cap="none" spc="0" normalizeH="0" baseline="0" noProof="0">
              <a:ln>
                <a:noFill/>
              </a:ln>
              <a:solidFill>
                <a:srgbClr val="000000"/>
              </a:solidFill>
              <a:effectLst/>
              <a:uLnTx/>
              <a:uFillTx/>
              <a:latin typeface="Arial"/>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1200" b="0" i="0" u="none" strike="noStrike" kern="1200" cap="none" spc="0" normalizeH="0" baseline="0" noProof="0">
                <a:ln>
                  <a:noFill/>
                </a:ln>
                <a:solidFill>
                  <a:srgbClr val="000000"/>
                </a:solidFill>
                <a:effectLst/>
                <a:uLnTx/>
                <a:uFillTx/>
                <a:latin typeface="Arial"/>
                <a:ea typeface="+mn-ea"/>
                <a:cs typeface="+mn-cs"/>
              </a:rPr>
              <a:t>Select Z_DMS_11 – DMS </a:t>
            </a:r>
            <a:r>
              <a:rPr kumimoji="0" lang="de-DE" sz="1200" b="0" i="0" u="none" strike="noStrike" kern="1200" cap="none" spc="0" normalizeH="0" baseline="0" noProof="0" err="1">
                <a:ln>
                  <a:noFill/>
                </a:ln>
                <a:solidFill>
                  <a:srgbClr val="000000"/>
                </a:solidFill>
                <a:effectLst/>
                <a:uLnTx/>
                <a:uFillTx/>
                <a:latin typeface="Arial"/>
                <a:ea typeface="+mn-ea"/>
                <a:cs typeface="+mn-cs"/>
              </a:rPr>
              <a:t>Archiving</a:t>
            </a:r>
            <a:r>
              <a:rPr kumimoji="0" lang="de-DE" sz="1200" b="0" i="0" u="none" strike="noStrike" kern="1200" cap="none" spc="0" normalizeH="0" baseline="0" noProof="0">
                <a:ln>
                  <a:noFill/>
                </a:ln>
                <a:solidFill>
                  <a:srgbClr val="000000"/>
                </a:solidFill>
                <a:effectLst/>
                <a:uLnTx/>
                <a:uFillTx/>
                <a:latin typeface="Arial"/>
                <a:ea typeface="+mn-ea"/>
                <a:cs typeface="+mn-cs"/>
              </a:rPr>
              <a:t> </a:t>
            </a:r>
            <a:r>
              <a:rPr kumimoji="0" lang="de-DE" sz="1200" b="0" i="0" u="none" strike="noStrike" kern="1200" cap="none" spc="0" normalizeH="0" baseline="0" noProof="0" err="1">
                <a:ln>
                  <a:noFill/>
                </a:ln>
                <a:solidFill>
                  <a:srgbClr val="000000"/>
                </a:solidFill>
                <a:effectLst/>
                <a:uLnTx/>
                <a:uFillTx/>
                <a:latin typeface="Arial"/>
                <a:ea typeface="+mn-ea"/>
                <a:cs typeface="+mn-cs"/>
              </a:rPr>
              <a:t>with</a:t>
            </a:r>
            <a:r>
              <a:rPr kumimoji="0" lang="de-DE" sz="1200" b="0" i="0" u="none" strike="noStrike" kern="1200" cap="none" spc="0" normalizeH="0" baseline="0" noProof="0">
                <a:ln>
                  <a:noFill/>
                </a:ln>
                <a:solidFill>
                  <a:srgbClr val="000000"/>
                </a:solidFill>
                <a:effectLst/>
                <a:uLnTx/>
                <a:uFillTx/>
                <a:latin typeface="Arial"/>
                <a:ea typeface="+mn-ea"/>
                <a:cs typeface="+mn-cs"/>
              </a:rPr>
              <a:t> 10 Year Retention </a:t>
            </a:r>
            <a:r>
              <a:rPr kumimoji="0" lang="de-DE" sz="1200" b="0" i="0" u="none" strike="noStrike" kern="1200" cap="none" spc="0" normalizeH="0" baseline="0" noProof="0" err="1">
                <a:ln>
                  <a:noFill/>
                </a:ln>
                <a:solidFill>
                  <a:srgbClr val="000000"/>
                </a:solidFill>
                <a:effectLst/>
                <a:uLnTx/>
                <a:uFillTx/>
                <a:latin typeface="Arial"/>
                <a:ea typeface="+mn-ea"/>
                <a:cs typeface="+mn-cs"/>
              </a:rPr>
              <a:t>period</a:t>
            </a:r>
            <a:r>
              <a:rPr kumimoji="0" lang="de-DE" sz="1200" b="0" i="0" u="none" strike="noStrike" kern="1200" cap="none" spc="0" normalizeH="0" baseline="0" noProof="0">
                <a:ln>
                  <a:noFill/>
                </a:ln>
                <a:solidFill>
                  <a:srgbClr val="000000"/>
                </a:solidFill>
                <a:effectLst/>
                <a:uLnTx/>
                <a:uFillTx/>
                <a:latin typeface="Arial"/>
                <a:ea typeface="+mn-ea"/>
                <a:cs typeface="+mn-cs"/>
              </a:rPr>
              <a:t> and </a:t>
            </a:r>
            <a:r>
              <a:rPr kumimoji="0" lang="de-DE" sz="1200" b="0" i="0" u="none" strike="noStrike" kern="1200" cap="none" spc="0" normalizeH="0" baseline="0" noProof="0" err="1">
                <a:ln>
                  <a:noFill/>
                </a:ln>
                <a:solidFill>
                  <a:srgbClr val="000000"/>
                </a:solidFill>
                <a:effectLst/>
                <a:uLnTx/>
                <a:uFillTx/>
                <a:latin typeface="Arial"/>
                <a:ea typeface="+mn-ea"/>
                <a:cs typeface="+mn-cs"/>
              </a:rPr>
              <a:t>click</a:t>
            </a:r>
            <a:r>
              <a:rPr kumimoji="0" lang="de-DE" sz="1200" b="0" i="0" u="none" strike="noStrike" kern="1200" cap="none" spc="0" normalizeH="0" baseline="0" noProof="0">
                <a:ln>
                  <a:noFill/>
                </a:ln>
                <a:solidFill>
                  <a:srgbClr val="000000"/>
                </a:solidFill>
                <a:effectLst/>
                <a:uLnTx/>
                <a:uFillTx/>
                <a:latin typeface="Arial"/>
                <a:ea typeface="+mn-ea"/>
                <a:cs typeface="+mn-cs"/>
              </a:rPr>
              <a:t> on tick </a:t>
            </a:r>
            <a:r>
              <a:rPr kumimoji="0" lang="de-DE" sz="1200" b="0" i="0" u="none" strike="noStrike" kern="1200" cap="none" spc="0" normalizeH="0" baseline="0" noProof="0" err="1">
                <a:ln>
                  <a:noFill/>
                </a:ln>
                <a:solidFill>
                  <a:srgbClr val="000000"/>
                </a:solidFill>
                <a:effectLst/>
                <a:uLnTx/>
                <a:uFillTx/>
                <a:latin typeface="Arial"/>
                <a:ea typeface="+mn-ea"/>
                <a:cs typeface="+mn-cs"/>
              </a:rPr>
              <a:t>mark</a:t>
            </a:r>
            <a:r>
              <a:rPr kumimoji="0" lang="de-DE" sz="1200" b="0" i="0" u="none" strike="noStrike" kern="1200" cap="none" spc="0" normalizeH="0" baseline="0" noProof="0">
                <a:ln>
                  <a:noFill/>
                </a:ln>
                <a:solidFill>
                  <a:srgbClr val="000000"/>
                </a:solidFill>
                <a:effectLst/>
                <a:uLnTx/>
                <a:uFillTx/>
                <a:latin typeface="Arial"/>
                <a:ea typeface="+mn-ea"/>
                <a:cs typeface="+mn-cs"/>
              </a:rPr>
              <a:t> to </a:t>
            </a:r>
            <a:r>
              <a:rPr kumimoji="0" lang="de-DE" sz="1200" b="0" i="0" u="none" strike="noStrike" kern="1200" cap="none" spc="0" normalizeH="0" baseline="0" noProof="0" err="1">
                <a:ln>
                  <a:noFill/>
                </a:ln>
                <a:solidFill>
                  <a:srgbClr val="000000"/>
                </a:solidFill>
                <a:effectLst/>
                <a:uLnTx/>
                <a:uFillTx/>
                <a:latin typeface="Arial"/>
                <a:ea typeface="+mn-ea"/>
                <a:cs typeface="+mn-cs"/>
              </a:rPr>
              <a:t>add</a:t>
            </a:r>
            <a:r>
              <a:rPr kumimoji="0" lang="de-DE" sz="1200" b="0" i="0" u="none" strike="noStrike" kern="1200" cap="none" spc="0" normalizeH="0" baseline="0" noProof="0">
                <a:ln>
                  <a:noFill/>
                </a:ln>
                <a:solidFill>
                  <a:srgbClr val="000000"/>
                </a:solidFill>
                <a:effectLst/>
                <a:uLnTx/>
                <a:uFillTx/>
                <a:latin typeface="Arial"/>
                <a:ea typeface="+mn-ea"/>
                <a:cs typeface="+mn-cs"/>
              </a:rPr>
              <a:t> </a:t>
            </a:r>
            <a:r>
              <a:rPr kumimoji="0" lang="de-DE" sz="1200" b="0" i="0" u="none" strike="noStrike" kern="1200" cap="none" spc="0" normalizeH="0" baseline="0" noProof="0" err="1">
                <a:ln>
                  <a:noFill/>
                </a:ln>
                <a:solidFill>
                  <a:srgbClr val="000000"/>
                </a:solidFill>
                <a:effectLst/>
                <a:uLnTx/>
                <a:uFillTx/>
                <a:latin typeface="Arial"/>
                <a:ea typeface="+mn-ea"/>
                <a:cs typeface="+mn-cs"/>
              </a:rPr>
              <a:t>the</a:t>
            </a:r>
            <a:r>
              <a:rPr kumimoji="0" lang="de-DE" sz="1200" b="0" i="0" u="none" strike="noStrike" kern="1200" cap="none" spc="0" normalizeH="0" baseline="0" noProof="0">
                <a:ln>
                  <a:noFill/>
                </a:ln>
                <a:solidFill>
                  <a:srgbClr val="000000"/>
                </a:solidFill>
                <a:effectLst/>
                <a:uLnTx/>
                <a:uFillTx/>
                <a:latin typeface="Arial"/>
                <a:ea typeface="+mn-ea"/>
                <a:cs typeface="+mn-cs"/>
              </a:rPr>
              <a:t> </a:t>
            </a:r>
            <a:r>
              <a:rPr kumimoji="0" lang="de-DE" sz="1200" b="0" i="0" u="none" strike="noStrike" kern="1200" cap="none" spc="0" normalizeH="0" baseline="0" noProof="0" err="1">
                <a:ln>
                  <a:noFill/>
                </a:ln>
                <a:solidFill>
                  <a:srgbClr val="000000"/>
                </a:solidFill>
                <a:effectLst/>
                <a:uLnTx/>
                <a:uFillTx/>
                <a:latin typeface="Arial"/>
                <a:ea typeface="+mn-ea"/>
                <a:cs typeface="+mn-cs"/>
              </a:rPr>
              <a:t>document</a:t>
            </a:r>
            <a:r>
              <a:rPr kumimoji="0" lang="de-DE" sz="1200" b="0" i="0" u="none" strike="noStrike" kern="1200" cap="none" spc="0" normalizeH="0" baseline="0" noProof="0">
                <a:ln>
                  <a:noFill/>
                </a:ln>
                <a:solidFill>
                  <a:srgbClr val="000000"/>
                </a:solidFill>
                <a:effectLst/>
                <a:uLnTx/>
                <a:uFillTx/>
                <a:latin typeface="Arial"/>
                <a:ea typeface="+mn-ea"/>
                <a:cs typeface="+mn-cs"/>
              </a:rPr>
              <a:t> </a:t>
            </a:r>
            <a:r>
              <a:rPr kumimoji="0" lang="de-DE" sz="1200" b="0" i="0" u="none" strike="noStrike" kern="1200" cap="none" spc="0" normalizeH="0" baseline="0" noProof="0" err="1">
                <a:ln>
                  <a:noFill/>
                </a:ln>
                <a:solidFill>
                  <a:srgbClr val="000000"/>
                </a:solidFill>
                <a:effectLst/>
                <a:uLnTx/>
                <a:uFillTx/>
                <a:latin typeface="Arial"/>
                <a:ea typeface="+mn-ea"/>
                <a:cs typeface="+mn-cs"/>
              </a:rPr>
              <a:t>into</a:t>
            </a:r>
            <a:r>
              <a:rPr kumimoji="0" lang="de-DE" sz="1200" b="0" i="0" u="none" strike="noStrike" kern="1200" cap="none" spc="0" normalizeH="0" baseline="0" noProof="0">
                <a:ln>
                  <a:noFill/>
                </a:ln>
                <a:solidFill>
                  <a:srgbClr val="000000"/>
                </a:solidFill>
                <a:effectLst/>
                <a:uLnTx/>
                <a:uFillTx/>
                <a:latin typeface="Arial"/>
                <a:ea typeface="+mn-ea"/>
                <a:cs typeface="+mn-cs"/>
              </a:rPr>
              <a:t> </a:t>
            </a:r>
            <a:r>
              <a:rPr kumimoji="0" lang="de-DE" sz="1200" b="0" i="0" u="none" strike="noStrike" kern="1200" cap="none" spc="0" normalizeH="0" baseline="0" noProof="0" err="1">
                <a:ln>
                  <a:noFill/>
                </a:ln>
                <a:solidFill>
                  <a:srgbClr val="000000"/>
                </a:solidFill>
                <a:effectLst/>
                <a:uLnTx/>
                <a:uFillTx/>
                <a:latin typeface="Arial"/>
                <a:ea typeface="+mn-ea"/>
                <a:cs typeface="+mn-cs"/>
              </a:rPr>
              <a:t>Archiving.Storage</a:t>
            </a:r>
            <a:r>
              <a:rPr kumimoji="0" lang="de-DE" sz="1200" b="0" i="0" u="none" strike="noStrike" kern="1200" cap="none" spc="0" normalizeH="0" baseline="0" noProof="0">
                <a:ln>
                  <a:noFill/>
                </a:ln>
                <a:solidFill>
                  <a:srgbClr val="000000"/>
                </a:solidFill>
                <a:effectLst/>
                <a:uLnTx/>
                <a:uFillTx/>
                <a:latin typeface="Arial"/>
                <a:ea typeface="+mn-ea"/>
                <a:cs typeface="+mn-cs"/>
              </a:rPr>
              <a:t> </a:t>
            </a:r>
            <a:r>
              <a:rPr kumimoji="0" lang="de-DE" sz="1200" b="0" i="0" u="none" strike="noStrike" kern="1200" cap="none" spc="0" normalizeH="0" baseline="0" noProof="0" err="1">
                <a:ln>
                  <a:noFill/>
                </a:ln>
                <a:solidFill>
                  <a:srgbClr val="000000"/>
                </a:solidFill>
                <a:effectLst/>
                <a:uLnTx/>
                <a:uFillTx/>
                <a:latin typeface="Arial"/>
                <a:ea typeface="+mn-ea"/>
                <a:cs typeface="+mn-cs"/>
              </a:rPr>
              <a:t>category</a:t>
            </a:r>
            <a:r>
              <a:rPr kumimoji="0" lang="de-DE" sz="1200" b="0" i="0" u="none" strike="noStrike" kern="1200" cap="none" spc="0" normalizeH="0" baseline="0" noProof="0">
                <a:ln>
                  <a:noFill/>
                </a:ln>
                <a:solidFill>
                  <a:srgbClr val="000000"/>
                </a:solidFill>
                <a:effectLst/>
                <a:uLnTx/>
                <a:uFillTx/>
                <a:latin typeface="Arial"/>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200" b="0" i="0" u="none" strike="noStrike" kern="1200" cap="none" spc="0" normalizeH="0" baseline="0" noProof="0">
              <a:ln>
                <a:noFill/>
              </a:ln>
              <a:solidFill>
                <a:srgbClr val="000000"/>
              </a:solidFill>
              <a:effectLst/>
              <a:uLnTx/>
              <a:uFillTx/>
              <a:latin typeface="Arial"/>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200" b="0" i="0" u="none" strike="noStrike" kern="1200" cap="none" spc="0" normalizeH="0" baseline="0" noProof="0">
              <a:ln>
                <a:noFill/>
              </a:ln>
              <a:solidFill>
                <a:srgbClr val="000000"/>
              </a:solidFill>
              <a:effectLst/>
              <a:uLnTx/>
              <a:uFillTx/>
              <a:latin typeface="Arial"/>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200" b="0" i="0" u="none" strike="noStrike" kern="1200" cap="none" spc="0" normalizeH="0" baseline="0" noProof="0">
              <a:ln>
                <a:noFill/>
              </a:ln>
              <a:solidFill>
                <a:srgbClr val="000000"/>
              </a:solidFill>
              <a:effectLst/>
              <a:uLnTx/>
              <a:uFillTx/>
              <a:latin typeface="Arial"/>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200" b="0" i="0" u="none" strike="noStrike" kern="1200" cap="none" spc="0" normalizeH="0" baseline="0" noProof="0">
              <a:ln>
                <a:noFill/>
              </a:ln>
              <a:solidFill>
                <a:srgbClr val="000000"/>
              </a:solidFill>
              <a:effectLst/>
              <a:uLnTx/>
              <a:uFillTx/>
              <a:latin typeface="Arial"/>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050" b="0" i="0" u="none" strike="noStrike" kern="1200" cap="none" spc="0" normalizeH="0" baseline="0" noProof="0">
              <a:ln>
                <a:noFill/>
              </a:ln>
              <a:solidFill>
                <a:srgbClr val="000000"/>
              </a:solidFill>
              <a:effectLst/>
              <a:uLnTx/>
              <a:uFillTx/>
              <a:latin typeface="Arial"/>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050" b="0" i="0" u="none" strike="noStrike" kern="1200" cap="none" spc="0" normalizeH="0" baseline="0" noProof="0">
              <a:ln>
                <a:noFill/>
              </a:ln>
              <a:solidFill>
                <a:srgbClr val="000000"/>
              </a:solidFill>
              <a:effectLst/>
              <a:uLnTx/>
              <a:uFillTx/>
              <a:latin typeface="Arial"/>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050" b="0" i="0" u="none" strike="noStrike" kern="1200" cap="none" spc="0" normalizeH="0" baseline="0" noProof="0">
              <a:ln>
                <a:noFill/>
              </a:ln>
              <a:solidFill>
                <a:srgbClr val="000000"/>
              </a:solidFill>
              <a:effectLst/>
              <a:uLnTx/>
              <a:uFillTx/>
              <a:latin typeface="Arial"/>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050" b="0" i="0" u="none" strike="noStrike" kern="1200" cap="none" spc="0" normalizeH="0" baseline="0" noProof="0">
              <a:ln>
                <a:noFill/>
              </a:ln>
              <a:solidFill>
                <a:srgbClr val="000000"/>
              </a:solidFill>
              <a:effectLst/>
              <a:uLnTx/>
              <a:uFillTx/>
              <a:latin typeface="Arial"/>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050" b="0" i="0" u="none" strike="noStrike" kern="1200" cap="none" spc="0" normalizeH="0" baseline="0" noProof="0">
              <a:ln>
                <a:noFill/>
              </a:ln>
              <a:solidFill>
                <a:srgbClr val="000000"/>
              </a:solidFill>
              <a:effectLst/>
              <a:uLnTx/>
              <a:uFillTx/>
              <a:latin typeface="Arial"/>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050" b="0" i="0" u="none" strike="noStrike" kern="1200" cap="none" spc="0" normalizeH="0" baseline="0" noProof="0">
              <a:ln>
                <a:noFill/>
              </a:ln>
              <a:solidFill>
                <a:srgbClr val="000000"/>
              </a:solidFill>
              <a:effectLst/>
              <a:uLnTx/>
              <a:uFillTx/>
              <a:latin typeface="Arial"/>
              <a:ea typeface="+mn-ea"/>
              <a:cs typeface="Arial"/>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noFill/>
                </a:ln>
                <a:solidFill>
                  <a:srgbClr val="000000"/>
                </a:solidFill>
                <a:effectLst/>
                <a:uLnTx/>
                <a:uFillTx/>
                <a:latin typeface="Arial"/>
                <a:ea typeface="+mn-ea"/>
                <a:cs typeface="Arial"/>
              </a:rPr>
              <a:t> </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050" b="0" i="0" u="none" strike="noStrike" kern="1200" cap="none" spc="0" normalizeH="0" baseline="0" noProof="0">
              <a:ln>
                <a:noFill/>
              </a:ln>
              <a:solidFill>
                <a:srgbClr val="000000"/>
              </a:solidFill>
              <a:effectLst/>
              <a:uLnTx/>
              <a:uFillTx/>
              <a:latin typeface="Arial"/>
              <a:ea typeface="+mn-ea"/>
              <a:cs typeface="Arial"/>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050" b="0" i="0" u="none" strike="noStrike" kern="1200" cap="none" spc="0" normalizeH="0" baseline="0" noProof="0">
              <a:ln>
                <a:noFill/>
              </a:ln>
              <a:solidFill>
                <a:srgbClr val="000000"/>
              </a:solidFill>
              <a:effectLst/>
              <a:uLnTx/>
              <a:uFillTx/>
              <a:latin typeface="Arial"/>
              <a:ea typeface="+mn-ea"/>
              <a:cs typeface="Arial"/>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050" b="0" i="0" u="none" strike="noStrike" kern="1200" cap="none" spc="0" normalizeH="0" baseline="0" noProof="0">
              <a:ln>
                <a:noFill/>
              </a:ln>
              <a:solidFill>
                <a:srgbClr val="000000"/>
              </a:solidFill>
              <a:effectLst/>
              <a:uLnTx/>
              <a:uFillTx/>
              <a:latin typeface="Arial"/>
              <a:ea typeface="+mn-ea"/>
              <a:cs typeface="Arial"/>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050" b="0" i="0" u="none" strike="noStrike" kern="1200" cap="none" spc="0" normalizeH="0" baseline="0" noProof="0">
              <a:ln>
                <a:noFill/>
              </a:ln>
              <a:solidFill>
                <a:srgbClr val="000000"/>
              </a:solidFill>
              <a:effectLst/>
              <a:uLnTx/>
              <a:uFillTx/>
              <a:latin typeface="Arial"/>
              <a:ea typeface="+mn-ea"/>
              <a:cs typeface="Arial"/>
            </a:endParaRPr>
          </a:p>
        </p:txBody>
      </p:sp>
      <p:sp>
        <p:nvSpPr>
          <p:cNvPr id="8" name="Rechteck 5">
            <a:extLst>
              <a:ext uri="{FF2B5EF4-FFF2-40B4-BE49-F238E27FC236}">
                <a16:creationId xmlns:a16="http://schemas.microsoft.com/office/drawing/2014/main" id="{B367A554-916A-C563-5EA6-1AE9CB5DB72F}"/>
              </a:ext>
            </a:extLst>
          </p:cNvPr>
          <p:cNvSpPr/>
          <p:nvPr/>
        </p:nvSpPr>
        <p:spPr>
          <a:xfrm>
            <a:off x="6819899" y="1136342"/>
            <a:ext cx="5293637" cy="818023"/>
          </a:xfrm>
          <a:prstGeom prst="rect">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000000"/>
                </a:solidFill>
                <a:effectLst/>
                <a:uLnTx/>
                <a:uFillTx/>
                <a:latin typeface="Arial" panose="020B0604020202020204" pitchFamily="34" charset="0"/>
                <a:ea typeface="+mn-ea"/>
                <a:cs typeface="+mn-cs"/>
              </a:rPr>
              <a:t>CV01N </a:t>
            </a:r>
            <a:r>
              <a:rPr kumimoji="0" lang="cs-CZ" sz="1200" b="1" i="0" u="none" strike="noStrike" kern="1200" cap="none" spc="0" normalizeH="0" baseline="0" noProof="0">
                <a:ln>
                  <a:noFill/>
                </a:ln>
                <a:solidFill>
                  <a:srgbClr val="000000"/>
                </a:solidFill>
                <a:effectLst/>
                <a:uLnTx/>
                <a:uFillTx/>
                <a:latin typeface="Arial" panose="020B0604020202020204" pitchFamily="34" charset="0"/>
                <a:ea typeface="+mn-ea"/>
                <a:cs typeface="+mn-cs"/>
              </a:rPr>
              <a:t> - </a:t>
            </a:r>
            <a:r>
              <a:rPr kumimoji="0" lang="en-US" sz="1200" b="1" i="0" u="none" strike="noStrike" kern="1200" cap="none" spc="0" normalizeH="0" baseline="0" noProof="0">
                <a:ln>
                  <a:noFill/>
                </a:ln>
                <a:solidFill>
                  <a:srgbClr val="000000"/>
                </a:solidFill>
                <a:effectLst/>
                <a:uLnTx/>
                <a:uFillTx/>
                <a:latin typeface="Arial" panose="020B0604020202020204" pitchFamily="34" charset="0"/>
                <a:ea typeface="+mn-ea"/>
                <a:cs typeface="+mn-cs"/>
              </a:rPr>
              <a:t>Create </a:t>
            </a:r>
            <a:r>
              <a:rPr kumimoji="0" lang="en-US" sz="1200" b="1" i="0" u="none" strike="noStrike" kern="1200" cap="none" spc="0" normalizeH="0" baseline="0" noProof="0" err="1">
                <a:ln>
                  <a:noFill/>
                </a:ln>
                <a:solidFill>
                  <a:srgbClr val="000000"/>
                </a:solidFill>
                <a:effectLst/>
                <a:uLnTx/>
                <a:uFillTx/>
                <a:latin typeface="Arial" panose="020B0604020202020204" pitchFamily="34" charset="0"/>
                <a:ea typeface="+mn-ea"/>
                <a:cs typeface="+mn-cs"/>
              </a:rPr>
              <a:t>Documen</a:t>
            </a:r>
            <a:r>
              <a:rPr kumimoji="0" lang="cs-CZ" sz="1200" b="1" i="0" u="none" strike="noStrike" kern="1200" cap="none" spc="0" normalizeH="0" baseline="0" noProof="0">
                <a:ln>
                  <a:noFill/>
                </a:ln>
                <a:solidFill>
                  <a:srgbClr val="000000"/>
                </a:solidFill>
                <a:effectLst/>
                <a:uLnTx/>
                <a:uFillTx/>
                <a:latin typeface="Arial" panose="020B0604020202020204" pitchFamily="34" charset="0"/>
                <a:ea typeface="+mn-ea"/>
                <a:cs typeface="+mn-cs"/>
              </a:rPr>
              <a:t>t</a:t>
            </a:r>
            <a:endParaRPr kumimoji="0" lang="de-DE" sz="1200" b="0" i="0" u="none" strike="noStrike" kern="1200" cap="none" spc="0" normalizeH="0" baseline="0" noProof="0">
              <a:ln>
                <a:noFill/>
              </a:ln>
              <a:solidFill>
                <a:prstClr val="white"/>
              </a:solidFill>
              <a:effectLst/>
              <a:uLnTx/>
              <a:uFillTx/>
              <a:latin typeface="Arial"/>
              <a:ea typeface="+mn-ea"/>
              <a:cs typeface="+mn-cs"/>
            </a:endParaRPr>
          </a:p>
        </p:txBody>
      </p:sp>
      <p:pic>
        <p:nvPicPr>
          <p:cNvPr id="3" name="Picture 2">
            <a:extLst>
              <a:ext uri="{FF2B5EF4-FFF2-40B4-BE49-F238E27FC236}">
                <a16:creationId xmlns:a16="http://schemas.microsoft.com/office/drawing/2014/main" id="{DEB72CA3-6CD9-587A-9772-1613E91D977E}"/>
              </a:ext>
            </a:extLst>
          </p:cNvPr>
          <p:cNvPicPr>
            <a:picLocks noChangeAspect="1"/>
          </p:cNvPicPr>
          <p:nvPr/>
        </p:nvPicPr>
        <p:blipFill>
          <a:blip r:embed="rId3"/>
          <a:stretch>
            <a:fillRect/>
          </a:stretch>
        </p:blipFill>
        <p:spPr>
          <a:xfrm>
            <a:off x="892431" y="956553"/>
            <a:ext cx="4666872" cy="3474227"/>
          </a:xfrm>
          <a:prstGeom prst="rect">
            <a:avLst/>
          </a:prstGeom>
        </p:spPr>
      </p:pic>
      <p:pic>
        <p:nvPicPr>
          <p:cNvPr id="9" name="Picture 8">
            <a:extLst>
              <a:ext uri="{FF2B5EF4-FFF2-40B4-BE49-F238E27FC236}">
                <a16:creationId xmlns:a16="http://schemas.microsoft.com/office/drawing/2014/main" id="{89E28F28-F773-38F3-C784-D32A0C723130}"/>
              </a:ext>
            </a:extLst>
          </p:cNvPr>
          <p:cNvPicPr>
            <a:picLocks noChangeAspect="1"/>
          </p:cNvPicPr>
          <p:nvPr/>
        </p:nvPicPr>
        <p:blipFill>
          <a:blip r:embed="rId4"/>
          <a:stretch>
            <a:fillRect/>
          </a:stretch>
        </p:blipFill>
        <p:spPr>
          <a:xfrm>
            <a:off x="2791691" y="3820892"/>
            <a:ext cx="2716765" cy="2819857"/>
          </a:xfrm>
          <a:prstGeom prst="rect">
            <a:avLst/>
          </a:prstGeom>
        </p:spPr>
      </p:pic>
      <p:pic>
        <p:nvPicPr>
          <p:cNvPr id="13" name="Picture 12">
            <a:extLst>
              <a:ext uri="{FF2B5EF4-FFF2-40B4-BE49-F238E27FC236}">
                <a16:creationId xmlns:a16="http://schemas.microsoft.com/office/drawing/2014/main" id="{93D3C590-A66D-E34F-E61F-D254DCD3C773}"/>
              </a:ext>
            </a:extLst>
          </p:cNvPr>
          <p:cNvPicPr>
            <a:picLocks noChangeAspect="1"/>
          </p:cNvPicPr>
          <p:nvPr/>
        </p:nvPicPr>
        <p:blipFill>
          <a:blip r:embed="rId5"/>
          <a:stretch>
            <a:fillRect/>
          </a:stretch>
        </p:blipFill>
        <p:spPr>
          <a:xfrm>
            <a:off x="6913777" y="3691478"/>
            <a:ext cx="3988005" cy="1701887"/>
          </a:xfrm>
          <a:prstGeom prst="rect">
            <a:avLst/>
          </a:prstGeom>
        </p:spPr>
      </p:pic>
      <p:sp>
        <p:nvSpPr>
          <p:cNvPr id="10" name="Arrow: Curved Right 9">
            <a:extLst>
              <a:ext uri="{FF2B5EF4-FFF2-40B4-BE49-F238E27FC236}">
                <a16:creationId xmlns:a16="http://schemas.microsoft.com/office/drawing/2014/main" id="{61144D98-4B45-018C-5AE5-650B3821FA27}"/>
              </a:ext>
            </a:extLst>
          </p:cNvPr>
          <p:cNvSpPr/>
          <p:nvPr/>
        </p:nvSpPr>
        <p:spPr>
          <a:xfrm>
            <a:off x="2120323" y="4343231"/>
            <a:ext cx="620521" cy="647058"/>
          </a:xfrm>
          <a:prstGeom prst="curvedRightArrow">
            <a:avLst>
              <a:gd name="adj1" fmla="val 21814"/>
              <a:gd name="adj2" fmla="val 48414"/>
              <a:gd name="adj3" fmla="val 29703"/>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srgbClr val="000000"/>
              </a:solidFill>
              <a:effectLst/>
              <a:uLnTx/>
              <a:uFillTx/>
              <a:latin typeface="Arial"/>
              <a:ea typeface="+mn-ea"/>
              <a:cs typeface="+mn-cs"/>
            </a:endParaRPr>
          </a:p>
        </p:txBody>
      </p:sp>
      <p:sp>
        <p:nvSpPr>
          <p:cNvPr id="11" name="Textfeld 10">
            <a:extLst>
              <a:ext uri="{FF2B5EF4-FFF2-40B4-BE49-F238E27FC236}">
                <a16:creationId xmlns:a16="http://schemas.microsoft.com/office/drawing/2014/main" id="{3EC3F3E2-0950-65E3-F898-F6E6437D1B26}"/>
              </a:ext>
            </a:extLst>
          </p:cNvPr>
          <p:cNvSpPr txBox="1"/>
          <p:nvPr/>
        </p:nvSpPr>
        <p:spPr>
          <a:xfrm>
            <a:off x="294261" y="217251"/>
            <a:ext cx="6094378" cy="40011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cs-CZ" sz="2000" b="1">
                <a:solidFill>
                  <a:srgbClr val="00646E"/>
                </a:solidFill>
                <a:latin typeface="Arial"/>
              </a:rPr>
              <a:t>7</a:t>
            </a:r>
            <a:r>
              <a:rPr kumimoji="0" lang="cs-CZ" sz="2000" b="1" i="0" u="none" strike="noStrike" kern="1200" cap="none" spc="0" normalizeH="0" baseline="0" noProof="0">
                <a:ln>
                  <a:noFill/>
                </a:ln>
                <a:solidFill>
                  <a:srgbClr val="00646E"/>
                </a:solidFill>
                <a:effectLst/>
                <a:uLnTx/>
                <a:uFillTx/>
                <a:latin typeface="Arial"/>
                <a:ea typeface="+mn-ea"/>
                <a:cs typeface="+mn-cs"/>
              </a:rPr>
              <a:t>.1 </a:t>
            </a:r>
            <a:r>
              <a:rPr kumimoji="0" lang="en-US" sz="2000" b="1" i="0" u="none" strike="noStrike" kern="1200" cap="none" spc="0" normalizeH="0" baseline="0" noProof="0">
                <a:ln>
                  <a:noFill/>
                </a:ln>
                <a:solidFill>
                  <a:srgbClr val="00646E"/>
                </a:solidFill>
                <a:effectLst/>
                <a:uLnTx/>
                <a:uFillTx/>
                <a:latin typeface="Arial"/>
                <a:ea typeface="+mn-ea"/>
                <a:cs typeface="+mn-cs"/>
              </a:rPr>
              <a:t>Adding </a:t>
            </a:r>
            <a:r>
              <a:rPr kumimoji="0" lang="en-US" sz="2000" b="1" i="0" u="none" strike="noStrike" kern="1200" cap="none" spc="0" normalizeH="0" baseline="0" noProof="0" err="1">
                <a:ln>
                  <a:noFill/>
                </a:ln>
                <a:solidFill>
                  <a:srgbClr val="00646E"/>
                </a:solidFill>
                <a:effectLst/>
                <a:uLnTx/>
                <a:uFillTx/>
                <a:latin typeface="Arial"/>
                <a:ea typeface="+mn-ea"/>
                <a:cs typeface="+mn-cs"/>
              </a:rPr>
              <a:t>Attac</a:t>
            </a:r>
            <a:r>
              <a:rPr kumimoji="0" lang="cs-CZ" sz="2000" b="1" i="0" u="none" strike="noStrike" kern="1200" cap="none" spc="0" normalizeH="0" baseline="0" noProof="0">
                <a:ln>
                  <a:noFill/>
                </a:ln>
                <a:solidFill>
                  <a:srgbClr val="00646E"/>
                </a:solidFill>
                <a:effectLst/>
                <a:uLnTx/>
                <a:uFillTx/>
                <a:latin typeface="Arial"/>
                <a:ea typeface="+mn-ea"/>
                <a:cs typeface="+mn-cs"/>
              </a:rPr>
              <a:t>h</a:t>
            </a:r>
            <a:r>
              <a:rPr kumimoji="0" lang="en-US" sz="2000" b="1" i="0" u="none" strike="noStrike" kern="1200" cap="none" spc="0" normalizeH="0" baseline="0" noProof="0" err="1">
                <a:ln>
                  <a:noFill/>
                </a:ln>
                <a:solidFill>
                  <a:srgbClr val="00646E"/>
                </a:solidFill>
                <a:effectLst/>
                <a:uLnTx/>
                <a:uFillTx/>
                <a:latin typeface="Arial"/>
                <a:ea typeface="+mn-ea"/>
                <a:cs typeface="+mn-cs"/>
              </a:rPr>
              <a:t>ment</a:t>
            </a:r>
            <a:r>
              <a:rPr kumimoji="0" lang="en-US" sz="2000" b="1" i="0" u="none" strike="noStrike" kern="1200" cap="none" spc="0" normalizeH="0" baseline="0" noProof="0">
                <a:ln>
                  <a:noFill/>
                </a:ln>
                <a:solidFill>
                  <a:srgbClr val="00646E"/>
                </a:solidFill>
                <a:effectLst/>
                <a:uLnTx/>
                <a:uFillTx/>
                <a:latin typeface="Arial"/>
                <a:ea typeface="+mn-ea"/>
                <a:cs typeface="+mn-cs"/>
              </a:rPr>
              <a:t> to </a:t>
            </a:r>
            <a:r>
              <a:rPr kumimoji="0" lang="cs-CZ" sz="2000" b="1" i="0" u="none" strike="noStrike" kern="1200" cap="none" spc="0" normalizeH="0" baseline="0" noProof="0">
                <a:ln>
                  <a:noFill/>
                </a:ln>
                <a:solidFill>
                  <a:srgbClr val="00646E"/>
                </a:solidFill>
                <a:effectLst/>
                <a:uLnTx/>
                <a:uFillTx/>
                <a:latin typeface="Arial"/>
                <a:ea typeface="+mn-ea"/>
                <a:cs typeface="+mn-cs"/>
              </a:rPr>
              <a:t>Archive</a:t>
            </a:r>
            <a:endParaRPr kumimoji="0" lang="de-DE" sz="2000" b="1" i="0" u="none" strike="noStrike" kern="1200" cap="none" spc="0" normalizeH="0" baseline="0" noProof="0">
              <a:ln>
                <a:noFill/>
              </a:ln>
              <a:solidFill>
                <a:srgbClr val="00646E"/>
              </a:solidFill>
              <a:effectLst/>
              <a:uLnTx/>
              <a:uFillTx/>
              <a:latin typeface="Arial"/>
              <a:ea typeface="+mn-ea"/>
              <a:cs typeface="+mn-cs"/>
            </a:endParaRPr>
          </a:p>
        </p:txBody>
      </p:sp>
    </p:spTree>
    <p:extLst>
      <p:ext uri="{BB962C8B-B14F-4D97-AF65-F5344CB8AC3E}">
        <p14:creationId xmlns:p14="http://schemas.microsoft.com/office/powerpoint/2010/main" val="1815326953"/>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050B4D-49EA-F079-6737-52E68D4E881D}"/>
            </a:ext>
          </a:extLst>
        </p:cNvPr>
        <p:cNvGrpSpPr/>
        <p:nvPr/>
      </p:nvGrpSpPr>
      <p:grpSpPr>
        <a:xfrm>
          <a:off x="0" y="0"/>
          <a:ext cx="0" cy="0"/>
          <a:chOff x="0" y="0"/>
          <a:chExt cx="0" cy="0"/>
        </a:xfrm>
      </p:grpSpPr>
      <p:sp>
        <p:nvSpPr>
          <p:cNvPr id="6" name="Rechteck 5">
            <a:extLst>
              <a:ext uri="{FF2B5EF4-FFF2-40B4-BE49-F238E27FC236}">
                <a16:creationId xmlns:a16="http://schemas.microsoft.com/office/drawing/2014/main" id="{C8AECB29-110D-699B-06B1-0D47453C066A}"/>
              </a:ext>
            </a:extLst>
          </p:cNvPr>
          <p:cNvSpPr/>
          <p:nvPr/>
        </p:nvSpPr>
        <p:spPr>
          <a:xfrm>
            <a:off x="6819899" y="1937442"/>
            <a:ext cx="5293637" cy="4623156"/>
          </a:xfrm>
          <a:prstGeom prst="rect">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1200" b="0" i="0" u="none" strike="noStrike" kern="1200" cap="none" spc="0" normalizeH="0" baseline="0" noProof="0">
                <a:ln>
                  <a:noFill/>
                </a:ln>
                <a:solidFill>
                  <a:srgbClr val="000000"/>
                </a:solidFill>
                <a:effectLst/>
                <a:uLnTx/>
                <a:uFillTx/>
                <a:latin typeface="Arial"/>
                <a:ea typeface="+mn-ea"/>
                <a:cs typeface="+mn-cs"/>
              </a:rPr>
              <a:t>Click on </a:t>
            </a:r>
            <a:r>
              <a:rPr kumimoji="0" lang="cs-CZ" sz="1200" b="0" i="0" u="none" strike="noStrike" kern="1200" cap="none" spc="0" normalizeH="0" baseline="0" noProof="0">
                <a:ln>
                  <a:noFill/>
                </a:ln>
                <a:solidFill>
                  <a:srgbClr val="000000"/>
                </a:solidFill>
                <a:effectLst/>
                <a:uLnTx/>
                <a:uFillTx/>
                <a:latin typeface="Arial"/>
                <a:ea typeface="+mn-ea"/>
                <a:cs typeface="+mn-cs"/>
              </a:rPr>
              <a:t>„</a:t>
            </a:r>
            <a:r>
              <a:rPr kumimoji="0" lang="de-DE" sz="1200" b="0" i="0" u="none" strike="noStrike" kern="1200" cap="none" spc="0" normalizeH="0" baseline="0" noProof="0">
                <a:ln>
                  <a:noFill/>
                </a:ln>
                <a:solidFill>
                  <a:srgbClr val="000000"/>
                </a:solidFill>
                <a:effectLst/>
                <a:uLnTx/>
                <a:uFillTx/>
                <a:latin typeface="Arial"/>
                <a:ea typeface="+mn-ea"/>
                <a:cs typeface="+mn-cs"/>
              </a:rPr>
              <a:t>Save</a:t>
            </a:r>
            <a:r>
              <a:rPr kumimoji="0" lang="cs-CZ" sz="1200" b="0" i="0" u="none" strike="noStrike" kern="1200" cap="none" spc="0" normalizeH="0" baseline="0" noProof="0">
                <a:ln>
                  <a:noFill/>
                </a:ln>
                <a:solidFill>
                  <a:srgbClr val="000000"/>
                </a:solidFill>
                <a:effectLst/>
                <a:uLnTx/>
                <a:uFillTx/>
                <a:latin typeface="Arial"/>
                <a:ea typeface="+mn-ea"/>
                <a:cs typeface="+mn-cs"/>
              </a:rPr>
              <a:t>“</a:t>
            </a:r>
            <a:r>
              <a:rPr kumimoji="0" lang="de-DE" sz="1200" b="0" i="0" u="none" strike="noStrike" kern="1200" cap="none" spc="0" normalizeH="0" baseline="0" noProof="0">
                <a:ln>
                  <a:noFill/>
                </a:ln>
                <a:solidFill>
                  <a:srgbClr val="000000"/>
                </a:solidFill>
                <a:effectLst/>
                <a:uLnTx/>
                <a:uFillTx/>
                <a:latin typeface="Arial"/>
                <a:ea typeface="+mn-ea"/>
                <a:cs typeface="+mn-cs"/>
              </a:rPr>
              <a:t> </a:t>
            </a:r>
            <a:r>
              <a:rPr kumimoji="0" lang="cs-CZ" sz="1200" b="0" i="0" u="none" strike="noStrike" kern="1200" cap="none" spc="0" normalizeH="0" baseline="0" noProof="0">
                <a:ln>
                  <a:noFill/>
                </a:ln>
                <a:solidFill>
                  <a:srgbClr val="000000"/>
                </a:solidFill>
                <a:effectLst/>
                <a:uLnTx/>
                <a:uFillTx/>
                <a:latin typeface="Arial"/>
                <a:ea typeface="+mn-ea"/>
                <a:cs typeface="+mn-cs"/>
              </a:rPr>
              <a:t>and </a:t>
            </a:r>
            <a:r>
              <a:rPr kumimoji="0" lang="de-DE" sz="1200" b="0" i="0" u="none" strike="noStrike" kern="1200" cap="none" spc="0" normalizeH="0" baseline="0" noProof="0" err="1">
                <a:ln>
                  <a:noFill/>
                </a:ln>
                <a:solidFill>
                  <a:srgbClr val="000000"/>
                </a:solidFill>
                <a:effectLst/>
                <a:uLnTx/>
                <a:uFillTx/>
                <a:latin typeface="Arial"/>
                <a:ea typeface="+mn-ea"/>
                <a:cs typeface="+mn-cs"/>
              </a:rPr>
              <a:t>the</a:t>
            </a:r>
            <a:r>
              <a:rPr kumimoji="0" lang="de-DE" sz="1200" b="0" i="0" u="none" strike="noStrike" kern="1200" cap="none" spc="0" normalizeH="0" baseline="0" noProof="0">
                <a:ln>
                  <a:noFill/>
                </a:ln>
                <a:solidFill>
                  <a:srgbClr val="000000"/>
                </a:solidFill>
                <a:effectLst/>
                <a:uLnTx/>
                <a:uFillTx/>
                <a:latin typeface="Arial"/>
                <a:ea typeface="+mn-ea"/>
                <a:cs typeface="+mn-cs"/>
              </a:rPr>
              <a:t> </a:t>
            </a:r>
            <a:r>
              <a:rPr kumimoji="0" lang="de-DE" sz="1200" b="0" i="0" u="none" strike="noStrike" kern="1200" cap="none" spc="0" normalizeH="0" baseline="0" noProof="0" err="1">
                <a:ln>
                  <a:noFill/>
                </a:ln>
                <a:solidFill>
                  <a:srgbClr val="000000"/>
                </a:solidFill>
                <a:effectLst/>
                <a:uLnTx/>
                <a:uFillTx/>
                <a:latin typeface="Arial"/>
                <a:ea typeface="+mn-ea"/>
                <a:cs typeface="+mn-cs"/>
              </a:rPr>
              <a:t>document</a:t>
            </a:r>
            <a:r>
              <a:rPr kumimoji="0" lang="de-DE" sz="1200" b="0" i="0" u="none" strike="noStrike" kern="1200" cap="none" spc="0" normalizeH="0" baseline="0" noProof="0">
                <a:ln>
                  <a:noFill/>
                </a:ln>
                <a:solidFill>
                  <a:srgbClr val="000000"/>
                </a:solidFill>
                <a:effectLst/>
                <a:uLnTx/>
                <a:uFillTx/>
                <a:latin typeface="Arial"/>
                <a:ea typeface="+mn-ea"/>
                <a:cs typeface="+mn-cs"/>
              </a:rPr>
              <a:t> </a:t>
            </a:r>
            <a:r>
              <a:rPr kumimoji="0" lang="de-DE" sz="1200" b="0" i="0" u="none" strike="noStrike" kern="1200" cap="none" spc="0" normalizeH="0" baseline="0" noProof="0" err="1">
                <a:ln>
                  <a:noFill/>
                </a:ln>
                <a:solidFill>
                  <a:srgbClr val="000000"/>
                </a:solidFill>
                <a:effectLst/>
                <a:uLnTx/>
                <a:uFillTx/>
                <a:latin typeface="Arial"/>
                <a:ea typeface="+mn-ea"/>
                <a:cs typeface="+mn-cs"/>
              </a:rPr>
              <a:t>number</a:t>
            </a:r>
            <a:r>
              <a:rPr kumimoji="0" lang="de-DE" sz="1200" b="0" i="0" u="none" strike="noStrike" kern="1200" cap="none" spc="0" normalizeH="0" baseline="0" noProof="0">
                <a:ln>
                  <a:noFill/>
                </a:ln>
                <a:solidFill>
                  <a:srgbClr val="000000"/>
                </a:solidFill>
                <a:effectLst/>
                <a:uLnTx/>
                <a:uFillTx/>
                <a:latin typeface="Arial"/>
                <a:ea typeface="+mn-ea"/>
                <a:cs typeface="+mn-cs"/>
              </a:rPr>
              <a:t> will </a:t>
            </a:r>
            <a:r>
              <a:rPr kumimoji="0" lang="de-DE" sz="1200" b="0" i="0" u="none" strike="noStrike" kern="1200" cap="none" spc="0" normalizeH="0" baseline="0" noProof="0" err="1">
                <a:ln>
                  <a:noFill/>
                </a:ln>
                <a:solidFill>
                  <a:srgbClr val="000000"/>
                </a:solidFill>
                <a:effectLst/>
                <a:uLnTx/>
                <a:uFillTx/>
                <a:latin typeface="Arial"/>
                <a:ea typeface="+mn-ea"/>
                <a:cs typeface="+mn-cs"/>
              </a:rPr>
              <a:t>be</a:t>
            </a:r>
            <a:r>
              <a:rPr kumimoji="0" lang="de-DE" sz="1200" b="0" i="0" u="none" strike="noStrike" kern="1200" cap="none" spc="0" normalizeH="0" baseline="0" noProof="0">
                <a:ln>
                  <a:noFill/>
                </a:ln>
                <a:solidFill>
                  <a:srgbClr val="000000"/>
                </a:solidFill>
                <a:effectLst/>
                <a:uLnTx/>
                <a:uFillTx/>
                <a:latin typeface="Arial"/>
                <a:ea typeface="+mn-ea"/>
                <a:cs typeface="+mn-cs"/>
              </a:rPr>
              <a:t> </a:t>
            </a:r>
            <a:r>
              <a:rPr kumimoji="0" lang="de-DE" sz="1200" b="0" i="0" u="none" strike="noStrike" kern="1200" cap="none" spc="0" normalizeH="0" baseline="0" noProof="0" err="1">
                <a:ln>
                  <a:noFill/>
                </a:ln>
                <a:solidFill>
                  <a:srgbClr val="000000"/>
                </a:solidFill>
                <a:effectLst/>
                <a:uLnTx/>
                <a:uFillTx/>
                <a:latin typeface="Arial"/>
                <a:ea typeface="+mn-ea"/>
                <a:cs typeface="+mn-cs"/>
              </a:rPr>
              <a:t>created</a:t>
            </a:r>
            <a:r>
              <a:rPr kumimoji="0" lang="cs-CZ" sz="1200" b="0" i="0" u="none" strike="noStrike" kern="1200" cap="none" spc="0" normalizeH="0" baseline="0" noProof="0">
                <a:ln>
                  <a:noFill/>
                </a:ln>
                <a:solidFill>
                  <a:srgbClr val="000000"/>
                </a:solidFill>
                <a:effectLst/>
                <a:uLnTx/>
                <a:uFillTx/>
                <a:latin typeface="Arial"/>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cs-CZ" sz="1200" b="0" i="0" u="none" strike="noStrike" kern="1200" cap="none" spc="0" normalizeH="0" baseline="0" noProof="0">
              <a:ln>
                <a:noFill/>
              </a:ln>
              <a:solidFill>
                <a:srgbClr val="000000"/>
              </a:solidFill>
              <a:effectLst/>
              <a:uLnTx/>
              <a:uFillTx/>
              <a:latin typeface="Arial"/>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cs-CZ" sz="1200" b="1" i="0" u="none" strike="noStrike" kern="1200" cap="none" spc="0" normalizeH="0" baseline="0" noProof="0">
                <a:ln>
                  <a:noFill/>
                </a:ln>
                <a:solidFill>
                  <a:srgbClr val="000000"/>
                </a:solidFill>
                <a:effectLst/>
                <a:uLnTx/>
                <a:uFillTx/>
                <a:latin typeface="Arial"/>
                <a:ea typeface="+mn-ea"/>
                <a:cs typeface="+mn-cs"/>
              </a:rPr>
              <a:t>Copy </a:t>
            </a:r>
            <a:r>
              <a:rPr kumimoji="0" lang="cs-CZ" sz="1200" b="1" i="0" u="none" strike="noStrike" kern="1200" cap="none" spc="0" normalizeH="0" baseline="0" noProof="0" err="1">
                <a:ln>
                  <a:noFill/>
                </a:ln>
                <a:solidFill>
                  <a:srgbClr val="000000"/>
                </a:solidFill>
                <a:effectLst/>
                <a:uLnTx/>
                <a:uFillTx/>
                <a:latin typeface="Arial"/>
                <a:ea typeface="+mn-ea"/>
                <a:cs typeface="+mn-cs"/>
              </a:rPr>
              <a:t>it</a:t>
            </a:r>
            <a:endParaRPr kumimoji="0" lang="de-DE" sz="1200" b="1" i="0" u="none" strike="noStrike" kern="1200" cap="none" spc="0" normalizeH="0" baseline="0" noProof="0">
              <a:ln>
                <a:noFill/>
              </a:ln>
              <a:solidFill>
                <a:srgbClr val="000000"/>
              </a:solidFill>
              <a:effectLst/>
              <a:uLnTx/>
              <a:uFillTx/>
              <a:latin typeface="Arial"/>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200" b="0" i="0" u="none" strike="noStrike" kern="1200" cap="none" spc="0" normalizeH="0" baseline="0" noProof="0">
              <a:ln>
                <a:noFill/>
              </a:ln>
              <a:solidFill>
                <a:srgbClr val="000000"/>
              </a:solidFill>
              <a:effectLst/>
              <a:uLnTx/>
              <a:uFillTx/>
              <a:latin typeface="Arial"/>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200" b="0" i="0" u="none" strike="noStrike" kern="1200" cap="none" spc="0" normalizeH="0" baseline="0" noProof="0">
              <a:ln>
                <a:noFill/>
              </a:ln>
              <a:solidFill>
                <a:srgbClr val="000000"/>
              </a:solidFill>
              <a:effectLst/>
              <a:uLnTx/>
              <a:uFillTx/>
              <a:latin typeface="Arial"/>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050" b="0" i="0" u="none" strike="noStrike" kern="1200" cap="none" spc="0" normalizeH="0" baseline="0" noProof="0">
              <a:ln>
                <a:noFill/>
              </a:ln>
              <a:solidFill>
                <a:srgbClr val="000000"/>
              </a:solidFill>
              <a:effectLst/>
              <a:uLnTx/>
              <a:uFillTx/>
              <a:latin typeface="Arial"/>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050" b="0" i="0" u="none" strike="noStrike" kern="1200" cap="none" spc="0" normalizeH="0" baseline="0" noProof="0">
              <a:ln>
                <a:noFill/>
              </a:ln>
              <a:solidFill>
                <a:srgbClr val="000000"/>
              </a:solidFill>
              <a:effectLst/>
              <a:uLnTx/>
              <a:uFillTx/>
              <a:latin typeface="Arial"/>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050" b="0" i="0" u="none" strike="noStrike" kern="1200" cap="none" spc="0" normalizeH="0" baseline="0" noProof="0">
              <a:ln>
                <a:noFill/>
              </a:ln>
              <a:solidFill>
                <a:srgbClr val="000000"/>
              </a:solidFill>
              <a:effectLst/>
              <a:uLnTx/>
              <a:uFillTx/>
              <a:latin typeface="Arial"/>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050" b="0" i="0" u="none" strike="noStrike" kern="1200" cap="none" spc="0" normalizeH="0" baseline="0" noProof="0">
              <a:ln>
                <a:noFill/>
              </a:ln>
              <a:solidFill>
                <a:srgbClr val="000000"/>
              </a:solidFill>
              <a:effectLst/>
              <a:uLnTx/>
              <a:uFillTx/>
              <a:latin typeface="Arial"/>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050" b="0" i="0" u="none" strike="noStrike" kern="1200" cap="none" spc="0" normalizeH="0" baseline="0" noProof="0">
              <a:ln>
                <a:noFill/>
              </a:ln>
              <a:solidFill>
                <a:srgbClr val="000000"/>
              </a:solidFill>
              <a:effectLst/>
              <a:uLnTx/>
              <a:uFillTx/>
              <a:latin typeface="Arial"/>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050" b="0" i="0" u="none" strike="noStrike" kern="1200" cap="none" spc="0" normalizeH="0" baseline="0" noProof="0">
              <a:ln>
                <a:noFill/>
              </a:ln>
              <a:solidFill>
                <a:srgbClr val="000000"/>
              </a:solidFill>
              <a:effectLst/>
              <a:uLnTx/>
              <a:uFillTx/>
              <a:latin typeface="Arial"/>
              <a:ea typeface="+mn-ea"/>
              <a:cs typeface="Arial"/>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noFill/>
                </a:ln>
                <a:solidFill>
                  <a:srgbClr val="000000"/>
                </a:solidFill>
                <a:effectLst/>
                <a:uLnTx/>
                <a:uFillTx/>
                <a:latin typeface="Arial"/>
                <a:ea typeface="+mn-ea"/>
                <a:cs typeface="Arial"/>
              </a:rPr>
              <a:t> </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050" b="0" i="0" u="none" strike="noStrike" kern="1200" cap="none" spc="0" normalizeH="0" baseline="0" noProof="0">
              <a:ln>
                <a:noFill/>
              </a:ln>
              <a:solidFill>
                <a:srgbClr val="000000"/>
              </a:solidFill>
              <a:effectLst/>
              <a:uLnTx/>
              <a:uFillTx/>
              <a:latin typeface="Arial"/>
              <a:ea typeface="+mn-ea"/>
              <a:cs typeface="Arial"/>
            </a:endParaRPr>
          </a:p>
        </p:txBody>
      </p:sp>
      <p:sp>
        <p:nvSpPr>
          <p:cNvPr id="8" name="Rechteck 5">
            <a:extLst>
              <a:ext uri="{FF2B5EF4-FFF2-40B4-BE49-F238E27FC236}">
                <a16:creationId xmlns:a16="http://schemas.microsoft.com/office/drawing/2014/main" id="{804086F4-664C-C286-9EA2-C92606AE4C71}"/>
              </a:ext>
            </a:extLst>
          </p:cNvPr>
          <p:cNvSpPr/>
          <p:nvPr/>
        </p:nvSpPr>
        <p:spPr>
          <a:xfrm>
            <a:off x="6819899" y="1136342"/>
            <a:ext cx="5293637" cy="818023"/>
          </a:xfrm>
          <a:prstGeom prst="rect">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000000"/>
                </a:solidFill>
                <a:effectLst/>
                <a:uLnTx/>
                <a:uFillTx/>
                <a:latin typeface="Arial"/>
                <a:ea typeface="+mn-ea"/>
                <a:cs typeface="+mn-cs"/>
              </a:rPr>
              <a:t>CV01N </a:t>
            </a:r>
            <a:r>
              <a:rPr kumimoji="0" lang="cs-CZ" sz="1200" b="1" i="0" u="none" strike="noStrike" kern="1200" cap="none" spc="0" normalizeH="0" baseline="0" noProof="0">
                <a:ln>
                  <a:noFill/>
                </a:ln>
                <a:solidFill>
                  <a:srgbClr val="000000"/>
                </a:solidFill>
                <a:effectLst/>
                <a:uLnTx/>
                <a:uFillTx/>
                <a:latin typeface="Arial"/>
                <a:ea typeface="+mn-ea"/>
                <a:cs typeface="+mn-cs"/>
              </a:rPr>
              <a:t> - </a:t>
            </a:r>
            <a:r>
              <a:rPr kumimoji="0" lang="en-US" sz="1200" b="1" i="0" u="none" strike="noStrike" kern="1200" cap="none" spc="0" normalizeH="0" baseline="0" noProof="0">
                <a:ln>
                  <a:noFill/>
                </a:ln>
                <a:solidFill>
                  <a:srgbClr val="000000"/>
                </a:solidFill>
                <a:effectLst/>
                <a:uLnTx/>
                <a:uFillTx/>
                <a:latin typeface="Arial"/>
                <a:ea typeface="+mn-ea"/>
                <a:cs typeface="+mn-cs"/>
              </a:rPr>
              <a:t>Create </a:t>
            </a:r>
            <a:r>
              <a:rPr kumimoji="0" lang="en-US" sz="1200" b="1" i="0" u="none" strike="noStrike" kern="1200" cap="none" spc="0" normalizeH="0" baseline="0" noProof="0" err="1">
                <a:ln>
                  <a:noFill/>
                </a:ln>
                <a:solidFill>
                  <a:srgbClr val="000000"/>
                </a:solidFill>
                <a:effectLst/>
                <a:uLnTx/>
                <a:uFillTx/>
                <a:latin typeface="Arial"/>
                <a:ea typeface="+mn-ea"/>
                <a:cs typeface="+mn-cs"/>
              </a:rPr>
              <a:t>Documen</a:t>
            </a:r>
            <a:r>
              <a:rPr kumimoji="0" lang="cs-CZ" sz="1200" b="1" i="0" u="none" strike="noStrike" kern="1200" cap="none" spc="0" normalizeH="0" baseline="0" noProof="0">
                <a:ln>
                  <a:noFill/>
                </a:ln>
                <a:solidFill>
                  <a:srgbClr val="000000"/>
                </a:solidFill>
                <a:effectLst/>
                <a:uLnTx/>
                <a:uFillTx/>
                <a:latin typeface="Arial"/>
                <a:ea typeface="+mn-ea"/>
                <a:cs typeface="+mn-cs"/>
              </a:rPr>
              <a:t>t</a:t>
            </a:r>
            <a:endParaRPr kumimoji="0" lang="de-DE" sz="1200" b="0" i="0" u="none" strike="noStrike" kern="1200" cap="none" spc="0" normalizeH="0" baseline="0" noProof="0">
              <a:ln>
                <a:noFill/>
              </a:ln>
              <a:solidFill>
                <a:prstClr val="white"/>
              </a:solidFill>
              <a:effectLst/>
              <a:uLnTx/>
              <a:uFillTx/>
              <a:latin typeface="Arial"/>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200" b="1" i="0" u="none" strike="noStrike" kern="1200" cap="none" spc="0" normalizeH="0" baseline="0" noProof="0">
              <a:ln>
                <a:noFill/>
              </a:ln>
              <a:solidFill>
                <a:srgbClr val="000000"/>
              </a:solidFill>
              <a:effectLst/>
              <a:uLnTx/>
              <a:uFillTx/>
              <a:latin typeface="Arial"/>
              <a:ea typeface="+mn-ea"/>
              <a:cs typeface="+mn-cs"/>
            </a:endParaRPr>
          </a:p>
        </p:txBody>
      </p:sp>
      <p:pic>
        <p:nvPicPr>
          <p:cNvPr id="4" name="Picture 3">
            <a:extLst>
              <a:ext uri="{FF2B5EF4-FFF2-40B4-BE49-F238E27FC236}">
                <a16:creationId xmlns:a16="http://schemas.microsoft.com/office/drawing/2014/main" id="{F5E8E123-31AB-2249-1118-3344EE2A79C4}"/>
              </a:ext>
            </a:extLst>
          </p:cNvPr>
          <p:cNvPicPr>
            <a:picLocks noChangeAspect="1"/>
          </p:cNvPicPr>
          <p:nvPr/>
        </p:nvPicPr>
        <p:blipFill>
          <a:blip r:embed="rId3"/>
          <a:stretch>
            <a:fillRect/>
          </a:stretch>
        </p:blipFill>
        <p:spPr>
          <a:xfrm>
            <a:off x="633112" y="994171"/>
            <a:ext cx="6004234" cy="2857647"/>
          </a:xfrm>
          <a:prstGeom prst="rect">
            <a:avLst/>
          </a:prstGeom>
        </p:spPr>
      </p:pic>
      <p:pic>
        <p:nvPicPr>
          <p:cNvPr id="7" name="Picture 6">
            <a:extLst>
              <a:ext uri="{FF2B5EF4-FFF2-40B4-BE49-F238E27FC236}">
                <a16:creationId xmlns:a16="http://schemas.microsoft.com/office/drawing/2014/main" id="{77F02CE9-9468-3E21-807C-10D2B99C93E5}"/>
              </a:ext>
            </a:extLst>
          </p:cNvPr>
          <p:cNvPicPr>
            <a:picLocks noChangeAspect="1"/>
          </p:cNvPicPr>
          <p:nvPr/>
        </p:nvPicPr>
        <p:blipFill>
          <a:blip r:embed="rId4"/>
          <a:stretch>
            <a:fillRect/>
          </a:stretch>
        </p:blipFill>
        <p:spPr>
          <a:xfrm>
            <a:off x="1091360" y="4000257"/>
            <a:ext cx="3718385" cy="2560341"/>
          </a:xfrm>
          <a:prstGeom prst="rect">
            <a:avLst/>
          </a:prstGeom>
        </p:spPr>
      </p:pic>
      <p:sp>
        <p:nvSpPr>
          <p:cNvPr id="10" name="Arrow: Curved Right 9">
            <a:extLst>
              <a:ext uri="{FF2B5EF4-FFF2-40B4-BE49-F238E27FC236}">
                <a16:creationId xmlns:a16="http://schemas.microsoft.com/office/drawing/2014/main" id="{3D394DB6-36A6-28C9-11B4-0C22F323A490}"/>
              </a:ext>
            </a:extLst>
          </p:cNvPr>
          <p:cNvSpPr/>
          <p:nvPr/>
        </p:nvSpPr>
        <p:spPr>
          <a:xfrm>
            <a:off x="326636" y="3616652"/>
            <a:ext cx="733066" cy="937260"/>
          </a:xfrm>
          <a:prstGeom prst="curvedRightArrow">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srgbClr val="000000"/>
              </a:solidFill>
              <a:effectLst/>
              <a:uLnTx/>
              <a:uFillTx/>
              <a:latin typeface="Arial"/>
              <a:ea typeface="+mn-ea"/>
              <a:cs typeface="+mn-cs"/>
            </a:endParaRPr>
          </a:p>
        </p:txBody>
      </p:sp>
      <p:sp>
        <p:nvSpPr>
          <p:cNvPr id="11" name="Textfeld 10">
            <a:extLst>
              <a:ext uri="{FF2B5EF4-FFF2-40B4-BE49-F238E27FC236}">
                <a16:creationId xmlns:a16="http://schemas.microsoft.com/office/drawing/2014/main" id="{EBE71A54-2EAB-16A4-9A1B-9EB9012942DD}"/>
              </a:ext>
            </a:extLst>
          </p:cNvPr>
          <p:cNvSpPr txBox="1"/>
          <p:nvPr/>
        </p:nvSpPr>
        <p:spPr>
          <a:xfrm>
            <a:off x="326636" y="319787"/>
            <a:ext cx="6094378" cy="40011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cs-CZ" sz="2000" b="1">
                <a:solidFill>
                  <a:srgbClr val="00646E"/>
                </a:solidFill>
                <a:latin typeface="Arial"/>
              </a:rPr>
              <a:t>7</a:t>
            </a:r>
            <a:r>
              <a:rPr kumimoji="0" lang="cs-CZ" sz="2000" b="1" i="0" u="none" strike="noStrike" kern="1200" cap="none" spc="0" normalizeH="0" baseline="0" noProof="0">
                <a:ln>
                  <a:noFill/>
                </a:ln>
                <a:solidFill>
                  <a:srgbClr val="00646E"/>
                </a:solidFill>
                <a:effectLst/>
                <a:uLnTx/>
                <a:uFillTx/>
                <a:latin typeface="Arial"/>
                <a:ea typeface="+mn-ea"/>
                <a:cs typeface="+mn-cs"/>
              </a:rPr>
              <a:t>.1 </a:t>
            </a:r>
            <a:r>
              <a:rPr kumimoji="0" lang="en-US" sz="2000" b="1" i="0" u="none" strike="noStrike" kern="1200" cap="none" spc="0" normalizeH="0" baseline="0" noProof="0">
                <a:ln>
                  <a:noFill/>
                </a:ln>
                <a:solidFill>
                  <a:srgbClr val="00646E"/>
                </a:solidFill>
                <a:effectLst/>
                <a:uLnTx/>
                <a:uFillTx/>
                <a:latin typeface="Arial"/>
                <a:ea typeface="+mn-ea"/>
                <a:cs typeface="+mn-cs"/>
              </a:rPr>
              <a:t>Adding </a:t>
            </a:r>
            <a:r>
              <a:rPr kumimoji="0" lang="en-US" sz="2000" b="1" i="0" u="none" strike="noStrike" kern="1200" cap="none" spc="0" normalizeH="0" baseline="0" noProof="0" err="1">
                <a:ln>
                  <a:noFill/>
                </a:ln>
                <a:solidFill>
                  <a:srgbClr val="00646E"/>
                </a:solidFill>
                <a:effectLst/>
                <a:uLnTx/>
                <a:uFillTx/>
                <a:latin typeface="Arial"/>
                <a:ea typeface="+mn-ea"/>
                <a:cs typeface="+mn-cs"/>
              </a:rPr>
              <a:t>Attac</a:t>
            </a:r>
            <a:r>
              <a:rPr kumimoji="0" lang="cs-CZ" sz="2000" b="1" i="0" u="none" strike="noStrike" kern="1200" cap="none" spc="0" normalizeH="0" baseline="0" noProof="0">
                <a:ln>
                  <a:noFill/>
                </a:ln>
                <a:solidFill>
                  <a:srgbClr val="00646E"/>
                </a:solidFill>
                <a:effectLst/>
                <a:uLnTx/>
                <a:uFillTx/>
                <a:latin typeface="Arial"/>
                <a:ea typeface="+mn-ea"/>
                <a:cs typeface="+mn-cs"/>
              </a:rPr>
              <a:t>h</a:t>
            </a:r>
            <a:r>
              <a:rPr kumimoji="0" lang="en-US" sz="2000" b="1" i="0" u="none" strike="noStrike" kern="1200" cap="none" spc="0" normalizeH="0" baseline="0" noProof="0" err="1">
                <a:ln>
                  <a:noFill/>
                </a:ln>
                <a:solidFill>
                  <a:srgbClr val="00646E"/>
                </a:solidFill>
                <a:effectLst/>
                <a:uLnTx/>
                <a:uFillTx/>
                <a:latin typeface="Arial"/>
                <a:ea typeface="+mn-ea"/>
                <a:cs typeface="+mn-cs"/>
              </a:rPr>
              <a:t>ment</a:t>
            </a:r>
            <a:r>
              <a:rPr kumimoji="0" lang="en-US" sz="2000" b="1" i="0" u="none" strike="noStrike" kern="1200" cap="none" spc="0" normalizeH="0" baseline="0" noProof="0">
                <a:ln>
                  <a:noFill/>
                </a:ln>
                <a:solidFill>
                  <a:srgbClr val="00646E"/>
                </a:solidFill>
                <a:effectLst/>
                <a:uLnTx/>
                <a:uFillTx/>
                <a:latin typeface="Arial"/>
                <a:ea typeface="+mn-ea"/>
                <a:cs typeface="+mn-cs"/>
              </a:rPr>
              <a:t> to </a:t>
            </a:r>
            <a:r>
              <a:rPr kumimoji="0" lang="cs-CZ" sz="2000" b="1" i="0" u="none" strike="noStrike" kern="1200" cap="none" spc="0" normalizeH="0" baseline="0" noProof="0">
                <a:ln>
                  <a:noFill/>
                </a:ln>
                <a:solidFill>
                  <a:srgbClr val="00646E"/>
                </a:solidFill>
                <a:effectLst/>
                <a:uLnTx/>
                <a:uFillTx/>
                <a:latin typeface="Arial"/>
                <a:ea typeface="+mn-ea"/>
                <a:cs typeface="+mn-cs"/>
              </a:rPr>
              <a:t>Archive</a:t>
            </a:r>
            <a:endParaRPr kumimoji="0" lang="de-DE" sz="2000" b="1" i="0" u="none" strike="noStrike" kern="1200" cap="none" spc="0" normalizeH="0" baseline="0" noProof="0">
              <a:ln>
                <a:noFill/>
              </a:ln>
              <a:solidFill>
                <a:srgbClr val="00646E"/>
              </a:solidFill>
              <a:effectLst/>
              <a:uLnTx/>
              <a:uFillTx/>
              <a:latin typeface="Arial"/>
              <a:ea typeface="+mn-ea"/>
              <a:cs typeface="+mn-cs"/>
            </a:endParaRPr>
          </a:p>
        </p:txBody>
      </p:sp>
    </p:spTree>
    <p:extLst>
      <p:ext uri="{BB962C8B-B14F-4D97-AF65-F5344CB8AC3E}">
        <p14:creationId xmlns:p14="http://schemas.microsoft.com/office/powerpoint/2010/main" val="3426092952"/>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0F6476-FFAC-CA39-0AF3-80CCE2D52491}"/>
            </a:ext>
          </a:extLst>
        </p:cNvPr>
        <p:cNvGrpSpPr/>
        <p:nvPr/>
      </p:nvGrpSpPr>
      <p:grpSpPr>
        <a:xfrm>
          <a:off x="0" y="0"/>
          <a:ext cx="0" cy="0"/>
          <a:chOff x="0" y="0"/>
          <a:chExt cx="0" cy="0"/>
        </a:xfrm>
      </p:grpSpPr>
      <p:sp>
        <p:nvSpPr>
          <p:cNvPr id="6" name="Rechteck 5">
            <a:extLst>
              <a:ext uri="{FF2B5EF4-FFF2-40B4-BE49-F238E27FC236}">
                <a16:creationId xmlns:a16="http://schemas.microsoft.com/office/drawing/2014/main" id="{3014AA57-F106-FB3F-982F-ECA3DB4975FD}"/>
              </a:ext>
            </a:extLst>
          </p:cNvPr>
          <p:cNvSpPr/>
          <p:nvPr/>
        </p:nvSpPr>
        <p:spPr>
          <a:xfrm>
            <a:off x="6819899" y="1937442"/>
            <a:ext cx="5293637" cy="4623156"/>
          </a:xfrm>
          <a:prstGeom prst="rect">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pPr marL="228600" marR="0" lvl="0" indent="-228600" algn="l" defTabSz="914400" rtl="0" eaLnBrk="1" fontAlgn="auto" latinLnBrk="0" hangingPunct="1">
              <a:lnSpc>
                <a:spcPct val="100000"/>
              </a:lnSpc>
              <a:spcBef>
                <a:spcPts val="0"/>
              </a:spcBef>
              <a:spcAft>
                <a:spcPts val="0"/>
              </a:spcAft>
              <a:buClrTx/>
              <a:buSzTx/>
              <a:buFontTx/>
              <a:buAutoNum type="arabicPeriod"/>
              <a:tabLst/>
              <a:defRPr/>
            </a:pPr>
            <a:r>
              <a:rPr kumimoji="0" lang="en-US" sz="1200" b="0" i="0" u="none" strike="noStrike" kern="1200" cap="none" spc="0" normalizeH="0" baseline="0" noProof="0">
                <a:ln>
                  <a:noFill/>
                </a:ln>
                <a:solidFill>
                  <a:srgbClr val="000000"/>
                </a:solidFill>
                <a:effectLst/>
                <a:uLnTx/>
                <a:uFillTx/>
                <a:latin typeface="Arial"/>
                <a:ea typeface="+mn-ea"/>
                <a:cs typeface="+mn-cs"/>
              </a:rPr>
              <a:t>Select the line item</a:t>
            </a:r>
            <a:endParaRPr lang="cs-CZ" sz="1200">
              <a:solidFill>
                <a:srgbClr val="000000"/>
              </a:solidFill>
              <a:latin typeface="Arial"/>
            </a:endParaRPr>
          </a:p>
          <a:p>
            <a:pPr marL="228600" marR="0" lvl="0" indent="-228600" algn="l" defTabSz="914400" rtl="0" eaLnBrk="1" fontAlgn="auto" latinLnBrk="0" hangingPunct="1">
              <a:lnSpc>
                <a:spcPct val="100000"/>
              </a:lnSpc>
              <a:spcBef>
                <a:spcPts val="0"/>
              </a:spcBef>
              <a:spcAft>
                <a:spcPts val="0"/>
              </a:spcAft>
              <a:buClrTx/>
              <a:buSzTx/>
              <a:buFontTx/>
              <a:buAutoNum type="arabicPeriod"/>
              <a:tabLst/>
              <a:defRPr/>
            </a:pPr>
            <a:r>
              <a:rPr kumimoji="0" lang="cs-CZ" sz="1200" b="0" i="0" u="none" strike="noStrike" kern="1200" cap="none" spc="0" normalizeH="0" baseline="0" noProof="0">
                <a:ln>
                  <a:noFill/>
                </a:ln>
                <a:solidFill>
                  <a:srgbClr val="000000"/>
                </a:solidFill>
                <a:effectLst/>
                <a:uLnTx/>
                <a:uFillTx/>
                <a:latin typeface="Arial"/>
                <a:ea typeface="+mn-ea"/>
                <a:cs typeface="+mn-cs"/>
              </a:rPr>
              <a:t>C</a:t>
            </a:r>
            <a:r>
              <a:rPr kumimoji="0" lang="en-US" sz="1200" b="0" i="0" u="none" strike="noStrike" kern="1200" cap="none" spc="0" normalizeH="0" baseline="0" noProof="0">
                <a:ln>
                  <a:noFill/>
                </a:ln>
                <a:solidFill>
                  <a:srgbClr val="000000"/>
                </a:solidFill>
                <a:effectLst/>
                <a:uLnTx/>
                <a:uFillTx/>
                <a:latin typeface="Arial"/>
                <a:ea typeface="+mn-ea"/>
                <a:cs typeface="+mn-cs"/>
              </a:rPr>
              <a:t>lick on documents</a:t>
            </a:r>
            <a:r>
              <a:rPr kumimoji="0" lang="cs-CZ" sz="1200" b="0" i="0" u="none" strike="noStrike" kern="1200" cap="none" spc="0" normalizeH="0" baseline="0" noProof="0">
                <a:ln>
                  <a:noFill/>
                </a:ln>
                <a:solidFill>
                  <a:srgbClr val="000000"/>
                </a:solidFill>
                <a:effectLst/>
                <a:uLnTx/>
                <a:uFillTx/>
                <a:latin typeface="Arial"/>
                <a:ea typeface="+mn-ea"/>
                <a:cs typeface="+mn-cs"/>
              </a:rPr>
              <a:t> to upload </a:t>
            </a:r>
            <a:r>
              <a:rPr kumimoji="0" lang="cs-CZ" sz="1200" b="0" i="0" u="none" strike="noStrike" kern="1200" cap="none" spc="0" normalizeH="0" baseline="0" noProof="0" err="1">
                <a:ln>
                  <a:noFill/>
                </a:ln>
                <a:solidFill>
                  <a:srgbClr val="000000"/>
                </a:solidFill>
                <a:effectLst/>
                <a:uLnTx/>
                <a:uFillTx/>
                <a:latin typeface="Arial"/>
                <a:ea typeface="+mn-ea"/>
                <a:cs typeface="+mn-cs"/>
              </a:rPr>
              <a:t>the</a:t>
            </a:r>
            <a:r>
              <a:rPr kumimoji="0" lang="cs-CZ" sz="1200" b="0" i="0" u="none" strike="noStrike" kern="1200" cap="none" spc="0" normalizeH="0" baseline="0" noProof="0">
                <a:ln>
                  <a:noFill/>
                </a:ln>
                <a:solidFill>
                  <a:srgbClr val="000000"/>
                </a:solidFill>
                <a:effectLst/>
                <a:uLnTx/>
                <a:uFillTx/>
                <a:latin typeface="Arial"/>
                <a:ea typeface="+mn-ea"/>
                <a:cs typeface="+mn-cs"/>
              </a:rPr>
              <a:t> </a:t>
            </a:r>
            <a:r>
              <a:rPr kumimoji="0" lang="cs-CZ" sz="1200" b="0" i="0" u="none" strike="noStrike" kern="1200" cap="none" spc="0" normalizeH="0" baseline="0" noProof="0" err="1">
                <a:ln>
                  <a:noFill/>
                </a:ln>
                <a:solidFill>
                  <a:srgbClr val="000000"/>
                </a:solidFill>
                <a:effectLst/>
                <a:uLnTx/>
                <a:uFillTx/>
                <a:latin typeface="Arial"/>
                <a:ea typeface="+mn-ea"/>
                <a:cs typeface="+mn-cs"/>
              </a:rPr>
              <a:t>needed</a:t>
            </a:r>
            <a:r>
              <a:rPr kumimoji="0" lang="cs-CZ" sz="1200" b="0" i="0" u="none" strike="noStrike" kern="1200" cap="none" spc="0" normalizeH="0" baseline="0" noProof="0">
                <a:ln>
                  <a:noFill/>
                </a:ln>
                <a:solidFill>
                  <a:srgbClr val="000000"/>
                </a:solidFill>
                <a:effectLst/>
                <a:uLnTx/>
                <a:uFillTx/>
                <a:latin typeface="Arial"/>
                <a:ea typeface="+mn-ea"/>
                <a:cs typeface="+mn-cs"/>
              </a:rPr>
              <a:t> </a:t>
            </a:r>
            <a:r>
              <a:rPr kumimoji="0" lang="cs-CZ" sz="1200" b="0" i="0" u="none" strike="noStrike" kern="1200" cap="none" spc="0" normalizeH="0" baseline="0" noProof="0" err="1">
                <a:ln>
                  <a:noFill/>
                </a:ln>
                <a:solidFill>
                  <a:srgbClr val="000000"/>
                </a:solidFill>
                <a:effectLst/>
                <a:uLnTx/>
                <a:uFillTx/>
                <a:latin typeface="Arial"/>
                <a:ea typeface="+mn-ea"/>
                <a:cs typeface="+mn-cs"/>
              </a:rPr>
              <a:t>attachments</a:t>
            </a:r>
            <a:endParaRPr kumimoji="0" lang="en-US" sz="1200" b="0" i="0" u="none" strike="noStrike" kern="1200" cap="none" spc="0" normalizeH="0" baseline="0" noProof="0">
              <a:ln>
                <a:noFill/>
              </a:ln>
              <a:solidFill>
                <a:srgbClr val="000000"/>
              </a:solidFill>
              <a:effectLst/>
              <a:uLnTx/>
              <a:uFillTx/>
              <a:latin typeface="Arial"/>
              <a:ea typeface="+mn-ea"/>
              <a:cs typeface="+mn-cs"/>
            </a:endParaRPr>
          </a:p>
          <a:p>
            <a:pPr marL="457200" marR="0" lvl="1" indent="0" algn="l" defTabSz="914400" rtl="0" eaLnBrk="1" fontAlgn="auto" latinLnBrk="0" hangingPunct="1">
              <a:lnSpc>
                <a:spcPct val="100000"/>
              </a:lnSpc>
              <a:spcBef>
                <a:spcPts val="0"/>
              </a:spcBef>
              <a:spcAft>
                <a:spcPts val="0"/>
              </a:spcAft>
              <a:buClrTx/>
              <a:buSzTx/>
              <a:buFontTx/>
              <a:buNone/>
              <a:tabLst/>
              <a:defRPr/>
            </a:pPr>
            <a:endParaRPr kumimoji="0" lang="en-US" sz="1050" b="0" i="0" u="none" strike="noStrike" kern="1200" cap="none" spc="0" normalizeH="0" baseline="0" noProof="0">
              <a:ln>
                <a:noFill/>
              </a:ln>
              <a:solidFill>
                <a:srgbClr val="000000"/>
              </a:solidFill>
              <a:effectLst/>
              <a:uLnTx/>
              <a:uFillTx/>
              <a:latin typeface="Arial"/>
              <a:ea typeface="+mn-ea"/>
              <a:cs typeface="+mn-cs"/>
            </a:endParaRPr>
          </a:p>
        </p:txBody>
      </p:sp>
      <p:sp>
        <p:nvSpPr>
          <p:cNvPr id="8" name="Rechteck 5">
            <a:extLst>
              <a:ext uri="{FF2B5EF4-FFF2-40B4-BE49-F238E27FC236}">
                <a16:creationId xmlns:a16="http://schemas.microsoft.com/office/drawing/2014/main" id="{BA4A3BEC-F8B5-E6A2-077C-8A8AD31EAD66}"/>
              </a:ext>
            </a:extLst>
          </p:cNvPr>
          <p:cNvSpPr/>
          <p:nvPr/>
        </p:nvSpPr>
        <p:spPr>
          <a:xfrm>
            <a:off x="6819899" y="1136342"/>
            <a:ext cx="5293637" cy="818023"/>
          </a:xfrm>
          <a:prstGeom prst="rect">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000000"/>
                </a:solidFill>
                <a:effectLst/>
                <a:uLnTx/>
                <a:uFillTx/>
                <a:latin typeface="Arial"/>
                <a:ea typeface="+mn-ea"/>
                <a:cs typeface="+mn-cs"/>
              </a:rPr>
              <a:t>ME</a:t>
            </a:r>
            <a:r>
              <a:rPr kumimoji="0" lang="cs-CZ" sz="1200" b="1" i="0" u="none" strike="noStrike" kern="1200" cap="none" spc="0" normalizeH="0" baseline="0" noProof="0">
                <a:ln>
                  <a:noFill/>
                </a:ln>
                <a:solidFill>
                  <a:srgbClr val="000000"/>
                </a:solidFill>
                <a:effectLst/>
                <a:uLnTx/>
                <a:uFillTx/>
                <a:latin typeface="Arial"/>
                <a:ea typeface="+mn-ea"/>
                <a:cs typeface="+mn-cs"/>
              </a:rPr>
              <a:t>2</a:t>
            </a:r>
            <a:r>
              <a:rPr kumimoji="0" lang="en-US" sz="1200" b="1" i="0" u="none" strike="noStrike" kern="1200" cap="none" spc="0" normalizeH="0" baseline="0" noProof="0">
                <a:ln>
                  <a:noFill/>
                </a:ln>
                <a:solidFill>
                  <a:srgbClr val="000000"/>
                </a:solidFill>
                <a:effectLst/>
                <a:uLnTx/>
                <a:uFillTx/>
                <a:latin typeface="Arial"/>
                <a:ea typeface="+mn-ea"/>
                <a:cs typeface="+mn-cs"/>
              </a:rPr>
              <a:t>1N</a:t>
            </a:r>
            <a:r>
              <a:rPr kumimoji="0" lang="cs-CZ" sz="1200" b="1" i="0" u="none" strike="noStrike" kern="1200" cap="none" spc="0" normalizeH="0" baseline="0" noProof="0">
                <a:ln>
                  <a:noFill/>
                </a:ln>
                <a:solidFill>
                  <a:srgbClr val="000000"/>
                </a:solidFill>
                <a:effectLst/>
                <a:uLnTx/>
                <a:uFillTx/>
                <a:latin typeface="Arial"/>
                <a:ea typeface="+mn-ea"/>
                <a:cs typeface="+mn-cs"/>
              </a:rPr>
              <a:t> - </a:t>
            </a:r>
            <a:r>
              <a:rPr kumimoji="0" lang="en-US" sz="1200" b="1" i="0" u="none" strike="noStrike" kern="1200" cap="none" spc="0" normalizeH="0" baseline="0" noProof="0">
                <a:ln>
                  <a:noFill/>
                </a:ln>
                <a:solidFill>
                  <a:srgbClr val="000000"/>
                </a:solidFill>
                <a:effectLst/>
                <a:uLnTx/>
                <a:uFillTx/>
                <a:latin typeface="Arial"/>
                <a:ea typeface="+mn-ea"/>
                <a:cs typeface="+mn-cs"/>
              </a:rPr>
              <a:t>Create Purchase </a:t>
            </a:r>
            <a:r>
              <a:rPr kumimoji="0" lang="cs-CZ" sz="1200" b="1" i="0" u="none" strike="noStrike" kern="1200" cap="none" spc="0" normalizeH="0" baseline="0" noProof="0">
                <a:ln>
                  <a:noFill/>
                </a:ln>
                <a:solidFill>
                  <a:srgbClr val="000000"/>
                </a:solidFill>
                <a:effectLst/>
                <a:uLnTx/>
                <a:uFillTx/>
                <a:latin typeface="Arial"/>
                <a:ea typeface="+mn-ea"/>
                <a:cs typeface="+mn-cs"/>
              </a:rPr>
              <a:t>Order</a:t>
            </a:r>
            <a:endParaRPr kumimoji="0" lang="de-DE" sz="1200" b="1" i="0" u="none" strike="noStrike" kern="1200" cap="none" spc="0" normalizeH="0" baseline="0" noProof="0">
              <a:ln>
                <a:noFill/>
              </a:ln>
              <a:solidFill>
                <a:srgbClr val="000000"/>
              </a:solidFill>
              <a:effectLst/>
              <a:uLnTx/>
              <a:uFillTx/>
              <a:latin typeface="Arial"/>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200" b="1" i="0" u="none" strike="noStrike" kern="1200" cap="none" spc="0" normalizeH="0" baseline="0" noProof="0">
              <a:ln>
                <a:noFill/>
              </a:ln>
              <a:solidFill>
                <a:srgbClr val="000000"/>
              </a:solidFill>
              <a:effectLst/>
              <a:uLnTx/>
              <a:uFillTx/>
              <a:latin typeface="Arial"/>
              <a:ea typeface="+mn-ea"/>
              <a:cs typeface="+mn-cs"/>
            </a:endParaRPr>
          </a:p>
        </p:txBody>
      </p:sp>
      <p:sp>
        <p:nvSpPr>
          <p:cNvPr id="11" name="Textfeld 10">
            <a:extLst>
              <a:ext uri="{FF2B5EF4-FFF2-40B4-BE49-F238E27FC236}">
                <a16:creationId xmlns:a16="http://schemas.microsoft.com/office/drawing/2014/main" id="{BD1FA360-4121-2219-03AC-65D4771C03ED}"/>
              </a:ext>
            </a:extLst>
          </p:cNvPr>
          <p:cNvSpPr txBox="1"/>
          <p:nvPr/>
        </p:nvSpPr>
        <p:spPr>
          <a:xfrm>
            <a:off x="289024" y="284186"/>
            <a:ext cx="6097656" cy="40011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cs-CZ" sz="2000" b="1">
                <a:solidFill>
                  <a:srgbClr val="00646E"/>
                </a:solidFill>
                <a:latin typeface="Arial"/>
              </a:rPr>
              <a:t>7</a:t>
            </a:r>
            <a:r>
              <a:rPr kumimoji="0" lang="cs-CZ" sz="2000" b="1" i="0" u="none" strike="noStrike" kern="1200" cap="none" spc="0" normalizeH="0" baseline="0" noProof="0">
                <a:ln>
                  <a:noFill/>
                </a:ln>
                <a:solidFill>
                  <a:srgbClr val="00646E"/>
                </a:solidFill>
                <a:effectLst/>
                <a:uLnTx/>
                <a:uFillTx/>
                <a:latin typeface="Arial"/>
                <a:ea typeface="+mn-ea"/>
                <a:cs typeface="+mn-cs"/>
              </a:rPr>
              <a:t>.2 </a:t>
            </a:r>
            <a:r>
              <a:rPr kumimoji="0" lang="cs-CZ" sz="2000" b="1" i="0" u="none" strike="noStrike" kern="1200" cap="none" spc="0" normalizeH="0" baseline="0" noProof="0" err="1">
                <a:ln>
                  <a:noFill/>
                </a:ln>
                <a:solidFill>
                  <a:srgbClr val="00646E"/>
                </a:solidFill>
                <a:effectLst/>
                <a:uLnTx/>
                <a:uFillTx/>
                <a:latin typeface="Arial"/>
                <a:ea typeface="+mn-ea"/>
                <a:cs typeface="+mn-cs"/>
              </a:rPr>
              <a:t>Adding</a:t>
            </a:r>
            <a:r>
              <a:rPr kumimoji="0" lang="cs-CZ" sz="2000" b="1" i="0" u="none" strike="noStrike" kern="1200" cap="none" spc="0" normalizeH="0" baseline="0" noProof="0">
                <a:ln>
                  <a:noFill/>
                </a:ln>
                <a:solidFill>
                  <a:srgbClr val="00646E"/>
                </a:solidFill>
                <a:effectLst/>
                <a:uLnTx/>
                <a:uFillTx/>
                <a:latin typeface="Arial"/>
                <a:ea typeface="+mn-ea"/>
                <a:cs typeface="+mn-cs"/>
              </a:rPr>
              <a:t> </a:t>
            </a:r>
            <a:r>
              <a:rPr kumimoji="0" lang="cs-CZ" sz="2000" b="1" i="0" u="none" strike="noStrike" kern="1200" cap="none" spc="0" normalizeH="0" baseline="0" noProof="0" err="1">
                <a:ln>
                  <a:noFill/>
                </a:ln>
                <a:solidFill>
                  <a:srgbClr val="00646E"/>
                </a:solidFill>
                <a:effectLst/>
                <a:uLnTx/>
                <a:uFillTx/>
                <a:latin typeface="Arial"/>
                <a:ea typeface="+mn-ea"/>
                <a:cs typeface="+mn-cs"/>
              </a:rPr>
              <a:t>Attachment</a:t>
            </a:r>
            <a:r>
              <a:rPr kumimoji="0" lang="cs-CZ" sz="2000" b="1" i="0" u="none" strike="noStrike" kern="1200" cap="none" spc="0" normalizeH="0" baseline="0" noProof="0">
                <a:ln>
                  <a:noFill/>
                </a:ln>
                <a:solidFill>
                  <a:srgbClr val="00646E"/>
                </a:solidFill>
                <a:effectLst/>
                <a:uLnTx/>
                <a:uFillTx/>
                <a:latin typeface="Arial"/>
                <a:ea typeface="+mn-ea"/>
                <a:cs typeface="+mn-cs"/>
              </a:rPr>
              <a:t> to </a:t>
            </a:r>
            <a:r>
              <a:rPr kumimoji="0" lang="cs-CZ" sz="2000" b="1" i="0" u="none" strike="noStrike" kern="1200" cap="none" spc="0" normalizeH="0" baseline="0" noProof="0" err="1">
                <a:ln>
                  <a:noFill/>
                </a:ln>
                <a:solidFill>
                  <a:srgbClr val="00646E"/>
                </a:solidFill>
                <a:effectLst/>
                <a:uLnTx/>
                <a:uFillTx/>
                <a:latin typeface="Arial"/>
                <a:ea typeface="+mn-ea"/>
                <a:cs typeface="+mn-cs"/>
              </a:rPr>
              <a:t>Purchase</a:t>
            </a:r>
            <a:r>
              <a:rPr kumimoji="0" lang="cs-CZ" sz="2000" b="1" i="0" u="none" strike="noStrike" kern="1200" cap="none" spc="0" normalizeH="0" baseline="0" noProof="0">
                <a:ln>
                  <a:noFill/>
                </a:ln>
                <a:solidFill>
                  <a:srgbClr val="00646E"/>
                </a:solidFill>
                <a:effectLst/>
                <a:uLnTx/>
                <a:uFillTx/>
                <a:latin typeface="Arial"/>
                <a:ea typeface="+mn-ea"/>
                <a:cs typeface="+mn-cs"/>
              </a:rPr>
              <a:t> Order</a:t>
            </a:r>
            <a:endParaRPr kumimoji="0" lang="de-DE" sz="2000" b="1" i="0" u="none" strike="noStrike" kern="1200" cap="none" spc="0" normalizeH="0" baseline="0" noProof="0">
              <a:ln>
                <a:noFill/>
              </a:ln>
              <a:solidFill>
                <a:srgbClr val="00646E"/>
              </a:solidFill>
              <a:effectLst/>
              <a:uLnTx/>
              <a:uFillTx/>
              <a:latin typeface="Arial"/>
              <a:ea typeface="+mn-ea"/>
              <a:cs typeface="+mn-cs"/>
            </a:endParaRPr>
          </a:p>
        </p:txBody>
      </p:sp>
      <p:pic>
        <p:nvPicPr>
          <p:cNvPr id="2" name="Picture 15">
            <a:extLst>
              <a:ext uri="{FF2B5EF4-FFF2-40B4-BE49-F238E27FC236}">
                <a16:creationId xmlns:a16="http://schemas.microsoft.com/office/drawing/2014/main" id="{7C413814-2B58-5AB5-7C8B-27A9C7EE7AD8}"/>
              </a:ext>
            </a:extLst>
          </p:cNvPr>
          <p:cNvPicPr>
            <a:picLocks noChangeAspect="1"/>
          </p:cNvPicPr>
          <p:nvPr/>
        </p:nvPicPr>
        <p:blipFill>
          <a:blip r:embed="rId3"/>
          <a:stretch>
            <a:fillRect/>
          </a:stretch>
        </p:blipFill>
        <p:spPr>
          <a:xfrm>
            <a:off x="1410773" y="1136342"/>
            <a:ext cx="1259846" cy="1341654"/>
          </a:xfrm>
          <a:prstGeom prst="rect">
            <a:avLst/>
          </a:prstGeom>
          <a:ln>
            <a:solidFill>
              <a:srgbClr val="009999"/>
            </a:solidFill>
          </a:ln>
        </p:spPr>
      </p:pic>
      <p:pic>
        <p:nvPicPr>
          <p:cNvPr id="5" name="Grafik 4">
            <a:extLst>
              <a:ext uri="{FF2B5EF4-FFF2-40B4-BE49-F238E27FC236}">
                <a16:creationId xmlns:a16="http://schemas.microsoft.com/office/drawing/2014/main" id="{7FB23738-F209-614A-2E44-B9B07C0D228B}"/>
              </a:ext>
            </a:extLst>
          </p:cNvPr>
          <p:cNvPicPr>
            <a:picLocks noChangeAspect="1"/>
          </p:cNvPicPr>
          <p:nvPr/>
        </p:nvPicPr>
        <p:blipFill>
          <a:blip r:embed="rId4"/>
          <a:stretch>
            <a:fillRect/>
          </a:stretch>
        </p:blipFill>
        <p:spPr>
          <a:xfrm>
            <a:off x="333322" y="3113142"/>
            <a:ext cx="6279221" cy="2237072"/>
          </a:xfrm>
          <a:prstGeom prst="rect">
            <a:avLst/>
          </a:prstGeom>
        </p:spPr>
      </p:pic>
      <p:sp>
        <p:nvSpPr>
          <p:cNvPr id="10" name="Arrow: Curved Right 9">
            <a:extLst>
              <a:ext uri="{FF2B5EF4-FFF2-40B4-BE49-F238E27FC236}">
                <a16:creationId xmlns:a16="http://schemas.microsoft.com/office/drawing/2014/main" id="{1B6E1B75-0992-04BA-3B81-3E057F29FD65}"/>
              </a:ext>
            </a:extLst>
          </p:cNvPr>
          <p:cNvSpPr/>
          <p:nvPr/>
        </p:nvSpPr>
        <p:spPr>
          <a:xfrm>
            <a:off x="245866" y="2090552"/>
            <a:ext cx="1061229" cy="1120812"/>
          </a:xfrm>
          <a:prstGeom prst="curvedRightArrow">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srgbClr val="000000"/>
              </a:solidFill>
              <a:effectLst/>
              <a:uLnTx/>
              <a:uFillTx/>
              <a:latin typeface="Arial"/>
              <a:ea typeface="+mn-ea"/>
              <a:cs typeface="+mn-cs"/>
            </a:endParaRPr>
          </a:p>
        </p:txBody>
      </p:sp>
    </p:spTree>
    <p:extLst>
      <p:ext uri="{BB962C8B-B14F-4D97-AF65-F5344CB8AC3E}">
        <p14:creationId xmlns:p14="http://schemas.microsoft.com/office/powerpoint/2010/main" val="2761289395"/>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329A76-7BF1-05F9-721C-9660BB15519F}"/>
            </a:ext>
          </a:extLst>
        </p:cNvPr>
        <p:cNvGrpSpPr/>
        <p:nvPr/>
      </p:nvGrpSpPr>
      <p:grpSpPr>
        <a:xfrm>
          <a:off x="0" y="0"/>
          <a:ext cx="0" cy="0"/>
          <a:chOff x="0" y="0"/>
          <a:chExt cx="0" cy="0"/>
        </a:xfrm>
      </p:grpSpPr>
      <p:sp>
        <p:nvSpPr>
          <p:cNvPr id="6" name="Rechteck 5">
            <a:extLst>
              <a:ext uri="{FF2B5EF4-FFF2-40B4-BE49-F238E27FC236}">
                <a16:creationId xmlns:a16="http://schemas.microsoft.com/office/drawing/2014/main" id="{FF146BB4-B9B2-95A4-B6D2-AD41FAE17AB1}"/>
              </a:ext>
            </a:extLst>
          </p:cNvPr>
          <p:cNvSpPr/>
          <p:nvPr/>
        </p:nvSpPr>
        <p:spPr>
          <a:xfrm>
            <a:off x="6819899" y="1937442"/>
            <a:ext cx="5293637" cy="4623156"/>
          </a:xfrm>
          <a:prstGeom prst="rect">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1200" b="0" i="0" u="none" strike="noStrike" kern="1200" cap="none" spc="0" normalizeH="0" baseline="0" noProof="0">
                <a:ln>
                  <a:noFill/>
                </a:ln>
                <a:solidFill>
                  <a:srgbClr val="000000"/>
                </a:solidFill>
                <a:effectLst/>
                <a:uLnTx/>
                <a:uFillTx/>
                <a:latin typeface="Arial"/>
                <a:ea typeface="+mn-ea"/>
                <a:cs typeface="+mn-cs"/>
              </a:rPr>
              <a:t>A </a:t>
            </a:r>
            <a:r>
              <a:rPr kumimoji="0" lang="de-DE" sz="1200" b="0" i="0" u="none" strike="noStrike" kern="1200" cap="none" spc="0" normalizeH="0" baseline="0" noProof="0" err="1">
                <a:ln>
                  <a:noFill/>
                </a:ln>
                <a:solidFill>
                  <a:srgbClr val="000000"/>
                </a:solidFill>
                <a:effectLst/>
                <a:uLnTx/>
                <a:uFillTx/>
                <a:latin typeface="Arial"/>
                <a:ea typeface="+mn-ea"/>
                <a:cs typeface="+mn-cs"/>
              </a:rPr>
              <a:t>new</a:t>
            </a:r>
            <a:r>
              <a:rPr kumimoji="0" lang="de-DE" sz="1200" b="0" i="0" u="none" strike="noStrike" kern="1200" cap="none" spc="0" normalizeH="0" baseline="0" noProof="0">
                <a:ln>
                  <a:noFill/>
                </a:ln>
                <a:solidFill>
                  <a:srgbClr val="000000"/>
                </a:solidFill>
                <a:effectLst/>
                <a:uLnTx/>
                <a:uFillTx/>
                <a:latin typeface="Arial"/>
                <a:ea typeface="+mn-ea"/>
                <a:cs typeface="+mn-cs"/>
              </a:rPr>
              <a:t> Tab will </a:t>
            </a:r>
            <a:r>
              <a:rPr kumimoji="0" lang="de-DE" sz="1200" b="0" i="0" u="none" strike="noStrike" kern="1200" cap="none" spc="0" normalizeH="0" baseline="0" noProof="0" err="1">
                <a:ln>
                  <a:noFill/>
                </a:ln>
                <a:solidFill>
                  <a:srgbClr val="000000"/>
                </a:solidFill>
                <a:effectLst/>
                <a:uLnTx/>
                <a:uFillTx/>
                <a:latin typeface="Arial"/>
                <a:ea typeface="+mn-ea"/>
                <a:cs typeface="+mn-cs"/>
              </a:rPr>
              <a:t>be</a:t>
            </a:r>
            <a:r>
              <a:rPr kumimoji="0" lang="de-DE" sz="1200" b="0" i="0" u="none" strike="noStrike" kern="1200" cap="none" spc="0" normalizeH="0" baseline="0" noProof="0">
                <a:ln>
                  <a:noFill/>
                </a:ln>
                <a:solidFill>
                  <a:srgbClr val="000000"/>
                </a:solidFill>
                <a:effectLst/>
                <a:uLnTx/>
                <a:uFillTx/>
                <a:latin typeface="Arial"/>
                <a:ea typeface="+mn-ea"/>
                <a:cs typeface="+mn-cs"/>
              </a:rPr>
              <a:t> </a:t>
            </a:r>
            <a:r>
              <a:rPr kumimoji="0" lang="de-DE" sz="1200" b="0" i="0" u="none" strike="noStrike" kern="1200" cap="none" spc="0" normalizeH="0" baseline="0" noProof="0" err="1">
                <a:ln>
                  <a:noFill/>
                </a:ln>
                <a:solidFill>
                  <a:srgbClr val="000000"/>
                </a:solidFill>
                <a:effectLst/>
                <a:uLnTx/>
                <a:uFillTx/>
                <a:latin typeface="Arial"/>
                <a:ea typeface="+mn-ea"/>
                <a:cs typeface="+mn-cs"/>
              </a:rPr>
              <a:t>opened</a:t>
            </a:r>
            <a:r>
              <a:rPr kumimoji="0" lang="de-DE" sz="1200" b="0" i="0" u="none" strike="noStrike" kern="1200" cap="none" spc="0" normalizeH="0" baseline="0" noProof="0">
                <a:ln>
                  <a:noFill/>
                </a:ln>
                <a:solidFill>
                  <a:srgbClr val="000000"/>
                </a:solidFill>
                <a:effectLst/>
                <a:uLnTx/>
                <a:uFillTx/>
                <a:latin typeface="Arial"/>
                <a:ea typeface="+mn-ea"/>
                <a:cs typeface="+mn-cs"/>
              </a:rPr>
              <a:t> </a:t>
            </a:r>
            <a:r>
              <a:rPr kumimoji="0" lang="de-DE" sz="1200" b="0" i="0" u="none" strike="noStrike" kern="1200" cap="none" spc="0" normalizeH="0" baseline="0" noProof="0" err="1">
                <a:ln>
                  <a:noFill/>
                </a:ln>
                <a:solidFill>
                  <a:srgbClr val="000000"/>
                </a:solidFill>
                <a:effectLst/>
                <a:uLnTx/>
                <a:uFillTx/>
                <a:latin typeface="Arial"/>
                <a:ea typeface="+mn-ea"/>
                <a:cs typeface="+mn-cs"/>
              </a:rPr>
              <a:t>Purchase</a:t>
            </a:r>
            <a:r>
              <a:rPr kumimoji="0" lang="de-DE" sz="1200" b="0" i="0" u="none" strike="noStrike" kern="1200" cap="none" spc="0" normalizeH="0" baseline="0" noProof="0">
                <a:ln>
                  <a:noFill/>
                </a:ln>
                <a:solidFill>
                  <a:srgbClr val="000000"/>
                </a:solidFill>
                <a:effectLst/>
                <a:uLnTx/>
                <a:uFillTx/>
                <a:latin typeface="Arial"/>
                <a:ea typeface="+mn-ea"/>
                <a:cs typeface="+mn-cs"/>
              </a:rPr>
              <a:t> </a:t>
            </a:r>
            <a:r>
              <a:rPr kumimoji="0" lang="cs-CZ" sz="1200" b="0" i="0" u="none" strike="noStrike" kern="1200" cap="none" spc="0" normalizeH="0" baseline="0" noProof="0">
                <a:ln>
                  <a:noFill/>
                </a:ln>
                <a:solidFill>
                  <a:srgbClr val="000000"/>
                </a:solidFill>
                <a:effectLst/>
                <a:uLnTx/>
                <a:uFillTx/>
                <a:latin typeface="Arial"/>
                <a:ea typeface="+mn-ea"/>
                <a:cs typeface="+mn-cs"/>
              </a:rPr>
              <a:t>Order</a:t>
            </a:r>
            <a:r>
              <a:rPr kumimoji="0" lang="de-DE" sz="1200" b="0" i="0" u="none" strike="noStrike" kern="1200" cap="none" spc="0" normalizeH="0" baseline="0" noProof="0">
                <a:ln>
                  <a:noFill/>
                </a:ln>
                <a:solidFill>
                  <a:srgbClr val="000000"/>
                </a:solidFill>
                <a:effectLst/>
                <a:uLnTx/>
                <a:uFillTx/>
                <a:latin typeface="Arial"/>
                <a:ea typeface="+mn-ea"/>
                <a:cs typeface="+mn-cs"/>
              </a:rPr>
              <a:t> Item – Link </a:t>
            </a:r>
            <a:r>
              <a:rPr kumimoji="0" lang="de-DE" sz="1200" b="0" i="0" u="none" strike="noStrike" kern="1200" cap="none" spc="0" normalizeH="0" baseline="0" noProof="0" err="1">
                <a:ln>
                  <a:noFill/>
                </a:ln>
                <a:solidFill>
                  <a:srgbClr val="000000"/>
                </a:solidFill>
                <a:effectLst/>
                <a:uLnTx/>
                <a:uFillTx/>
                <a:latin typeface="Arial"/>
                <a:ea typeface="+mn-ea"/>
                <a:cs typeface="+mn-cs"/>
              </a:rPr>
              <a:t>to</a:t>
            </a:r>
            <a:r>
              <a:rPr kumimoji="0" lang="de-DE" sz="1200" b="0" i="0" u="none" strike="noStrike" kern="1200" cap="none" spc="0" normalizeH="0" baseline="0" noProof="0">
                <a:ln>
                  <a:noFill/>
                </a:ln>
                <a:solidFill>
                  <a:srgbClr val="000000"/>
                </a:solidFill>
                <a:effectLst/>
                <a:uLnTx/>
                <a:uFillTx/>
                <a:latin typeface="Arial"/>
                <a:ea typeface="+mn-ea"/>
                <a:cs typeface="+mn-cs"/>
              </a:rPr>
              <a:t> </a:t>
            </a:r>
            <a:r>
              <a:rPr kumimoji="0" lang="de-DE" sz="1200" b="0" i="0" u="none" strike="noStrike" kern="1200" cap="none" spc="0" normalizeH="0" baseline="0" noProof="0" err="1">
                <a:ln>
                  <a:noFill/>
                </a:ln>
                <a:solidFill>
                  <a:srgbClr val="000000"/>
                </a:solidFill>
                <a:effectLst/>
                <a:uLnTx/>
                <a:uFillTx/>
                <a:latin typeface="Arial"/>
                <a:ea typeface="+mn-ea"/>
                <a:cs typeface="+mn-cs"/>
              </a:rPr>
              <a:t>Document</a:t>
            </a:r>
            <a:endParaRPr kumimoji="0" lang="de-DE" sz="1200" b="0" i="0" u="none" strike="noStrike" kern="1200" cap="none" spc="0" normalizeH="0" baseline="0" noProof="0">
              <a:ln>
                <a:noFill/>
              </a:ln>
              <a:solidFill>
                <a:srgbClr val="000000"/>
              </a:solidFill>
              <a:effectLst/>
              <a:uLnTx/>
              <a:uFillTx/>
              <a:latin typeface="Arial"/>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200" b="0" i="0" u="none" strike="noStrike" kern="1200" cap="none" spc="0" normalizeH="0" baseline="0" noProof="0">
              <a:ln>
                <a:noFill/>
              </a:ln>
              <a:solidFill>
                <a:srgbClr val="000000"/>
              </a:solidFill>
              <a:effectLst/>
              <a:uLnTx/>
              <a:uFillTx/>
              <a:latin typeface="Arial"/>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200" b="0" i="0" u="none" strike="noStrike" kern="1200" cap="none" spc="0" normalizeH="0" baseline="0" noProof="0">
              <a:ln>
                <a:noFill/>
              </a:ln>
              <a:solidFill>
                <a:srgbClr val="000000"/>
              </a:solidFill>
              <a:effectLst/>
              <a:uLnTx/>
              <a:uFillTx/>
              <a:latin typeface="Arial"/>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000000"/>
                </a:solidFill>
                <a:effectLst/>
                <a:uLnTx/>
                <a:uFillTx/>
                <a:latin typeface="Arial"/>
                <a:ea typeface="+mn-ea"/>
                <a:cs typeface="+mn-cs"/>
              </a:rPr>
              <a:t>Click on the document search </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rgbClr val="000000"/>
              </a:solidFill>
              <a:effectLst/>
              <a:uLnTx/>
              <a:uFillTx/>
              <a:latin typeface="Arial"/>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rgbClr val="000000"/>
              </a:solidFill>
              <a:effectLst/>
              <a:uLnTx/>
              <a:uFillTx/>
              <a:latin typeface="Arial"/>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000000"/>
                </a:solidFill>
                <a:effectLst/>
                <a:uLnTx/>
                <a:uFillTx/>
                <a:latin typeface="Arial"/>
                <a:ea typeface="+mn-ea"/>
                <a:cs typeface="+mn-cs"/>
              </a:rPr>
              <a:t>A new tab Restrict Value Range (1) will be opened</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rgbClr val="000000"/>
              </a:solidFill>
              <a:effectLst/>
              <a:uLnTx/>
              <a:uFillTx/>
              <a:latin typeface="Arial"/>
              <a:ea typeface="+mn-ea"/>
              <a:cs typeface="+mn-cs"/>
            </a:endParaRPr>
          </a:p>
          <a:p>
            <a:pPr marL="228600" marR="0" lvl="0" indent="-228600" algn="l" defTabSz="914400" rtl="0" eaLnBrk="1" fontAlgn="auto" latinLnBrk="0" hangingPunct="1">
              <a:lnSpc>
                <a:spcPct val="100000"/>
              </a:lnSpc>
              <a:spcBef>
                <a:spcPts val="0"/>
              </a:spcBef>
              <a:spcAft>
                <a:spcPts val="0"/>
              </a:spcAft>
              <a:buClrTx/>
              <a:buSzTx/>
              <a:buFontTx/>
              <a:buAutoNum type="arabicPeriod"/>
              <a:tabLst/>
              <a:defRPr/>
            </a:pPr>
            <a:r>
              <a:rPr kumimoji="0" lang="en-US" sz="1200" b="0" i="0" u="none" strike="noStrike" kern="1200" cap="none" spc="0" normalizeH="0" baseline="0" noProof="0">
                <a:ln>
                  <a:noFill/>
                </a:ln>
                <a:solidFill>
                  <a:srgbClr val="000000"/>
                </a:solidFill>
                <a:effectLst/>
                <a:uLnTx/>
                <a:uFillTx/>
                <a:latin typeface="Arial"/>
                <a:ea typeface="+mn-ea"/>
                <a:cs typeface="+mn-cs"/>
              </a:rPr>
              <a:t>Provide the Document Type and Document number (Which was created earlier)</a:t>
            </a:r>
          </a:p>
          <a:p>
            <a:pPr marL="228600" marR="0" lvl="0" indent="-228600" algn="l" defTabSz="914400" rtl="0" eaLnBrk="1" fontAlgn="auto" latinLnBrk="0" hangingPunct="1">
              <a:lnSpc>
                <a:spcPct val="100000"/>
              </a:lnSpc>
              <a:spcBef>
                <a:spcPts val="0"/>
              </a:spcBef>
              <a:spcAft>
                <a:spcPts val="0"/>
              </a:spcAft>
              <a:buClrTx/>
              <a:buSzTx/>
              <a:buFontTx/>
              <a:buAutoNum type="arabicPeriod"/>
              <a:tabLst/>
              <a:defRPr/>
            </a:pPr>
            <a:r>
              <a:rPr kumimoji="0" lang="en-US" sz="1200" b="0" i="0" u="none" strike="noStrike" kern="1200" cap="none" spc="0" normalizeH="0" baseline="0" noProof="0">
                <a:ln>
                  <a:noFill/>
                </a:ln>
                <a:solidFill>
                  <a:srgbClr val="000000"/>
                </a:solidFill>
                <a:effectLst/>
                <a:uLnTx/>
                <a:uFillTx/>
                <a:latin typeface="Arial"/>
                <a:ea typeface="+mn-ea"/>
                <a:cs typeface="+mn-cs"/>
              </a:rPr>
              <a:t>Click on Go and the Item will be appeared in Items section </a:t>
            </a:r>
          </a:p>
          <a:p>
            <a:pPr marL="228600" marR="0" lvl="0" indent="-228600" algn="l" defTabSz="914400" rtl="0" eaLnBrk="1" fontAlgn="auto" latinLnBrk="0" hangingPunct="1">
              <a:lnSpc>
                <a:spcPct val="100000"/>
              </a:lnSpc>
              <a:spcBef>
                <a:spcPts val="0"/>
              </a:spcBef>
              <a:spcAft>
                <a:spcPts val="0"/>
              </a:spcAft>
              <a:buClrTx/>
              <a:buSzTx/>
              <a:buFontTx/>
              <a:buAutoNum type="arabicPeriod"/>
              <a:tabLst/>
              <a:defRPr/>
            </a:pPr>
            <a:r>
              <a:rPr kumimoji="0" lang="en-US" sz="1200" b="0" i="0" u="none" strike="noStrike" kern="1200" cap="none" spc="0" normalizeH="0" baseline="0" noProof="0">
                <a:ln>
                  <a:noFill/>
                </a:ln>
                <a:solidFill>
                  <a:srgbClr val="000000"/>
                </a:solidFill>
                <a:effectLst/>
                <a:uLnTx/>
                <a:uFillTx/>
                <a:latin typeface="Arial"/>
                <a:ea typeface="+mn-ea"/>
                <a:cs typeface="+mn-cs"/>
              </a:rPr>
              <a:t>Click on OK to add the document into the PR line item.</a:t>
            </a:r>
          </a:p>
          <a:p>
            <a:pPr marL="457200" marR="0" lvl="1" indent="0" algn="l" defTabSz="914400" rtl="0" eaLnBrk="1" fontAlgn="auto" latinLnBrk="0" hangingPunct="1">
              <a:lnSpc>
                <a:spcPct val="100000"/>
              </a:lnSpc>
              <a:spcBef>
                <a:spcPts val="0"/>
              </a:spcBef>
              <a:spcAft>
                <a:spcPts val="0"/>
              </a:spcAft>
              <a:buClrTx/>
              <a:buSzTx/>
              <a:buFontTx/>
              <a:buNone/>
              <a:tabLst/>
              <a:defRPr/>
            </a:pPr>
            <a:endParaRPr kumimoji="0" lang="en-US" sz="1050" b="0" i="0" u="none" strike="noStrike" kern="1200" cap="none" spc="0" normalizeH="0" baseline="0" noProof="0">
              <a:ln>
                <a:noFill/>
              </a:ln>
              <a:solidFill>
                <a:srgbClr val="000000"/>
              </a:solidFill>
              <a:effectLst/>
              <a:uLnTx/>
              <a:uFillTx/>
              <a:latin typeface="Arial"/>
              <a:ea typeface="+mn-ea"/>
              <a:cs typeface="+mn-cs"/>
            </a:endParaRPr>
          </a:p>
        </p:txBody>
      </p:sp>
      <p:sp>
        <p:nvSpPr>
          <p:cNvPr id="8" name="Rechteck 5">
            <a:extLst>
              <a:ext uri="{FF2B5EF4-FFF2-40B4-BE49-F238E27FC236}">
                <a16:creationId xmlns:a16="http://schemas.microsoft.com/office/drawing/2014/main" id="{F55839DA-69FE-9AE5-7CFB-180D55554CE6}"/>
              </a:ext>
            </a:extLst>
          </p:cNvPr>
          <p:cNvSpPr/>
          <p:nvPr/>
        </p:nvSpPr>
        <p:spPr>
          <a:xfrm>
            <a:off x="6819899" y="1136342"/>
            <a:ext cx="5293637" cy="818023"/>
          </a:xfrm>
          <a:prstGeom prst="rect">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000000"/>
                </a:solidFill>
                <a:effectLst/>
                <a:uLnTx/>
                <a:uFillTx/>
                <a:latin typeface="Arial"/>
                <a:ea typeface="+mn-ea"/>
                <a:cs typeface="+mn-cs"/>
              </a:rPr>
              <a:t>ME</a:t>
            </a:r>
            <a:r>
              <a:rPr kumimoji="0" lang="cs-CZ" sz="1200" b="1" i="0" u="none" strike="noStrike" kern="1200" cap="none" spc="0" normalizeH="0" baseline="0" noProof="0">
                <a:ln>
                  <a:noFill/>
                </a:ln>
                <a:solidFill>
                  <a:srgbClr val="000000"/>
                </a:solidFill>
                <a:effectLst/>
                <a:uLnTx/>
                <a:uFillTx/>
                <a:latin typeface="Arial"/>
                <a:ea typeface="+mn-ea"/>
                <a:cs typeface="+mn-cs"/>
              </a:rPr>
              <a:t>2</a:t>
            </a:r>
            <a:r>
              <a:rPr kumimoji="0" lang="en-US" sz="1200" b="1" i="0" u="none" strike="noStrike" kern="1200" cap="none" spc="0" normalizeH="0" baseline="0" noProof="0">
                <a:ln>
                  <a:noFill/>
                </a:ln>
                <a:solidFill>
                  <a:srgbClr val="000000"/>
                </a:solidFill>
                <a:effectLst/>
                <a:uLnTx/>
                <a:uFillTx/>
                <a:latin typeface="Arial"/>
                <a:ea typeface="+mn-ea"/>
                <a:cs typeface="+mn-cs"/>
              </a:rPr>
              <a:t>1N</a:t>
            </a:r>
            <a:r>
              <a:rPr kumimoji="0" lang="cs-CZ" sz="1200" b="1" i="0" u="none" strike="noStrike" kern="1200" cap="none" spc="0" normalizeH="0" baseline="0" noProof="0">
                <a:ln>
                  <a:noFill/>
                </a:ln>
                <a:solidFill>
                  <a:srgbClr val="000000"/>
                </a:solidFill>
                <a:effectLst/>
                <a:uLnTx/>
                <a:uFillTx/>
                <a:latin typeface="Arial"/>
                <a:ea typeface="+mn-ea"/>
                <a:cs typeface="+mn-cs"/>
              </a:rPr>
              <a:t> - </a:t>
            </a:r>
            <a:r>
              <a:rPr kumimoji="0" lang="en-US" sz="1200" b="1" i="0" u="none" strike="noStrike" kern="1200" cap="none" spc="0" normalizeH="0" baseline="0" noProof="0">
                <a:ln>
                  <a:noFill/>
                </a:ln>
                <a:solidFill>
                  <a:srgbClr val="000000"/>
                </a:solidFill>
                <a:effectLst/>
                <a:uLnTx/>
                <a:uFillTx/>
                <a:latin typeface="Arial"/>
                <a:ea typeface="+mn-ea"/>
                <a:cs typeface="+mn-cs"/>
              </a:rPr>
              <a:t>Create Purchase </a:t>
            </a:r>
            <a:r>
              <a:rPr kumimoji="0" lang="cs-CZ" sz="1200" b="1" i="0" u="none" strike="noStrike" kern="1200" cap="none" spc="0" normalizeH="0" baseline="0" noProof="0">
                <a:ln>
                  <a:noFill/>
                </a:ln>
                <a:solidFill>
                  <a:srgbClr val="000000"/>
                </a:solidFill>
                <a:effectLst/>
                <a:uLnTx/>
                <a:uFillTx/>
                <a:latin typeface="Arial"/>
                <a:ea typeface="+mn-ea"/>
                <a:cs typeface="+mn-cs"/>
              </a:rPr>
              <a:t>Order</a:t>
            </a:r>
            <a:endParaRPr kumimoji="0" lang="de-DE" sz="1200" b="1" i="0" u="none" strike="noStrike" kern="1200" cap="none" spc="0" normalizeH="0" baseline="0" noProof="0">
              <a:ln>
                <a:noFill/>
              </a:ln>
              <a:solidFill>
                <a:srgbClr val="000000"/>
              </a:solidFill>
              <a:effectLst/>
              <a:uLnTx/>
              <a:uFillTx/>
              <a:latin typeface="Arial"/>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200" b="1" i="0" u="none" strike="noStrike" kern="1200" cap="none" spc="0" normalizeH="0" baseline="0" noProof="0">
              <a:ln>
                <a:noFill/>
              </a:ln>
              <a:solidFill>
                <a:srgbClr val="000000"/>
              </a:solidFill>
              <a:effectLst/>
              <a:uLnTx/>
              <a:uFillTx/>
              <a:latin typeface="Arial"/>
              <a:ea typeface="+mn-ea"/>
              <a:cs typeface="+mn-cs"/>
            </a:endParaRPr>
          </a:p>
        </p:txBody>
      </p:sp>
      <p:sp>
        <p:nvSpPr>
          <p:cNvPr id="10" name="Arrow: Curved Right 9">
            <a:extLst>
              <a:ext uri="{FF2B5EF4-FFF2-40B4-BE49-F238E27FC236}">
                <a16:creationId xmlns:a16="http://schemas.microsoft.com/office/drawing/2014/main" id="{E13E092E-A94F-143C-CC2E-DD15BE13CF48}"/>
              </a:ext>
            </a:extLst>
          </p:cNvPr>
          <p:cNvSpPr/>
          <p:nvPr/>
        </p:nvSpPr>
        <p:spPr>
          <a:xfrm>
            <a:off x="289024" y="3204001"/>
            <a:ext cx="1061229" cy="1120812"/>
          </a:xfrm>
          <a:prstGeom prst="curvedRightArrow">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srgbClr val="000000"/>
              </a:solidFill>
              <a:effectLst/>
              <a:uLnTx/>
              <a:uFillTx/>
              <a:latin typeface="Arial"/>
              <a:ea typeface="+mn-ea"/>
              <a:cs typeface="+mn-cs"/>
            </a:endParaRPr>
          </a:p>
        </p:txBody>
      </p:sp>
      <p:sp>
        <p:nvSpPr>
          <p:cNvPr id="11" name="Textfeld 10">
            <a:extLst>
              <a:ext uri="{FF2B5EF4-FFF2-40B4-BE49-F238E27FC236}">
                <a16:creationId xmlns:a16="http://schemas.microsoft.com/office/drawing/2014/main" id="{6EE2A447-C45D-344B-390C-457F4CBF3CE4}"/>
              </a:ext>
            </a:extLst>
          </p:cNvPr>
          <p:cNvSpPr txBox="1"/>
          <p:nvPr/>
        </p:nvSpPr>
        <p:spPr>
          <a:xfrm>
            <a:off x="289024" y="284186"/>
            <a:ext cx="6097656" cy="40011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cs-CZ" sz="2000" b="1">
                <a:solidFill>
                  <a:srgbClr val="00646E"/>
                </a:solidFill>
                <a:latin typeface="Arial"/>
              </a:rPr>
              <a:t>7</a:t>
            </a:r>
            <a:r>
              <a:rPr kumimoji="0" lang="cs-CZ" sz="2000" b="1" i="0" u="none" strike="noStrike" kern="1200" cap="none" spc="0" normalizeH="0" baseline="0" noProof="0">
                <a:ln>
                  <a:noFill/>
                </a:ln>
                <a:solidFill>
                  <a:srgbClr val="00646E"/>
                </a:solidFill>
                <a:effectLst/>
                <a:uLnTx/>
                <a:uFillTx/>
                <a:latin typeface="Arial"/>
                <a:ea typeface="+mn-ea"/>
                <a:cs typeface="+mn-cs"/>
              </a:rPr>
              <a:t>.2 </a:t>
            </a:r>
            <a:r>
              <a:rPr kumimoji="0" lang="cs-CZ" sz="2000" b="1" i="0" u="none" strike="noStrike" kern="1200" cap="none" spc="0" normalizeH="0" baseline="0" noProof="0" err="1">
                <a:ln>
                  <a:noFill/>
                </a:ln>
                <a:solidFill>
                  <a:srgbClr val="00646E"/>
                </a:solidFill>
                <a:effectLst/>
                <a:uLnTx/>
                <a:uFillTx/>
                <a:latin typeface="Arial"/>
                <a:ea typeface="+mn-ea"/>
                <a:cs typeface="+mn-cs"/>
              </a:rPr>
              <a:t>Adding</a:t>
            </a:r>
            <a:r>
              <a:rPr kumimoji="0" lang="cs-CZ" sz="2000" b="1" i="0" u="none" strike="noStrike" kern="1200" cap="none" spc="0" normalizeH="0" baseline="0" noProof="0">
                <a:ln>
                  <a:noFill/>
                </a:ln>
                <a:solidFill>
                  <a:srgbClr val="00646E"/>
                </a:solidFill>
                <a:effectLst/>
                <a:uLnTx/>
                <a:uFillTx/>
                <a:latin typeface="Arial"/>
                <a:ea typeface="+mn-ea"/>
                <a:cs typeface="+mn-cs"/>
              </a:rPr>
              <a:t> </a:t>
            </a:r>
            <a:r>
              <a:rPr kumimoji="0" lang="cs-CZ" sz="2000" b="1" i="0" u="none" strike="noStrike" kern="1200" cap="none" spc="0" normalizeH="0" baseline="0" noProof="0" err="1">
                <a:ln>
                  <a:noFill/>
                </a:ln>
                <a:solidFill>
                  <a:srgbClr val="00646E"/>
                </a:solidFill>
                <a:effectLst/>
                <a:uLnTx/>
                <a:uFillTx/>
                <a:latin typeface="Arial"/>
                <a:ea typeface="+mn-ea"/>
                <a:cs typeface="+mn-cs"/>
              </a:rPr>
              <a:t>Attachment</a:t>
            </a:r>
            <a:r>
              <a:rPr kumimoji="0" lang="cs-CZ" sz="2000" b="1" i="0" u="none" strike="noStrike" kern="1200" cap="none" spc="0" normalizeH="0" baseline="0" noProof="0">
                <a:ln>
                  <a:noFill/>
                </a:ln>
                <a:solidFill>
                  <a:srgbClr val="00646E"/>
                </a:solidFill>
                <a:effectLst/>
                <a:uLnTx/>
                <a:uFillTx/>
                <a:latin typeface="Arial"/>
                <a:ea typeface="+mn-ea"/>
                <a:cs typeface="+mn-cs"/>
              </a:rPr>
              <a:t> to </a:t>
            </a:r>
            <a:r>
              <a:rPr kumimoji="0" lang="cs-CZ" sz="2000" b="1" i="0" u="none" strike="noStrike" kern="1200" cap="none" spc="0" normalizeH="0" baseline="0" noProof="0" err="1">
                <a:ln>
                  <a:noFill/>
                </a:ln>
                <a:solidFill>
                  <a:srgbClr val="00646E"/>
                </a:solidFill>
                <a:effectLst/>
                <a:uLnTx/>
                <a:uFillTx/>
                <a:latin typeface="Arial"/>
                <a:ea typeface="+mn-ea"/>
                <a:cs typeface="+mn-cs"/>
              </a:rPr>
              <a:t>Purchase</a:t>
            </a:r>
            <a:r>
              <a:rPr kumimoji="0" lang="cs-CZ" sz="2000" b="1" i="0" u="none" strike="noStrike" kern="1200" cap="none" spc="0" normalizeH="0" baseline="0" noProof="0">
                <a:ln>
                  <a:noFill/>
                </a:ln>
                <a:solidFill>
                  <a:srgbClr val="00646E"/>
                </a:solidFill>
                <a:effectLst/>
                <a:uLnTx/>
                <a:uFillTx/>
                <a:latin typeface="Arial"/>
                <a:ea typeface="+mn-ea"/>
                <a:cs typeface="+mn-cs"/>
              </a:rPr>
              <a:t> Order</a:t>
            </a:r>
            <a:endParaRPr kumimoji="0" lang="de-DE" sz="2000" b="1" i="0" u="none" strike="noStrike" kern="1200" cap="none" spc="0" normalizeH="0" baseline="0" noProof="0">
              <a:ln>
                <a:noFill/>
              </a:ln>
              <a:solidFill>
                <a:srgbClr val="00646E"/>
              </a:solidFill>
              <a:effectLst/>
              <a:uLnTx/>
              <a:uFillTx/>
              <a:latin typeface="Arial"/>
              <a:ea typeface="+mn-ea"/>
              <a:cs typeface="+mn-cs"/>
            </a:endParaRPr>
          </a:p>
        </p:txBody>
      </p:sp>
      <p:pic>
        <p:nvPicPr>
          <p:cNvPr id="4" name="Picture 3">
            <a:extLst>
              <a:ext uri="{FF2B5EF4-FFF2-40B4-BE49-F238E27FC236}">
                <a16:creationId xmlns:a16="http://schemas.microsoft.com/office/drawing/2014/main" id="{0561F40D-0E53-9704-9480-93EF9A2F9F42}"/>
              </a:ext>
            </a:extLst>
          </p:cNvPr>
          <p:cNvPicPr>
            <a:picLocks noChangeAspect="1"/>
          </p:cNvPicPr>
          <p:nvPr/>
        </p:nvPicPr>
        <p:blipFill>
          <a:blip r:embed="rId3"/>
          <a:stretch>
            <a:fillRect/>
          </a:stretch>
        </p:blipFill>
        <p:spPr>
          <a:xfrm>
            <a:off x="1521065" y="808241"/>
            <a:ext cx="3153805" cy="2956166"/>
          </a:xfrm>
          <a:prstGeom prst="rect">
            <a:avLst/>
          </a:prstGeom>
        </p:spPr>
      </p:pic>
      <p:pic>
        <p:nvPicPr>
          <p:cNvPr id="7" name="Picture 6">
            <a:extLst>
              <a:ext uri="{FF2B5EF4-FFF2-40B4-BE49-F238E27FC236}">
                <a16:creationId xmlns:a16="http://schemas.microsoft.com/office/drawing/2014/main" id="{3F8B28E2-BEB6-70A7-45BB-663A2B4CC584}"/>
              </a:ext>
            </a:extLst>
          </p:cNvPr>
          <p:cNvPicPr>
            <a:picLocks noChangeAspect="1"/>
          </p:cNvPicPr>
          <p:nvPr/>
        </p:nvPicPr>
        <p:blipFill>
          <a:blip r:embed="rId4"/>
          <a:stretch>
            <a:fillRect/>
          </a:stretch>
        </p:blipFill>
        <p:spPr>
          <a:xfrm>
            <a:off x="1521065" y="3888352"/>
            <a:ext cx="4739172" cy="2818797"/>
          </a:xfrm>
          <a:prstGeom prst="rect">
            <a:avLst/>
          </a:prstGeom>
        </p:spPr>
      </p:pic>
    </p:spTree>
    <p:extLst>
      <p:ext uri="{BB962C8B-B14F-4D97-AF65-F5344CB8AC3E}">
        <p14:creationId xmlns:p14="http://schemas.microsoft.com/office/powerpoint/2010/main" val="1834735029"/>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46E4F4-A8E8-FD67-2884-3547069093E1}"/>
            </a:ext>
          </a:extLst>
        </p:cNvPr>
        <p:cNvGrpSpPr/>
        <p:nvPr/>
      </p:nvGrpSpPr>
      <p:grpSpPr>
        <a:xfrm>
          <a:off x="0" y="0"/>
          <a:ext cx="0" cy="0"/>
          <a:chOff x="0" y="0"/>
          <a:chExt cx="0" cy="0"/>
        </a:xfrm>
      </p:grpSpPr>
      <p:graphicFrame>
        <p:nvGraphicFramePr>
          <p:cNvPr id="21" name="Object 20" hidden="1">
            <a:extLst>
              <a:ext uri="{FF2B5EF4-FFF2-40B4-BE49-F238E27FC236}">
                <a16:creationId xmlns:a16="http://schemas.microsoft.com/office/drawing/2014/main" id="{BC0A0741-9ADD-6E6F-866E-9AFB8F0AFD24}"/>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737" imgH="737" progId="TCLayout.ActiveDocument.1">
                  <p:embed/>
                </p:oleObj>
              </mc:Choice>
              <mc:Fallback>
                <p:oleObj name="think-cell Slide" r:id="rId3" imgW="737" imgH="737" progId="TCLayout.ActiveDocument.1">
                  <p:embed/>
                  <p:pic>
                    <p:nvPicPr>
                      <p:cNvPr id="21" name="Object 20" hidden="1">
                        <a:extLst>
                          <a:ext uri="{FF2B5EF4-FFF2-40B4-BE49-F238E27FC236}">
                            <a16:creationId xmlns:a16="http://schemas.microsoft.com/office/drawing/2014/main" id="{BC0A0741-9ADD-6E6F-866E-9AFB8F0AFD24}"/>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5" name="Title 4">
            <a:extLst>
              <a:ext uri="{FF2B5EF4-FFF2-40B4-BE49-F238E27FC236}">
                <a16:creationId xmlns:a16="http://schemas.microsoft.com/office/drawing/2014/main" id="{B65BA0BA-9422-F455-2480-02686D6F7DB7}"/>
              </a:ext>
            </a:extLst>
          </p:cNvPr>
          <p:cNvSpPr>
            <a:spLocks noGrp="1"/>
          </p:cNvSpPr>
          <p:nvPr>
            <p:ph type="title"/>
          </p:nvPr>
        </p:nvSpPr>
        <p:spPr>
          <a:xfrm>
            <a:off x="410401" y="3780000"/>
            <a:ext cx="9287638" cy="1477328"/>
          </a:xfrm>
        </p:spPr>
        <p:txBody>
          <a:bodyPr/>
          <a:lstStyle/>
          <a:p>
            <a:r>
              <a:rPr lang="cs-CZ" b="1"/>
              <a:t>8</a:t>
            </a:r>
            <a:r>
              <a:rPr lang="cs-CZ" sz="4800" b="1"/>
              <a:t>. </a:t>
            </a:r>
            <a:r>
              <a:rPr lang="en-US" sz="4800" b="1"/>
              <a:t>Procurement Expert Selection</a:t>
            </a:r>
            <a:endParaRPr lang="en-US"/>
          </a:p>
        </p:txBody>
      </p:sp>
    </p:spTree>
    <p:extLst>
      <p:ext uri="{BB962C8B-B14F-4D97-AF65-F5344CB8AC3E}">
        <p14:creationId xmlns:p14="http://schemas.microsoft.com/office/powerpoint/2010/main" val="1199807394"/>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1C3593-CC66-45AE-5F92-2EB5A748D277}"/>
            </a:ext>
          </a:extLst>
        </p:cNvPr>
        <p:cNvGrpSpPr/>
        <p:nvPr/>
      </p:nvGrpSpPr>
      <p:grpSpPr>
        <a:xfrm>
          <a:off x="0" y="0"/>
          <a:ext cx="0" cy="0"/>
          <a:chOff x="0" y="0"/>
          <a:chExt cx="0" cy="0"/>
        </a:xfrm>
      </p:grpSpPr>
      <p:sp>
        <p:nvSpPr>
          <p:cNvPr id="4" name="Foliennummernplatzhalter 3">
            <a:extLst>
              <a:ext uri="{FF2B5EF4-FFF2-40B4-BE49-F238E27FC236}">
                <a16:creationId xmlns:a16="http://schemas.microsoft.com/office/drawing/2014/main" id="{DCB5BE47-1942-D559-D258-2DE787C0B3F3}"/>
              </a:ext>
            </a:extLst>
          </p:cNvPr>
          <p:cNvSpPr>
            <a:spLocks noGrp="1"/>
          </p:cNvSpPr>
          <p:nvPr>
            <p:ph type="sldNum" sz="quarter" idx="11"/>
          </p:nvPr>
        </p:nvSpPr>
        <p:spPr/>
        <p:txBody>
          <a:bodyPr/>
          <a:lstStyle/>
          <a:p>
            <a:r>
              <a:rPr lang="en-US"/>
              <a:t>Page </a:t>
            </a:r>
            <a:fld id="{15EBE321-CBB1-4E91-BD14-37C8D44326FB}" type="slidenum">
              <a:rPr lang="en-US" smtClean="0"/>
              <a:pPr/>
              <a:t>74</a:t>
            </a:fld>
            <a:endParaRPr lang="en-US"/>
          </a:p>
        </p:txBody>
      </p:sp>
      <p:sp>
        <p:nvSpPr>
          <p:cNvPr id="7" name="Rechteck 5">
            <a:extLst>
              <a:ext uri="{FF2B5EF4-FFF2-40B4-BE49-F238E27FC236}">
                <a16:creationId xmlns:a16="http://schemas.microsoft.com/office/drawing/2014/main" id="{78719374-8C25-25E4-3CC9-A052309DE3E0}"/>
              </a:ext>
            </a:extLst>
          </p:cNvPr>
          <p:cNvSpPr/>
          <p:nvPr/>
        </p:nvSpPr>
        <p:spPr>
          <a:xfrm>
            <a:off x="6361608" y="1409508"/>
            <a:ext cx="5278150" cy="429490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r>
              <a:rPr lang="en-US" sz="1200">
                <a:solidFill>
                  <a:schemeClr val="tx1"/>
                </a:solidFill>
              </a:rPr>
              <a:t>The Purchaser will receive an email directly after creating the PO (with the release strategy).</a:t>
            </a:r>
          </a:p>
          <a:p>
            <a:endParaRPr lang="en-US" sz="1200">
              <a:solidFill>
                <a:schemeClr val="tx1"/>
              </a:solidFill>
            </a:endParaRPr>
          </a:p>
          <a:p>
            <a:r>
              <a:rPr lang="en-US" sz="1200">
                <a:solidFill>
                  <a:schemeClr val="tx1"/>
                </a:solidFill>
              </a:rPr>
              <a:t>The Purchaser has to perform 2 activities in 2 separate </a:t>
            </a:r>
            <a:r>
              <a:rPr lang="cs-CZ" sz="1200" err="1">
                <a:solidFill>
                  <a:schemeClr val="tx1"/>
                </a:solidFill>
              </a:rPr>
              <a:t>steps</a:t>
            </a:r>
            <a:r>
              <a:rPr lang="cs-CZ" sz="1200">
                <a:solidFill>
                  <a:schemeClr val="tx1"/>
                </a:solidFill>
              </a:rPr>
              <a:t>:</a:t>
            </a:r>
            <a:endParaRPr lang="en-US" sz="1200">
              <a:solidFill>
                <a:schemeClr val="tx1"/>
              </a:solidFill>
            </a:endParaRPr>
          </a:p>
          <a:p>
            <a:pPr marL="685800" lvl="1" indent="-228600">
              <a:buFont typeface="+mj-lt"/>
              <a:buAutoNum type="arabicPeriod"/>
            </a:pPr>
            <a:r>
              <a:rPr lang="en-US" sz="1200" b="1">
                <a:solidFill>
                  <a:schemeClr val="tx1"/>
                </a:solidFill>
                <a:highlight>
                  <a:srgbClr val="C0C0C0"/>
                </a:highlight>
              </a:rPr>
              <a:t>Select Expert (if required)</a:t>
            </a:r>
          </a:p>
          <a:p>
            <a:pPr marL="1143000" lvl="2" indent="-228600">
              <a:buFont typeface="Arial" panose="020B0604020202020204" pitchFamily="34" charset="0"/>
              <a:buChar char="•"/>
            </a:pPr>
            <a:r>
              <a:rPr lang="en-US" sz="1200">
                <a:solidFill>
                  <a:schemeClr val="tx1"/>
                </a:solidFill>
                <a:sym typeface="Wingdings" panose="05000000000000000000" pitchFamily="2" charset="2"/>
              </a:rPr>
              <a:t>Form Name: PO Update Expert Form</a:t>
            </a:r>
            <a:endParaRPr lang="en-US" sz="1200">
              <a:solidFill>
                <a:schemeClr val="tx1"/>
              </a:solidFill>
            </a:endParaRPr>
          </a:p>
          <a:p>
            <a:pPr marL="685800" lvl="1" indent="-228600">
              <a:buFont typeface="+mj-lt"/>
              <a:buAutoNum type="arabicPeriod"/>
            </a:pPr>
            <a:r>
              <a:rPr lang="en-US" sz="1200">
                <a:solidFill>
                  <a:schemeClr val="tx1"/>
                </a:solidFill>
              </a:rPr>
              <a:t>Confirm the PO</a:t>
            </a:r>
          </a:p>
          <a:p>
            <a:pPr marL="1143000" lvl="2" indent="-228600">
              <a:buFont typeface="Arial" panose="020B0604020202020204" pitchFamily="34" charset="0"/>
              <a:buChar char="•"/>
            </a:pPr>
            <a:r>
              <a:rPr lang="en-US" sz="1200">
                <a:solidFill>
                  <a:schemeClr val="tx1"/>
                </a:solidFill>
              </a:rPr>
              <a:t>Form Name: </a:t>
            </a:r>
            <a:r>
              <a:rPr lang="en-US" sz="1200" err="1">
                <a:solidFill>
                  <a:schemeClr val="tx1"/>
                </a:solidFill>
              </a:rPr>
              <a:t>POValidationForm</a:t>
            </a:r>
            <a:endParaRPr lang="en-US" sz="1200">
              <a:solidFill>
                <a:schemeClr val="tx1"/>
              </a:solidFill>
            </a:endParaRPr>
          </a:p>
          <a:p>
            <a:pPr marR="0" algn="just">
              <a:spcAft>
                <a:spcPts val="600"/>
              </a:spcAft>
              <a:tabLst>
                <a:tab pos="540385" algn="l"/>
                <a:tab pos="1080135" algn="l"/>
              </a:tabLst>
            </a:pPr>
            <a:endParaRPr lang="en-US" sz="1200">
              <a:solidFill>
                <a:schemeClr val="tx1"/>
              </a:solidFill>
              <a:effectLst/>
              <a:ea typeface="Calibri" panose="020F0502020204030204" pitchFamily="34" charset="0"/>
              <a:cs typeface="Arial" panose="020B0604020202020204" pitchFamily="34" charset="0"/>
            </a:endParaRPr>
          </a:p>
          <a:p>
            <a:pPr marR="0">
              <a:spcAft>
                <a:spcPts val="600"/>
              </a:spcAft>
              <a:tabLst>
                <a:tab pos="540385" algn="l"/>
                <a:tab pos="1080135" algn="l"/>
              </a:tabLst>
            </a:pPr>
            <a:r>
              <a:rPr lang="en-US" sz="1200">
                <a:solidFill>
                  <a:schemeClr val="tx1"/>
                </a:solidFill>
              </a:rPr>
              <a:t>In this chapter, 1</a:t>
            </a:r>
            <a:r>
              <a:rPr lang="en-US" sz="1200" baseline="30000">
                <a:solidFill>
                  <a:schemeClr val="tx1"/>
                </a:solidFill>
              </a:rPr>
              <a:t>st</a:t>
            </a:r>
            <a:r>
              <a:rPr lang="en-US" sz="1200">
                <a:solidFill>
                  <a:schemeClr val="tx1"/>
                </a:solidFill>
              </a:rPr>
              <a:t> step will be explained.</a:t>
            </a:r>
          </a:p>
        </p:txBody>
      </p:sp>
      <p:sp>
        <p:nvSpPr>
          <p:cNvPr id="9" name="Titel 1">
            <a:extLst>
              <a:ext uri="{FF2B5EF4-FFF2-40B4-BE49-F238E27FC236}">
                <a16:creationId xmlns:a16="http://schemas.microsoft.com/office/drawing/2014/main" id="{6E1459A4-0EC4-42A9-2B10-6A093171D892}"/>
              </a:ext>
            </a:extLst>
          </p:cNvPr>
          <p:cNvSpPr>
            <a:spLocks noGrp="1"/>
          </p:cNvSpPr>
          <p:nvPr>
            <p:ph type="title"/>
          </p:nvPr>
        </p:nvSpPr>
        <p:spPr>
          <a:xfrm>
            <a:off x="410400" y="478800"/>
            <a:ext cx="9863997" cy="576000"/>
          </a:xfrm>
        </p:spPr>
        <p:txBody>
          <a:bodyPr/>
          <a:lstStyle/>
          <a:p>
            <a:r>
              <a:rPr lang="en-US">
                <a:solidFill>
                  <a:srgbClr val="00557C"/>
                </a:solidFill>
              </a:rPr>
              <a:t>Procurement Expert Selection</a:t>
            </a:r>
          </a:p>
        </p:txBody>
      </p:sp>
      <p:grpSp>
        <p:nvGrpSpPr>
          <p:cNvPr id="10" name="Group 9">
            <a:extLst>
              <a:ext uri="{FF2B5EF4-FFF2-40B4-BE49-F238E27FC236}">
                <a16:creationId xmlns:a16="http://schemas.microsoft.com/office/drawing/2014/main" id="{DE111390-A856-C1E3-F118-FCF61FC483FB}"/>
              </a:ext>
            </a:extLst>
          </p:cNvPr>
          <p:cNvGrpSpPr/>
          <p:nvPr/>
        </p:nvGrpSpPr>
        <p:grpSpPr>
          <a:xfrm>
            <a:off x="361408" y="1402053"/>
            <a:ext cx="5734592" cy="4561494"/>
            <a:chOff x="318435" y="1180450"/>
            <a:chExt cx="5859502" cy="4743119"/>
          </a:xfrm>
        </p:grpSpPr>
        <p:grpSp>
          <p:nvGrpSpPr>
            <p:cNvPr id="11" name="Group 10">
              <a:extLst>
                <a:ext uri="{FF2B5EF4-FFF2-40B4-BE49-F238E27FC236}">
                  <a16:creationId xmlns:a16="http://schemas.microsoft.com/office/drawing/2014/main" id="{9A68E0CF-3EC2-3B3A-7070-285F822F02D5}"/>
                </a:ext>
              </a:extLst>
            </p:cNvPr>
            <p:cNvGrpSpPr/>
            <p:nvPr/>
          </p:nvGrpSpPr>
          <p:grpSpPr>
            <a:xfrm>
              <a:off x="318435" y="1180450"/>
              <a:ext cx="5859502" cy="4743119"/>
              <a:chOff x="102435" y="1155300"/>
              <a:chExt cx="5859502" cy="4743119"/>
            </a:xfrm>
          </p:grpSpPr>
          <p:grpSp>
            <p:nvGrpSpPr>
              <p:cNvPr id="13" name="Group 12">
                <a:extLst>
                  <a:ext uri="{FF2B5EF4-FFF2-40B4-BE49-F238E27FC236}">
                    <a16:creationId xmlns:a16="http://schemas.microsoft.com/office/drawing/2014/main" id="{46D4A9E6-40BE-9359-F045-5F8351DFE9B2}"/>
                  </a:ext>
                </a:extLst>
              </p:cNvPr>
              <p:cNvGrpSpPr/>
              <p:nvPr/>
            </p:nvGrpSpPr>
            <p:grpSpPr>
              <a:xfrm>
                <a:off x="102435" y="1155300"/>
                <a:ext cx="5859502" cy="4330738"/>
                <a:chOff x="83385" y="557742"/>
                <a:chExt cx="5859502" cy="4330738"/>
              </a:xfrm>
            </p:grpSpPr>
            <p:sp>
              <p:nvSpPr>
                <p:cNvPr id="17" name="Rectangle: Rounded Corners 16">
                  <a:extLst>
                    <a:ext uri="{FF2B5EF4-FFF2-40B4-BE49-F238E27FC236}">
                      <a16:creationId xmlns:a16="http://schemas.microsoft.com/office/drawing/2014/main" id="{3EBDAA54-2199-8A37-9B8C-1FDDE667267E}"/>
                    </a:ext>
                  </a:extLst>
                </p:cNvPr>
                <p:cNvSpPr/>
                <p:nvPr/>
              </p:nvSpPr>
              <p:spPr>
                <a:xfrm rot="16200000">
                  <a:off x="-277166" y="1974385"/>
                  <a:ext cx="1172291" cy="432000"/>
                </a:xfrm>
                <a:prstGeom prst="round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nchorCtr="0"/>
                <a:lstStyle/>
                <a:p>
                  <a:pPr algn="ctr"/>
                  <a:r>
                    <a:rPr lang="en-US" sz="1000">
                      <a:solidFill>
                        <a:schemeClr val="tx1"/>
                      </a:solidFill>
                    </a:rPr>
                    <a:t>Purchaser</a:t>
                  </a:r>
                </a:p>
              </p:txBody>
            </p:sp>
            <p:sp>
              <p:nvSpPr>
                <p:cNvPr id="18" name="Flowchart: Decision 17">
                  <a:extLst>
                    <a:ext uri="{FF2B5EF4-FFF2-40B4-BE49-F238E27FC236}">
                      <a16:creationId xmlns:a16="http://schemas.microsoft.com/office/drawing/2014/main" id="{8F8260B0-469D-8921-5B43-F03ED1084416}"/>
                    </a:ext>
                  </a:extLst>
                </p:cNvPr>
                <p:cNvSpPr/>
                <p:nvPr/>
              </p:nvSpPr>
              <p:spPr>
                <a:xfrm>
                  <a:off x="2729752" y="1731312"/>
                  <a:ext cx="1034288" cy="489396"/>
                </a:xfrm>
                <a:prstGeom prst="flowChartDecision">
                  <a:avLst/>
                </a:prstGeom>
                <a:solidFill>
                  <a:schemeClr val="accent1"/>
                </a:solidFill>
                <a:ln w="28575">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nchorCtr="0"/>
                <a:lstStyle/>
                <a:p>
                  <a:pPr algn="ctr"/>
                  <a:r>
                    <a:rPr lang="en-US" sz="800">
                      <a:solidFill>
                        <a:schemeClr val="tx1"/>
                      </a:solidFill>
                    </a:rPr>
                    <a:t>Expert</a:t>
                  </a:r>
                </a:p>
              </p:txBody>
            </p:sp>
            <p:sp>
              <p:nvSpPr>
                <p:cNvPr id="19" name="Rectangle: Rounded Corners 18">
                  <a:extLst>
                    <a:ext uri="{FF2B5EF4-FFF2-40B4-BE49-F238E27FC236}">
                      <a16:creationId xmlns:a16="http://schemas.microsoft.com/office/drawing/2014/main" id="{DD0BA295-9C4C-C3E2-8321-BDCFF8C84889}"/>
                    </a:ext>
                  </a:extLst>
                </p:cNvPr>
                <p:cNvSpPr/>
                <p:nvPr/>
              </p:nvSpPr>
              <p:spPr>
                <a:xfrm rot="16200000">
                  <a:off x="-144777" y="807147"/>
                  <a:ext cx="920525" cy="444241"/>
                </a:xfrm>
                <a:prstGeom prst="round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nchorCtr="0"/>
                <a:lstStyle/>
                <a:p>
                  <a:pPr algn="ctr"/>
                  <a:r>
                    <a:rPr lang="en-US" sz="1000">
                      <a:solidFill>
                        <a:schemeClr val="tx1"/>
                      </a:solidFill>
                    </a:rPr>
                    <a:t>Procurement Expert</a:t>
                  </a:r>
                </a:p>
              </p:txBody>
            </p:sp>
            <p:sp>
              <p:nvSpPr>
                <p:cNvPr id="20" name="Rectangle: Rounded Corners 19">
                  <a:extLst>
                    <a:ext uri="{FF2B5EF4-FFF2-40B4-BE49-F238E27FC236}">
                      <a16:creationId xmlns:a16="http://schemas.microsoft.com/office/drawing/2014/main" id="{EF058014-88FE-2284-9FF3-1A6BB9A87A3C}"/>
                    </a:ext>
                  </a:extLst>
                </p:cNvPr>
                <p:cNvSpPr/>
                <p:nvPr/>
              </p:nvSpPr>
              <p:spPr>
                <a:xfrm rot="16200000">
                  <a:off x="-656835" y="3711522"/>
                  <a:ext cx="1912440" cy="432000"/>
                </a:xfrm>
                <a:prstGeom prst="round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nchorCtr="0"/>
                <a:lstStyle/>
                <a:p>
                  <a:pPr algn="ctr"/>
                  <a:r>
                    <a:rPr lang="en-US" sz="1050">
                      <a:solidFill>
                        <a:schemeClr val="tx1"/>
                      </a:solidFill>
                    </a:rPr>
                    <a:t>Approver</a:t>
                  </a:r>
                </a:p>
              </p:txBody>
            </p:sp>
            <p:sp>
              <p:nvSpPr>
                <p:cNvPr id="21" name="Rectangle: Rounded Corners 20">
                  <a:extLst>
                    <a:ext uri="{FF2B5EF4-FFF2-40B4-BE49-F238E27FC236}">
                      <a16:creationId xmlns:a16="http://schemas.microsoft.com/office/drawing/2014/main" id="{924D8D53-C7E1-5D65-EDFD-3FCA25B8400D}"/>
                    </a:ext>
                  </a:extLst>
                </p:cNvPr>
                <p:cNvSpPr/>
                <p:nvPr/>
              </p:nvSpPr>
              <p:spPr>
                <a:xfrm>
                  <a:off x="658557" y="2976040"/>
                  <a:ext cx="5284330" cy="1912440"/>
                </a:xfrm>
                <a:prstGeom prst="roundRect">
                  <a:avLst/>
                </a:prstGeom>
                <a:noFill/>
                <a:ln w="285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pPr algn="l"/>
                  <a:endParaRPr lang="en-US">
                    <a:solidFill>
                      <a:schemeClr val="tx1"/>
                    </a:solidFill>
                  </a:endParaRPr>
                </a:p>
              </p:txBody>
            </p:sp>
            <p:sp>
              <p:nvSpPr>
                <p:cNvPr id="22" name="TextBox 21">
                  <a:extLst>
                    <a:ext uri="{FF2B5EF4-FFF2-40B4-BE49-F238E27FC236}">
                      <a16:creationId xmlns:a16="http://schemas.microsoft.com/office/drawing/2014/main" id="{AD7DC95D-9966-20A6-893F-6FA8F000B211}"/>
                    </a:ext>
                  </a:extLst>
                </p:cNvPr>
                <p:cNvSpPr txBox="1"/>
                <p:nvPr>
                  <p:custDataLst>
                    <p:tags r:id="rId1"/>
                  </p:custDataLst>
                </p:nvPr>
              </p:nvSpPr>
              <p:spPr>
                <a:xfrm>
                  <a:off x="3322097" y="2395430"/>
                  <a:ext cx="118622" cy="107722"/>
                </a:xfrm>
                <a:prstGeom prst="rect">
                  <a:avLst/>
                </a:prstGeom>
                <a:noFill/>
              </p:spPr>
              <p:txBody>
                <a:bodyPr wrap="none" lIns="0" tIns="0" rIns="0" bIns="0" rtlCol="0">
                  <a:spAutoFit/>
                </a:bodyPr>
                <a:lstStyle/>
                <a:p>
                  <a:pPr algn="l"/>
                  <a:r>
                    <a:rPr lang="en-US" sz="700" b="1"/>
                    <a:t>No</a:t>
                  </a:r>
                </a:p>
              </p:txBody>
            </p:sp>
            <p:sp>
              <p:nvSpPr>
                <p:cNvPr id="23" name="Rectangle: Rounded Corners 22">
                  <a:extLst>
                    <a:ext uri="{FF2B5EF4-FFF2-40B4-BE49-F238E27FC236}">
                      <a16:creationId xmlns:a16="http://schemas.microsoft.com/office/drawing/2014/main" id="{185BAD62-AC5B-6853-B9D8-8432B1C77A12}"/>
                    </a:ext>
                  </a:extLst>
                </p:cNvPr>
                <p:cNvSpPr/>
                <p:nvPr/>
              </p:nvSpPr>
              <p:spPr>
                <a:xfrm>
                  <a:off x="668538" y="1544255"/>
                  <a:ext cx="5274348" cy="1351594"/>
                </a:xfrm>
                <a:prstGeom prst="roundRect">
                  <a:avLst/>
                </a:prstGeom>
                <a:noFill/>
                <a:ln w="285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pPr algn="l"/>
                  <a:endParaRPr lang="en-US">
                    <a:solidFill>
                      <a:schemeClr val="tx1"/>
                    </a:solidFill>
                  </a:endParaRPr>
                </a:p>
              </p:txBody>
            </p:sp>
            <p:sp>
              <p:nvSpPr>
                <p:cNvPr id="24" name="Rectangle: Rounded Corners 23">
                  <a:extLst>
                    <a:ext uri="{FF2B5EF4-FFF2-40B4-BE49-F238E27FC236}">
                      <a16:creationId xmlns:a16="http://schemas.microsoft.com/office/drawing/2014/main" id="{A4001F0B-08AF-4C6F-5D41-F8474F597A1A}"/>
                    </a:ext>
                  </a:extLst>
                </p:cNvPr>
                <p:cNvSpPr/>
                <p:nvPr/>
              </p:nvSpPr>
              <p:spPr>
                <a:xfrm>
                  <a:off x="668538" y="557742"/>
                  <a:ext cx="5274348" cy="915787"/>
                </a:xfrm>
                <a:prstGeom prst="roundRect">
                  <a:avLst/>
                </a:prstGeom>
                <a:noFill/>
                <a:ln w="285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pPr algn="l"/>
                  <a:endParaRPr lang="en-US">
                    <a:solidFill>
                      <a:schemeClr val="tx1"/>
                    </a:solidFill>
                  </a:endParaRPr>
                </a:p>
              </p:txBody>
            </p:sp>
            <p:sp>
              <p:nvSpPr>
                <p:cNvPr id="25" name="Flowchart: Decision 24">
                  <a:extLst>
                    <a:ext uri="{FF2B5EF4-FFF2-40B4-BE49-F238E27FC236}">
                      <a16:creationId xmlns:a16="http://schemas.microsoft.com/office/drawing/2014/main" id="{37979EBA-8227-F61E-FD77-65EBEB73EB99}"/>
                    </a:ext>
                  </a:extLst>
                </p:cNvPr>
                <p:cNvSpPr/>
                <p:nvPr/>
              </p:nvSpPr>
              <p:spPr>
                <a:xfrm>
                  <a:off x="3492647" y="3123586"/>
                  <a:ext cx="936219" cy="488512"/>
                </a:xfrm>
                <a:prstGeom prst="flowChartDecision">
                  <a:avLst/>
                </a:prstGeom>
                <a:solidFill>
                  <a:schemeClr val="accent1"/>
                </a:solidFill>
                <a:ln w="28575">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nchorCtr="0"/>
                <a:lstStyle/>
                <a:p>
                  <a:pPr algn="ctr"/>
                  <a:r>
                    <a:rPr lang="en-US" sz="800">
                      <a:solidFill>
                        <a:schemeClr val="tx1"/>
                      </a:solidFill>
                    </a:rPr>
                    <a:t>SAT</a:t>
                  </a:r>
                </a:p>
              </p:txBody>
            </p:sp>
            <p:sp>
              <p:nvSpPr>
                <p:cNvPr id="26" name="Flowchart: Alternate Process 25">
                  <a:extLst>
                    <a:ext uri="{FF2B5EF4-FFF2-40B4-BE49-F238E27FC236}">
                      <a16:creationId xmlns:a16="http://schemas.microsoft.com/office/drawing/2014/main" id="{7E57FBD8-9B1A-0BD9-F6F3-C5CE57AD989F}"/>
                    </a:ext>
                  </a:extLst>
                </p:cNvPr>
                <p:cNvSpPr/>
                <p:nvPr/>
              </p:nvSpPr>
              <p:spPr>
                <a:xfrm>
                  <a:off x="1904100" y="2236606"/>
                  <a:ext cx="1071401" cy="502315"/>
                </a:xfrm>
                <a:prstGeom prst="flowChartAlternateProcess">
                  <a:avLst/>
                </a:prstGeom>
                <a:solidFill>
                  <a:schemeClr val="accent1"/>
                </a:solidFill>
                <a:ln w="28575">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nchorCtr="0"/>
                <a:lstStyle/>
                <a:p>
                  <a:pPr algn="ctr"/>
                  <a:r>
                    <a:rPr lang="en-US" sz="800">
                      <a:solidFill>
                        <a:schemeClr val="tx1"/>
                      </a:solidFill>
                    </a:rPr>
                    <a:t>Receive</a:t>
                  </a:r>
                  <a:r>
                    <a:rPr lang="de-DE" sz="800">
                      <a:solidFill>
                        <a:schemeClr val="tx1"/>
                      </a:solidFill>
                    </a:rPr>
                    <a:t> </a:t>
                  </a:r>
                  <a:r>
                    <a:rPr lang="en-US" sz="800">
                      <a:solidFill>
                        <a:schemeClr val="tx1"/>
                      </a:solidFill>
                    </a:rPr>
                    <a:t>BTP</a:t>
                  </a:r>
                  <a:r>
                    <a:rPr lang="de-DE" sz="800">
                      <a:solidFill>
                        <a:schemeClr val="tx1"/>
                      </a:solidFill>
                    </a:rPr>
                    <a:t> Form  </a:t>
                  </a:r>
                  <a:r>
                    <a:rPr lang="en-US" sz="800">
                      <a:solidFill>
                        <a:schemeClr val="tx1"/>
                      </a:solidFill>
                    </a:rPr>
                    <a:t>to Confirm the </a:t>
                  </a:r>
                  <a:r>
                    <a:rPr lang="de-DE" sz="800">
                      <a:solidFill>
                        <a:schemeClr val="tx1"/>
                      </a:solidFill>
                    </a:rPr>
                    <a:t>PO</a:t>
                  </a:r>
                  <a:endParaRPr lang="en-US" sz="800">
                    <a:solidFill>
                      <a:schemeClr val="tx1"/>
                    </a:solidFill>
                  </a:endParaRPr>
                </a:p>
              </p:txBody>
            </p:sp>
            <p:sp>
              <p:nvSpPr>
                <p:cNvPr id="27" name="Flowchart: Alternate Process 26">
                  <a:extLst>
                    <a:ext uri="{FF2B5EF4-FFF2-40B4-BE49-F238E27FC236}">
                      <a16:creationId xmlns:a16="http://schemas.microsoft.com/office/drawing/2014/main" id="{02D1FD18-7851-A62C-A86F-9E14881D2DDC}"/>
                    </a:ext>
                  </a:extLst>
                </p:cNvPr>
                <p:cNvSpPr/>
                <p:nvPr/>
              </p:nvSpPr>
              <p:spPr>
                <a:xfrm>
                  <a:off x="2618479" y="760268"/>
                  <a:ext cx="1256831" cy="491773"/>
                </a:xfrm>
                <a:prstGeom prst="flowChartAlternateProcess">
                  <a:avLst/>
                </a:prstGeom>
                <a:solidFill>
                  <a:schemeClr val="accent1"/>
                </a:solidFill>
                <a:ln w="28575">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nchorCtr="0"/>
                <a:lstStyle/>
                <a:p>
                  <a:pPr algn="ctr"/>
                  <a:r>
                    <a:rPr lang="en-US" sz="800">
                      <a:solidFill>
                        <a:schemeClr val="tx1"/>
                      </a:solidFill>
                    </a:rPr>
                    <a:t>Expert Approval</a:t>
                  </a:r>
                </a:p>
              </p:txBody>
            </p:sp>
            <p:cxnSp>
              <p:nvCxnSpPr>
                <p:cNvPr id="28" name="Straight Arrow Connector 27">
                  <a:extLst>
                    <a:ext uri="{FF2B5EF4-FFF2-40B4-BE49-F238E27FC236}">
                      <a16:creationId xmlns:a16="http://schemas.microsoft.com/office/drawing/2014/main" id="{AD9CEFB6-96AA-09A2-882F-212C2564D6A8}"/>
                    </a:ext>
                  </a:extLst>
                </p:cNvPr>
                <p:cNvCxnSpPr>
                  <a:cxnSpLocks/>
                  <a:stCxn id="18" idx="0"/>
                  <a:endCxn id="27" idx="2"/>
                </p:cNvCxnSpPr>
                <p:nvPr/>
              </p:nvCxnSpPr>
              <p:spPr>
                <a:xfrm flipH="1" flipV="1">
                  <a:off x="3246895" y="1252041"/>
                  <a:ext cx="1" cy="479271"/>
                </a:xfrm>
                <a:prstGeom prst="straightConnector1">
                  <a:avLst/>
                </a:prstGeom>
                <a:ln w="25400">
                  <a:solidFill>
                    <a:schemeClr val="tx1"/>
                  </a:solidFill>
                  <a:headEnd w="lg" len="lg"/>
                  <a:tailEnd type="triangle"/>
                </a:ln>
              </p:spPr>
              <p:style>
                <a:lnRef idx="1">
                  <a:schemeClr val="accent1"/>
                </a:lnRef>
                <a:fillRef idx="0">
                  <a:schemeClr val="accent1"/>
                </a:fillRef>
                <a:effectRef idx="0">
                  <a:schemeClr val="accent1"/>
                </a:effectRef>
                <a:fontRef idx="minor">
                  <a:schemeClr val="tx1"/>
                </a:fontRef>
              </p:style>
            </p:cxnSp>
            <p:sp>
              <p:nvSpPr>
                <p:cNvPr id="29" name="Flowchart: Alternate Process 28">
                  <a:extLst>
                    <a:ext uri="{FF2B5EF4-FFF2-40B4-BE49-F238E27FC236}">
                      <a16:creationId xmlns:a16="http://schemas.microsoft.com/office/drawing/2014/main" id="{2A285ADD-4EEC-FBD0-32D9-67DA0D99818B}"/>
                    </a:ext>
                  </a:extLst>
                </p:cNvPr>
                <p:cNvSpPr/>
                <p:nvPr/>
              </p:nvSpPr>
              <p:spPr>
                <a:xfrm>
                  <a:off x="3411818" y="3804188"/>
                  <a:ext cx="1097875" cy="318034"/>
                </a:xfrm>
                <a:prstGeom prst="flowChartAlternateProcess">
                  <a:avLst/>
                </a:prstGeom>
                <a:solidFill>
                  <a:schemeClr val="accent1"/>
                </a:solidFill>
                <a:ln w="28575">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nchorCtr="0"/>
                <a:lstStyle/>
                <a:p>
                  <a:pPr algn="ctr"/>
                  <a:r>
                    <a:rPr lang="en-US" sz="800">
                      <a:solidFill>
                        <a:schemeClr val="tx1"/>
                      </a:solidFill>
                    </a:rPr>
                    <a:t>Functional Approval</a:t>
                  </a:r>
                </a:p>
              </p:txBody>
            </p:sp>
            <p:sp>
              <p:nvSpPr>
                <p:cNvPr id="30" name="Flowchart: Alternate Process 29">
                  <a:extLst>
                    <a:ext uri="{FF2B5EF4-FFF2-40B4-BE49-F238E27FC236}">
                      <a16:creationId xmlns:a16="http://schemas.microsoft.com/office/drawing/2014/main" id="{2EAFDE75-F990-BAFB-009F-9DFD96CEA2D3}"/>
                    </a:ext>
                  </a:extLst>
                </p:cNvPr>
                <p:cNvSpPr/>
                <p:nvPr/>
              </p:nvSpPr>
              <p:spPr>
                <a:xfrm>
                  <a:off x="3322097" y="4308209"/>
                  <a:ext cx="1277318" cy="318034"/>
                </a:xfrm>
                <a:prstGeom prst="flowChartAlternateProcess">
                  <a:avLst/>
                </a:prstGeom>
                <a:solidFill>
                  <a:schemeClr val="accent1"/>
                </a:solidFill>
                <a:ln w="28575">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nchorCtr="0"/>
                <a:lstStyle/>
                <a:p>
                  <a:pPr algn="ctr"/>
                  <a:r>
                    <a:rPr lang="en-US" sz="800">
                      <a:solidFill>
                        <a:schemeClr val="tx1"/>
                      </a:solidFill>
                    </a:rPr>
                    <a:t>Commercial Approval</a:t>
                  </a:r>
                </a:p>
              </p:txBody>
            </p:sp>
            <p:cxnSp>
              <p:nvCxnSpPr>
                <p:cNvPr id="31" name="Connector: Elbow 30">
                  <a:extLst>
                    <a:ext uri="{FF2B5EF4-FFF2-40B4-BE49-F238E27FC236}">
                      <a16:creationId xmlns:a16="http://schemas.microsoft.com/office/drawing/2014/main" id="{01114C7C-9CE7-E551-3664-9F69FE9036C9}"/>
                    </a:ext>
                  </a:extLst>
                </p:cNvPr>
                <p:cNvCxnSpPr>
                  <a:cxnSpLocks/>
                  <a:stCxn id="18" idx="2"/>
                  <a:endCxn id="25" idx="1"/>
                </p:cNvCxnSpPr>
                <p:nvPr/>
              </p:nvCxnSpPr>
              <p:spPr>
                <a:xfrm rot="16200000" flipH="1">
                  <a:off x="2796204" y="2671399"/>
                  <a:ext cx="1147134" cy="245751"/>
                </a:xfrm>
                <a:prstGeom prst="bentConnector2">
                  <a:avLst/>
                </a:prstGeom>
                <a:ln w="25400">
                  <a:solidFill>
                    <a:schemeClr val="tx1"/>
                  </a:solidFill>
                  <a:headEnd w="lg" len="lg"/>
                  <a:tailEnd type="triangle"/>
                </a:ln>
              </p:spPr>
              <p:style>
                <a:lnRef idx="1">
                  <a:schemeClr val="accent1"/>
                </a:lnRef>
                <a:fillRef idx="0">
                  <a:schemeClr val="accent1"/>
                </a:fillRef>
                <a:effectRef idx="0">
                  <a:schemeClr val="accent1"/>
                </a:effectRef>
                <a:fontRef idx="minor">
                  <a:schemeClr val="tx1"/>
                </a:fontRef>
              </p:style>
            </p:cxnSp>
            <p:cxnSp>
              <p:nvCxnSpPr>
                <p:cNvPr id="32" name="Connector: Elbow 31">
                  <a:extLst>
                    <a:ext uri="{FF2B5EF4-FFF2-40B4-BE49-F238E27FC236}">
                      <a16:creationId xmlns:a16="http://schemas.microsoft.com/office/drawing/2014/main" id="{1AA3A3D6-9A60-9825-4A32-AE3E86479DD3}"/>
                    </a:ext>
                  </a:extLst>
                </p:cNvPr>
                <p:cNvCxnSpPr>
                  <a:cxnSpLocks/>
                  <a:stCxn id="27" idx="3"/>
                  <a:endCxn id="25" idx="0"/>
                </p:cNvCxnSpPr>
                <p:nvPr/>
              </p:nvCxnSpPr>
              <p:spPr>
                <a:xfrm>
                  <a:off x="3875310" y="1006155"/>
                  <a:ext cx="85447" cy="2117431"/>
                </a:xfrm>
                <a:prstGeom prst="bentConnector2">
                  <a:avLst/>
                </a:prstGeom>
                <a:ln w="25400">
                  <a:solidFill>
                    <a:schemeClr val="tx1"/>
                  </a:solidFill>
                  <a:headEnd w="lg" len="lg"/>
                  <a:tailEnd type="triangle"/>
                </a:ln>
              </p:spPr>
              <p:style>
                <a:lnRef idx="1">
                  <a:schemeClr val="accent1"/>
                </a:lnRef>
                <a:fillRef idx="0">
                  <a:schemeClr val="accent1"/>
                </a:fillRef>
                <a:effectRef idx="0">
                  <a:schemeClr val="accent1"/>
                </a:effectRef>
                <a:fontRef idx="minor">
                  <a:schemeClr val="tx1"/>
                </a:fontRef>
              </p:style>
            </p:cxnSp>
            <p:sp>
              <p:nvSpPr>
                <p:cNvPr id="33" name="TextBox 32">
                  <a:extLst>
                    <a:ext uri="{FF2B5EF4-FFF2-40B4-BE49-F238E27FC236}">
                      <a16:creationId xmlns:a16="http://schemas.microsoft.com/office/drawing/2014/main" id="{4DC1A440-A533-6B64-ABED-6966E3B1E370}"/>
                    </a:ext>
                  </a:extLst>
                </p:cNvPr>
                <p:cNvSpPr txBox="1"/>
                <p:nvPr>
                  <p:custDataLst>
                    <p:tags r:id="rId2"/>
                  </p:custDataLst>
                </p:nvPr>
              </p:nvSpPr>
              <p:spPr>
                <a:xfrm>
                  <a:off x="3748656" y="3622434"/>
                  <a:ext cx="158698" cy="107722"/>
                </a:xfrm>
                <a:prstGeom prst="rect">
                  <a:avLst/>
                </a:prstGeom>
                <a:noFill/>
              </p:spPr>
              <p:txBody>
                <a:bodyPr wrap="none" lIns="0" tIns="0" rIns="0" bIns="0" rtlCol="0">
                  <a:spAutoFit/>
                </a:bodyPr>
                <a:lstStyle/>
                <a:p>
                  <a:pPr algn="l"/>
                  <a:r>
                    <a:rPr lang="en-US" sz="700" b="1"/>
                    <a:t>Yes</a:t>
                  </a:r>
                </a:p>
              </p:txBody>
            </p:sp>
            <p:sp>
              <p:nvSpPr>
                <p:cNvPr id="34" name="Flowchart: Alternate Process 33">
                  <a:extLst>
                    <a:ext uri="{FF2B5EF4-FFF2-40B4-BE49-F238E27FC236}">
                      <a16:creationId xmlns:a16="http://schemas.microsoft.com/office/drawing/2014/main" id="{A04A7EC6-5230-77F1-6964-458927F5E0EA}"/>
                    </a:ext>
                  </a:extLst>
                </p:cNvPr>
                <p:cNvSpPr/>
                <p:nvPr>
                  <p:custDataLst>
                    <p:tags r:id="rId3"/>
                  </p:custDataLst>
                </p:nvPr>
              </p:nvSpPr>
              <p:spPr>
                <a:xfrm>
                  <a:off x="4896975" y="3183699"/>
                  <a:ext cx="835376" cy="368285"/>
                </a:xfrm>
                <a:prstGeom prst="flowChartAlternateProcess">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nchorCtr="0"/>
                <a:lstStyle/>
                <a:p>
                  <a:pPr algn="ctr"/>
                  <a:r>
                    <a:rPr lang="en-US" sz="800">
                      <a:solidFill>
                        <a:schemeClr val="tx1"/>
                      </a:solidFill>
                    </a:rPr>
                    <a:t>PO Released</a:t>
                  </a:r>
                </a:p>
              </p:txBody>
            </p:sp>
            <p:sp>
              <p:nvSpPr>
                <p:cNvPr id="35" name="TextBox 34">
                  <a:extLst>
                    <a:ext uri="{FF2B5EF4-FFF2-40B4-BE49-F238E27FC236}">
                      <a16:creationId xmlns:a16="http://schemas.microsoft.com/office/drawing/2014/main" id="{04BF5249-386E-FC4A-35DE-352315E560AE}"/>
                    </a:ext>
                  </a:extLst>
                </p:cNvPr>
                <p:cNvSpPr txBox="1"/>
                <p:nvPr>
                  <p:custDataLst>
                    <p:tags r:id="rId4"/>
                  </p:custDataLst>
                </p:nvPr>
              </p:nvSpPr>
              <p:spPr>
                <a:xfrm>
                  <a:off x="4520741" y="3209713"/>
                  <a:ext cx="118622" cy="107722"/>
                </a:xfrm>
                <a:prstGeom prst="rect">
                  <a:avLst/>
                </a:prstGeom>
                <a:noFill/>
              </p:spPr>
              <p:txBody>
                <a:bodyPr wrap="none" lIns="0" tIns="0" rIns="0" bIns="0" rtlCol="0">
                  <a:spAutoFit/>
                </a:bodyPr>
                <a:lstStyle/>
                <a:p>
                  <a:pPr algn="l"/>
                  <a:r>
                    <a:rPr lang="en-US" sz="700" b="1"/>
                    <a:t>No</a:t>
                  </a:r>
                </a:p>
              </p:txBody>
            </p:sp>
            <p:sp>
              <p:nvSpPr>
                <p:cNvPr id="36" name="TextBox 35">
                  <a:extLst>
                    <a:ext uri="{FF2B5EF4-FFF2-40B4-BE49-F238E27FC236}">
                      <a16:creationId xmlns:a16="http://schemas.microsoft.com/office/drawing/2014/main" id="{CF11BDFB-F723-A4ED-2404-942D217091DB}"/>
                    </a:ext>
                  </a:extLst>
                </p:cNvPr>
                <p:cNvSpPr txBox="1"/>
                <p:nvPr>
                  <p:custDataLst>
                    <p:tags r:id="rId5"/>
                  </p:custDataLst>
                </p:nvPr>
              </p:nvSpPr>
              <p:spPr>
                <a:xfrm>
                  <a:off x="3303430" y="1583725"/>
                  <a:ext cx="158698" cy="107722"/>
                </a:xfrm>
                <a:prstGeom prst="rect">
                  <a:avLst/>
                </a:prstGeom>
                <a:noFill/>
              </p:spPr>
              <p:txBody>
                <a:bodyPr wrap="none" lIns="0" tIns="0" rIns="0" bIns="0" rtlCol="0">
                  <a:spAutoFit/>
                </a:bodyPr>
                <a:lstStyle/>
                <a:p>
                  <a:pPr algn="l"/>
                  <a:r>
                    <a:rPr lang="en-US" sz="700" b="1"/>
                    <a:t>Yes</a:t>
                  </a:r>
                </a:p>
              </p:txBody>
            </p:sp>
            <p:sp>
              <p:nvSpPr>
                <p:cNvPr id="37" name="Flowchart: Alternate Process 36">
                  <a:extLst>
                    <a:ext uri="{FF2B5EF4-FFF2-40B4-BE49-F238E27FC236}">
                      <a16:creationId xmlns:a16="http://schemas.microsoft.com/office/drawing/2014/main" id="{A608EFC5-5B9C-D6F4-D040-C02FE11A6B36}"/>
                    </a:ext>
                  </a:extLst>
                </p:cNvPr>
                <p:cNvSpPr/>
                <p:nvPr>
                  <p:custDataLst>
                    <p:tags r:id="rId6"/>
                  </p:custDataLst>
                </p:nvPr>
              </p:nvSpPr>
              <p:spPr>
                <a:xfrm>
                  <a:off x="767621" y="1606909"/>
                  <a:ext cx="1238672" cy="401877"/>
                </a:xfrm>
                <a:prstGeom prst="flowChartAlternateProcess">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nchorCtr="0"/>
                <a:lstStyle/>
                <a:p>
                  <a:pPr algn="ctr"/>
                  <a:r>
                    <a:rPr lang="en-US" sz="800">
                      <a:solidFill>
                        <a:schemeClr val="tx1"/>
                      </a:solidFill>
                    </a:rPr>
                    <a:t>Create/Save PO with reference to the PR</a:t>
                  </a:r>
                </a:p>
              </p:txBody>
            </p:sp>
            <p:sp>
              <p:nvSpPr>
                <p:cNvPr id="38" name="Flowchart: Alternate Process 37">
                  <a:extLst>
                    <a:ext uri="{FF2B5EF4-FFF2-40B4-BE49-F238E27FC236}">
                      <a16:creationId xmlns:a16="http://schemas.microsoft.com/office/drawing/2014/main" id="{DF996434-B28E-7FAB-6DD0-5673F4A8FD5E}"/>
                    </a:ext>
                  </a:extLst>
                </p:cNvPr>
                <p:cNvSpPr/>
                <p:nvPr/>
              </p:nvSpPr>
              <p:spPr>
                <a:xfrm>
                  <a:off x="961809" y="2236606"/>
                  <a:ext cx="849807" cy="502315"/>
                </a:xfrm>
                <a:prstGeom prst="flowChartAlternateProcess">
                  <a:avLst/>
                </a:prstGeom>
                <a:solidFill>
                  <a:schemeClr val="accent1"/>
                </a:solidFill>
                <a:ln w="28575">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nchorCtr="0"/>
                <a:lstStyle/>
                <a:p>
                  <a:pPr algn="ctr"/>
                  <a:r>
                    <a:rPr lang="de-DE" sz="800">
                      <a:solidFill>
                        <a:schemeClr val="tx1"/>
                      </a:solidFill>
                    </a:rPr>
                    <a:t>S</a:t>
                  </a:r>
                  <a:r>
                    <a:rPr lang="en-US" sz="800">
                      <a:solidFill>
                        <a:schemeClr val="tx1"/>
                      </a:solidFill>
                    </a:rPr>
                    <a:t>elect the Expert (if Required)</a:t>
                  </a:r>
                </a:p>
              </p:txBody>
            </p:sp>
            <p:cxnSp>
              <p:nvCxnSpPr>
                <p:cNvPr id="39" name="Straight Arrow Connector 38">
                  <a:extLst>
                    <a:ext uri="{FF2B5EF4-FFF2-40B4-BE49-F238E27FC236}">
                      <a16:creationId xmlns:a16="http://schemas.microsoft.com/office/drawing/2014/main" id="{2E5AAA73-98C4-F135-A6AE-E9EF7CA0B87D}"/>
                    </a:ext>
                  </a:extLst>
                </p:cNvPr>
                <p:cNvCxnSpPr>
                  <a:cxnSpLocks/>
                  <a:stCxn id="25" idx="2"/>
                  <a:endCxn id="29" idx="0"/>
                </p:cNvCxnSpPr>
                <p:nvPr/>
              </p:nvCxnSpPr>
              <p:spPr>
                <a:xfrm flipH="1">
                  <a:off x="3960756" y="3612098"/>
                  <a:ext cx="1" cy="192090"/>
                </a:xfrm>
                <a:prstGeom prst="straightConnector1">
                  <a:avLst/>
                </a:prstGeom>
                <a:ln w="25400">
                  <a:solidFill>
                    <a:schemeClr val="tx1"/>
                  </a:solidFill>
                  <a:headEnd w="lg" len="lg"/>
                  <a:tailEnd type="triangle"/>
                </a:ln>
              </p:spPr>
              <p:style>
                <a:lnRef idx="1">
                  <a:schemeClr val="accent1"/>
                </a:lnRef>
                <a:fillRef idx="0">
                  <a:schemeClr val="accent1"/>
                </a:fillRef>
                <a:effectRef idx="0">
                  <a:schemeClr val="accent1"/>
                </a:effectRef>
                <a:fontRef idx="minor">
                  <a:schemeClr val="tx1"/>
                </a:fontRef>
              </p:style>
            </p:cxnSp>
            <p:cxnSp>
              <p:nvCxnSpPr>
                <p:cNvPr id="40" name="Straight Arrow Connector 39">
                  <a:extLst>
                    <a:ext uri="{FF2B5EF4-FFF2-40B4-BE49-F238E27FC236}">
                      <a16:creationId xmlns:a16="http://schemas.microsoft.com/office/drawing/2014/main" id="{D21D766E-82C3-29E3-49B0-9933F0C44A62}"/>
                    </a:ext>
                  </a:extLst>
                </p:cNvPr>
                <p:cNvCxnSpPr>
                  <a:cxnSpLocks/>
                  <a:stCxn id="29" idx="2"/>
                  <a:endCxn id="30" idx="0"/>
                </p:cNvCxnSpPr>
                <p:nvPr/>
              </p:nvCxnSpPr>
              <p:spPr>
                <a:xfrm>
                  <a:off x="3960756" y="4122222"/>
                  <a:ext cx="0" cy="185987"/>
                </a:xfrm>
                <a:prstGeom prst="straightConnector1">
                  <a:avLst/>
                </a:prstGeom>
                <a:ln w="25400">
                  <a:solidFill>
                    <a:schemeClr val="tx1"/>
                  </a:solidFill>
                  <a:headEnd w="lg" len="lg"/>
                  <a:tailEnd type="triangle"/>
                </a:ln>
              </p:spPr>
              <p:style>
                <a:lnRef idx="1">
                  <a:schemeClr val="accent1"/>
                </a:lnRef>
                <a:fillRef idx="0">
                  <a:schemeClr val="accent1"/>
                </a:fillRef>
                <a:effectRef idx="0">
                  <a:schemeClr val="accent1"/>
                </a:effectRef>
                <a:fontRef idx="minor">
                  <a:schemeClr val="tx1"/>
                </a:fontRef>
              </p:style>
            </p:cxnSp>
            <p:cxnSp>
              <p:nvCxnSpPr>
                <p:cNvPr id="41" name="Connector: Elbow 40">
                  <a:extLst>
                    <a:ext uri="{FF2B5EF4-FFF2-40B4-BE49-F238E27FC236}">
                      <a16:creationId xmlns:a16="http://schemas.microsoft.com/office/drawing/2014/main" id="{F24321AC-F7B9-B8A0-2942-F16F7BFEEB44}"/>
                    </a:ext>
                  </a:extLst>
                </p:cNvPr>
                <p:cNvCxnSpPr>
                  <a:cxnSpLocks/>
                  <a:stCxn id="29" idx="3"/>
                  <a:endCxn id="34" idx="2"/>
                </p:cNvCxnSpPr>
                <p:nvPr/>
              </p:nvCxnSpPr>
              <p:spPr>
                <a:xfrm flipV="1">
                  <a:off x="4509693" y="3551984"/>
                  <a:ext cx="804970" cy="411221"/>
                </a:xfrm>
                <a:prstGeom prst="bentConnector2">
                  <a:avLst/>
                </a:prstGeom>
                <a:ln w="25400">
                  <a:solidFill>
                    <a:schemeClr val="tx1"/>
                  </a:solidFill>
                  <a:headEnd w="lg" len="lg"/>
                  <a:tailEnd type="triangle"/>
                </a:ln>
              </p:spPr>
              <p:style>
                <a:lnRef idx="1">
                  <a:schemeClr val="accent1"/>
                </a:lnRef>
                <a:fillRef idx="0">
                  <a:schemeClr val="accent1"/>
                </a:fillRef>
                <a:effectRef idx="0">
                  <a:schemeClr val="accent1"/>
                </a:effectRef>
                <a:fontRef idx="minor">
                  <a:schemeClr val="tx1"/>
                </a:fontRef>
              </p:style>
            </p:cxnSp>
            <p:cxnSp>
              <p:nvCxnSpPr>
                <p:cNvPr id="42" name="Connector: Elbow 41">
                  <a:extLst>
                    <a:ext uri="{FF2B5EF4-FFF2-40B4-BE49-F238E27FC236}">
                      <a16:creationId xmlns:a16="http://schemas.microsoft.com/office/drawing/2014/main" id="{F10A64D2-574B-BC57-4E5F-AEAF2589D1DA}"/>
                    </a:ext>
                  </a:extLst>
                </p:cNvPr>
                <p:cNvCxnSpPr>
                  <a:cxnSpLocks/>
                  <a:stCxn id="30" idx="3"/>
                  <a:endCxn id="34" idx="2"/>
                </p:cNvCxnSpPr>
                <p:nvPr/>
              </p:nvCxnSpPr>
              <p:spPr>
                <a:xfrm flipV="1">
                  <a:off x="4599415" y="3551984"/>
                  <a:ext cx="715248" cy="915242"/>
                </a:xfrm>
                <a:prstGeom prst="bentConnector2">
                  <a:avLst/>
                </a:prstGeom>
                <a:ln w="25400">
                  <a:solidFill>
                    <a:schemeClr val="tx1"/>
                  </a:solidFill>
                  <a:headEnd w="lg" len="lg"/>
                  <a:tailEnd type="triangle"/>
                </a:ln>
              </p:spPr>
              <p:style>
                <a:lnRef idx="1">
                  <a:schemeClr val="accent1"/>
                </a:lnRef>
                <a:fillRef idx="0">
                  <a:schemeClr val="accent1"/>
                </a:fillRef>
                <a:effectRef idx="0">
                  <a:schemeClr val="accent1"/>
                </a:effectRef>
                <a:fontRef idx="minor">
                  <a:schemeClr val="tx1"/>
                </a:fontRef>
              </p:style>
            </p:cxnSp>
            <p:cxnSp>
              <p:nvCxnSpPr>
                <p:cNvPr id="43" name="Straight Arrow Connector 42">
                  <a:extLst>
                    <a:ext uri="{FF2B5EF4-FFF2-40B4-BE49-F238E27FC236}">
                      <a16:creationId xmlns:a16="http://schemas.microsoft.com/office/drawing/2014/main" id="{33BB4E28-5FE4-5F40-23BF-F21795E01033}"/>
                    </a:ext>
                  </a:extLst>
                </p:cNvPr>
                <p:cNvCxnSpPr>
                  <a:cxnSpLocks/>
                  <a:stCxn id="25" idx="3"/>
                  <a:endCxn id="34" idx="1"/>
                </p:cNvCxnSpPr>
                <p:nvPr/>
              </p:nvCxnSpPr>
              <p:spPr>
                <a:xfrm>
                  <a:off x="4428866" y="3367842"/>
                  <a:ext cx="468109" cy="0"/>
                </a:xfrm>
                <a:prstGeom prst="straightConnector1">
                  <a:avLst/>
                </a:prstGeom>
                <a:ln w="25400">
                  <a:solidFill>
                    <a:schemeClr val="tx1"/>
                  </a:solidFill>
                  <a:headEnd w="lg" len="lg"/>
                  <a:tailEnd type="triangle"/>
                </a:ln>
              </p:spPr>
              <p:style>
                <a:lnRef idx="1">
                  <a:schemeClr val="accent1"/>
                </a:lnRef>
                <a:fillRef idx="0">
                  <a:schemeClr val="accent1"/>
                </a:fillRef>
                <a:effectRef idx="0">
                  <a:schemeClr val="accent1"/>
                </a:effectRef>
                <a:fontRef idx="minor">
                  <a:schemeClr val="tx1"/>
                </a:fontRef>
              </p:style>
            </p:cxnSp>
            <p:cxnSp>
              <p:nvCxnSpPr>
                <p:cNvPr id="44" name="Straight Arrow Connector 43">
                  <a:extLst>
                    <a:ext uri="{FF2B5EF4-FFF2-40B4-BE49-F238E27FC236}">
                      <a16:creationId xmlns:a16="http://schemas.microsoft.com/office/drawing/2014/main" id="{D5621DE6-12BA-05FD-34D3-A3713AF76808}"/>
                    </a:ext>
                  </a:extLst>
                </p:cNvPr>
                <p:cNvCxnSpPr>
                  <a:cxnSpLocks/>
                  <a:stCxn id="37" idx="2"/>
                  <a:endCxn id="38" idx="0"/>
                </p:cNvCxnSpPr>
                <p:nvPr/>
              </p:nvCxnSpPr>
              <p:spPr>
                <a:xfrm flipH="1">
                  <a:off x="1386713" y="2008786"/>
                  <a:ext cx="244" cy="227820"/>
                </a:xfrm>
                <a:prstGeom prst="straightConnector1">
                  <a:avLst/>
                </a:prstGeom>
                <a:ln w="25400">
                  <a:solidFill>
                    <a:schemeClr val="tx1"/>
                  </a:solidFill>
                  <a:headEnd w="lg" len="lg"/>
                  <a:tailEnd type="triangle"/>
                </a:ln>
              </p:spPr>
              <p:style>
                <a:lnRef idx="1">
                  <a:schemeClr val="accent1"/>
                </a:lnRef>
                <a:fillRef idx="0">
                  <a:schemeClr val="accent1"/>
                </a:fillRef>
                <a:effectRef idx="0">
                  <a:schemeClr val="accent1"/>
                </a:effectRef>
                <a:fontRef idx="minor">
                  <a:schemeClr val="tx1"/>
                </a:fontRef>
              </p:style>
            </p:cxnSp>
            <p:cxnSp>
              <p:nvCxnSpPr>
                <p:cNvPr id="45" name="Straight Arrow Connector 44">
                  <a:extLst>
                    <a:ext uri="{FF2B5EF4-FFF2-40B4-BE49-F238E27FC236}">
                      <a16:creationId xmlns:a16="http://schemas.microsoft.com/office/drawing/2014/main" id="{8A042492-A935-E4EB-481B-55D361BEC581}"/>
                    </a:ext>
                  </a:extLst>
                </p:cNvPr>
                <p:cNvCxnSpPr>
                  <a:cxnSpLocks/>
                  <a:stCxn id="38" idx="3"/>
                </p:cNvCxnSpPr>
                <p:nvPr/>
              </p:nvCxnSpPr>
              <p:spPr>
                <a:xfrm flipV="1">
                  <a:off x="1811616" y="2487763"/>
                  <a:ext cx="92485" cy="1"/>
                </a:xfrm>
                <a:prstGeom prst="straightConnector1">
                  <a:avLst/>
                </a:prstGeom>
                <a:ln w="25400">
                  <a:solidFill>
                    <a:schemeClr val="tx1"/>
                  </a:solidFill>
                  <a:headEnd w="lg" len="lg"/>
                  <a:tailEnd type="triangle"/>
                </a:ln>
              </p:spPr>
              <p:style>
                <a:lnRef idx="1">
                  <a:schemeClr val="accent1"/>
                </a:lnRef>
                <a:fillRef idx="0">
                  <a:schemeClr val="accent1"/>
                </a:fillRef>
                <a:effectRef idx="0">
                  <a:schemeClr val="accent1"/>
                </a:effectRef>
                <a:fontRef idx="minor">
                  <a:schemeClr val="tx1"/>
                </a:fontRef>
              </p:style>
            </p:cxnSp>
            <p:cxnSp>
              <p:nvCxnSpPr>
                <p:cNvPr id="46" name="Connector: Elbow 45">
                  <a:extLst>
                    <a:ext uri="{FF2B5EF4-FFF2-40B4-BE49-F238E27FC236}">
                      <a16:creationId xmlns:a16="http://schemas.microsoft.com/office/drawing/2014/main" id="{AF591381-25DD-BF32-6C29-D69B42783478}"/>
                    </a:ext>
                  </a:extLst>
                </p:cNvPr>
                <p:cNvCxnSpPr>
                  <a:cxnSpLocks/>
                  <a:stCxn id="26" idx="0"/>
                  <a:endCxn id="18" idx="1"/>
                </p:cNvCxnSpPr>
                <p:nvPr/>
              </p:nvCxnSpPr>
              <p:spPr>
                <a:xfrm rot="5400000" flipH="1" flipV="1">
                  <a:off x="2454479" y="1961333"/>
                  <a:ext cx="260596" cy="289951"/>
                </a:xfrm>
                <a:prstGeom prst="bentConnector2">
                  <a:avLst/>
                </a:prstGeom>
                <a:ln w="25400">
                  <a:solidFill>
                    <a:schemeClr val="tx1"/>
                  </a:solidFill>
                  <a:headEnd w="lg" len="lg"/>
                  <a:tailEnd type="triangle"/>
                </a:ln>
              </p:spPr>
              <p:style>
                <a:lnRef idx="1">
                  <a:schemeClr val="accent1"/>
                </a:lnRef>
                <a:fillRef idx="0">
                  <a:schemeClr val="accent1"/>
                </a:fillRef>
                <a:effectRef idx="0">
                  <a:schemeClr val="accent1"/>
                </a:effectRef>
                <a:fontRef idx="minor">
                  <a:schemeClr val="tx1"/>
                </a:fontRef>
              </p:style>
            </p:cxnSp>
          </p:grpSp>
          <p:grpSp>
            <p:nvGrpSpPr>
              <p:cNvPr id="14" name="Group 13">
                <a:extLst>
                  <a:ext uri="{FF2B5EF4-FFF2-40B4-BE49-F238E27FC236}">
                    <a16:creationId xmlns:a16="http://schemas.microsoft.com/office/drawing/2014/main" id="{F34CDC38-4376-E168-3808-DA9E3C95A254}"/>
                  </a:ext>
                </a:extLst>
              </p:cNvPr>
              <p:cNvGrpSpPr/>
              <p:nvPr/>
            </p:nvGrpSpPr>
            <p:grpSpPr>
              <a:xfrm>
                <a:off x="4784190" y="5637179"/>
                <a:ext cx="1177746" cy="261240"/>
                <a:chOff x="4784190" y="5637179"/>
                <a:chExt cx="1177746" cy="261240"/>
              </a:xfrm>
            </p:grpSpPr>
            <p:sp>
              <p:nvSpPr>
                <p:cNvPr id="15" name="Rectangle: Rounded Corners 14">
                  <a:extLst>
                    <a:ext uri="{FF2B5EF4-FFF2-40B4-BE49-F238E27FC236}">
                      <a16:creationId xmlns:a16="http://schemas.microsoft.com/office/drawing/2014/main" id="{5C0A9C3F-D422-DCAC-2F46-6CC479A96C53}"/>
                    </a:ext>
                  </a:extLst>
                </p:cNvPr>
                <p:cNvSpPr/>
                <p:nvPr/>
              </p:nvSpPr>
              <p:spPr>
                <a:xfrm>
                  <a:off x="4784190" y="5637179"/>
                  <a:ext cx="1177746" cy="261240"/>
                </a:xfrm>
                <a:prstGeom prst="roundRect">
                  <a:avLst/>
                </a:prstGeom>
                <a:noFill/>
                <a:ln w="285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nchorCtr="0"/>
                <a:lstStyle/>
                <a:p>
                  <a:r>
                    <a:rPr lang="en-US" sz="1050" b="1">
                      <a:solidFill>
                        <a:schemeClr val="tx1"/>
                      </a:solidFill>
                    </a:rPr>
                    <a:t>SAP BTP</a:t>
                  </a:r>
                </a:p>
              </p:txBody>
            </p:sp>
            <p:sp>
              <p:nvSpPr>
                <p:cNvPr id="16" name="Rectangle: Rounded Corners 15">
                  <a:extLst>
                    <a:ext uri="{FF2B5EF4-FFF2-40B4-BE49-F238E27FC236}">
                      <a16:creationId xmlns:a16="http://schemas.microsoft.com/office/drawing/2014/main" id="{33CEB9DC-B203-5B7C-8E22-EAFD35FA7639}"/>
                    </a:ext>
                  </a:extLst>
                </p:cNvPr>
                <p:cNvSpPr/>
                <p:nvPr/>
              </p:nvSpPr>
              <p:spPr>
                <a:xfrm>
                  <a:off x="5558635" y="5693697"/>
                  <a:ext cx="217050" cy="148503"/>
                </a:xfrm>
                <a:prstGeom prst="roundRect">
                  <a:avLst/>
                </a:prstGeom>
                <a:solidFill>
                  <a:schemeClr val="accent1"/>
                </a:solidFill>
                <a:ln w="28575">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nchorCtr="0"/>
                <a:lstStyle/>
                <a:p>
                  <a:pPr algn="ctr"/>
                  <a:endParaRPr lang="en-US" sz="1000" b="1">
                    <a:solidFill>
                      <a:schemeClr val="tx1"/>
                    </a:solidFill>
                  </a:endParaRPr>
                </a:p>
              </p:txBody>
            </p:sp>
          </p:grpSp>
        </p:grpSp>
        <p:sp>
          <p:nvSpPr>
            <p:cNvPr id="12" name="Rectangle: Rounded Corners 11">
              <a:extLst>
                <a:ext uri="{FF2B5EF4-FFF2-40B4-BE49-F238E27FC236}">
                  <a16:creationId xmlns:a16="http://schemas.microsoft.com/office/drawing/2014/main" id="{E2F7E1D8-AB28-49B7-28DF-69FD052BFFC5}"/>
                </a:ext>
              </a:extLst>
            </p:cNvPr>
            <p:cNvSpPr/>
            <p:nvPr/>
          </p:nvSpPr>
          <p:spPr>
            <a:xfrm>
              <a:off x="1142692" y="2779828"/>
              <a:ext cx="950215" cy="629864"/>
            </a:xfrm>
            <a:prstGeom prst="roundRect">
              <a:avLst/>
            </a:prstGeom>
            <a:noFill/>
            <a:ln w="317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pPr algn="l"/>
              <a:endParaRPr lang="en-US"/>
            </a:p>
          </p:txBody>
        </p:sp>
      </p:grpSp>
      <p:sp>
        <p:nvSpPr>
          <p:cNvPr id="5" name="Fußzeilenplatzhalter 2">
            <a:extLst>
              <a:ext uri="{FF2B5EF4-FFF2-40B4-BE49-F238E27FC236}">
                <a16:creationId xmlns:a16="http://schemas.microsoft.com/office/drawing/2014/main" id="{ECBDD3DA-F008-98A6-962C-19F6EAFC8803}"/>
              </a:ext>
            </a:extLst>
          </p:cNvPr>
          <p:cNvSpPr>
            <a:spLocks noGrp="1"/>
          </p:cNvSpPr>
          <p:nvPr>
            <p:ph type="ftr" sz="quarter" idx="10"/>
          </p:nvPr>
        </p:nvSpPr>
        <p:spPr>
          <a:xfrm>
            <a:off x="1059160" y="6310800"/>
            <a:ext cx="9216000" cy="547200"/>
          </a:xfrm>
        </p:spPr>
        <p:txBody>
          <a:bodyPr/>
          <a:lstStyle/>
          <a:p>
            <a:pPr>
              <a:lnSpc>
                <a:spcPct val="100000"/>
              </a:lnSpc>
            </a:pPr>
            <a:r>
              <a:rPr lang="en-US"/>
              <a:t>Internal | © Siemens 2025 | SHERPA X I MM081 Procurement via Direct X</a:t>
            </a:r>
          </a:p>
        </p:txBody>
      </p:sp>
    </p:spTree>
    <p:extLst>
      <p:ext uri="{BB962C8B-B14F-4D97-AF65-F5344CB8AC3E}">
        <p14:creationId xmlns:p14="http://schemas.microsoft.com/office/powerpoint/2010/main" val="1729791633"/>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9AF0D8-6F0C-6B7A-7525-672B8990D149}"/>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B8AF4B54-0DCB-4841-538C-2759E47F3426}"/>
              </a:ext>
            </a:extLst>
          </p:cNvPr>
          <p:cNvSpPr>
            <a:spLocks noGrp="1"/>
          </p:cNvSpPr>
          <p:nvPr>
            <p:ph type="title"/>
          </p:nvPr>
        </p:nvSpPr>
        <p:spPr/>
        <p:txBody>
          <a:bodyPr/>
          <a:lstStyle/>
          <a:p>
            <a:r>
              <a:rPr lang="en-US">
                <a:solidFill>
                  <a:srgbClr val="00557C"/>
                </a:solidFill>
              </a:rPr>
              <a:t>Procurement Expert Selection</a:t>
            </a:r>
          </a:p>
        </p:txBody>
      </p:sp>
      <p:sp>
        <p:nvSpPr>
          <p:cNvPr id="4" name="Foliennummernplatzhalter 3">
            <a:extLst>
              <a:ext uri="{FF2B5EF4-FFF2-40B4-BE49-F238E27FC236}">
                <a16:creationId xmlns:a16="http://schemas.microsoft.com/office/drawing/2014/main" id="{776534E6-A8C4-8DB4-3A85-E62AE6AE8B00}"/>
              </a:ext>
            </a:extLst>
          </p:cNvPr>
          <p:cNvSpPr>
            <a:spLocks noGrp="1"/>
          </p:cNvSpPr>
          <p:nvPr>
            <p:ph type="sldNum" sz="quarter" idx="11"/>
          </p:nvPr>
        </p:nvSpPr>
        <p:spPr/>
        <p:txBody>
          <a:bodyPr/>
          <a:lstStyle/>
          <a:p>
            <a:r>
              <a:rPr lang="en-US"/>
              <a:t>Page </a:t>
            </a:r>
            <a:fld id="{15EBE321-CBB1-4E91-BD14-37C8D44326FB}" type="slidenum">
              <a:rPr lang="en-US" smtClean="0"/>
              <a:pPr/>
              <a:t>75</a:t>
            </a:fld>
            <a:endParaRPr lang="en-US"/>
          </a:p>
        </p:txBody>
      </p:sp>
      <p:sp>
        <p:nvSpPr>
          <p:cNvPr id="5" name="Rechteck 5">
            <a:extLst>
              <a:ext uri="{FF2B5EF4-FFF2-40B4-BE49-F238E27FC236}">
                <a16:creationId xmlns:a16="http://schemas.microsoft.com/office/drawing/2014/main" id="{DBA8B99D-FF62-FA61-B1F5-CD5CDD6755F8}"/>
              </a:ext>
            </a:extLst>
          </p:cNvPr>
          <p:cNvSpPr/>
          <p:nvPr/>
        </p:nvSpPr>
        <p:spPr>
          <a:xfrm>
            <a:off x="6096000" y="1537855"/>
            <a:ext cx="5652655" cy="429490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pPr indent="-285750">
              <a:spcAft>
                <a:spcPts val="600"/>
              </a:spcAft>
              <a:buFont typeface="Arial" panose="020B0604020202020204" pitchFamily="34" charset="0"/>
              <a:buChar char="•"/>
              <a:tabLst>
                <a:tab pos="540385" algn="l"/>
                <a:tab pos="1080135" algn="l"/>
              </a:tabLst>
            </a:pPr>
            <a:r>
              <a:rPr lang="cs-CZ" sz="1200">
                <a:solidFill>
                  <a:schemeClr val="tx1"/>
                </a:solidFill>
              </a:rPr>
              <a:t>The selection of a procurement expert based on the total amount of the PO.</a:t>
            </a:r>
          </a:p>
          <a:p>
            <a:pPr marL="628650" lvl="1" indent="-171450">
              <a:spcAft>
                <a:spcPts val="600"/>
              </a:spcAft>
              <a:buFont typeface="Wingdings" panose="05000000000000000000" pitchFamily="2" charset="2"/>
              <a:buChar char="Ø"/>
              <a:tabLst>
                <a:tab pos="540385" algn="l"/>
                <a:tab pos="1080135" algn="l"/>
              </a:tabLst>
            </a:pPr>
            <a:r>
              <a:rPr lang="cs-CZ" sz="1200">
                <a:solidFill>
                  <a:schemeClr val="tx1"/>
                </a:solidFill>
              </a:rPr>
              <a:t> PO &lt; 50.000 EUR – no expert needed, PO approved with one purchaser step</a:t>
            </a:r>
          </a:p>
          <a:p>
            <a:pPr marL="628650" lvl="1" indent="-171450">
              <a:spcAft>
                <a:spcPts val="600"/>
              </a:spcAft>
              <a:buFont typeface="Wingdings" panose="05000000000000000000" pitchFamily="2" charset="2"/>
              <a:buChar char="Ø"/>
              <a:tabLst>
                <a:tab pos="540385" algn="l"/>
                <a:tab pos="1080135" algn="l"/>
              </a:tabLst>
            </a:pPr>
            <a:r>
              <a:rPr lang="cs-CZ" sz="1200">
                <a:solidFill>
                  <a:schemeClr val="tx1"/>
                </a:solidFill>
              </a:rPr>
              <a:t>PO &gt; 50.000 EUR – expert needed, the additional expert workflow is triggered – only in case, that the PO Creator (purchaser) is without expert role</a:t>
            </a:r>
          </a:p>
          <a:p>
            <a:pPr indent="-285750">
              <a:spcAft>
                <a:spcPts val="600"/>
              </a:spcAft>
              <a:buFont typeface="Arial" panose="020B0604020202020204" pitchFamily="34" charset="0"/>
              <a:buChar char="•"/>
              <a:tabLst>
                <a:tab pos="540385" algn="l"/>
                <a:tab pos="1080135" algn="l"/>
              </a:tabLst>
            </a:pPr>
            <a:endParaRPr lang="cs-CZ" sz="1200">
              <a:solidFill>
                <a:schemeClr val="tx1"/>
              </a:solidFill>
            </a:endParaRPr>
          </a:p>
          <a:p>
            <a:pPr indent="-285750">
              <a:spcAft>
                <a:spcPts val="600"/>
              </a:spcAft>
              <a:buFont typeface="Arial" panose="020B0604020202020204" pitchFamily="34" charset="0"/>
              <a:buChar char="•"/>
              <a:tabLst>
                <a:tab pos="540385" algn="l"/>
                <a:tab pos="1080135" algn="l"/>
              </a:tabLst>
            </a:pPr>
            <a:r>
              <a:rPr lang="en-US" sz="1200">
                <a:solidFill>
                  <a:schemeClr val="tx1"/>
                </a:solidFill>
              </a:rPr>
              <a:t>The Procurement Expert in the Direct X Procurement process is one of the Purchasers with expert role and his approval serves as a quality gate to review the PO data and ensure that the PO is ready to be sent to the supplier.</a:t>
            </a:r>
            <a:endParaRPr lang="cs-CZ" sz="1200">
              <a:solidFill>
                <a:schemeClr val="tx1"/>
              </a:solidFill>
            </a:endParaRPr>
          </a:p>
          <a:p>
            <a:pPr>
              <a:spcAft>
                <a:spcPts val="600"/>
              </a:spcAft>
              <a:tabLst>
                <a:tab pos="540385" algn="l"/>
                <a:tab pos="1080135" algn="l"/>
              </a:tabLst>
            </a:pPr>
            <a:endParaRPr lang="en-US" sz="1200">
              <a:solidFill>
                <a:schemeClr val="tx1"/>
              </a:solidFill>
            </a:endParaRPr>
          </a:p>
          <a:p>
            <a:pPr marL="0" marR="0" indent="-285750">
              <a:spcAft>
                <a:spcPts val="600"/>
              </a:spcAft>
              <a:buFont typeface="Arial" panose="020B0604020202020204" pitchFamily="34" charset="0"/>
              <a:buChar char="•"/>
              <a:tabLst>
                <a:tab pos="540385" algn="l"/>
                <a:tab pos="1080135" algn="l"/>
              </a:tabLst>
            </a:pPr>
            <a:r>
              <a:rPr lang="en-US" sz="1200">
                <a:solidFill>
                  <a:schemeClr val="tx1"/>
                </a:solidFill>
              </a:rPr>
              <a:t>The Procurement Expert will have a normal Purchaser role on S4P system but will be determined in the PO workflow based on a condition table in SAP BTP.</a:t>
            </a:r>
            <a:endParaRPr lang="cs-CZ" sz="1200">
              <a:solidFill>
                <a:schemeClr val="tx1"/>
              </a:solidFill>
            </a:endParaRPr>
          </a:p>
          <a:p>
            <a:pPr marR="0">
              <a:spcAft>
                <a:spcPts val="600"/>
              </a:spcAft>
              <a:tabLst>
                <a:tab pos="540385" algn="l"/>
                <a:tab pos="1080135" algn="l"/>
              </a:tabLst>
            </a:pPr>
            <a:endParaRPr lang="en-US" sz="1200">
              <a:solidFill>
                <a:schemeClr val="tx1"/>
              </a:solidFill>
              <a:cs typeface="Arial"/>
            </a:endParaRPr>
          </a:p>
          <a:p>
            <a:pPr lvl="1"/>
            <a:endParaRPr lang="en-US">
              <a:solidFill>
                <a:schemeClr val="tx1"/>
              </a:solidFill>
            </a:endParaRPr>
          </a:p>
        </p:txBody>
      </p:sp>
      <p:pic>
        <p:nvPicPr>
          <p:cNvPr id="8" name="Picture 7">
            <a:extLst>
              <a:ext uri="{FF2B5EF4-FFF2-40B4-BE49-F238E27FC236}">
                <a16:creationId xmlns:a16="http://schemas.microsoft.com/office/drawing/2014/main" id="{3AE29930-EE72-FD18-B4A3-0EDFC83BBDEA}"/>
              </a:ext>
            </a:extLst>
          </p:cNvPr>
          <p:cNvPicPr>
            <a:picLocks noChangeAspect="1"/>
          </p:cNvPicPr>
          <p:nvPr/>
        </p:nvPicPr>
        <p:blipFill>
          <a:blip r:embed="rId3"/>
          <a:stretch>
            <a:fillRect/>
          </a:stretch>
        </p:blipFill>
        <p:spPr>
          <a:xfrm>
            <a:off x="229167" y="1613460"/>
            <a:ext cx="5515745" cy="2972215"/>
          </a:xfrm>
          <a:prstGeom prst="rect">
            <a:avLst/>
          </a:prstGeom>
          <a:ln>
            <a:solidFill>
              <a:schemeClr val="accent1"/>
            </a:solidFill>
          </a:ln>
        </p:spPr>
      </p:pic>
      <p:sp>
        <p:nvSpPr>
          <p:cNvPr id="7" name="Fußzeilenplatzhalter 2">
            <a:extLst>
              <a:ext uri="{FF2B5EF4-FFF2-40B4-BE49-F238E27FC236}">
                <a16:creationId xmlns:a16="http://schemas.microsoft.com/office/drawing/2014/main" id="{4165B87F-76C9-1402-EEB8-465BD2F9A82F}"/>
              </a:ext>
            </a:extLst>
          </p:cNvPr>
          <p:cNvSpPr>
            <a:spLocks noGrp="1"/>
          </p:cNvSpPr>
          <p:nvPr>
            <p:ph type="ftr" sz="quarter" idx="10"/>
          </p:nvPr>
        </p:nvSpPr>
        <p:spPr>
          <a:xfrm>
            <a:off x="1059160" y="6310800"/>
            <a:ext cx="9216000" cy="547200"/>
          </a:xfrm>
        </p:spPr>
        <p:txBody>
          <a:bodyPr/>
          <a:lstStyle/>
          <a:p>
            <a:pPr>
              <a:lnSpc>
                <a:spcPct val="100000"/>
              </a:lnSpc>
            </a:pPr>
            <a:r>
              <a:rPr lang="en-US"/>
              <a:t>Internal | © Siemens 2025 | SHERPA X I MM081 Procurement via Direct X</a:t>
            </a:r>
          </a:p>
        </p:txBody>
      </p:sp>
    </p:spTree>
    <p:extLst>
      <p:ext uri="{BB962C8B-B14F-4D97-AF65-F5344CB8AC3E}">
        <p14:creationId xmlns:p14="http://schemas.microsoft.com/office/powerpoint/2010/main" val="1525952624"/>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A62679-5132-8D02-9912-194C6F094A82}"/>
            </a:ext>
          </a:extLst>
        </p:cNvPr>
        <p:cNvGrpSpPr/>
        <p:nvPr/>
      </p:nvGrpSpPr>
      <p:grpSpPr>
        <a:xfrm>
          <a:off x="0" y="0"/>
          <a:ext cx="0" cy="0"/>
          <a:chOff x="0" y="0"/>
          <a:chExt cx="0" cy="0"/>
        </a:xfrm>
      </p:grpSpPr>
      <p:sp>
        <p:nvSpPr>
          <p:cNvPr id="6" name="Rechteck 5">
            <a:extLst>
              <a:ext uri="{FF2B5EF4-FFF2-40B4-BE49-F238E27FC236}">
                <a16:creationId xmlns:a16="http://schemas.microsoft.com/office/drawing/2014/main" id="{C55B2A34-D46F-B227-2DA1-D35E63B04032}"/>
              </a:ext>
            </a:extLst>
          </p:cNvPr>
          <p:cNvSpPr/>
          <p:nvPr/>
        </p:nvSpPr>
        <p:spPr>
          <a:xfrm>
            <a:off x="6819899" y="1937442"/>
            <a:ext cx="5293637" cy="4623156"/>
          </a:xfrm>
          <a:prstGeom prst="rect">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r>
              <a:rPr lang="en-US" sz="1200">
                <a:solidFill>
                  <a:schemeClr val="tx1"/>
                </a:solidFill>
              </a:rPr>
              <a:t>PO Creator/Purchaser will receive an email to validate the PO.</a:t>
            </a:r>
          </a:p>
          <a:p>
            <a:endParaRPr lang="en-US" sz="1200">
              <a:solidFill>
                <a:schemeClr val="tx1"/>
              </a:solidFill>
            </a:endParaRPr>
          </a:p>
          <a:p>
            <a:r>
              <a:rPr lang="en-US" sz="1200">
                <a:solidFill>
                  <a:schemeClr val="tx1"/>
                </a:solidFill>
              </a:rPr>
              <a:t>The email will include the PO number and main organization structure of the PO:</a:t>
            </a:r>
          </a:p>
          <a:p>
            <a:pPr marL="628650" lvl="1" indent="-171450">
              <a:buFont typeface="Arial" panose="020B0604020202020204" pitchFamily="34" charset="0"/>
              <a:buChar char="•"/>
            </a:pPr>
            <a:r>
              <a:rPr lang="en-US" sz="1200">
                <a:solidFill>
                  <a:schemeClr val="tx1"/>
                </a:solidFill>
              </a:rPr>
              <a:t>Company Code: 3003</a:t>
            </a:r>
          </a:p>
          <a:p>
            <a:pPr marL="628650" lvl="1" indent="-171450">
              <a:buFont typeface="Arial" panose="020B0604020202020204" pitchFamily="34" charset="0"/>
              <a:buChar char="•"/>
            </a:pPr>
            <a:r>
              <a:rPr lang="en-US" sz="1200">
                <a:solidFill>
                  <a:schemeClr val="tx1"/>
                </a:solidFill>
              </a:rPr>
              <a:t>Purchasing Org: C300</a:t>
            </a:r>
          </a:p>
          <a:p>
            <a:pPr marL="628650" lvl="1" indent="-171450">
              <a:buFont typeface="Arial" panose="020B0604020202020204" pitchFamily="34" charset="0"/>
              <a:buChar char="•"/>
            </a:pPr>
            <a:r>
              <a:rPr lang="en-US" sz="1200">
                <a:solidFill>
                  <a:schemeClr val="tx1"/>
                </a:solidFill>
              </a:rPr>
              <a:t>Purchasing Group: The individual Purchasing Group</a:t>
            </a:r>
          </a:p>
          <a:p>
            <a:pPr marL="628650" lvl="1" indent="-171450">
              <a:buFont typeface="Arial" panose="020B0604020202020204" pitchFamily="34" charset="0"/>
              <a:buChar char="•"/>
            </a:pPr>
            <a:r>
              <a:rPr lang="en-US" sz="1200">
                <a:solidFill>
                  <a:schemeClr val="tx1"/>
                </a:solidFill>
              </a:rPr>
              <a:t>Total value of the PO</a:t>
            </a:r>
          </a:p>
          <a:p>
            <a:pPr marL="628650" lvl="1" indent="-171450">
              <a:buFont typeface="Arial" panose="020B0604020202020204" pitchFamily="34" charset="0"/>
              <a:buChar char="•"/>
            </a:pPr>
            <a:endParaRPr lang="en-US" sz="1200">
              <a:solidFill>
                <a:schemeClr val="tx1"/>
              </a:solidFill>
            </a:endParaRPr>
          </a:p>
          <a:p>
            <a:endParaRPr lang="en-US" sz="1200">
              <a:solidFill>
                <a:schemeClr val="tx1"/>
              </a:solidFill>
            </a:endParaRPr>
          </a:p>
          <a:p>
            <a:r>
              <a:rPr lang="en-US" sz="1200">
                <a:solidFill>
                  <a:schemeClr val="tx1"/>
                </a:solidFill>
              </a:rPr>
              <a:t>Click on the Link to access the BTP My Inbox Form.</a:t>
            </a:r>
          </a:p>
        </p:txBody>
      </p:sp>
      <p:sp>
        <p:nvSpPr>
          <p:cNvPr id="8" name="Rechteck 5">
            <a:extLst>
              <a:ext uri="{FF2B5EF4-FFF2-40B4-BE49-F238E27FC236}">
                <a16:creationId xmlns:a16="http://schemas.microsoft.com/office/drawing/2014/main" id="{C4B30BA3-0B22-8B74-AC85-015F54C0093E}"/>
              </a:ext>
            </a:extLst>
          </p:cNvPr>
          <p:cNvSpPr/>
          <p:nvPr/>
        </p:nvSpPr>
        <p:spPr>
          <a:xfrm>
            <a:off x="6819899" y="1136342"/>
            <a:ext cx="5293637" cy="818023"/>
          </a:xfrm>
          <a:prstGeom prst="rect">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pPr algn="l"/>
            <a:r>
              <a:rPr lang="en-US" sz="1200" b="1">
                <a:solidFill>
                  <a:schemeClr val="tx1"/>
                </a:solidFill>
              </a:rPr>
              <a:t>Email: Direct X – PO # has been sent for validation</a:t>
            </a:r>
            <a:endParaRPr lang="de-DE" sz="1200" b="1">
              <a:solidFill>
                <a:schemeClr val="tx1"/>
              </a:solidFill>
            </a:endParaRPr>
          </a:p>
        </p:txBody>
      </p:sp>
      <p:sp>
        <p:nvSpPr>
          <p:cNvPr id="3" name="TextBox 2">
            <a:extLst>
              <a:ext uri="{FF2B5EF4-FFF2-40B4-BE49-F238E27FC236}">
                <a16:creationId xmlns:a16="http://schemas.microsoft.com/office/drawing/2014/main" id="{DE0AD8AE-A2B8-C80A-8D68-3F8BC488B2FE}"/>
              </a:ext>
            </a:extLst>
          </p:cNvPr>
          <p:cNvSpPr txBox="1"/>
          <p:nvPr/>
        </p:nvSpPr>
        <p:spPr>
          <a:xfrm>
            <a:off x="333322" y="362910"/>
            <a:ext cx="8353478" cy="369332"/>
          </a:xfrm>
          <a:prstGeom prst="rect">
            <a:avLst/>
          </a:prstGeom>
        </p:spPr>
        <p:txBody>
          <a:bodyPr vert="horz" lIns="0" tIns="0" rIns="324000" bIns="14400" rtlCol="0" anchor="b" anchorCtr="0">
            <a:noAutofit/>
          </a:bodyPr>
          <a:lstStyle>
            <a:lvl1pPr>
              <a:lnSpc>
                <a:spcPct val="90000"/>
              </a:lnSpc>
              <a:spcBef>
                <a:spcPct val="0"/>
              </a:spcBef>
              <a:buNone/>
              <a:defRPr sz="2000" b="1">
                <a:solidFill>
                  <a:srgbClr val="00557C"/>
                </a:solidFill>
                <a:latin typeface="+mj-lt"/>
                <a:ea typeface="+mj-ea"/>
                <a:cs typeface="+mj-cs"/>
              </a:defRPr>
            </a:lvl1pPr>
          </a:lstStyle>
          <a:p>
            <a:r>
              <a:rPr lang="en-US">
                <a:solidFill>
                  <a:srgbClr val="00557C"/>
                </a:solidFill>
              </a:rPr>
              <a:t>Procurement Expert Selection</a:t>
            </a:r>
            <a:endParaRPr lang="en-US"/>
          </a:p>
        </p:txBody>
      </p:sp>
      <p:pic>
        <p:nvPicPr>
          <p:cNvPr id="4" name="Picture 3">
            <a:extLst>
              <a:ext uri="{FF2B5EF4-FFF2-40B4-BE49-F238E27FC236}">
                <a16:creationId xmlns:a16="http://schemas.microsoft.com/office/drawing/2014/main" id="{42C75FE7-2032-8DFE-EA31-7BB768B977D3}"/>
              </a:ext>
            </a:extLst>
          </p:cNvPr>
          <p:cNvPicPr>
            <a:picLocks noChangeAspect="1"/>
          </p:cNvPicPr>
          <p:nvPr/>
        </p:nvPicPr>
        <p:blipFill>
          <a:blip r:embed="rId3"/>
          <a:stretch>
            <a:fillRect/>
          </a:stretch>
        </p:blipFill>
        <p:spPr>
          <a:xfrm>
            <a:off x="437183" y="1099128"/>
            <a:ext cx="6083587" cy="4446780"/>
          </a:xfrm>
          <a:prstGeom prst="rect">
            <a:avLst/>
          </a:prstGeom>
          <a:ln>
            <a:solidFill>
              <a:srgbClr val="009999"/>
            </a:solidFill>
          </a:ln>
        </p:spPr>
      </p:pic>
      <p:sp>
        <p:nvSpPr>
          <p:cNvPr id="2" name="Rechteck 1">
            <a:extLst>
              <a:ext uri="{FF2B5EF4-FFF2-40B4-BE49-F238E27FC236}">
                <a16:creationId xmlns:a16="http://schemas.microsoft.com/office/drawing/2014/main" id="{9FA6C0B2-D8D8-BF9D-656D-97AF64FC7EA5}"/>
              </a:ext>
            </a:extLst>
          </p:cNvPr>
          <p:cNvSpPr/>
          <p:nvPr/>
        </p:nvSpPr>
        <p:spPr>
          <a:xfrm>
            <a:off x="1093304" y="4482548"/>
            <a:ext cx="437322" cy="258417"/>
          </a:xfrm>
          <a:prstGeom prst="rect">
            <a:avLst/>
          </a:prstGeom>
          <a:noFill/>
          <a:ln w="317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pPr algn="l"/>
            <a:endParaRPr lang="de-DE"/>
          </a:p>
        </p:txBody>
      </p:sp>
    </p:spTree>
    <p:extLst>
      <p:ext uri="{BB962C8B-B14F-4D97-AF65-F5344CB8AC3E}">
        <p14:creationId xmlns:p14="http://schemas.microsoft.com/office/powerpoint/2010/main" val="870677010"/>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5598A3-330D-2F72-1F66-4FA89115623F}"/>
            </a:ext>
          </a:extLst>
        </p:cNvPr>
        <p:cNvGrpSpPr/>
        <p:nvPr/>
      </p:nvGrpSpPr>
      <p:grpSpPr>
        <a:xfrm>
          <a:off x="0" y="0"/>
          <a:ext cx="0" cy="0"/>
          <a:chOff x="0" y="0"/>
          <a:chExt cx="0" cy="0"/>
        </a:xfrm>
      </p:grpSpPr>
      <p:sp>
        <p:nvSpPr>
          <p:cNvPr id="6" name="Rechteck 5">
            <a:extLst>
              <a:ext uri="{FF2B5EF4-FFF2-40B4-BE49-F238E27FC236}">
                <a16:creationId xmlns:a16="http://schemas.microsoft.com/office/drawing/2014/main" id="{386881F6-28F1-170D-CE09-4D906A85E7E3}"/>
              </a:ext>
            </a:extLst>
          </p:cNvPr>
          <p:cNvSpPr/>
          <p:nvPr/>
        </p:nvSpPr>
        <p:spPr>
          <a:xfrm>
            <a:off x="6819899" y="1937442"/>
            <a:ext cx="5293637" cy="4623156"/>
          </a:xfrm>
          <a:prstGeom prst="rect">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r>
              <a:rPr lang="en-US" sz="1200">
                <a:solidFill>
                  <a:schemeClr val="tx1"/>
                </a:solidFill>
              </a:rPr>
              <a:t>In the Example: (PO: 4500105932)</a:t>
            </a:r>
          </a:p>
          <a:p>
            <a:pPr marL="685800" lvl="1" indent="-228600">
              <a:buFont typeface="+mj-lt"/>
              <a:buAutoNum type="arabicPeriod" startAt="6"/>
            </a:pPr>
            <a:r>
              <a:rPr lang="en-US" sz="1200">
                <a:solidFill>
                  <a:schemeClr val="tx1"/>
                </a:solidFill>
              </a:rPr>
              <a:t>The Expert will be selected in the BTP notification Form</a:t>
            </a:r>
          </a:p>
          <a:p>
            <a:pPr marL="685800" lvl="1" indent="-228600">
              <a:buFont typeface="+mj-lt"/>
              <a:buAutoNum type="arabicPeriod" startAt="6"/>
            </a:pPr>
            <a:r>
              <a:rPr lang="en-US" sz="1200">
                <a:solidFill>
                  <a:schemeClr val="tx1"/>
                </a:solidFill>
              </a:rPr>
              <a:t>A list of all the Experts in the BTP condition table will appear to select from</a:t>
            </a:r>
          </a:p>
          <a:p>
            <a:pPr marL="1143000" lvl="2" indent="-228600">
              <a:buFont typeface="Arial" panose="020B0604020202020204" pitchFamily="34" charset="0"/>
              <a:buChar char="•"/>
            </a:pPr>
            <a:endParaRPr lang="en-US" sz="1200">
              <a:solidFill>
                <a:schemeClr val="tx1"/>
              </a:solidFill>
            </a:endParaRPr>
          </a:p>
        </p:txBody>
      </p:sp>
      <p:sp>
        <p:nvSpPr>
          <p:cNvPr id="8" name="Rechteck 5">
            <a:extLst>
              <a:ext uri="{FF2B5EF4-FFF2-40B4-BE49-F238E27FC236}">
                <a16:creationId xmlns:a16="http://schemas.microsoft.com/office/drawing/2014/main" id="{B658832D-2744-1462-4ED6-05A3D7586510}"/>
              </a:ext>
            </a:extLst>
          </p:cNvPr>
          <p:cNvSpPr/>
          <p:nvPr/>
        </p:nvSpPr>
        <p:spPr>
          <a:xfrm>
            <a:off x="6819899" y="1136342"/>
            <a:ext cx="5293637" cy="818023"/>
          </a:xfrm>
          <a:prstGeom prst="rect">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pPr algn="l"/>
            <a:r>
              <a:rPr lang="en-US" sz="1200">
                <a:solidFill>
                  <a:schemeClr val="tx1"/>
                </a:solidFill>
              </a:rPr>
              <a:t>S4P </a:t>
            </a:r>
            <a:r>
              <a:rPr lang="en-US" sz="1200">
                <a:solidFill>
                  <a:schemeClr val="tx1"/>
                </a:solidFill>
                <a:sym typeface="Wingdings" panose="05000000000000000000" pitchFamily="2" charset="2"/>
              </a:rPr>
              <a:t> </a:t>
            </a:r>
            <a:r>
              <a:rPr lang="en-US" sz="1200" b="1">
                <a:solidFill>
                  <a:schemeClr val="tx1"/>
                </a:solidFill>
              </a:rPr>
              <a:t>ME23N – Display Purchase Order</a:t>
            </a:r>
          </a:p>
          <a:p>
            <a:pPr algn="l"/>
            <a:endParaRPr lang="en-US" sz="1200">
              <a:solidFill>
                <a:schemeClr val="tx1"/>
              </a:solidFill>
            </a:endParaRPr>
          </a:p>
          <a:p>
            <a:pPr algn="l"/>
            <a:r>
              <a:rPr lang="en-US" sz="1200">
                <a:solidFill>
                  <a:schemeClr val="tx1"/>
                </a:solidFill>
              </a:rPr>
              <a:t>BTP </a:t>
            </a:r>
            <a:r>
              <a:rPr lang="en-US" sz="1200">
                <a:solidFill>
                  <a:schemeClr val="tx1"/>
                </a:solidFill>
                <a:sym typeface="Wingdings" panose="05000000000000000000" pitchFamily="2" charset="2"/>
              </a:rPr>
              <a:t> </a:t>
            </a:r>
            <a:r>
              <a:rPr lang="en-US" sz="1200" b="1">
                <a:solidFill>
                  <a:schemeClr val="tx1"/>
                </a:solidFill>
                <a:sym typeface="Wingdings" panose="05000000000000000000" pitchFamily="2" charset="2"/>
              </a:rPr>
              <a:t>My Inbox</a:t>
            </a:r>
            <a:r>
              <a:rPr lang="cs-CZ" sz="1200" b="1">
                <a:solidFill>
                  <a:schemeClr val="tx1"/>
                </a:solidFill>
                <a:sym typeface="Wingdings" panose="05000000000000000000" pitchFamily="2" charset="2"/>
              </a:rPr>
              <a:t> </a:t>
            </a:r>
            <a:r>
              <a:rPr lang="en-US" sz="1200" b="1">
                <a:solidFill>
                  <a:schemeClr val="tx1"/>
                </a:solidFill>
                <a:sym typeface="Wingdings" panose="05000000000000000000" pitchFamily="2" charset="2"/>
              </a:rPr>
              <a:t>– PO Update Expert Form</a:t>
            </a:r>
            <a:endParaRPr lang="de-DE" sz="1200" b="1">
              <a:solidFill>
                <a:schemeClr val="tx1"/>
              </a:solidFill>
            </a:endParaRPr>
          </a:p>
        </p:txBody>
      </p:sp>
      <p:sp>
        <p:nvSpPr>
          <p:cNvPr id="3" name="TextBox 2">
            <a:extLst>
              <a:ext uri="{FF2B5EF4-FFF2-40B4-BE49-F238E27FC236}">
                <a16:creationId xmlns:a16="http://schemas.microsoft.com/office/drawing/2014/main" id="{580C3551-1876-1195-E622-8B8B44C36A24}"/>
              </a:ext>
            </a:extLst>
          </p:cNvPr>
          <p:cNvSpPr txBox="1"/>
          <p:nvPr/>
        </p:nvSpPr>
        <p:spPr>
          <a:xfrm>
            <a:off x="333322" y="362910"/>
            <a:ext cx="8353478" cy="369332"/>
          </a:xfrm>
          <a:prstGeom prst="rect">
            <a:avLst/>
          </a:prstGeom>
        </p:spPr>
        <p:txBody>
          <a:bodyPr vert="horz" lIns="0" tIns="0" rIns="324000" bIns="14400" rtlCol="0" anchor="b" anchorCtr="0">
            <a:noAutofit/>
          </a:bodyPr>
          <a:lstStyle>
            <a:lvl1pPr>
              <a:lnSpc>
                <a:spcPct val="90000"/>
              </a:lnSpc>
              <a:spcBef>
                <a:spcPct val="0"/>
              </a:spcBef>
              <a:buNone/>
              <a:defRPr sz="2000" b="1">
                <a:solidFill>
                  <a:srgbClr val="00557C"/>
                </a:solidFill>
                <a:latin typeface="+mj-lt"/>
                <a:ea typeface="+mj-ea"/>
                <a:cs typeface="+mj-cs"/>
              </a:defRPr>
            </a:lvl1pPr>
          </a:lstStyle>
          <a:p>
            <a:r>
              <a:rPr lang="en-US">
                <a:solidFill>
                  <a:srgbClr val="00557C"/>
                </a:solidFill>
              </a:rPr>
              <a:t>Procurement Expert Selection</a:t>
            </a:r>
            <a:endParaRPr lang="en-US"/>
          </a:p>
        </p:txBody>
      </p:sp>
      <p:pic>
        <p:nvPicPr>
          <p:cNvPr id="4" name="Picture 3">
            <a:extLst>
              <a:ext uri="{FF2B5EF4-FFF2-40B4-BE49-F238E27FC236}">
                <a16:creationId xmlns:a16="http://schemas.microsoft.com/office/drawing/2014/main" id="{F8F8D3D1-C896-36C3-6517-7F11A68B2C02}"/>
              </a:ext>
            </a:extLst>
          </p:cNvPr>
          <p:cNvPicPr>
            <a:picLocks noChangeAspect="1"/>
          </p:cNvPicPr>
          <p:nvPr/>
        </p:nvPicPr>
        <p:blipFill>
          <a:blip r:embed="rId3"/>
          <a:stretch>
            <a:fillRect/>
          </a:stretch>
        </p:blipFill>
        <p:spPr>
          <a:xfrm>
            <a:off x="419914" y="1136342"/>
            <a:ext cx="5891729" cy="4222613"/>
          </a:xfrm>
          <a:prstGeom prst="rect">
            <a:avLst/>
          </a:prstGeom>
          <a:ln>
            <a:solidFill>
              <a:srgbClr val="009999"/>
            </a:solidFill>
          </a:ln>
        </p:spPr>
      </p:pic>
      <p:sp>
        <p:nvSpPr>
          <p:cNvPr id="7" name="Rectangle: Rounded Corners 6">
            <a:extLst>
              <a:ext uri="{FF2B5EF4-FFF2-40B4-BE49-F238E27FC236}">
                <a16:creationId xmlns:a16="http://schemas.microsoft.com/office/drawing/2014/main" id="{45CD90B6-F075-091E-BF36-7E76E2FE0775}"/>
              </a:ext>
            </a:extLst>
          </p:cNvPr>
          <p:cNvSpPr/>
          <p:nvPr/>
        </p:nvSpPr>
        <p:spPr>
          <a:xfrm>
            <a:off x="333322" y="5174289"/>
            <a:ext cx="616689" cy="369332"/>
          </a:xfrm>
          <a:prstGeom prst="roundRect">
            <a:avLst/>
          </a:prstGeom>
          <a:solidFill>
            <a:schemeClr val="accent4">
              <a:lumMod val="20000"/>
              <a:lumOff val="80000"/>
            </a:schemeClr>
          </a:solidFill>
          <a:ln w="31750">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pPr algn="ctr"/>
            <a:r>
              <a:rPr lang="de-DE" sz="1400" b="1">
                <a:solidFill>
                  <a:schemeClr val="tx1"/>
                </a:solidFill>
              </a:rPr>
              <a:t>BTP</a:t>
            </a:r>
            <a:endParaRPr lang="en-US" sz="1400" b="1">
              <a:solidFill>
                <a:schemeClr val="tx1"/>
              </a:solidFill>
            </a:endParaRPr>
          </a:p>
        </p:txBody>
      </p:sp>
      <p:pic>
        <p:nvPicPr>
          <p:cNvPr id="12" name="Picture 11">
            <a:extLst>
              <a:ext uri="{FF2B5EF4-FFF2-40B4-BE49-F238E27FC236}">
                <a16:creationId xmlns:a16="http://schemas.microsoft.com/office/drawing/2014/main" id="{9E616F3E-F086-EED6-BE1D-073148B01E54}"/>
              </a:ext>
            </a:extLst>
          </p:cNvPr>
          <p:cNvPicPr>
            <a:picLocks noChangeAspect="1"/>
          </p:cNvPicPr>
          <p:nvPr/>
        </p:nvPicPr>
        <p:blipFill>
          <a:blip r:embed="rId4"/>
          <a:stretch>
            <a:fillRect/>
          </a:stretch>
        </p:blipFill>
        <p:spPr>
          <a:xfrm>
            <a:off x="7284292" y="2870790"/>
            <a:ext cx="4081914" cy="1388549"/>
          </a:xfrm>
          <a:prstGeom prst="rect">
            <a:avLst/>
          </a:prstGeom>
          <a:ln>
            <a:solidFill>
              <a:srgbClr val="009999"/>
            </a:solidFill>
          </a:ln>
        </p:spPr>
      </p:pic>
      <p:grpSp>
        <p:nvGrpSpPr>
          <p:cNvPr id="19" name="Group 18">
            <a:extLst>
              <a:ext uri="{FF2B5EF4-FFF2-40B4-BE49-F238E27FC236}">
                <a16:creationId xmlns:a16="http://schemas.microsoft.com/office/drawing/2014/main" id="{13085FCE-79F2-6C66-9DD2-109604580AE5}"/>
              </a:ext>
            </a:extLst>
          </p:cNvPr>
          <p:cNvGrpSpPr/>
          <p:nvPr/>
        </p:nvGrpSpPr>
        <p:grpSpPr>
          <a:xfrm>
            <a:off x="7612912" y="4541675"/>
            <a:ext cx="2333745" cy="1953415"/>
            <a:chOff x="7612912" y="4541675"/>
            <a:chExt cx="2333745" cy="1953415"/>
          </a:xfrm>
        </p:grpSpPr>
        <p:pic>
          <p:nvPicPr>
            <p:cNvPr id="17" name="Picture 16">
              <a:extLst>
                <a:ext uri="{FF2B5EF4-FFF2-40B4-BE49-F238E27FC236}">
                  <a16:creationId xmlns:a16="http://schemas.microsoft.com/office/drawing/2014/main" id="{1962C020-DF66-9D73-F3B6-96BF6179B413}"/>
                </a:ext>
              </a:extLst>
            </p:cNvPr>
            <p:cNvPicPr>
              <a:picLocks noChangeAspect="1"/>
            </p:cNvPicPr>
            <p:nvPr/>
          </p:nvPicPr>
          <p:blipFill>
            <a:blip r:embed="rId5"/>
            <a:stretch>
              <a:fillRect/>
            </a:stretch>
          </p:blipFill>
          <p:spPr>
            <a:xfrm>
              <a:off x="8686800" y="4541675"/>
              <a:ext cx="1259857" cy="1953415"/>
            </a:xfrm>
            <a:prstGeom prst="rect">
              <a:avLst/>
            </a:prstGeom>
            <a:ln>
              <a:solidFill>
                <a:srgbClr val="009999"/>
              </a:solidFill>
            </a:ln>
          </p:spPr>
        </p:pic>
        <p:sp>
          <p:nvSpPr>
            <p:cNvPr id="18" name="Rectangle 17">
              <a:extLst>
                <a:ext uri="{FF2B5EF4-FFF2-40B4-BE49-F238E27FC236}">
                  <a16:creationId xmlns:a16="http://schemas.microsoft.com/office/drawing/2014/main" id="{D783E68C-C1C7-DE2D-2B65-D31918BA7422}"/>
                </a:ext>
              </a:extLst>
            </p:cNvPr>
            <p:cNvSpPr/>
            <p:nvPr/>
          </p:nvSpPr>
          <p:spPr>
            <a:xfrm>
              <a:off x="7612912" y="4763386"/>
              <a:ext cx="931237" cy="138223"/>
            </a:xfrm>
            <a:prstGeom prst="rect">
              <a:avLst/>
            </a:prstGeom>
            <a:noFill/>
            <a:ln w="317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pPr algn="l"/>
              <a:endParaRPr lang="en-US"/>
            </a:p>
          </p:txBody>
        </p:sp>
      </p:grpSp>
      <p:sp>
        <p:nvSpPr>
          <p:cNvPr id="2" name="Rechteck: abgerundete Ecken 1">
            <a:extLst>
              <a:ext uri="{FF2B5EF4-FFF2-40B4-BE49-F238E27FC236}">
                <a16:creationId xmlns:a16="http://schemas.microsoft.com/office/drawing/2014/main" id="{62C8B22B-6933-6F79-700C-B962DDFFAC27}"/>
              </a:ext>
            </a:extLst>
          </p:cNvPr>
          <p:cNvSpPr/>
          <p:nvPr/>
        </p:nvSpPr>
        <p:spPr>
          <a:xfrm>
            <a:off x="9919252" y="3349487"/>
            <a:ext cx="546652" cy="815009"/>
          </a:xfrm>
          <a:prstGeom prst="roundRect">
            <a:avLst/>
          </a:prstGeom>
          <a:solidFill>
            <a:schemeClr val="bg1">
              <a:lumMod val="95000"/>
            </a:schemeClr>
          </a:solidFill>
          <a:ln w="31750">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pPr algn="l"/>
            <a:endParaRPr lang="de-DE"/>
          </a:p>
        </p:txBody>
      </p:sp>
      <p:sp>
        <p:nvSpPr>
          <p:cNvPr id="5" name="Rechteck: abgerundete Ecken 4">
            <a:extLst>
              <a:ext uri="{FF2B5EF4-FFF2-40B4-BE49-F238E27FC236}">
                <a16:creationId xmlns:a16="http://schemas.microsoft.com/office/drawing/2014/main" id="{DB42593C-0350-0763-F834-6C08375D20C8}"/>
              </a:ext>
            </a:extLst>
          </p:cNvPr>
          <p:cNvSpPr/>
          <p:nvPr/>
        </p:nvSpPr>
        <p:spPr>
          <a:xfrm>
            <a:off x="7914220" y="5211131"/>
            <a:ext cx="546652" cy="971008"/>
          </a:xfrm>
          <a:prstGeom prst="roundRect">
            <a:avLst/>
          </a:prstGeom>
          <a:solidFill>
            <a:schemeClr val="bg1"/>
          </a:solidFill>
          <a:ln w="317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pPr algn="l"/>
            <a:endParaRPr lang="de-DE"/>
          </a:p>
        </p:txBody>
      </p:sp>
    </p:spTree>
    <p:extLst>
      <p:ext uri="{BB962C8B-B14F-4D97-AF65-F5344CB8AC3E}">
        <p14:creationId xmlns:p14="http://schemas.microsoft.com/office/powerpoint/2010/main" val="3233550154"/>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341819-8967-E2E7-5884-5C1EFD53C8CA}"/>
            </a:ext>
          </a:extLst>
        </p:cNvPr>
        <p:cNvGrpSpPr/>
        <p:nvPr/>
      </p:nvGrpSpPr>
      <p:grpSpPr>
        <a:xfrm>
          <a:off x="0" y="0"/>
          <a:ext cx="0" cy="0"/>
          <a:chOff x="0" y="0"/>
          <a:chExt cx="0" cy="0"/>
        </a:xfrm>
      </p:grpSpPr>
      <p:sp>
        <p:nvSpPr>
          <p:cNvPr id="6" name="Rechteck 5">
            <a:extLst>
              <a:ext uri="{FF2B5EF4-FFF2-40B4-BE49-F238E27FC236}">
                <a16:creationId xmlns:a16="http://schemas.microsoft.com/office/drawing/2014/main" id="{998DE674-65B7-7A83-459F-E392A33C8CA2}"/>
              </a:ext>
            </a:extLst>
          </p:cNvPr>
          <p:cNvSpPr/>
          <p:nvPr/>
        </p:nvSpPr>
        <p:spPr>
          <a:xfrm>
            <a:off x="6819899" y="1937442"/>
            <a:ext cx="5293637" cy="4623156"/>
          </a:xfrm>
          <a:prstGeom prst="rect">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r>
              <a:rPr lang="en-US" sz="1200">
                <a:solidFill>
                  <a:schemeClr val="tx1"/>
                </a:solidFill>
              </a:rPr>
              <a:t>In the Example: (PO: 4500105932)</a:t>
            </a:r>
          </a:p>
          <a:p>
            <a:pPr marL="685800" lvl="1" indent="-228600">
              <a:buFont typeface="+mj-lt"/>
              <a:buAutoNum type="arabicPeriod" startAt="8"/>
            </a:pPr>
            <a:r>
              <a:rPr lang="en-US" sz="1200">
                <a:solidFill>
                  <a:schemeClr val="tx1"/>
                </a:solidFill>
              </a:rPr>
              <a:t>Select the Expert (Purchasing Group - GID)</a:t>
            </a:r>
          </a:p>
          <a:p>
            <a:pPr marL="685800" lvl="1" indent="-228600">
              <a:buFont typeface="+mj-lt"/>
              <a:buAutoNum type="arabicPeriod" startAt="8"/>
            </a:pPr>
            <a:r>
              <a:rPr lang="en-US" sz="1200">
                <a:solidFill>
                  <a:schemeClr val="tx1"/>
                </a:solidFill>
              </a:rPr>
              <a:t>Click “Submit”</a:t>
            </a:r>
          </a:p>
          <a:p>
            <a:pPr marL="685800" lvl="1" indent="-228600">
              <a:buFont typeface="+mj-lt"/>
              <a:buAutoNum type="arabicPeriod" startAt="8"/>
            </a:pPr>
            <a:endParaRPr lang="en-US" sz="1200">
              <a:solidFill>
                <a:schemeClr val="tx1"/>
              </a:solidFill>
            </a:endParaRPr>
          </a:p>
          <a:p>
            <a:r>
              <a:rPr lang="en-US" sz="1200">
                <a:solidFill>
                  <a:schemeClr val="tx1"/>
                </a:solidFill>
              </a:rPr>
              <a:t>An email and BTP notification will be sent to the selected Expert to review and Approve/Reject the PO after confirming the PO line-item data by the Purchaser.</a:t>
            </a:r>
          </a:p>
        </p:txBody>
      </p:sp>
      <p:sp>
        <p:nvSpPr>
          <p:cNvPr id="8" name="Rechteck 5">
            <a:extLst>
              <a:ext uri="{FF2B5EF4-FFF2-40B4-BE49-F238E27FC236}">
                <a16:creationId xmlns:a16="http://schemas.microsoft.com/office/drawing/2014/main" id="{6D2CB1FC-5397-8BFF-E2A9-3EC8862ACD51}"/>
              </a:ext>
            </a:extLst>
          </p:cNvPr>
          <p:cNvSpPr/>
          <p:nvPr/>
        </p:nvSpPr>
        <p:spPr>
          <a:xfrm>
            <a:off x="6819899" y="1136342"/>
            <a:ext cx="5293637" cy="818023"/>
          </a:xfrm>
          <a:prstGeom prst="rect">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pPr algn="l"/>
            <a:r>
              <a:rPr lang="en-US" sz="1200">
                <a:solidFill>
                  <a:schemeClr val="tx1"/>
                </a:solidFill>
              </a:rPr>
              <a:t>S4P </a:t>
            </a:r>
            <a:r>
              <a:rPr lang="en-US" sz="1200">
                <a:solidFill>
                  <a:schemeClr val="tx1"/>
                </a:solidFill>
                <a:sym typeface="Wingdings" panose="05000000000000000000" pitchFamily="2" charset="2"/>
              </a:rPr>
              <a:t> </a:t>
            </a:r>
            <a:r>
              <a:rPr lang="en-US" sz="1200" b="1">
                <a:solidFill>
                  <a:schemeClr val="tx1"/>
                </a:solidFill>
              </a:rPr>
              <a:t>ME23N – Display Purchase Order</a:t>
            </a:r>
          </a:p>
          <a:p>
            <a:pPr algn="l"/>
            <a:endParaRPr lang="en-US" sz="1200">
              <a:solidFill>
                <a:schemeClr val="tx1"/>
              </a:solidFill>
            </a:endParaRPr>
          </a:p>
          <a:p>
            <a:pPr algn="l"/>
            <a:r>
              <a:rPr lang="en-US" sz="1200">
                <a:solidFill>
                  <a:schemeClr val="tx1"/>
                </a:solidFill>
              </a:rPr>
              <a:t>BTP </a:t>
            </a:r>
            <a:r>
              <a:rPr lang="en-US" sz="1200">
                <a:solidFill>
                  <a:schemeClr val="tx1"/>
                </a:solidFill>
                <a:sym typeface="Wingdings" panose="05000000000000000000" pitchFamily="2" charset="2"/>
              </a:rPr>
              <a:t> </a:t>
            </a:r>
            <a:r>
              <a:rPr lang="en-US" sz="1200" b="1">
                <a:solidFill>
                  <a:schemeClr val="tx1"/>
                </a:solidFill>
                <a:sym typeface="Wingdings" panose="05000000000000000000" pitchFamily="2" charset="2"/>
              </a:rPr>
              <a:t>My Inbox</a:t>
            </a:r>
            <a:r>
              <a:rPr lang="cs-CZ" sz="1200" b="1">
                <a:solidFill>
                  <a:schemeClr val="tx1"/>
                </a:solidFill>
                <a:sym typeface="Wingdings" panose="05000000000000000000" pitchFamily="2" charset="2"/>
              </a:rPr>
              <a:t> </a:t>
            </a:r>
            <a:r>
              <a:rPr lang="en-US" sz="1200" b="1">
                <a:solidFill>
                  <a:schemeClr val="tx1"/>
                </a:solidFill>
                <a:sym typeface="Wingdings" panose="05000000000000000000" pitchFamily="2" charset="2"/>
              </a:rPr>
              <a:t>– PO Update Expert Form</a:t>
            </a:r>
            <a:endParaRPr lang="de-DE" sz="1200" b="1">
              <a:solidFill>
                <a:schemeClr val="tx1"/>
              </a:solidFill>
            </a:endParaRPr>
          </a:p>
        </p:txBody>
      </p:sp>
      <p:sp>
        <p:nvSpPr>
          <p:cNvPr id="3" name="TextBox 2">
            <a:extLst>
              <a:ext uri="{FF2B5EF4-FFF2-40B4-BE49-F238E27FC236}">
                <a16:creationId xmlns:a16="http://schemas.microsoft.com/office/drawing/2014/main" id="{2E2DED91-0307-D65A-7C43-8738BBA9BA6B}"/>
              </a:ext>
            </a:extLst>
          </p:cNvPr>
          <p:cNvSpPr txBox="1"/>
          <p:nvPr/>
        </p:nvSpPr>
        <p:spPr>
          <a:xfrm>
            <a:off x="333322" y="362910"/>
            <a:ext cx="8353478" cy="369332"/>
          </a:xfrm>
          <a:prstGeom prst="rect">
            <a:avLst/>
          </a:prstGeom>
        </p:spPr>
        <p:txBody>
          <a:bodyPr vert="horz" lIns="0" tIns="0" rIns="324000" bIns="14400" rtlCol="0" anchor="b" anchorCtr="0">
            <a:noAutofit/>
          </a:bodyPr>
          <a:lstStyle>
            <a:lvl1pPr>
              <a:lnSpc>
                <a:spcPct val="90000"/>
              </a:lnSpc>
              <a:spcBef>
                <a:spcPct val="0"/>
              </a:spcBef>
              <a:buNone/>
              <a:defRPr sz="2000" b="1">
                <a:solidFill>
                  <a:srgbClr val="00557C"/>
                </a:solidFill>
                <a:latin typeface="+mj-lt"/>
                <a:ea typeface="+mj-ea"/>
                <a:cs typeface="+mj-cs"/>
              </a:defRPr>
            </a:lvl1pPr>
          </a:lstStyle>
          <a:p>
            <a:r>
              <a:rPr lang="en-US">
                <a:solidFill>
                  <a:srgbClr val="00557C"/>
                </a:solidFill>
              </a:rPr>
              <a:t>Procurement Expert Selection</a:t>
            </a:r>
            <a:endParaRPr lang="en-US"/>
          </a:p>
        </p:txBody>
      </p:sp>
      <p:pic>
        <p:nvPicPr>
          <p:cNvPr id="5" name="Picture 4">
            <a:extLst>
              <a:ext uri="{FF2B5EF4-FFF2-40B4-BE49-F238E27FC236}">
                <a16:creationId xmlns:a16="http://schemas.microsoft.com/office/drawing/2014/main" id="{FEF4DD53-BFD3-EA01-CF2C-AF487FB4C9C6}"/>
              </a:ext>
            </a:extLst>
          </p:cNvPr>
          <p:cNvPicPr>
            <a:picLocks noChangeAspect="1"/>
          </p:cNvPicPr>
          <p:nvPr/>
        </p:nvPicPr>
        <p:blipFill>
          <a:blip r:embed="rId3"/>
          <a:stretch>
            <a:fillRect/>
          </a:stretch>
        </p:blipFill>
        <p:spPr>
          <a:xfrm>
            <a:off x="736096" y="997440"/>
            <a:ext cx="5359904" cy="5563158"/>
          </a:xfrm>
          <a:prstGeom prst="rect">
            <a:avLst/>
          </a:prstGeom>
          <a:ln>
            <a:solidFill>
              <a:srgbClr val="009999"/>
            </a:solidFill>
          </a:ln>
        </p:spPr>
      </p:pic>
      <p:sp>
        <p:nvSpPr>
          <p:cNvPr id="7" name="Rectangle: Rounded Corners 6">
            <a:extLst>
              <a:ext uri="{FF2B5EF4-FFF2-40B4-BE49-F238E27FC236}">
                <a16:creationId xmlns:a16="http://schemas.microsoft.com/office/drawing/2014/main" id="{D5EDA409-E91C-FE51-C7E4-AFF35E17F6DD}"/>
              </a:ext>
            </a:extLst>
          </p:cNvPr>
          <p:cNvSpPr/>
          <p:nvPr/>
        </p:nvSpPr>
        <p:spPr>
          <a:xfrm>
            <a:off x="514076" y="6310424"/>
            <a:ext cx="616689" cy="369332"/>
          </a:xfrm>
          <a:prstGeom prst="roundRect">
            <a:avLst/>
          </a:prstGeom>
          <a:solidFill>
            <a:schemeClr val="accent4">
              <a:lumMod val="20000"/>
              <a:lumOff val="80000"/>
            </a:schemeClr>
          </a:solidFill>
          <a:ln w="31750">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pPr algn="ctr"/>
            <a:r>
              <a:rPr lang="de-DE" sz="1400" b="1">
                <a:solidFill>
                  <a:schemeClr val="tx1"/>
                </a:solidFill>
              </a:rPr>
              <a:t>BTP</a:t>
            </a:r>
            <a:endParaRPr lang="en-US" sz="1400" b="1">
              <a:solidFill>
                <a:schemeClr val="tx1"/>
              </a:solidFill>
            </a:endParaRPr>
          </a:p>
        </p:txBody>
      </p:sp>
    </p:spTree>
    <p:extLst>
      <p:ext uri="{BB962C8B-B14F-4D97-AF65-F5344CB8AC3E}">
        <p14:creationId xmlns:p14="http://schemas.microsoft.com/office/powerpoint/2010/main" val="3634740304"/>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234B5C-EE30-3282-6877-57C17F0AB50D}"/>
            </a:ext>
          </a:extLst>
        </p:cNvPr>
        <p:cNvGrpSpPr/>
        <p:nvPr/>
      </p:nvGrpSpPr>
      <p:grpSpPr>
        <a:xfrm>
          <a:off x="0" y="0"/>
          <a:ext cx="0" cy="0"/>
          <a:chOff x="0" y="0"/>
          <a:chExt cx="0" cy="0"/>
        </a:xfrm>
      </p:grpSpPr>
      <p:graphicFrame>
        <p:nvGraphicFramePr>
          <p:cNvPr id="21" name="Object 20" hidden="1">
            <a:extLst>
              <a:ext uri="{FF2B5EF4-FFF2-40B4-BE49-F238E27FC236}">
                <a16:creationId xmlns:a16="http://schemas.microsoft.com/office/drawing/2014/main" id="{642FB399-BF80-DE02-2E62-742ADF670EA7}"/>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737" imgH="737" progId="TCLayout.ActiveDocument.1">
                  <p:embed/>
                </p:oleObj>
              </mc:Choice>
              <mc:Fallback>
                <p:oleObj name="think-cell Slide" r:id="rId3" imgW="737" imgH="737" progId="TCLayout.ActiveDocument.1">
                  <p:embed/>
                  <p:pic>
                    <p:nvPicPr>
                      <p:cNvPr id="21" name="Object 20" hidden="1">
                        <a:extLst>
                          <a:ext uri="{FF2B5EF4-FFF2-40B4-BE49-F238E27FC236}">
                            <a16:creationId xmlns:a16="http://schemas.microsoft.com/office/drawing/2014/main" id="{642FB399-BF80-DE02-2E62-742ADF670EA7}"/>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5" name="Title 4">
            <a:extLst>
              <a:ext uri="{FF2B5EF4-FFF2-40B4-BE49-F238E27FC236}">
                <a16:creationId xmlns:a16="http://schemas.microsoft.com/office/drawing/2014/main" id="{76C41C96-6C75-CEA2-A72B-482FB0045375}"/>
              </a:ext>
            </a:extLst>
          </p:cNvPr>
          <p:cNvSpPr>
            <a:spLocks noGrp="1"/>
          </p:cNvSpPr>
          <p:nvPr>
            <p:ph type="title"/>
          </p:nvPr>
        </p:nvSpPr>
        <p:spPr>
          <a:xfrm>
            <a:off x="410401" y="3780000"/>
            <a:ext cx="9287638" cy="738664"/>
          </a:xfrm>
        </p:spPr>
        <p:txBody>
          <a:bodyPr/>
          <a:lstStyle/>
          <a:p>
            <a:r>
              <a:rPr lang="cs-CZ" sz="4800" b="1"/>
              <a:t>9. </a:t>
            </a:r>
            <a:r>
              <a:rPr lang="en-US" sz="4800" b="1"/>
              <a:t>Confirm the Purchase Order</a:t>
            </a:r>
            <a:endParaRPr lang="en-US"/>
          </a:p>
        </p:txBody>
      </p:sp>
    </p:spTree>
    <p:extLst>
      <p:ext uri="{BB962C8B-B14F-4D97-AF65-F5344CB8AC3E}">
        <p14:creationId xmlns:p14="http://schemas.microsoft.com/office/powerpoint/2010/main" val="3454552696"/>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381E66-4E06-0614-56BD-6AE011A0A3CA}"/>
            </a:ext>
          </a:extLst>
        </p:cNvPr>
        <p:cNvGrpSpPr/>
        <p:nvPr/>
      </p:nvGrpSpPr>
      <p:grpSpPr>
        <a:xfrm>
          <a:off x="0" y="0"/>
          <a:ext cx="0" cy="0"/>
          <a:chOff x="0" y="0"/>
          <a:chExt cx="0" cy="0"/>
        </a:xfrm>
      </p:grpSpPr>
      <p:sp>
        <p:nvSpPr>
          <p:cNvPr id="4" name="Foliennummernplatzhalter 3">
            <a:extLst>
              <a:ext uri="{FF2B5EF4-FFF2-40B4-BE49-F238E27FC236}">
                <a16:creationId xmlns:a16="http://schemas.microsoft.com/office/drawing/2014/main" id="{0113DC71-326E-BCA2-1631-E464E00A1B1E}"/>
              </a:ext>
            </a:extLst>
          </p:cNvPr>
          <p:cNvSpPr>
            <a:spLocks noGrp="1"/>
          </p:cNvSpPr>
          <p:nvPr>
            <p:ph type="sldNum" sz="quarter" idx="11"/>
          </p:nvPr>
        </p:nvSpPr>
        <p:spPr/>
        <p:txBody>
          <a:bodyPr/>
          <a:lstStyle/>
          <a:p>
            <a:r>
              <a:rPr lang="en-US"/>
              <a:t>Page </a:t>
            </a:r>
            <a:fld id="{15EBE321-CBB1-4E91-BD14-37C8D44326FB}" type="slidenum">
              <a:rPr lang="en-US" smtClean="0"/>
              <a:pPr/>
              <a:t>80</a:t>
            </a:fld>
            <a:endParaRPr lang="en-US"/>
          </a:p>
        </p:txBody>
      </p:sp>
      <p:sp>
        <p:nvSpPr>
          <p:cNvPr id="7" name="Rechteck 5">
            <a:extLst>
              <a:ext uri="{FF2B5EF4-FFF2-40B4-BE49-F238E27FC236}">
                <a16:creationId xmlns:a16="http://schemas.microsoft.com/office/drawing/2014/main" id="{854A3DA2-5729-918C-4FD7-455A952BFC2E}"/>
              </a:ext>
            </a:extLst>
          </p:cNvPr>
          <p:cNvSpPr/>
          <p:nvPr/>
        </p:nvSpPr>
        <p:spPr>
          <a:xfrm>
            <a:off x="6470505" y="1537855"/>
            <a:ext cx="5278150" cy="429490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r>
              <a:rPr lang="en-US" sz="1200">
                <a:solidFill>
                  <a:schemeClr val="tx1"/>
                </a:solidFill>
              </a:rPr>
              <a:t>The Purchaser will receive an email directly after creating the PO (with the release strategy).</a:t>
            </a:r>
          </a:p>
          <a:p>
            <a:endParaRPr lang="en-US" sz="1200">
              <a:solidFill>
                <a:schemeClr val="tx1"/>
              </a:solidFill>
            </a:endParaRPr>
          </a:p>
          <a:p>
            <a:r>
              <a:rPr lang="en-US" sz="1200">
                <a:solidFill>
                  <a:schemeClr val="tx1"/>
                </a:solidFill>
              </a:rPr>
              <a:t>The Purchaser has to perform 2 activities in 2 separate </a:t>
            </a:r>
            <a:r>
              <a:rPr lang="cs-CZ" sz="1200" err="1">
                <a:solidFill>
                  <a:schemeClr val="tx1"/>
                </a:solidFill>
              </a:rPr>
              <a:t>steps</a:t>
            </a:r>
            <a:r>
              <a:rPr lang="cs-CZ" sz="1200">
                <a:solidFill>
                  <a:schemeClr val="tx1"/>
                </a:solidFill>
              </a:rPr>
              <a:t>:</a:t>
            </a:r>
            <a:endParaRPr lang="en-US" sz="1200">
              <a:solidFill>
                <a:schemeClr val="tx1"/>
              </a:solidFill>
            </a:endParaRPr>
          </a:p>
          <a:p>
            <a:pPr marL="685800" lvl="1" indent="-228600">
              <a:buFont typeface="+mj-lt"/>
              <a:buAutoNum type="arabicPeriod"/>
            </a:pPr>
            <a:r>
              <a:rPr lang="en-US" sz="1200">
                <a:solidFill>
                  <a:schemeClr val="tx1"/>
                </a:solidFill>
              </a:rPr>
              <a:t>Select Expert (if required)</a:t>
            </a:r>
          </a:p>
          <a:p>
            <a:pPr marL="1143000" lvl="2" indent="-228600">
              <a:buFont typeface="Arial" panose="020B0604020202020204" pitchFamily="34" charset="0"/>
              <a:buChar char="•"/>
            </a:pPr>
            <a:r>
              <a:rPr lang="en-US" sz="1200">
                <a:solidFill>
                  <a:schemeClr val="tx1"/>
                </a:solidFill>
                <a:sym typeface="Wingdings" panose="05000000000000000000" pitchFamily="2" charset="2"/>
              </a:rPr>
              <a:t>Form Name: PO Update Expert Form</a:t>
            </a:r>
            <a:endParaRPr lang="en-US" sz="1200">
              <a:solidFill>
                <a:schemeClr val="tx1"/>
              </a:solidFill>
            </a:endParaRPr>
          </a:p>
          <a:p>
            <a:pPr marL="685800" lvl="1" indent="-228600">
              <a:buFont typeface="+mj-lt"/>
              <a:buAutoNum type="arabicPeriod"/>
            </a:pPr>
            <a:r>
              <a:rPr lang="en-US" sz="1200" b="1">
                <a:solidFill>
                  <a:schemeClr val="tx1"/>
                </a:solidFill>
                <a:highlight>
                  <a:srgbClr val="C0C0C0"/>
                </a:highlight>
              </a:rPr>
              <a:t>Confirm the PO</a:t>
            </a:r>
          </a:p>
          <a:p>
            <a:pPr marL="1143000" lvl="2" indent="-228600">
              <a:buFont typeface="Arial" panose="020B0604020202020204" pitchFamily="34" charset="0"/>
              <a:buChar char="•"/>
            </a:pPr>
            <a:r>
              <a:rPr lang="en-US" sz="1200">
                <a:solidFill>
                  <a:schemeClr val="tx1"/>
                </a:solidFill>
              </a:rPr>
              <a:t>Form Name: </a:t>
            </a:r>
            <a:r>
              <a:rPr lang="en-US" sz="1200" err="1">
                <a:solidFill>
                  <a:schemeClr val="tx1"/>
                </a:solidFill>
              </a:rPr>
              <a:t>POValidationForm</a:t>
            </a:r>
            <a:endParaRPr lang="en-US" sz="1200">
              <a:solidFill>
                <a:schemeClr val="tx1"/>
              </a:solidFill>
            </a:endParaRPr>
          </a:p>
          <a:p>
            <a:pPr marR="0" algn="just">
              <a:spcAft>
                <a:spcPts val="600"/>
              </a:spcAft>
              <a:tabLst>
                <a:tab pos="540385" algn="l"/>
                <a:tab pos="1080135" algn="l"/>
              </a:tabLst>
            </a:pPr>
            <a:endParaRPr lang="en-US" sz="1200">
              <a:solidFill>
                <a:schemeClr val="tx1"/>
              </a:solidFill>
              <a:effectLst/>
              <a:ea typeface="Calibri" panose="020F0502020204030204" pitchFamily="34" charset="0"/>
              <a:cs typeface="Arial" panose="020B0604020202020204" pitchFamily="34" charset="0"/>
            </a:endParaRPr>
          </a:p>
          <a:p>
            <a:pPr marR="0">
              <a:spcAft>
                <a:spcPts val="600"/>
              </a:spcAft>
              <a:tabLst>
                <a:tab pos="540385" algn="l"/>
                <a:tab pos="1080135" algn="l"/>
              </a:tabLst>
            </a:pPr>
            <a:r>
              <a:rPr lang="en-US" sz="1200">
                <a:solidFill>
                  <a:schemeClr val="tx1"/>
                </a:solidFill>
              </a:rPr>
              <a:t>In this chapter, 2</a:t>
            </a:r>
            <a:r>
              <a:rPr lang="en-US" sz="1200" baseline="30000">
                <a:solidFill>
                  <a:schemeClr val="tx1"/>
                </a:solidFill>
              </a:rPr>
              <a:t>nd</a:t>
            </a:r>
            <a:r>
              <a:rPr lang="en-US" sz="1200">
                <a:solidFill>
                  <a:schemeClr val="tx1"/>
                </a:solidFill>
              </a:rPr>
              <a:t> step will be performed.</a:t>
            </a:r>
          </a:p>
        </p:txBody>
      </p:sp>
      <p:sp>
        <p:nvSpPr>
          <p:cNvPr id="9" name="Titel 1">
            <a:extLst>
              <a:ext uri="{FF2B5EF4-FFF2-40B4-BE49-F238E27FC236}">
                <a16:creationId xmlns:a16="http://schemas.microsoft.com/office/drawing/2014/main" id="{40DCB3E7-6E88-E652-A9F8-A1F0A87981F4}"/>
              </a:ext>
            </a:extLst>
          </p:cNvPr>
          <p:cNvSpPr>
            <a:spLocks noGrp="1"/>
          </p:cNvSpPr>
          <p:nvPr>
            <p:ph type="title"/>
          </p:nvPr>
        </p:nvSpPr>
        <p:spPr>
          <a:xfrm>
            <a:off x="410400" y="478800"/>
            <a:ext cx="9863997" cy="576000"/>
          </a:xfrm>
        </p:spPr>
        <p:txBody>
          <a:bodyPr/>
          <a:lstStyle/>
          <a:p>
            <a:r>
              <a:rPr lang="en-US">
                <a:solidFill>
                  <a:srgbClr val="00557C"/>
                </a:solidFill>
              </a:rPr>
              <a:t>Confirm the Purchase Order</a:t>
            </a:r>
          </a:p>
        </p:txBody>
      </p:sp>
      <p:grpSp>
        <p:nvGrpSpPr>
          <p:cNvPr id="10" name="Group 9">
            <a:extLst>
              <a:ext uri="{FF2B5EF4-FFF2-40B4-BE49-F238E27FC236}">
                <a16:creationId xmlns:a16="http://schemas.microsoft.com/office/drawing/2014/main" id="{83555521-1E60-6A58-4695-6D7F6039E856}"/>
              </a:ext>
            </a:extLst>
          </p:cNvPr>
          <p:cNvGrpSpPr/>
          <p:nvPr/>
        </p:nvGrpSpPr>
        <p:grpSpPr>
          <a:xfrm>
            <a:off x="361408" y="1402053"/>
            <a:ext cx="5734592" cy="4561494"/>
            <a:chOff x="318435" y="1180450"/>
            <a:chExt cx="5859502" cy="4743119"/>
          </a:xfrm>
        </p:grpSpPr>
        <p:grpSp>
          <p:nvGrpSpPr>
            <p:cNvPr id="11" name="Group 10">
              <a:extLst>
                <a:ext uri="{FF2B5EF4-FFF2-40B4-BE49-F238E27FC236}">
                  <a16:creationId xmlns:a16="http://schemas.microsoft.com/office/drawing/2014/main" id="{03A3B4CB-073C-6547-6459-C28BF7E8680B}"/>
                </a:ext>
              </a:extLst>
            </p:cNvPr>
            <p:cNvGrpSpPr/>
            <p:nvPr/>
          </p:nvGrpSpPr>
          <p:grpSpPr>
            <a:xfrm>
              <a:off x="318435" y="1180450"/>
              <a:ext cx="5859502" cy="4743119"/>
              <a:chOff x="102435" y="1155300"/>
              <a:chExt cx="5859502" cy="4743119"/>
            </a:xfrm>
          </p:grpSpPr>
          <p:grpSp>
            <p:nvGrpSpPr>
              <p:cNvPr id="13" name="Group 12">
                <a:extLst>
                  <a:ext uri="{FF2B5EF4-FFF2-40B4-BE49-F238E27FC236}">
                    <a16:creationId xmlns:a16="http://schemas.microsoft.com/office/drawing/2014/main" id="{1C170525-FB49-4D71-7775-B6759332642E}"/>
                  </a:ext>
                </a:extLst>
              </p:cNvPr>
              <p:cNvGrpSpPr/>
              <p:nvPr/>
            </p:nvGrpSpPr>
            <p:grpSpPr>
              <a:xfrm>
                <a:off x="102435" y="1155300"/>
                <a:ext cx="5859502" cy="4330738"/>
                <a:chOff x="83385" y="557742"/>
                <a:chExt cx="5859502" cy="4330738"/>
              </a:xfrm>
            </p:grpSpPr>
            <p:sp>
              <p:nvSpPr>
                <p:cNvPr id="17" name="Rectangle: Rounded Corners 16">
                  <a:extLst>
                    <a:ext uri="{FF2B5EF4-FFF2-40B4-BE49-F238E27FC236}">
                      <a16:creationId xmlns:a16="http://schemas.microsoft.com/office/drawing/2014/main" id="{DD8A54E3-374C-7BB4-C33F-CE3446301DE9}"/>
                    </a:ext>
                  </a:extLst>
                </p:cNvPr>
                <p:cNvSpPr/>
                <p:nvPr/>
              </p:nvSpPr>
              <p:spPr>
                <a:xfrm rot="16200000">
                  <a:off x="-277166" y="1974385"/>
                  <a:ext cx="1172291" cy="432000"/>
                </a:xfrm>
                <a:prstGeom prst="round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nchorCtr="0"/>
                <a:lstStyle/>
                <a:p>
                  <a:pPr algn="ctr"/>
                  <a:r>
                    <a:rPr lang="en-US" sz="1000">
                      <a:solidFill>
                        <a:schemeClr val="tx1"/>
                      </a:solidFill>
                    </a:rPr>
                    <a:t>Purchaser</a:t>
                  </a:r>
                </a:p>
              </p:txBody>
            </p:sp>
            <p:sp>
              <p:nvSpPr>
                <p:cNvPr id="18" name="Flowchart: Decision 17">
                  <a:extLst>
                    <a:ext uri="{FF2B5EF4-FFF2-40B4-BE49-F238E27FC236}">
                      <a16:creationId xmlns:a16="http://schemas.microsoft.com/office/drawing/2014/main" id="{728360CE-2614-D936-1BA2-D2EA8BBFB0F0}"/>
                    </a:ext>
                  </a:extLst>
                </p:cNvPr>
                <p:cNvSpPr/>
                <p:nvPr/>
              </p:nvSpPr>
              <p:spPr>
                <a:xfrm>
                  <a:off x="2729752" y="1731312"/>
                  <a:ext cx="1034288" cy="489396"/>
                </a:xfrm>
                <a:prstGeom prst="flowChartDecision">
                  <a:avLst/>
                </a:prstGeom>
                <a:solidFill>
                  <a:schemeClr val="accent1"/>
                </a:solidFill>
                <a:ln w="28575">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nchorCtr="0"/>
                <a:lstStyle/>
                <a:p>
                  <a:pPr algn="ctr"/>
                  <a:r>
                    <a:rPr lang="en-US" sz="800">
                      <a:solidFill>
                        <a:schemeClr val="tx1"/>
                      </a:solidFill>
                    </a:rPr>
                    <a:t>Expert</a:t>
                  </a:r>
                </a:p>
              </p:txBody>
            </p:sp>
            <p:sp>
              <p:nvSpPr>
                <p:cNvPr id="19" name="Rectangle: Rounded Corners 18">
                  <a:extLst>
                    <a:ext uri="{FF2B5EF4-FFF2-40B4-BE49-F238E27FC236}">
                      <a16:creationId xmlns:a16="http://schemas.microsoft.com/office/drawing/2014/main" id="{CE6FADEA-15CA-CA8C-0BAF-4F0759196CF4}"/>
                    </a:ext>
                  </a:extLst>
                </p:cNvPr>
                <p:cNvSpPr/>
                <p:nvPr/>
              </p:nvSpPr>
              <p:spPr>
                <a:xfrm rot="16200000">
                  <a:off x="-144777" y="807147"/>
                  <a:ext cx="920525" cy="444241"/>
                </a:xfrm>
                <a:prstGeom prst="round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nchorCtr="0"/>
                <a:lstStyle/>
                <a:p>
                  <a:pPr algn="ctr"/>
                  <a:r>
                    <a:rPr lang="en-US" sz="1000">
                      <a:solidFill>
                        <a:schemeClr val="tx1"/>
                      </a:solidFill>
                    </a:rPr>
                    <a:t>Procurement Expert</a:t>
                  </a:r>
                </a:p>
              </p:txBody>
            </p:sp>
            <p:sp>
              <p:nvSpPr>
                <p:cNvPr id="20" name="Rectangle: Rounded Corners 19">
                  <a:extLst>
                    <a:ext uri="{FF2B5EF4-FFF2-40B4-BE49-F238E27FC236}">
                      <a16:creationId xmlns:a16="http://schemas.microsoft.com/office/drawing/2014/main" id="{AD8A4E3E-9C7F-5775-3670-946BF28F14B3}"/>
                    </a:ext>
                  </a:extLst>
                </p:cNvPr>
                <p:cNvSpPr/>
                <p:nvPr/>
              </p:nvSpPr>
              <p:spPr>
                <a:xfrm rot="16200000">
                  <a:off x="-656835" y="3711522"/>
                  <a:ext cx="1912440" cy="432000"/>
                </a:xfrm>
                <a:prstGeom prst="round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nchorCtr="0"/>
                <a:lstStyle/>
                <a:p>
                  <a:pPr algn="ctr"/>
                  <a:r>
                    <a:rPr lang="en-US" sz="1050">
                      <a:solidFill>
                        <a:schemeClr val="tx1"/>
                      </a:solidFill>
                    </a:rPr>
                    <a:t>Approver</a:t>
                  </a:r>
                </a:p>
              </p:txBody>
            </p:sp>
            <p:sp>
              <p:nvSpPr>
                <p:cNvPr id="21" name="Rectangle: Rounded Corners 20">
                  <a:extLst>
                    <a:ext uri="{FF2B5EF4-FFF2-40B4-BE49-F238E27FC236}">
                      <a16:creationId xmlns:a16="http://schemas.microsoft.com/office/drawing/2014/main" id="{694F0500-2BEB-A9F7-D734-90A6A8281C97}"/>
                    </a:ext>
                  </a:extLst>
                </p:cNvPr>
                <p:cNvSpPr/>
                <p:nvPr/>
              </p:nvSpPr>
              <p:spPr>
                <a:xfrm>
                  <a:off x="658557" y="2976040"/>
                  <a:ext cx="5284330" cy="1912440"/>
                </a:xfrm>
                <a:prstGeom prst="roundRect">
                  <a:avLst/>
                </a:prstGeom>
                <a:noFill/>
                <a:ln w="285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pPr algn="l"/>
                  <a:endParaRPr lang="en-US">
                    <a:solidFill>
                      <a:schemeClr val="tx1"/>
                    </a:solidFill>
                  </a:endParaRPr>
                </a:p>
              </p:txBody>
            </p:sp>
            <p:sp>
              <p:nvSpPr>
                <p:cNvPr id="22" name="TextBox 21">
                  <a:extLst>
                    <a:ext uri="{FF2B5EF4-FFF2-40B4-BE49-F238E27FC236}">
                      <a16:creationId xmlns:a16="http://schemas.microsoft.com/office/drawing/2014/main" id="{68FB35CF-B96C-FC72-07C2-9E698A09018E}"/>
                    </a:ext>
                  </a:extLst>
                </p:cNvPr>
                <p:cNvSpPr txBox="1"/>
                <p:nvPr>
                  <p:custDataLst>
                    <p:tags r:id="rId1"/>
                  </p:custDataLst>
                </p:nvPr>
              </p:nvSpPr>
              <p:spPr>
                <a:xfrm>
                  <a:off x="3322097" y="2395430"/>
                  <a:ext cx="118622" cy="107722"/>
                </a:xfrm>
                <a:prstGeom prst="rect">
                  <a:avLst/>
                </a:prstGeom>
                <a:noFill/>
              </p:spPr>
              <p:txBody>
                <a:bodyPr wrap="none" lIns="0" tIns="0" rIns="0" bIns="0" rtlCol="0">
                  <a:spAutoFit/>
                </a:bodyPr>
                <a:lstStyle/>
                <a:p>
                  <a:pPr algn="l"/>
                  <a:r>
                    <a:rPr lang="en-US" sz="700" b="1"/>
                    <a:t>No</a:t>
                  </a:r>
                </a:p>
              </p:txBody>
            </p:sp>
            <p:sp>
              <p:nvSpPr>
                <p:cNvPr id="23" name="Rectangle: Rounded Corners 22">
                  <a:extLst>
                    <a:ext uri="{FF2B5EF4-FFF2-40B4-BE49-F238E27FC236}">
                      <a16:creationId xmlns:a16="http://schemas.microsoft.com/office/drawing/2014/main" id="{995B6596-F2CB-EFE6-0412-3EA3BDC9543E}"/>
                    </a:ext>
                  </a:extLst>
                </p:cNvPr>
                <p:cNvSpPr/>
                <p:nvPr/>
              </p:nvSpPr>
              <p:spPr>
                <a:xfrm>
                  <a:off x="668538" y="1544255"/>
                  <a:ext cx="5274348" cy="1351594"/>
                </a:xfrm>
                <a:prstGeom prst="roundRect">
                  <a:avLst/>
                </a:prstGeom>
                <a:noFill/>
                <a:ln w="285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pPr algn="l"/>
                  <a:endParaRPr lang="en-US">
                    <a:solidFill>
                      <a:schemeClr val="tx1"/>
                    </a:solidFill>
                  </a:endParaRPr>
                </a:p>
              </p:txBody>
            </p:sp>
            <p:sp>
              <p:nvSpPr>
                <p:cNvPr id="24" name="Rectangle: Rounded Corners 23">
                  <a:extLst>
                    <a:ext uri="{FF2B5EF4-FFF2-40B4-BE49-F238E27FC236}">
                      <a16:creationId xmlns:a16="http://schemas.microsoft.com/office/drawing/2014/main" id="{126E92D1-148D-BC63-21F0-9654CE7835F8}"/>
                    </a:ext>
                  </a:extLst>
                </p:cNvPr>
                <p:cNvSpPr/>
                <p:nvPr/>
              </p:nvSpPr>
              <p:spPr>
                <a:xfrm>
                  <a:off x="668538" y="557742"/>
                  <a:ext cx="5274348" cy="915787"/>
                </a:xfrm>
                <a:prstGeom prst="roundRect">
                  <a:avLst/>
                </a:prstGeom>
                <a:noFill/>
                <a:ln w="285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pPr algn="l"/>
                  <a:endParaRPr lang="en-US">
                    <a:solidFill>
                      <a:schemeClr val="tx1"/>
                    </a:solidFill>
                  </a:endParaRPr>
                </a:p>
              </p:txBody>
            </p:sp>
            <p:sp>
              <p:nvSpPr>
                <p:cNvPr id="25" name="Flowchart: Decision 24">
                  <a:extLst>
                    <a:ext uri="{FF2B5EF4-FFF2-40B4-BE49-F238E27FC236}">
                      <a16:creationId xmlns:a16="http://schemas.microsoft.com/office/drawing/2014/main" id="{D1A466C1-7EB6-461A-D573-B48BEDC91982}"/>
                    </a:ext>
                  </a:extLst>
                </p:cNvPr>
                <p:cNvSpPr/>
                <p:nvPr/>
              </p:nvSpPr>
              <p:spPr>
                <a:xfrm>
                  <a:off x="3492647" y="3123586"/>
                  <a:ext cx="936219" cy="488512"/>
                </a:xfrm>
                <a:prstGeom prst="flowChartDecision">
                  <a:avLst/>
                </a:prstGeom>
                <a:solidFill>
                  <a:schemeClr val="accent1"/>
                </a:solidFill>
                <a:ln w="28575">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nchorCtr="0"/>
                <a:lstStyle/>
                <a:p>
                  <a:pPr algn="ctr"/>
                  <a:r>
                    <a:rPr lang="en-US" sz="800">
                      <a:solidFill>
                        <a:schemeClr val="tx1"/>
                      </a:solidFill>
                    </a:rPr>
                    <a:t>SAT</a:t>
                  </a:r>
                </a:p>
              </p:txBody>
            </p:sp>
            <p:sp>
              <p:nvSpPr>
                <p:cNvPr id="26" name="Flowchart: Alternate Process 25">
                  <a:extLst>
                    <a:ext uri="{FF2B5EF4-FFF2-40B4-BE49-F238E27FC236}">
                      <a16:creationId xmlns:a16="http://schemas.microsoft.com/office/drawing/2014/main" id="{9D9221AE-BD43-FCAD-5114-6035827D93D7}"/>
                    </a:ext>
                  </a:extLst>
                </p:cNvPr>
                <p:cNvSpPr/>
                <p:nvPr/>
              </p:nvSpPr>
              <p:spPr>
                <a:xfrm>
                  <a:off x="1904100" y="2236606"/>
                  <a:ext cx="1071401" cy="502315"/>
                </a:xfrm>
                <a:prstGeom prst="flowChartAlternateProcess">
                  <a:avLst/>
                </a:prstGeom>
                <a:solidFill>
                  <a:schemeClr val="accent1"/>
                </a:solidFill>
                <a:ln w="28575">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nchorCtr="0"/>
                <a:lstStyle/>
                <a:p>
                  <a:pPr algn="ctr"/>
                  <a:r>
                    <a:rPr lang="en-US" sz="800">
                      <a:solidFill>
                        <a:schemeClr val="tx1"/>
                      </a:solidFill>
                    </a:rPr>
                    <a:t>Receive</a:t>
                  </a:r>
                  <a:r>
                    <a:rPr lang="de-DE" sz="800">
                      <a:solidFill>
                        <a:schemeClr val="tx1"/>
                      </a:solidFill>
                    </a:rPr>
                    <a:t> </a:t>
                  </a:r>
                  <a:r>
                    <a:rPr lang="en-US" sz="800">
                      <a:solidFill>
                        <a:schemeClr val="tx1"/>
                      </a:solidFill>
                    </a:rPr>
                    <a:t>BTP</a:t>
                  </a:r>
                  <a:r>
                    <a:rPr lang="de-DE" sz="800">
                      <a:solidFill>
                        <a:schemeClr val="tx1"/>
                      </a:solidFill>
                    </a:rPr>
                    <a:t> Form  </a:t>
                  </a:r>
                  <a:r>
                    <a:rPr lang="en-US" sz="800">
                      <a:solidFill>
                        <a:schemeClr val="tx1"/>
                      </a:solidFill>
                    </a:rPr>
                    <a:t>to Confirm the </a:t>
                  </a:r>
                  <a:r>
                    <a:rPr lang="de-DE" sz="800">
                      <a:solidFill>
                        <a:schemeClr val="tx1"/>
                      </a:solidFill>
                    </a:rPr>
                    <a:t>PO</a:t>
                  </a:r>
                  <a:endParaRPr lang="en-US" sz="800">
                    <a:solidFill>
                      <a:schemeClr val="tx1"/>
                    </a:solidFill>
                  </a:endParaRPr>
                </a:p>
              </p:txBody>
            </p:sp>
            <p:sp>
              <p:nvSpPr>
                <p:cNvPr id="27" name="Flowchart: Alternate Process 26">
                  <a:extLst>
                    <a:ext uri="{FF2B5EF4-FFF2-40B4-BE49-F238E27FC236}">
                      <a16:creationId xmlns:a16="http://schemas.microsoft.com/office/drawing/2014/main" id="{083BE1AB-9046-1EA8-07FA-03AF55B26CB5}"/>
                    </a:ext>
                  </a:extLst>
                </p:cNvPr>
                <p:cNvSpPr/>
                <p:nvPr/>
              </p:nvSpPr>
              <p:spPr>
                <a:xfrm>
                  <a:off x="2618479" y="760268"/>
                  <a:ext cx="1256831" cy="491773"/>
                </a:xfrm>
                <a:prstGeom prst="flowChartAlternateProcess">
                  <a:avLst/>
                </a:prstGeom>
                <a:solidFill>
                  <a:schemeClr val="accent1"/>
                </a:solidFill>
                <a:ln w="28575">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nchorCtr="0"/>
                <a:lstStyle/>
                <a:p>
                  <a:pPr algn="ctr"/>
                  <a:r>
                    <a:rPr lang="en-US" sz="800">
                      <a:solidFill>
                        <a:schemeClr val="tx1"/>
                      </a:solidFill>
                    </a:rPr>
                    <a:t>Expert Approval</a:t>
                  </a:r>
                </a:p>
              </p:txBody>
            </p:sp>
            <p:cxnSp>
              <p:nvCxnSpPr>
                <p:cNvPr id="28" name="Straight Arrow Connector 27">
                  <a:extLst>
                    <a:ext uri="{FF2B5EF4-FFF2-40B4-BE49-F238E27FC236}">
                      <a16:creationId xmlns:a16="http://schemas.microsoft.com/office/drawing/2014/main" id="{B69E4EA7-1E1B-F6CD-4E24-0683936DB878}"/>
                    </a:ext>
                  </a:extLst>
                </p:cNvPr>
                <p:cNvCxnSpPr>
                  <a:cxnSpLocks/>
                  <a:stCxn id="18" idx="0"/>
                  <a:endCxn id="27" idx="2"/>
                </p:cNvCxnSpPr>
                <p:nvPr/>
              </p:nvCxnSpPr>
              <p:spPr>
                <a:xfrm flipH="1" flipV="1">
                  <a:off x="3246895" y="1252041"/>
                  <a:ext cx="1" cy="479271"/>
                </a:xfrm>
                <a:prstGeom prst="straightConnector1">
                  <a:avLst/>
                </a:prstGeom>
                <a:ln w="25400">
                  <a:solidFill>
                    <a:schemeClr val="tx1"/>
                  </a:solidFill>
                  <a:headEnd w="lg" len="lg"/>
                  <a:tailEnd type="triangle"/>
                </a:ln>
              </p:spPr>
              <p:style>
                <a:lnRef idx="1">
                  <a:schemeClr val="accent1"/>
                </a:lnRef>
                <a:fillRef idx="0">
                  <a:schemeClr val="accent1"/>
                </a:fillRef>
                <a:effectRef idx="0">
                  <a:schemeClr val="accent1"/>
                </a:effectRef>
                <a:fontRef idx="minor">
                  <a:schemeClr val="tx1"/>
                </a:fontRef>
              </p:style>
            </p:cxnSp>
            <p:sp>
              <p:nvSpPr>
                <p:cNvPr id="29" name="Flowchart: Alternate Process 28">
                  <a:extLst>
                    <a:ext uri="{FF2B5EF4-FFF2-40B4-BE49-F238E27FC236}">
                      <a16:creationId xmlns:a16="http://schemas.microsoft.com/office/drawing/2014/main" id="{8CF87A8E-93FC-054B-F9D6-9240FD06D106}"/>
                    </a:ext>
                  </a:extLst>
                </p:cNvPr>
                <p:cNvSpPr/>
                <p:nvPr/>
              </p:nvSpPr>
              <p:spPr>
                <a:xfrm>
                  <a:off x="3411818" y="3804188"/>
                  <a:ext cx="1097875" cy="318034"/>
                </a:xfrm>
                <a:prstGeom prst="flowChartAlternateProcess">
                  <a:avLst/>
                </a:prstGeom>
                <a:solidFill>
                  <a:schemeClr val="accent1"/>
                </a:solidFill>
                <a:ln w="28575">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nchorCtr="0"/>
                <a:lstStyle/>
                <a:p>
                  <a:pPr algn="ctr"/>
                  <a:r>
                    <a:rPr lang="en-US" sz="800">
                      <a:solidFill>
                        <a:schemeClr val="tx1"/>
                      </a:solidFill>
                    </a:rPr>
                    <a:t>Functional Approval</a:t>
                  </a:r>
                </a:p>
              </p:txBody>
            </p:sp>
            <p:sp>
              <p:nvSpPr>
                <p:cNvPr id="30" name="Flowchart: Alternate Process 29">
                  <a:extLst>
                    <a:ext uri="{FF2B5EF4-FFF2-40B4-BE49-F238E27FC236}">
                      <a16:creationId xmlns:a16="http://schemas.microsoft.com/office/drawing/2014/main" id="{C67D9276-ED87-B7E5-BF5D-A235F2D24C4C}"/>
                    </a:ext>
                  </a:extLst>
                </p:cNvPr>
                <p:cNvSpPr/>
                <p:nvPr/>
              </p:nvSpPr>
              <p:spPr>
                <a:xfrm>
                  <a:off x="3322097" y="4308209"/>
                  <a:ext cx="1277318" cy="318034"/>
                </a:xfrm>
                <a:prstGeom prst="flowChartAlternateProcess">
                  <a:avLst/>
                </a:prstGeom>
                <a:solidFill>
                  <a:schemeClr val="accent1"/>
                </a:solidFill>
                <a:ln w="28575">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nchorCtr="0"/>
                <a:lstStyle/>
                <a:p>
                  <a:pPr algn="ctr"/>
                  <a:r>
                    <a:rPr lang="en-US" sz="800">
                      <a:solidFill>
                        <a:schemeClr val="tx1"/>
                      </a:solidFill>
                    </a:rPr>
                    <a:t>Commercial Approval</a:t>
                  </a:r>
                </a:p>
              </p:txBody>
            </p:sp>
            <p:cxnSp>
              <p:nvCxnSpPr>
                <p:cNvPr id="31" name="Connector: Elbow 30">
                  <a:extLst>
                    <a:ext uri="{FF2B5EF4-FFF2-40B4-BE49-F238E27FC236}">
                      <a16:creationId xmlns:a16="http://schemas.microsoft.com/office/drawing/2014/main" id="{A0529552-B197-5691-9531-AACFB16B3035}"/>
                    </a:ext>
                  </a:extLst>
                </p:cNvPr>
                <p:cNvCxnSpPr>
                  <a:cxnSpLocks/>
                  <a:stCxn id="18" idx="2"/>
                  <a:endCxn id="25" idx="1"/>
                </p:cNvCxnSpPr>
                <p:nvPr/>
              </p:nvCxnSpPr>
              <p:spPr>
                <a:xfrm rot="16200000" flipH="1">
                  <a:off x="2796204" y="2671399"/>
                  <a:ext cx="1147134" cy="245751"/>
                </a:xfrm>
                <a:prstGeom prst="bentConnector2">
                  <a:avLst/>
                </a:prstGeom>
                <a:ln w="25400">
                  <a:solidFill>
                    <a:schemeClr val="tx1"/>
                  </a:solidFill>
                  <a:headEnd w="lg" len="lg"/>
                  <a:tailEnd type="triangle"/>
                </a:ln>
              </p:spPr>
              <p:style>
                <a:lnRef idx="1">
                  <a:schemeClr val="accent1"/>
                </a:lnRef>
                <a:fillRef idx="0">
                  <a:schemeClr val="accent1"/>
                </a:fillRef>
                <a:effectRef idx="0">
                  <a:schemeClr val="accent1"/>
                </a:effectRef>
                <a:fontRef idx="minor">
                  <a:schemeClr val="tx1"/>
                </a:fontRef>
              </p:style>
            </p:cxnSp>
            <p:cxnSp>
              <p:nvCxnSpPr>
                <p:cNvPr id="32" name="Connector: Elbow 31">
                  <a:extLst>
                    <a:ext uri="{FF2B5EF4-FFF2-40B4-BE49-F238E27FC236}">
                      <a16:creationId xmlns:a16="http://schemas.microsoft.com/office/drawing/2014/main" id="{C94BC645-E9CB-5587-2B44-8F45380C5FFB}"/>
                    </a:ext>
                  </a:extLst>
                </p:cNvPr>
                <p:cNvCxnSpPr>
                  <a:cxnSpLocks/>
                  <a:stCxn id="27" idx="3"/>
                  <a:endCxn id="25" idx="0"/>
                </p:cNvCxnSpPr>
                <p:nvPr/>
              </p:nvCxnSpPr>
              <p:spPr>
                <a:xfrm>
                  <a:off x="3875310" y="1006155"/>
                  <a:ext cx="85447" cy="2117431"/>
                </a:xfrm>
                <a:prstGeom prst="bentConnector2">
                  <a:avLst/>
                </a:prstGeom>
                <a:ln w="25400">
                  <a:solidFill>
                    <a:schemeClr val="tx1"/>
                  </a:solidFill>
                  <a:headEnd w="lg" len="lg"/>
                  <a:tailEnd type="triangle"/>
                </a:ln>
              </p:spPr>
              <p:style>
                <a:lnRef idx="1">
                  <a:schemeClr val="accent1"/>
                </a:lnRef>
                <a:fillRef idx="0">
                  <a:schemeClr val="accent1"/>
                </a:fillRef>
                <a:effectRef idx="0">
                  <a:schemeClr val="accent1"/>
                </a:effectRef>
                <a:fontRef idx="minor">
                  <a:schemeClr val="tx1"/>
                </a:fontRef>
              </p:style>
            </p:cxnSp>
            <p:sp>
              <p:nvSpPr>
                <p:cNvPr id="33" name="TextBox 32">
                  <a:extLst>
                    <a:ext uri="{FF2B5EF4-FFF2-40B4-BE49-F238E27FC236}">
                      <a16:creationId xmlns:a16="http://schemas.microsoft.com/office/drawing/2014/main" id="{3AFA364F-5CAA-985B-C405-F663B9EB2F97}"/>
                    </a:ext>
                  </a:extLst>
                </p:cNvPr>
                <p:cNvSpPr txBox="1"/>
                <p:nvPr>
                  <p:custDataLst>
                    <p:tags r:id="rId2"/>
                  </p:custDataLst>
                </p:nvPr>
              </p:nvSpPr>
              <p:spPr>
                <a:xfrm>
                  <a:off x="3748656" y="3622434"/>
                  <a:ext cx="158698" cy="107722"/>
                </a:xfrm>
                <a:prstGeom prst="rect">
                  <a:avLst/>
                </a:prstGeom>
                <a:noFill/>
              </p:spPr>
              <p:txBody>
                <a:bodyPr wrap="none" lIns="0" tIns="0" rIns="0" bIns="0" rtlCol="0">
                  <a:spAutoFit/>
                </a:bodyPr>
                <a:lstStyle/>
                <a:p>
                  <a:pPr algn="l"/>
                  <a:r>
                    <a:rPr lang="en-US" sz="700" b="1"/>
                    <a:t>Yes</a:t>
                  </a:r>
                </a:p>
              </p:txBody>
            </p:sp>
            <p:sp>
              <p:nvSpPr>
                <p:cNvPr id="34" name="Flowchart: Alternate Process 33">
                  <a:extLst>
                    <a:ext uri="{FF2B5EF4-FFF2-40B4-BE49-F238E27FC236}">
                      <a16:creationId xmlns:a16="http://schemas.microsoft.com/office/drawing/2014/main" id="{A59CC3F9-9CB4-DEE4-42E8-BC0FA12B9681}"/>
                    </a:ext>
                  </a:extLst>
                </p:cNvPr>
                <p:cNvSpPr/>
                <p:nvPr>
                  <p:custDataLst>
                    <p:tags r:id="rId3"/>
                  </p:custDataLst>
                </p:nvPr>
              </p:nvSpPr>
              <p:spPr>
                <a:xfrm>
                  <a:off x="4896975" y="3183699"/>
                  <a:ext cx="835376" cy="368285"/>
                </a:xfrm>
                <a:prstGeom prst="flowChartAlternateProcess">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nchorCtr="0"/>
                <a:lstStyle/>
                <a:p>
                  <a:pPr algn="ctr"/>
                  <a:r>
                    <a:rPr lang="en-US" sz="800">
                      <a:solidFill>
                        <a:schemeClr val="tx1"/>
                      </a:solidFill>
                    </a:rPr>
                    <a:t>PO Released</a:t>
                  </a:r>
                </a:p>
              </p:txBody>
            </p:sp>
            <p:sp>
              <p:nvSpPr>
                <p:cNvPr id="35" name="TextBox 34">
                  <a:extLst>
                    <a:ext uri="{FF2B5EF4-FFF2-40B4-BE49-F238E27FC236}">
                      <a16:creationId xmlns:a16="http://schemas.microsoft.com/office/drawing/2014/main" id="{9CF297FA-3365-14D4-2E71-409E9F9BAC53}"/>
                    </a:ext>
                  </a:extLst>
                </p:cNvPr>
                <p:cNvSpPr txBox="1"/>
                <p:nvPr>
                  <p:custDataLst>
                    <p:tags r:id="rId4"/>
                  </p:custDataLst>
                </p:nvPr>
              </p:nvSpPr>
              <p:spPr>
                <a:xfrm>
                  <a:off x="4520741" y="3209713"/>
                  <a:ext cx="118622" cy="107722"/>
                </a:xfrm>
                <a:prstGeom prst="rect">
                  <a:avLst/>
                </a:prstGeom>
                <a:noFill/>
              </p:spPr>
              <p:txBody>
                <a:bodyPr wrap="none" lIns="0" tIns="0" rIns="0" bIns="0" rtlCol="0">
                  <a:spAutoFit/>
                </a:bodyPr>
                <a:lstStyle/>
                <a:p>
                  <a:pPr algn="l"/>
                  <a:r>
                    <a:rPr lang="en-US" sz="700" b="1"/>
                    <a:t>No</a:t>
                  </a:r>
                </a:p>
              </p:txBody>
            </p:sp>
            <p:sp>
              <p:nvSpPr>
                <p:cNvPr id="36" name="TextBox 35">
                  <a:extLst>
                    <a:ext uri="{FF2B5EF4-FFF2-40B4-BE49-F238E27FC236}">
                      <a16:creationId xmlns:a16="http://schemas.microsoft.com/office/drawing/2014/main" id="{CECC61C8-09D4-60C9-D87A-AC307F98A7AB}"/>
                    </a:ext>
                  </a:extLst>
                </p:cNvPr>
                <p:cNvSpPr txBox="1"/>
                <p:nvPr>
                  <p:custDataLst>
                    <p:tags r:id="rId5"/>
                  </p:custDataLst>
                </p:nvPr>
              </p:nvSpPr>
              <p:spPr>
                <a:xfrm>
                  <a:off x="3303430" y="1583725"/>
                  <a:ext cx="158698" cy="107722"/>
                </a:xfrm>
                <a:prstGeom prst="rect">
                  <a:avLst/>
                </a:prstGeom>
                <a:noFill/>
              </p:spPr>
              <p:txBody>
                <a:bodyPr wrap="none" lIns="0" tIns="0" rIns="0" bIns="0" rtlCol="0">
                  <a:spAutoFit/>
                </a:bodyPr>
                <a:lstStyle/>
                <a:p>
                  <a:pPr algn="l"/>
                  <a:r>
                    <a:rPr lang="en-US" sz="700" b="1"/>
                    <a:t>Yes</a:t>
                  </a:r>
                </a:p>
              </p:txBody>
            </p:sp>
            <p:sp>
              <p:nvSpPr>
                <p:cNvPr id="37" name="Flowchart: Alternate Process 36">
                  <a:extLst>
                    <a:ext uri="{FF2B5EF4-FFF2-40B4-BE49-F238E27FC236}">
                      <a16:creationId xmlns:a16="http://schemas.microsoft.com/office/drawing/2014/main" id="{105F4E24-BA89-3A2B-AD16-7119DFD271FA}"/>
                    </a:ext>
                  </a:extLst>
                </p:cNvPr>
                <p:cNvSpPr/>
                <p:nvPr>
                  <p:custDataLst>
                    <p:tags r:id="rId6"/>
                  </p:custDataLst>
                </p:nvPr>
              </p:nvSpPr>
              <p:spPr>
                <a:xfrm>
                  <a:off x="767621" y="1606909"/>
                  <a:ext cx="1238672" cy="401877"/>
                </a:xfrm>
                <a:prstGeom prst="flowChartAlternateProcess">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nchorCtr="0"/>
                <a:lstStyle/>
                <a:p>
                  <a:pPr algn="ctr"/>
                  <a:r>
                    <a:rPr lang="en-US" sz="800">
                      <a:solidFill>
                        <a:schemeClr val="tx1"/>
                      </a:solidFill>
                    </a:rPr>
                    <a:t>Create/Save PO with reference to the PR</a:t>
                  </a:r>
                </a:p>
              </p:txBody>
            </p:sp>
            <p:sp>
              <p:nvSpPr>
                <p:cNvPr id="38" name="Flowchart: Alternate Process 37">
                  <a:extLst>
                    <a:ext uri="{FF2B5EF4-FFF2-40B4-BE49-F238E27FC236}">
                      <a16:creationId xmlns:a16="http://schemas.microsoft.com/office/drawing/2014/main" id="{10B8987D-828D-7310-52DA-329E7DBEE9AD}"/>
                    </a:ext>
                  </a:extLst>
                </p:cNvPr>
                <p:cNvSpPr/>
                <p:nvPr/>
              </p:nvSpPr>
              <p:spPr>
                <a:xfrm>
                  <a:off x="961809" y="2236606"/>
                  <a:ext cx="849807" cy="502315"/>
                </a:xfrm>
                <a:prstGeom prst="flowChartAlternateProcess">
                  <a:avLst/>
                </a:prstGeom>
                <a:solidFill>
                  <a:schemeClr val="accent1"/>
                </a:solidFill>
                <a:ln w="28575">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nchorCtr="0"/>
                <a:lstStyle/>
                <a:p>
                  <a:pPr algn="ctr"/>
                  <a:r>
                    <a:rPr lang="de-DE" sz="800">
                      <a:solidFill>
                        <a:schemeClr val="tx1"/>
                      </a:solidFill>
                    </a:rPr>
                    <a:t>S</a:t>
                  </a:r>
                  <a:r>
                    <a:rPr lang="en-US" sz="800">
                      <a:solidFill>
                        <a:schemeClr val="tx1"/>
                      </a:solidFill>
                    </a:rPr>
                    <a:t>elect the Expert (if Required)</a:t>
                  </a:r>
                </a:p>
              </p:txBody>
            </p:sp>
            <p:cxnSp>
              <p:nvCxnSpPr>
                <p:cNvPr id="39" name="Straight Arrow Connector 38">
                  <a:extLst>
                    <a:ext uri="{FF2B5EF4-FFF2-40B4-BE49-F238E27FC236}">
                      <a16:creationId xmlns:a16="http://schemas.microsoft.com/office/drawing/2014/main" id="{F3992A01-9EE5-558B-6569-412611A211AA}"/>
                    </a:ext>
                  </a:extLst>
                </p:cNvPr>
                <p:cNvCxnSpPr>
                  <a:cxnSpLocks/>
                  <a:stCxn id="25" idx="2"/>
                  <a:endCxn id="29" idx="0"/>
                </p:cNvCxnSpPr>
                <p:nvPr/>
              </p:nvCxnSpPr>
              <p:spPr>
                <a:xfrm flipH="1">
                  <a:off x="3960756" y="3612098"/>
                  <a:ext cx="1" cy="192090"/>
                </a:xfrm>
                <a:prstGeom prst="straightConnector1">
                  <a:avLst/>
                </a:prstGeom>
                <a:ln w="25400">
                  <a:solidFill>
                    <a:schemeClr val="tx1"/>
                  </a:solidFill>
                  <a:headEnd w="lg" len="lg"/>
                  <a:tailEnd type="triangle"/>
                </a:ln>
              </p:spPr>
              <p:style>
                <a:lnRef idx="1">
                  <a:schemeClr val="accent1"/>
                </a:lnRef>
                <a:fillRef idx="0">
                  <a:schemeClr val="accent1"/>
                </a:fillRef>
                <a:effectRef idx="0">
                  <a:schemeClr val="accent1"/>
                </a:effectRef>
                <a:fontRef idx="minor">
                  <a:schemeClr val="tx1"/>
                </a:fontRef>
              </p:style>
            </p:cxnSp>
            <p:cxnSp>
              <p:nvCxnSpPr>
                <p:cNvPr id="40" name="Straight Arrow Connector 39">
                  <a:extLst>
                    <a:ext uri="{FF2B5EF4-FFF2-40B4-BE49-F238E27FC236}">
                      <a16:creationId xmlns:a16="http://schemas.microsoft.com/office/drawing/2014/main" id="{946AF890-22F5-2D84-D1AD-DBB325073DC5}"/>
                    </a:ext>
                  </a:extLst>
                </p:cNvPr>
                <p:cNvCxnSpPr>
                  <a:cxnSpLocks/>
                  <a:stCxn id="29" idx="2"/>
                  <a:endCxn id="30" idx="0"/>
                </p:cNvCxnSpPr>
                <p:nvPr/>
              </p:nvCxnSpPr>
              <p:spPr>
                <a:xfrm>
                  <a:off x="3960756" y="4122222"/>
                  <a:ext cx="0" cy="185987"/>
                </a:xfrm>
                <a:prstGeom prst="straightConnector1">
                  <a:avLst/>
                </a:prstGeom>
                <a:ln w="25400">
                  <a:solidFill>
                    <a:schemeClr val="tx1"/>
                  </a:solidFill>
                  <a:headEnd w="lg" len="lg"/>
                  <a:tailEnd type="triangle"/>
                </a:ln>
              </p:spPr>
              <p:style>
                <a:lnRef idx="1">
                  <a:schemeClr val="accent1"/>
                </a:lnRef>
                <a:fillRef idx="0">
                  <a:schemeClr val="accent1"/>
                </a:fillRef>
                <a:effectRef idx="0">
                  <a:schemeClr val="accent1"/>
                </a:effectRef>
                <a:fontRef idx="minor">
                  <a:schemeClr val="tx1"/>
                </a:fontRef>
              </p:style>
            </p:cxnSp>
            <p:cxnSp>
              <p:nvCxnSpPr>
                <p:cNvPr id="41" name="Connector: Elbow 40">
                  <a:extLst>
                    <a:ext uri="{FF2B5EF4-FFF2-40B4-BE49-F238E27FC236}">
                      <a16:creationId xmlns:a16="http://schemas.microsoft.com/office/drawing/2014/main" id="{A7270CB6-766F-892D-87D3-EA5DD409060A}"/>
                    </a:ext>
                  </a:extLst>
                </p:cNvPr>
                <p:cNvCxnSpPr>
                  <a:cxnSpLocks/>
                  <a:stCxn id="29" idx="3"/>
                  <a:endCxn id="34" idx="2"/>
                </p:cNvCxnSpPr>
                <p:nvPr/>
              </p:nvCxnSpPr>
              <p:spPr>
                <a:xfrm flipV="1">
                  <a:off x="4509693" y="3551984"/>
                  <a:ext cx="804970" cy="411221"/>
                </a:xfrm>
                <a:prstGeom prst="bentConnector2">
                  <a:avLst/>
                </a:prstGeom>
                <a:ln w="25400">
                  <a:solidFill>
                    <a:schemeClr val="tx1"/>
                  </a:solidFill>
                  <a:headEnd w="lg" len="lg"/>
                  <a:tailEnd type="triangle"/>
                </a:ln>
              </p:spPr>
              <p:style>
                <a:lnRef idx="1">
                  <a:schemeClr val="accent1"/>
                </a:lnRef>
                <a:fillRef idx="0">
                  <a:schemeClr val="accent1"/>
                </a:fillRef>
                <a:effectRef idx="0">
                  <a:schemeClr val="accent1"/>
                </a:effectRef>
                <a:fontRef idx="minor">
                  <a:schemeClr val="tx1"/>
                </a:fontRef>
              </p:style>
            </p:cxnSp>
            <p:cxnSp>
              <p:nvCxnSpPr>
                <p:cNvPr id="42" name="Connector: Elbow 41">
                  <a:extLst>
                    <a:ext uri="{FF2B5EF4-FFF2-40B4-BE49-F238E27FC236}">
                      <a16:creationId xmlns:a16="http://schemas.microsoft.com/office/drawing/2014/main" id="{54E884F4-9996-277E-1D09-0E4F0422F27B}"/>
                    </a:ext>
                  </a:extLst>
                </p:cNvPr>
                <p:cNvCxnSpPr>
                  <a:cxnSpLocks/>
                  <a:stCxn id="30" idx="3"/>
                  <a:endCxn id="34" idx="2"/>
                </p:cNvCxnSpPr>
                <p:nvPr/>
              </p:nvCxnSpPr>
              <p:spPr>
                <a:xfrm flipV="1">
                  <a:off x="4599415" y="3551984"/>
                  <a:ext cx="715248" cy="915242"/>
                </a:xfrm>
                <a:prstGeom prst="bentConnector2">
                  <a:avLst/>
                </a:prstGeom>
                <a:ln w="25400">
                  <a:solidFill>
                    <a:schemeClr val="tx1"/>
                  </a:solidFill>
                  <a:headEnd w="lg" len="lg"/>
                  <a:tailEnd type="triangle"/>
                </a:ln>
              </p:spPr>
              <p:style>
                <a:lnRef idx="1">
                  <a:schemeClr val="accent1"/>
                </a:lnRef>
                <a:fillRef idx="0">
                  <a:schemeClr val="accent1"/>
                </a:fillRef>
                <a:effectRef idx="0">
                  <a:schemeClr val="accent1"/>
                </a:effectRef>
                <a:fontRef idx="minor">
                  <a:schemeClr val="tx1"/>
                </a:fontRef>
              </p:style>
            </p:cxnSp>
            <p:cxnSp>
              <p:nvCxnSpPr>
                <p:cNvPr id="43" name="Straight Arrow Connector 42">
                  <a:extLst>
                    <a:ext uri="{FF2B5EF4-FFF2-40B4-BE49-F238E27FC236}">
                      <a16:creationId xmlns:a16="http://schemas.microsoft.com/office/drawing/2014/main" id="{21A8A9F9-0A20-BD56-E014-A3677DAC6A13}"/>
                    </a:ext>
                  </a:extLst>
                </p:cNvPr>
                <p:cNvCxnSpPr>
                  <a:cxnSpLocks/>
                  <a:stCxn id="25" idx="3"/>
                  <a:endCxn id="34" idx="1"/>
                </p:cNvCxnSpPr>
                <p:nvPr/>
              </p:nvCxnSpPr>
              <p:spPr>
                <a:xfrm>
                  <a:off x="4428866" y="3367842"/>
                  <a:ext cx="468109" cy="0"/>
                </a:xfrm>
                <a:prstGeom prst="straightConnector1">
                  <a:avLst/>
                </a:prstGeom>
                <a:ln w="25400">
                  <a:solidFill>
                    <a:schemeClr val="tx1"/>
                  </a:solidFill>
                  <a:headEnd w="lg" len="lg"/>
                  <a:tailEnd type="triangle"/>
                </a:ln>
              </p:spPr>
              <p:style>
                <a:lnRef idx="1">
                  <a:schemeClr val="accent1"/>
                </a:lnRef>
                <a:fillRef idx="0">
                  <a:schemeClr val="accent1"/>
                </a:fillRef>
                <a:effectRef idx="0">
                  <a:schemeClr val="accent1"/>
                </a:effectRef>
                <a:fontRef idx="minor">
                  <a:schemeClr val="tx1"/>
                </a:fontRef>
              </p:style>
            </p:cxnSp>
            <p:cxnSp>
              <p:nvCxnSpPr>
                <p:cNvPr id="44" name="Straight Arrow Connector 43">
                  <a:extLst>
                    <a:ext uri="{FF2B5EF4-FFF2-40B4-BE49-F238E27FC236}">
                      <a16:creationId xmlns:a16="http://schemas.microsoft.com/office/drawing/2014/main" id="{ECC2622C-A648-F225-DF8F-203006A15D62}"/>
                    </a:ext>
                  </a:extLst>
                </p:cNvPr>
                <p:cNvCxnSpPr>
                  <a:cxnSpLocks/>
                  <a:stCxn id="37" idx="2"/>
                  <a:endCxn id="38" idx="0"/>
                </p:cNvCxnSpPr>
                <p:nvPr/>
              </p:nvCxnSpPr>
              <p:spPr>
                <a:xfrm flipH="1">
                  <a:off x="1386713" y="2008786"/>
                  <a:ext cx="244" cy="227820"/>
                </a:xfrm>
                <a:prstGeom prst="straightConnector1">
                  <a:avLst/>
                </a:prstGeom>
                <a:ln w="25400">
                  <a:solidFill>
                    <a:schemeClr val="tx1"/>
                  </a:solidFill>
                  <a:headEnd w="lg" len="lg"/>
                  <a:tailEnd type="triangle"/>
                </a:ln>
              </p:spPr>
              <p:style>
                <a:lnRef idx="1">
                  <a:schemeClr val="accent1"/>
                </a:lnRef>
                <a:fillRef idx="0">
                  <a:schemeClr val="accent1"/>
                </a:fillRef>
                <a:effectRef idx="0">
                  <a:schemeClr val="accent1"/>
                </a:effectRef>
                <a:fontRef idx="minor">
                  <a:schemeClr val="tx1"/>
                </a:fontRef>
              </p:style>
            </p:cxnSp>
            <p:cxnSp>
              <p:nvCxnSpPr>
                <p:cNvPr id="45" name="Straight Arrow Connector 44">
                  <a:extLst>
                    <a:ext uri="{FF2B5EF4-FFF2-40B4-BE49-F238E27FC236}">
                      <a16:creationId xmlns:a16="http://schemas.microsoft.com/office/drawing/2014/main" id="{3C332824-E8B4-F991-0AE4-CB3B5E3A097D}"/>
                    </a:ext>
                  </a:extLst>
                </p:cNvPr>
                <p:cNvCxnSpPr>
                  <a:cxnSpLocks/>
                  <a:stCxn id="38" idx="3"/>
                </p:cNvCxnSpPr>
                <p:nvPr/>
              </p:nvCxnSpPr>
              <p:spPr>
                <a:xfrm flipV="1">
                  <a:off x="1811616" y="2487763"/>
                  <a:ext cx="92485" cy="1"/>
                </a:xfrm>
                <a:prstGeom prst="straightConnector1">
                  <a:avLst/>
                </a:prstGeom>
                <a:ln w="25400">
                  <a:solidFill>
                    <a:schemeClr val="tx1"/>
                  </a:solidFill>
                  <a:headEnd w="lg" len="lg"/>
                  <a:tailEnd type="triangle"/>
                </a:ln>
              </p:spPr>
              <p:style>
                <a:lnRef idx="1">
                  <a:schemeClr val="accent1"/>
                </a:lnRef>
                <a:fillRef idx="0">
                  <a:schemeClr val="accent1"/>
                </a:fillRef>
                <a:effectRef idx="0">
                  <a:schemeClr val="accent1"/>
                </a:effectRef>
                <a:fontRef idx="minor">
                  <a:schemeClr val="tx1"/>
                </a:fontRef>
              </p:style>
            </p:cxnSp>
            <p:cxnSp>
              <p:nvCxnSpPr>
                <p:cNvPr id="46" name="Connector: Elbow 45">
                  <a:extLst>
                    <a:ext uri="{FF2B5EF4-FFF2-40B4-BE49-F238E27FC236}">
                      <a16:creationId xmlns:a16="http://schemas.microsoft.com/office/drawing/2014/main" id="{4F1B8493-8274-840D-81A0-32BA2468BD39}"/>
                    </a:ext>
                  </a:extLst>
                </p:cNvPr>
                <p:cNvCxnSpPr>
                  <a:cxnSpLocks/>
                  <a:stCxn id="26" idx="0"/>
                  <a:endCxn id="18" idx="1"/>
                </p:cNvCxnSpPr>
                <p:nvPr/>
              </p:nvCxnSpPr>
              <p:spPr>
                <a:xfrm rot="5400000" flipH="1" flipV="1">
                  <a:off x="2454479" y="1961333"/>
                  <a:ext cx="260596" cy="289951"/>
                </a:xfrm>
                <a:prstGeom prst="bentConnector2">
                  <a:avLst/>
                </a:prstGeom>
                <a:ln w="25400">
                  <a:solidFill>
                    <a:schemeClr val="tx1"/>
                  </a:solidFill>
                  <a:headEnd w="lg" len="lg"/>
                  <a:tailEnd type="triangle"/>
                </a:ln>
              </p:spPr>
              <p:style>
                <a:lnRef idx="1">
                  <a:schemeClr val="accent1"/>
                </a:lnRef>
                <a:fillRef idx="0">
                  <a:schemeClr val="accent1"/>
                </a:fillRef>
                <a:effectRef idx="0">
                  <a:schemeClr val="accent1"/>
                </a:effectRef>
                <a:fontRef idx="minor">
                  <a:schemeClr val="tx1"/>
                </a:fontRef>
              </p:style>
            </p:cxnSp>
          </p:grpSp>
          <p:grpSp>
            <p:nvGrpSpPr>
              <p:cNvPr id="14" name="Group 13">
                <a:extLst>
                  <a:ext uri="{FF2B5EF4-FFF2-40B4-BE49-F238E27FC236}">
                    <a16:creationId xmlns:a16="http://schemas.microsoft.com/office/drawing/2014/main" id="{9B9C5A2B-83A9-D030-178F-131E3CD3F715}"/>
                  </a:ext>
                </a:extLst>
              </p:cNvPr>
              <p:cNvGrpSpPr/>
              <p:nvPr/>
            </p:nvGrpSpPr>
            <p:grpSpPr>
              <a:xfrm>
                <a:off x="4784190" y="5637179"/>
                <a:ext cx="1177746" cy="261240"/>
                <a:chOff x="4784190" y="5637179"/>
                <a:chExt cx="1177746" cy="261240"/>
              </a:xfrm>
            </p:grpSpPr>
            <p:sp>
              <p:nvSpPr>
                <p:cNvPr id="15" name="Rectangle: Rounded Corners 14">
                  <a:extLst>
                    <a:ext uri="{FF2B5EF4-FFF2-40B4-BE49-F238E27FC236}">
                      <a16:creationId xmlns:a16="http://schemas.microsoft.com/office/drawing/2014/main" id="{BADD38DF-4705-FA4D-0E89-DD8DC6C0083E}"/>
                    </a:ext>
                  </a:extLst>
                </p:cNvPr>
                <p:cNvSpPr/>
                <p:nvPr/>
              </p:nvSpPr>
              <p:spPr>
                <a:xfrm>
                  <a:off x="4784190" y="5637179"/>
                  <a:ext cx="1177746" cy="261240"/>
                </a:xfrm>
                <a:prstGeom prst="roundRect">
                  <a:avLst/>
                </a:prstGeom>
                <a:noFill/>
                <a:ln w="285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nchorCtr="0"/>
                <a:lstStyle/>
                <a:p>
                  <a:r>
                    <a:rPr lang="en-US" sz="1050" b="1">
                      <a:solidFill>
                        <a:schemeClr val="tx1"/>
                      </a:solidFill>
                    </a:rPr>
                    <a:t>SAP BTP</a:t>
                  </a:r>
                </a:p>
              </p:txBody>
            </p:sp>
            <p:sp>
              <p:nvSpPr>
                <p:cNvPr id="16" name="Rectangle: Rounded Corners 15">
                  <a:extLst>
                    <a:ext uri="{FF2B5EF4-FFF2-40B4-BE49-F238E27FC236}">
                      <a16:creationId xmlns:a16="http://schemas.microsoft.com/office/drawing/2014/main" id="{3427E06B-A5E0-173B-2CE0-CF70356CF620}"/>
                    </a:ext>
                  </a:extLst>
                </p:cNvPr>
                <p:cNvSpPr/>
                <p:nvPr/>
              </p:nvSpPr>
              <p:spPr>
                <a:xfrm>
                  <a:off x="5558635" y="5693697"/>
                  <a:ext cx="217050" cy="148503"/>
                </a:xfrm>
                <a:prstGeom prst="roundRect">
                  <a:avLst/>
                </a:prstGeom>
                <a:solidFill>
                  <a:schemeClr val="accent1"/>
                </a:solidFill>
                <a:ln w="28575">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nchorCtr="0"/>
                <a:lstStyle/>
                <a:p>
                  <a:pPr algn="ctr"/>
                  <a:endParaRPr lang="en-US" sz="1000" b="1">
                    <a:solidFill>
                      <a:schemeClr val="tx1"/>
                    </a:solidFill>
                  </a:endParaRPr>
                </a:p>
              </p:txBody>
            </p:sp>
          </p:grpSp>
        </p:grpSp>
        <p:sp>
          <p:nvSpPr>
            <p:cNvPr id="12" name="Rectangle: Rounded Corners 11">
              <a:extLst>
                <a:ext uri="{FF2B5EF4-FFF2-40B4-BE49-F238E27FC236}">
                  <a16:creationId xmlns:a16="http://schemas.microsoft.com/office/drawing/2014/main" id="{D0835BB8-9541-D3F2-74A3-F04F166DD319}"/>
                </a:ext>
              </a:extLst>
            </p:cNvPr>
            <p:cNvSpPr/>
            <p:nvPr/>
          </p:nvSpPr>
          <p:spPr>
            <a:xfrm>
              <a:off x="2097979" y="2779641"/>
              <a:ext cx="1187773" cy="629864"/>
            </a:xfrm>
            <a:prstGeom prst="roundRect">
              <a:avLst/>
            </a:prstGeom>
            <a:noFill/>
            <a:ln w="317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pPr algn="l"/>
              <a:endParaRPr lang="en-US"/>
            </a:p>
          </p:txBody>
        </p:sp>
      </p:grpSp>
      <p:sp>
        <p:nvSpPr>
          <p:cNvPr id="5" name="Fußzeilenplatzhalter 2">
            <a:extLst>
              <a:ext uri="{FF2B5EF4-FFF2-40B4-BE49-F238E27FC236}">
                <a16:creationId xmlns:a16="http://schemas.microsoft.com/office/drawing/2014/main" id="{2637B792-A9CF-37A0-5B08-4D05BC26C3A0}"/>
              </a:ext>
            </a:extLst>
          </p:cNvPr>
          <p:cNvSpPr>
            <a:spLocks noGrp="1"/>
          </p:cNvSpPr>
          <p:nvPr>
            <p:ph type="ftr" sz="quarter" idx="10"/>
          </p:nvPr>
        </p:nvSpPr>
        <p:spPr>
          <a:xfrm>
            <a:off x="1059160" y="6310800"/>
            <a:ext cx="9216000" cy="547200"/>
          </a:xfrm>
        </p:spPr>
        <p:txBody>
          <a:bodyPr/>
          <a:lstStyle/>
          <a:p>
            <a:pPr>
              <a:lnSpc>
                <a:spcPct val="100000"/>
              </a:lnSpc>
            </a:pPr>
            <a:r>
              <a:rPr lang="en-US"/>
              <a:t>Internal | © Siemens 2025 | SHERPA X I MM081 Procurement via Direct X</a:t>
            </a:r>
          </a:p>
        </p:txBody>
      </p:sp>
    </p:spTree>
    <p:extLst>
      <p:ext uri="{BB962C8B-B14F-4D97-AF65-F5344CB8AC3E}">
        <p14:creationId xmlns:p14="http://schemas.microsoft.com/office/powerpoint/2010/main" val="1968909983"/>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a:extLst>
            <a:ext uri="{FF2B5EF4-FFF2-40B4-BE49-F238E27FC236}">
              <a16:creationId xmlns:a16="http://schemas.microsoft.com/office/drawing/2014/main" id="{DA873F15-DE14-C223-B6F8-4A7637FE28DE}"/>
            </a:ext>
          </a:extLst>
        </p:cNvPr>
        <p:cNvGrpSpPr/>
        <p:nvPr/>
      </p:nvGrpSpPr>
      <p:grpSpPr>
        <a:xfrm>
          <a:off x="0" y="0"/>
          <a:ext cx="0" cy="0"/>
          <a:chOff x="0" y="0"/>
          <a:chExt cx="0" cy="0"/>
        </a:xfrm>
      </p:grpSpPr>
      <p:sp>
        <p:nvSpPr>
          <p:cNvPr id="6" name="Rechteck 5">
            <a:extLst>
              <a:ext uri="{FF2B5EF4-FFF2-40B4-BE49-F238E27FC236}">
                <a16:creationId xmlns:a16="http://schemas.microsoft.com/office/drawing/2014/main" id="{38BDEB93-E3A7-0574-91E4-C8406E597FE2}"/>
              </a:ext>
            </a:extLst>
          </p:cNvPr>
          <p:cNvSpPr/>
          <p:nvPr/>
        </p:nvSpPr>
        <p:spPr>
          <a:xfrm>
            <a:off x="7038975" y="1505674"/>
            <a:ext cx="5074561" cy="4905065"/>
          </a:xfrm>
          <a:prstGeom prst="rect">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pPr marL="171450" indent="-171450">
              <a:buFont typeface="Arial" panose="020B0604020202020204" pitchFamily="34" charset="0"/>
              <a:buChar char="•"/>
            </a:pPr>
            <a:r>
              <a:rPr lang="en-US" sz="1100">
                <a:solidFill>
                  <a:schemeClr val="tx1"/>
                </a:solidFill>
              </a:rPr>
              <a:t>In case if the PO requires a Procurement Expert approval, then Purchaser has to do refresh (         ) the “All Tasks” list to show the</a:t>
            </a:r>
            <a:r>
              <a:rPr lang="cs-CZ" sz="1100">
                <a:solidFill>
                  <a:schemeClr val="tx1"/>
                </a:solidFill>
              </a:rPr>
              <a:t> </a:t>
            </a:r>
            <a:r>
              <a:rPr lang="en-US" sz="1100">
                <a:solidFill>
                  <a:schemeClr val="tx1"/>
                </a:solidFill>
              </a:rPr>
              <a:t>“</a:t>
            </a:r>
            <a:r>
              <a:rPr lang="en-US" sz="1100" err="1">
                <a:solidFill>
                  <a:schemeClr val="tx1"/>
                </a:solidFill>
              </a:rPr>
              <a:t>POValidationForm</a:t>
            </a:r>
            <a:r>
              <a:rPr lang="en-US" sz="1100">
                <a:solidFill>
                  <a:schemeClr val="tx1"/>
                </a:solidFill>
              </a:rPr>
              <a:t>”.</a:t>
            </a:r>
          </a:p>
          <a:p>
            <a:endParaRPr lang="en-US" sz="1100">
              <a:solidFill>
                <a:schemeClr val="tx1"/>
              </a:solidFill>
            </a:endParaRPr>
          </a:p>
          <a:p>
            <a:pPr marL="171450" indent="-171450">
              <a:buFont typeface="Arial" panose="020B0604020202020204" pitchFamily="34" charset="0"/>
              <a:buChar char="•"/>
            </a:pPr>
            <a:r>
              <a:rPr lang="en-US" sz="1100" b="1">
                <a:solidFill>
                  <a:schemeClr val="accent6">
                    <a:lumMod val="50000"/>
                    <a:lumOff val="50000"/>
                  </a:schemeClr>
                </a:solidFill>
              </a:rPr>
              <a:t>The Purchaser has to make sure that the correct PO number has been selected and appear in Form </a:t>
            </a:r>
            <a:r>
              <a:rPr lang="en-US" sz="1100">
                <a:solidFill>
                  <a:schemeClr val="tx1"/>
                </a:solidFill>
              </a:rPr>
              <a:t>(Blue highlight).</a:t>
            </a:r>
          </a:p>
          <a:p>
            <a:endParaRPr lang="en-US" sz="1100">
              <a:solidFill>
                <a:schemeClr val="tx1"/>
              </a:solidFill>
            </a:endParaRPr>
          </a:p>
          <a:p>
            <a:pPr marL="171450" indent="-171450">
              <a:buFont typeface="Arial" panose="020B0604020202020204" pitchFamily="34" charset="0"/>
              <a:buChar char="•"/>
            </a:pPr>
            <a:r>
              <a:rPr lang="en-US" sz="1100">
                <a:solidFill>
                  <a:schemeClr val="accent2">
                    <a:lumMod val="50000"/>
                  </a:schemeClr>
                </a:solidFill>
              </a:rPr>
              <a:t>An automatic </a:t>
            </a:r>
            <a:r>
              <a:rPr lang="cs-CZ" sz="1100">
                <a:solidFill>
                  <a:schemeClr val="accent2">
                    <a:lumMod val="50000"/>
                  </a:schemeClr>
                </a:solidFill>
              </a:rPr>
              <a:t>V</a:t>
            </a:r>
            <a:r>
              <a:rPr lang="en-US" sz="1100" err="1">
                <a:solidFill>
                  <a:schemeClr val="accent2">
                    <a:lumMod val="50000"/>
                  </a:schemeClr>
                </a:solidFill>
              </a:rPr>
              <a:t>alidation</a:t>
            </a:r>
            <a:r>
              <a:rPr lang="cs-CZ" sz="1100">
                <a:solidFill>
                  <a:schemeClr val="accent2">
                    <a:lumMod val="50000"/>
                  </a:schemeClr>
                </a:solidFill>
              </a:rPr>
              <a:t> </a:t>
            </a:r>
            <a:r>
              <a:rPr lang="en-US" sz="1100">
                <a:solidFill>
                  <a:schemeClr val="accent2">
                    <a:lumMod val="50000"/>
                  </a:schemeClr>
                </a:solidFill>
              </a:rPr>
              <a:t>will be performed in the PO line items for the fields</a:t>
            </a:r>
            <a:r>
              <a:rPr lang="cs-CZ" sz="1100">
                <a:solidFill>
                  <a:schemeClr val="tx1"/>
                </a:solidFill>
              </a:rPr>
              <a:t>:</a:t>
            </a:r>
            <a:endParaRPr lang="en-US" sz="1100">
              <a:solidFill>
                <a:schemeClr val="tx1"/>
              </a:solidFill>
            </a:endParaRPr>
          </a:p>
          <a:p>
            <a:pPr marL="628650" lvl="1" indent="-171450">
              <a:buFont typeface="Arial" panose="020B0604020202020204" pitchFamily="34" charset="0"/>
              <a:buChar char="•"/>
            </a:pPr>
            <a:r>
              <a:rPr lang="en-US" sz="900">
                <a:solidFill>
                  <a:schemeClr val="tx1"/>
                </a:solidFill>
              </a:rPr>
              <a:t>Purchasing Organization</a:t>
            </a:r>
          </a:p>
          <a:p>
            <a:pPr marL="628650" lvl="1" indent="-171450">
              <a:buFont typeface="Arial" panose="020B0604020202020204" pitchFamily="34" charset="0"/>
              <a:buChar char="•"/>
            </a:pPr>
            <a:r>
              <a:rPr lang="en-US" sz="900">
                <a:solidFill>
                  <a:schemeClr val="tx1"/>
                </a:solidFill>
              </a:rPr>
              <a:t>Purchasing Group</a:t>
            </a:r>
          </a:p>
          <a:p>
            <a:pPr marL="628650" lvl="1" indent="-171450">
              <a:buFont typeface="Arial" panose="020B0604020202020204" pitchFamily="34" charset="0"/>
              <a:buChar char="•"/>
            </a:pPr>
            <a:r>
              <a:rPr lang="en-US" sz="900">
                <a:solidFill>
                  <a:schemeClr val="tx1"/>
                </a:solidFill>
              </a:rPr>
              <a:t>Account Assignment, has to be</a:t>
            </a:r>
          </a:p>
          <a:p>
            <a:pPr marL="1085850" lvl="2" indent="-171450">
              <a:buFont typeface="Arial" panose="020B0604020202020204" pitchFamily="34" charset="0"/>
              <a:buChar char="•"/>
            </a:pPr>
            <a:r>
              <a:rPr lang="en-US" sz="900">
                <a:solidFill>
                  <a:schemeClr val="tx1"/>
                </a:solidFill>
              </a:rPr>
              <a:t>4 – Center without GR</a:t>
            </a:r>
          </a:p>
          <a:p>
            <a:pPr marL="1085850" lvl="2" indent="-171450">
              <a:buFont typeface="Arial" panose="020B0604020202020204" pitchFamily="34" charset="0"/>
              <a:buChar char="•"/>
            </a:pPr>
            <a:r>
              <a:rPr lang="en-US" sz="900">
                <a:solidFill>
                  <a:schemeClr val="tx1"/>
                </a:solidFill>
              </a:rPr>
              <a:t>5 – Project without GR</a:t>
            </a:r>
          </a:p>
          <a:p>
            <a:pPr marL="1085850" lvl="2" indent="-171450">
              <a:buFont typeface="Arial" panose="020B0604020202020204" pitchFamily="34" charset="0"/>
              <a:buChar char="•"/>
            </a:pPr>
            <a:r>
              <a:rPr lang="en-US" sz="900">
                <a:solidFill>
                  <a:schemeClr val="tx1"/>
                </a:solidFill>
              </a:rPr>
              <a:t>A - Asset</a:t>
            </a:r>
          </a:p>
          <a:p>
            <a:pPr marL="628650" lvl="1" indent="-171450">
              <a:buFont typeface="Arial" panose="020B0604020202020204" pitchFamily="34" charset="0"/>
              <a:buChar char="•"/>
            </a:pPr>
            <a:r>
              <a:rPr lang="en-US" sz="900">
                <a:solidFill>
                  <a:schemeClr val="tx1"/>
                </a:solidFill>
              </a:rPr>
              <a:t>Requisitioner, has to be a valid GID</a:t>
            </a:r>
          </a:p>
          <a:p>
            <a:pPr marL="628650" lvl="1" indent="-171450">
              <a:buFont typeface="Arial" panose="020B0604020202020204" pitchFamily="34" charset="0"/>
              <a:buChar char="•"/>
            </a:pPr>
            <a:r>
              <a:rPr lang="en-US" sz="900">
                <a:solidFill>
                  <a:schemeClr val="tx1"/>
                </a:solidFill>
              </a:rPr>
              <a:t>Recipient</a:t>
            </a:r>
          </a:p>
          <a:p>
            <a:pPr marL="1085850" lvl="2" indent="-171450">
              <a:buFont typeface="Arial" panose="020B0604020202020204" pitchFamily="34" charset="0"/>
              <a:buChar char="•"/>
            </a:pPr>
            <a:r>
              <a:rPr lang="en-US" sz="900">
                <a:solidFill>
                  <a:schemeClr val="tx1"/>
                </a:solidFill>
              </a:rPr>
              <a:t>Item Category Standard </a:t>
            </a:r>
            <a:r>
              <a:rPr lang="en-US" sz="900">
                <a:solidFill>
                  <a:schemeClr val="tx1"/>
                </a:solidFill>
                <a:sym typeface="Wingdings" panose="05000000000000000000" pitchFamily="2" charset="2"/>
              </a:rPr>
              <a:t> has to be valid GID</a:t>
            </a:r>
          </a:p>
          <a:p>
            <a:pPr marL="1085850" lvl="2" indent="-171450">
              <a:buFont typeface="Arial" panose="020B0604020202020204" pitchFamily="34" charset="0"/>
              <a:buChar char="•"/>
            </a:pPr>
            <a:r>
              <a:rPr lang="en-US" sz="900">
                <a:solidFill>
                  <a:schemeClr val="tx1"/>
                </a:solidFill>
                <a:sym typeface="Wingdings" panose="05000000000000000000" pitchFamily="2" charset="2"/>
              </a:rPr>
              <a:t>Item Category B-Limit  will be Empty</a:t>
            </a:r>
            <a:endParaRPr lang="en-US" sz="900">
              <a:solidFill>
                <a:schemeClr val="tx1"/>
              </a:solidFill>
            </a:endParaRPr>
          </a:p>
          <a:p>
            <a:pPr marL="628650" lvl="1" indent="-171450">
              <a:buFont typeface="Arial" panose="020B0604020202020204" pitchFamily="34" charset="0"/>
              <a:buChar char="•"/>
            </a:pPr>
            <a:endParaRPr lang="en-US" sz="1050">
              <a:solidFill>
                <a:schemeClr val="tx1"/>
              </a:solidFill>
            </a:endParaRPr>
          </a:p>
          <a:p>
            <a:pPr marL="171450" indent="-171450">
              <a:buFont typeface="Arial" panose="020B0604020202020204" pitchFamily="34" charset="0"/>
              <a:buChar char="•"/>
            </a:pPr>
            <a:r>
              <a:rPr lang="cs-CZ" sz="1100" b="1">
                <a:solidFill>
                  <a:schemeClr val="accent2">
                    <a:lumMod val="50000"/>
                  </a:schemeClr>
                </a:solidFill>
              </a:rPr>
              <a:t>Results of the validation:</a:t>
            </a:r>
          </a:p>
          <a:p>
            <a:pPr marL="628650" lvl="1" indent="-171450">
              <a:buFont typeface="Wingdings" panose="05000000000000000000" pitchFamily="2" charset="2"/>
              <a:buChar char="Ø"/>
            </a:pPr>
            <a:r>
              <a:rPr lang="cs-CZ" sz="1100" b="1">
                <a:solidFill>
                  <a:schemeClr val="accent2">
                    <a:lumMod val="50000"/>
                  </a:schemeClr>
                </a:solidFill>
              </a:rPr>
              <a:t>All data are </a:t>
            </a:r>
            <a:r>
              <a:rPr lang="en-US" sz="1100" b="1">
                <a:solidFill>
                  <a:schemeClr val="accent2">
                    <a:lumMod val="50000"/>
                  </a:schemeClr>
                </a:solidFill>
              </a:rPr>
              <a:t>“Valid</a:t>
            </a:r>
            <a:r>
              <a:rPr lang="cs-CZ" sz="1100" b="1">
                <a:solidFill>
                  <a:schemeClr val="accent2">
                    <a:lumMod val="50000"/>
                  </a:schemeClr>
                </a:solidFill>
              </a:rPr>
              <a:t> (1)</a:t>
            </a:r>
            <a:r>
              <a:rPr lang="en-US" sz="1100" b="1">
                <a:solidFill>
                  <a:schemeClr val="accent2">
                    <a:lumMod val="50000"/>
                  </a:schemeClr>
                </a:solidFill>
              </a:rPr>
              <a:t>”</a:t>
            </a:r>
            <a:r>
              <a:rPr lang="cs-CZ" sz="1100" b="1">
                <a:solidFill>
                  <a:schemeClr val="accent2">
                    <a:lumMod val="50000"/>
                  </a:schemeClr>
                </a:solidFill>
              </a:rPr>
              <a:t> =&gt; PO can be directly approved</a:t>
            </a:r>
          </a:p>
          <a:p>
            <a:pPr marL="628650" lvl="1" indent="-171450">
              <a:buFont typeface="Wingdings" panose="05000000000000000000" pitchFamily="2" charset="2"/>
              <a:buChar char="Ø"/>
            </a:pPr>
            <a:r>
              <a:rPr lang="cs-CZ" sz="1100" b="1">
                <a:solidFill>
                  <a:schemeClr val="accent2">
                    <a:lumMod val="50000"/>
                  </a:schemeClr>
                </a:solidFill>
              </a:rPr>
              <a:t>Something </a:t>
            </a:r>
            <a:r>
              <a:rPr lang="en-US" sz="1100" b="1">
                <a:solidFill>
                  <a:schemeClr val="accent2">
                    <a:lumMod val="50000"/>
                  </a:schemeClr>
                </a:solidFill>
              </a:rPr>
              <a:t>is “Not Valid</a:t>
            </a:r>
            <a:r>
              <a:rPr lang="cs-CZ" sz="1100" b="1">
                <a:solidFill>
                  <a:schemeClr val="accent2">
                    <a:lumMod val="50000"/>
                  </a:schemeClr>
                </a:solidFill>
              </a:rPr>
              <a:t> (2)</a:t>
            </a:r>
            <a:r>
              <a:rPr lang="en-US" sz="1100" b="1">
                <a:solidFill>
                  <a:schemeClr val="accent2">
                    <a:lumMod val="50000"/>
                  </a:schemeClr>
                </a:solidFill>
              </a:rPr>
              <a:t>”</a:t>
            </a:r>
            <a:r>
              <a:rPr lang="cs-CZ" sz="1100" b="1">
                <a:solidFill>
                  <a:schemeClr val="accent2">
                    <a:lumMod val="50000"/>
                  </a:schemeClr>
                </a:solidFill>
              </a:rPr>
              <a:t> (here </a:t>
            </a:r>
            <a:r>
              <a:rPr lang="en-US" sz="1100" b="1">
                <a:solidFill>
                  <a:schemeClr val="accent2">
                    <a:lumMod val="50000"/>
                  </a:schemeClr>
                </a:solidFill>
              </a:rPr>
              <a:t>“</a:t>
            </a:r>
            <a:r>
              <a:rPr lang="en-US" sz="1100" b="1" err="1">
                <a:solidFill>
                  <a:schemeClr val="accent2">
                    <a:lumMod val="50000"/>
                  </a:schemeClr>
                </a:solidFill>
              </a:rPr>
              <a:t>RecipientGID</a:t>
            </a:r>
            <a:r>
              <a:rPr lang="en-US" sz="1100" b="1">
                <a:solidFill>
                  <a:schemeClr val="accent2">
                    <a:lumMod val="50000"/>
                  </a:schemeClr>
                </a:solidFill>
              </a:rPr>
              <a:t>”</a:t>
            </a:r>
            <a:r>
              <a:rPr lang="cs-CZ" sz="1100" b="1">
                <a:solidFill>
                  <a:schemeClr val="accent2">
                    <a:lumMod val="50000"/>
                  </a:schemeClr>
                </a:solidFill>
              </a:rPr>
              <a:t>) =&gt; data are to review</a:t>
            </a:r>
            <a:endParaRPr lang="en-US" sz="1100" b="1">
              <a:solidFill>
                <a:schemeClr val="accent2">
                  <a:lumMod val="50000"/>
                </a:schemeClr>
              </a:solidFill>
            </a:endParaRPr>
          </a:p>
          <a:p>
            <a:endParaRPr lang="en-US" sz="1100">
              <a:solidFill>
                <a:schemeClr val="tx1"/>
              </a:solidFill>
            </a:endParaRPr>
          </a:p>
          <a:p>
            <a:r>
              <a:rPr lang="cs-CZ" sz="1100">
                <a:solidFill>
                  <a:schemeClr val="tx1"/>
                </a:solidFill>
              </a:rPr>
              <a:t> =&gt; </a:t>
            </a:r>
            <a:r>
              <a:rPr lang="en-US" sz="1100">
                <a:solidFill>
                  <a:schemeClr val="tx1"/>
                </a:solidFill>
              </a:rPr>
              <a:t>Click on “</a:t>
            </a:r>
            <a:r>
              <a:rPr lang="en-US" sz="1100" b="1">
                <a:solidFill>
                  <a:schemeClr val="accent5">
                    <a:lumMod val="60000"/>
                    <a:lumOff val="40000"/>
                  </a:schemeClr>
                </a:solidFill>
              </a:rPr>
              <a:t>Manage Purchase Order</a:t>
            </a:r>
            <a:r>
              <a:rPr lang="en-US" sz="1100">
                <a:solidFill>
                  <a:schemeClr val="tx1"/>
                </a:solidFill>
              </a:rPr>
              <a:t>” to review the full PO data</a:t>
            </a:r>
          </a:p>
          <a:p>
            <a:pPr marL="628650" lvl="1" indent="-171450">
              <a:buFont typeface="Arial" panose="020B0604020202020204" pitchFamily="34" charset="0"/>
              <a:buChar char="•"/>
            </a:pPr>
            <a:r>
              <a:rPr lang="en-US" sz="1050" b="1">
                <a:solidFill>
                  <a:schemeClr val="tx1"/>
                </a:solidFill>
              </a:rPr>
              <a:t>Case 1 </a:t>
            </a:r>
            <a:r>
              <a:rPr lang="en-US" sz="1050">
                <a:solidFill>
                  <a:schemeClr val="tx1"/>
                </a:solidFill>
              </a:rPr>
              <a:t>– For “YDFO” PO with Item Category B-Limit – Display Purchase Order Advanced app will open </a:t>
            </a:r>
          </a:p>
          <a:p>
            <a:pPr marL="628650" lvl="1" indent="-171450">
              <a:buFont typeface="Arial" panose="020B0604020202020204" pitchFamily="34" charset="0"/>
              <a:buChar char="•"/>
            </a:pPr>
            <a:r>
              <a:rPr lang="en-US" sz="1050" b="1">
                <a:solidFill>
                  <a:schemeClr val="tx1"/>
                </a:solidFill>
              </a:rPr>
              <a:t>Case 2 </a:t>
            </a:r>
            <a:r>
              <a:rPr lang="en-US" sz="1050">
                <a:solidFill>
                  <a:schemeClr val="tx1"/>
                </a:solidFill>
              </a:rPr>
              <a:t>– For “YDNB” PO – Manage Purchaser Order Fiori app will open</a:t>
            </a:r>
          </a:p>
        </p:txBody>
      </p:sp>
      <p:sp>
        <p:nvSpPr>
          <p:cNvPr id="8" name="Rechteck 5">
            <a:extLst>
              <a:ext uri="{FF2B5EF4-FFF2-40B4-BE49-F238E27FC236}">
                <a16:creationId xmlns:a16="http://schemas.microsoft.com/office/drawing/2014/main" id="{A015E4D6-F265-9072-AAB6-49962F3DF8F8}"/>
              </a:ext>
            </a:extLst>
          </p:cNvPr>
          <p:cNvSpPr/>
          <p:nvPr/>
        </p:nvSpPr>
        <p:spPr>
          <a:xfrm>
            <a:off x="7038975" y="1136343"/>
            <a:ext cx="5074561" cy="369332"/>
          </a:xfrm>
          <a:prstGeom prst="rect">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pPr algn="l"/>
            <a:r>
              <a:rPr lang="en-US" sz="1200" b="1">
                <a:solidFill>
                  <a:schemeClr val="tx1"/>
                </a:solidFill>
              </a:rPr>
              <a:t>BTP – My Inbox – </a:t>
            </a:r>
            <a:r>
              <a:rPr lang="en-US" sz="1200" b="1" err="1">
                <a:solidFill>
                  <a:schemeClr val="tx1"/>
                </a:solidFill>
              </a:rPr>
              <a:t>POValidationForm</a:t>
            </a:r>
            <a:endParaRPr lang="de-DE" sz="1200" b="1">
              <a:solidFill>
                <a:schemeClr val="tx1"/>
              </a:solidFill>
            </a:endParaRPr>
          </a:p>
        </p:txBody>
      </p:sp>
      <p:sp>
        <p:nvSpPr>
          <p:cNvPr id="3" name="TextBox 2">
            <a:extLst>
              <a:ext uri="{FF2B5EF4-FFF2-40B4-BE49-F238E27FC236}">
                <a16:creationId xmlns:a16="http://schemas.microsoft.com/office/drawing/2014/main" id="{F6BF1257-7497-3B0E-23AE-CFD68D48B660}"/>
              </a:ext>
            </a:extLst>
          </p:cNvPr>
          <p:cNvSpPr txBox="1"/>
          <p:nvPr/>
        </p:nvSpPr>
        <p:spPr>
          <a:xfrm>
            <a:off x="333322" y="362910"/>
            <a:ext cx="8353478" cy="369332"/>
          </a:xfrm>
          <a:prstGeom prst="rect">
            <a:avLst/>
          </a:prstGeom>
        </p:spPr>
        <p:txBody>
          <a:bodyPr vert="horz" lIns="0" tIns="0" rIns="324000" bIns="14400" rtlCol="0" anchor="b" anchorCtr="0">
            <a:noAutofit/>
          </a:bodyPr>
          <a:lstStyle>
            <a:lvl1pPr>
              <a:lnSpc>
                <a:spcPct val="90000"/>
              </a:lnSpc>
              <a:spcBef>
                <a:spcPct val="0"/>
              </a:spcBef>
              <a:buNone/>
              <a:defRPr sz="2000" b="1">
                <a:solidFill>
                  <a:srgbClr val="00557C"/>
                </a:solidFill>
                <a:latin typeface="+mj-lt"/>
                <a:ea typeface="+mj-ea"/>
                <a:cs typeface="+mj-cs"/>
              </a:defRPr>
            </a:lvl1pPr>
          </a:lstStyle>
          <a:p>
            <a:r>
              <a:rPr lang="en-US">
                <a:solidFill>
                  <a:srgbClr val="00557C"/>
                </a:solidFill>
              </a:rPr>
              <a:t>Confirm the Purchase Order</a:t>
            </a:r>
            <a:endParaRPr lang="en-US"/>
          </a:p>
        </p:txBody>
      </p:sp>
      <p:pic>
        <p:nvPicPr>
          <p:cNvPr id="11" name="Picture 10">
            <a:extLst>
              <a:ext uri="{FF2B5EF4-FFF2-40B4-BE49-F238E27FC236}">
                <a16:creationId xmlns:a16="http://schemas.microsoft.com/office/drawing/2014/main" id="{0F0FE36E-470C-B1B2-953F-8B006067CDA8}"/>
              </a:ext>
            </a:extLst>
          </p:cNvPr>
          <p:cNvPicPr>
            <a:picLocks noChangeAspect="1"/>
          </p:cNvPicPr>
          <p:nvPr/>
        </p:nvPicPr>
        <p:blipFill>
          <a:blip r:embed="rId4"/>
          <a:stretch>
            <a:fillRect/>
          </a:stretch>
        </p:blipFill>
        <p:spPr>
          <a:xfrm>
            <a:off x="8543230" y="1727050"/>
            <a:ext cx="143570" cy="182726"/>
          </a:xfrm>
          <a:prstGeom prst="rect">
            <a:avLst/>
          </a:prstGeom>
        </p:spPr>
      </p:pic>
      <p:pic>
        <p:nvPicPr>
          <p:cNvPr id="13" name="Picture 12">
            <a:extLst>
              <a:ext uri="{FF2B5EF4-FFF2-40B4-BE49-F238E27FC236}">
                <a16:creationId xmlns:a16="http://schemas.microsoft.com/office/drawing/2014/main" id="{BB0B02BC-5A86-C32F-87E3-603FC6BBE6DB}"/>
              </a:ext>
            </a:extLst>
          </p:cNvPr>
          <p:cNvPicPr>
            <a:picLocks noChangeAspect="1"/>
          </p:cNvPicPr>
          <p:nvPr/>
        </p:nvPicPr>
        <p:blipFill>
          <a:blip r:embed="rId5"/>
          <a:stretch>
            <a:fillRect/>
          </a:stretch>
        </p:blipFill>
        <p:spPr>
          <a:xfrm>
            <a:off x="148301" y="1136342"/>
            <a:ext cx="6585874" cy="5200451"/>
          </a:xfrm>
          <a:prstGeom prst="rect">
            <a:avLst/>
          </a:prstGeom>
          <a:ln>
            <a:solidFill>
              <a:srgbClr val="009999"/>
            </a:solidFill>
          </a:ln>
        </p:spPr>
      </p:pic>
      <p:pic>
        <p:nvPicPr>
          <p:cNvPr id="4" name="Grafik 3">
            <a:extLst>
              <a:ext uri="{FF2B5EF4-FFF2-40B4-BE49-F238E27FC236}">
                <a16:creationId xmlns:a16="http://schemas.microsoft.com/office/drawing/2014/main" id="{86227D48-99BA-179B-3DBA-E0A05B736F47}"/>
              </a:ext>
            </a:extLst>
          </p:cNvPr>
          <p:cNvPicPr>
            <a:picLocks noChangeAspect="1"/>
          </p:cNvPicPr>
          <p:nvPr/>
        </p:nvPicPr>
        <p:blipFill>
          <a:blip r:embed="rId6"/>
          <a:stretch>
            <a:fillRect/>
          </a:stretch>
        </p:blipFill>
        <p:spPr>
          <a:xfrm>
            <a:off x="3087872" y="5109337"/>
            <a:ext cx="1404615" cy="1028215"/>
          </a:xfrm>
          <a:prstGeom prst="rect">
            <a:avLst/>
          </a:prstGeom>
        </p:spPr>
      </p:pic>
      <p:sp>
        <p:nvSpPr>
          <p:cNvPr id="5" name="Textfeld 4">
            <a:extLst>
              <a:ext uri="{FF2B5EF4-FFF2-40B4-BE49-F238E27FC236}">
                <a16:creationId xmlns:a16="http://schemas.microsoft.com/office/drawing/2014/main" id="{FEB993CA-8AD0-9538-375A-635753A47974}"/>
              </a:ext>
            </a:extLst>
          </p:cNvPr>
          <p:cNvSpPr txBox="1"/>
          <p:nvPr/>
        </p:nvSpPr>
        <p:spPr>
          <a:xfrm>
            <a:off x="2206487" y="4893893"/>
            <a:ext cx="407505" cy="215444"/>
          </a:xfrm>
          <a:prstGeom prst="rect">
            <a:avLst/>
          </a:prstGeom>
          <a:noFill/>
        </p:spPr>
        <p:txBody>
          <a:bodyPr wrap="square" lIns="0" tIns="0" rIns="0" bIns="0" rtlCol="0">
            <a:spAutoFit/>
          </a:bodyPr>
          <a:lstStyle/>
          <a:p>
            <a:pPr algn="l"/>
            <a:r>
              <a:rPr lang="cs-CZ" sz="1400" b="1"/>
              <a:t>2.</a:t>
            </a:r>
            <a:endParaRPr lang="de-DE" sz="1400" b="1" err="1"/>
          </a:p>
        </p:txBody>
      </p:sp>
      <p:sp>
        <p:nvSpPr>
          <p:cNvPr id="7" name="Textfeld 6">
            <a:extLst>
              <a:ext uri="{FF2B5EF4-FFF2-40B4-BE49-F238E27FC236}">
                <a16:creationId xmlns:a16="http://schemas.microsoft.com/office/drawing/2014/main" id="{C16DA243-CDA0-4AE9-C8DA-55AEEAA78B81}"/>
              </a:ext>
            </a:extLst>
          </p:cNvPr>
          <p:cNvSpPr txBox="1"/>
          <p:nvPr/>
        </p:nvSpPr>
        <p:spPr>
          <a:xfrm>
            <a:off x="3668107" y="4910096"/>
            <a:ext cx="244144" cy="215444"/>
          </a:xfrm>
          <a:prstGeom prst="rect">
            <a:avLst/>
          </a:prstGeom>
          <a:noFill/>
        </p:spPr>
        <p:txBody>
          <a:bodyPr wrap="square" lIns="0" tIns="0" rIns="0" bIns="0" rtlCol="0">
            <a:spAutoFit/>
          </a:bodyPr>
          <a:lstStyle/>
          <a:p>
            <a:pPr algn="l"/>
            <a:r>
              <a:rPr lang="cs-CZ" sz="1400" b="1"/>
              <a:t>1.</a:t>
            </a:r>
            <a:endParaRPr lang="de-DE" sz="1400" b="1" err="1"/>
          </a:p>
        </p:txBody>
      </p:sp>
    </p:spTree>
    <p:extLst>
      <p:ext uri="{BB962C8B-B14F-4D97-AF65-F5344CB8AC3E}">
        <p14:creationId xmlns:p14="http://schemas.microsoft.com/office/powerpoint/2010/main" val="2288984832"/>
      </p:ext>
    </p:extLst>
  </p:cSld>
  <p:clrMapOvr>
    <a:overrideClrMapping bg1="lt1" tx1="dk1" bg2="lt2" tx2="dk2" accent1="accent1" accent2="accent2" accent3="accent3" accent4="accent4" accent5="accent5" accent6="accent6" hlink="hlink" folHlink="folHlink"/>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D6E016-8782-3D72-C444-2E597F3F10E5}"/>
            </a:ext>
          </a:extLst>
        </p:cNvPr>
        <p:cNvGrpSpPr/>
        <p:nvPr/>
      </p:nvGrpSpPr>
      <p:grpSpPr>
        <a:xfrm>
          <a:off x="0" y="0"/>
          <a:ext cx="0" cy="0"/>
          <a:chOff x="0" y="0"/>
          <a:chExt cx="0" cy="0"/>
        </a:xfrm>
      </p:grpSpPr>
      <p:sp>
        <p:nvSpPr>
          <p:cNvPr id="6" name="Rechteck 5">
            <a:extLst>
              <a:ext uri="{FF2B5EF4-FFF2-40B4-BE49-F238E27FC236}">
                <a16:creationId xmlns:a16="http://schemas.microsoft.com/office/drawing/2014/main" id="{0F84F46B-A6DF-F31C-9755-49E9590DDCB7}"/>
              </a:ext>
            </a:extLst>
          </p:cNvPr>
          <p:cNvSpPr/>
          <p:nvPr/>
        </p:nvSpPr>
        <p:spPr>
          <a:xfrm>
            <a:off x="7038973" y="2123330"/>
            <a:ext cx="5074561" cy="3916706"/>
          </a:xfrm>
          <a:prstGeom prst="rect">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r>
              <a:rPr lang="en-US" sz="1200" b="1">
                <a:solidFill>
                  <a:schemeClr val="tx1"/>
                </a:solidFill>
                <a:highlight>
                  <a:srgbClr val="C0C0C0"/>
                </a:highlight>
              </a:rPr>
              <a:t>Case 1</a:t>
            </a:r>
            <a:r>
              <a:rPr lang="en-US" sz="1200">
                <a:solidFill>
                  <a:schemeClr val="tx1"/>
                </a:solidFill>
              </a:rPr>
              <a:t> – For “YDFO” PO (1/1)</a:t>
            </a:r>
          </a:p>
          <a:p>
            <a:endParaRPr lang="en-US" sz="1200">
              <a:solidFill>
                <a:schemeClr val="tx1"/>
              </a:solidFill>
            </a:endParaRPr>
          </a:p>
          <a:p>
            <a:endParaRPr lang="en-US" sz="1200">
              <a:solidFill>
                <a:schemeClr val="tx1"/>
              </a:solidFill>
            </a:endParaRPr>
          </a:p>
          <a:p>
            <a:pPr marL="171450" indent="-171450">
              <a:buFont typeface="Arial" panose="020B0604020202020204" pitchFamily="34" charset="0"/>
              <a:buChar char="•"/>
            </a:pPr>
            <a:r>
              <a:rPr lang="en-US" sz="1200">
                <a:solidFill>
                  <a:schemeClr val="tx1"/>
                </a:solidFill>
              </a:rPr>
              <a:t>The purchase order will be in a display mode and to switch to the change mode, click on “Display/Change” button</a:t>
            </a:r>
            <a:endParaRPr lang="cs-CZ" sz="1200">
              <a:solidFill>
                <a:schemeClr val="tx1"/>
              </a:solidFill>
            </a:endParaRPr>
          </a:p>
          <a:p>
            <a:endParaRPr lang="cs-CZ" sz="1200">
              <a:solidFill>
                <a:schemeClr val="tx1"/>
              </a:solidFill>
            </a:endParaRPr>
          </a:p>
          <a:p>
            <a:pPr marL="171450" indent="-171450">
              <a:buFont typeface="Arial" panose="020B0604020202020204" pitchFamily="34" charset="0"/>
              <a:buChar char="•"/>
            </a:pPr>
            <a:r>
              <a:rPr lang="cs-CZ" sz="1200">
                <a:solidFill>
                  <a:schemeClr val="tx1"/>
                </a:solidFill>
              </a:rPr>
              <a:t>If Check/changes done, click od Save</a:t>
            </a:r>
            <a:endParaRPr lang="en-US" sz="1100">
              <a:solidFill>
                <a:schemeClr val="tx1"/>
              </a:solidFill>
            </a:endParaRPr>
          </a:p>
        </p:txBody>
      </p:sp>
      <p:sp>
        <p:nvSpPr>
          <p:cNvPr id="8" name="Rechteck 5">
            <a:extLst>
              <a:ext uri="{FF2B5EF4-FFF2-40B4-BE49-F238E27FC236}">
                <a16:creationId xmlns:a16="http://schemas.microsoft.com/office/drawing/2014/main" id="{1B316DCC-318E-03B4-B13A-A52EDE8FC29C}"/>
              </a:ext>
            </a:extLst>
          </p:cNvPr>
          <p:cNvSpPr/>
          <p:nvPr/>
        </p:nvSpPr>
        <p:spPr>
          <a:xfrm>
            <a:off x="7038974" y="1305307"/>
            <a:ext cx="5074561" cy="818023"/>
          </a:xfrm>
          <a:prstGeom prst="rect">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pPr algn="l"/>
            <a:r>
              <a:rPr lang="en-US" sz="1200" b="1" i="0">
                <a:solidFill>
                  <a:srgbClr val="1D2D3E"/>
                </a:solidFill>
                <a:effectLst/>
                <a:latin typeface="+mj-lt"/>
              </a:rPr>
              <a:t>ME23N</a:t>
            </a:r>
            <a:r>
              <a:rPr lang="en-US" sz="1200" b="1">
                <a:solidFill>
                  <a:schemeClr val="tx1"/>
                </a:solidFill>
                <a:latin typeface="+mj-lt"/>
              </a:rPr>
              <a:t> – </a:t>
            </a:r>
            <a:r>
              <a:rPr lang="en-US" sz="1200" b="1" i="0">
                <a:solidFill>
                  <a:srgbClr val="1D2D3E"/>
                </a:solidFill>
                <a:effectLst/>
                <a:latin typeface="+mj-lt"/>
              </a:rPr>
              <a:t>Display Purchase Order Advanced</a:t>
            </a:r>
            <a:endParaRPr lang="de-DE" sz="1200" b="1">
              <a:solidFill>
                <a:schemeClr val="tx1"/>
              </a:solidFill>
              <a:latin typeface="+mj-lt"/>
            </a:endParaRPr>
          </a:p>
        </p:txBody>
      </p:sp>
      <p:sp>
        <p:nvSpPr>
          <p:cNvPr id="3" name="TextBox 2">
            <a:extLst>
              <a:ext uri="{FF2B5EF4-FFF2-40B4-BE49-F238E27FC236}">
                <a16:creationId xmlns:a16="http://schemas.microsoft.com/office/drawing/2014/main" id="{BF839A3D-D1BB-4F52-7F74-175C0E3D88D1}"/>
              </a:ext>
            </a:extLst>
          </p:cNvPr>
          <p:cNvSpPr txBox="1"/>
          <p:nvPr/>
        </p:nvSpPr>
        <p:spPr>
          <a:xfrm>
            <a:off x="333322" y="362910"/>
            <a:ext cx="8353478" cy="773432"/>
          </a:xfrm>
          <a:prstGeom prst="rect">
            <a:avLst/>
          </a:prstGeom>
        </p:spPr>
        <p:txBody>
          <a:bodyPr vert="horz" lIns="0" tIns="0" rIns="324000" bIns="14400" rtlCol="0" anchor="b" anchorCtr="0">
            <a:noAutofit/>
          </a:bodyPr>
          <a:lstStyle>
            <a:lvl1pPr>
              <a:lnSpc>
                <a:spcPct val="90000"/>
              </a:lnSpc>
              <a:spcBef>
                <a:spcPct val="0"/>
              </a:spcBef>
              <a:buNone/>
              <a:defRPr sz="2000" b="1">
                <a:solidFill>
                  <a:srgbClr val="00557C"/>
                </a:solidFill>
                <a:latin typeface="+mj-lt"/>
                <a:ea typeface="+mj-ea"/>
                <a:cs typeface="+mj-cs"/>
              </a:defRPr>
            </a:lvl1pPr>
          </a:lstStyle>
          <a:p>
            <a:r>
              <a:rPr lang="en-US"/>
              <a:t>Confirm the Purchase Order</a:t>
            </a:r>
            <a:endParaRPr lang="cs-CZ"/>
          </a:p>
          <a:p>
            <a:r>
              <a:rPr lang="cs-CZ" sz="2000"/>
              <a:t>Case 1 – </a:t>
            </a:r>
            <a:r>
              <a:rPr lang="en-US" sz="2000"/>
              <a:t>YDFO</a:t>
            </a:r>
            <a:r>
              <a:rPr lang="cs-CZ" sz="2000"/>
              <a:t> – Fram</a:t>
            </a:r>
            <a:r>
              <a:rPr lang="cs-CZ"/>
              <a:t>ework Order</a:t>
            </a:r>
            <a:endParaRPr lang="en-US"/>
          </a:p>
        </p:txBody>
      </p:sp>
      <p:pic>
        <p:nvPicPr>
          <p:cNvPr id="9" name="Picture 8">
            <a:extLst>
              <a:ext uri="{FF2B5EF4-FFF2-40B4-BE49-F238E27FC236}">
                <a16:creationId xmlns:a16="http://schemas.microsoft.com/office/drawing/2014/main" id="{B2D3AE4F-6944-1669-6115-1B08E0D6D344}"/>
              </a:ext>
            </a:extLst>
          </p:cNvPr>
          <p:cNvPicPr>
            <a:picLocks noChangeAspect="1"/>
          </p:cNvPicPr>
          <p:nvPr/>
        </p:nvPicPr>
        <p:blipFill>
          <a:blip r:embed="rId3"/>
          <a:stretch>
            <a:fillRect/>
          </a:stretch>
        </p:blipFill>
        <p:spPr>
          <a:xfrm>
            <a:off x="333322" y="1305307"/>
            <a:ext cx="6572814" cy="3576176"/>
          </a:xfrm>
          <a:prstGeom prst="rect">
            <a:avLst/>
          </a:prstGeom>
          <a:ln>
            <a:solidFill>
              <a:srgbClr val="009999"/>
            </a:solidFill>
          </a:ln>
        </p:spPr>
      </p:pic>
    </p:spTree>
    <p:extLst>
      <p:ext uri="{BB962C8B-B14F-4D97-AF65-F5344CB8AC3E}">
        <p14:creationId xmlns:p14="http://schemas.microsoft.com/office/powerpoint/2010/main" val="717656549"/>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CFD500-F1A7-0EE3-5B38-FB2E7519C50A}"/>
            </a:ext>
          </a:extLst>
        </p:cNvPr>
        <p:cNvGrpSpPr/>
        <p:nvPr/>
      </p:nvGrpSpPr>
      <p:grpSpPr>
        <a:xfrm>
          <a:off x="0" y="0"/>
          <a:ext cx="0" cy="0"/>
          <a:chOff x="0" y="0"/>
          <a:chExt cx="0" cy="0"/>
        </a:xfrm>
      </p:grpSpPr>
      <p:sp>
        <p:nvSpPr>
          <p:cNvPr id="6" name="Rechteck 5">
            <a:extLst>
              <a:ext uri="{FF2B5EF4-FFF2-40B4-BE49-F238E27FC236}">
                <a16:creationId xmlns:a16="http://schemas.microsoft.com/office/drawing/2014/main" id="{AA50A1FA-EB75-CA57-DF9C-04B70EE0E91A}"/>
              </a:ext>
            </a:extLst>
          </p:cNvPr>
          <p:cNvSpPr/>
          <p:nvPr/>
        </p:nvSpPr>
        <p:spPr>
          <a:xfrm>
            <a:off x="7009158" y="2153148"/>
            <a:ext cx="5074561" cy="4048869"/>
          </a:xfrm>
          <a:prstGeom prst="rect">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r>
              <a:rPr lang="en-US" sz="1200" b="1">
                <a:solidFill>
                  <a:schemeClr val="tx1"/>
                </a:solidFill>
                <a:highlight>
                  <a:srgbClr val="C0C0C0"/>
                </a:highlight>
              </a:rPr>
              <a:t>Case 2 </a:t>
            </a:r>
            <a:r>
              <a:rPr lang="en-US" sz="1200">
                <a:solidFill>
                  <a:schemeClr val="tx1"/>
                </a:solidFill>
              </a:rPr>
              <a:t>– For “YDNB” PO (1/</a:t>
            </a:r>
            <a:r>
              <a:rPr lang="cs-CZ" sz="1200">
                <a:solidFill>
                  <a:schemeClr val="tx1"/>
                </a:solidFill>
              </a:rPr>
              <a:t>5</a:t>
            </a:r>
            <a:r>
              <a:rPr lang="en-US" sz="1200">
                <a:solidFill>
                  <a:schemeClr val="tx1"/>
                </a:solidFill>
              </a:rPr>
              <a:t>)</a:t>
            </a:r>
          </a:p>
          <a:p>
            <a:endParaRPr lang="en-US" sz="1200">
              <a:solidFill>
                <a:schemeClr val="tx1"/>
              </a:solidFill>
            </a:endParaRPr>
          </a:p>
          <a:p>
            <a:pPr marL="171450" indent="-171450">
              <a:buFont typeface="Arial" panose="020B0604020202020204" pitchFamily="34" charset="0"/>
              <a:buChar char="•"/>
            </a:pPr>
            <a:r>
              <a:rPr lang="en-US" sz="1200">
                <a:solidFill>
                  <a:schemeClr val="tx1"/>
                </a:solidFill>
              </a:rPr>
              <a:t>“Manage Purchase Order” Fiori app will open</a:t>
            </a:r>
            <a:endParaRPr lang="cs-CZ" sz="1200">
              <a:solidFill>
                <a:schemeClr val="tx1"/>
              </a:solidFill>
            </a:endParaRPr>
          </a:p>
          <a:p>
            <a:pPr marL="171450" indent="-171450">
              <a:buFont typeface="Arial" panose="020B0604020202020204" pitchFamily="34" charset="0"/>
              <a:buChar char="•"/>
            </a:pPr>
            <a:endParaRPr lang="cs-CZ" sz="1200">
              <a:solidFill>
                <a:schemeClr val="tx1"/>
              </a:solidFill>
            </a:endParaRPr>
          </a:p>
          <a:p>
            <a:pPr marL="171450" indent="-171450">
              <a:buFont typeface="Arial" panose="020B0604020202020204" pitchFamily="34" charset="0"/>
              <a:buChar char="•"/>
            </a:pPr>
            <a:r>
              <a:rPr lang="en-US" sz="1200">
                <a:solidFill>
                  <a:schemeClr val="tx1"/>
                </a:solidFill>
              </a:rPr>
              <a:t>In the Next steps, the Recipient and Material Group will be changed</a:t>
            </a:r>
          </a:p>
          <a:p>
            <a:pPr marL="171450" indent="-171450">
              <a:buFont typeface="Arial" panose="020B0604020202020204" pitchFamily="34" charset="0"/>
              <a:buChar char="•"/>
            </a:pPr>
            <a:endParaRPr lang="en-US" sz="1200">
              <a:solidFill>
                <a:schemeClr val="tx1"/>
              </a:solidFill>
            </a:endParaRPr>
          </a:p>
          <a:p>
            <a:r>
              <a:rPr lang="cs-CZ" sz="1200">
                <a:solidFill>
                  <a:schemeClr val="tx1"/>
                </a:solidFill>
              </a:rPr>
              <a:t>1. </a:t>
            </a:r>
            <a:r>
              <a:rPr lang="en-US" sz="1200">
                <a:solidFill>
                  <a:schemeClr val="tx1"/>
                </a:solidFill>
              </a:rPr>
              <a:t>After clicking on “Edit”, the PO fields will be editable</a:t>
            </a:r>
            <a:endParaRPr lang="cs-CZ" sz="1200">
              <a:solidFill>
                <a:schemeClr val="tx1"/>
              </a:solidFill>
            </a:endParaRPr>
          </a:p>
          <a:p>
            <a:endParaRPr lang="en-US" sz="1200">
              <a:solidFill>
                <a:schemeClr val="tx1"/>
              </a:solidFill>
            </a:endParaRPr>
          </a:p>
          <a:p>
            <a:r>
              <a:rPr lang="cs-CZ" sz="1200">
                <a:solidFill>
                  <a:schemeClr val="tx1"/>
                </a:solidFill>
              </a:rPr>
              <a:t>2. </a:t>
            </a:r>
            <a:r>
              <a:rPr lang="en-US" sz="1200">
                <a:solidFill>
                  <a:schemeClr val="tx1"/>
                </a:solidFill>
              </a:rPr>
              <a:t>Click on the small arrow (      ) in the “Purchase Order Items (1)” section to open the PO item details</a:t>
            </a:r>
          </a:p>
          <a:p>
            <a:endParaRPr lang="en-US" sz="1200">
              <a:solidFill>
                <a:schemeClr val="tx1"/>
              </a:solidFill>
            </a:endParaRPr>
          </a:p>
          <a:p>
            <a:pPr marL="171450" indent="-171450">
              <a:buFont typeface="Arial" panose="020B0604020202020204" pitchFamily="34" charset="0"/>
              <a:buChar char="•"/>
            </a:pPr>
            <a:r>
              <a:rPr lang="en-US" sz="1200">
                <a:solidFill>
                  <a:schemeClr val="tx1"/>
                </a:solidFill>
              </a:rPr>
              <a:t>The purchase order will be in a display mode and to switch to the change mode, click on “Edit” button</a:t>
            </a:r>
            <a:endParaRPr lang="en-US" sz="1100">
              <a:solidFill>
                <a:schemeClr val="tx1"/>
              </a:solidFill>
            </a:endParaRPr>
          </a:p>
        </p:txBody>
      </p:sp>
      <p:sp>
        <p:nvSpPr>
          <p:cNvPr id="8" name="Rechteck 5">
            <a:extLst>
              <a:ext uri="{FF2B5EF4-FFF2-40B4-BE49-F238E27FC236}">
                <a16:creationId xmlns:a16="http://schemas.microsoft.com/office/drawing/2014/main" id="{AA60E953-C44E-F340-2822-460AD49939EA}"/>
              </a:ext>
            </a:extLst>
          </p:cNvPr>
          <p:cNvSpPr/>
          <p:nvPr/>
        </p:nvSpPr>
        <p:spPr>
          <a:xfrm>
            <a:off x="7009158" y="1335125"/>
            <a:ext cx="5074561" cy="818023"/>
          </a:xfrm>
          <a:prstGeom prst="rect">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pPr algn="l"/>
            <a:r>
              <a:rPr lang="en-US" sz="1200" b="1" i="0">
                <a:solidFill>
                  <a:srgbClr val="1D2D3E"/>
                </a:solidFill>
                <a:effectLst/>
                <a:latin typeface="+mj-lt"/>
              </a:rPr>
              <a:t>F0842A</a:t>
            </a:r>
            <a:r>
              <a:rPr lang="en-US" sz="1200" b="1">
                <a:solidFill>
                  <a:schemeClr val="tx1"/>
                </a:solidFill>
                <a:latin typeface="+mj-lt"/>
              </a:rPr>
              <a:t> – </a:t>
            </a:r>
            <a:r>
              <a:rPr lang="en-US" sz="1200" b="1" i="0">
                <a:solidFill>
                  <a:srgbClr val="1D2D3E"/>
                </a:solidFill>
                <a:effectLst/>
                <a:latin typeface="+mj-lt"/>
              </a:rPr>
              <a:t>Manage Purchase Orders</a:t>
            </a:r>
            <a:endParaRPr lang="de-DE" sz="1200" b="1">
              <a:solidFill>
                <a:schemeClr val="tx1"/>
              </a:solidFill>
              <a:latin typeface="+mj-lt"/>
            </a:endParaRPr>
          </a:p>
        </p:txBody>
      </p:sp>
      <p:sp>
        <p:nvSpPr>
          <p:cNvPr id="3" name="TextBox 2">
            <a:extLst>
              <a:ext uri="{FF2B5EF4-FFF2-40B4-BE49-F238E27FC236}">
                <a16:creationId xmlns:a16="http://schemas.microsoft.com/office/drawing/2014/main" id="{F279AAF1-1640-2AF2-80F1-6B77F9E97866}"/>
              </a:ext>
            </a:extLst>
          </p:cNvPr>
          <p:cNvSpPr txBox="1"/>
          <p:nvPr/>
        </p:nvSpPr>
        <p:spPr>
          <a:xfrm>
            <a:off x="333322" y="362910"/>
            <a:ext cx="8353478" cy="616740"/>
          </a:xfrm>
          <a:prstGeom prst="rect">
            <a:avLst/>
          </a:prstGeom>
        </p:spPr>
        <p:txBody>
          <a:bodyPr vert="horz" lIns="0" tIns="0" rIns="324000" bIns="14400" rtlCol="0" anchor="b" anchorCtr="0">
            <a:noAutofit/>
          </a:bodyPr>
          <a:lstStyle>
            <a:lvl1pPr>
              <a:lnSpc>
                <a:spcPct val="90000"/>
              </a:lnSpc>
              <a:spcBef>
                <a:spcPct val="0"/>
              </a:spcBef>
              <a:buNone/>
              <a:defRPr sz="2000" b="1">
                <a:solidFill>
                  <a:srgbClr val="00557C"/>
                </a:solidFill>
                <a:latin typeface="+mj-lt"/>
                <a:ea typeface="+mj-ea"/>
                <a:cs typeface="+mj-cs"/>
              </a:defRPr>
            </a:lvl1pPr>
          </a:lstStyle>
          <a:p>
            <a:r>
              <a:rPr lang="en-US">
                <a:solidFill>
                  <a:srgbClr val="00557C"/>
                </a:solidFill>
              </a:rPr>
              <a:t>Confirm the Purchase Order</a:t>
            </a:r>
            <a:endParaRPr lang="cs-CZ">
              <a:solidFill>
                <a:srgbClr val="00557C"/>
              </a:solidFill>
            </a:endParaRPr>
          </a:p>
          <a:p>
            <a:r>
              <a:rPr lang="cs-CZ"/>
              <a:t>Case 2 – YDNB – Direct Order</a:t>
            </a:r>
            <a:endParaRPr lang="en-US"/>
          </a:p>
        </p:txBody>
      </p:sp>
      <p:pic>
        <p:nvPicPr>
          <p:cNvPr id="10" name="Picture 9">
            <a:extLst>
              <a:ext uri="{FF2B5EF4-FFF2-40B4-BE49-F238E27FC236}">
                <a16:creationId xmlns:a16="http://schemas.microsoft.com/office/drawing/2014/main" id="{5E550AE6-7CCF-246E-0083-465E1A7D716C}"/>
              </a:ext>
            </a:extLst>
          </p:cNvPr>
          <p:cNvPicPr>
            <a:picLocks noChangeAspect="1"/>
          </p:cNvPicPr>
          <p:nvPr/>
        </p:nvPicPr>
        <p:blipFill>
          <a:blip r:embed="rId3"/>
          <a:stretch>
            <a:fillRect/>
          </a:stretch>
        </p:blipFill>
        <p:spPr>
          <a:xfrm>
            <a:off x="333322" y="1335125"/>
            <a:ext cx="6470792" cy="4742008"/>
          </a:xfrm>
          <a:prstGeom prst="rect">
            <a:avLst/>
          </a:prstGeom>
          <a:ln>
            <a:solidFill>
              <a:srgbClr val="009999"/>
            </a:solidFill>
          </a:ln>
        </p:spPr>
      </p:pic>
      <p:pic>
        <p:nvPicPr>
          <p:cNvPr id="2" name="Picture 3">
            <a:extLst>
              <a:ext uri="{FF2B5EF4-FFF2-40B4-BE49-F238E27FC236}">
                <a16:creationId xmlns:a16="http://schemas.microsoft.com/office/drawing/2014/main" id="{8585B829-9B59-01BB-9AB6-B9D3398E44A1}"/>
              </a:ext>
            </a:extLst>
          </p:cNvPr>
          <p:cNvPicPr>
            <a:picLocks noChangeAspect="1"/>
          </p:cNvPicPr>
          <p:nvPr/>
        </p:nvPicPr>
        <p:blipFill>
          <a:blip r:embed="rId4"/>
          <a:stretch>
            <a:fillRect/>
          </a:stretch>
        </p:blipFill>
        <p:spPr>
          <a:xfrm>
            <a:off x="9051428" y="3706129"/>
            <a:ext cx="138125" cy="174474"/>
          </a:xfrm>
          <a:prstGeom prst="rect">
            <a:avLst/>
          </a:prstGeom>
          <a:ln>
            <a:solidFill>
              <a:schemeClr val="accent1"/>
            </a:solidFill>
          </a:ln>
        </p:spPr>
      </p:pic>
    </p:spTree>
    <p:extLst>
      <p:ext uri="{BB962C8B-B14F-4D97-AF65-F5344CB8AC3E}">
        <p14:creationId xmlns:p14="http://schemas.microsoft.com/office/powerpoint/2010/main" val="563257410"/>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FB992F-2AE1-1981-883C-22DE9BB59226}"/>
            </a:ext>
          </a:extLst>
        </p:cNvPr>
        <p:cNvGrpSpPr/>
        <p:nvPr/>
      </p:nvGrpSpPr>
      <p:grpSpPr>
        <a:xfrm>
          <a:off x="0" y="0"/>
          <a:ext cx="0" cy="0"/>
          <a:chOff x="0" y="0"/>
          <a:chExt cx="0" cy="0"/>
        </a:xfrm>
      </p:grpSpPr>
      <p:sp>
        <p:nvSpPr>
          <p:cNvPr id="6" name="Rechteck 5">
            <a:extLst>
              <a:ext uri="{FF2B5EF4-FFF2-40B4-BE49-F238E27FC236}">
                <a16:creationId xmlns:a16="http://schemas.microsoft.com/office/drawing/2014/main" id="{A152ACEC-0E84-5F37-0595-D376FE66F6B5}"/>
              </a:ext>
            </a:extLst>
          </p:cNvPr>
          <p:cNvSpPr/>
          <p:nvPr/>
        </p:nvSpPr>
        <p:spPr>
          <a:xfrm>
            <a:off x="7038975" y="1937442"/>
            <a:ext cx="5074561" cy="4377633"/>
          </a:xfrm>
          <a:prstGeom prst="rect">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r>
              <a:rPr lang="en-US" sz="1200" b="1">
                <a:solidFill>
                  <a:schemeClr val="tx1"/>
                </a:solidFill>
                <a:highlight>
                  <a:srgbClr val="C0C0C0"/>
                </a:highlight>
              </a:rPr>
              <a:t>Case 2 </a:t>
            </a:r>
            <a:r>
              <a:rPr lang="en-US" sz="1200">
                <a:solidFill>
                  <a:schemeClr val="tx1"/>
                </a:solidFill>
              </a:rPr>
              <a:t>– For “YDNB” PO (2/</a:t>
            </a:r>
            <a:r>
              <a:rPr lang="cs-CZ" sz="1200">
                <a:solidFill>
                  <a:schemeClr val="tx1"/>
                </a:solidFill>
              </a:rPr>
              <a:t>5</a:t>
            </a:r>
            <a:r>
              <a:rPr lang="en-US" sz="1200">
                <a:solidFill>
                  <a:schemeClr val="tx1"/>
                </a:solidFill>
              </a:rPr>
              <a:t>)</a:t>
            </a:r>
          </a:p>
          <a:p>
            <a:endParaRPr lang="en-US" sz="1200">
              <a:solidFill>
                <a:schemeClr val="tx1"/>
              </a:solidFill>
            </a:endParaRPr>
          </a:p>
          <a:p>
            <a:pPr marL="171450" indent="-171450">
              <a:buFont typeface="Arial" panose="020B0604020202020204" pitchFamily="34" charset="0"/>
              <a:buChar char="•"/>
            </a:pPr>
            <a:r>
              <a:rPr lang="en-US" sz="1200">
                <a:solidFill>
                  <a:schemeClr val="tx1"/>
                </a:solidFill>
              </a:rPr>
              <a:t>The purchase order will be in a display mode and to switch to the change mode, click on “Edit” button</a:t>
            </a:r>
          </a:p>
          <a:p>
            <a:pPr marL="171450" indent="-171450">
              <a:buFont typeface="Arial" panose="020B0604020202020204" pitchFamily="34" charset="0"/>
              <a:buChar char="•"/>
            </a:pPr>
            <a:r>
              <a:rPr lang="en-US" sz="1200">
                <a:solidFill>
                  <a:schemeClr val="tx1"/>
                </a:solidFill>
              </a:rPr>
              <a:t>In the Next steps, the Recipient and Material Group will be changed</a:t>
            </a:r>
          </a:p>
          <a:p>
            <a:pPr marL="171450" indent="-171450">
              <a:buFont typeface="Arial" panose="020B0604020202020204" pitchFamily="34" charset="0"/>
              <a:buChar char="•"/>
            </a:pPr>
            <a:endParaRPr lang="en-US" sz="1200">
              <a:solidFill>
                <a:schemeClr val="tx1"/>
              </a:solidFill>
            </a:endParaRPr>
          </a:p>
          <a:p>
            <a:pPr marL="228600" indent="-228600">
              <a:buFont typeface="+mj-lt"/>
              <a:buAutoNum type="arabicPeriod"/>
            </a:pPr>
            <a:r>
              <a:rPr lang="en-US" sz="1200">
                <a:solidFill>
                  <a:schemeClr val="tx1"/>
                </a:solidFill>
              </a:rPr>
              <a:t>After clicking on “Edit”, the PO fields will be editable</a:t>
            </a:r>
          </a:p>
          <a:p>
            <a:pPr marL="228600" indent="-228600">
              <a:buFont typeface="+mj-lt"/>
              <a:buAutoNum type="arabicPeriod"/>
            </a:pPr>
            <a:r>
              <a:rPr lang="en-US" sz="1200">
                <a:solidFill>
                  <a:schemeClr val="tx1"/>
                </a:solidFill>
              </a:rPr>
              <a:t>Click on the small arrow (         ) in the “Purchase Order Items (1)” section to open the PO item details</a:t>
            </a:r>
          </a:p>
        </p:txBody>
      </p:sp>
      <p:sp>
        <p:nvSpPr>
          <p:cNvPr id="8" name="Rechteck 5">
            <a:extLst>
              <a:ext uri="{FF2B5EF4-FFF2-40B4-BE49-F238E27FC236}">
                <a16:creationId xmlns:a16="http://schemas.microsoft.com/office/drawing/2014/main" id="{E1F87DFD-458A-9988-EF55-3AA5CDF9393F}"/>
              </a:ext>
            </a:extLst>
          </p:cNvPr>
          <p:cNvSpPr/>
          <p:nvPr/>
        </p:nvSpPr>
        <p:spPr>
          <a:xfrm>
            <a:off x="7038975" y="1136342"/>
            <a:ext cx="5074561" cy="818023"/>
          </a:xfrm>
          <a:prstGeom prst="rect">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pPr algn="l"/>
            <a:r>
              <a:rPr lang="en-US" sz="1200">
                <a:solidFill>
                  <a:schemeClr val="tx1"/>
                </a:solidFill>
              </a:rPr>
              <a:t>App ID – </a:t>
            </a:r>
            <a:r>
              <a:rPr lang="en-US" sz="1200" b="0" i="0">
                <a:solidFill>
                  <a:srgbClr val="1D2D3E"/>
                </a:solidFill>
                <a:effectLst/>
                <a:latin typeface="72" panose="020B0503030000000003" pitchFamily="34" charset="0"/>
              </a:rPr>
              <a:t>F0842A</a:t>
            </a:r>
          </a:p>
          <a:p>
            <a:pPr algn="l"/>
            <a:r>
              <a:rPr lang="en-US" sz="1200">
                <a:solidFill>
                  <a:schemeClr val="tx1"/>
                </a:solidFill>
              </a:rPr>
              <a:t>Description – </a:t>
            </a:r>
            <a:r>
              <a:rPr lang="en-US" sz="1200" b="0" i="0">
                <a:solidFill>
                  <a:srgbClr val="1D2D3E"/>
                </a:solidFill>
                <a:effectLst/>
                <a:latin typeface="72" panose="020B0503030000000003" pitchFamily="34" charset="0"/>
              </a:rPr>
              <a:t>Manage Purchase Orders</a:t>
            </a:r>
            <a:endParaRPr lang="de-DE" sz="1200">
              <a:solidFill>
                <a:schemeClr val="tx1"/>
              </a:solidFill>
            </a:endParaRPr>
          </a:p>
        </p:txBody>
      </p:sp>
      <p:sp>
        <p:nvSpPr>
          <p:cNvPr id="3" name="TextBox 2">
            <a:extLst>
              <a:ext uri="{FF2B5EF4-FFF2-40B4-BE49-F238E27FC236}">
                <a16:creationId xmlns:a16="http://schemas.microsoft.com/office/drawing/2014/main" id="{FDF4F5F0-9189-EB5B-8573-9D41D7FDB1BE}"/>
              </a:ext>
            </a:extLst>
          </p:cNvPr>
          <p:cNvSpPr txBox="1"/>
          <p:nvPr/>
        </p:nvSpPr>
        <p:spPr>
          <a:xfrm>
            <a:off x="333322" y="362910"/>
            <a:ext cx="8353478" cy="369332"/>
          </a:xfrm>
          <a:prstGeom prst="rect">
            <a:avLst/>
          </a:prstGeom>
        </p:spPr>
        <p:txBody>
          <a:bodyPr vert="horz" lIns="0" tIns="0" rIns="324000" bIns="14400" rtlCol="0" anchor="b" anchorCtr="0">
            <a:noAutofit/>
          </a:bodyPr>
          <a:lstStyle>
            <a:lvl1pPr>
              <a:lnSpc>
                <a:spcPct val="90000"/>
              </a:lnSpc>
              <a:spcBef>
                <a:spcPct val="0"/>
              </a:spcBef>
              <a:buNone/>
              <a:defRPr sz="2000" b="1">
                <a:solidFill>
                  <a:srgbClr val="00557C"/>
                </a:solidFill>
                <a:latin typeface="+mj-lt"/>
                <a:ea typeface="+mj-ea"/>
                <a:cs typeface="+mj-cs"/>
              </a:defRPr>
            </a:lvl1pPr>
          </a:lstStyle>
          <a:p>
            <a:r>
              <a:rPr lang="en-US">
                <a:solidFill>
                  <a:srgbClr val="00557C"/>
                </a:solidFill>
              </a:rPr>
              <a:t>Confirm the Purchase Order</a:t>
            </a:r>
            <a:endParaRPr lang="cs-CZ">
              <a:solidFill>
                <a:srgbClr val="00557C"/>
              </a:solidFill>
            </a:endParaRPr>
          </a:p>
          <a:p>
            <a:r>
              <a:rPr lang="cs-CZ"/>
              <a:t>Case 2 – YDNB – Direct Order</a:t>
            </a:r>
            <a:endParaRPr lang="en-US"/>
          </a:p>
        </p:txBody>
      </p:sp>
      <p:pic>
        <p:nvPicPr>
          <p:cNvPr id="10" name="Picture 9">
            <a:extLst>
              <a:ext uri="{FF2B5EF4-FFF2-40B4-BE49-F238E27FC236}">
                <a16:creationId xmlns:a16="http://schemas.microsoft.com/office/drawing/2014/main" id="{6A6CAED1-AE82-E831-0FF4-336B77E2783C}"/>
              </a:ext>
            </a:extLst>
          </p:cNvPr>
          <p:cNvPicPr>
            <a:picLocks noChangeAspect="1"/>
          </p:cNvPicPr>
          <p:nvPr/>
        </p:nvPicPr>
        <p:blipFill>
          <a:blip r:embed="rId3"/>
          <a:stretch>
            <a:fillRect/>
          </a:stretch>
        </p:blipFill>
        <p:spPr>
          <a:xfrm>
            <a:off x="333322" y="1136342"/>
            <a:ext cx="6470792" cy="4742008"/>
          </a:xfrm>
          <a:prstGeom prst="rect">
            <a:avLst/>
          </a:prstGeom>
          <a:ln>
            <a:solidFill>
              <a:srgbClr val="009999"/>
            </a:solidFill>
          </a:ln>
        </p:spPr>
      </p:pic>
      <p:pic>
        <p:nvPicPr>
          <p:cNvPr id="4" name="Picture 3">
            <a:extLst>
              <a:ext uri="{FF2B5EF4-FFF2-40B4-BE49-F238E27FC236}">
                <a16:creationId xmlns:a16="http://schemas.microsoft.com/office/drawing/2014/main" id="{EDFDC8CC-40CC-8E5C-6131-FA4873E9EE47}"/>
              </a:ext>
            </a:extLst>
          </p:cNvPr>
          <p:cNvPicPr>
            <a:picLocks noChangeAspect="1"/>
          </p:cNvPicPr>
          <p:nvPr/>
        </p:nvPicPr>
        <p:blipFill>
          <a:blip r:embed="rId4"/>
          <a:stretch>
            <a:fillRect/>
          </a:stretch>
        </p:blipFill>
        <p:spPr>
          <a:xfrm>
            <a:off x="9215425" y="3292626"/>
            <a:ext cx="138125" cy="174474"/>
          </a:xfrm>
          <a:prstGeom prst="rect">
            <a:avLst/>
          </a:prstGeom>
          <a:ln>
            <a:solidFill>
              <a:schemeClr val="accent1"/>
            </a:solidFill>
          </a:ln>
        </p:spPr>
      </p:pic>
    </p:spTree>
    <p:extLst>
      <p:ext uri="{BB962C8B-B14F-4D97-AF65-F5344CB8AC3E}">
        <p14:creationId xmlns:p14="http://schemas.microsoft.com/office/powerpoint/2010/main" val="436514349"/>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A66635-FC5B-62BB-6F90-B67FA894A2D5}"/>
            </a:ext>
          </a:extLst>
        </p:cNvPr>
        <p:cNvGrpSpPr/>
        <p:nvPr/>
      </p:nvGrpSpPr>
      <p:grpSpPr>
        <a:xfrm>
          <a:off x="0" y="0"/>
          <a:ext cx="0" cy="0"/>
          <a:chOff x="0" y="0"/>
          <a:chExt cx="0" cy="0"/>
        </a:xfrm>
      </p:grpSpPr>
      <p:sp>
        <p:nvSpPr>
          <p:cNvPr id="6" name="Rechteck 5">
            <a:extLst>
              <a:ext uri="{FF2B5EF4-FFF2-40B4-BE49-F238E27FC236}">
                <a16:creationId xmlns:a16="http://schemas.microsoft.com/office/drawing/2014/main" id="{D2B2D78E-9468-3584-15A1-BC92E717633A}"/>
              </a:ext>
            </a:extLst>
          </p:cNvPr>
          <p:cNvSpPr/>
          <p:nvPr/>
        </p:nvSpPr>
        <p:spPr>
          <a:xfrm>
            <a:off x="7038975" y="1937442"/>
            <a:ext cx="5074561" cy="4377633"/>
          </a:xfrm>
          <a:prstGeom prst="rect">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r>
              <a:rPr lang="en-US" sz="1200" b="1">
                <a:solidFill>
                  <a:schemeClr val="tx1"/>
                </a:solidFill>
                <a:highlight>
                  <a:srgbClr val="C0C0C0"/>
                </a:highlight>
              </a:rPr>
              <a:t>Case 2 </a:t>
            </a:r>
            <a:r>
              <a:rPr lang="en-US" sz="1200">
                <a:solidFill>
                  <a:schemeClr val="tx1"/>
                </a:solidFill>
              </a:rPr>
              <a:t>– For “YDNB” PO (</a:t>
            </a:r>
            <a:r>
              <a:rPr lang="cs-CZ" sz="1200">
                <a:solidFill>
                  <a:schemeClr val="tx1"/>
                </a:solidFill>
              </a:rPr>
              <a:t>2/5</a:t>
            </a:r>
            <a:r>
              <a:rPr lang="en-US" sz="1200">
                <a:solidFill>
                  <a:schemeClr val="tx1"/>
                </a:solidFill>
              </a:rPr>
              <a:t>)</a:t>
            </a:r>
          </a:p>
          <a:p>
            <a:endParaRPr lang="en-US" sz="1200">
              <a:solidFill>
                <a:schemeClr val="tx1"/>
              </a:solidFill>
            </a:endParaRPr>
          </a:p>
          <a:p>
            <a:pPr marL="171450" indent="-171450">
              <a:buFont typeface="Arial" panose="020B0604020202020204" pitchFamily="34" charset="0"/>
              <a:buChar char="•"/>
            </a:pPr>
            <a:r>
              <a:rPr lang="en-US" sz="1200">
                <a:solidFill>
                  <a:schemeClr val="tx1"/>
                </a:solidFill>
              </a:rPr>
              <a:t>To check/change the Recipient proceed as follows:</a:t>
            </a:r>
          </a:p>
          <a:p>
            <a:pPr marL="171450" indent="-171450">
              <a:buFont typeface="Arial" panose="020B0604020202020204" pitchFamily="34" charset="0"/>
              <a:buChar char="•"/>
            </a:pPr>
            <a:endParaRPr lang="en-US" sz="1200">
              <a:solidFill>
                <a:schemeClr val="tx1"/>
              </a:solidFill>
            </a:endParaRPr>
          </a:p>
          <a:p>
            <a:pPr marL="228600" indent="-228600">
              <a:buFont typeface="+mj-lt"/>
              <a:buAutoNum type="arabicPeriod"/>
            </a:pPr>
            <a:r>
              <a:rPr lang="en-US" sz="1200">
                <a:solidFill>
                  <a:schemeClr val="tx1"/>
                </a:solidFill>
              </a:rPr>
              <a:t>The line item details will appear, click on the “Account Assignment” tab</a:t>
            </a:r>
          </a:p>
          <a:p>
            <a:pPr marL="228600" indent="-228600">
              <a:buFont typeface="+mj-lt"/>
              <a:buAutoNum type="arabicPeriod"/>
            </a:pPr>
            <a:r>
              <a:rPr lang="en-US" sz="1200">
                <a:solidFill>
                  <a:schemeClr val="tx1"/>
                </a:solidFill>
              </a:rPr>
              <a:t>Click on the (     ) small arrow in the “Account Assignment” section to show the item details</a:t>
            </a:r>
          </a:p>
          <a:p>
            <a:pPr marL="228600" indent="-228600">
              <a:buFont typeface="+mj-lt"/>
              <a:buAutoNum type="arabicPeriod"/>
            </a:pPr>
            <a:r>
              <a:rPr lang="en-US" sz="1200">
                <a:solidFill>
                  <a:schemeClr val="tx1"/>
                </a:solidFill>
              </a:rPr>
              <a:t>In the item detail view select the tab “General Information” to check/change the “Goods Recipient” field to include a correct GID</a:t>
            </a:r>
          </a:p>
          <a:p>
            <a:pPr marL="228600" indent="-228600">
              <a:buFont typeface="+mj-lt"/>
              <a:buAutoNum type="arabicPeriod"/>
            </a:pPr>
            <a:r>
              <a:rPr lang="en-US" sz="1200">
                <a:solidFill>
                  <a:schemeClr val="tx1"/>
                </a:solidFill>
              </a:rPr>
              <a:t>Click on “Apply” to save the changes</a:t>
            </a:r>
          </a:p>
          <a:p>
            <a:endParaRPr lang="en-US" sz="1100">
              <a:solidFill>
                <a:schemeClr val="tx1"/>
              </a:solidFill>
            </a:endParaRPr>
          </a:p>
        </p:txBody>
      </p:sp>
      <p:sp>
        <p:nvSpPr>
          <p:cNvPr id="8" name="Rechteck 5">
            <a:extLst>
              <a:ext uri="{FF2B5EF4-FFF2-40B4-BE49-F238E27FC236}">
                <a16:creationId xmlns:a16="http://schemas.microsoft.com/office/drawing/2014/main" id="{30BAE25B-DCD9-C4A0-8785-A5B2158DCE0B}"/>
              </a:ext>
            </a:extLst>
          </p:cNvPr>
          <p:cNvSpPr/>
          <p:nvPr/>
        </p:nvSpPr>
        <p:spPr>
          <a:xfrm>
            <a:off x="7038975" y="1136342"/>
            <a:ext cx="5074561" cy="818023"/>
          </a:xfrm>
          <a:prstGeom prst="rect">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pPr algn="l"/>
            <a:r>
              <a:rPr lang="en-US" sz="1200" b="1" i="0">
                <a:solidFill>
                  <a:srgbClr val="1D2D3E"/>
                </a:solidFill>
                <a:effectLst/>
                <a:latin typeface="+mj-lt"/>
              </a:rPr>
              <a:t>F0842A</a:t>
            </a:r>
            <a:r>
              <a:rPr lang="en-US" sz="1200" b="1">
                <a:solidFill>
                  <a:schemeClr val="tx1"/>
                </a:solidFill>
                <a:latin typeface="+mj-lt"/>
              </a:rPr>
              <a:t> – </a:t>
            </a:r>
            <a:r>
              <a:rPr lang="en-US" sz="1200" b="1" i="0">
                <a:solidFill>
                  <a:srgbClr val="1D2D3E"/>
                </a:solidFill>
                <a:effectLst/>
                <a:latin typeface="+mj-lt"/>
              </a:rPr>
              <a:t>Manage Purchase Orders</a:t>
            </a:r>
            <a:endParaRPr lang="de-DE" sz="1200" b="1">
              <a:solidFill>
                <a:schemeClr val="tx1"/>
              </a:solidFill>
              <a:latin typeface="+mj-lt"/>
            </a:endParaRPr>
          </a:p>
        </p:txBody>
      </p:sp>
      <p:sp>
        <p:nvSpPr>
          <p:cNvPr id="3" name="TextBox 2">
            <a:extLst>
              <a:ext uri="{FF2B5EF4-FFF2-40B4-BE49-F238E27FC236}">
                <a16:creationId xmlns:a16="http://schemas.microsoft.com/office/drawing/2014/main" id="{74C5DFE5-21A5-440A-382D-BBB797514BA3}"/>
              </a:ext>
            </a:extLst>
          </p:cNvPr>
          <p:cNvSpPr txBox="1"/>
          <p:nvPr/>
        </p:nvSpPr>
        <p:spPr>
          <a:xfrm>
            <a:off x="333322" y="362909"/>
            <a:ext cx="8353478" cy="596383"/>
          </a:xfrm>
          <a:prstGeom prst="rect">
            <a:avLst/>
          </a:prstGeom>
        </p:spPr>
        <p:txBody>
          <a:bodyPr vert="horz" lIns="0" tIns="0" rIns="324000" bIns="14400" rtlCol="0" anchor="b" anchorCtr="0">
            <a:noAutofit/>
          </a:bodyPr>
          <a:lstStyle>
            <a:lvl1pPr>
              <a:lnSpc>
                <a:spcPct val="90000"/>
              </a:lnSpc>
              <a:spcBef>
                <a:spcPct val="0"/>
              </a:spcBef>
              <a:buNone/>
              <a:defRPr sz="2000" b="1">
                <a:solidFill>
                  <a:srgbClr val="00557C"/>
                </a:solidFill>
                <a:latin typeface="+mj-lt"/>
                <a:ea typeface="+mj-ea"/>
                <a:cs typeface="+mj-cs"/>
              </a:defRPr>
            </a:lvl1pPr>
          </a:lstStyle>
          <a:p>
            <a:r>
              <a:rPr lang="en-US">
                <a:solidFill>
                  <a:srgbClr val="00557C"/>
                </a:solidFill>
              </a:rPr>
              <a:t>Confirm the Purchase Order</a:t>
            </a:r>
            <a:endParaRPr lang="cs-CZ">
              <a:solidFill>
                <a:srgbClr val="00557C"/>
              </a:solidFill>
            </a:endParaRPr>
          </a:p>
          <a:p>
            <a:r>
              <a:rPr lang="cs-CZ"/>
              <a:t>Case 2 – YDNB – Direct Order</a:t>
            </a:r>
            <a:endParaRPr lang="en-US"/>
          </a:p>
        </p:txBody>
      </p:sp>
      <p:pic>
        <p:nvPicPr>
          <p:cNvPr id="4" name="Picture 3">
            <a:extLst>
              <a:ext uri="{FF2B5EF4-FFF2-40B4-BE49-F238E27FC236}">
                <a16:creationId xmlns:a16="http://schemas.microsoft.com/office/drawing/2014/main" id="{58E01CB0-C660-04F9-9A0D-5B9C17ED3A4D}"/>
              </a:ext>
            </a:extLst>
          </p:cNvPr>
          <p:cNvPicPr>
            <a:picLocks noChangeAspect="1"/>
          </p:cNvPicPr>
          <p:nvPr/>
        </p:nvPicPr>
        <p:blipFill>
          <a:blip r:embed="rId3"/>
          <a:stretch>
            <a:fillRect/>
          </a:stretch>
        </p:blipFill>
        <p:spPr>
          <a:xfrm>
            <a:off x="333322" y="1340688"/>
            <a:ext cx="6432780" cy="1821612"/>
          </a:xfrm>
          <a:prstGeom prst="rect">
            <a:avLst/>
          </a:prstGeom>
          <a:ln>
            <a:solidFill>
              <a:srgbClr val="009999"/>
            </a:solidFill>
          </a:ln>
        </p:spPr>
      </p:pic>
      <p:pic>
        <p:nvPicPr>
          <p:cNvPr id="7" name="Picture 6">
            <a:extLst>
              <a:ext uri="{FF2B5EF4-FFF2-40B4-BE49-F238E27FC236}">
                <a16:creationId xmlns:a16="http://schemas.microsoft.com/office/drawing/2014/main" id="{AD49BC75-6D11-3B96-438F-571A98848877}"/>
              </a:ext>
            </a:extLst>
          </p:cNvPr>
          <p:cNvPicPr>
            <a:picLocks noChangeAspect="1"/>
          </p:cNvPicPr>
          <p:nvPr/>
        </p:nvPicPr>
        <p:blipFill>
          <a:blip r:embed="rId4"/>
          <a:stretch>
            <a:fillRect/>
          </a:stretch>
        </p:blipFill>
        <p:spPr>
          <a:xfrm>
            <a:off x="333321" y="3695700"/>
            <a:ext cx="6432779" cy="2203007"/>
          </a:xfrm>
          <a:prstGeom prst="rect">
            <a:avLst/>
          </a:prstGeom>
          <a:ln>
            <a:solidFill>
              <a:srgbClr val="009999"/>
            </a:solidFill>
          </a:ln>
        </p:spPr>
      </p:pic>
      <p:pic>
        <p:nvPicPr>
          <p:cNvPr id="9" name="Picture 8">
            <a:extLst>
              <a:ext uri="{FF2B5EF4-FFF2-40B4-BE49-F238E27FC236}">
                <a16:creationId xmlns:a16="http://schemas.microsoft.com/office/drawing/2014/main" id="{34C3EF6B-61BB-B155-CC22-66A538A7B5A9}"/>
              </a:ext>
            </a:extLst>
          </p:cNvPr>
          <p:cNvPicPr>
            <a:picLocks noChangeAspect="1"/>
          </p:cNvPicPr>
          <p:nvPr/>
        </p:nvPicPr>
        <p:blipFill>
          <a:blip r:embed="rId5"/>
          <a:stretch>
            <a:fillRect/>
          </a:stretch>
        </p:blipFill>
        <p:spPr>
          <a:xfrm>
            <a:off x="8310550" y="3103638"/>
            <a:ext cx="138125" cy="174474"/>
          </a:xfrm>
          <a:prstGeom prst="rect">
            <a:avLst/>
          </a:prstGeom>
          <a:ln>
            <a:solidFill>
              <a:schemeClr val="accent1"/>
            </a:solidFill>
          </a:ln>
        </p:spPr>
      </p:pic>
    </p:spTree>
    <p:extLst>
      <p:ext uri="{BB962C8B-B14F-4D97-AF65-F5344CB8AC3E}">
        <p14:creationId xmlns:p14="http://schemas.microsoft.com/office/powerpoint/2010/main" val="229302277"/>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4E7D30-7A4E-964F-91A4-F92658C81B19}"/>
            </a:ext>
          </a:extLst>
        </p:cNvPr>
        <p:cNvGrpSpPr/>
        <p:nvPr/>
      </p:nvGrpSpPr>
      <p:grpSpPr>
        <a:xfrm>
          <a:off x="0" y="0"/>
          <a:ext cx="0" cy="0"/>
          <a:chOff x="0" y="0"/>
          <a:chExt cx="0" cy="0"/>
        </a:xfrm>
      </p:grpSpPr>
      <p:sp>
        <p:nvSpPr>
          <p:cNvPr id="6" name="Rechteck 5">
            <a:extLst>
              <a:ext uri="{FF2B5EF4-FFF2-40B4-BE49-F238E27FC236}">
                <a16:creationId xmlns:a16="http://schemas.microsoft.com/office/drawing/2014/main" id="{A4372327-713F-4C34-4492-3C0D3454A505}"/>
              </a:ext>
            </a:extLst>
          </p:cNvPr>
          <p:cNvSpPr/>
          <p:nvPr/>
        </p:nvSpPr>
        <p:spPr>
          <a:xfrm>
            <a:off x="7038975" y="1937442"/>
            <a:ext cx="5074561" cy="4377633"/>
          </a:xfrm>
          <a:prstGeom prst="rect">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r>
              <a:rPr lang="en-US" sz="1200" b="1">
                <a:solidFill>
                  <a:schemeClr val="tx1"/>
                </a:solidFill>
                <a:highlight>
                  <a:srgbClr val="C0C0C0"/>
                </a:highlight>
              </a:rPr>
              <a:t>Case 2 </a:t>
            </a:r>
            <a:r>
              <a:rPr lang="en-US" sz="1200">
                <a:solidFill>
                  <a:schemeClr val="tx1"/>
                </a:solidFill>
              </a:rPr>
              <a:t>– For “YDNB” PO (</a:t>
            </a:r>
            <a:r>
              <a:rPr lang="cs-CZ" sz="1200">
                <a:solidFill>
                  <a:schemeClr val="tx1"/>
                </a:solidFill>
              </a:rPr>
              <a:t>3/5</a:t>
            </a:r>
            <a:r>
              <a:rPr lang="en-US" sz="1200">
                <a:solidFill>
                  <a:schemeClr val="tx1"/>
                </a:solidFill>
              </a:rPr>
              <a:t>)</a:t>
            </a:r>
          </a:p>
          <a:p>
            <a:endParaRPr lang="en-US" sz="1200">
              <a:solidFill>
                <a:schemeClr val="tx1"/>
              </a:solidFill>
            </a:endParaRPr>
          </a:p>
          <a:p>
            <a:pPr marL="171450" indent="-171450">
              <a:buFont typeface="Arial" panose="020B0604020202020204" pitchFamily="34" charset="0"/>
              <a:buChar char="•"/>
            </a:pPr>
            <a:r>
              <a:rPr lang="en-US" sz="1200">
                <a:solidFill>
                  <a:schemeClr val="tx1"/>
                </a:solidFill>
              </a:rPr>
              <a:t>To change the Material Group proceed as follows:</a:t>
            </a:r>
          </a:p>
          <a:p>
            <a:endParaRPr lang="en-US" sz="1200">
              <a:solidFill>
                <a:schemeClr val="tx1"/>
              </a:solidFill>
            </a:endParaRPr>
          </a:p>
          <a:p>
            <a:r>
              <a:rPr lang="cs-CZ" sz="1200">
                <a:solidFill>
                  <a:schemeClr val="tx1"/>
                </a:solidFill>
              </a:rPr>
              <a:t>1. </a:t>
            </a:r>
            <a:r>
              <a:rPr lang="en-US" sz="1200">
                <a:solidFill>
                  <a:schemeClr val="tx1"/>
                </a:solidFill>
              </a:rPr>
              <a:t>The line item details view, click on “General Information” tab</a:t>
            </a:r>
            <a:endParaRPr lang="cs-CZ" sz="1200">
              <a:solidFill>
                <a:schemeClr val="tx1"/>
              </a:solidFill>
            </a:endParaRPr>
          </a:p>
          <a:p>
            <a:endParaRPr lang="cs-CZ" sz="1200">
              <a:solidFill>
                <a:schemeClr val="tx1"/>
              </a:solidFill>
            </a:endParaRPr>
          </a:p>
          <a:p>
            <a:r>
              <a:rPr lang="cs-CZ" sz="1200">
                <a:solidFill>
                  <a:schemeClr val="tx1"/>
                </a:solidFill>
              </a:rPr>
              <a:t>2. </a:t>
            </a:r>
            <a:r>
              <a:rPr lang="en-US" sz="1200">
                <a:solidFill>
                  <a:schemeClr val="tx1"/>
                </a:solidFill>
              </a:rPr>
              <a:t>Change the data if required, for example “Material Group”</a:t>
            </a:r>
          </a:p>
          <a:p>
            <a:pPr marL="685800" lvl="1" indent="-228600">
              <a:buFont typeface="Arial" panose="020B0604020202020204" pitchFamily="34" charset="0"/>
              <a:buChar char="•"/>
            </a:pPr>
            <a:r>
              <a:rPr lang="en-US" sz="1200">
                <a:solidFill>
                  <a:schemeClr val="tx1"/>
                </a:solidFill>
              </a:rPr>
              <a:t>Search for the new Material Group and double click on it to change the value</a:t>
            </a:r>
            <a:endParaRPr lang="cs-CZ" sz="1200">
              <a:solidFill>
                <a:schemeClr val="tx1"/>
              </a:solidFill>
            </a:endParaRPr>
          </a:p>
          <a:p>
            <a:endParaRPr lang="cs-CZ" sz="1200">
              <a:solidFill>
                <a:schemeClr val="tx1"/>
              </a:solidFill>
            </a:endParaRPr>
          </a:p>
          <a:p>
            <a:r>
              <a:rPr lang="cs-CZ" sz="1200">
                <a:solidFill>
                  <a:schemeClr val="tx1"/>
                </a:solidFill>
              </a:rPr>
              <a:t>3. </a:t>
            </a:r>
            <a:r>
              <a:rPr lang="en-US" sz="1200">
                <a:solidFill>
                  <a:schemeClr val="tx1"/>
                </a:solidFill>
              </a:rPr>
              <a:t>Click on “Apply” to save the item change</a:t>
            </a:r>
          </a:p>
          <a:p>
            <a:endParaRPr lang="en-US" sz="1200">
              <a:solidFill>
                <a:schemeClr val="tx1"/>
              </a:solidFill>
            </a:endParaRPr>
          </a:p>
        </p:txBody>
      </p:sp>
      <p:sp>
        <p:nvSpPr>
          <p:cNvPr id="8" name="Rechteck 5">
            <a:extLst>
              <a:ext uri="{FF2B5EF4-FFF2-40B4-BE49-F238E27FC236}">
                <a16:creationId xmlns:a16="http://schemas.microsoft.com/office/drawing/2014/main" id="{6A6C058B-4386-A85A-8C50-76A33DC64316}"/>
              </a:ext>
            </a:extLst>
          </p:cNvPr>
          <p:cNvSpPr/>
          <p:nvPr/>
        </p:nvSpPr>
        <p:spPr>
          <a:xfrm>
            <a:off x="7038975" y="1136342"/>
            <a:ext cx="5074561" cy="818023"/>
          </a:xfrm>
          <a:prstGeom prst="rect">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pPr algn="l"/>
            <a:r>
              <a:rPr lang="en-US" sz="1200" b="1" i="0">
                <a:solidFill>
                  <a:srgbClr val="1D2D3E"/>
                </a:solidFill>
                <a:effectLst/>
                <a:latin typeface="+mj-lt"/>
              </a:rPr>
              <a:t>F0842A</a:t>
            </a:r>
            <a:r>
              <a:rPr lang="en-US" sz="1200" b="1">
                <a:solidFill>
                  <a:schemeClr val="tx1"/>
                </a:solidFill>
                <a:latin typeface="+mj-lt"/>
              </a:rPr>
              <a:t> – </a:t>
            </a:r>
            <a:r>
              <a:rPr lang="en-US" sz="1200" b="1" i="0">
                <a:solidFill>
                  <a:srgbClr val="1D2D3E"/>
                </a:solidFill>
                <a:effectLst/>
                <a:latin typeface="+mj-lt"/>
              </a:rPr>
              <a:t>Manage Purchase Orders</a:t>
            </a:r>
            <a:endParaRPr lang="de-DE" sz="1200" b="1">
              <a:solidFill>
                <a:schemeClr val="tx1"/>
              </a:solidFill>
              <a:latin typeface="+mj-lt"/>
            </a:endParaRPr>
          </a:p>
        </p:txBody>
      </p:sp>
      <p:sp>
        <p:nvSpPr>
          <p:cNvPr id="3" name="TextBox 2">
            <a:extLst>
              <a:ext uri="{FF2B5EF4-FFF2-40B4-BE49-F238E27FC236}">
                <a16:creationId xmlns:a16="http://schemas.microsoft.com/office/drawing/2014/main" id="{A3F58FC7-441A-1AA1-5F42-AAAEB02DC1CB}"/>
              </a:ext>
            </a:extLst>
          </p:cNvPr>
          <p:cNvSpPr txBox="1"/>
          <p:nvPr/>
        </p:nvSpPr>
        <p:spPr>
          <a:xfrm>
            <a:off x="333322" y="362909"/>
            <a:ext cx="8353478" cy="611125"/>
          </a:xfrm>
          <a:prstGeom prst="rect">
            <a:avLst/>
          </a:prstGeom>
        </p:spPr>
        <p:txBody>
          <a:bodyPr vert="horz" lIns="0" tIns="0" rIns="324000" bIns="14400" rtlCol="0" anchor="b" anchorCtr="0">
            <a:noAutofit/>
          </a:bodyPr>
          <a:lstStyle>
            <a:lvl1pPr>
              <a:lnSpc>
                <a:spcPct val="90000"/>
              </a:lnSpc>
              <a:spcBef>
                <a:spcPct val="0"/>
              </a:spcBef>
              <a:buNone/>
              <a:defRPr sz="2000" b="1">
                <a:solidFill>
                  <a:srgbClr val="00557C"/>
                </a:solidFill>
                <a:latin typeface="+mj-lt"/>
                <a:ea typeface="+mj-ea"/>
                <a:cs typeface="+mj-cs"/>
              </a:defRPr>
            </a:lvl1pPr>
          </a:lstStyle>
          <a:p>
            <a:r>
              <a:rPr lang="en-US">
                <a:solidFill>
                  <a:srgbClr val="00557C"/>
                </a:solidFill>
              </a:rPr>
              <a:t>Confirm the Purchase Order</a:t>
            </a:r>
            <a:endParaRPr lang="cs-CZ">
              <a:solidFill>
                <a:srgbClr val="00557C"/>
              </a:solidFill>
            </a:endParaRPr>
          </a:p>
          <a:p>
            <a:r>
              <a:rPr lang="cs-CZ"/>
              <a:t>Case 2 – YDNB – Direct Order</a:t>
            </a:r>
            <a:endParaRPr lang="en-US"/>
          </a:p>
        </p:txBody>
      </p:sp>
      <p:pic>
        <p:nvPicPr>
          <p:cNvPr id="2" name="Picture 3">
            <a:extLst>
              <a:ext uri="{FF2B5EF4-FFF2-40B4-BE49-F238E27FC236}">
                <a16:creationId xmlns:a16="http://schemas.microsoft.com/office/drawing/2014/main" id="{7288CBC1-EC32-A5D5-2407-A02C03E5EA63}"/>
              </a:ext>
            </a:extLst>
          </p:cNvPr>
          <p:cNvPicPr>
            <a:picLocks noChangeAspect="1"/>
          </p:cNvPicPr>
          <p:nvPr/>
        </p:nvPicPr>
        <p:blipFill>
          <a:blip r:embed="rId3"/>
          <a:stretch>
            <a:fillRect/>
          </a:stretch>
        </p:blipFill>
        <p:spPr>
          <a:xfrm>
            <a:off x="894467" y="4043580"/>
            <a:ext cx="4993587" cy="2689255"/>
          </a:xfrm>
          <a:prstGeom prst="rect">
            <a:avLst/>
          </a:prstGeom>
          <a:ln>
            <a:solidFill>
              <a:srgbClr val="009999"/>
            </a:solidFill>
          </a:ln>
        </p:spPr>
      </p:pic>
      <p:pic>
        <p:nvPicPr>
          <p:cNvPr id="5" name="Picture 4">
            <a:extLst>
              <a:ext uri="{FF2B5EF4-FFF2-40B4-BE49-F238E27FC236}">
                <a16:creationId xmlns:a16="http://schemas.microsoft.com/office/drawing/2014/main" id="{7B13E2D0-B3A5-FB06-6A9A-6D4E69EBFA5F}"/>
              </a:ext>
            </a:extLst>
          </p:cNvPr>
          <p:cNvPicPr>
            <a:picLocks noChangeAspect="1"/>
          </p:cNvPicPr>
          <p:nvPr/>
        </p:nvPicPr>
        <p:blipFill>
          <a:blip r:embed="rId4"/>
          <a:stretch>
            <a:fillRect/>
          </a:stretch>
        </p:blipFill>
        <p:spPr>
          <a:xfrm>
            <a:off x="333322" y="1136342"/>
            <a:ext cx="5554732" cy="3597350"/>
          </a:xfrm>
          <a:prstGeom prst="rect">
            <a:avLst/>
          </a:prstGeom>
          <a:ln>
            <a:solidFill>
              <a:srgbClr val="009999"/>
            </a:solidFill>
          </a:ln>
        </p:spPr>
      </p:pic>
    </p:spTree>
    <p:extLst>
      <p:ext uri="{BB962C8B-B14F-4D97-AF65-F5344CB8AC3E}">
        <p14:creationId xmlns:p14="http://schemas.microsoft.com/office/powerpoint/2010/main" val="4063582922"/>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7513ED-ABE8-BAF9-6550-742C7F6685B0}"/>
            </a:ext>
          </a:extLst>
        </p:cNvPr>
        <p:cNvGrpSpPr/>
        <p:nvPr/>
      </p:nvGrpSpPr>
      <p:grpSpPr>
        <a:xfrm>
          <a:off x="0" y="0"/>
          <a:ext cx="0" cy="0"/>
          <a:chOff x="0" y="0"/>
          <a:chExt cx="0" cy="0"/>
        </a:xfrm>
      </p:grpSpPr>
      <p:sp>
        <p:nvSpPr>
          <p:cNvPr id="6" name="Rechteck 5">
            <a:extLst>
              <a:ext uri="{FF2B5EF4-FFF2-40B4-BE49-F238E27FC236}">
                <a16:creationId xmlns:a16="http://schemas.microsoft.com/office/drawing/2014/main" id="{96561D4F-B27E-DA12-0C9B-407E467E4482}"/>
              </a:ext>
            </a:extLst>
          </p:cNvPr>
          <p:cNvSpPr/>
          <p:nvPr/>
        </p:nvSpPr>
        <p:spPr>
          <a:xfrm>
            <a:off x="7038975" y="1937442"/>
            <a:ext cx="5074561" cy="4377633"/>
          </a:xfrm>
          <a:prstGeom prst="rect">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r>
              <a:rPr lang="en-US" sz="1200" b="1">
                <a:solidFill>
                  <a:schemeClr val="tx1"/>
                </a:solidFill>
                <a:highlight>
                  <a:srgbClr val="C0C0C0"/>
                </a:highlight>
              </a:rPr>
              <a:t>Case 2 </a:t>
            </a:r>
            <a:r>
              <a:rPr lang="en-US" sz="1200">
                <a:solidFill>
                  <a:schemeClr val="tx1"/>
                </a:solidFill>
              </a:rPr>
              <a:t>– For “YDNB” PO (5/7)</a:t>
            </a:r>
          </a:p>
          <a:p>
            <a:endParaRPr lang="en-US" sz="1200">
              <a:solidFill>
                <a:schemeClr val="tx1"/>
              </a:solidFill>
            </a:endParaRPr>
          </a:p>
          <a:p>
            <a:pPr marL="228600" indent="-228600">
              <a:buFont typeface="+mj-lt"/>
              <a:buAutoNum type="arabicPeriod" startAt="3"/>
            </a:pPr>
            <a:r>
              <a:rPr lang="en-US" sz="1200">
                <a:solidFill>
                  <a:schemeClr val="tx1"/>
                </a:solidFill>
              </a:rPr>
              <a:t>Click on “Apply” to save the item change</a:t>
            </a:r>
          </a:p>
        </p:txBody>
      </p:sp>
      <p:sp>
        <p:nvSpPr>
          <p:cNvPr id="8" name="Rechteck 5">
            <a:extLst>
              <a:ext uri="{FF2B5EF4-FFF2-40B4-BE49-F238E27FC236}">
                <a16:creationId xmlns:a16="http://schemas.microsoft.com/office/drawing/2014/main" id="{DD037C4C-201D-46CC-9205-27FFCA192D10}"/>
              </a:ext>
            </a:extLst>
          </p:cNvPr>
          <p:cNvSpPr/>
          <p:nvPr/>
        </p:nvSpPr>
        <p:spPr>
          <a:xfrm>
            <a:off x="7038975" y="1136342"/>
            <a:ext cx="5074561" cy="818023"/>
          </a:xfrm>
          <a:prstGeom prst="rect">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pPr marL="0" algn="l" rtl="0" eaLnBrk="1" latinLnBrk="0" hangingPunct="1"/>
            <a:r>
              <a:rPr lang="en-US" sz="1200" b="1" i="0" kern="1200">
                <a:solidFill>
                  <a:srgbClr val="1D2D3E"/>
                </a:solidFill>
                <a:effectLst/>
                <a:latin typeface="Arial" panose="020B0604020202020204" pitchFamily="34" charset="0"/>
                <a:ea typeface="+mn-ea"/>
                <a:cs typeface="+mn-cs"/>
              </a:rPr>
              <a:t>F0842A</a:t>
            </a:r>
            <a:r>
              <a:rPr lang="en-US" sz="1200" b="1" kern="1200">
                <a:solidFill>
                  <a:srgbClr val="000000"/>
                </a:solidFill>
                <a:effectLst/>
                <a:latin typeface="Arial" panose="020B0604020202020204" pitchFamily="34" charset="0"/>
                <a:ea typeface="+mn-ea"/>
                <a:cs typeface="+mn-cs"/>
              </a:rPr>
              <a:t> – </a:t>
            </a:r>
            <a:r>
              <a:rPr lang="en-US" sz="1200" b="1" i="0" kern="1200">
                <a:solidFill>
                  <a:srgbClr val="1D2D3E"/>
                </a:solidFill>
                <a:effectLst/>
                <a:latin typeface="Arial" panose="020B0604020202020204" pitchFamily="34" charset="0"/>
                <a:ea typeface="+mn-ea"/>
                <a:cs typeface="+mn-cs"/>
              </a:rPr>
              <a:t>Manage Purchase Orders</a:t>
            </a:r>
            <a:endParaRPr lang="de-DE" sz="1200">
              <a:effectLst/>
            </a:endParaRPr>
          </a:p>
        </p:txBody>
      </p:sp>
      <p:sp>
        <p:nvSpPr>
          <p:cNvPr id="3" name="TextBox 2">
            <a:extLst>
              <a:ext uri="{FF2B5EF4-FFF2-40B4-BE49-F238E27FC236}">
                <a16:creationId xmlns:a16="http://schemas.microsoft.com/office/drawing/2014/main" id="{EC3F61A7-DC07-A977-EE5E-7243D9054C16}"/>
              </a:ext>
            </a:extLst>
          </p:cNvPr>
          <p:cNvSpPr txBox="1"/>
          <p:nvPr/>
        </p:nvSpPr>
        <p:spPr>
          <a:xfrm>
            <a:off x="333322" y="362909"/>
            <a:ext cx="8353478" cy="611125"/>
          </a:xfrm>
          <a:prstGeom prst="rect">
            <a:avLst/>
          </a:prstGeom>
        </p:spPr>
        <p:txBody>
          <a:bodyPr vert="horz" lIns="0" tIns="0" rIns="324000" bIns="14400" rtlCol="0" anchor="b" anchorCtr="0">
            <a:noAutofit/>
          </a:bodyPr>
          <a:lstStyle>
            <a:lvl1pPr>
              <a:lnSpc>
                <a:spcPct val="90000"/>
              </a:lnSpc>
              <a:spcBef>
                <a:spcPct val="0"/>
              </a:spcBef>
              <a:buNone/>
              <a:defRPr sz="2000" b="1">
                <a:solidFill>
                  <a:srgbClr val="00557C"/>
                </a:solidFill>
                <a:latin typeface="+mj-lt"/>
                <a:ea typeface="+mj-ea"/>
                <a:cs typeface="+mj-cs"/>
              </a:defRPr>
            </a:lvl1pPr>
          </a:lstStyle>
          <a:p>
            <a:r>
              <a:rPr lang="en-US">
                <a:solidFill>
                  <a:srgbClr val="00557C"/>
                </a:solidFill>
              </a:rPr>
              <a:t>Confirm the Purchase Order</a:t>
            </a:r>
            <a:endParaRPr lang="cs-CZ">
              <a:solidFill>
                <a:srgbClr val="00557C"/>
              </a:solidFill>
            </a:endParaRPr>
          </a:p>
          <a:p>
            <a:r>
              <a:rPr lang="cs-CZ"/>
              <a:t>Case 2 – YDNB – Direct Order</a:t>
            </a:r>
            <a:endParaRPr lang="en-US"/>
          </a:p>
        </p:txBody>
      </p:sp>
      <p:pic>
        <p:nvPicPr>
          <p:cNvPr id="4" name="Picture 3">
            <a:extLst>
              <a:ext uri="{FF2B5EF4-FFF2-40B4-BE49-F238E27FC236}">
                <a16:creationId xmlns:a16="http://schemas.microsoft.com/office/drawing/2014/main" id="{E1A65094-EED6-039C-464E-66BD8085ADE9}"/>
              </a:ext>
            </a:extLst>
          </p:cNvPr>
          <p:cNvPicPr>
            <a:picLocks noChangeAspect="1"/>
          </p:cNvPicPr>
          <p:nvPr/>
        </p:nvPicPr>
        <p:blipFill>
          <a:blip r:embed="rId3"/>
          <a:stretch>
            <a:fillRect/>
          </a:stretch>
        </p:blipFill>
        <p:spPr>
          <a:xfrm>
            <a:off x="202825" y="1136342"/>
            <a:ext cx="6629501" cy="3570263"/>
          </a:xfrm>
          <a:prstGeom prst="rect">
            <a:avLst/>
          </a:prstGeom>
          <a:ln>
            <a:solidFill>
              <a:srgbClr val="009999"/>
            </a:solidFill>
          </a:ln>
        </p:spPr>
      </p:pic>
    </p:spTree>
    <p:extLst>
      <p:ext uri="{BB962C8B-B14F-4D97-AF65-F5344CB8AC3E}">
        <p14:creationId xmlns:p14="http://schemas.microsoft.com/office/powerpoint/2010/main" val="3375584238"/>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30B041-23C8-C31F-F176-A0678A2C16E5}"/>
            </a:ext>
          </a:extLst>
        </p:cNvPr>
        <p:cNvGrpSpPr/>
        <p:nvPr/>
      </p:nvGrpSpPr>
      <p:grpSpPr>
        <a:xfrm>
          <a:off x="0" y="0"/>
          <a:ext cx="0" cy="0"/>
          <a:chOff x="0" y="0"/>
          <a:chExt cx="0" cy="0"/>
        </a:xfrm>
      </p:grpSpPr>
      <p:sp>
        <p:nvSpPr>
          <p:cNvPr id="6" name="Rechteck 5">
            <a:extLst>
              <a:ext uri="{FF2B5EF4-FFF2-40B4-BE49-F238E27FC236}">
                <a16:creationId xmlns:a16="http://schemas.microsoft.com/office/drawing/2014/main" id="{6897A3A6-FF4C-25E1-28A0-4274EE3399FE}"/>
              </a:ext>
            </a:extLst>
          </p:cNvPr>
          <p:cNvSpPr/>
          <p:nvPr/>
        </p:nvSpPr>
        <p:spPr>
          <a:xfrm>
            <a:off x="7038975" y="1937442"/>
            <a:ext cx="5074561" cy="4377633"/>
          </a:xfrm>
          <a:prstGeom prst="rect">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r>
              <a:rPr lang="en-US" sz="1200" b="1">
                <a:solidFill>
                  <a:schemeClr val="tx1"/>
                </a:solidFill>
                <a:highlight>
                  <a:srgbClr val="C0C0C0"/>
                </a:highlight>
              </a:rPr>
              <a:t>Case 2 </a:t>
            </a:r>
            <a:r>
              <a:rPr lang="en-US" sz="1200">
                <a:solidFill>
                  <a:schemeClr val="tx1"/>
                </a:solidFill>
              </a:rPr>
              <a:t>– For “YDNB” PO (</a:t>
            </a:r>
            <a:r>
              <a:rPr lang="cs-CZ" sz="1200">
                <a:solidFill>
                  <a:schemeClr val="tx1"/>
                </a:solidFill>
              </a:rPr>
              <a:t>4/5</a:t>
            </a:r>
            <a:r>
              <a:rPr lang="en-US" sz="1200">
                <a:solidFill>
                  <a:schemeClr val="tx1"/>
                </a:solidFill>
              </a:rPr>
              <a:t>)</a:t>
            </a:r>
          </a:p>
          <a:p>
            <a:endParaRPr lang="en-US" sz="1200">
              <a:solidFill>
                <a:schemeClr val="tx1"/>
              </a:solidFill>
            </a:endParaRPr>
          </a:p>
          <a:p>
            <a:pPr marL="171450" indent="-171450">
              <a:buFont typeface="Arial" panose="020B0604020202020204" pitchFamily="34" charset="0"/>
              <a:buChar char="•"/>
            </a:pPr>
            <a:r>
              <a:rPr lang="en-US" sz="1200">
                <a:solidFill>
                  <a:schemeClr val="tx1"/>
                </a:solidFill>
              </a:rPr>
              <a:t>Now you can save the PO after the changes are completed.</a:t>
            </a:r>
          </a:p>
          <a:p>
            <a:endParaRPr lang="en-US" sz="1200">
              <a:solidFill>
                <a:schemeClr val="tx1"/>
              </a:solidFill>
            </a:endParaRPr>
          </a:p>
          <a:p>
            <a:pPr marL="228600" indent="-228600">
              <a:buFont typeface="+mj-lt"/>
              <a:buAutoNum type="arabicPeriod"/>
            </a:pPr>
            <a:r>
              <a:rPr lang="en-US" sz="1200">
                <a:solidFill>
                  <a:schemeClr val="tx1"/>
                </a:solidFill>
              </a:rPr>
              <a:t>The PO header and items overview screen will appear</a:t>
            </a:r>
          </a:p>
          <a:p>
            <a:pPr marL="228600" indent="-228600">
              <a:buFont typeface="+mj-lt"/>
              <a:buAutoNum type="arabicPeriod"/>
            </a:pPr>
            <a:r>
              <a:rPr lang="en-US" sz="1200">
                <a:solidFill>
                  <a:schemeClr val="tx1"/>
                </a:solidFill>
              </a:rPr>
              <a:t>Click on “Order” to save the changes</a:t>
            </a:r>
          </a:p>
          <a:p>
            <a:endParaRPr lang="en-US" sz="1200">
              <a:solidFill>
                <a:schemeClr val="tx1"/>
              </a:solidFill>
            </a:endParaRPr>
          </a:p>
          <a:p>
            <a:r>
              <a:rPr lang="en-US" sz="1200">
                <a:solidFill>
                  <a:schemeClr val="tx1"/>
                </a:solidFill>
              </a:rPr>
              <a:t>The warning message, is that the Material Group in the PO is not the same of the Material Group in the PR.</a:t>
            </a:r>
          </a:p>
          <a:p>
            <a:endParaRPr lang="en-US" sz="1200">
              <a:solidFill>
                <a:schemeClr val="tx1"/>
              </a:solidFill>
            </a:endParaRPr>
          </a:p>
          <a:p>
            <a:endParaRPr lang="en-US" sz="1200">
              <a:solidFill>
                <a:schemeClr val="tx1"/>
              </a:solidFill>
            </a:endParaRPr>
          </a:p>
          <a:p>
            <a:endParaRPr lang="en-US" sz="1200">
              <a:solidFill>
                <a:schemeClr val="tx1"/>
              </a:solidFill>
            </a:endParaRPr>
          </a:p>
          <a:p>
            <a:endParaRPr lang="en-US" sz="1200">
              <a:solidFill>
                <a:schemeClr val="tx1"/>
              </a:solidFill>
            </a:endParaRPr>
          </a:p>
          <a:p>
            <a:endParaRPr lang="en-US" sz="1200">
              <a:solidFill>
                <a:schemeClr val="tx1"/>
              </a:solidFill>
            </a:endParaRPr>
          </a:p>
          <a:p>
            <a:r>
              <a:rPr lang="en-US" sz="1200">
                <a:solidFill>
                  <a:schemeClr val="tx1"/>
                </a:solidFill>
              </a:rPr>
              <a:t>A confirmation message will appear that the PO has been saved.</a:t>
            </a:r>
          </a:p>
          <a:p>
            <a:endParaRPr lang="en-US" sz="1200">
              <a:solidFill>
                <a:schemeClr val="tx1"/>
              </a:solidFill>
            </a:endParaRPr>
          </a:p>
        </p:txBody>
      </p:sp>
      <p:sp>
        <p:nvSpPr>
          <p:cNvPr id="8" name="Rechteck 5">
            <a:extLst>
              <a:ext uri="{FF2B5EF4-FFF2-40B4-BE49-F238E27FC236}">
                <a16:creationId xmlns:a16="http://schemas.microsoft.com/office/drawing/2014/main" id="{C78FB5CC-5561-FBCD-71AB-70AD8B26B2D2}"/>
              </a:ext>
            </a:extLst>
          </p:cNvPr>
          <p:cNvSpPr/>
          <p:nvPr/>
        </p:nvSpPr>
        <p:spPr>
          <a:xfrm>
            <a:off x="7038975" y="1136342"/>
            <a:ext cx="5074561" cy="818023"/>
          </a:xfrm>
          <a:prstGeom prst="rect">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pPr marL="0" algn="l" rtl="0" eaLnBrk="1" latinLnBrk="0" hangingPunct="1"/>
            <a:r>
              <a:rPr lang="en-US" sz="1200" b="1" i="0" kern="1200">
                <a:solidFill>
                  <a:srgbClr val="1D2D3E"/>
                </a:solidFill>
                <a:effectLst/>
                <a:latin typeface="Arial" panose="020B0604020202020204" pitchFamily="34" charset="0"/>
                <a:ea typeface="+mn-ea"/>
                <a:cs typeface="+mn-cs"/>
              </a:rPr>
              <a:t>F0842A</a:t>
            </a:r>
            <a:r>
              <a:rPr lang="en-US" sz="1200" b="1" kern="1200">
                <a:solidFill>
                  <a:srgbClr val="000000"/>
                </a:solidFill>
                <a:effectLst/>
                <a:latin typeface="Arial" panose="020B0604020202020204" pitchFamily="34" charset="0"/>
                <a:ea typeface="+mn-ea"/>
                <a:cs typeface="+mn-cs"/>
              </a:rPr>
              <a:t> – </a:t>
            </a:r>
            <a:r>
              <a:rPr lang="en-US" sz="1200" b="1" i="0" kern="1200">
                <a:solidFill>
                  <a:srgbClr val="1D2D3E"/>
                </a:solidFill>
                <a:effectLst/>
                <a:latin typeface="Arial" panose="020B0604020202020204" pitchFamily="34" charset="0"/>
                <a:ea typeface="+mn-ea"/>
                <a:cs typeface="+mn-cs"/>
              </a:rPr>
              <a:t>Manage Purchase Orders</a:t>
            </a:r>
            <a:endParaRPr lang="de-DE" sz="1200">
              <a:effectLst/>
            </a:endParaRPr>
          </a:p>
        </p:txBody>
      </p:sp>
      <p:sp>
        <p:nvSpPr>
          <p:cNvPr id="3" name="TextBox 2">
            <a:extLst>
              <a:ext uri="{FF2B5EF4-FFF2-40B4-BE49-F238E27FC236}">
                <a16:creationId xmlns:a16="http://schemas.microsoft.com/office/drawing/2014/main" id="{418E1D1D-CB3F-80E1-2D02-44A7B6458AF2}"/>
              </a:ext>
            </a:extLst>
          </p:cNvPr>
          <p:cNvSpPr txBox="1"/>
          <p:nvPr/>
        </p:nvSpPr>
        <p:spPr>
          <a:xfrm>
            <a:off x="333322" y="362910"/>
            <a:ext cx="8353478" cy="369332"/>
          </a:xfrm>
          <a:prstGeom prst="rect">
            <a:avLst/>
          </a:prstGeom>
        </p:spPr>
        <p:txBody>
          <a:bodyPr vert="horz" lIns="0" tIns="0" rIns="324000" bIns="14400" rtlCol="0" anchor="b" anchorCtr="0">
            <a:noAutofit/>
          </a:bodyPr>
          <a:lstStyle>
            <a:lvl1pPr>
              <a:lnSpc>
                <a:spcPct val="90000"/>
              </a:lnSpc>
              <a:spcBef>
                <a:spcPct val="0"/>
              </a:spcBef>
              <a:buNone/>
              <a:defRPr sz="2000" b="1">
                <a:solidFill>
                  <a:srgbClr val="00557C"/>
                </a:solidFill>
                <a:latin typeface="+mj-lt"/>
                <a:ea typeface="+mj-ea"/>
                <a:cs typeface="+mj-cs"/>
              </a:defRPr>
            </a:lvl1pPr>
          </a:lstStyle>
          <a:p>
            <a:r>
              <a:rPr lang="en-US">
                <a:solidFill>
                  <a:srgbClr val="00557C"/>
                </a:solidFill>
              </a:rPr>
              <a:t>Confirm the Purchase Order</a:t>
            </a:r>
            <a:endParaRPr lang="en-US"/>
          </a:p>
        </p:txBody>
      </p:sp>
      <p:pic>
        <p:nvPicPr>
          <p:cNvPr id="5" name="Picture 4">
            <a:extLst>
              <a:ext uri="{FF2B5EF4-FFF2-40B4-BE49-F238E27FC236}">
                <a16:creationId xmlns:a16="http://schemas.microsoft.com/office/drawing/2014/main" id="{0440369C-1875-C345-04F4-B8B42BE5CC34}"/>
              </a:ext>
            </a:extLst>
          </p:cNvPr>
          <p:cNvPicPr>
            <a:picLocks noChangeAspect="1"/>
          </p:cNvPicPr>
          <p:nvPr/>
        </p:nvPicPr>
        <p:blipFill>
          <a:blip r:embed="rId3"/>
          <a:stretch>
            <a:fillRect/>
          </a:stretch>
        </p:blipFill>
        <p:spPr>
          <a:xfrm>
            <a:off x="333322" y="1136342"/>
            <a:ext cx="6298285" cy="4988940"/>
          </a:xfrm>
          <a:prstGeom prst="rect">
            <a:avLst/>
          </a:prstGeom>
          <a:ln>
            <a:solidFill>
              <a:srgbClr val="009999"/>
            </a:solidFill>
          </a:ln>
        </p:spPr>
      </p:pic>
      <p:pic>
        <p:nvPicPr>
          <p:cNvPr id="9" name="Picture 8">
            <a:extLst>
              <a:ext uri="{FF2B5EF4-FFF2-40B4-BE49-F238E27FC236}">
                <a16:creationId xmlns:a16="http://schemas.microsoft.com/office/drawing/2014/main" id="{2741064E-5612-865E-DA85-4283FEB2112C}"/>
              </a:ext>
            </a:extLst>
          </p:cNvPr>
          <p:cNvPicPr>
            <a:picLocks noChangeAspect="1"/>
          </p:cNvPicPr>
          <p:nvPr/>
        </p:nvPicPr>
        <p:blipFill>
          <a:blip r:embed="rId4"/>
          <a:stretch>
            <a:fillRect/>
          </a:stretch>
        </p:blipFill>
        <p:spPr>
          <a:xfrm>
            <a:off x="7676945" y="3877142"/>
            <a:ext cx="2934109" cy="476316"/>
          </a:xfrm>
          <a:prstGeom prst="rect">
            <a:avLst/>
          </a:prstGeom>
        </p:spPr>
      </p:pic>
      <p:pic>
        <p:nvPicPr>
          <p:cNvPr id="11" name="Picture 10">
            <a:extLst>
              <a:ext uri="{FF2B5EF4-FFF2-40B4-BE49-F238E27FC236}">
                <a16:creationId xmlns:a16="http://schemas.microsoft.com/office/drawing/2014/main" id="{88FEE373-F412-DF33-2A2D-4353E461A776}"/>
              </a:ext>
            </a:extLst>
          </p:cNvPr>
          <p:cNvPicPr>
            <a:picLocks noChangeAspect="1"/>
          </p:cNvPicPr>
          <p:nvPr/>
        </p:nvPicPr>
        <p:blipFill>
          <a:blip r:embed="rId5"/>
          <a:stretch>
            <a:fillRect/>
          </a:stretch>
        </p:blipFill>
        <p:spPr>
          <a:xfrm>
            <a:off x="8205679" y="4992166"/>
            <a:ext cx="1552792" cy="552527"/>
          </a:xfrm>
          <a:prstGeom prst="rect">
            <a:avLst/>
          </a:prstGeom>
        </p:spPr>
      </p:pic>
    </p:spTree>
    <p:extLst>
      <p:ext uri="{BB962C8B-B14F-4D97-AF65-F5344CB8AC3E}">
        <p14:creationId xmlns:p14="http://schemas.microsoft.com/office/powerpoint/2010/main" val="2915671191"/>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297B80-15FB-855A-D27A-2360CE7ACCF7}"/>
            </a:ext>
          </a:extLst>
        </p:cNvPr>
        <p:cNvGrpSpPr/>
        <p:nvPr/>
      </p:nvGrpSpPr>
      <p:grpSpPr>
        <a:xfrm>
          <a:off x="0" y="0"/>
          <a:ext cx="0" cy="0"/>
          <a:chOff x="0" y="0"/>
          <a:chExt cx="0" cy="0"/>
        </a:xfrm>
      </p:grpSpPr>
      <p:sp>
        <p:nvSpPr>
          <p:cNvPr id="6" name="Rechteck 5">
            <a:extLst>
              <a:ext uri="{FF2B5EF4-FFF2-40B4-BE49-F238E27FC236}">
                <a16:creationId xmlns:a16="http://schemas.microsoft.com/office/drawing/2014/main" id="{FDB6C8BE-9B1B-0674-5460-D7F9491F4356}"/>
              </a:ext>
            </a:extLst>
          </p:cNvPr>
          <p:cNvSpPr/>
          <p:nvPr/>
        </p:nvSpPr>
        <p:spPr>
          <a:xfrm>
            <a:off x="7038975" y="1937442"/>
            <a:ext cx="5074561" cy="4377633"/>
          </a:xfrm>
          <a:prstGeom prst="rect">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r>
              <a:rPr lang="en-US" sz="1200" b="1">
                <a:solidFill>
                  <a:schemeClr val="tx1"/>
                </a:solidFill>
                <a:highlight>
                  <a:srgbClr val="C0C0C0"/>
                </a:highlight>
              </a:rPr>
              <a:t>Case 2 </a:t>
            </a:r>
            <a:r>
              <a:rPr lang="en-US" sz="1200">
                <a:solidFill>
                  <a:schemeClr val="tx1"/>
                </a:solidFill>
              </a:rPr>
              <a:t>– For “YDNB” PO </a:t>
            </a:r>
            <a:r>
              <a:rPr lang="cs-CZ" sz="1200">
                <a:solidFill>
                  <a:schemeClr val="tx1"/>
                </a:solidFill>
              </a:rPr>
              <a:t>(5/5</a:t>
            </a:r>
            <a:r>
              <a:rPr lang="en-US" sz="1200">
                <a:solidFill>
                  <a:schemeClr val="tx1"/>
                </a:solidFill>
              </a:rPr>
              <a:t>)</a:t>
            </a:r>
          </a:p>
          <a:p>
            <a:endParaRPr lang="en-US" sz="1200">
              <a:solidFill>
                <a:schemeClr val="tx1"/>
              </a:solidFill>
            </a:endParaRPr>
          </a:p>
          <a:p>
            <a:endParaRPr lang="en-US" sz="1200">
              <a:solidFill>
                <a:schemeClr val="tx1"/>
              </a:solidFill>
            </a:endParaRPr>
          </a:p>
          <a:p>
            <a:pPr marL="171450" indent="-171450">
              <a:buFont typeface="Arial" panose="020B0604020202020204" pitchFamily="34" charset="0"/>
              <a:buChar char="•"/>
            </a:pPr>
            <a:r>
              <a:rPr lang="en-US" sz="1200">
                <a:solidFill>
                  <a:schemeClr val="tx1"/>
                </a:solidFill>
              </a:rPr>
              <a:t>Return to the BTP My Inbox to check the changes on the PO line item</a:t>
            </a:r>
          </a:p>
          <a:p>
            <a:pPr marL="628650" lvl="1" indent="-171450">
              <a:buFont typeface="Arial" panose="020B0604020202020204" pitchFamily="34" charset="0"/>
              <a:buChar char="•"/>
            </a:pPr>
            <a:r>
              <a:rPr lang="en-US" sz="1200">
                <a:solidFill>
                  <a:schemeClr val="tx1"/>
                </a:solidFill>
              </a:rPr>
              <a:t>The Recipient is now “Valid”</a:t>
            </a:r>
          </a:p>
          <a:p>
            <a:pPr marL="628650" lvl="1" indent="-171450">
              <a:buFont typeface="Arial" panose="020B0604020202020204" pitchFamily="34" charset="0"/>
              <a:buChar char="•"/>
            </a:pPr>
            <a:r>
              <a:rPr lang="en-US" sz="1200">
                <a:solidFill>
                  <a:schemeClr val="tx1"/>
                </a:solidFill>
              </a:rPr>
              <a:t>The Material Group has been changed</a:t>
            </a:r>
          </a:p>
          <a:p>
            <a:pPr marL="171450" indent="-171450">
              <a:buFont typeface="Arial" panose="020B0604020202020204" pitchFamily="34" charset="0"/>
              <a:buChar char="•"/>
            </a:pPr>
            <a:r>
              <a:rPr lang="en-US" sz="1200">
                <a:solidFill>
                  <a:schemeClr val="tx1"/>
                </a:solidFill>
              </a:rPr>
              <a:t>Click “Approve” to confirm the PO and to send the PO to the Procurement Expert</a:t>
            </a:r>
          </a:p>
          <a:p>
            <a:pPr marL="171450" indent="-171450">
              <a:buFont typeface="Arial" panose="020B0604020202020204" pitchFamily="34" charset="0"/>
              <a:buChar char="•"/>
            </a:pPr>
            <a:r>
              <a:rPr lang="en-US" sz="1200">
                <a:solidFill>
                  <a:schemeClr val="tx1"/>
                </a:solidFill>
              </a:rPr>
              <a:t>A “Task processed successfully” message will appear on the screen to confirm the approval action.</a:t>
            </a:r>
          </a:p>
        </p:txBody>
      </p:sp>
      <p:sp>
        <p:nvSpPr>
          <p:cNvPr id="8" name="Rechteck 5">
            <a:extLst>
              <a:ext uri="{FF2B5EF4-FFF2-40B4-BE49-F238E27FC236}">
                <a16:creationId xmlns:a16="http://schemas.microsoft.com/office/drawing/2014/main" id="{7524BA0E-C569-1F5C-5375-76BFC37EAA87}"/>
              </a:ext>
            </a:extLst>
          </p:cNvPr>
          <p:cNvSpPr/>
          <p:nvPr/>
        </p:nvSpPr>
        <p:spPr>
          <a:xfrm>
            <a:off x="7038975" y="1136342"/>
            <a:ext cx="5074561" cy="818023"/>
          </a:xfrm>
          <a:prstGeom prst="rect">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pPr algn="l"/>
            <a:r>
              <a:rPr lang="en-US" sz="1200" b="1">
                <a:solidFill>
                  <a:schemeClr val="tx1"/>
                </a:solidFill>
              </a:rPr>
              <a:t>BTP – My Inbox – </a:t>
            </a:r>
            <a:r>
              <a:rPr lang="en-US" sz="1200" b="1" err="1">
                <a:solidFill>
                  <a:schemeClr val="tx1"/>
                </a:solidFill>
              </a:rPr>
              <a:t>POValidationForm</a:t>
            </a:r>
            <a:endParaRPr lang="de-DE" sz="1200" b="1">
              <a:solidFill>
                <a:schemeClr val="tx1"/>
              </a:solidFill>
            </a:endParaRPr>
          </a:p>
        </p:txBody>
      </p:sp>
      <p:sp>
        <p:nvSpPr>
          <p:cNvPr id="3" name="TextBox 2">
            <a:extLst>
              <a:ext uri="{FF2B5EF4-FFF2-40B4-BE49-F238E27FC236}">
                <a16:creationId xmlns:a16="http://schemas.microsoft.com/office/drawing/2014/main" id="{AF676CE5-0B6D-3AD9-9DA9-6BE5C5CAE5FD}"/>
              </a:ext>
            </a:extLst>
          </p:cNvPr>
          <p:cNvSpPr txBox="1"/>
          <p:nvPr/>
        </p:nvSpPr>
        <p:spPr>
          <a:xfrm>
            <a:off x="333322" y="362910"/>
            <a:ext cx="8353478" cy="369332"/>
          </a:xfrm>
          <a:prstGeom prst="rect">
            <a:avLst/>
          </a:prstGeom>
        </p:spPr>
        <p:txBody>
          <a:bodyPr vert="horz" lIns="0" tIns="0" rIns="324000" bIns="14400" rtlCol="0" anchor="b" anchorCtr="0">
            <a:noAutofit/>
          </a:bodyPr>
          <a:lstStyle>
            <a:lvl1pPr>
              <a:lnSpc>
                <a:spcPct val="90000"/>
              </a:lnSpc>
              <a:spcBef>
                <a:spcPct val="0"/>
              </a:spcBef>
              <a:buNone/>
              <a:defRPr sz="2000" b="1">
                <a:solidFill>
                  <a:srgbClr val="00557C"/>
                </a:solidFill>
                <a:latin typeface="+mj-lt"/>
                <a:ea typeface="+mj-ea"/>
                <a:cs typeface="+mj-cs"/>
              </a:defRPr>
            </a:lvl1pPr>
          </a:lstStyle>
          <a:p>
            <a:r>
              <a:rPr lang="en-US">
                <a:solidFill>
                  <a:srgbClr val="00557C"/>
                </a:solidFill>
              </a:rPr>
              <a:t>Confirm the Purchase Order</a:t>
            </a:r>
            <a:endParaRPr lang="en-US"/>
          </a:p>
        </p:txBody>
      </p:sp>
      <p:pic>
        <p:nvPicPr>
          <p:cNvPr id="10" name="Picture 9">
            <a:extLst>
              <a:ext uri="{FF2B5EF4-FFF2-40B4-BE49-F238E27FC236}">
                <a16:creationId xmlns:a16="http://schemas.microsoft.com/office/drawing/2014/main" id="{71D9227F-BC0E-C5C8-3799-DD46DEE77734}"/>
              </a:ext>
            </a:extLst>
          </p:cNvPr>
          <p:cNvPicPr>
            <a:picLocks noChangeAspect="1"/>
          </p:cNvPicPr>
          <p:nvPr/>
        </p:nvPicPr>
        <p:blipFill>
          <a:blip r:embed="rId3"/>
          <a:stretch>
            <a:fillRect/>
          </a:stretch>
        </p:blipFill>
        <p:spPr>
          <a:xfrm>
            <a:off x="209018" y="1136342"/>
            <a:ext cx="6392923" cy="5113005"/>
          </a:xfrm>
          <a:prstGeom prst="rect">
            <a:avLst/>
          </a:prstGeom>
          <a:ln>
            <a:solidFill>
              <a:srgbClr val="009999"/>
            </a:solidFill>
          </a:ln>
        </p:spPr>
      </p:pic>
      <p:pic>
        <p:nvPicPr>
          <p:cNvPr id="14" name="Picture 13">
            <a:extLst>
              <a:ext uri="{FF2B5EF4-FFF2-40B4-BE49-F238E27FC236}">
                <a16:creationId xmlns:a16="http://schemas.microsoft.com/office/drawing/2014/main" id="{7D2E0DEA-A58E-45A3-C43B-9D948724BB57}"/>
              </a:ext>
            </a:extLst>
          </p:cNvPr>
          <p:cNvPicPr>
            <a:picLocks noChangeAspect="1"/>
          </p:cNvPicPr>
          <p:nvPr/>
        </p:nvPicPr>
        <p:blipFill>
          <a:blip r:embed="rId4"/>
          <a:stretch>
            <a:fillRect/>
          </a:stretch>
        </p:blipFill>
        <p:spPr>
          <a:xfrm>
            <a:off x="7967487" y="4427320"/>
            <a:ext cx="2505425" cy="476316"/>
          </a:xfrm>
          <a:prstGeom prst="rect">
            <a:avLst/>
          </a:prstGeom>
        </p:spPr>
      </p:pic>
    </p:spTree>
    <p:extLst>
      <p:ext uri="{BB962C8B-B14F-4D97-AF65-F5344CB8AC3E}">
        <p14:creationId xmlns:p14="http://schemas.microsoft.com/office/powerpoint/2010/main" val="3809231250"/>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174C95-C0A7-5D30-6666-CC50F9DFA95C}"/>
            </a:ext>
          </a:extLst>
        </p:cNvPr>
        <p:cNvGrpSpPr/>
        <p:nvPr/>
      </p:nvGrpSpPr>
      <p:grpSpPr>
        <a:xfrm>
          <a:off x="0" y="0"/>
          <a:ext cx="0" cy="0"/>
          <a:chOff x="0" y="0"/>
          <a:chExt cx="0" cy="0"/>
        </a:xfrm>
      </p:grpSpPr>
      <p:graphicFrame>
        <p:nvGraphicFramePr>
          <p:cNvPr id="21" name="Object 20" hidden="1">
            <a:extLst>
              <a:ext uri="{FF2B5EF4-FFF2-40B4-BE49-F238E27FC236}">
                <a16:creationId xmlns:a16="http://schemas.microsoft.com/office/drawing/2014/main" id="{DF2ADAD4-1772-3065-1681-D6603062B65D}"/>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737" imgH="737" progId="TCLayout.ActiveDocument.1">
                  <p:embed/>
                </p:oleObj>
              </mc:Choice>
              <mc:Fallback>
                <p:oleObj name="think-cell Slide" r:id="rId3" imgW="737" imgH="737" progId="TCLayout.ActiveDocument.1">
                  <p:embed/>
                  <p:pic>
                    <p:nvPicPr>
                      <p:cNvPr id="21" name="Object 20" hidden="1">
                        <a:extLst>
                          <a:ext uri="{FF2B5EF4-FFF2-40B4-BE49-F238E27FC236}">
                            <a16:creationId xmlns:a16="http://schemas.microsoft.com/office/drawing/2014/main" id="{DF2ADAD4-1772-3065-1681-D6603062B65D}"/>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5" name="Title 4">
            <a:extLst>
              <a:ext uri="{FF2B5EF4-FFF2-40B4-BE49-F238E27FC236}">
                <a16:creationId xmlns:a16="http://schemas.microsoft.com/office/drawing/2014/main" id="{13B4F9C3-2674-EE54-08A6-6D99E0BB254F}"/>
              </a:ext>
            </a:extLst>
          </p:cNvPr>
          <p:cNvSpPr>
            <a:spLocks noGrp="1"/>
          </p:cNvSpPr>
          <p:nvPr>
            <p:ph type="title"/>
          </p:nvPr>
        </p:nvSpPr>
        <p:spPr>
          <a:xfrm>
            <a:off x="410401" y="3780000"/>
            <a:ext cx="9287638" cy="1477328"/>
          </a:xfrm>
        </p:spPr>
        <p:txBody>
          <a:bodyPr/>
          <a:lstStyle/>
          <a:p>
            <a:r>
              <a:rPr lang="cs-CZ" sz="4800" b="1"/>
              <a:t>10. </a:t>
            </a:r>
            <a:r>
              <a:rPr lang="en-US" sz="4800" b="1"/>
              <a:t>Procurement Expert Approval</a:t>
            </a:r>
            <a:endParaRPr lang="en-US"/>
          </a:p>
        </p:txBody>
      </p:sp>
    </p:spTree>
    <p:extLst>
      <p:ext uri="{BB962C8B-B14F-4D97-AF65-F5344CB8AC3E}">
        <p14:creationId xmlns:p14="http://schemas.microsoft.com/office/powerpoint/2010/main" val="2774576533"/>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91ADAD-FF7E-A260-B53A-7FE72500869C}"/>
            </a:ext>
          </a:extLst>
        </p:cNvPr>
        <p:cNvGrpSpPr/>
        <p:nvPr/>
      </p:nvGrpSpPr>
      <p:grpSpPr>
        <a:xfrm>
          <a:off x="0" y="0"/>
          <a:ext cx="0" cy="0"/>
          <a:chOff x="0" y="0"/>
          <a:chExt cx="0" cy="0"/>
        </a:xfrm>
      </p:grpSpPr>
      <p:sp>
        <p:nvSpPr>
          <p:cNvPr id="4" name="Foliennummernplatzhalter 3">
            <a:extLst>
              <a:ext uri="{FF2B5EF4-FFF2-40B4-BE49-F238E27FC236}">
                <a16:creationId xmlns:a16="http://schemas.microsoft.com/office/drawing/2014/main" id="{76E5804B-C528-D644-0A2C-908E030C0FB5}"/>
              </a:ext>
            </a:extLst>
          </p:cNvPr>
          <p:cNvSpPr>
            <a:spLocks noGrp="1"/>
          </p:cNvSpPr>
          <p:nvPr>
            <p:ph type="sldNum" sz="quarter" idx="11"/>
          </p:nvPr>
        </p:nvSpPr>
        <p:spPr/>
        <p:txBody>
          <a:bodyPr/>
          <a:lstStyle/>
          <a:p>
            <a:r>
              <a:rPr lang="en-US"/>
              <a:t>Page </a:t>
            </a:r>
            <a:fld id="{15EBE321-CBB1-4E91-BD14-37C8D44326FB}" type="slidenum">
              <a:rPr lang="en-US" smtClean="0"/>
              <a:pPr/>
              <a:t>91</a:t>
            </a:fld>
            <a:endParaRPr lang="en-US"/>
          </a:p>
        </p:txBody>
      </p:sp>
      <p:sp>
        <p:nvSpPr>
          <p:cNvPr id="7" name="Rechteck 5">
            <a:extLst>
              <a:ext uri="{FF2B5EF4-FFF2-40B4-BE49-F238E27FC236}">
                <a16:creationId xmlns:a16="http://schemas.microsoft.com/office/drawing/2014/main" id="{65C21996-E543-D5AA-0FB4-FEC9E02968D0}"/>
              </a:ext>
            </a:extLst>
          </p:cNvPr>
          <p:cNvSpPr/>
          <p:nvPr/>
        </p:nvSpPr>
        <p:spPr>
          <a:xfrm>
            <a:off x="6470505" y="1537855"/>
            <a:ext cx="5278150" cy="429490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r>
              <a:rPr lang="en-US" sz="1200">
                <a:solidFill>
                  <a:schemeClr val="tx1"/>
                </a:solidFill>
              </a:rPr>
              <a:t>After the PO Approval/Confirmation by the Purchaser, the PO will be sent to the Procurement Expert.</a:t>
            </a:r>
          </a:p>
        </p:txBody>
      </p:sp>
      <p:sp>
        <p:nvSpPr>
          <p:cNvPr id="9" name="Titel 1">
            <a:extLst>
              <a:ext uri="{FF2B5EF4-FFF2-40B4-BE49-F238E27FC236}">
                <a16:creationId xmlns:a16="http://schemas.microsoft.com/office/drawing/2014/main" id="{460E5908-99F7-1F16-1E8C-66584DCAC4F4}"/>
              </a:ext>
            </a:extLst>
          </p:cNvPr>
          <p:cNvSpPr>
            <a:spLocks noGrp="1"/>
          </p:cNvSpPr>
          <p:nvPr>
            <p:ph type="title"/>
          </p:nvPr>
        </p:nvSpPr>
        <p:spPr>
          <a:xfrm>
            <a:off x="410400" y="478800"/>
            <a:ext cx="9863997" cy="576000"/>
          </a:xfrm>
        </p:spPr>
        <p:txBody>
          <a:bodyPr/>
          <a:lstStyle/>
          <a:p>
            <a:r>
              <a:rPr lang="en-US">
                <a:solidFill>
                  <a:srgbClr val="00557C"/>
                </a:solidFill>
              </a:rPr>
              <a:t>Procurement Expert Approval</a:t>
            </a:r>
          </a:p>
        </p:txBody>
      </p:sp>
      <p:grpSp>
        <p:nvGrpSpPr>
          <p:cNvPr id="10" name="Group 9">
            <a:extLst>
              <a:ext uri="{FF2B5EF4-FFF2-40B4-BE49-F238E27FC236}">
                <a16:creationId xmlns:a16="http://schemas.microsoft.com/office/drawing/2014/main" id="{7BD32C4C-63DE-EFC6-A770-42231602079F}"/>
              </a:ext>
            </a:extLst>
          </p:cNvPr>
          <p:cNvGrpSpPr/>
          <p:nvPr/>
        </p:nvGrpSpPr>
        <p:grpSpPr>
          <a:xfrm>
            <a:off x="361408" y="1402053"/>
            <a:ext cx="5734592" cy="4561494"/>
            <a:chOff x="318435" y="1180450"/>
            <a:chExt cx="5859502" cy="4743119"/>
          </a:xfrm>
        </p:grpSpPr>
        <p:grpSp>
          <p:nvGrpSpPr>
            <p:cNvPr id="11" name="Group 10">
              <a:extLst>
                <a:ext uri="{FF2B5EF4-FFF2-40B4-BE49-F238E27FC236}">
                  <a16:creationId xmlns:a16="http://schemas.microsoft.com/office/drawing/2014/main" id="{826B8DEB-BEF5-6248-AD38-D4894B147544}"/>
                </a:ext>
              </a:extLst>
            </p:cNvPr>
            <p:cNvGrpSpPr/>
            <p:nvPr/>
          </p:nvGrpSpPr>
          <p:grpSpPr>
            <a:xfrm>
              <a:off x="318435" y="1180450"/>
              <a:ext cx="5859502" cy="4743119"/>
              <a:chOff x="102435" y="1155300"/>
              <a:chExt cx="5859502" cy="4743119"/>
            </a:xfrm>
          </p:grpSpPr>
          <p:grpSp>
            <p:nvGrpSpPr>
              <p:cNvPr id="13" name="Group 12">
                <a:extLst>
                  <a:ext uri="{FF2B5EF4-FFF2-40B4-BE49-F238E27FC236}">
                    <a16:creationId xmlns:a16="http://schemas.microsoft.com/office/drawing/2014/main" id="{5F92436A-4313-B88B-03E4-53DC75167DA0}"/>
                  </a:ext>
                </a:extLst>
              </p:cNvPr>
              <p:cNvGrpSpPr/>
              <p:nvPr/>
            </p:nvGrpSpPr>
            <p:grpSpPr>
              <a:xfrm>
                <a:off x="102435" y="1155300"/>
                <a:ext cx="5859502" cy="4330738"/>
                <a:chOff x="83385" y="557742"/>
                <a:chExt cx="5859502" cy="4330738"/>
              </a:xfrm>
            </p:grpSpPr>
            <p:sp>
              <p:nvSpPr>
                <p:cNvPr id="17" name="Rectangle: Rounded Corners 16">
                  <a:extLst>
                    <a:ext uri="{FF2B5EF4-FFF2-40B4-BE49-F238E27FC236}">
                      <a16:creationId xmlns:a16="http://schemas.microsoft.com/office/drawing/2014/main" id="{4A5324CB-BA1E-DE4F-2091-29BABC8864BF}"/>
                    </a:ext>
                  </a:extLst>
                </p:cNvPr>
                <p:cNvSpPr/>
                <p:nvPr/>
              </p:nvSpPr>
              <p:spPr>
                <a:xfrm rot="16200000">
                  <a:off x="-277166" y="1974385"/>
                  <a:ext cx="1172291" cy="432000"/>
                </a:xfrm>
                <a:prstGeom prst="round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nchorCtr="0"/>
                <a:lstStyle/>
                <a:p>
                  <a:pPr algn="ctr"/>
                  <a:r>
                    <a:rPr lang="en-US" sz="1000">
                      <a:solidFill>
                        <a:schemeClr val="tx1"/>
                      </a:solidFill>
                    </a:rPr>
                    <a:t>Purchaser</a:t>
                  </a:r>
                </a:p>
              </p:txBody>
            </p:sp>
            <p:sp>
              <p:nvSpPr>
                <p:cNvPr id="18" name="Flowchart: Decision 17">
                  <a:extLst>
                    <a:ext uri="{FF2B5EF4-FFF2-40B4-BE49-F238E27FC236}">
                      <a16:creationId xmlns:a16="http://schemas.microsoft.com/office/drawing/2014/main" id="{D1850668-CCB4-007C-D51F-18D112864464}"/>
                    </a:ext>
                  </a:extLst>
                </p:cNvPr>
                <p:cNvSpPr/>
                <p:nvPr/>
              </p:nvSpPr>
              <p:spPr>
                <a:xfrm>
                  <a:off x="2729752" y="1731312"/>
                  <a:ext cx="1034288" cy="489396"/>
                </a:xfrm>
                <a:prstGeom prst="flowChartDecision">
                  <a:avLst/>
                </a:prstGeom>
                <a:solidFill>
                  <a:schemeClr val="accent1"/>
                </a:solidFill>
                <a:ln w="28575">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nchorCtr="0"/>
                <a:lstStyle/>
                <a:p>
                  <a:pPr algn="ctr"/>
                  <a:r>
                    <a:rPr lang="en-US" sz="800">
                      <a:solidFill>
                        <a:schemeClr val="tx1"/>
                      </a:solidFill>
                    </a:rPr>
                    <a:t>Expert</a:t>
                  </a:r>
                </a:p>
              </p:txBody>
            </p:sp>
            <p:sp>
              <p:nvSpPr>
                <p:cNvPr id="19" name="Rectangle: Rounded Corners 18">
                  <a:extLst>
                    <a:ext uri="{FF2B5EF4-FFF2-40B4-BE49-F238E27FC236}">
                      <a16:creationId xmlns:a16="http://schemas.microsoft.com/office/drawing/2014/main" id="{7E125AD6-804C-DF15-7E1A-0F0BF9D7F25D}"/>
                    </a:ext>
                  </a:extLst>
                </p:cNvPr>
                <p:cNvSpPr/>
                <p:nvPr/>
              </p:nvSpPr>
              <p:spPr>
                <a:xfrm rot="16200000">
                  <a:off x="-144777" y="807147"/>
                  <a:ext cx="920525" cy="444241"/>
                </a:xfrm>
                <a:prstGeom prst="round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nchorCtr="0"/>
                <a:lstStyle/>
                <a:p>
                  <a:pPr algn="ctr"/>
                  <a:r>
                    <a:rPr lang="en-US" sz="1000">
                      <a:solidFill>
                        <a:schemeClr val="tx1"/>
                      </a:solidFill>
                    </a:rPr>
                    <a:t>Procurement Expert</a:t>
                  </a:r>
                </a:p>
              </p:txBody>
            </p:sp>
            <p:sp>
              <p:nvSpPr>
                <p:cNvPr id="20" name="Rectangle: Rounded Corners 19">
                  <a:extLst>
                    <a:ext uri="{FF2B5EF4-FFF2-40B4-BE49-F238E27FC236}">
                      <a16:creationId xmlns:a16="http://schemas.microsoft.com/office/drawing/2014/main" id="{1C8960A0-77BB-5534-3E4E-DA210B1165D7}"/>
                    </a:ext>
                  </a:extLst>
                </p:cNvPr>
                <p:cNvSpPr/>
                <p:nvPr/>
              </p:nvSpPr>
              <p:spPr>
                <a:xfrm rot="16200000">
                  <a:off x="-656835" y="3711522"/>
                  <a:ext cx="1912440" cy="432000"/>
                </a:xfrm>
                <a:prstGeom prst="round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nchorCtr="0"/>
                <a:lstStyle/>
                <a:p>
                  <a:pPr algn="ctr"/>
                  <a:r>
                    <a:rPr lang="en-US" sz="1050">
                      <a:solidFill>
                        <a:schemeClr val="tx1"/>
                      </a:solidFill>
                    </a:rPr>
                    <a:t>Approver</a:t>
                  </a:r>
                </a:p>
              </p:txBody>
            </p:sp>
            <p:sp>
              <p:nvSpPr>
                <p:cNvPr id="21" name="Rectangle: Rounded Corners 20">
                  <a:extLst>
                    <a:ext uri="{FF2B5EF4-FFF2-40B4-BE49-F238E27FC236}">
                      <a16:creationId xmlns:a16="http://schemas.microsoft.com/office/drawing/2014/main" id="{E6493C1B-7E77-FAB8-5AC8-9FFFB142075F}"/>
                    </a:ext>
                  </a:extLst>
                </p:cNvPr>
                <p:cNvSpPr/>
                <p:nvPr/>
              </p:nvSpPr>
              <p:spPr>
                <a:xfrm>
                  <a:off x="658557" y="2976040"/>
                  <a:ext cx="5284330" cy="1912440"/>
                </a:xfrm>
                <a:prstGeom prst="roundRect">
                  <a:avLst/>
                </a:prstGeom>
                <a:noFill/>
                <a:ln w="285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pPr algn="l"/>
                  <a:endParaRPr lang="en-US">
                    <a:solidFill>
                      <a:schemeClr val="tx1"/>
                    </a:solidFill>
                  </a:endParaRPr>
                </a:p>
              </p:txBody>
            </p:sp>
            <p:sp>
              <p:nvSpPr>
                <p:cNvPr id="22" name="TextBox 21">
                  <a:extLst>
                    <a:ext uri="{FF2B5EF4-FFF2-40B4-BE49-F238E27FC236}">
                      <a16:creationId xmlns:a16="http://schemas.microsoft.com/office/drawing/2014/main" id="{A40F1142-78D7-D64E-52D9-CF2517D0631B}"/>
                    </a:ext>
                  </a:extLst>
                </p:cNvPr>
                <p:cNvSpPr txBox="1"/>
                <p:nvPr>
                  <p:custDataLst>
                    <p:tags r:id="rId1"/>
                  </p:custDataLst>
                </p:nvPr>
              </p:nvSpPr>
              <p:spPr>
                <a:xfrm>
                  <a:off x="3322097" y="2395430"/>
                  <a:ext cx="118622" cy="107722"/>
                </a:xfrm>
                <a:prstGeom prst="rect">
                  <a:avLst/>
                </a:prstGeom>
                <a:noFill/>
              </p:spPr>
              <p:txBody>
                <a:bodyPr wrap="none" lIns="0" tIns="0" rIns="0" bIns="0" rtlCol="0">
                  <a:spAutoFit/>
                </a:bodyPr>
                <a:lstStyle/>
                <a:p>
                  <a:pPr algn="l"/>
                  <a:r>
                    <a:rPr lang="en-US" sz="700" b="1"/>
                    <a:t>No</a:t>
                  </a:r>
                </a:p>
              </p:txBody>
            </p:sp>
            <p:sp>
              <p:nvSpPr>
                <p:cNvPr id="23" name="Rectangle: Rounded Corners 22">
                  <a:extLst>
                    <a:ext uri="{FF2B5EF4-FFF2-40B4-BE49-F238E27FC236}">
                      <a16:creationId xmlns:a16="http://schemas.microsoft.com/office/drawing/2014/main" id="{B605C341-AE06-EECC-555D-0296222F657E}"/>
                    </a:ext>
                  </a:extLst>
                </p:cNvPr>
                <p:cNvSpPr/>
                <p:nvPr/>
              </p:nvSpPr>
              <p:spPr>
                <a:xfrm>
                  <a:off x="668538" y="1544255"/>
                  <a:ext cx="5274348" cy="1351594"/>
                </a:xfrm>
                <a:prstGeom prst="roundRect">
                  <a:avLst/>
                </a:prstGeom>
                <a:noFill/>
                <a:ln w="285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pPr algn="l"/>
                  <a:endParaRPr lang="en-US">
                    <a:solidFill>
                      <a:schemeClr val="tx1"/>
                    </a:solidFill>
                  </a:endParaRPr>
                </a:p>
              </p:txBody>
            </p:sp>
            <p:sp>
              <p:nvSpPr>
                <p:cNvPr id="24" name="Rectangle: Rounded Corners 23">
                  <a:extLst>
                    <a:ext uri="{FF2B5EF4-FFF2-40B4-BE49-F238E27FC236}">
                      <a16:creationId xmlns:a16="http://schemas.microsoft.com/office/drawing/2014/main" id="{FCE1FF9A-16F6-6B68-AF20-4E7A23BB2747}"/>
                    </a:ext>
                  </a:extLst>
                </p:cNvPr>
                <p:cNvSpPr/>
                <p:nvPr/>
              </p:nvSpPr>
              <p:spPr>
                <a:xfrm>
                  <a:off x="668538" y="557742"/>
                  <a:ext cx="5274348" cy="915787"/>
                </a:xfrm>
                <a:prstGeom prst="roundRect">
                  <a:avLst/>
                </a:prstGeom>
                <a:noFill/>
                <a:ln w="285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pPr algn="l"/>
                  <a:endParaRPr lang="en-US">
                    <a:solidFill>
                      <a:schemeClr val="tx1"/>
                    </a:solidFill>
                  </a:endParaRPr>
                </a:p>
              </p:txBody>
            </p:sp>
            <p:sp>
              <p:nvSpPr>
                <p:cNvPr id="25" name="Flowchart: Decision 24">
                  <a:extLst>
                    <a:ext uri="{FF2B5EF4-FFF2-40B4-BE49-F238E27FC236}">
                      <a16:creationId xmlns:a16="http://schemas.microsoft.com/office/drawing/2014/main" id="{1CA75B70-11C9-6A9D-26EC-687B528E7333}"/>
                    </a:ext>
                  </a:extLst>
                </p:cNvPr>
                <p:cNvSpPr/>
                <p:nvPr/>
              </p:nvSpPr>
              <p:spPr>
                <a:xfrm>
                  <a:off x="3492647" y="3123586"/>
                  <a:ext cx="936219" cy="488512"/>
                </a:xfrm>
                <a:prstGeom prst="flowChartDecision">
                  <a:avLst/>
                </a:prstGeom>
                <a:solidFill>
                  <a:schemeClr val="accent1"/>
                </a:solidFill>
                <a:ln w="28575">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nchorCtr="0"/>
                <a:lstStyle/>
                <a:p>
                  <a:pPr algn="ctr"/>
                  <a:r>
                    <a:rPr lang="en-US" sz="800">
                      <a:solidFill>
                        <a:schemeClr val="tx1"/>
                      </a:solidFill>
                    </a:rPr>
                    <a:t>SAT</a:t>
                  </a:r>
                </a:p>
              </p:txBody>
            </p:sp>
            <p:sp>
              <p:nvSpPr>
                <p:cNvPr id="26" name="Flowchart: Alternate Process 25">
                  <a:extLst>
                    <a:ext uri="{FF2B5EF4-FFF2-40B4-BE49-F238E27FC236}">
                      <a16:creationId xmlns:a16="http://schemas.microsoft.com/office/drawing/2014/main" id="{B068D862-F83E-4CC3-ACE4-9343D348A4BD}"/>
                    </a:ext>
                  </a:extLst>
                </p:cNvPr>
                <p:cNvSpPr/>
                <p:nvPr/>
              </p:nvSpPr>
              <p:spPr>
                <a:xfrm>
                  <a:off x="1904100" y="2236606"/>
                  <a:ext cx="1071401" cy="502315"/>
                </a:xfrm>
                <a:prstGeom prst="flowChartAlternateProcess">
                  <a:avLst/>
                </a:prstGeom>
                <a:solidFill>
                  <a:schemeClr val="accent1"/>
                </a:solidFill>
                <a:ln w="28575">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nchorCtr="0"/>
                <a:lstStyle/>
                <a:p>
                  <a:pPr algn="ctr"/>
                  <a:r>
                    <a:rPr lang="en-US" sz="800">
                      <a:solidFill>
                        <a:schemeClr val="tx1"/>
                      </a:solidFill>
                    </a:rPr>
                    <a:t>Receive</a:t>
                  </a:r>
                  <a:r>
                    <a:rPr lang="de-DE" sz="800">
                      <a:solidFill>
                        <a:schemeClr val="tx1"/>
                      </a:solidFill>
                    </a:rPr>
                    <a:t> </a:t>
                  </a:r>
                  <a:r>
                    <a:rPr lang="en-US" sz="800">
                      <a:solidFill>
                        <a:schemeClr val="tx1"/>
                      </a:solidFill>
                    </a:rPr>
                    <a:t>BTP</a:t>
                  </a:r>
                  <a:r>
                    <a:rPr lang="de-DE" sz="800">
                      <a:solidFill>
                        <a:schemeClr val="tx1"/>
                      </a:solidFill>
                    </a:rPr>
                    <a:t> Form  </a:t>
                  </a:r>
                  <a:r>
                    <a:rPr lang="en-US" sz="800">
                      <a:solidFill>
                        <a:schemeClr val="tx1"/>
                      </a:solidFill>
                    </a:rPr>
                    <a:t>to Confirm the </a:t>
                  </a:r>
                  <a:r>
                    <a:rPr lang="de-DE" sz="800">
                      <a:solidFill>
                        <a:schemeClr val="tx1"/>
                      </a:solidFill>
                    </a:rPr>
                    <a:t>PO</a:t>
                  </a:r>
                  <a:endParaRPr lang="en-US" sz="800">
                    <a:solidFill>
                      <a:schemeClr val="tx1"/>
                    </a:solidFill>
                  </a:endParaRPr>
                </a:p>
              </p:txBody>
            </p:sp>
            <p:sp>
              <p:nvSpPr>
                <p:cNvPr id="27" name="Flowchart: Alternate Process 26">
                  <a:extLst>
                    <a:ext uri="{FF2B5EF4-FFF2-40B4-BE49-F238E27FC236}">
                      <a16:creationId xmlns:a16="http://schemas.microsoft.com/office/drawing/2014/main" id="{B463ADAA-9DF8-15B3-29E5-4E3C7ED353E7}"/>
                    </a:ext>
                  </a:extLst>
                </p:cNvPr>
                <p:cNvSpPr/>
                <p:nvPr/>
              </p:nvSpPr>
              <p:spPr>
                <a:xfrm>
                  <a:off x="2618479" y="760268"/>
                  <a:ext cx="1256831" cy="491773"/>
                </a:xfrm>
                <a:prstGeom prst="flowChartAlternateProcess">
                  <a:avLst/>
                </a:prstGeom>
                <a:solidFill>
                  <a:schemeClr val="accent1"/>
                </a:solidFill>
                <a:ln w="28575">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nchorCtr="0"/>
                <a:lstStyle/>
                <a:p>
                  <a:pPr algn="ctr"/>
                  <a:r>
                    <a:rPr lang="en-US" sz="800">
                      <a:solidFill>
                        <a:schemeClr val="tx1"/>
                      </a:solidFill>
                    </a:rPr>
                    <a:t>Expert Approval</a:t>
                  </a:r>
                </a:p>
              </p:txBody>
            </p:sp>
            <p:cxnSp>
              <p:nvCxnSpPr>
                <p:cNvPr id="28" name="Straight Arrow Connector 27">
                  <a:extLst>
                    <a:ext uri="{FF2B5EF4-FFF2-40B4-BE49-F238E27FC236}">
                      <a16:creationId xmlns:a16="http://schemas.microsoft.com/office/drawing/2014/main" id="{3C2FE8E2-6019-24AB-0486-037C13559D52}"/>
                    </a:ext>
                  </a:extLst>
                </p:cNvPr>
                <p:cNvCxnSpPr>
                  <a:cxnSpLocks/>
                  <a:stCxn id="18" idx="0"/>
                  <a:endCxn id="27" idx="2"/>
                </p:cNvCxnSpPr>
                <p:nvPr/>
              </p:nvCxnSpPr>
              <p:spPr>
                <a:xfrm flipH="1" flipV="1">
                  <a:off x="3246895" y="1252041"/>
                  <a:ext cx="1" cy="479271"/>
                </a:xfrm>
                <a:prstGeom prst="straightConnector1">
                  <a:avLst/>
                </a:prstGeom>
                <a:ln w="25400">
                  <a:solidFill>
                    <a:schemeClr val="tx1"/>
                  </a:solidFill>
                  <a:headEnd w="lg" len="lg"/>
                  <a:tailEnd type="triangle"/>
                </a:ln>
              </p:spPr>
              <p:style>
                <a:lnRef idx="1">
                  <a:schemeClr val="accent1"/>
                </a:lnRef>
                <a:fillRef idx="0">
                  <a:schemeClr val="accent1"/>
                </a:fillRef>
                <a:effectRef idx="0">
                  <a:schemeClr val="accent1"/>
                </a:effectRef>
                <a:fontRef idx="minor">
                  <a:schemeClr val="tx1"/>
                </a:fontRef>
              </p:style>
            </p:cxnSp>
            <p:sp>
              <p:nvSpPr>
                <p:cNvPr id="29" name="Flowchart: Alternate Process 28">
                  <a:extLst>
                    <a:ext uri="{FF2B5EF4-FFF2-40B4-BE49-F238E27FC236}">
                      <a16:creationId xmlns:a16="http://schemas.microsoft.com/office/drawing/2014/main" id="{659422B5-C452-D572-A8DB-BCAE6061B9FF}"/>
                    </a:ext>
                  </a:extLst>
                </p:cNvPr>
                <p:cNvSpPr/>
                <p:nvPr/>
              </p:nvSpPr>
              <p:spPr>
                <a:xfrm>
                  <a:off x="3411818" y="3804188"/>
                  <a:ext cx="1097875" cy="318034"/>
                </a:xfrm>
                <a:prstGeom prst="flowChartAlternateProcess">
                  <a:avLst/>
                </a:prstGeom>
                <a:solidFill>
                  <a:schemeClr val="accent1"/>
                </a:solidFill>
                <a:ln w="28575">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nchorCtr="0"/>
                <a:lstStyle/>
                <a:p>
                  <a:pPr algn="ctr"/>
                  <a:r>
                    <a:rPr lang="en-US" sz="800">
                      <a:solidFill>
                        <a:schemeClr val="tx1"/>
                      </a:solidFill>
                    </a:rPr>
                    <a:t>Functional Approval</a:t>
                  </a:r>
                </a:p>
              </p:txBody>
            </p:sp>
            <p:sp>
              <p:nvSpPr>
                <p:cNvPr id="30" name="Flowchart: Alternate Process 29">
                  <a:extLst>
                    <a:ext uri="{FF2B5EF4-FFF2-40B4-BE49-F238E27FC236}">
                      <a16:creationId xmlns:a16="http://schemas.microsoft.com/office/drawing/2014/main" id="{E186960D-E0AD-640D-2B19-9CB8E18113D5}"/>
                    </a:ext>
                  </a:extLst>
                </p:cNvPr>
                <p:cNvSpPr/>
                <p:nvPr/>
              </p:nvSpPr>
              <p:spPr>
                <a:xfrm>
                  <a:off x="3322097" y="4308209"/>
                  <a:ext cx="1277318" cy="318034"/>
                </a:xfrm>
                <a:prstGeom prst="flowChartAlternateProcess">
                  <a:avLst/>
                </a:prstGeom>
                <a:solidFill>
                  <a:schemeClr val="accent1"/>
                </a:solidFill>
                <a:ln w="28575">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nchorCtr="0"/>
                <a:lstStyle/>
                <a:p>
                  <a:pPr algn="ctr"/>
                  <a:r>
                    <a:rPr lang="en-US" sz="800">
                      <a:solidFill>
                        <a:schemeClr val="tx1"/>
                      </a:solidFill>
                    </a:rPr>
                    <a:t>Commercial Approval</a:t>
                  </a:r>
                </a:p>
              </p:txBody>
            </p:sp>
            <p:cxnSp>
              <p:nvCxnSpPr>
                <p:cNvPr id="31" name="Connector: Elbow 30">
                  <a:extLst>
                    <a:ext uri="{FF2B5EF4-FFF2-40B4-BE49-F238E27FC236}">
                      <a16:creationId xmlns:a16="http://schemas.microsoft.com/office/drawing/2014/main" id="{CE68AB2D-C263-6A13-665C-0CABA7F15F99}"/>
                    </a:ext>
                  </a:extLst>
                </p:cNvPr>
                <p:cNvCxnSpPr>
                  <a:cxnSpLocks/>
                  <a:stCxn id="18" idx="2"/>
                  <a:endCxn id="25" idx="1"/>
                </p:cNvCxnSpPr>
                <p:nvPr/>
              </p:nvCxnSpPr>
              <p:spPr>
                <a:xfrm rot="16200000" flipH="1">
                  <a:off x="2796204" y="2671399"/>
                  <a:ext cx="1147134" cy="245751"/>
                </a:xfrm>
                <a:prstGeom prst="bentConnector2">
                  <a:avLst/>
                </a:prstGeom>
                <a:ln w="25400">
                  <a:solidFill>
                    <a:schemeClr val="tx1"/>
                  </a:solidFill>
                  <a:headEnd w="lg" len="lg"/>
                  <a:tailEnd type="triangle"/>
                </a:ln>
              </p:spPr>
              <p:style>
                <a:lnRef idx="1">
                  <a:schemeClr val="accent1"/>
                </a:lnRef>
                <a:fillRef idx="0">
                  <a:schemeClr val="accent1"/>
                </a:fillRef>
                <a:effectRef idx="0">
                  <a:schemeClr val="accent1"/>
                </a:effectRef>
                <a:fontRef idx="minor">
                  <a:schemeClr val="tx1"/>
                </a:fontRef>
              </p:style>
            </p:cxnSp>
            <p:cxnSp>
              <p:nvCxnSpPr>
                <p:cNvPr id="32" name="Connector: Elbow 31">
                  <a:extLst>
                    <a:ext uri="{FF2B5EF4-FFF2-40B4-BE49-F238E27FC236}">
                      <a16:creationId xmlns:a16="http://schemas.microsoft.com/office/drawing/2014/main" id="{85FADA85-7F2F-6192-86DA-30822D6ED035}"/>
                    </a:ext>
                  </a:extLst>
                </p:cNvPr>
                <p:cNvCxnSpPr>
                  <a:cxnSpLocks/>
                  <a:stCxn id="27" idx="3"/>
                  <a:endCxn id="25" idx="0"/>
                </p:cNvCxnSpPr>
                <p:nvPr/>
              </p:nvCxnSpPr>
              <p:spPr>
                <a:xfrm>
                  <a:off x="3875310" y="1006155"/>
                  <a:ext cx="85447" cy="2117431"/>
                </a:xfrm>
                <a:prstGeom prst="bentConnector2">
                  <a:avLst/>
                </a:prstGeom>
                <a:ln w="25400">
                  <a:solidFill>
                    <a:schemeClr val="tx1"/>
                  </a:solidFill>
                  <a:headEnd w="lg" len="lg"/>
                  <a:tailEnd type="triangle"/>
                </a:ln>
              </p:spPr>
              <p:style>
                <a:lnRef idx="1">
                  <a:schemeClr val="accent1"/>
                </a:lnRef>
                <a:fillRef idx="0">
                  <a:schemeClr val="accent1"/>
                </a:fillRef>
                <a:effectRef idx="0">
                  <a:schemeClr val="accent1"/>
                </a:effectRef>
                <a:fontRef idx="minor">
                  <a:schemeClr val="tx1"/>
                </a:fontRef>
              </p:style>
            </p:cxnSp>
            <p:sp>
              <p:nvSpPr>
                <p:cNvPr id="33" name="TextBox 32">
                  <a:extLst>
                    <a:ext uri="{FF2B5EF4-FFF2-40B4-BE49-F238E27FC236}">
                      <a16:creationId xmlns:a16="http://schemas.microsoft.com/office/drawing/2014/main" id="{46D94FA6-6AEC-22E2-1459-4E6B2514654D}"/>
                    </a:ext>
                  </a:extLst>
                </p:cNvPr>
                <p:cNvSpPr txBox="1"/>
                <p:nvPr>
                  <p:custDataLst>
                    <p:tags r:id="rId2"/>
                  </p:custDataLst>
                </p:nvPr>
              </p:nvSpPr>
              <p:spPr>
                <a:xfrm>
                  <a:off x="3748656" y="3622434"/>
                  <a:ext cx="158698" cy="107722"/>
                </a:xfrm>
                <a:prstGeom prst="rect">
                  <a:avLst/>
                </a:prstGeom>
                <a:noFill/>
              </p:spPr>
              <p:txBody>
                <a:bodyPr wrap="none" lIns="0" tIns="0" rIns="0" bIns="0" rtlCol="0">
                  <a:spAutoFit/>
                </a:bodyPr>
                <a:lstStyle/>
                <a:p>
                  <a:pPr algn="l"/>
                  <a:r>
                    <a:rPr lang="en-US" sz="700" b="1"/>
                    <a:t>Yes</a:t>
                  </a:r>
                </a:p>
              </p:txBody>
            </p:sp>
            <p:sp>
              <p:nvSpPr>
                <p:cNvPr id="34" name="Flowchart: Alternate Process 33">
                  <a:extLst>
                    <a:ext uri="{FF2B5EF4-FFF2-40B4-BE49-F238E27FC236}">
                      <a16:creationId xmlns:a16="http://schemas.microsoft.com/office/drawing/2014/main" id="{81C51E43-CC0D-5598-C88E-C66B7AB8726F}"/>
                    </a:ext>
                  </a:extLst>
                </p:cNvPr>
                <p:cNvSpPr/>
                <p:nvPr>
                  <p:custDataLst>
                    <p:tags r:id="rId3"/>
                  </p:custDataLst>
                </p:nvPr>
              </p:nvSpPr>
              <p:spPr>
                <a:xfrm>
                  <a:off x="4896975" y="3183699"/>
                  <a:ext cx="835376" cy="368285"/>
                </a:xfrm>
                <a:prstGeom prst="flowChartAlternateProcess">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nchorCtr="0"/>
                <a:lstStyle/>
                <a:p>
                  <a:pPr algn="ctr"/>
                  <a:r>
                    <a:rPr lang="en-US" sz="800">
                      <a:solidFill>
                        <a:schemeClr val="tx1"/>
                      </a:solidFill>
                    </a:rPr>
                    <a:t>PO Released</a:t>
                  </a:r>
                </a:p>
              </p:txBody>
            </p:sp>
            <p:sp>
              <p:nvSpPr>
                <p:cNvPr id="35" name="TextBox 34">
                  <a:extLst>
                    <a:ext uri="{FF2B5EF4-FFF2-40B4-BE49-F238E27FC236}">
                      <a16:creationId xmlns:a16="http://schemas.microsoft.com/office/drawing/2014/main" id="{87636474-774E-A246-C614-833EBBB761F8}"/>
                    </a:ext>
                  </a:extLst>
                </p:cNvPr>
                <p:cNvSpPr txBox="1"/>
                <p:nvPr>
                  <p:custDataLst>
                    <p:tags r:id="rId4"/>
                  </p:custDataLst>
                </p:nvPr>
              </p:nvSpPr>
              <p:spPr>
                <a:xfrm>
                  <a:off x="4520741" y="3209713"/>
                  <a:ext cx="118622" cy="107722"/>
                </a:xfrm>
                <a:prstGeom prst="rect">
                  <a:avLst/>
                </a:prstGeom>
                <a:noFill/>
              </p:spPr>
              <p:txBody>
                <a:bodyPr wrap="none" lIns="0" tIns="0" rIns="0" bIns="0" rtlCol="0">
                  <a:spAutoFit/>
                </a:bodyPr>
                <a:lstStyle/>
                <a:p>
                  <a:pPr algn="l"/>
                  <a:r>
                    <a:rPr lang="en-US" sz="700" b="1"/>
                    <a:t>No</a:t>
                  </a:r>
                </a:p>
              </p:txBody>
            </p:sp>
            <p:sp>
              <p:nvSpPr>
                <p:cNvPr id="36" name="TextBox 35">
                  <a:extLst>
                    <a:ext uri="{FF2B5EF4-FFF2-40B4-BE49-F238E27FC236}">
                      <a16:creationId xmlns:a16="http://schemas.microsoft.com/office/drawing/2014/main" id="{4E10EDB8-7C60-1B1B-40C7-B06D23878871}"/>
                    </a:ext>
                  </a:extLst>
                </p:cNvPr>
                <p:cNvSpPr txBox="1"/>
                <p:nvPr>
                  <p:custDataLst>
                    <p:tags r:id="rId5"/>
                  </p:custDataLst>
                </p:nvPr>
              </p:nvSpPr>
              <p:spPr>
                <a:xfrm>
                  <a:off x="3303430" y="1583725"/>
                  <a:ext cx="158698" cy="107722"/>
                </a:xfrm>
                <a:prstGeom prst="rect">
                  <a:avLst/>
                </a:prstGeom>
                <a:noFill/>
              </p:spPr>
              <p:txBody>
                <a:bodyPr wrap="none" lIns="0" tIns="0" rIns="0" bIns="0" rtlCol="0">
                  <a:spAutoFit/>
                </a:bodyPr>
                <a:lstStyle/>
                <a:p>
                  <a:pPr algn="l"/>
                  <a:r>
                    <a:rPr lang="en-US" sz="700" b="1"/>
                    <a:t>Yes</a:t>
                  </a:r>
                </a:p>
              </p:txBody>
            </p:sp>
            <p:sp>
              <p:nvSpPr>
                <p:cNvPr id="37" name="Flowchart: Alternate Process 36">
                  <a:extLst>
                    <a:ext uri="{FF2B5EF4-FFF2-40B4-BE49-F238E27FC236}">
                      <a16:creationId xmlns:a16="http://schemas.microsoft.com/office/drawing/2014/main" id="{9A4E07E2-1031-7F6D-69B6-24F108E164AE}"/>
                    </a:ext>
                  </a:extLst>
                </p:cNvPr>
                <p:cNvSpPr/>
                <p:nvPr>
                  <p:custDataLst>
                    <p:tags r:id="rId6"/>
                  </p:custDataLst>
                </p:nvPr>
              </p:nvSpPr>
              <p:spPr>
                <a:xfrm>
                  <a:off x="767621" y="1606909"/>
                  <a:ext cx="1238672" cy="401877"/>
                </a:xfrm>
                <a:prstGeom prst="flowChartAlternateProcess">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nchorCtr="0"/>
                <a:lstStyle/>
                <a:p>
                  <a:pPr algn="ctr"/>
                  <a:r>
                    <a:rPr lang="en-US" sz="800">
                      <a:solidFill>
                        <a:schemeClr val="tx1"/>
                      </a:solidFill>
                    </a:rPr>
                    <a:t>Create/Save PO with reference to the PR</a:t>
                  </a:r>
                </a:p>
              </p:txBody>
            </p:sp>
            <p:sp>
              <p:nvSpPr>
                <p:cNvPr id="38" name="Flowchart: Alternate Process 37">
                  <a:extLst>
                    <a:ext uri="{FF2B5EF4-FFF2-40B4-BE49-F238E27FC236}">
                      <a16:creationId xmlns:a16="http://schemas.microsoft.com/office/drawing/2014/main" id="{68D70A3D-F330-BCD7-3E17-A9EFDFCEDCD2}"/>
                    </a:ext>
                  </a:extLst>
                </p:cNvPr>
                <p:cNvSpPr/>
                <p:nvPr/>
              </p:nvSpPr>
              <p:spPr>
                <a:xfrm>
                  <a:off x="961809" y="2236606"/>
                  <a:ext cx="849807" cy="502315"/>
                </a:xfrm>
                <a:prstGeom prst="flowChartAlternateProcess">
                  <a:avLst/>
                </a:prstGeom>
                <a:solidFill>
                  <a:schemeClr val="accent1"/>
                </a:solidFill>
                <a:ln w="28575">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nchorCtr="0"/>
                <a:lstStyle/>
                <a:p>
                  <a:pPr algn="ctr"/>
                  <a:r>
                    <a:rPr lang="de-DE" sz="800">
                      <a:solidFill>
                        <a:schemeClr val="tx1"/>
                      </a:solidFill>
                    </a:rPr>
                    <a:t>S</a:t>
                  </a:r>
                  <a:r>
                    <a:rPr lang="en-US" sz="800">
                      <a:solidFill>
                        <a:schemeClr val="tx1"/>
                      </a:solidFill>
                    </a:rPr>
                    <a:t>elect the Expert (if Required)</a:t>
                  </a:r>
                </a:p>
              </p:txBody>
            </p:sp>
            <p:cxnSp>
              <p:nvCxnSpPr>
                <p:cNvPr id="39" name="Straight Arrow Connector 38">
                  <a:extLst>
                    <a:ext uri="{FF2B5EF4-FFF2-40B4-BE49-F238E27FC236}">
                      <a16:creationId xmlns:a16="http://schemas.microsoft.com/office/drawing/2014/main" id="{6266FBF4-F68E-7C82-47E7-99E72E1C6D65}"/>
                    </a:ext>
                  </a:extLst>
                </p:cNvPr>
                <p:cNvCxnSpPr>
                  <a:cxnSpLocks/>
                  <a:stCxn id="25" idx="2"/>
                  <a:endCxn id="29" idx="0"/>
                </p:cNvCxnSpPr>
                <p:nvPr/>
              </p:nvCxnSpPr>
              <p:spPr>
                <a:xfrm flipH="1">
                  <a:off x="3960756" y="3612098"/>
                  <a:ext cx="1" cy="192090"/>
                </a:xfrm>
                <a:prstGeom prst="straightConnector1">
                  <a:avLst/>
                </a:prstGeom>
                <a:ln w="25400">
                  <a:solidFill>
                    <a:schemeClr val="tx1"/>
                  </a:solidFill>
                  <a:headEnd w="lg" len="lg"/>
                  <a:tailEnd type="triangle"/>
                </a:ln>
              </p:spPr>
              <p:style>
                <a:lnRef idx="1">
                  <a:schemeClr val="accent1"/>
                </a:lnRef>
                <a:fillRef idx="0">
                  <a:schemeClr val="accent1"/>
                </a:fillRef>
                <a:effectRef idx="0">
                  <a:schemeClr val="accent1"/>
                </a:effectRef>
                <a:fontRef idx="minor">
                  <a:schemeClr val="tx1"/>
                </a:fontRef>
              </p:style>
            </p:cxnSp>
            <p:cxnSp>
              <p:nvCxnSpPr>
                <p:cNvPr id="40" name="Straight Arrow Connector 39">
                  <a:extLst>
                    <a:ext uri="{FF2B5EF4-FFF2-40B4-BE49-F238E27FC236}">
                      <a16:creationId xmlns:a16="http://schemas.microsoft.com/office/drawing/2014/main" id="{E98B998D-9400-5EEB-4C57-B6208E45F39D}"/>
                    </a:ext>
                  </a:extLst>
                </p:cNvPr>
                <p:cNvCxnSpPr>
                  <a:cxnSpLocks/>
                  <a:stCxn id="29" idx="2"/>
                  <a:endCxn id="30" idx="0"/>
                </p:cNvCxnSpPr>
                <p:nvPr/>
              </p:nvCxnSpPr>
              <p:spPr>
                <a:xfrm>
                  <a:off x="3960756" y="4122222"/>
                  <a:ext cx="0" cy="185987"/>
                </a:xfrm>
                <a:prstGeom prst="straightConnector1">
                  <a:avLst/>
                </a:prstGeom>
                <a:ln w="25400">
                  <a:solidFill>
                    <a:schemeClr val="tx1"/>
                  </a:solidFill>
                  <a:headEnd w="lg" len="lg"/>
                  <a:tailEnd type="triangle"/>
                </a:ln>
              </p:spPr>
              <p:style>
                <a:lnRef idx="1">
                  <a:schemeClr val="accent1"/>
                </a:lnRef>
                <a:fillRef idx="0">
                  <a:schemeClr val="accent1"/>
                </a:fillRef>
                <a:effectRef idx="0">
                  <a:schemeClr val="accent1"/>
                </a:effectRef>
                <a:fontRef idx="minor">
                  <a:schemeClr val="tx1"/>
                </a:fontRef>
              </p:style>
            </p:cxnSp>
            <p:cxnSp>
              <p:nvCxnSpPr>
                <p:cNvPr id="41" name="Connector: Elbow 40">
                  <a:extLst>
                    <a:ext uri="{FF2B5EF4-FFF2-40B4-BE49-F238E27FC236}">
                      <a16:creationId xmlns:a16="http://schemas.microsoft.com/office/drawing/2014/main" id="{5729D49E-0B1E-E9AF-3F87-6E5DC7D8690A}"/>
                    </a:ext>
                  </a:extLst>
                </p:cNvPr>
                <p:cNvCxnSpPr>
                  <a:cxnSpLocks/>
                  <a:stCxn id="29" idx="3"/>
                  <a:endCxn id="34" idx="2"/>
                </p:cNvCxnSpPr>
                <p:nvPr/>
              </p:nvCxnSpPr>
              <p:spPr>
                <a:xfrm flipV="1">
                  <a:off x="4509693" y="3551984"/>
                  <a:ext cx="804970" cy="411221"/>
                </a:xfrm>
                <a:prstGeom prst="bentConnector2">
                  <a:avLst/>
                </a:prstGeom>
                <a:ln w="25400">
                  <a:solidFill>
                    <a:schemeClr val="tx1"/>
                  </a:solidFill>
                  <a:headEnd w="lg" len="lg"/>
                  <a:tailEnd type="triangle"/>
                </a:ln>
              </p:spPr>
              <p:style>
                <a:lnRef idx="1">
                  <a:schemeClr val="accent1"/>
                </a:lnRef>
                <a:fillRef idx="0">
                  <a:schemeClr val="accent1"/>
                </a:fillRef>
                <a:effectRef idx="0">
                  <a:schemeClr val="accent1"/>
                </a:effectRef>
                <a:fontRef idx="minor">
                  <a:schemeClr val="tx1"/>
                </a:fontRef>
              </p:style>
            </p:cxnSp>
            <p:cxnSp>
              <p:nvCxnSpPr>
                <p:cNvPr id="42" name="Connector: Elbow 41">
                  <a:extLst>
                    <a:ext uri="{FF2B5EF4-FFF2-40B4-BE49-F238E27FC236}">
                      <a16:creationId xmlns:a16="http://schemas.microsoft.com/office/drawing/2014/main" id="{08A6D0BC-2249-D75A-934C-41D85A7442E4}"/>
                    </a:ext>
                  </a:extLst>
                </p:cNvPr>
                <p:cNvCxnSpPr>
                  <a:cxnSpLocks/>
                  <a:stCxn id="30" idx="3"/>
                  <a:endCxn id="34" idx="2"/>
                </p:cNvCxnSpPr>
                <p:nvPr/>
              </p:nvCxnSpPr>
              <p:spPr>
                <a:xfrm flipV="1">
                  <a:off x="4599415" y="3551984"/>
                  <a:ext cx="715248" cy="915242"/>
                </a:xfrm>
                <a:prstGeom prst="bentConnector2">
                  <a:avLst/>
                </a:prstGeom>
                <a:ln w="25400">
                  <a:solidFill>
                    <a:schemeClr val="tx1"/>
                  </a:solidFill>
                  <a:headEnd w="lg" len="lg"/>
                  <a:tailEnd type="triangle"/>
                </a:ln>
              </p:spPr>
              <p:style>
                <a:lnRef idx="1">
                  <a:schemeClr val="accent1"/>
                </a:lnRef>
                <a:fillRef idx="0">
                  <a:schemeClr val="accent1"/>
                </a:fillRef>
                <a:effectRef idx="0">
                  <a:schemeClr val="accent1"/>
                </a:effectRef>
                <a:fontRef idx="minor">
                  <a:schemeClr val="tx1"/>
                </a:fontRef>
              </p:style>
            </p:cxnSp>
            <p:cxnSp>
              <p:nvCxnSpPr>
                <p:cNvPr id="43" name="Straight Arrow Connector 42">
                  <a:extLst>
                    <a:ext uri="{FF2B5EF4-FFF2-40B4-BE49-F238E27FC236}">
                      <a16:creationId xmlns:a16="http://schemas.microsoft.com/office/drawing/2014/main" id="{DF0348C2-E350-EA40-FAAE-DC9CC21006A0}"/>
                    </a:ext>
                  </a:extLst>
                </p:cNvPr>
                <p:cNvCxnSpPr>
                  <a:cxnSpLocks/>
                  <a:stCxn id="25" idx="3"/>
                  <a:endCxn id="34" idx="1"/>
                </p:cNvCxnSpPr>
                <p:nvPr/>
              </p:nvCxnSpPr>
              <p:spPr>
                <a:xfrm>
                  <a:off x="4428866" y="3367842"/>
                  <a:ext cx="468109" cy="0"/>
                </a:xfrm>
                <a:prstGeom prst="straightConnector1">
                  <a:avLst/>
                </a:prstGeom>
                <a:ln w="25400">
                  <a:solidFill>
                    <a:schemeClr val="tx1"/>
                  </a:solidFill>
                  <a:headEnd w="lg" len="lg"/>
                  <a:tailEnd type="triangle"/>
                </a:ln>
              </p:spPr>
              <p:style>
                <a:lnRef idx="1">
                  <a:schemeClr val="accent1"/>
                </a:lnRef>
                <a:fillRef idx="0">
                  <a:schemeClr val="accent1"/>
                </a:fillRef>
                <a:effectRef idx="0">
                  <a:schemeClr val="accent1"/>
                </a:effectRef>
                <a:fontRef idx="minor">
                  <a:schemeClr val="tx1"/>
                </a:fontRef>
              </p:style>
            </p:cxnSp>
            <p:cxnSp>
              <p:nvCxnSpPr>
                <p:cNvPr id="44" name="Straight Arrow Connector 43">
                  <a:extLst>
                    <a:ext uri="{FF2B5EF4-FFF2-40B4-BE49-F238E27FC236}">
                      <a16:creationId xmlns:a16="http://schemas.microsoft.com/office/drawing/2014/main" id="{EB4201E9-1B0A-798C-8B38-41FB0B701AF6}"/>
                    </a:ext>
                  </a:extLst>
                </p:cNvPr>
                <p:cNvCxnSpPr>
                  <a:cxnSpLocks/>
                  <a:stCxn id="37" idx="2"/>
                  <a:endCxn id="38" idx="0"/>
                </p:cNvCxnSpPr>
                <p:nvPr/>
              </p:nvCxnSpPr>
              <p:spPr>
                <a:xfrm flipH="1">
                  <a:off x="1386713" y="2008786"/>
                  <a:ext cx="244" cy="227820"/>
                </a:xfrm>
                <a:prstGeom prst="straightConnector1">
                  <a:avLst/>
                </a:prstGeom>
                <a:ln w="25400">
                  <a:solidFill>
                    <a:schemeClr val="tx1"/>
                  </a:solidFill>
                  <a:headEnd w="lg" len="lg"/>
                  <a:tailEnd type="triangle"/>
                </a:ln>
              </p:spPr>
              <p:style>
                <a:lnRef idx="1">
                  <a:schemeClr val="accent1"/>
                </a:lnRef>
                <a:fillRef idx="0">
                  <a:schemeClr val="accent1"/>
                </a:fillRef>
                <a:effectRef idx="0">
                  <a:schemeClr val="accent1"/>
                </a:effectRef>
                <a:fontRef idx="minor">
                  <a:schemeClr val="tx1"/>
                </a:fontRef>
              </p:style>
            </p:cxnSp>
            <p:cxnSp>
              <p:nvCxnSpPr>
                <p:cNvPr id="45" name="Straight Arrow Connector 44">
                  <a:extLst>
                    <a:ext uri="{FF2B5EF4-FFF2-40B4-BE49-F238E27FC236}">
                      <a16:creationId xmlns:a16="http://schemas.microsoft.com/office/drawing/2014/main" id="{342046A6-945A-C3F1-71FE-3F0DAD341216}"/>
                    </a:ext>
                  </a:extLst>
                </p:cNvPr>
                <p:cNvCxnSpPr>
                  <a:cxnSpLocks/>
                  <a:stCxn id="38" idx="3"/>
                </p:cNvCxnSpPr>
                <p:nvPr/>
              </p:nvCxnSpPr>
              <p:spPr>
                <a:xfrm flipV="1">
                  <a:off x="1811616" y="2487763"/>
                  <a:ext cx="92485" cy="1"/>
                </a:xfrm>
                <a:prstGeom prst="straightConnector1">
                  <a:avLst/>
                </a:prstGeom>
                <a:ln w="25400">
                  <a:solidFill>
                    <a:schemeClr val="tx1"/>
                  </a:solidFill>
                  <a:headEnd w="lg" len="lg"/>
                  <a:tailEnd type="triangle"/>
                </a:ln>
              </p:spPr>
              <p:style>
                <a:lnRef idx="1">
                  <a:schemeClr val="accent1"/>
                </a:lnRef>
                <a:fillRef idx="0">
                  <a:schemeClr val="accent1"/>
                </a:fillRef>
                <a:effectRef idx="0">
                  <a:schemeClr val="accent1"/>
                </a:effectRef>
                <a:fontRef idx="minor">
                  <a:schemeClr val="tx1"/>
                </a:fontRef>
              </p:style>
            </p:cxnSp>
            <p:cxnSp>
              <p:nvCxnSpPr>
                <p:cNvPr id="46" name="Connector: Elbow 45">
                  <a:extLst>
                    <a:ext uri="{FF2B5EF4-FFF2-40B4-BE49-F238E27FC236}">
                      <a16:creationId xmlns:a16="http://schemas.microsoft.com/office/drawing/2014/main" id="{C75BC1C1-C71B-0352-393F-0BA30FE3C416}"/>
                    </a:ext>
                  </a:extLst>
                </p:cNvPr>
                <p:cNvCxnSpPr>
                  <a:cxnSpLocks/>
                  <a:stCxn id="26" idx="0"/>
                  <a:endCxn id="18" idx="1"/>
                </p:cNvCxnSpPr>
                <p:nvPr/>
              </p:nvCxnSpPr>
              <p:spPr>
                <a:xfrm rot="5400000" flipH="1" flipV="1">
                  <a:off x="2454479" y="1961333"/>
                  <a:ext cx="260596" cy="289951"/>
                </a:xfrm>
                <a:prstGeom prst="bentConnector2">
                  <a:avLst/>
                </a:prstGeom>
                <a:ln w="25400">
                  <a:solidFill>
                    <a:schemeClr val="tx1"/>
                  </a:solidFill>
                  <a:headEnd w="lg" len="lg"/>
                  <a:tailEnd type="triangle"/>
                </a:ln>
              </p:spPr>
              <p:style>
                <a:lnRef idx="1">
                  <a:schemeClr val="accent1"/>
                </a:lnRef>
                <a:fillRef idx="0">
                  <a:schemeClr val="accent1"/>
                </a:fillRef>
                <a:effectRef idx="0">
                  <a:schemeClr val="accent1"/>
                </a:effectRef>
                <a:fontRef idx="minor">
                  <a:schemeClr val="tx1"/>
                </a:fontRef>
              </p:style>
            </p:cxnSp>
          </p:grpSp>
          <p:grpSp>
            <p:nvGrpSpPr>
              <p:cNvPr id="14" name="Group 13">
                <a:extLst>
                  <a:ext uri="{FF2B5EF4-FFF2-40B4-BE49-F238E27FC236}">
                    <a16:creationId xmlns:a16="http://schemas.microsoft.com/office/drawing/2014/main" id="{1270301E-4ADA-F73A-3549-73D0CCCABBA8}"/>
                  </a:ext>
                </a:extLst>
              </p:cNvPr>
              <p:cNvGrpSpPr/>
              <p:nvPr/>
            </p:nvGrpSpPr>
            <p:grpSpPr>
              <a:xfrm>
                <a:off x="4784190" y="5637179"/>
                <a:ext cx="1177746" cy="261240"/>
                <a:chOff x="4784190" y="5637179"/>
                <a:chExt cx="1177746" cy="261240"/>
              </a:xfrm>
            </p:grpSpPr>
            <p:sp>
              <p:nvSpPr>
                <p:cNvPr id="15" name="Rectangle: Rounded Corners 14">
                  <a:extLst>
                    <a:ext uri="{FF2B5EF4-FFF2-40B4-BE49-F238E27FC236}">
                      <a16:creationId xmlns:a16="http://schemas.microsoft.com/office/drawing/2014/main" id="{36D22757-2B3F-3AC7-5CC4-858B2EB32CE4}"/>
                    </a:ext>
                  </a:extLst>
                </p:cNvPr>
                <p:cNvSpPr/>
                <p:nvPr/>
              </p:nvSpPr>
              <p:spPr>
                <a:xfrm>
                  <a:off x="4784190" y="5637179"/>
                  <a:ext cx="1177746" cy="261240"/>
                </a:xfrm>
                <a:prstGeom prst="roundRect">
                  <a:avLst/>
                </a:prstGeom>
                <a:noFill/>
                <a:ln w="285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nchorCtr="0"/>
                <a:lstStyle/>
                <a:p>
                  <a:r>
                    <a:rPr lang="en-US" sz="1050" b="1">
                      <a:solidFill>
                        <a:schemeClr val="tx1"/>
                      </a:solidFill>
                    </a:rPr>
                    <a:t>SAP BTP</a:t>
                  </a:r>
                </a:p>
              </p:txBody>
            </p:sp>
            <p:sp>
              <p:nvSpPr>
                <p:cNvPr id="16" name="Rectangle: Rounded Corners 15">
                  <a:extLst>
                    <a:ext uri="{FF2B5EF4-FFF2-40B4-BE49-F238E27FC236}">
                      <a16:creationId xmlns:a16="http://schemas.microsoft.com/office/drawing/2014/main" id="{A707C761-88FB-998B-1BE8-495C37513EF4}"/>
                    </a:ext>
                  </a:extLst>
                </p:cNvPr>
                <p:cNvSpPr/>
                <p:nvPr/>
              </p:nvSpPr>
              <p:spPr>
                <a:xfrm>
                  <a:off x="5558635" y="5693697"/>
                  <a:ext cx="217050" cy="148503"/>
                </a:xfrm>
                <a:prstGeom prst="roundRect">
                  <a:avLst/>
                </a:prstGeom>
                <a:solidFill>
                  <a:schemeClr val="accent1"/>
                </a:solidFill>
                <a:ln w="28575">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nchorCtr="0"/>
                <a:lstStyle/>
                <a:p>
                  <a:pPr algn="ctr"/>
                  <a:endParaRPr lang="en-US" sz="1000" b="1">
                    <a:solidFill>
                      <a:schemeClr val="tx1"/>
                    </a:solidFill>
                  </a:endParaRPr>
                </a:p>
              </p:txBody>
            </p:sp>
          </p:grpSp>
        </p:grpSp>
        <p:sp>
          <p:nvSpPr>
            <p:cNvPr id="12" name="Rectangle: Rounded Corners 11">
              <a:extLst>
                <a:ext uri="{FF2B5EF4-FFF2-40B4-BE49-F238E27FC236}">
                  <a16:creationId xmlns:a16="http://schemas.microsoft.com/office/drawing/2014/main" id="{16DFF32A-0CA6-77CB-21BE-D5CAB22C2D18}"/>
                </a:ext>
              </a:extLst>
            </p:cNvPr>
            <p:cNvSpPr/>
            <p:nvPr/>
          </p:nvSpPr>
          <p:spPr>
            <a:xfrm>
              <a:off x="2819827" y="1327257"/>
              <a:ext cx="1322578" cy="595449"/>
            </a:xfrm>
            <a:prstGeom prst="roundRect">
              <a:avLst/>
            </a:prstGeom>
            <a:noFill/>
            <a:ln w="317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pPr algn="l"/>
              <a:endParaRPr lang="en-US"/>
            </a:p>
          </p:txBody>
        </p:sp>
      </p:grpSp>
      <p:sp>
        <p:nvSpPr>
          <p:cNvPr id="5" name="Fußzeilenplatzhalter 2">
            <a:extLst>
              <a:ext uri="{FF2B5EF4-FFF2-40B4-BE49-F238E27FC236}">
                <a16:creationId xmlns:a16="http://schemas.microsoft.com/office/drawing/2014/main" id="{B5E38A20-A210-8007-D428-C76CDA30BA9D}"/>
              </a:ext>
            </a:extLst>
          </p:cNvPr>
          <p:cNvSpPr>
            <a:spLocks noGrp="1"/>
          </p:cNvSpPr>
          <p:nvPr>
            <p:ph type="ftr" sz="quarter" idx="10"/>
          </p:nvPr>
        </p:nvSpPr>
        <p:spPr>
          <a:xfrm>
            <a:off x="1059160" y="6310800"/>
            <a:ext cx="9216000" cy="547200"/>
          </a:xfrm>
        </p:spPr>
        <p:txBody>
          <a:bodyPr/>
          <a:lstStyle/>
          <a:p>
            <a:pPr>
              <a:lnSpc>
                <a:spcPct val="100000"/>
              </a:lnSpc>
            </a:pPr>
            <a:r>
              <a:rPr lang="en-US"/>
              <a:t>Internal | © Siemens 2025 | SHERPA X I MM081 Procurement via Direct X</a:t>
            </a:r>
          </a:p>
        </p:txBody>
      </p:sp>
    </p:spTree>
    <p:extLst>
      <p:ext uri="{BB962C8B-B14F-4D97-AF65-F5344CB8AC3E}">
        <p14:creationId xmlns:p14="http://schemas.microsoft.com/office/powerpoint/2010/main" val="74439941"/>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D5EA10-BEB1-BD58-990A-1B59C6CE1F45}"/>
            </a:ext>
          </a:extLst>
        </p:cNvPr>
        <p:cNvGrpSpPr/>
        <p:nvPr/>
      </p:nvGrpSpPr>
      <p:grpSpPr>
        <a:xfrm>
          <a:off x="0" y="0"/>
          <a:ext cx="0" cy="0"/>
          <a:chOff x="0" y="0"/>
          <a:chExt cx="0" cy="0"/>
        </a:xfrm>
      </p:grpSpPr>
      <p:sp>
        <p:nvSpPr>
          <p:cNvPr id="6" name="Rechteck 5">
            <a:extLst>
              <a:ext uri="{FF2B5EF4-FFF2-40B4-BE49-F238E27FC236}">
                <a16:creationId xmlns:a16="http://schemas.microsoft.com/office/drawing/2014/main" id="{6E7D7465-5000-B4A8-9E9E-FC790A206409}"/>
              </a:ext>
            </a:extLst>
          </p:cNvPr>
          <p:cNvSpPr/>
          <p:nvPr/>
        </p:nvSpPr>
        <p:spPr>
          <a:xfrm>
            <a:off x="6819899" y="1937442"/>
            <a:ext cx="5293637" cy="4623156"/>
          </a:xfrm>
          <a:prstGeom prst="rect">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r>
              <a:rPr lang="en-US" sz="1200">
                <a:solidFill>
                  <a:schemeClr val="tx1"/>
                </a:solidFill>
              </a:rPr>
              <a:t>PO </a:t>
            </a:r>
            <a:r>
              <a:rPr lang="cs-CZ" sz="1200">
                <a:solidFill>
                  <a:schemeClr val="tx1"/>
                </a:solidFill>
              </a:rPr>
              <a:t>Procurement Expert </a:t>
            </a:r>
            <a:r>
              <a:rPr lang="en-US" sz="1200">
                <a:solidFill>
                  <a:schemeClr val="tx1"/>
                </a:solidFill>
              </a:rPr>
              <a:t>will receive an email to validate the PO.</a:t>
            </a:r>
          </a:p>
          <a:p>
            <a:endParaRPr lang="en-US" sz="1200">
              <a:solidFill>
                <a:schemeClr val="tx1"/>
              </a:solidFill>
            </a:endParaRPr>
          </a:p>
          <a:p>
            <a:r>
              <a:rPr lang="en-US" sz="1200">
                <a:solidFill>
                  <a:schemeClr val="tx1"/>
                </a:solidFill>
              </a:rPr>
              <a:t>The email will include the PO number and main organization structure of the PO:</a:t>
            </a:r>
          </a:p>
          <a:p>
            <a:pPr marL="628650" lvl="1" indent="-171450">
              <a:buFont typeface="Arial" panose="020B0604020202020204" pitchFamily="34" charset="0"/>
              <a:buChar char="•"/>
            </a:pPr>
            <a:r>
              <a:rPr lang="en-US" sz="1200">
                <a:solidFill>
                  <a:schemeClr val="tx1"/>
                </a:solidFill>
              </a:rPr>
              <a:t>Company Code: 3003</a:t>
            </a:r>
          </a:p>
          <a:p>
            <a:pPr marL="628650" lvl="1" indent="-171450">
              <a:buFont typeface="Arial" panose="020B0604020202020204" pitchFamily="34" charset="0"/>
              <a:buChar char="•"/>
            </a:pPr>
            <a:r>
              <a:rPr lang="en-US" sz="1200">
                <a:solidFill>
                  <a:schemeClr val="tx1"/>
                </a:solidFill>
              </a:rPr>
              <a:t>Purchasing Org: C300</a:t>
            </a:r>
          </a:p>
          <a:p>
            <a:pPr marL="628650" lvl="1" indent="-171450">
              <a:buFont typeface="Arial" panose="020B0604020202020204" pitchFamily="34" charset="0"/>
              <a:buChar char="•"/>
            </a:pPr>
            <a:r>
              <a:rPr lang="en-US" sz="1200">
                <a:solidFill>
                  <a:schemeClr val="tx1"/>
                </a:solidFill>
              </a:rPr>
              <a:t>Purchasing Group: The individual Purchasing Group</a:t>
            </a:r>
          </a:p>
          <a:p>
            <a:pPr marL="628650" lvl="1" indent="-171450">
              <a:buFont typeface="Arial" panose="020B0604020202020204" pitchFamily="34" charset="0"/>
              <a:buChar char="•"/>
            </a:pPr>
            <a:r>
              <a:rPr lang="en-US" sz="1200">
                <a:solidFill>
                  <a:schemeClr val="tx1"/>
                </a:solidFill>
              </a:rPr>
              <a:t>Total value of the PO</a:t>
            </a:r>
          </a:p>
          <a:p>
            <a:pPr marL="628650" lvl="1" indent="-171450">
              <a:buFont typeface="Arial" panose="020B0604020202020204" pitchFamily="34" charset="0"/>
              <a:buChar char="•"/>
            </a:pPr>
            <a:endParaRPr lang="en-US" sz="1200">
              <a:solidFill>
                <a:schemeClr val="tx1"/>
              </a:solidFill>
            </a:endParaRPr>
          </a:p>
          <a:p>
            <a:endParaRPr lang="en-US" sz="1200">
              <a:solidFill>
                <a:schemeClr val="tx1"/>
              </a:solidFill>
            </a:endParaRPr>
          </a:p>
          <a:p>
            <a:r>
              <a:rPr lang="en-US" sz="1200">
                <a:solidFill>
                  <a:schemeClr val="tx1"/>
                </a:solidFill>
              </a:rPr>
              <a:t>Click on the Link to access the BTP My Inbox Form.</a:t>
            </a:r>
          </a:p>
        </p:txBody>
      </p:sp>
      <p:sp>
        <p:nvSpPr>
          <p:cNvPr id="8" name="Rechteck 5">
            <a:extLst>
              <a:ext uri="{FF2B5EF4-FFF2-40B4-BE49-F238E27FC236}">
                <a16:creationId xmlns:a16="http://schemas.microsoft.com/office/drawing/2014/main" id="{7B30301B-4636-F9EB-8319-8DE5BF2A700E}"/>
              </a:ext>
            </a:extLst>
          </p:cNvPr>
          <p:cNvSpPr/>
          <p:nvPr/>
        </p:nvSpPr>
        <p:spPr>
          <a:xfrm>
            <a:off x="6819899" y="1136342"/>
            <a:ext cx="5293637" cy="818023"/>
          </a:xfrm>
          <a:prstGeom prst="rect">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pPr algn="l"/>
            <a:r>
              <a:rPr lang="en-US" sz="1200" b="1">
                <a:solidFill>
                  <a:schemeClr val="tx1"/>
                </a:solidFill>
              </a:rPr>
              <a:t>Email: Direct X – PO # has been sent for validation</a:t>
            </a:r>
            <a:endParaRPr lang="de-DE" sz="1200" b="1">
              <a:solidFill>
                <a:schemeClr val="tx1"/>
              </a:solidFill>
            </a:endParaRPr>
          </a:p>
        </p:txBody>
      </p:sp>
      <p:sp>
        <p:nvSpPr>
          <p:cNvPr id="3" name="TextBox 2">
            <a:extLst>
              <a:ext uri="{FF2B5EF4-FFF2-40B4-BE49-F238E27FC236}">
                <a16:creationId xmlns:a16="http://schemas.microsoft.com/office/drawing/2014/main" id="{6A2F65B2-D4D3-8B5C-1B68-BC22D3926F96}"/>
              </a:ext>
            </a:extLst>
          </p:cNvPr>
          <p:cNvSpPr txBox="1"/>
          <p:nvPr/>
        </p:nvSpPr>
        <p:spPr>
          <a:xfrm>
            <a:off x="333322" y="362910"/>
            <a:ext cx="8353478" cy="369332"/>
          </a:xfrm>
          <a:prstGeom prst="rect">
            <a:avLst/>
          </a:prstGeom>
        </p:spPr>
        <p:txBody>
          <a:bodyPr vert="horz" lIns="0" tIns="0" rIns="324000" bIns="14400" rtlCol="0" anchor="b" anchorCtr="0">
            <a:noAutofit/>
          </a:bodyPr>
          <a:lstStyle>
            <a:lvl1pPr>
              <a:lnSpc>
                <a:spcPct val="90000"/>
              </a:lnSpc>
              <a:spcBef>
                <a:spcPct val="0"/>
              </a:spcBef>
              <a:buNone/>
              <a:defRPr sz="2000" b="1">
                <a:solidFill>
                  <a:srgbClr val="00557C"/>
                </a:solidFill>
                <a:latin typeface="+mj-lt"/>
                <a:ea typeface="+mj-ea"/>
                <a:cs typeface="+mj-cs"/>
              </a:defRPr>
            </a:lvl1pPr>
          </a:lstStyle>
          <a:p>
            <a:r>
              <a:rPr lang="en-US">
                <a:solidFill>
                  <a:srgbClr val="00557C"/>
                </a:solidFill>
              </a:rPr>
              <a:t>Procurement Expert Approval</a:t>
            </a:r>
            <a:endParaRPr lang="en-US"/>
          </a:p>
        </p:txBody>
      </p:sp>
      <p:pic>
        <p:nvPicPr>
          <p:cNvPr id="5" name="Picture 4">
            <a:extLst>
              <a:ext uri="{FF2B5EF4-FFF2-40B4-BE49-F238E27FC236}">
                <a16:creationId xmlns:a16="http://schemas.microsoft.com/office/drawing/2014/main" id="{D2B59459-87D7-A5CB-72FC-36A2B7C98C4A}"/>
              </a:ext>
            </a:extLst>
          </p:cNvPr>
          <p:cNvPicPr>
            <a:picLocks noChangeAspect="1"/>
          </p:cNvPicPr>
          <p:nvPr/>
        </p:nvPicPr>
        <p:blipFill>
          <a:blip r:embed="rId3"/>
          <a:stretch>
            <a:fillRect/>
          </a:stretch>
        </p:blipFill>
        <p:spPr>
          <a:xfrm>
            <a:off x="655033" y="1081567"/>
            <a:ext cx="5551030" cy="4694865"/>
          </a:xfrm>
          <a:prstGeom prst="rect">
            <a:avLst/>
          </a:prstGeom>
        </p:spPr>
      </p:pic>
    </p:spTree>
    <p:extLst>
      <p:ext uri="{BB962C8B-B14F-4D97-AF65-F5344CB8AC3E}">
        <p14:creationId xmlns:p14="http://schemas.microsoft.com/office/powerpoint/2010/main" val="1538350988"/>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1BBC11-BD18-72AA-A4D4-324999E47D0A}"/>
            </a:ext>
          </a:extLst>
        </p:cNvPr>
        <p:cNvGrpSpPr/>
        <p:nvPr/>
      </p:nvGrpSpPr>
      <p:grpSpPr>
        <a:xfrm>
          <a:off x="0" y="0"/>
          <a:ext cx="0" cy="0"/>
          <a:chOff x="0" y="0"/>
          <a:chExt cx="0" cy="0"/>
        </a:xfrm>
      </p:grpSpPr>
      <p:sp>
        <p:nvSpPr>
          <p:cNvPr id="6" name="Rechteck 5">
            <a:extLst>
              <a:ext uri="{FF2B5EF4-FFF2-40B4-BE49-F238E27FC236}">
                <a16:creationId xmlns:a16="http://schemas.microsoft.com/office/drawing/2014/main" id="{0A58B1C7-35BC-B437-4DFA-4086D00C9D5F}"/>
              </a:ext>
            </a:extLst>
          </p:cNvPr>
          <p:cNvSpPr/>
          <p:nvPr/>
        </p:nvSpPr>
        <p:spPr>
          <a:xfrm>
            <a:off x="7038975" y="1937442"/>
            <a:ext cx="5074561" cy="4377633"/>
          </a:xfrm>
          <a:prstGeom prst="rect">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r>
              <a:rPr lang="en-US" sz="1200">
                <a:solidFill>
                  <a:schemeClr val="tx1"/>
                </a:solidFill>
              </a:rPr>
              <a:t>Expert Approval</a:t>
            </a:r>
            <a:endParaRPr lang="cs-CZ" sz="1200">
              <a:solidFill>
                <a:schemeClr val="tx1"/>
              </a:solidFill>
            </a:endParaRPr>
          </a:p>
          <a:p>
            <a:endParaRPr lang="cs-CZ" sz="1200">
              <a:solidFill>
                <a:schemeClr val="tx1"/>
              </a:solidFill>
            </a:endParaRPr>
          </a:p>
          <a:p>
            <a:r>
              <a:rPr lang="cs-CZ" sz="1200">
                <a:solidFill>
                  <a:schemeClr val="tx1"/>
                </a:solidFill>
              </a:rPr>
              <a:t>Check </a:t>
            </a:r>
            <a:r>
              <a:rPr lang="cs-CZ" sz="1200" err="1">
                <a:solidFill>
                  <a:schemeClr val="tx1"/>
                </a:solidFill>
              </a:rPr>
              <a:t>the</a:t>
            </a:r>
            <a:r>
              <a:rPr lang="cs-CZ" sz="1200">
                <a:solidFill>
                  <a:schemeClr val="tx1"/>
                </a:solidFill>
              </a:rPr>
              <a:t> PO </a:t>
            </a:r>
            <a:r>
              <a:rPr lang="cs-CZ" sz="1200" err="1">
                <a:solidFill>
                  <a:schemeClr val="tx1"/>
                </a:solidFill>
              </a:rPr>
              <a:t>number</a:t>
            </a:r>
            <a:r>
              <a:rPr lang="cs-CZ" sz="1200">
                <a:solidFill>
                  <a:schemeClr val="tx1"/>
                </a:solidFill>
              </a:rPr>
              <a:t>, </a:t>
            </a:r>
            <a:r>
              <a:rPr lang="cs-CZ" sz="1200" err="1">
                <a:solidFill>
                  <a:schemeClr val="tx1"/>
                </a:solidFill>
              </a:rPr>
              <a:t>if</a:t>
            </a:r>
            <a:r>
              <a:rPr lang="cs-CZ" sz="1200">
                <a:solidFill>
                  <a:schemeClr val="tx1"/>
                </a:solidFill>
              </a:rPr>
              <a:t> </a:t>
            </a:r>
            <a:r>
              <a:rPr lang="cs-CZ" sz="1200" err="1">
                <a:solidFill>
                  <a:schemeClr val="tx1"/>
                </a:solidFill>
              </a:rPr>
              <a:t>the</a:t>
            </a:r>
            <a:r>
              <a:rPr lang="cs-CZ" sz="1200">
                <a:solidFill>
                  <a:schemeClr val="tx1"/>
                </a:solidFill>
              </a:rPr>
              <a:t> </a:t>
            </a:r>
            <a:r>
              <a:rPr lang="cs-CZ" sz="1200" err="1">
                <a:solidFill>
                  <a:schemeClr val="tx1"/>
                </a:solidFill>
              </a:rPr>
              <a:t>same</a:t>
            </a:r>
            <a:r>
              <a:rPr lang="cs-CZ" sz="1200">
                <a:solidFill>
                  <a:schemeClr val="tx1"/>
                </a:solidFill>
              </a:rPr>
              <a:t> as in </a:t>
            </a:r>
            <a:r>
              <a:rPr lang="cs-CZ" sz="1200" err="1">
                <a:solidFill>
                  <a:schemeClr val="tx1"/>
                </a:solidFill>
              </a:rPr>
              <a:t>the</a:t>
            </a:r>
            <a:r>
              <a:rPr lang="cs-CZ" sz="1200">
                <a:solidFill>
                  <a:schemeClr val="tx1"/>
                </a:solidFill>
              </a:rPr>
              <a:t> </a:t>
            </a:r>
            <a:r>
              <a:rPr lang="cs-CZ" sz="1200" err="1">
                <a:solidFill>
                  <a:schemeClr val="tx1"/>
                </a:solidFill>
              </a:rPr>
              <a:t>received</a:t>
            </a:r>
            <a:r>
              <a:rPr lang="cs-CZ" sz="1200">
                <a:solidFill>
                  <a:schemeClr val="tx1"/>
                </a:solidFill>
              </a:rPr>
              <a:t> email, </a:t>
            </a:r>
            <a:r>
              <a:rPr lang="cs-CZ" sz="1200" err="1">
                <a:solidFill>
                  <a:schemeClr val="tx1"/>
                </a:solidFill>
              </a:rPr>
              <a:t>than</a:t>
            </a:r>
            <a:r>
              <a:rPr lang="cs-CZ" sz="1200">
                <a:solidFill>
                  <a:schemeClr val="tx1"/>
                </a:solidFill>
              </a:rPr>
              <a:t> </a:t>
            </a:r>
            <a:r>
              <a:rPr lang="cs-CZ" sz="1200" err="1">
                <a:solidFill>
                  <a:schemeClr val="tx1"/>
                </a:solidFill>
              </a:rPr>
              <a:t>approve</a:t>
            </a:r>
            <a:r>
              <a:rPr lang="cs-CZ" sz="1200">
                <a:solidFill>
                  <a:schemeClr val="tx1"/>
                </a:solidFill>
              </a:rPr>
              <a:t>.</a:t>
            </a:r>
            <a:endParaRPr lang="en-US" sz="1200">
              <a:solidFill>
                <a:schemeClr val="tx1"/>
              </a:solidFill>
            </a:endParaRPr>
          </a:p>
        </p:txBody>
      </p:sp>
      <p:sp>
        <p:nvSpPr>
          <p:cNvPr id="8" name="Rechteck 5">
            <a:extLst>
              <a:ext uri="{FF2B5EF4-FFF2-40B4-BE49-F238E27FC236}">
                <a16:creationId xmlns:a16="http://schemas.microsoft.com/office/drawing/2014/main" id="{A231D6C8-9400-71A1-6935-AF15055EC19A}"/>
              </a:ext>
            </a:extLst>
          </p:cNvPr>
          <p:cNvSpPr/>
          <p:nvPr/>
        </p:nvSpPr>
        <p:spPr>
          <a:xfrm>
            <a:off x="7038975" y="1136342"/>
            <a:ext cx="5074561" cy="818023"/>
          </a:xfrm>
          <a:prstGeom prst="rect">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pPr algn="l"/>
            <a:r>
              <a:rPr lang="en-US" sz="1200" b="1">
                <a:solidFill>
                  <a:schemeClr val="tx1"/>
                </a:solidFill>
              </a:rPr>
              <a:t>BTP – My Inbox – </a:t>
            </a:r>
            <a:r>
              <a:rPr lang="en-US" sz="1200" b="1" err="1">
                <a:solidFill>
                  <a:schemeClr val="tx1"/>
                </a:solidFill>
              </a:rPr>
              <a:t>POValidationForm</a:t>
            </a:r>
            <a:endParaRPr lang="de-DE" sz="1200" b="1">
              <a:solidFill>
                <a:schemeClr val="tx1"/>
              </a:solidFill>
            </a:endParaRPr>
          </a:p>
        </p:txBody>
      </p:sp>
      <p:sp>
        <p:nvSpPr>
          <p:cNvPr id="3" name="TextBox 2">
            <a:extLst>
              <a:ext uri="{FF2B5EF4-FFF2-40B4-BE49-F238E27FC236}">
                <a16:creationId xmlns:a16="http://schemas.microsoft.com/office/drawing/2014/main" id="{1BBF6DB6-ACF6-D950-E7F3-028CF53EAE24}"/>
              </a:ext>
            </a:extLst>
          </p:cNvPr>
          <p:cNvSpPr txBox="1"/>
          <p:nvPr/>
        </p:nvSpPr>
        <p:spPr>
          <a:xfrm>
            <a:off x="333322" y="362910"/>
            <a:ext cx="8353478" cy="369332"/>
          </a:xfrm>
          <a:prstGeom prst="rect">
            <a:avLst/>
          </a:prstGeom>
        </p:spPr>
        <p:txBody>
          <a:bodyPr vert="horz" lIns="0" tIns="0" rIns="324000" bIns="14400" rtlCol="0" anchor="b" anchorCtr="0">
            <a:noAutofit/>
          </a:bodyPr>
          <a:lstStyle>
            <a:lvl1pPr>
              <a:lnSpc>
                <a:spcPct val="90000"/>
              </a:lnSpc>
              <a:spcBef>
                <a:spcPct val="0"/>
              </a:spcBef>
              <a:buNone/>
              <a:defRPr sz="2000" b="1">
                <a:solidFill>
                  <a:srgbClr val="00557C"/>
                </a:solidFill>
                <a:latin typeface="+mj-lt"/>
                <a:ea typeface="+mj-ea"/>
                <a:cs typeface="+mj-cs"/>
              </a:defRPr>
            </a:lvl1pPr>
          </a:lstStyle>
          <a:p>
            <a:r>
              <a:rPr lang="en-US">
                <a:solidFill>
                  <a:srgbClr val="00557C"/>
                </a:solidFill>
              </a:rPr>
              <a:t>Procurement Expert Approval</a:t>
            </a:r>
            <a:endParaRPr lang="en-US"/>
          </a:p>
        </p:txBody>
      </p:sp>
      <p:pic>
        <p:nvPicPr>
          <p:cNvPr id="4" name="Picture 3">
            <a:extLst>
              <a:ext uri="{FF2B5EF4-FFF2-40B4-BE49-F238E27FC236}">
                <a16:creationId xmlns:a16="http://schemas.microsoft.com/office/drawing/2014/main" id="{C1598BA8-A257-4088-4764-142204127768}"/>
              </a:ext>
            </a:extLst>
          </p:cNvPr>
          <p:cNvPicPr>
            <a:picLocks noChangeAspect="1"/>
          </p:cNvPicPr>
          <p:nvPr/>
        </p:nvPicPr>
        <p:blipFill>
          <a:blip r:embed="rId3"/>
          <a:stretch>
            <a:fillRect/>
          </a:stretch>
        </p:blipFill>
        <p:spPr>
          <a:xfrm>
            <a:off x="830892" y="1145486"/>
            <a:ext cx="5446206" cy="5105400"/>
          </a:xfrm>
          <a:prstGeom prst="rect">
            <a:avLst/>
          </a:prstGeom>
        </p:spPr>
      </p:pic>
      <p:pic>
        <p:nvPicPr>
          <p:cNvPr id="5" name="Picture 4">
            <a:extLst>
              <a:ext uri="{FF2B5EF4-FFF2-40B4-BE49-F238E27FC236}">
                <a16:creationId xmlns:a16="http://schemas.microsoft.com/office/drawing/2014/main" id="{7DA2845F-DEE9-E6D7-7D8B-C371797FAE93}"/>
              </a:ext>
            </a:extLst>
          </p:cNvPr>
          <p:cNvPicPr>
            <a:picLocks noChangeAspect="1"/>
          </p:cNvPicPr>
          <p:nvPr/>
        </p:nvPicPr>
        <p:blipFill>
          <a:blip r:embed="rId4"/>
          <a:stretch>
            <a:fillRect/>
          </a:stretch>
        </p:blipFill>
        <p:spPr>
          <a:xfrm>
            <a:off x="8199127" y="2911277"/>
            <a:ext cx="2505425" cy="476316"/>
          </a:xfrm>
          <a:prstGeom prst="rect">
            <a:avLst/>
          </a:prstGeom>
        </p:spPr>
      </p:pic>
    </p:spTree>
    <p:extLst>
      <p:ext uri="{BB962C8B-B14F-4D97-AF65-F5344CB8AC3E}">
        <p14:creationId xmlns:p14="http://schemas.microsoft.com/office/powerpoint/2010/main" val="3986545928"/>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8EE915-A4A3-9633-E880-6B59CC1FAE64}"/>
            </a:ext>
          </a:extLst>
        </p:cNvPr>
        <p:cNvGrpSpPr/>
        <p:nvPr/>
      </p:nvGrpSpPr>
      <p:grpSpPr>
        <a:xfrm>
          <a:off x="0" y="0"/>
          <a:ext cx="0" cy="0"/>
          <a:chOff x="0" y="0"/>
          <a:chExt cx="0" cy="0"/>
        </a:xfrm>
      </p:grpSpPr>
      <p:graphicFrame>
        <p:nvGraphicFramePr>
          <p:cNvPr id="21" name="Object 20" hidden="1">
            <a:extLst>
              <a:ext uri="{FF2B5EF4-FFF2-40B4-BE49-F238E27FC236}">
                <a16:creationId xmlns:a16="http://schemas.microsoft.com/office/drawing/2014/main" id="{54EAD18A-3CCC-7A25-C1EA-BD2A6303BABB}"/>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737" imgH="737" progId="TCLayout.ActiveDocument.1">
                  <p:embed/>
                </p:oleObj>
              </mc:Choice>
              <mc:Fallback>
                <p:oleObj name="think-cell Slide" r:id="rId3" imgW="737" imgH="737" progId="TCLayout.ActiveDocument.1">
                  <p:embed/>
                  <p:pic>
                    <p:nvPicPr>
                      <p:cNvPr id="21" name="Object 20" hidden="1">
                        <a:extLst>
                          <a:ext uri="{FF2B5EF4-FFF2-40B4-BE49-F238E27FC236}">
                            <a16:creationId xmlns:a16="http://schemas.microsoft.com/office/drawing/2014/main" id="{54EAD18A-3CCC-7A25-C1EA-BD2A6303BABB}"/>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5" name="Title 4">
            <a:extLst>
              <a:ext uri="{FF2B5EF4-FFF2-40B4-BE49-F238E27FC236}">
                <a16:creationId xmlns:a16="http://schemas.microsoft.com/office/drawing/2014/main" id="{470D4440-F326-CDEF-4B43-50DAD4FAA550}"/>
              </a:ext>
            </a:extLst>
          </p:cNvPr>
          <p:cNvSpPr>
            <a:spLocks noGrp="1"/>
          </p:cNvSpPr>
          <p:nvPr>
            <p:ph type="title"/>
          </p:nvPr>
        </p:nvSpPr>
        <p:spPr>
          <a:xfrm>
            <a:off x="410401" y="3780000"/>
            <a:ext cx="9287638" cy="1477328"/>
          </a:xfrm>
        </p:spPr>
        <p:txBody>
          <a:bodyPr/>
          <a:lstStyle/>
          <a:p>
            <a:r>
              <a:rPr lang="cs-CZ" sz="4800" b="1"/>
              <a:t>11. </a:t>
            </a:r>
            <a:r>
              <a:rPr lang="cs-CZ" sz="4800" b="1" err="1"/>
              <a:t>Release</a:t>
            </a:r>
            <a:r>
              <a:rPr lang="cs-CZ" sz="4800" b="1"/>
              <a:t> </a:t>
            </a:r>
            <a:r>
              <a:rPr lang="cs-CZ" sz="4800" b="1" err="1"/>
              <a:t>Purchase</a:t>
            </a:r>
            <a:r>
              <a:rPr lang="cs-CZ" sz="4800" b="1"/>
              <a:t> Order - </a:t>
            </a:r>
            <a:r>
              <a:rPr lang="en-US" sz="4800" b="1"/>
              <a:t>SAT Approval</a:t>
            </a:r>
            <a:endParaRPr lang="en-US"/>
          </a:p>
        </p:txBody>
      </p:sp>
    </p:spTree>
    <p:extLst>
      <p:ext uri="{BB962C8B-B14F-4D97-AF65-F5344CB8AC3E}">
        <p14:creationId xmlns:p14="http://schemas.microsoft.com/office/powerpoint/2010/main" val="357838331"/>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8054F4-A7AE-D258-906F-79DA35238C0B}"/>
            </a:ext>
          </a:extLst>
        </p:cNvPr>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id="{91D0CA61-5C5E-1DCE-3429-167F5DCCBCC5}"/>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04" imgH="405" progId="TCLayout.ActiveDocument.1">
                  <p:embed/>
                </p:oleObj>
              </mc:Choice>
              <mc:Fallback>
                <p:oleObj name="think-cell Slide" r:id="rId3" imgW="404" imgH="405" progId="TCLayout.ActiveDocument.1">
                  <p:embed/>
                  <p:pic>
                    <p:nvPicPr>
                      <p:cNvPr id="8" name="think-cell data - do not delete" hidden="1">
                        <a:extLst>
                          <a:ext uri="{FF2B5EF4-FFF2-40B4-BE49-F238E27FC236}">
                            <a16:creationId xmlns:a16="http://schemas.microsoft.com/office/drawing/2014/main" id="{91D0CA61-5C5E-1DCE-3429-167F5DCCBCC5}"/>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1" name="Titel 1">
            <a:extLst>
              <a:ext uri="{FF2B5EF4-FFF2-40B4-BE49-F238E27FC236}">
                <a16:creationId xmlns:a16="http://schemas.microsoft.com/office/drawing/2014/main" id="{8AB9ADC8-9BDC-A586-3AF4-2CB4370953FC}"/>
              </a:ext>
            </a:extLst>
          </p:cNvPr>
          <p:cNvSpPr>
            <a:spLocks noGrp="1"/>
          </p:cNvSpPr>
          <p:nvPr>
            <p:ph type="title"/>
          </p:nvPr>
        </p:nvSpPr>
        <p:spPr>
          <a:xfrm>
            <a:off x="410400" y="478800"/>
            <a:ext cx="11028744" cy="576000"/>
          </a:xfrm>
        </p:spPr>
        <p:txBody>
          <a:bodyPr vert="horz"/>
          <a:lstStyle/>
          <a:p>
            <a:r>
              <a:rPr lang="de-DE" dirty="0" err="1">
                <a:solidFill>
                  <a:schemeClr val="accent2"/>
                </a:solidFill>
              </a:rPr>
              <a:t>Direct</a:t>
            </a:r>
            <a:r>
              <a:rPr lang="de-DE" dirty="0">
                <a:solidFill>
                  <a:schemeClr val="accent2"/>
                </a:solidFill>
              </a:rPr>
              <a:t> X </a:t>
            </a:r>
            <a:br>
              <a:rPr lang="de-DE" dirty="0"/>
            </a:br>
            <a:r>
              <a:rPr lang="en-GB" b="0" dirty="0">
                <a:solidFill>
                  <a:schemeClr val="tx1"/>
                </a:solidFill>
              </a:rPr>
              <a:t>Harmonized approach for PO approval process &amp; Procurement</a:t>
            </a:r>
            <a:br>
              <a:rPr lang="en-US" sz="2000" b="0" dirty="0">
                <a:solidFill>
                  <a:schemeClr val="tx1"/>
                </a:solidFill>
              </a:rPr>
            </a:br>
            <a:endParaRPr lang="en-US" b="0" u="sng" dirty="0">
              <a:solidFill>
                <a:schemeClr val="tx1"/>
              </a:solidFill>
            </a:endParaRPr>
          </a:p>
        </p:txBody>
      </p:sp>
      <p:graphicFrame>
        <p:nvGraphicFramePr>
          <p:cNvPr id="13" name="Tabelle 2">
            <a:extLst>
              <a:ext uri="{FF2B5EF4-FFF2-40B4-BE49-F238E27FC236}">
                <a16:creationId xmlns:a16="http://schemas.microsoft.com/office/drawing/2014/main" id="{8D371794-0440-1DCB-9ECC-8926C0F4DE73}"/>
              </a:ext>
            </a:extLst>
          </p:cNvPr>
          <p:cNvGraphicFramePr>
            <a:graphicFrameLocks noGrp="1"/>
          </p:cNvGraphicFramePr>
          <p:nvPr>
            <p:extLst>
              <p:ext uri="{D42A27DB-BD31-4B8C-83A1-F6EECF244321}">
                <p14:modId xmlns:p14="http://schemas.microsoft.com/office/powerpoint/2010/main" val="3667598097"/>
              </p:ext>
            </p:extLst>
          </p:nvPr>
        </p:nvGraphicFramePr>
        <p:xfrm>
          <a:off x="410400" y="1292353"/>
          <a:ext cx="11337196" cy="4811383"/>
        </p:xfrm>
        <a:graphic>
          <a:graphicData uri="http://schemas.openxmlformats.org/drawingml/2006/table">
            <a:tbl>
              <a:tblPr firstRow="1" firstCol="1">
                <a:tableStyleId>{00A15C55-8517-42AA-B614-E9B94910E393}</a:tableStyleId>
              </a:tblPr>
              <a:tblGrid>
                <a:gridCol w="1900244">
                  <a:extLst>
                    <a:ext uri="{9D8B030D-6E8A-4147-A177-3AD203B41FA5}">
                      <a16:colId xmlns:a16="http://schemas.microsoft.com/office/drawing/2014/main" val="3531506923"/>
                    </a:ext>
                  </a:extLst>
                </a:gridCol>
                <a:gridCol w="2359238">
                  <a:extLst>
                    <a:ext uri="{9D8B030D-6E8A-4147-A177-3AD203B41FA5}">
                      <a16:colId xmlns:a16="http://schemas.microsoft.com/office/drawing/2014/main" val="489730661"/>
                    </a:ext>
                  </a:extLst>
                </a:gridCol>
                <a:gridCol w="2359238">
                  <a:extLst>
                    <a:ext uri="{9D8B030D-6E8A-4147-A177-3AD203B41FA5}">
                      <a16:colId xmlns:a16="http://schemas.microsoft.com/office/drawing/2014/main" val="1747751821"/>
                    </a:ext>
                  </a:extLst>
                </a:gridCol>
                <a:gridCol w="2359238">
                  <a:extLst>
                    <a:ext uri="{9D8B030D-6E8A-4147-A177-3AD203B41FA5}">
                      <a16:colId xmlns:a16="http://schemas.microsoft.com/office/drawing/2014/main" val="1657676400"/>
                    </a:ext>
                  </a:extLst>
                </a:gridCol>
                <a:gridCol w="2359238">
                  <a:extLst>
                    <a:ext uri="{9D8B030D-6E8A-4147-A177-3AD203B41FA5}">
                      <a16:colId xmlns:a16="http://schemas.microsoft.com/office/drawing/2014/main" val="71820177"/>
                    </a:ext>
                  </a:extLst>
                </a:gridCol>
              </a:tblGrid>
              <a:tr h="612090">
                <a:tc>
                  <a:txBody>
                    <a:bodyPr/>
                    <a:lstStyle/>
                    <a:p>
                      <a:pPr algn="ctr"/>
                      <a:r>
                        <a:rPr lang="en-US" sz="1400" dirty="0">
                          <a:solidFill>
                            <a:schemeClr val="tx1"/>
                          </a:solidFill>
                        </a:rPr>
                        <a:t>Process Type</a:t>
                      </a:r>
                    </a:p>
                  </a:txBody>
                  <a:tcPr marL="91344" marR="91344" marT="45672" marB="45672" anchor="ctr">
                    <a:solidFill>
                      <a:srgbClr val="00BEDC"/>
                    </a:solidFill>
                  </a:tcPr>
                </a:tc>
                <a:tc>
                  <a:txBody>
                    <a:bodyPr/>
                    <a:lstStyle/>
                    <a:p>
                      <a:pPr algn="ctr"/>
                      <a:r>
                        <a:rPr lang="en-US" sz="1400">
                          <a:solidFill>
                            <a:schemeClr val="tx1"/>
                          </a:solidFill>
                        </a:rPr>
                        <a:t>Threshold </a:t>
                      </a:r>
                      <a:br>
                        <a:rPr lang="en-US" sz="1400">
                          <a:solidFill>
                            <a:schemeClr val="tx1"/>
                          </a:solidFill>
                        </a:rPr>
                      </a:br>
                      <a:r>
                        <a:rPr lang="en-US" sz="1400">
                          <a:solidFill>
                            <a:schemeClr val="tx1"/>
                          </a:solidFill>
                        </a:rPr>
                        <a:t>From €</a:t>
                      </a:r>
                    </a:p>
                    <a:p>
                      <a:pPr algn="ctr"/>
                      <a:r>
                        <a:rPr lang="en-US" sz="1050" b="0" i="1">
                          <a:solidFill>
                            <a:schemeClr val="tx1"/>
                          </a:solidFill>
                        </a:rPr>
                        <a:t>(greater than)</a:t>
                      </a:r>
                      <a:endParaRPr lang="en-US" sz="800" b="0" i="1">
                        <a:solidFill>
                          <a:schemeClr val="tx1"/>
                        </a:solidFill>
                      </a:endParaRPr>
                    </a:p>
                  </a:txBody>
                  <a:tcPr marL="91344" marR="91344" marT="45672" marB="45672" anchor="ctr">
                    <a:solidFill>
                      <a:srgbClr val="00BEDC"/>
                    </a:solidFill>
                  </a:tcPr>
                </a:tc>
                <a:tc>
                  <a:txBody>
                    <a:bodyPr/>
                    <a:lstStyle/>
                    <a:p>
                      <a:pPr algn="ctr"/>
                      <a:r>
                        <a:rPr lang="en-US" sz="1400">
                          <a:solidFill>
                            <a:schemeClr val="tx1"/>
                          </a:solidFill>
                        </a:rPr>
                        <a:t>Threshold </a:t>
                      </a:r>
                      <a:br>
                        <a:rPr lang="en-US" sz="1400">
                          <a:solidFill>
                            <a:schemeClr val="tx1"/>
                          </a:solidFill>
                        </a:rPr>
                      </a:br>
                      <a:r>
                        <a:rPr lang="en-US" sz="1400">
                          <a:solidFill>
                            <a:schemeClr val="tx1"/>
                          </a:solidFill>
                        </a:rPr>
                        <a:t>To €</a:t>
                      </a:r>
                    </a:p>
                    <a:p>
                      <a:pPr algn="ctr"/>
                      <a:r>
                        <a:rPr lang="en-US" sz="1050" b="0" i="1">
                          <a:solidFill>
                            <a:schemeClr val="tx1"/>
                          </a:solidFill>
                        </a:rPr>
                        <a:t>(including)</a:t>
                      </a:r>
                      <a:endParaRPr lang="en-US" sz="800" b="0" i="1">
                        <a:solidFill>
                          <a:schemeClr val="tx1"/>
                        </a:solidFill>
                      </a:endParaRPr>
                    </a:p>
                  </a:txBody>
                  <a:tcPr marL="91344" marR="91344" marT="45672" marB="45672" anchor="ctr">
                    <a:solidFill>
                      <a:srgbClr val="00BEDC"/>
                    </a:solidFill>
                  </a:tcPr>
                </a:tc>
                <a:tc>
                  <a:txBody>
                    <a:bodyPr/>
                    <a:lstStyle/>
                    <a:p>
                      <a:pPr algn="ctr"/>
                      <a:r>
                        <a:rPr lang="en-US" sz="1400">
                          <a:solidFill>
                            <a:schemeClr val="tx1"/>
                          </a:solidFill>
                        </a:rPr>
                        <a:t>Procurement </a:t>
                      </a:r>
                      <a:br>
                        <a:rPr lang="en-US" sz="1400">
                          <a:solidFill>
                            <a:schemeClr val="tx1"/>
                          </a:solidFill>
                        </a:rPr>
                      </a:br>
                      <a:r>
                        <a:rPr lang="en-US" sz="1400">
                          <a:solidFill>
                            <a:schemeClr val="tx1"/>
                          </a:solidFill>
                        </a:rPr>
                        <a:t>Expert</a:t>
                      </a:r>
                      <a:endParaRPr lang="en-US"/>
                    </a:p>
                    <a:p>
                      <a:pPr algn="ctr"/>
                      <a:r>
                        <a:rPr lang="en-US" sz="1050" b="0" i="1" kern="1200">
                          <a:solidFill>
                            <a:schemeClr val="tx1"/>
                          </a:solidFill>
                          <a:latin typeface="+mn-lt"/>
                          <a:ea typeface="+mn-ea"/>
                          <a:cs typeface="+mn-cs"/>
                        </a:rPr>
                        <a:t>(acc. SX decision, max 1)</a:t>
                      </a:r>
                      <a:endParaRPr lang="en-US" sz="800" b="0" i="1" kern="1200">
                        <a:solidFill>
                          <a:schemeClr val="tx1"/>
                        </a:solidFill>
                        <a:latin typeface="+mn-lt"/>
                        <a:ea typeface="+mn-ea"/>
                        <a:cs typeface="+mn-cs"/>
                      </a:endParaRPr>
                    </a:p>
                  </a:txBody>
                  <a:tcPr marL="91344" marR="91344" marT="45672" marB="45672" anchor="ctr">
                    <a:solidFill>
                      <a:srgbClr val="00BEDC"/>
                    </a:solidFill>
                  </a:tcPr>
                </a:tc>
                <a:tc>
                  <a:txBody>
                    <a:bodyPr/>
                    <a:lstStyle/>
                    <a:p>
                      <a:pPr algn="ctr"/>
                      <a:r>
                        <a:rPr lang="en-US" sz="1400">
                          <a:solidFill>
                            <a:schemeClr val="tx1"/>
                          </a:solidFill>
                        </a:rPr>
                        <a:t># of PO Approver based on SAT*</a:t>
                      </a:r>
                      <a:br>
                        <a:rPr lang="en-US" sz="1400">
                          <a:solidFill>
                            <a:schemeClr val="tx1"/>
                          </a:solidFill>
                        </a:rPr>
                      </a:br>
                      <a:r>
                        <a:rPr lang="en-US" sz="1050" b="0" i="1" kern="1200">
                          <a:solidFill>
                            <a:schemeClr val="tx1"/>
                          </a:solidFill>
                        </a:rPr>
                        <a:t>(acc. to SC-109)</a:t>
                      </a:r>
                      <a:endParaRPr lang="en-US" sz="1050" b="0" i="1" kern="1200">
                        <a:solidFill>
                          <a:schemeClr val="tx1"/>
                        </a:solidFill>
                        <a:latin typeface="+mn-lt"/>
                        <a:ea typeface="+mn-ea"/>
                        <a:cs typeface="+mn-cs"/>
                      </a:endParaRPr>
                    </a:p>
                  </a:txBody>
                  <a:tcPr marL="91344" marR="91344" marT="45672" marB="45672" anchor="ctr">
                    <a:solidFill>
                      <a:srgbClr val="00BEDC"/>
                    </a:solidFill>
                  </a:tcPr>
                </a:tc>
                <a:extLst>
                  <a:ext uri="{0D108BD9-81ED-4DB2-BD59-A6C34878D82A}">
                    <a16:rowId xmlns:a16="http://schemas.microsoft.com/office/drawing/2014/main" val="1059347627"/>
                  </a:ext>
                </a:extLst>
              </a:tr>
              <a:tr h="412617">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200" b="1" strike="noStrike" kern="1200" err="1">
                          <a:solidFill>
                            <a:schemeClr val="tx1"/>
                          </a:solidFill>
                          <a:latin typeface="+mn-lt"/>
                          <a:ea typeface="+mn-ea"/>
                          <a:cs typeface="+mn-cs"/>
                        </a:rPr>
                        <a:t>Catalog</a:t>
                      </a:r>
                      <a:r>
                        <a:rPr lang="en-GB" sz="1200" b="1" strike="noStrike" kern="1200">
                          <a:solidFill>
                            <a:schemeClr val="tx1"/>
                          </a:solidFill>
                          <a:latin typeface="+mn-lt"/>
                          <a:ea typeface="+mn-ea"/>
                          <a:cs typeface="+mn-cs"/>
                        </a:rPr>
                        <a:t> / </a:t>
                      </a:r>
                    </a:p>
                    <a:p>
                      <a:pPr marL="0" marR="0" lvl="0" indent="0" algn="ctr" defTabSz="914400" rtl="0" eaLnBrk="1" fontAlgn="auto" latinLnBrk="0" hangingPunct="1">
                        <a:lnSpc>
                          <a:spcPct val="100000"/>
                        </a:lnSpc>
                        <a:spcBef>
                          <a:spcPts val="0"/>
                        </a:spcBef>
                        <a:spcAft>
                          <a:spcPts val="0"/>
                        </a:spcAft>
                        <a:buClrTx/>
                        <a:buSzTx/>
                        <a:buFontTx/>
                        <a:buNone/>
                        <a:tabLst/>
                        <a:defRPr/>
                      </a:pPr>
                      <a:r>
                        <a:rPr lang="en-GB" sz="1200" b="1" strike="noStrike" kern="1200" err="1">
                          <a:solidFill>
                            <a:schemeClr val="tx1"/>
                          </a:solidFill>
                          <a:latin typeface="+mn-lt"/>
                          <a:ea typeface="+mn-ea"/>
                          <a:cs typeface="+mn-cs"/>
                        </a:rPr>
                        <a:t>Freetext</a:t>
                      </a:r>
                      <a:r>
                        <a:rPr lang="en-GB" sz="1200" b="1" strike="noStrike" kern="1200">
                          <a:solidFill>
                            <a:schemeClr val="tx1"/>
                          </a:solidFill>
                          <a:latin typeface="+mn-lt"/>
                          <a:ea typeface="+mn-ea"/>
                          <a:cs typeface="+mn-cs"/>
                        </a:rPr>
                        <a:t> / Limit</a:t>
                      </a:r>
                    </a:p>
                  </a:txBody>
                  <a:tcPr marL="91344" marR="91344" marT="45672" marB="45672" anchor="ctr">
                    <a:solidFill>
                      <a:srgbClr val="00BEDC"/>
                    </a:solidFill>
                  </a:tcPr>
                </a:tc>
                <a:tc>
                  <a:txBody>
                    <a:bodyPr/>
                    <a:lstStyle/>
                    <a:p>
                      <a:pPr algn="ctr"/>
                      <a:r>
                        <a:rPr lang="en-US" sz="1200" b="0">
                          <a:solidFill>
                            <a:schemeClr val="bg1"/>
                          </a:solidFill>
                        </a:rPr>
                        <a:t>0</a:t>
                      </a:r>
                    </a:p>
                  </a:txBody>
                  <a:tcPr marL="91344" marR="91344" marT="45672" marB="45672" anchor="ctr"/>
                </a:tc>
                <a:tc>
                  <a:txBody>
                    <a:bodyPr/>
                    <a:lstStyle/>
                    <a:p>
                      <a:pPr algn="ctr"/>
                      <a:r>
                        <a:rPr lang="en-US" sz="1200" b="0">
                          <a:solidFill>
                            <a:schemeClr val="bg1"/>
                          </a:solidFill>
                        </a:rPr>
                        <a:t>1.000</a:t>
                      </a:r>
                    </a:p>
                  </a:txBody>
                  <a:tcPr marL="91344" marR="91344" marT="45672" marB="45672" anchor="ctr"/>
                </a:tc>
                <a:tc>
                  <a:txBody>
                    <a:bodyPr/>
                    <a:lstStyle/>
                    <a:p>
                      <a:pPr algn="ctr"/>
                      <a:r>
                        <a:rPr lang="en-US" sz="1200" b="0">
                          <a:solidFill>
                            <a:schemeClr val="bg1"/>
                          </a:solidFill>
                        </a:rPr>
                        <a:t>N/A</a:t>
                      </a:r>
                    </a:p>
                  </a:txBody>
                  <a:tcPr marL="91344" marR="91344" marT="45672" marB="45672" anchor="ctr"/>
                </a:tc>
                <a:tc>
                  <a:txBody>
                    <a:bodyPr/>
                    <a:lstStyle/>
                    <a:p>
                      <a:pPr algn="ctr"/>
                      <a:r>
                        <a:rPr lang="en-US" sz="1200" b="0">
                          <a:solidFill>
                            <a:schemeClr val="bg1"/>
                          </a:solidFill>
                        </a:rPr>
                        <a:t>N/A</a:t>
                      </a:r>
                    </a:p>
                  </a:txBody>
                  <a:tcPr marL="91344" marR="91344" marT="45672" marB="45672" anchor="ctr"/>
                </a:tc>
                <a:extLst>
                  <a:ext uri="{0D108BD9-81ED-4DB2-BD59-A6C34878D82A}">
                    <a16:rowId xmlns:a16="http://schemas.microsoft.com/office/drawing/2014/main" val="2731966056"/>
                  </a:ext>
                </a:extLst>
              </a:tr>
              <a:tr h="412617">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200" b="1" strike="noStrike" kern="1200" err="1">
                          <a:solidFill>
                            <a:schemeClr val="tx1"/>
                          </a:solidFill>
                          <a:latin typeface="+mn-lt"/>
                          <a:ea typeface="+mn-ea"/>
                          <a:cs typeface="+mn-cs"/>
                        </a:rPr>
                        <a:t>Catalog</a:t>
                      </a:r>
                      <a:r>
                        <a:rPr lang="en-GB" sz="1200" b="1" strike="noStrike" kern="1200">
                          <a:solidFill>
                            <a:schemeClr val="tx1"/>
                          </a:solidFill>
                          <a:latin typeface="+mn-lt"/>
                          <a:ea typeface="+mn-ea"/>
                          <a:cs typeface="+mn-cs"/>
                        </a:rPr>
                        <a:t> / </a:t>
                      </a:r>
                    </a:p>
                    <a:p>
                      <a:pPr marL="0" marR="0" lvl="0" indent="0" algn="ctr" defTabSz="914400" rtl="0" eaLnBrk="1" fontAlgn="auto" latinLnBrk="0" hangingPunct="1">
                        <a:lnSpc>
                          <a:spcPct val="100000"/>
                        </a:lnSpc>
                        <a:spcBef>
                          <a:spcPts val="0"/>
                        </a:spcBef>
                        <a:spcAft>
                          <a:spcPts val="0"/>
                        </a:spcAft>
                        <a:buClrTx/>
                        <a:buSzTx/>
                        <a:buFontTx/>
                        <a:buNone/>
                        <a:tabLst/>
                        <a:defRPr/>
                      </a:pPr>
                      <a:r>
                        <a:rPr lang="en-GB" sz="1200" b="1" strike="noStrike" kern="1200" err="1">
                          <a:solidFill>
                            <a:schemeClr val="tx1"/>
                          </a:solidFill>
                          <a:latin typeface="+mn-lt"/>
                          <a:ea typeface="+mn-ea"/>
                          <a:cs typeface="+mn-cs"/>
                        </a:rPr>
                        <a:t>Freetext</a:t>
                      </a:r>
                      <a:r>
                        <a:rPr lang="en-GB" sz="1200" b="1" strike="noStrike" kern="1200">
                          <a:solidFill>
                            <a:schemeClr val="tx1"/>
                          </a:solidFill>
                          <a:latin typeface="+mn-lt"/>
                          <a:ea typeface="+mn-ea"/>
                          <a:cs typeface="+mn-cs"/>
                        </a:rPr>
                        <a:t> / Limit</a:t>
                      </a:r>
                    </a:p>
                  </a:txBody>
                  <a:tcPr marL="91344" marR="91344" marT="45672" marB="45672" anchor="ctr">
                    <a:solidFill>
                      <a:srgbClr val="00BEDC"/>
                    </a:solidFill>
                  </a:tcPr>
                </a:tc>
                <a:tc>
                  <a:txBody>
                    <a:bodyPr/>
                    <a:lstStyle/>
                    <a:p>
                      <a:pPr algn="ctr"/>
                      <a:r>
                        <a:rPr lang="en-US" sz="1200" b="0">
                          <a:solidFill>
                            <a:schemeClr val="bg1"/>
                          </a:solidFill>
                        </a:rPr>
                        <a:t>1.000</a:t>
                      </a:r>
                    </a:p>
                  </a:txBody>
                  <a:tcPr marL="91344" marR="91344" marT="45672" marB="45672"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b="0" strike="noStrike">
                          <a:solidFill>
                            <a:schemeClr val="bg1"/>
                          </a:solidFill>
                        </a:rPr>
                        <a:t>5.000</a:t>
                      </a:r>
                    </a:p>
                  </a:txBody>
                  <a:tcPr marL="91344" marR="91344" marT="45672" marB="45672" anchor="ctr"/>
                </a:tc>
                <a:tc>
                  <a:txBody>
                    <a:bodyPr/>
                    <a:lstStyle/>
                    <a:p>
                      <a:pPr algn="ctr"/>
                      <a:r>
                        <a:rPr lang="en-US" sz="1200" b="0">
                          <a:solidFill>
                            <a:schemeClr val="bg1"/>
                          </a:solidFill>
                        </a:rPr>
                        <a:t>N/A</a:t>
                      </a:r>
                    </a:p>
                  </a:txBody>
                  <a:tcPr marL="91344" marR="91344" marT="45672" marB="45672" anchor="ctr"/>
                </a:tc>
                <a:tc>
                  <a:txBody>
                    <a:bodyPr/>
                    <a:lstStyle/>
                    <a:p>
                      <a:pPr algn="ctr"/>
                      <a:r>
                        <a:rPr lang="en-US" sz="1200" b="0">
                          <a:solidFill>
                            <a:schemeClr val="bg1"/>
                          </a:solidFill>
                        </a:rPr>
                        <a:t>1 (Functional)</a:t>
                      </a:r>
                    </a:p>
                  </a:txBody>
                  <a:tcPr marL="91344" marR="91344" marT="45672" marB="45672" anchor="ctr"/>
                </a:tc>
                <a:extLst>
                  <a:ext uri="{0D108BD9-81ED-4DB2-BD59-A6C34878D82A}">
                    <a16:rowId xmlns:a16="http://schemas.microsoft.com/office/drawing/2014/main" val="3408082247"/>
                  </a:ext>
                </a:extLst>
              </a:tr>
              <a:tr h="412617">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200" b="1" strike="noStrike" kern="1200" err="1">
                          <a:solidFill>
                            <a:schemeClr val="tx1"/>
                          </a:solidFill>
                          <a:latin typeface="+mn-lt"/>
                          <a:ea typeface="+mn-ea"/>
                          <a:cs typeface="+mn-cs"/>
                        </a:rPr>
                        <a:t>Catalog</a:t>
                      </a:r>
                      <a:r>
                        <a:rPr lang="en-GB" sz="1200" b="1" strike="noStrike" kern="1200">
                          <a:solidFill>
                            <a:schemeClr val="tx1"/>
                          </a:solidFill>
                          <a:latin typeface="+mn-lt"/>
                          <a:ea typeface="+mn-ea"/>
                          <a:cs typeface="+mn-cs"/>
                        </a:rPr>
                        <a:t> / </a:t>
                      </a:r>
                    </a:p>
                    <a:p>
                      <a:pPr marL="0" marR="0" lvl="0" indent="0" algn="ctr" defTabSz="914400" rtl="0" eaLnBrk="1" fontAlgn="auto" latinLnBrk="0" hangingPunct="1">
                        <a:lnSpc>
                          <a:spcPct val="100000"/>
                        </a:lnSpc>
                        <a:spcBef>
                          <a:spcPts val="0"/>
                        </a:spcBef>
                        <a:spcAft>
                          <a:spcPts val="0"/>
                        </a:spcAft>
                        <a:buClrTx/>
                        <a:buSzTx/>
                        <a:buFontTx/>
                        <a:buNone/>
                        <a:tabLst/>
                        <a:defRPr/>
                      </a:pPr>
                      <a:r>
                        <a:rPr lang="en-GB" sz="1200" b="1" strike="noStrike" kern="1200" err="1">
                          <a:solidFill>
                            <a:schemeClr val="tx1"/>
                          </a:solidFill>
                          <a:latin typeface="+mn-lt"/>
                          <a:ea typeface="+mn-ea"/>
                          <a:cs typeface="+mn-cs"/>
                        </a:rPr>
                        <a:t>Freetext</a:t>
                      </a:r>
                      <a:r>
                        <a:rPr lang="en-GB" sz="1200" b="1" strike="noStrike" kern="1200">
                          <a:solidFill>
                            <a:schemeClr val="tx1"/>
                          </a:solidFill>
                          <a:latin typeface="+mn-lt"/>
                          <a:ea typeface="+mn-ea"/>
                          <a:cs typeface="+mn-cs"/>
                        </a:rPr>
                        <a:t> / Limit</a:t>
                      </a:r>
                    </a:p>
                  </a:txBody>
                  <a:tcPr marL="91344" marR="91344" marT="45672" marB="45672" anchor="ctr">
                    <a:solidFill>
                      <a:srgbClr val="00BEDC"/>
                    </a:solidFill>
                  </a:tcPr>
                </a:tc>
                <a:tc>
                  <a:txBody>
                    <a:bodyPr/>
                    <a:lstStyle/>
                    <a:p>
                      <a:pPr algn="ctr"/>
                      <a:r>
                        <a:rPr lang="en-US" sz="1200" b="0" strike="noStrike">
                          <a:solidFill>
                            <a:schemeClr val="bg1"/>
                          </a:solidFill>
                        </a:rPr>
                        <a:t>25.000</a:t>
                      </a:r>
                    </a:p>
                  </a:txBody>
                  <a:tcPr marL="91344" marR="91344" marT="45672" marB="45672"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b="0" strike="noStrike">
                          <a:solidFill>
                            <a:schemeClr val="bg1"/>
                          </a:solidFill>
                        </a:rPr>
                        <a:t>50.000</a:t>
                      </a:r>
                    </a:p>
                  </a:txBody>
                  <a:tcPr marL="91344" marR="91344" marT="45672" marB="45672" anchor="ctr"/>
                </a:tc>
                <a:tc>
                  <a:txBody>
                    <a:bodyPr/>
                    <a:lstStyle/>
                    <a:p>
                      <a:pPr algn="ctr"/>
                      <a:r>
                        <a:rPr lang="en-US" sz="1200" b="0">
                          <a:solidFill>
                            <a:schemeClr val="bg1"/>
                          </a:solidFill>
                        </a:rPr>
                        <a:t>N/A</a:t>
                      </a:r>
                    </a:p>
                  </a:txBody>
                  <a:tcPr marL="91344" marR="91344" marT="45672" marB="45672" anchor="ctr"/>
                </a:tc>
                <a:tc>
                  <a:txBody>
                    <a:bodyPr/>
                    <a:lstStyle/>
                    <a:p>
                      <a:pPr algn="ctr"/>
                      <a:r>
                        <a:rPr lang="en-US" sz="1200" b="0">
                          <a:solidFill>
                            <a:schemeClr val="bg1"/>
                          </a:solidFill>
                        </a:rPr>
                        <a:t>2 (Functional &amp; Commercial)</a:t>
                      </a:r>
                    </a:p>
                  </a:txBody>
                  <a:tcPr marL="91344" marR="91344" marT="45672" marB="45672" anchor="ctr"/>
                </a:tc>
                <a:extLst>
                  <a:ext uri="{0D108BD9-81ED-4DB2-BD59-A6C34878D82A}">
                    <a16:rowId xmlns:a16="http://schemas.microsoft.com/office/drawing/2014/main" val="1411047847"/>
                  </a:ext>
                </a:extLst>
              </a:tr>
              <a:tr h="412617">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200" b="1" strike="noStrike" kern="1200" err="1">
                          <a:solidFill>
                            <a:schemeClr val="tx1"/>
                          </a:solidFill>
                          <a:latin typeface="+mn-lt"/>
                          <a:ea typeface="+mn-ea"/>
                          <a:cs typeface="+mn-cs"/>
                        </a:rPr>
                        <a:t>Catalog</a:t>
                      </a:r>
                      <a:r>
                        <a:rPr lang="en-GB" sz="1200" b="1" strike="noStrike" kern="1200">
                          <a:solidFill>
                            <a:schemeClr val="tx1"/>
                          </a:solidFill>
                          <a:latin typeface="+mn-lt"/>
                          <a:ea typeface="+mn-ea"/>
                          <a:cs typeface="+mn-cs"/>
                        </a:rPr>
                        <a:t> / </a:t>
                      </a:r>
                    </a:p>
                    <a:p>
                      <a:pPr marL="0" marR="0" lvl="0" indent="0" algn="ctr" defTabSz="914400" rtl="0" eaLnBrk="1" fontAlgn="auto" latinLnBrk="0" hangingPunct="1">
                        <a:lnSpc>
                          <a:spcPct val="100000"/>
                        </a:lnSpc>
                        <a:spcBef>
                          <a:spcPts val="0"/>
                        </a:spcBef>
                        <a:spcAft>
                          <a:spcPts val="0"/>
                        </a:spcAft>
                        <a:buClrTx/>
                        <a:buSzTx/>
                        <a:buFontTx/>
                        <a:buNone/>
                        <a:tabLst/>
                        <a:defRPr/>
                      </a:pPr>
                      <a:r>
                        <a:rPr lang="en-GB" sz="1200" b="1" strike="noStrike" kern="1200" err="1">
                          <a:solidFill>
                            <a:schemeClr val="tx1"/>
                          </a:solidFill>
                          <a:latin typeface="+mn-lt"/>
                          <a:ea typeface="+mn-ea"/>
                          <a:cs typeface="+mn-cs"/>
                        </a:rPr>
                        <a:t>Freetext</a:t>
                      </a:r>
                      <a:r>
                        <a:rPr lang="en-GB" sz="1200" b="1" strike="noStrike" kern="1200">
                          <a:solidFill>
                            <a:schemeClr val="tx1"/>
                          </a:solidFill>
                          <a:latin typeface="+mn-lt"/>
                          <a:ea typeface="+mn-ea"/>
                          <a:cs typeface="+mn-cs"/>
                        </a:rPr>
                        <a:t> / Limit</a:t>
                      </a:r>
                    </a:p>
                  </a:txBody>
                  <a:tcPr marL="91344" marR="91344" marT="45672" marB="45672" anchor="ctr">
                    <a:solidFill>
                      <a:srgbClr val="00BEDC"/>
                    </a:solidFill>
                  </a:tcPr>
                </a:tc>
                <a:tc>
                  <a:txBody>
                    <a:bodyPr/>
                    <a:lstStyle/>
                    <a:p>
                      <a:pPr algn="ctr"/>
                      <a:r>
                        <a:rPr lang="en-US" sz="1200" b="0">
                          <a:solidFill>
                            <a:schemeClr val="bg1"/>
                          </a:solidFill>
                        </a:rPr>
                        <a:t>50.000</a:t>
                      </a:r>
                    </a:p>
                  </a:txBody>
                  <a:tcPr marL="91344" marR="91344" marT="45672" marB="45672" anchor="ctr"/>
                </a:tc>
                <a:tc>
                  <a:txBody>
                    <a:bodyPr/>
                    <a:lstStyle/>
                    <a:p>
                      <a:pPr algn="ctr"/>
                      <a:r>
                        <a:rPr lang="en-US" sz="1200" b="0">
                          <a:solidFill>
                            <a:schemeClr val="bg1"/>
                          </a:solidFill>
                        </a:rPr>
                        <a:t>100.000</a:t>
                      </a:r>
                    </a:p>
                  </a:txBody>
                  <a:tcPr marL="91344" marR="91344" marT="45672" marB="45672" anchor="ctr"/>
                </a:tc>
                <a:tc>
                  <a:txBody>
                    <a:bodyPr/>
                    <a:lstStyle/>
                    <a:p>
                      <a:pPr marL="0" algn="ctr" defTabSz="914400" rtl="0" eaLnBrk="1" latinLnBrk="0" hangingPunct="1"/>
                      <a:r>
                        <a:rPr lang="en-US" sz="1200" b="0" kern="1200">
                          <a:solidFill>
                            <a:schemeClr val="bg1"/>
                          </a:solidFill>
                          <a:latin typeface="+mn-lt"/>
                          <a:ea typeface="+mn-ea"/>
                          <a:cs typeface="+mn-cs"/>
                        </a:rPr>
                        <a:t>SCM</a:t>
                      </a:r>
                    </a:p>
                  </a:txBody>
                  <a:tcPr marL="91344" marR="91344" marT="45672" marB="45672"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b="0">
                          <a:solidFill>
                            <a:schemeClr val="bg1"/>
                          </a:solidFill>
                        </a:rPr>
                        <a:t>2 (Functional &amp; Commercial)</a:t>
                      </a:r>
                    </a:p>
                  </a:txBody>
                  <a:tcPr marL="91344" marR="91344" marT="45672" marB="45672" anchor="ctr"/>
                </a:tc>
                <a:extLst>
                  <a:ext uri="{0D108BD9-81ED-4DB2-BD59-A6C34878D82A}">
                    <a16:rowId xmlns:a16="http://schemas.microsoft.com/office/drawing/2014/main" val="3250156281"/>
                  </a:ext>
                </a:extLst>
              </a:tr>
              <a:tr h="412617">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200" b="1" strike="noStrike" kern="1200" err="1">
                          <a:solidFill>
                            <a:schemeClr val="tx1"/>
                          </a:solidFill>
                          <a:latin typeface="+mn-lt"/>
                          <a:ea typeface="+mn-ea"/>
                          <a:cs typeface="+mn-cs"/>
                        </a:rPr>
                        <a:t>Catalog</a:t>
                      </a:r>
                      <a:r>
                        <a:rPr lang="en-GB" sz="1200" b="1" strike="noStrike" kern="1200">
                          <a:solidFill>
                            <a:schemeClr val="tx1"/>
                          </a:solidFill>
                          <a:latin typeface="+mn-lt"/>
                          <a:ea typeface="+mn-ea"/>
                          <a:cs typeface="+mn-cs"/>
                        </a:rPr>
                        <a:t> / </a:t>
                      </a:r>
                    </a:p>
                    <a:p>
                      <a:pPr marL="0" marR="0" lvl="0" indent="0" algn="ctr" defTabSz="914400" rtl="0" eaLnBrk="1" fontAlgn="auto" latinLnBrk="0" hangingPunct="1">
                        <a:lnSpc>
                          <a:spcPct val="100000"/>
                        </a:lnSpc>
                        <a:spcBef>
                          <a:spcPts val="0"/>
                        </a:spcBef>
                        <a:spcAft>
                          <a:spcPts val="0"/>
                        </a:spcAft>
                        <a:buClrTx/>
                        <a:buSzTx/>
                        <a:buFontTx/>
                        <a:buNone/>
                        <a:tabLst/>
                        <a:defRPr/>
                      </a:pPr>
                      <a:r>
                        <a:rPr lang="en-GB" sz="1200" b="1" strike="noStrike" kern="1200" err="1">
                          <a:solidFill>
                            <a:schemeClr val="tx1"/>
                          </a:solidFill>
                          <a:latin typeface="+mn-lt"/>
                          <a:ea typeface="+mn-ea"/>
                          <a:cs typeface="+mn-cs"/>
                        </a:rPr>
                        <a:t>Freetext</a:t>
                      </a:r>
                      <a:r>
                        <a:rPr lang="en-GB" sz="1200" b="1" strike="noStrike" kern="1200">
                          <a:solidFill>
                            <a:schemeClr val="tx1"/>
                          </a:solidFill>
                          <a:latin typeface="+mn-lt"/>
                          <a:ea typeface="+mn-ea"/>
                          <a:cs typeface="+mn-cs"/>
                        </a:rPr>
                        <a:t> / Limit</a:t>
                      </a:r>
                    </a:p>
                  </a:txBody>
                  <a:tcPr marL="91344" marR="91344" marT="45672" marB="45672" anchor="ctr">
                    <a:solidFill>
                      <a:srgbClr val="00BEDC"/>
                    </a:solidFill>
                  </a:tcPr>
                </a:tc>
                <a:tc>
                  <a:txBody>
                    <a:bodyPr/>
                    <a:lstStyle/>
                    <a:p>
                      <a:pPr algn="ctr"/>
                      <a:r>
                        <a:rPr lang="en-US" sz="1200" b="0">
                          <a:solidFill>
                            <a:schemeClr val="bg1"/>
                          </a:solidFill>
                        </a:rPr>
                        <a:t>100.000</a:t>
                      </a:r>
                    </a:p>
                  </a:txBody>
                  <a:tcPr marL="91344" marR="91344" marT="45672" marB="45672"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b="0" strike="noStrike">
                          <a:solidFill>
                            <a:schemeClr val="bg1"/>
                          </a:solidFill>
                        </a:rPr>
                        <a:t>500.000</a:t>
                      </a:r>
                    </a:p>
                  </a:txBody>
                  <a:tcPr marL="91344" marR="91344" marT="45672" marB="45672" anchor="ctr"/>
                </a:tc>
                <a:tc>
                  <a:txBody>
                    <a:bodyPr/>
                    <a:lstStyle/>
                    <a:p>
                      <a:pPr marL="0" algn="ctr" defTabSz="914400" rtl="0" eaLnBrk="1" latinLnBrk="0" hangingPunct="1"/>
                      <a:r>
                        <a:rPr lang="en-US" sz="1200" b="0" kern="1200">
                          <a:solidFill>
                            <a:schemeClr val="bg1"/>
                          </a:solidFill>
                          <a:latin typeface="+mn-lt"/>
                          <a:ea typeface="+mn-ea"/>
                          <a:cs typeface="+mn-cs"/>
                        </a:rPr>
                        <a:t>SCM</a:t>
                      </a:r>
                    </a:p>
                  </a:txBody>
                  <a:tcPr marL="91344" marR="91344" marT="45672" marB="45672"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b="0">
                          <a:solidFill>
                            <a:schemeClr val="bg1"/>
                          </a:solidFill>
                        </a:rPr>
                        <a:t>2 (Functional &amp; Commercial)</a:t>
                      </a:r>
                    </a:p>
                  </a:txBody>
                  <a:tcPr marL="91344" marR="91344" marT="45672" marB="45672" anchor="ctr"/>
                </a:tc>
                <a:extLst>
                  <a:ext uri="{0D108BD9-81ED-4DB2-BD59-A6C34878D82A}">
                    <a16:rowId xmlns:a16="http://schemas.microsoft.com/office/drawing/2014/main" val="2923684595"/>
                  </a:ext>
                </a:extLst>
              </a:tr>
              <a:tr h="412617">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200" b="1" strike="noStrike" kern="1200" err="1">
                          <a:solidFill>
                            <a:schemeClr val="tx1"/>
                          </a:solidFill>
                          <a:latin typeface="+mn-lt"/>
                          <a:ea typeface="+mn-ea"/>
                          <a:cs typeface="+mn-cs"/>
                        </a:rPr>
                        <a:t>Catalog</a:t>
                      </a:r>
                      <a:r>
                        <a:rPr lang="en-GB" sz="1200" b="1" strike="noStrike" kern="1200">
                          <a:solidFill>
                            <a:schemeClr val="tx1"/>
                          </a:solidFill>
                          <a:latin typeface="+mn-lt"/>
                          <a:ea typeface="+mn-ea"/>
                          <a:cs typeface="+mn-cs"/>
                        </a:rPr>
                        <a:t> / </a:t>
                      </a:r>
                    </a:p>
                    <a:p>
                      <a:pPr marL="0" marR="0" lvl="0" indent="0" algn="ctr" defTabSz="914400" rtl="0" eaLnBrk="1" fontAlgn="auto" latinLnBrk="0" hangingPunct="1">
                        <a:lnSpc>
                          <a:spcPct val="100000"/>
                        </a:lnSpc>
                        <a:spcBef>
                          <a:spcPts val="0"/>
                        </a:spcBef>
                        <a:spcAft>
                          <a:spcPts val="0"/>
                        </a:spcAft>
                        <a:buClrTx/>
                        <a:buSzTx/>
                        <a:buFontTx/>
                        <a:buNone/>
                        <a:tabLst/>
                        <a:defRPr/>
                      </a:pPr>
                      <a:r>
                        <a:rPr lang="en-GB" sz="1200" b="1" strike="noStrike" kern="1200" err="1">
                          <a:solidFill>
                            <a:schemeClr val="tx1"/>
                          </a:solidFill>
                          <a:latin typeface="+mn-lt"/>
                          <a:ea typeface="+mn-ea"/>
                          <a:cs typeface="+mn-cs"/>
                        </a:rPr>
                        <a:t>Freetext</a:t>
                      </a:r>
                      <a:r>
                        <a:rPr lang="en-GB" sz="1200" b="1" strike="noStrike" kern="1200">
                          <a:solidFill>
                            <a:schemeClr val="tx1"/>
                          </a:solidFill>
                          <a:latin typeface="+mn-lt"/>
                          <a:ea typeface="+mn-ea"/>
                          <a:cs typeface="+mn-cs"/>
                        </a:rPr>
                        <a:t> / Limit</a:t>
                      </a:r>
                    </a:p>
                  </a:txBody>
                  <a:tcPr marL="91344" marR="91344" marT="45672" marB="45672" anchor="ctr">
                    <a:solidFill>
                      <a:srgbClr val="00BEDC"/>
                    </a:solidFill>
                  </a:tcPr>
                </a:tc>
                <a:tc>
                  <a:txBody>
                    <a:bodyPr/>
                    <a:lstStyle/>
                    <a:p>
                      <a:pPr algn="ctr"/>
                      <a:r>
                        <a:rPr lang="en-US" sz="1200" b="0">
                          <a:solidFill>
                            <a:schemeClr val="bg1"/>
                          </a:solidFill>
                        </a:rPr>
                        <a:t>500.000</a:t>
                      </a:r>
                    </a:p>
                  </a:txBody>
                  <a:tcPr marL="91344" marR="91344" marT="45672" marB="45672"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b="0" strike="noStrike">
                          <a:solidFill>
                            <a:schemeClr val="bg1"/>
                          </a:solidFill>
                        </a:rPr>
                        <a:t>1.000.000</a:t>
                      </a:r>
                    </a:p>
                  </a:txBody>
                  <a:tcPr marL="91344" marR="91344" marT="45672" marB="45672" anchor="ctr"/>
                </a:tc>
                <a:tc>
                  <a:txBody>
                    <a:bodyPr/>
                    <a:lstStyle/>
                    <a:p>
                      <a:pPr marL="0" algn="ctr" defTabSz="914400" rtl="0" eaLnBrk="1" latinLnBrk="0" hangingPunct="1"/>
                      <a:r>
                        <a:rPr lang="en-US" sz="1200" b="0" kern="1200">
                          <a:solidFill>
                            <a:schemeClr val="bg1"/>
                          </a:solidFill>
                          <a:latin typeface="+mn-lt"/>
                          <a:ea typeface="+mn-ea"/>
                          <a:cs typeface="+mn-cs"/>
                        </a:rPr>
                        <a:t>SCM</a:t>
                      </a:r>
                    </a:p>
                  </a:txBody>
                  <a:tcPr marL="91344" marR="91344" marT="45672" marB="45672"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b="0">
                          <a:solidFill>
                            <a:schemeClr val="bg1"/>
                          </a:solidFill>
                        </a:rPr>
                        <a:t>2 (Functional &amp; Commercial)</a:t>
                      </a:r>
                    </a:p>
                  </a:txBody>
                  <a:tcPr marL="91344" marR="91344" marT="45672" marB="45672" anchor="ctr"/>
                </a:tc>
                <a:extLst>
                  <a:ext uri="{0D108BD9-81ED-4DB2-BD59-A6C34878D82A}">
                    <a16:rowId xmlns:a16="http://schemas.microsoft.com/office/drawing/2014/main" val="4276646578"/>
                  </a:ext>
                </a:extLst>
              </a:tr>
              <a:tr h="412617">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200" b="1" strike="noStrike" kern="1200" err="1">
                          <a:solidFill>
                            <a:schemeClr val="tx1"/>
                          </a:solidFill>
                          <a:latin typeface="+mn-lt"/>
                          <a:ea typeface="+mn-ea"/>
                          <a:cs typeface="+mn-cs"/>
                        </a:rPr>
                        <a:t>Catalog</a:t>
                      </a:r>
                      <a:r>
                        <a:rPr lang="en-GB" sz="1200" b="1" strike="noStrike" kern="1200">
                          <a:solidFill>
                            <a:schemeClr val="tx1"/>
                          </a:solidFill>
                          <a:latin typeface="+mn-lt"/>
                          <a:ea typeface="+mn-ea"/>
                          <a:cs typeface="+mn-cs"/>
                        </a:rPr>
                        <a:t> / </a:t>
                      </a:r>
                    </a:p>
                    <a:p>
                      <a:pPr marL="0" marR="0" lvl="0" indent="0" algn="ctr" defTabSz="914400" rtl="0" eaLnBrk="1" fontAlgn="auto" latinLnBrk="0" hangingPunct="1">
                        <a:lnSpc>
                          <a:spcPct val="100000"/>
                        </a:lnSpc>
                        <a:spcBef>
                          <a:spcPts val="0"/>
                        </a:spcBef>
                        <a:spcAft>
                          <a:spcPts val="0"/>
                        </a:spcAft>
                        <a:buClrTx/>
                        <a:buSzTx/>
                        <a:buFontTx/>
                        <a:buNone/>
                        <a:tabLst/>
                        <a:defRPr/>
                      </a:pPr>
                      <a:r>
                        <a:rPr lang="en-GB" sz="1200" b="1" strike="noStrike" kern="1200" err="1">
                          <a:solidFill>
                            <a:schemeClr val="tx1"/>
                          </a:solidFill>
                          <a:latin typeface="+mn-lt"/>
                          <a:ea typeface="+mn-ea"/>
                          <a:cs typeface="+mn-cs"/>
                        </a:rPr>
                        <a:t>Freetext</a:t>
                      </a:r>
                      <a:r>
                        <a:rPr lang="en-GB" sz="1200" b="1" strike="noStrike" kern="1200">
                          <a:solidFill>
                            <a:schemeClr val="tx1"/>
                          </a:solidFill>
                          <a:latin typeface="+mn-lt"/>
                          <a:ea typeface="+mn-ea"/>
                          <a:cs typeface="+mn-cs"/>
                        </a:rPr>
                        <a:t> / Limit</a:t>
                      </a:r>
                    </a:p>
                  </a:txBody>
                  <a:tcPr marL="91344" marR="91344" marT="45672" marB="45672" anchor="ctr">
                    <a:solidFill>
                      <a:srgbClr val="00BEDC"/>
                    </a:solidFill>
                  </a:tcPr>
                </a:tc>
                <a:tc>
                  <a:txBody>
                    <a:bodyPr/>
                    <a:lstStyle/>
                    <a:p>
                      <a:pPr algn="ctr"/>
                      <a:r>
                        <a:rPr lang="en-US" sz="1200" b="0">
                          <a:solidFill>
                            <a:schemeClr val="bg1"/>
                          </a:solidFill>
                        </a:rPr>
                        <a:t>1.000.000</a:t>
                      </a:r>
                    </a:p>
                  </a:txBody>
                  <a:tcPr marL="91344" marR="91344" marT="45672" marB="45672"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b="0" strike="noStrike">
                          <a:solidFill>
                            <a:schemeClr val="bg1"/>
                          </a:solidFill>
                        </a:rPr>
                        <a:t>5.000.000</a:t>
                      </a:r>
                    </a:p>
                  </a:txBody>
                  <a:tcPr marL="91344" marR="91344" marT="45672" marB="45672" anchor="ctr"/>
                </a:tc>
                <a:tc>
                  <a:txBody>
                    <a:bodyPr/>
                    <a:lstStyle/>
                    <a:p>
                      <a:pPr marL="0" algn="ctr" defTabSz="914400" rtl="0" eaLnBrk="1" latinLnBrk="0" hangingPunct="1"/>
                      <a:r>
                        <a:rPr lang="en-US" sz="1200" b="0" kern="1200">
                          <a:solidFill>
                            <a:schemeClr val="bg1"/>
                          </a:solidFill>
                          <a:latin typeface="+mn-lt"/>
                          <a:ea typeface="+mn-ea"/>
                          <a:cs typeface="+mn-cs"/>
                        </a:rPr>
                        <a:t>SCM</a:t>
                      </a:r>
                    </a:p>
                  </a:txBody>
                  <a:tcPr marL="91344" marR="91344" marT="45672" marB="45672"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b="0">
                          <a:solidFill>
                            <a:schemeClr val="bg1"/>
                          </a:solidFill>
                        </a:rPr>
                        <a:t>2 (Functional &amp; Commercial)</a:t>
                      </a:r>
                    </a:p>
                  </a:txBody>
                  <a:tcPr marL="91344" marR="91344" marT="45672" marB="45672" anchor="ctr"/>
                </a:tc>
                <a:extLst>
                  <a:ext uri="{0D108BD9-81ED-4DB2-BD59-A6C34878D82A}">
                    <a16:rowId xmlns:a16="http://schemas.microsoft.com/office/drawing/2014/main" val="4022771101"/>
                  </a:ext>
                </a:extLst>
              </a:tr>
              <a:tr h="412617">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200" b="1" strike="noStrike" kern="1200" err="1">
                          <a:solidFill>
                            <a:schemeClr val="tx1"/>
                          </a:solidFill>
                          <a:latin typeface="+mn-lt"/>
                          <a:ea typeface="+mn-ea"/>
                          <a:cs typeface="+mn-cs"/>
                        </a:rPr>
                        <a:t>Catalog</a:t>
                      </a:r>
                      <a:r>
                        <a:rPr lang="en-GB" sz="1200" b="1" strike="noStrike" kern="1200">
                          <a:solidFill>
                            <a:schemeClr val="tx1"/>
                          </a:solidFill>
                          <a:latin typeface="+mn-lt"/>
                          <a:ea typeface="+mn-ea"/>
                          <a:cs typeface="+mn-cs"/>
                        </a:rPr>
                        <a:t> / </a:t>
                      </a:r>
                    </a:p>
                    <a:p>
                      <a:pPr marL="0" marR="0" lvl="0" indent="0" algn="ctr" defTabSz="914400" rtl="0" eaLnBrk="1" fontAlgn="auto" latinLnBrk="0" hangingPunct="1">
                        <a:lnSpc>
                          <a:spcPct val="100000"/>
                        </a:lnSpc>
                        <a:spcBef>
                          <a:spcPts val="0"/>
                        </a:spcBef>
                        <a:spcAft>
                          <a:spcPts val="0"/>
                        </a:spcAft>
                        <a:buClrTx/>
                        <a:buSzTx/>
                        <a:buFontTx/>
                        <a:buNone/>
                        <a:tabLst/>
                        <a:defRPr/>
                      </a:pPr>
                      <a:r>
                        <a:rPr lang="en-GB" sz="1200" b="1" strike="noStrike" kern="1200" err="1">
                          <a:solidFill>
                            <a:schemeClr val="tx1"/>
                          </a:solidFill>
                          <a:latin typeface="+mn-lt"/>
                          <a:ea typeface="+mn-ea"/>
                          <a:cs typeface="+mn-cs"/>
                        </a:rPr>
                        <a:t>Freetext</a:t>
                      </a:r>
                      <a:r>
                        <a:rPr lang="en-GB" sz="1200" b="1" strike="noStrike" kern="1200">
                          <a:solidFill>
                            <a:schemeClr val="tx1"/>
                          </a:solidFill>
                          <a:latin typeface="+mn-lt"/>
                          <a:ea typeface="+mn-ea"/>
                          <a:cs typeface="+mn-cs"/>
                        </a:rPr>
                        <a:t> / Limit</a:t>
                      </a:r>
                    </a:p>
                  </a:txBody>
                  <a:tcPr marL="91344" marR="91344" marT="45672" marB="45672" anchor="ctr">
                    <a:solidFill>
                      <a:srgbClr val="00BEDC"/>
                    </a:solidFill>
                  </a:tcPr>
                </a:tc>
                <a:tc>
                  <a:txBody>
                    <a:bodyPr/>
                    <a:lstStyle/>
                    <a:p>
                      <a:pPr algn="ctr"/>
                      <a:r>
                        <a:rPr lang="en-US" sz="1200" b="0">
                          <a:solidFill>
                            <a:schemeClr val="bg1"/>
                          </a:solidFill>
                        </a:rPr>
                        <a:t>5.000.000</a:t>
                      </a:r>
                    </a:p>
                  </a:txBody>
                  <a:tcPr marL="91344" marR="91344" marT="45672" marB="45672"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b="0" strike="noStrike">
                          <a:solidFill>
                            <a:schemeClr val="bg1"/>
                          </a:solidFill>
                        </a:rPr>
                        <a:t>10.000.000</a:t>
                      </a:r>
                    </a:p>
                  </a:txBody>
                  <a:tcPr marL="91344" marR="91344" marT="45672" marB="45672" anchor="ctr"/>
                </a:tc>
                <a:tc>
                  <a:txBody>
                    <a:bodyPr/>
                    <a:lstStyle/>
                    <a:p>
                      <a:pPr marL="0" algn="ctr" defTabSz="914400" rtl="0" eaLnBrk="1" latinLnBrk="0" hangingPunct="1"/>
                      <a:r>
                        <a:rPr lang="en-US" sz="1200" b="0" kern="1200">
                          <a:solidFill>
                            <a:schemeClr val="bg1"/>
                          </a:solidFill>
                          <a:latin typeface="+mn-lt"/>
                          <a:ea typeface="+mn-ea"/>
                          <a:cs typeface="+mn-cs"/>
                        </a:rPr>
                        <a:t>SCM</a:t>
                      </a:r>
                    </a:p>
                  </a:txBody>
                  <a:tcPr marL="91344" marR="91344" marT="45672" marB="45672"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b="0">
                          <a:solidFill>
                            <a:schemeClr val="bg1"/>
                          </a:solidFill>
                        </a:rPr>
                        <a:t>2 (Functional &amp; Commercial)</a:t>
                      </a:r>
                    </a:p>
                  </a:txBody>
                  <a:tcPr marL="91344" marR="91344" marT="45672" marB="45672" anchor="ctr"/>
                </a:tc>
                <a:extLst>
                  <a:ext uri="{0D108BD9-81ED-4DB2-BD59-A6C34878D82A}">
                    <a16:rowId xmlns:a16="http://schemas.microsoft.com/office/drawing/2014/main" val="1730891022"/>
                  </a:ext>
                </a:extLst>
              </a:tr>
              <a:tr h="476467">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200" b="1" strike="noStrike" kern="1200" err="1">
                          <a:solidFill>
                            <a:schemeClr val="tx1"/>
                          </a:solidFill>
                          <a:latin typeface="+mn-lt"/>
                          <a:ea typeface="+mn-ea"/>
                          <a:cs typeface="+mn-cs"/>
                        </a:rPr>
                        <a:t>Catalog</a:t>
                      </a:r>
                      <a:r>
                        <a:rPr lang="en-GB" sz="1200" b="1" strike="noStrike" kern="1200">
                          <a:solidFill>
                            <a:schemeClr val="tx1"/>
                          </a:solidFill>
                          <a:latin typeface="+mn-lt"/>
                          <a:ea typeface="+mn-ea"/>
                          <a:cs typeface="+mn-cs"/>
                        </a:rPr>
                        <a:t> / </a:t>
                      </a:r>
                    </a:p>
                    <a:p>
                      <a:pPr marL="0" marR="0" lvl="0" indent="0" algn="ctr" defTabSz="914400" rtl="0" eaLnBrk="1" fontAlgn="auto" latinLnBrk="0" hangingPunct="1">
                        <a:lnSpc>
                          <a:spcPct val="100000"/>
                        </a:lnSpc>
                        <a:spcBef>
                          <a:spcPts val="0"/>
                        </a:spcBef>
                        <a:spcAft>
                          <a:spcPts val="0"/>
                        </a:spcAft>
                        <a:buClrTx/>
                        <a:buSzTx/>
                        <a:buFontTx/>
                        <a:buNone/>
                        <a:tabLst/>
                        <a:defRPr/>
                      </a:pPr>
                      <a:r>
                        <a:rPr lang="en-GB" sz="1200" b="1" strike="noStrike" kern="1200" err="1">
                          <a:solidFill>
                            <a:schemeClr val="tx1"/>
                          </a:solidFill>
                          <a:latin typeface="+mn-lt"/>
                          <a:ea typeface="+mn-ea"/>
                          <a:cs typeface="+mn-cs"/>
                        </a:rPr>
                        <a:t>Freetext</a:t>
                      </a:r>
                      <a:r>
                        <a:rPr lang="en-GB" sz="1200" b="1" strike="noStrike" kern="1200">
                          <a:solidFill>
                            <a:schemeClr val="tx1"/>
                          </a:solidFill>
                          <a:latin typeface="+mn-lt"/>
                          <a:ea typeface="+mn-ea"/>
                          <a:cs typeface="+mn-cs"/>
                        </a:rPr>
                        <a:t> / Limit</a:t>
                      </a:r>
                    </a:p>
                  </a:txBody>
                  <a:tcPr marL="91344" marR="91344" marT="45672" marB="45672" anchor="ctr">
                    <a:solidFill>
                      <a:srgbClr val="00BEDC"/>
                    </a:solidFill>
                  </a:tcPr>
                </a:tc>
                <a:tc>
                  <a:txBody>
                    <a:bodyPr/>
                    <a:lstStyle/>
                    <a:p>
                      <a:pPr algn="ctr"/>
                      <a:r>
                        <a:rPr lang="en-US" sz="1200" b="0" strike="noStrike">
                          <a:solidFill>
                            <a:schemeClr val="bg1"/>
                          </a:solidFill>
                        </a:rPr>
                        <a:t>10.000.000</a:t>
                      </a:r>
                    </a:p>
                  </a:txBody>
                  <a:tcPr marL="91344" marR="91344" marT="45672" marB="45672"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b="0">
                          <a:solidFill>
                            <a:schemeClr val="bg1"/>
                          </a:solidFill>
                        </a:rPr>
                        <a:t>Unlimited</a:t>
                      </a:r>
                    </a:p>
                  </a:txBody>
                  <a:tcPr marL="91344" marR="91344" marT="45672" marB="45672" anchor="ctr"/>
                </a:tc>
                <a:tc>
                  <a:txBody>
                    <a:bodyPr/>
                    <a:lstStyle/>
                    <a:p>
                      <a:pPr marL="0" algn="ctr" defTabSz="914400" rtl="0" eaLnBrk="1" latinLnBrk="0" hangingPunct="1"/>
                      <a:r>
                        <a:rPr lang="en-US" sz="1200" b="0" kern="1200">
                          <a:solidFill>
                            <a:schemeClr val="bg1"/>
                          </a:solidFill>
                          <a:latin typeface="+mn-lt"/>
                          <a:ea typeface="+mn-ea"/>
                          <a:cs typeface="+mn-cs"/>
                        </a:rPr>
                        <a:t>SCM</a:t>
                      </a:r>
                    </a:p>
                  </a:txBody>
                  <a:tcPr marL="91344" marR="91344" marT="45672" marB="45672" anchor="ctr"/>
                </a:tc>
                <a:tc>
                  <a:txBody>
                    <a:bodyPr/>
                    <a:lstStyle/>
                    <a:p>
                      <a:pPr algn="ctr"/>
                      <a:r>
                        <a:rPr lang="en-US" sz="1200" b="0" dirty="0">
                          <a:solidFill>
                            <a:schemeClr val="bg1"/>
                          </a:solidFill>
                        </a:rPr>
                        <a:t>2 (Functional &amp; Commercial)</a:t>
                      </a:r>
                    </a:p>
                  </a:txBody>
                  <a:tcPr marL="91344" marR="91344" marT="45672" marB="45672" anchor="ctr"/>
                </a:tc>
                <a:extLst>
                  <a:ext uri="{0D108BD9-81ED-4DB2-BD59-A6C34878D82A}">
                    <a16:rowId xmlns:a16="http://schemas.microsoft.com/office/drawing/2014/main" val="2843022953"/>
                  </a:ext>
                </a:extLst>
              </a:tr>
            </a:tbl>
          </a:graphicData>
        </a:graphic>
      </p:graphicFrame>
      <p:sp>
        <p:nvSpPr>
          <p:cNvPr id="14" name="Textfeld 4">
            <a:extLst>
              <a:ext uri="{FF2B5EF4-FFF2-40B4-BE49-F238E27FC236}">
                <a16:creationId xmlns:a16="http://schemas.microsoft.com/office/drawing/2014/main" id="{A3D86B37-7599-D9F6-57BC-D60E9CBF41D7}"/>
              </a:ext>
            </a:extLst>
          </p:cNvPr>
          <p:cNvSpPr txBox="1"/>
          <p:nvPr/>
        </p:nvSpPr>
        <p:spPr>
          <a:xfrm>
            <a:off x="8561309" y="6239236"/>
            <a:ext cx="3276538" cy="138499"/>
          </a:xfrm>
          <a:prstGeom prst="rect">
            <a:avLst/>
          </a:prstGeom>
          <a:noFill/>
        </p:spPr>
        <p:txBody>
          <a:bodyPr wrap="none" lIns="0" tIns="0" rIns="0" bIns="0" rtlCol="0">
            <a:spAutoFit/>
          </a:bodyPr>
          <a:lstStyle/>
          <a:p>
            <a:pPr algn="l"/>
            <a:r>
              <a:rPr lang="en-US" sz="900"/>
              <a:t>* Signature Authorization tool as single source of approver data</a:t>
            </a:r>
          </a:p>
        </p:txBody>
      </p:sp>
      <p:sp>
        <p:nvSpPr>
          <p:cNvPr id="2" name="Footer Placeholder 2">
            <a:extLst>
              <a:ext uri="{FF2B5EF4-FFF2-40B4-BE49-F238E27FC236}">
                <a16:creationId xmlns:a16="http://schemas.microsoft.com/office/drawing/2014/main" id="{4A10F30D-036C-4B93-1F08-B4DA94B25E5F}"/>
              </a:ext>
            </a:extLst>
          </p:cNvPr>
          <p:cNvSpPr txBox="1">
            <a:spLocks/>
          </p:cNvSpPr>
          <p:nvPr/>
        </p:nvSpPr>
        <p:spPr bwMode="black">
          <a:xfrm>
            <a:off x="1059160" y="6310800"/>
            <a:ext cx="9216000" cy="547200"/>
          </a:xfrm>
          <a:prstGeom prst="rect">
            <a:avLst/>
          </a:prstGeom>
        </p:spPr>
        <p:txBody>
          <a:bodyPr vert="horz" lIns="0" tIns="0" rIns="0" bIns="61200" rtlCol="0" anchor="ctr" anchorCtr="0"/>
          <a:lstStyle>
            <a:defPPr>
              <a:defRPr lang="en-US"/>
            </a:defPPr>
            <a:lvl1pPr marL="0" algn="l" defTabSz="914400" rtl="0" eaLnBrk="1" latinLnBrk="0" hangingPunct="1">
              <a:lnSpc>
                <a:spcPct val="100000"/>
              </a:lnSpc>
              <a:defRPr sz="9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r>
              <a:rPr lang="en-US">
                <a:latin typeface="Arial"/>
              </a:rPr>
              <a:t>Restricted | © Siemens 2025 | SHERPA X | Governance Foundation | P2P Direct X</a:t>
            </a:r>
          </a:p>
        </p:txBody>
      </p:sp>
      <p:sp>
        <p:nvSpPr>
          <p:cNvPr id="3" name="Fußzeilenplatzhalter 2">
            <a:extLst>
              <a:ext uri="{FF2B5EF4-FFF2-40B4-BE49-F238E27FC236}">
                <a16:creationId xmlns:a16="http://schemas.microsoft.com/office/drawing/2014/main" id="{F12D20E7-6532-47C0-2890-D7B9B741C9C9}"/>
              </a:ext>
            </a:extLst>
          </p:cNvPr>
          <p:cNvSpPr>
            <a:spLocks noGrp="1"/>
          </p:cNvSpPr>
          <p:nvPr>
            <p:ph type="ftr" sz="quarter" idx="10"/>
          </p:nvPr>
        </p:nvSpPr>
        <p:spPr bwMode="black">
          <a:xfrm>
            <a:off x="1059160" y="6310800"/>
            <a:ext cx="9216000" cy="547200"/>
          </a:xfrm>
          <a:prstGeom prst="rect">
            <a:avLst/>
          </a:prstGeom>
        </p:spPr>
        <p:txBody>
          <a:bodyPr vert="horz" lIns="0" tIns="0" rIns="0" bIns="61200" rtlCol="0" anchor="ctr" anchorCtr="0"/>
          <a:lstStyle>
            <a:defPPr>
              <a:defRPr lang="en-US"/>
            </a:defPPr>
            <a:lvl1pPr marL="0" algn="l" defTabSz="914400" rtl="0" eaLnBrk="1" latinLnBrk="0" hangingPunct="1">
              <a:lnSpc>
                <a:spcPct val="100000"/>
              </a:lnSpc>
              <a:defRPr sz="9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100000"/>
              </a:lnSpc>
            </a:pPr>
            <a:r>
              <a:rPr lang="en-US"/>
              <a:t>Restricted | © Siemens 2025 | SHERPA X</a:t>
            </a:r>
          </a:p>
        </p:txBody>
      </p:sp>
      <p:sp>
        <p:nvSpPr>
          <p:cNvPr id="4" name="Foliennummernplatzhalter 3">
            <a:extLst>
              <a:ext uri="{FF2B5EF4-FFF2-40B4-BE49-F238E27FC236}">
                <a16:creationId xmlns:a16="http://schemas.microsoft.com/office/drawing/2014/main" id="{47C90BFC-BB3E-654E-F80B-EC4F2C26296E}"/>
              </a:ext>
            </a:extLst>
          </p:cNvPr>
          <p:cNvSpPr>
            <a:spLocks noGrp="1"/>
          </p:cNvSpPr>
          <p:nvPr>
            <p:ph type="sldNum" sz="quarter" idx="11"/>
          </p:nvPr>
        </p:nvSpPr>
        <p:spPr bwMode="black">
          <a:xfrm>
            <a:off x="411162" y="6310800"/>
            <a:ext cx="648000" cy="547200"/>
          </a:xfrm>
          <a:prstGeom prst="rect">
            <a:avLst/>
          </a:prstGeom>
        </p:spPr>
        <p:txBody>
          <a:bodyPr vert="horz" lIns="0" tIns="0" rIns="0" bIns="61200" rtlCol="0" anchor="ctr" anchorCtr="0"/>
          <a:lstStyle>
            <a:defPPr>
              <a:defRPr lang="en-US"/>
            </a:defPPr>
            <a:lvl1pPr marL="0" algn="l" defTabSz="914400" rtl="0" eaLnBrk="1" latinLnBrk="0" hangingPunct="1">
              <a:lnSpc>
                <a:spcPct val="100000"/>
              </a:lnSpc>
              <a:defRPr sz="900" b="1"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t>Page </a:t>
            </a:r>
            <a:fld id="{15EBE321-CBB1-4E91-BD14-37C8D44326FB}" type="slidenum">
              <a:rPr lang="en-US" smtClean="0"/>
              <a:pPr marL="0" marR="0" lvl="0" indent="0" algn="l" defTabSz="914400" rtl="0" eaLnBrk="1" fontAlgn="auto" latinLnBrk="0" hangingPunct="1">
                <a:lnSpc>
                  <a:spcPct val="100000"/>
                </a:lnSpc>
                <a:spcBef>
                  <a:spcPts val="0"/>
                </a:spcBef>
                <a:spcAft>
                  <a:spcPts val="0"/>
                </a:spcAft>
                <a:buClrTx/>
                <a:buSzTx/>
                <a:buFontTx/>
                <a:buNone/>
                <a:tabLst/>
                <a:defRPr/>
              </a:pPr>
              <a:t>95</a:t>
            </a:fld>
            <a:endParaRPr kumimoji="0" lang="en-US" sz="900" b="1" i="0" u="none" strike="noStrike" kern="1200" cap="none" spc="0" normalizeH="0" baseline="0" noProof="0">
              <a:ln>
                <a:noFill/>
              </a:ln>
              <a:solidFill>
                <a:prstClr val="white"/>
              </a:solidFill>
              <a:effectLst/>
              <a:uLnTx/>
              <a:uFillTx/>
              <a:latin typeface="Arial"/>
              <a:ea typeface="+mn-ea"/>
              <a:cs typeface="+mn-cs"/>
            </a:endParaRPr>
          </a:p>
        </p:txBody>
      </p:sp>
    </p:spTree>
    <p:extLst>
      <p:ext uri="{BB962C8B-B14F-4D97-AF65-F5344CB8AC3E}">
        <p14:creationId xmlns:p14="http://schemas.microsoft.com/office/powerpoint/2010/main" val="689193535"/>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09D5517A-835C-3AB7-3C52-F1F05F4163BB}"/>
              </a:ext>
            </a:extLst>
          </p:cNvPr>
          <p:cNvSpPr>
            <a:spLocks noGrp="1"/>
          </p:cNvSpPr>
          <p:nvPr>
            <p:ph type="sldNum" sz="quarter" idx="11"/>
          </p:nvPr>
        </p:nvSpPr>
        <p:spPr/>
        <p:txBody>
          <a:bodyPr/>
          <a:lstStyle/>
          <a:p>
            <a:r>
              <a:rPr lang="en-US"/>
              <a:t>Page </a:t>
            </a:r>
            <a:fld id="{15EBE321-CBB1-4E91-BD14-37C8D44326FB}" type="slidenum">
              <a:rPr lang="en-US" smtClean="0"/>
              <a:pPr/>
              <a:t>96</a:t>
            </a:fld>
            <a:endParaRPr lang="en-US"/>
          </a:p>
        </p:txBody>
      </p:sp>
      <p:pic>
        <p:nvPicPr>
          <p:cNvPr id="3074" name="Picture 2">
            <a:extLst>
              <a:ext uri="{FF2B5EF4-FFF2-40B4-BE49-F238E27FC236}">
                <a16:creationId xmlns:a16="http://schemas.microsoft.com/office/drawing/2014/main" id="{356071A9-0321-9AFC-552D-45440FBC3379}"/>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r="57109" b="8217"/>
          <a:stretch/>
        </p:blipFill>
        <p:spPr bwMode="auto">
          <a:xfrm>
            <a:off x="1173048" y="1136342"/>
            <a:ext cx="4856277" cy="4857751"/>
          </a:xfrm>
          <a:prstGeom prst="rect">
            <a:avLst/>
          </a:prstGeom>
          <a:solidFill>
            <a:schemeClr val="accent2"/>
          </a:solidFill>
        </p:spPr>
      </p:pic>
      <p:sp>
        <p:nvSpPr>
          <p:cNvPr id="5" name="Rechteck 5">
            <a:extLst>
              <a:ext uri="{FF2B5EF4-FFF2-40B4-BE49-F238E27FC236}">
                <a16:creationId xmlns:a16="http://schemas.microsoft.com/office/drawing/2014/main" id="{723D1763-BD2E-0E32-C183-8B7CE930197F}"/>
              </a:ext>
            </a:extLst>
          </p:cNvPr>
          <p:cNvSpPr/>
          <p:nvPr/>
        </p:nvSpPr>
        <p:spPr>
          <a:xfrm>
            <a:off x="7038975" y="1937442"/>
            <a:ext cx="5074561" cy="4377633"/>
          </a:xfrm>
          <a:prstGeom prst="rect">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r>
              <a:rPr lang="cs-CZ" sz="1050" dirty="0">
                <a:solidFill>
                  <a:schemeClr val="tx1"/>
                </a:solidFill>
              </a:rPr>
              <a:t>If the PO is completely approved, the r</a:t>
            </a:r>
            <a:r>
              <a:rPr lang="en-US" sz="1050" dirty="0" err="1">
                <a:solidFill>
                  <a:schemeClr val="tx1"/>
                </a:solidFill>
              </a:rPr>
              <a:t>equisitioner</a:t>
            </a:r>
            <a:r>
              <a:rPr lang="en-US" sz="1050" dirty="0">
                <a:solidFill>
                  <a:schemeClr val="tx1"/>
                </a:solidFill>
              </a:rPr>
              <a:t> will receive an email notification after the final approval step, that the PO has been released.</a:t>
            </a:r>
          </a:p>
          <a:p>
            <a:endParaRPr lang="en-US" sz="1050" dirty="0">
              <a:solidFill>
                <a:schemeClr val="tx1"/>
              </a:solidFill>
            </a:endParaRPr>
          </a:p>
          <a:p>
            <a:endParaRPr lang="en-US" sz="1050" dirty="0">
              <a:solidFill>
                <a:schemeClr val="tx1"/>
              </a:solidFill>
            </a:endParaRPr>
          </a:p>
        </p:txBody>
      </p:sp>
      <p:sp>
        <p:nvSpPr>
          <p:cNvPr id="6" name="Rechteck 5">
            <a:extLst>
              <a:ext uri="{FF2B5EF4-FFF2-40B4-BE49-F238E27FC236}">
                <a16:creationId xmlns:a16="http://schemas.microsoft.com/office/drawing/2014/main" id="{C82CB7D1-34FB-9F7D-B8E8-78BB2D3C0260}"/>
              </a:ext>
            </a:extLst>
          </p:cNvPr>
          <p:cNvSpPr/>
          <p:nvPr/>
        </p:nvSpPr>
        <p:spPr>
          <a:xfrm>
            <a:off x="7038975" y="1136342"/>
            <a:ext cx="5074561" cy="818023"/>
          </a:xfrm>
          <a:prstGeom prst="rect">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pPr algn="l"/>
            <a:r>
              <a:rPr lang="en-US" sz="1200" b="1" dirty="0">
                <a:solidFill>
                  <a:schemeClr val="tx1"/>
                </a:solidFill>
              </a:rPr>
              <a:t>Email: Direct X – PO # has been Released</a:t>
            </a:r>
            <a:endParaRPr lang="de-DE" sz="1200" b="1" dirty="0">
              <a:solidFill>
                <a:schemeClr val="tx1"/>
              </a:solidFill>
            </a:endParaRPr>
          </a:p>
        </p:txBody>
      </p:sp>
      <p:sp>
        <p:nvSpPr>
          <p:cNvPr id="7" name="TextBox 6">
            <a:extLst>
              <a:ext uri="{FF2B5EF4-FFF2-40B4-BE49-F238E27FC236}">
                <a16:creationId xmlns:a16="http://schemas.microsoft.com/office/drawing/2014/main" id="{CE9D603F-A5AF-EF9E-7191-4D145AC472F9}"/>
              </a:ext>
            </a:extLst>
          </p:cNvPr>
          <p:cNvSpPr txBox="1"/>
          <p:nvPr/>
        </p:nvSpPr>
        <p:spPr>
          <a:xfrm>
            <a:off x="333322" y="362910"/>
            <a:ext cx="8353478" cy="369332"/>
          </a:xfrm>
          <a:prstGeom prst="rect">
            <a:avLst/>
          </a:prstGeom>
        </p:spPr>
        <p:txBody>
          <a:bodyPr vert="horz" lIns="0" tIns="0" rIns="324000" bIns="14400" rtlCol="0" anchor="b" anchorCtr="0">
            <a:noAutofit/>
          </a:bodyPr>
          <a:lstStyle>
            <a:lvl1pPr>
              <a:lnSpc>
                <a:spcPct val="90000"/>
              </a:lnSpc>
              <a:spcBef>
                <a:spcPct val="0"/>
              </a:spcBef>
              <a:buNone/>
              <a:defRPr sz="2000" b="1">
                <a:solidFill>
                  <a:srgbClr val="00557C"/>
                </a:solidFill>
                <a:latin typeface="+mj-lt"/>
                <a:ea typeface="+mj-ea"/>
                <a:cs typeface="+mj-cs"/>
              </a:defRPr>
            </a:lvl1pPr>
          </a:lstStyle>
          <a:p>
            <a:r>
              <a:rPr lang="en-US">
                <a:solidFill>
                  <a:srgbClr val="00557C"/>
                </a:solidFill>
              </a:rPr>
              <a:t>SAT Approval – Approval Notification</a:t>
            </a:r>
            <a:endParaRPr lang="en-US"/>
          </a:p>
        </p:txBody>
      </p:sp>
      <p:sp>
        <p:nvSpPr>
          <p:cNvPr id="2" name="Fußzeilenplatzhalter 2">
            <a:extLst>
              <a:ext uri="{FF2B5EF4-FFF2-40B4-BE49-F238E27FC236}">
                <a16:creationId xmlns:a16="http://schemas.microsoft.com/office/drawing/2014/main" id="{AA833F60-B357-1C90-400B-33D27985EDAD}"/>
              </a:ext>
            </a:extLst>
          </p:cNvPr>
          <p:cNvSpPr>
            <a:spLocks noGrp="1"/>
          </p:cNvSpPr>
          <p:nvPr>
            <p:ph type="ftr" sz="quarter" idx="10"/>
          </p:nvPr>
        </p:nvSpPr>
        <p:spPr>
          <a:xfrm>
            <a:off x="1059160" y="6310800"/>
            <a:ext cx="9216000" cy="547200"/>
          </a:xfrm>
        </p:spPr>
        <p:txBody>
          <a:bodyPr/>
          <a:lstStyle/>
          <a:p>
            <a:pPr>
              <a:lnSpc>
                <a:spcPct val="100000"/>
              </a:lnSpc>
            </a:pPr>
            <a:r>
              <a:rPr lang="en-US"/>
              <a:t>Internal | © Siemens 2025 | SHERPA X I MM081 Procurement via Direct X</a:t>
            </a:r>
          </a:p>
        </p:txBody>
      </p:sp>
    </p:spTree>
    <p:extLst>
      <p:ext uri="{BB962C8B-B14F-4D97-AF65-F5344CB8AC3E}">
        <p14:creationId xmlns:p14="http://schemas.microsoft.com/office/powerpoint/2010/main" val="2596835925"/>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0D4522-7563-8321-D5C1-1270DE726ACB}"/>
            </a:ext>
          </a:extLst>
        </p:cNvPr>
        <p:cNvGrpSpPr/>
        <p:nvPr/>
      </p:nvGrpSpPr>
      <p:grpSpPr>
        <a:xfrm>
          <a:off x="0" y="0"/>
          <a:ext cx="0" cy="0"/>
          <a:chOff x="0" y="0"/>
          <a:chExt cx="0" cy="0"/>
        </a:xfrm>
      </p:grpSpPr>
      <p:graphicFrame>
        <p:nvGraphicFramePr>
          <p:cNvPr id="21" name="Object 20" hidden="1">
            <a:extLst>
              <a:ext uri="{FF2B5EF4-FFF2-40B4-BE49-F238E27FC236}">
                <a16:creationId xmlns:a16="http://schemas.microsoft.com/office/drawing/2014/main" id="{086434E0-BB44-072C-9A4C-1B82A665D717}"/>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737" imgH="737" progId="TCLayout.ActiveDocument.1">
                  <p:embed/>
                </p:oleObj>
              </mc:Choice>
              <mc:Fallback>
                <p:oleObj name="think-cell Slide" r:id="rId3" imgW="737" imgH="737" progId="TCLayout.ActiveDocument.1">
                  <p:embed/>
                  <p:pic>
                    <p:nvPicPr>
                      <p:cNvPr id="21" name="Object 20" hidden="1">
                        <a:extLst>
                          <a:ext uri="{FF2B5EF4-FFF2-40B4-BE49-F238E27FC236}">
                            <a16:creationId xmlns:a16="http://schemas.microsoft.com/office/drawing/2014/main" id="{086434E0-BB44-072C-9A4C-1B82A665D717}"/>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5" name="Title 4">
            <a:extLst>
              <a:ext uri="{FF2B5EF4-FFF2-40B4-BE49-F238E27FC236}">
                <a16:creationId xmlns:a16="http://schemas.microsoft.com/office/drawing/2014/main" id="{00EDA343-4FD5-06E7-C210-6CE3C913A2AB}"/>
              </a:ext>
            </a:extLst>
          </p:cNvPr>
          <p:cNvSpPr>
            <a:spLocks noGrp="1"/>
          </p:cNvSpPr>
          <p:nvPr>
            <p:ph type="title"/>
          </p:nvPr>
        </p:nvSpPr>
        <p:spPr>
          <a:xfrm>
            <a:off x="410401" y="3780000"/>
            <a:ext cx="9287638" cy="738664"/>
          </a:xfrm>
        </p:spPr>
        <p:txBody>
          <a:bodyPr/>
          <a:lstStyle/>
          <a:p>
            <a:r>
              <a:rPr lang="cs-CZ" sz="4800" b="1"/>
              <a:t>12. </a:t>
            </a:r>
            <a:r>
              <a:rPr lang="cs-CZ" sz="4800" b="1" err="1"/>
              <a:t>Release</a:t>
            </a:r>
            <a:r>
              <a:rPr lang="cs-CZ" sz="4800" b="1"/>
              <a:t> </a:t>
            </a:r>
            <a:r>
              <a:rPr lang="cs-CZ" sz="4800" b="1" err="1"/>
              <a:t>Statuses</a:t>
            </a:r>
            <a:endParaRPr lang="en-US"/>
          </a:p>
        </p:txBody>
      </p:sp>
    </p:spTree>
    <p:extLst>
      <p:ext uri="{BB962C8B-B14F-4D97-AF65-F5344CB8AC3E}">
        <p14:creationId xmlns:p14="http://schemas.microsoft.com/office/powerpoint/2010/main" val="3200949910"/>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E7A1BA-E259-3FA4-1AD2-E9CC71D8F5B5}"/>
            </a:ext>
          </a:extLst>
        </p:cNvPr>
        <p:cNvGrpSpPr/>
        <p:nvPr/>
      </p:nvGrpSpPr>
      <p:grpSpPr>
        <a:xfrm>
          <a:off x="0" y="0"/>
          <a:ext cx="0" cy="0"/>
          <a:chOff x="0" y="0"/>
          <a:chExt cx="0" cy="0"/>
        </a:xfrm>
      </p:grpSpPr>
      <p:sp>
        <p:nvSpPr>
          <p:cNvPr id="4" name="Foliennummernplatzhalter 3">
            <a:extLst>
              <a:ext uri="{FF2B5EF4-FFF2-40B4-BE49-F238E27FC236}">
                <a16:creationId xmlns:a16="http://schemas.microsoft.com/office/drawing/2014/main" id="{033ECE7E-93CD-C151-0E05-89C753D1A97E}"/>
              </a:ext>
            </a:extLst>
          </p:cNvPr>
          <p:cNvSpPr>
            <a:spLocks noGrp="1"/>
          </p:cNvSpPr>
          <p:nvPr>
            <p:ph type="sldNum" sz="quarter" idx="11"/>
          </p:nvPr>
        </p:nvSpPr>
        <p:spPr/>
        <p:txBody>
          <a:bodyPr/>
          <a:lstStyle/>
          <a:p>
            <a:r>
              <a:rPr lang="en-US"/>
              <a:t>Page </a:t>
            </a:r>
            <a:fld id="{15EBE321-CBB1-4E91-BD14-37C8D44326FB}" type="slidenum">
              <a:rPr lang="en-US" smtClean="0"/>
              <a:pPr/>
              <a:t>98</a:t>
            </a:fld>
            <a:endParaRPr lang="en-US"/>
          </a:p>
        </p:txBody>
      </p:sp>
      <p:sp>
        <p:nvSpPr>
          <p:cNvPr id="7" name="Rechteck 5">
            <a:extLst>
              <a:ext uri="{FF2B5EF4-FFF2-40B4-BE49-F238E27FC236}">
                <a16:creationId xmlns:a16="http://schemas.microsoft.com/office/drawing/2014/main" id="{4FD30235-BBE0-A8DA-3F7F-D9FCC35CBA58}"/>
              </a:ext>
            </a:extLst>
          </p:cNvPr>
          <p:cNvSpPr/>
          <p:nvPr/>
        </p:nvSpPr>
        <p:spPr>
          <a:xfrm>
            <a:off x="6470505" y="1537855"/>
            <a:ext cx="5278150" cy="429490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pPr marL="171450" indent="-171450">
              <a:buFont typeface="Arial" panose="020B0604020202020204" pitchFamily="34" charset="0"/>
              <a:buChar char="•"/>
            </a:pPr>
            <a:r>
              <a:rPr lang="en-US" sz="1200">
                <a:solidFill>
                  <a:schemeClr val="tx1"/>
                </a:solidFill>
              </a:rPr>
              <a:t>After the final SAT release, the status of the PO will be changed from “In Release” to “Release Complete</a:t>
            </a:r>
            <a:r>
              <a:rPr lang="cs-CZ" sz="1200">
                <a:solidFill>
                  <a:schemeClr val="tx1"/>
                </a:solidFill>
              </a:rPr>
              <a:t>d</a:t>
            </a:r>
            <a:r>
              <a:rPr lang="en-US" sz="1200">
                <a:solidFill>
                  <a:schemeClr val="tx1"/>
                </a:solidFill>
              </a:rPr>
              <a:t>”</a:t>
            </a:r>
          </a:p>
        </p:txBody>
      </p:sp>
      <p:sp>
        <p:nvSpPr>
          <p:cNvPr id="9" name="Titel 1">
            <a:extLst>
              <a:ext uri="{FF2B5EF4-FFF2-40B4-BE49-F238E27FC236}">
                <a16:creationId xmlns:a16="http://schemas.microsoft.com/office/drawing/2014/main" id="{65E8F5E8-85FD-B0F0-17C9-1679DA91B4B1}"/>
              </a:ext>
            </a:extLst>
          </p:cNvPr>
          <p:cNvSpPr>
            <a:spLocks noGrp="1"/>
          </p:cNvSpPr>
          <p:nvPr>
            <p:ph type="title"/>
          </p:nvPr>
        </p:nvSpPr>
        <p:spPr>
          <a:xfrm>
            <a:off x="410400" y="478800"/>
            <a:ext cx="9863997" cy="576000"/>
          </a:xfrm>
        </p:spPr>
        <p:txBody>
          <a:bodyPr/>
          <a:lstStyle/>
          <a:p>
            <a:r>
              <a:rPr lang="en-US">
                <a:solidFill>
                  <a:srgbClr val="00557C"/>
                </a:solidFill>
              </a:rPr>
              <a:t>Release Statuses</a:t>
            </a:r>
            <a:endParaRPr lang="en-US"/>
          </a:p>
        </p:txBody>
      </p:sp>
      <p:grpSp>
        <p:nvGrpSpPr>
          <p:cNvPr id="11" name="Group 10">
            <a:extLst>
              <a:ext uri="{FF2B5EF4-FFF2-40B4-BE49-F238E27FC236}">
                <a16:creationId xmlns:a16="http://schemas.microsoft.com/office/drawing/2014/main" id="{2ACFC87C-1F2F-EC0A-F820-0EC47B104EF6}"/>
              </a:ext>
            </a:extLst>
          </p:cNvPr>
          <p:cNvGrpSpPr/>
          <p:nvPr/>
        </p:nvGrpSpPr>
        <p:grpSpPr>
          <a:xfrm>
            <a:off x="361408" y="1402053"/>
            <a:ext cx="5734592" cy="4561494"/>
            <a:chOff x="102435" y="1155300"/>
            <a:chExt cx="5859502" cy="4743119"/>
          </a:xfrm>
        </p:grpSpPr>
        <p:grpSp>
          <p:nvGrpSpPr>
            <p:cNvPr id="13" name="Group 12">
              <a:extLst>
                <a:ext uri="{FF2B5EF4-FFF2-40B4-BE49-F238E27FC236}">
                  <a16:creationId xmlns:a16="http://schemas.microsoft.com/office/drawing/2014/main" id="{B72CD7A3-2E2A-6085-C47E-0087213C9409}"/>
                </a:ext>
              </a:extLst>
            </p:cNvPr>
            <p:cNvGrpSpPr/>
            <p:nvPr/>
          </p:nvGrpSpPr>
          <p:grpSpPr>
            <a:xfrm>
              <a:off x="102435" y="1155300"/>
              <a:ext cx="5859502" cy="4330738"/>
              <a:chOff x="83385" y="557742"/>
              <a:chExt cx="5859502" cy="4330738"/>
            </a:xfrm>
          </p:grpSpPr>
          <p:sp>
            <p:nvSpPr>
              <p:cNvPr id="17" name="Rectangle: Rounded Corners 16">
                <a:extLst>
                  <a:ext uri="{FF2B5EF4-FFF2-40B4-BE49-F238E27FC236}">
                    <a16:creationId xmlns:a16="http://schemas.microsoft.com/office/drawing/2014/main" id="{C8F2CEAB-0549-B492-8833-D9F4A4751DC4}"/>
                  </a:ext>
                </a:extLst>
              </p:cNvPr>
              <p:cNvSpPr/>
              <p:nvPr/>
            </p:nvSpPr>
            <p:spPr>
              <a:xfrm rot="16200000">
                <a:off x="-277166" y="1974385"/>
                <a:ext cx="1172291" cy="432000"/>
              </a:xfrm>
              <a:prstGeom prst="round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nchorCtr="0"/>
              <a:lstStyle/>
              <a:p>
                <a:pPr algn="ctr"/>
                <a:r>
                  <a:rPr lang="en-US" sz="1000">
                    <a:solidFill>
                      <a:schemeClr val="tx1"/>
                    </a:solidFill>
                  </a:rPr>
                  <a:t>Purchaser</a:t>
                </a:r>
              </a:p>
            </p:txBody>
          </p:sp>
          <p:sp>
            <p:nvSpPr>
              <p:cNvPr id="18" name="Flowchart: Decision 17">
                <a:extLst>
                  <a:ext uri="{FF2B5EF4-FFF2-40B4-BE49-F238E27FC236}">
                    <a16:creationId xmlns:a16="http://schemas.microsoft.com/office/drawing/2014/main" id="{63D9B1D4-3D3F-6165-E84D-45B5C631925C}"/>
                  </a:ext>
                </a:extLst>
              </p:cNvPr>
              <p:cNvSpPr/>
              <p:nvPr/>
            </p:nvSpPr>
            <p:spPr>
              <a:xfrm>
                <a:off x="2729752" y="1731312"/>
                <a:ext cx="1034288" cy="489396"/>
              </a:xfrm>
              <a:prstGeom prst="flowChartDecision">
                <a:avLst/>
              </a:prstGeom>
              <a:solidFill>
                <a:schemeClr val="accent1"/>
              </a:solidFill>
              <a:ln w="28575">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nchorCtr="0"/>
              <a:lstStyle/>
              <a:p>
                <a:pPr algn="ctr"/>
                <a:r>
                  <a:rPr lang="en-US" sz="800">
                    <a:solidFill>
                      <a:schemeClr val="tx1"/>
                    </a:solidFill>
                  </a:rPr>
                  <a:t>Expert</a:t>
                </a:r>
              </a:p>
            </p:txBody>
          </p:sp>
          <p:sp>
            <p:nvSpPr>
              <p:cNvPr id="19" name="Rectangle: Rounded Corners 18">
                <a:extLst>
                  <a:ext uri="{FF2B5EF4-FFF2-40B4-BE49-F238E27FC236}">
                    <a16:creationId xmlns:a16="http://schemas.microsoft.com/office/drawing/2014/main" id="{E79C4F61-D348-091D-CB23-D4CD11FBF161}"/>
                  </a:ext>
                </a:extLst>
              </p:cNvPr>
              <p:cNvSpPr/>
              <p:nvPr/>
            </p:nvSpPr>
            <p:spPr>
              <a:xfrm rot="16200000">
                <a:off x="-144777" y="807147"/>
                <a:ext cx="920525" cy="444241"/>
              </a:xfrm>
              <a:prstGeom prst="round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nchorCtr="0"/>
              <a:lstStyle/>
              <a:p>
                <a:pPr algn="ctr"/>
                <a:r>
                  <a:rPr lang="en-US" sz="1000">
                    <a:solidFill>
                      <a:schemeClr val="tx1"/>
                    </a:solidFill>
                  </a:rPr>
                  <a:t>Procurement Expert</a:t>
                </a:r>
              </a:p>
            </p:txBody>
          </p:sp>
          <p:sp>
            <p:nvSpPr>
              <p:cNvPr id="20" name="Rectangle: Rounded Corners 19">
                <a:extLst>
                  <a:ext uri="{FF2B5EF4-FFF2-40B4-BE49-F238E27FC236}">
                    <a16:creationId xmlns:a16="http://schemas.microsoft.com/office/drawing/2014/main" id="{041B8433-8267-BB6A-E5DA-3100DFBFC2D3}"/>
                  </a:ext>
                </a:extLst>
              </p:cNvPr>
              <p:cNvSpPr/>
              <p:nvPr/>
            </p:nvSpPr>
            <p:spPr>
              <a:xfrm rot="16200000">
                <a:off x="-656835" y="3711522"/>
                <a:ext cx="1912440" cy="432000"/>
              </a:xfrm>
              <a:prstGeom prst="round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nchorCtr="0"/>
              <a:lstStyle/>
              <a:p>
                <a:pPr algn="ctr"/>
                <a:r>
                  <a:rPr lang="en-US" sz="1050">
                    <a:solidFill>
                      <a:schemeClr val="tx1"/>
                    </a:solidFill>
                  </a:rPr>
                  <a:t>Approver</a:t>
                </a:r>
              </a:p>
            </p:txBody>
          </p:sp>
          <p:sp>
            <p:nvSpPr>
              <p:cNvPr id="21" name="Rectangle: Rounded Corners 20">
                <a:extLst>
                  <a:ext uri="{FF2B5EF4-FFF2-40B4-BE49-F238E27FC236}">
                    <a16:creationId xmlns:a16="http://schemas.microsoft.com/office/drawing/2014/main" id="{BA8E44E8-F552-0296-B2E7-474DEE128F18}"/>
                  </a:ext>
                </a:extLst>
              </p:cNvPr>
              <p:cNvSpPr/>
              <p:nvPr/>
            </p:nvSpPr>
            <p:spPr>
              <a:xfrm>
                <a:off x="658557" y="2976040"/>
                <a:ext cx="5284330" cy="1912440"/>
              </a:xfrm>
              <a:prstGeom prst="roundRect">
                <a:avLst/>
              </a:prstGeom>
              <a:noFill/>
              <a:ln w="285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pPr algn="l"/>
                <a:endParaRPr lang="en-US">
                  <a:solidFill>
                    <a:schemeClr val="tx1"/>
                  </a:solidFill>
                </a:endParaRPr>
              </a:p>
            </p:txBody>
          </p:sp>
          <p:sp>
            <p:nvSpPr>
              <p:cNvPr id="22" name="TextBox 21">
                <a:extLst>
                  <a:ext uri="{FF2B5EF4-FFF2-40B4-BE49-F238E27FC236}">
                    <a16:creationId xmlns:a16="http://schemas.microsoft.com/office/drawing/2014/main" id="{79D93088-8813-66C3-63AA-2550D076DA0B}"/>
                  </a:ext>
                </a:extLst>
              </p:cNvPr>
              <p:cNvSpPr txBox="1"/>
              <p:nvPr>
                <p:custDataLst>
                  <p:tags r:id="rId1"/>
                </p:custDataLst>
              </p:nvPr>
            </p:nvSpPr>
            <p:spPr>
              <a:xfrm>
                <a:off x="3322097" y="2395430"/>
                <a:ext cx="118622" cy="107722"/>
              </a:xfrm>
              <a:prstGeom prst="rect">
                <a:avLst/>
              </a:prstGeom>
              <a:noFill/>
            </p:spPr>
            <p:txBody>
              <a:bodyPr wrap="none" lIns="0" tIns="0" rIns="0" bIns="0" rtlCol="0">
                <a:spAutoFit/>
              </a:bodyPr>
              <a:lstStyle/>
              <a:p>
                <a:pPr algn="l"/>
                <a:r>
                  <a:rPr lang="en-US" sz="700" b="1"/>
                  <a:t>No</a:t>
                </a:r>
              </a:p>
            </p:txBody>
          </p:sp>
          <p:sp>
            <p:nvSpPr>
              <p:cNvPr id="23" name="Rectangle: Rounded Corners 22">
                <a:extLst>
                  <a:ext uri="{FF2B5EF4-FFF2-40B4-BE49-F238E27FC236}">
                    <a16:creationId xmlns:a16="http://schemas.microsoft.com/office/drawing/2014/main" id="{1CDEF653-DFC0-EC5B-ABDB-05F1AF45742C}"/>
                  </a:ext>
                </a:extLst>
              </p:cNvPr>
              <p:cNvSpPr/>
              <p:nvPr/>
            </p:nvSpPr>
            <p:spPr>
              <a:xfrm>
                <a:off x="668538" y="1544255"/>
                <a:ext cx="5274348" cy="1351594"/>
              </a:xfrm>
              <a:prstGeom prst="roundRect">
                <a:avLst/>
              </a:prstGeom>
              <a:noFill/>
              <a:ln w="285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pPr algn="l"/>
                <a:endParaRPr lang="en-US">
                  <a:solidFill>
                    <a:schemeClr val="tx1"/>
                  </a:solidFill>
                </a:endParaRPr>
              </a:p>
            </p:txBody>
          </p:sp>
          <p:sp>
            <p:nvSpPr>
              <p:cNvPr id="24" name="Rectangle: Rounded Corners 23">
                <a:extLst>
                  <a:ext uri="{FF2B5EF4-FFF2-40B4-BE49-F238E27FC236}">
                    <a16:creationId xmlns:a16="http://schemas.microsoft.com/office/drawing/2014/main" id="{485C2E55-1824-4B0F-3AD2-5B46BF66ACC7}"/>
                  </a:ext>
                </a:extLst>
              </p:cNvPr>
              <p:cNvSpPr/>
              <p:nvPr/>
            </p:nvSpPr>
            <p:spPr>
              <a:xfrm>
                <a:off x="668538" y="557742"/>
                <a:ext cx="5274348" cy="915787"/>
              </a:xfrm>
              <a:prstGeom prst="roundRect">
                <a:avLst/>
              </a:prstGeom>
              <a:noFill/>
              <a:ln w="285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pPr algn="l"/>
                <a:endParaRPr lang="en-US">
                  <a:solidFill>
                    <a:schemeClr val="tx1"/>
                  </a:solidFill>
                </a:endParaRPr>
              </a:p>
            </p:txBody>
          </p:sp>
          <p:sp>
            <p:nvSpPr>
              <p:cNvPr id="25" name="Flowchart: Decision 24">
                <a:extLst>
                  <a:ext uri="{FF2B5EF4-FFF2-40B4-BE49-F238E27FC236}">
                    <a16:creationId xmlns:a16="http://schemas.microsoft.com/office/drawing/2014/main" id="{5CD07A3C-70D0-653A-E084-551AD17C521E}"/>
                  </a:ext>
                </a:extLst>
              </p:cNvPr>
              <p:cNvSpPr/>
              <p:nvPr/>
            </p:nvSpPr>
            <p:spPr>
              <a:xfrm>
                <a:off x="3492647" y="3123586"/>
                <a:ext cx="936219" cy="488512"/>
              </a:xfrm>
              <a:prstGeom prst="flowChartDecision">
                <a:avLst/>
              </a:prstGeom>
              <a:solidFill>
                <a:schemeClr val="accent1"/>
              </a:solidFill>
              <a:ln w="28575">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nchorCtr="0"/>
              <a:lstStyle/>
              <a:p>
                <a:pPr algn="ctr"/>
                <a:r>
                  <a:rPr lang="en-US" sz="800">
                    <a:solidFill>
                      <a:schemeClr val="tx1"/>
                    </a:solidFill>
                  </a:rPr>
                  <a:t>SAT</a:t>
                </a:r>
              </a:p>
            </p:txBody>
          </p:sp>
          <p:sp>
            <p:nvSpPr>
              <p:cNvPr id="26" name="Flowchart: Alternate Process 25">
                <a:extLst>
                  <a:ext uri="{FF2B5EF4-FFF2-40B4-BE49-F238E27FC236}">
                    <a16:creationId xmlns:a16="http://schemas.microsoft.com/office/drawing/2014/main" id="{17E2C4F6-0F41-BC59-22E2-CF180BE08E2D}"/>
                  </a:ext>
                </a:extLst>
              </p:cNvPr>
              <p:cNvSpPr/>
              <p:nvPr/>
            </p:nvSpPr>
            <p:spPr>
              <a:xfrm>
                <a:off x="1904100" y="2236606"/>
                <a:ext cx="1071401" cy="502315"/>
              </a:xfrm>
              <a:prstGeom prst="flowChartAlternateProcess">
                <a:avLst/>
              </a:prstGeom>
              <a:solidFill>
                <a:schemeClr val="accent1"/>
              </a:solidFill>
              <a:ln w="28575">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nchorCtr="0"/>
              <a:lstStyle/>
              <a:p>
                <a:pPr algn="ctr"/>
                <a:r>
                  <a:rPr lang="en-US" sz="800">
                    <a:solidFill>
                      <a:schemeClr val="tx1"/>
                    </a:solidFill>
                  </a:rPr>
                  <a:t>Receive</a:t>
                </a:r>
                <a:r>
                  <a:rPr lang="de-DE" sz="800">
                    <a:solidFill>
                      <a:schemeClr val="tx1"/>
                    </a:solidFill>
                  </a:rPr>
                  <a:t> </a:t>
                </a:r>
                <a:r>
                  <a:rPr lang="en-US" sz="800">
                    <a:solidFill>
                      <a:schemeClr val="tx1"/>
                    </a:solidFill>
                  </a:rPr>
                  <a:t>BTP</a:t>
                </a:r>
                <a:r>
                  <a:rPr lang="de-DE" sz="800">
                    <a:solidFill>
                      <a:schemeClr val="tx1"/>
                    </a:solidFill>
                  </a:rPr>
                  <a:t> Form  </a:t>
                </a:r>
                <a:r>
                  <a:rPr lang="en-US" sz="800">
                    <a:solidFill>
                      <a:schemeClr val="tx1"/>
                    </a:solidFill>
                  </a:rPr>
                  <a:t>to Confirm the </a:t>
                </a:r>
                <a:r>
                  <a:rPr lang="de-DE" sz="800">
                    <a:solidFill>
                      <a:schemeClr val="tx1"/>
                    </a:solidFill>
                  </a:rPr>
                  <a:t>PO</a:t>
                </a:r>
                <a:endParaRPr lang="en-US" sz="800">
                  <a:solidFill>
                    <a:schemeClr val="tx1"/>
                  </a:solidFill>
                </a:endParaRPr>
              </a:p>
            </p:txBody>
          </p:sp>
          <p:sp>
            <p:nvSpPr>
              <p:cNvPr id="27" name="Flowchart: Alternate Process 26">
                <a:extLst>
                  <a:ext uri="{FF2B5EF4-FFF2-40B4-BE49-F238E27FC236}">
                    <a16:creationId xmlns:a16="http://schemas.microsoft.com/office/drawing/2014/main" id="{B1894D81-C0C5-F0B3-5E8A-4A18217DAF8F}"/>
                  </a:ext>
                </a:extLst>
              </p:cNvPr>
              <p:cNvSpPr/>
              <p:nvPr/>
            </p:nvSpPr>
            <p:spPr>
              <a:xfrm>
                <a:off x="2618479" y="760268"/>
                <a:ext cx="1256831" cy="491773"/>
              </a:xfrm>
              <a:prstGeom prst="flowChartAlternateProcess">
                <a:avLst/>
              </a:prstGeom>
              <a:solidFill>
                <a:schemeClr val="accent1"/>
              </a:solidFill>
              <a:ln w="28575">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nchorCtr="0"/>
              <a:lstStyle/>
              <a:p>
                <a:pPr algn="ctr"/>
                <a:r>
                  <a:rPr lang="en-US" sz="800">
                    <a:solidFill>
                      <a:schemeClr val="tx1"/>
                    </a:solidFill>
                  </a:rPr>
                  <a:t>Expert Approval</a:t>
                </a:r>
              </a:p>
            </p:txBody>
          </p:sp>
          <p:cxnSp>
            <p:nvCxnSpPr>
              <p:cNvPr id="28" name="Straight Arrow Connector 27">
                <a:extLst>
                  <a:ext uri="{FF2B5EF4-FFF2-40B4-BE49-F238E27FC236}">
                    <a16:creationId xmlns:a16="http://schemas.microsoft.com/office/drawing/2014/main" id="{649908A4-AE6F-6B2B-A87B-D6890BCF2B54}"/>
                  </a:ext>
                </a:extLst>
              </p:cNvPr>
              <p:cNvCxnSpPr>
                <a:cxnSpLocks/>
                <a:stCxn id="18" idx="0"/>
                <a:endCxn id="27" idx="2"/>
              </p:cNvCxnSpPr>
              <p:nvPr/>
            </p:nvCxnSpPr>
            <p:spPr>
              <a:xfrm flipH="1" flipV="1">
                <a:off x="3246895" y="1252041"/>
                <a:ext cx="1" cy="479271"/>
              </a:xfrm>
              <a:prstGeom prst="straightConnector1">
                <a:avLst/>
              </a:prstGeom>
              <a:ln w="25400">
                <a:solidFill>
                  <a:schemeClr val="tx1"/>
                </a:solidFill>
                <a:headEnd w="lg" len="lg"/>
                <a:tailEnd type="triangle"/>
              </a:ln>
            </p:spPr>
            <p:style>
              <a:lnRef idx="1">
                <a:schemeClr val="accent1"/>
              </a:lnRef>
              <a:fillRef idx="0">
                <a:schemeClr val="accent1"/>
              </a:fillRef>
              <a:effectRef idx="0">
                <a:schemeClr val="accent1"/>
              </a:effectRef>
              <a:fontRef idx="minor">
                <a:schemeClr val="tx1"/>
              </a:fontRef>
            </p:style>
          </p:cxnSp>
          <p:sp>
            <p:nvSpPr>
              <p:cNvPr id="29" name="Flowchart: Alternate Process 28">
                <a:extLst>
                  <a:ext uri="{FF2B5EF4-FFF2-40B4-BE49-F238E27FC236}">
                    <a16:creationId xmlns:a16="http://schemas.microsoft.com/office/drawing/2014/main" id="{EC640E9F-19D5-21B5-C362-A17686E95B1A}"/>
                  </a:ext>
                </a:extLst>
              </p:cNvPr>
              <p:cNvSpPr/>
              <p:nvPr/>
            </p:nvSpPr>
            <p:spPr>
              <a:xfrm>
                <a:off x="3411818" y="3804188"/>
                <a:ext cx="1097875" cy="318034"/>
              </a:xfrm>
              <a:prstGeom prst="flowChartAlternateProcess">
                <a:avLst/>
              </a:prstGeom>
              <a:solidFill>
                <a:schemeClr val="accent1"/>
              </a:solidFill>
              <a:ln w="28575">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nchorCtr="0"/>
              <a:lstStyle/>
              <a:p>
                <a:pPr algn="ctr"/>
                <a:r>
                  <a:rPr lang="en-US" sz="800">
                    <a:solidFill>
                      <a:schemeClr val="tx1"/>
                    </a:solidFill>
                  </a:rPr>
                  <a:t>Functional Approval</a:t>
                </a:r>
              </a:p>
            </p:txBody>
          </p:sp>
          <p:sp>
            <p:nvSpPr>
              <p:cNvPr id="30" name="Flowchart: Alternate Process 29">
                <a:extLst>
                  <a:ext uri="{FF2B5EF4-FFF2-40B4-BE49-F238E27FC236}">
                    <a16:creationId xmlns:a16="http://schemas.microsoft.com/office/drawing/2014/main" id="{06024E4F-EABF-FA0B-48C6-A2C0BA94133D}"/>
                  </a:ext>
                </a:extLst>
              </p:cNvPr>
              <p:cNvSpPr/>
              <p:nvPr/>
            </p:nvSpPr>
            <p:spPr>
              <a:xfrm>
                <a:off x="3322097" y="4308209"/>
                <a:ext cx="1277318" cy="318034"/>
              </a:xfrm>
              <a:prstGeom prst="flowChartAlternateProcess">
                <a:avLst/>
              </a:prstGeom>
              <a:solidFill>
                <a:schemeClr val="accent1"/>
              </a:solidFill>
              <a:ln w="28575">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nchorCtr="0"/>
              <a:lstStyle/>
              <a:p>
                <a:pPr algn="ctr"/>
                <a:r>
                  <a:rPr lang="en-US" sz="800">
                    <a:solidFill>
                      <a:schemeClr val="tx1"/>
                    </a:solidFill>
                  </a:rPr>
                  <a:t>Commercial Approval</a:t>
                </a:r>
              </a:p>
            </p:txBody>
          </p:sp>
          <p:cxnSp>
            <p:nvCxnSpPr>
              <p:cNvPr id="31" name="Connector: Elbow 30">
                <a:extLst>
                  <a:ext uri="{FF2B5EF4-FFF2-40B4-BE49-F238E27FC236}">
                    <a16:creationId xmlns:a16="http://schemas.microsoft.com/office/drawing/2014/main" id="{A7855486-D49D-991D-954A-715ADF3A1CCC}"/>
                  </a:ext>
                </a:extLst>
              </p:cNvPr>
              <p:cNvCxnSpPr>
                <a:cxnSpLocks/>
                <a:stCxn id="18" idx="2"/>
                <a:endCxn id="25" idx="1"/>
              </p:cNvCxnSpPr>
              <p:nvPr/>
            </p:nvCxnSpPr>
            <p:spPr>
              <a:xfrm rot="16200000" flipH="1">
                <a:off x="2796204" y="2671399"/>
                <a:ext cx="1147134" cy="245751"/>
              </a:xfrm>
              <a:prstGeom prst="bentConnector2">
                <a:avLst/>
              </a:prstGeom>
              <a:ln w="25400">
                <a:solidFill>
                  <a:schemeClr val="tx1"/>
                </a:solidFill>
                <a:headEnd w="lg" len="lg"/>
                <a:tailEnd type="triangle"/>
              </a:ln>
            </p:spPr>
            <p:style>
              <a:lnRef idx="1">
                <a:schemeClr val="accent1"/>
              </a:lnRef>
              <a:fillRef idx="0">
                <a:schemeClr val="accent1"/>
              </a:fillRef>
              <a:effectRef idx="0">
                <a:schemeClr val="accent1"/>
              </a:effectRef>
              <a:fontRef idx="minor">
                <a:schemeClr val="tx1"/>
              </a:fontRef>
            </p:style>
          </p:cxnSp>
          <p:cxnSp>
            <p:nvCxnSpPr>
              <p:cNvPr id="32" name="Connector: Elbow 31">
                <a:extLst>
                  <a:ext uri="{FF2B5EF4-FFF2-40B4-BE49-F238E27FC236}">
                    <a16:creationId xmlns:a16="http://schemas.microsoft.com/office/drawing/2014/main" id="{8B68B9DB-EBE5-AE99-E320-E8ECC93F6B5B}"/>
                  </a:ext>
                </a:extLst>
              </p:cNvPr>
              <p:cNvCxnSpPr>
                <a:cxnSpLocks/>
                <a:stCxn id="27" idx="3"/>
                <a:endCxn id="25" idx="0"/>
              </p:cNvCxnSpPr>
              <p:nvPr/>
            </p:nvCxnSpPr>
            <p:spPr>
              <a:xfrm>
                <a:off x="3875310" y="1006155"/>
                <a:ext cx="85447" cy="2117431"/>
              </a:xfrm>
              <a:prstGeom prst="bentConnector2">
                <a:avLst/>
              </a:prstGeom>
              <a:ln w="25400">
                <a:solidFill>
                  <a:schemeClr val="tx1"/>
                </a:solidFill>
                <a:headEnd w="lg" len="lg"/>
                <a:tailEnd type="triangle"/>
              </a:ln>
            </p:spPr>
            <p:style>
              <a:lnRef idx="1">
                <a:schemeClr val="accent1"/>
              </a:lnRef>
              <a:fillRef idx="0">
                <a:schemeClr val="accent1"/>
              </a:fillRef>
              <a:effectRef idx="0">
                <a:schemeClr val="accent1"/>
              </a:effectRef>
              <a:fontRef idx="minor">
                <a:schemeClr val="tx1"/>
              </a:fontRef>
            </p:style>
          </p:cxnSp>
          <p:sp>
            <p:nvSpPr>
              <p:cNvPr id="33" name="TextBox 32">
                <a:extLst>
                  <a:ext uri="{FF2B5EF4-FFF2-40B4-BE49-F238E27FC236}">
                    <a16:creationId xmlns:a16="http://schemas.microsoft.com/office/drawing/2014/main" id="{A1CBED3E-C0BC-0E68-7179-925CCB3F0E3C}"/>
                  </a:ext>
                </a:extLst>
              </p:cNvPr>
              <p:cNvSpPr txBox="1"/>
              <p:nvPr>
                <p:custDataLst>
                  <p:tags r:id="rId2"/>
                </p:custDataLst>
              </p:nvPr>
            </p:nvSpPr>
            <p:spPr>
              <a:xfrm>
                <a:off x="3748656" y="3622434"/>
                <a:ext cx="158698" cy="107722"/>
              </a:xfrm>
              <a:prstGeom prst="rect">
                <a:avLst/>
              </a:prstGeom>
              <a:noFill/>
            </p:spPr>
            <p:txBody>
              <a:bodyPr wrap="none" lIns="0" tIns="0" rIns="0" bIns="0" rtlCol="0">
                <a:spAutoFit/>
              </a:bodyPr>
              <a:lstStyle/>
              <a:p>
                <a:pPr algn="l"/>
                <a:r>
                  <a:rPr lang="en-US" sz="700" b="1"/>
                  <a:t>Yes</a:t>
                </a:r>
              </a:p>
            </p:txBody>
          </p:sp>
          <p:sp>
            <p:nvSpPr>
              <p:cNvPr id="34" name="Flowchart: Alternate Process 33">
                <a:extLst>
                  <a:ext uri="{FF2B5EF4-FFF2-40B4-BE49-F238E27FC236}">
                    <a16:creationId xmlns:a16="http://schemas.microsoft.com/office/drawing/2014/main" id="{9F7CC85B-0DC0-B1F0-4484-6D0AA7E1AADC}"/>
                  </a:ext>
                </a:extLst>
              </p:cNvPr>
              <p:cNvSpPr/>
              <p:nvPr>
                <p:custDataLst>
                  <p:tags r:id="rId3"/>
                </p:custDataLst>
              </p:nvPr>
            </p:nvSpPr>
            <p:spPr>
              <a:xfrm>
                <a:off x="4896975" y="3183699"/>
                <a:ext cx="835376" cy="368285"/>
              </a:xfrm>
              <a:prstGeom prst="flowChartAlternateProcess">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nchorCtr="0"/>
              <a:lstStyle/>
              <a:p>
                <a:pPr algn="ctr"/>
                <a:r>
                  <a:rPr lang="en-US" sz="800">
                    <a:solidFill>
                      <a:schemeClr val="tx1"/>
                    </a:solidFill>
                  </a:rPr>
                  <a:t>PO Released</a:t>
                </a:r>
              </a:p>
            </p:txBody>
          </p:sp>
          <p:sp>
            <p:nvSpPr>
              <p:cNvPr id="35" name="TextBox 34">
                <a:extLst>
                  <a:ext uri="{FF2B5EF4-FFF2-40B4-BE49-F238E27FC236}">
                    <a16:creationId xmlns:a16="http://schemas.microsoft.com/office/drawing/2014/main" id="{22E7AA4F-E1AA-DA7F-65C4-92CCF200DA10}"/>
                  </a:ext>
                </a:extLst>
              </p:cNvPr>
              <p:cNvSpPr txBox="1"/>
              <p:nvPr>
                <p:custDataLst>
                  <p:tags r:id="rId4"/>
                </p:custDataLst>
              </p:nvPr>
            </p:nvSpPr>
            <p:spPr>
              <a:xfrm>
                <a:off x="4520741" y="3209713"/>
                <a:ext cx="118622" cy="107722"/>
              </a:xfrm>
              <a:prstGeom prst="rect">
                <a:avLst/>
              </a:prstGeom>
              <a:noFill/>
            </p:spPr>
            <p:txBody>
              <a:bodyPr wrap="none" lIns="0" tIns="0" rIns="0" bIns="0" rtlCol="0">
                <a:spAutoFit/>
              </a:bodyPr>
              <a:lstStyle/>
              <a:p>
                <a:pPr algn="l"/>
                <a:r>
                  <a:rPr lang="en-US" sz="700" b="1"/>
                  <a:t>No</a:t>
                </a:r>
              </a:p>
            </p:txBody>
          </p:sp>
          <p:sp>
            <p:nvSpPr>
              <p:cNvPr id="36" name="TextBox 35">
                <a:extLst>
                  <a:ext uri="{FF2B5EF4-FFF2-40B4-BE49-F238E27FC236}">
                    <a16:creationId xmlns:a16="http://schemas.microsoft.com/office/drawing/2014/main" id="{3C67211B-C19A-8E16-F95A-10317263F106}"/>
                  </a:ext>
                </a:extLst>
              </p:cNvPr>
              <p:cNvSpPr txBox="1"/>
              <p:nvPr>
                <p:custDataLst>
                  <p:tags r:id="rId5"/>
                </p:custDataLst>
              </p:nvPr>
            </p:nvSpPr>
            <p:spPr>
              <a:xfrm>
                <a:off x="3303430" y="1583725"/>
                <a:ext cx="158698" cy="107722"/>
              </a:xfrm>
              <a:prstGeom prst="rect">
                <a:avLst/>
              </a:prstGeom>
              <a:noFill/>
            </p:spPr>
            <p:txBody>
              <a:bodyPr wrap="none" lIns="0" tIns="0" rIns="0" bIns="0" rtlCol="0">
                <a:spAutoFit/>
              </a:bodyPr>
              <a:lstStyle/>
              <a:p>
                <a:pPr algn="l"/>
                <a:r>
                  <a:rPr lang="en-US" sz="700" b="1"/>
                  <a:t>Yes</a:t>
                </a:r>
              </a:p>
            </p:txBody>
          </p:sp>
          <p:sp>
            <p:nvSpPr>
              <p:cNvPr id="37" name="Flowchart: Alternate Process 36">
                <a:extLst>
                  <a:ext uri="{FF2B5EF4-FFF2-40B4-BE49-F238E27FC236}">
                    <a16:creationId xmlns:a16="http://schemas.microsoft.com/office/drawing/2014/main" id="{ABE5959A-8BDE-2073-E813-217F8E1FC057}"/>
                  </a:ext>
                </a:extLst>
              </p:cNvPr>
              <p:cNvSpPr/>
              <p:nvPr>
                <p:custDataLst>
                  <p:tags r:id="rId6"/>
                </p:custDataLst>
              </p:nvPr>
            </p:nvSpPr>
            <p:spPr>
              <a:xfrm>
                <a:off x="767621" y="1606909"/>
                <a:ext cx="1238672" cy="401877"/>
              </a:xfrm>
              <a:prstGeom prst="flowChartAlternateProcess">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nchorCtr="0"/>
              <a:lstStyle/>
              <a:p>
                <a:pPr algn="ctr"/>
                <a:r>
                  <a:rPr lang="en-US" sz="800">
                    <a:solidFill>
                      <a:schemeClr val="tx1"/>
                    </a:solidFill>
                  </a:rPr>
                  <a:t>Create/Save PO with reference to the PR</a:t>
                </a:r>
              </a:p>
            </p:txBody>
          </p:sp>
          <p:sp>
            <p:nvSpPr>
              <p:cNvPr id="38" name="Flowchart: Alternate Process 37">
                <a:extLst>
                  <a:ext uri="{FF2B5EF4-FFF2-40B4-BE49-F238E27FC236}">
                    <a16:creationId xmlns:a16="http://schemas.microsoft.com/office/drawing/2014/main" id="{B7A269AD-48E1-3FDE-DDFC-B9C52A8F0CAA}"/>
                  </a:ext>
                </a:extLst>
              </p:cNvPr>
              <p:cNvSpPr/>
              <p:nvPr/>
            </p:nvSpPr>
            <p:spPr>
              <a:xfrm>
                <a:off x="961809" y="2236606"/>
                <a:ext cx="849807" cy="502315"/>
              </a:xfrm>
              <a:prstGeom prst="flowChartAlternateProcess">
                <a:avLst/>
              </a:prstGeom>
              <a:solidFill>
                <a:schemeClr val="accent1"/>
              </a:solidFill>
              <a:ln w="28575">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nchorCtr="0"/>
              <a:lstStyle/>
              <a:p>
                <a:pPr algn="ctr"/>
                <a:r>
                  <a:rPr lang="de-DE" sz="800">
                    <a:solidFill>
                      <a:schemeClr val="tx1"/>
                    </a:solidFill>
                  </a:rPr>
                  <a:t>S</a:t>
                </a:r>
                <a:r>
                  <a:rPr lang="en-US" sz="800">
                    <a:solidFill>
                      <a:schemeClr val="tx1"/>
                    </a:solidFill>
                  </a:rPr>
                  <a:t>elect the Expert (if Required)</a:t>
                </a:r>
              </a:p>
            </p:txBody>
          </p:sp>
          <p:cxnSp>
            <p:nvCxnSpPr>
              <p:cNvPr id="39" name="Straight Arrow Connector 38">
                <a:extLst>
                  <a:ext uri="{FF2B5EF4-FFF2-40B4-BE49-F238E27FC236}">
                    <a16:creationId xmlns:a16="http://schemas.microsoft.com/office/drawing/2014/main" id="{7D74F6B4-DDEE-FE14-C9A8-FD15B2C2BDE7}"/>
                  </a:ext>
                </a:extLst>
              </p:cNvPr>
              <p:cNvCxnSpPr>
                <a:cxnSpLocks/>
                <a:stCxn id="25" idx="2"/>
                <a:endCxn id="29" idx="0"/>
              </p:cNvCxnSpPr>
              <p:nvPr/>
            </p:nvCxnSpPr>
            <p:spPr>
              <a:xfrm flipH="1">
                <a:off x="3960756" y="3612098"/>
                <a:ext cx="1" cy="192090"/>
              </a:xfrm>
              <a:prstGeom prst="straightConnector1">
                <a:avLst/>
              </a:prstGeom>
              <a:ln w="25400">
                <a:solidFill>
                  <a:schemeClr val="tx1"/>
                </a:solidFill>
                <a:headEnd w="lg" len="lg"/>
                <a:tailEnd type="triangle"/>
              </a:ln>
            </p:spPr>
            <p:style>
              <a:lnRef idx="1">
                <a:schemeClr val="accent1"/>
              </a:lnRef>
              <a:fillRef idx="0">
                <a:schemeClr val="accent1"/>
              </a:fillRef>
              <a:effectRef idx="0">
                <a:schemeClr val="accent1"/>
              </a:effectRef>
              <a:fontRef idx="minor">
                <a:schemeClr val="tx1"/>
              </a:fontRef>
            </p:style>
          </p:cxnSp>
          <p:cxnSp>
            <p:nvCxnSpPr>
              <p:cNvPr id="40" name="Straight Arrow Connector 39">
                <a:extLst>
                  <a:ext uri="{FF2B5EF4-FFF2-40B4-BE49-F238E27FC236}">
                    <a16:creationId xmlns:a16="http://schemas.microsoft.com/office/drawing/2014/main" id="{A04A3A8B-FA50-B649-F09F-3CA3FC31F8F4}"/>
                  </a:ext>
                </a:extLst>
              </p:cNvPr>
              <p:cNvCxnSpPr>
                <a:cxnSpLocks/>
                <a:stCxn id="29" idx="2"/>
                <a:endCxn id="30" idx="0"/>
              </p:cNvCxnSpPr>
              <p:nvPr/>
            </p:nvCxnSpPr>
            <p:spPr>
              <a:xfrm>
                <a:off x="3960756" y="4122222"/>
                <a:ext cx="0" cy="185987"/>
              </a:xfrm>
              <a:prstGeom prst="straightConnector1">
                <a:avLst/>
              </a:prstGeom>
              <a:ln w="25400">
                <a:solidFill>
                  <a:schemeClr val="tx1"/>
                </a:solidFill>
                <a:headEnd w="lg" len="lg"/>
                <a:tailEnd type="triangle"/>
              </a:ln>
            </p:spPr>
            <p:style>
              <a:lnRef idx="1">
                <a:schemeClr val="accent1"/>
              </a:lnRef>
              <a:fillRef idx="0">
                <a:schemeClr val="accent1"/>
              </a:fillRef>
              <a:effectRef idx="0">
                <a:schemeClr val="accent1"/>
              </a:effectRef>
              <a:fontRef idx="minor">
                <a:schemeClr val="tx1"/>
              </a:fontRef>
            </p:style>
          </p:cxnSp>
          <p:cxnSp>
            <p:nvCxnSpPr>
              <p:cNvPr id="41" name="Connector: Elbow 40">
                <a:extLst>
                  <a:ext uri="{FF2B5EF4-FFF2-40B4-BE49-F238E27FC236}">
                    <a16:creationId xmlns:a16="http://schemas.microsoft.com/office/drawing/2014/main" id="{D43B9400-7727-A4C5-BE47-FDBCF3EC7CC8}"/>
                  </a:ext>
                </a:extLst>
              </p:cNvPr>
              <p:cNvCxnSpPr>
                <a:cxnSpLocks/>
                <a:stCxn id="29" idx="3"/>
                <a:endCxn id="34" idx="2"/>
              </p:cNvCxnSpPr>
              <p:nvPr/>
            </p:nvCxnSpPr>
            <p:spPr>
              <a:xfrm flipV="1">
                <a:off x="4509693" y="3551984"/>
                <a:ext cx="804970" cy="411221"/>
              </a:xfrm>
              <a:prstGeom prst="bentConnector2">
                <a:avLst/>
              </a:prstGeom>
              <a:ln w="25400">
                <a:solidFill>
                  <a:schemeClr val="tx1"/>
                </a:solidFill>
                <a:headEnd w="lg" len="lg"/>
                <a:tailEnd type="triangle"/>
              </a:ln>
            </p:spPr>
            <p:style>
              <a:lnRef idx="1">
                <a:schemeClr val="accent1"/>
              </a:lnRef>
              <a:fillRef idx="0">
                <a:schemeClr val="accent1"/>
              </a:fillRef>
              <a:effectRef idx="0">
                <a:schemeClr val="accent1"/>
              </a:effectRef>
              <a:fontRef idx="minor">
                <a:schemeClr val="tx1"/>
              </a:fontRef>
            </p:style>
          </p:cxnSp>
          <p:cxnSp>
            <p:nvCxnSpPr>
              <p:cNvPr id="42" name="Connector: Elbow 41">
                <a:extLst>
                  <a:ext uri="{FF2B5EF4-FFF2-40B4-BE49-F238E27FC236}">
                    <a16:creationId xmlns:a16="http://schemas.microsoft.com/office/drawing/2014/main" id="{3AAE1BF4-AF08-C9BF-8AED-2767D7A7A6F6}"/>
                  </a:ext>
                </a:extLst>
              </p:cNvPr>
              <p:cNvCxnSpPr>
                <a:cxnSpLocks/>
                <a:stCxn id="30" idx="3"/>
                <a:endCxn id="34" idx="2"/>
              </p:cNvCxnSpPr>
              <p:nvPr/>
            </p:nvCxnSpPr>
            <p:spPr>
              <a:xfrm flipV="1">
                <a:off x="4599415" y="3551984"/>
                <a:ext cx="715248" cy="915242"/>
              </a:xfrm>
              <a:prstGeom prst="bentConnector2">
                <a:avLst/>
              </a:prstGeom>
              <a:ln w="25400">
                <a:solidFill>
                  <a:schemeClr val="tx1"/>
                </a:solidFill>
                <a:headEnd w="lg" len="lg"/>
                <a:tailEnd type="triangle"/>
              </a:ln>
            </p:spPr>
            <p:style>
              <a:lnRef idx="1">
                <a:schemeClr val="accent1"/>
              </a:lnRef>
              <a:fillRef idx="0">
                <a:schemeClr val="accent1"/>
              </a:fillRef>
              <a:effectRef idx="0">
                <a:schemeClr val="accent1"/>
              </a:effectRef>
              <a:fontRef idx="minor">
                <a:schemeClr val="tx1"/>
              </a:fontRef>
            </p:style>
          </p:cxnSp>
          <p:cxnSp>
            <p:nvCxnSpPr>
              <p:cNvPr id="43" name="Straight Arrow Connector 42">
                <a:extLst>
                  <a:ext uri="{FF2B5EF4-FFF2-40B4-BE49-F238E27FC236}">
                    <a16:creationId xmlns:a16="http://schemas.microsoft.com/office/drawing/2014/main" id="{7E9561E3-C4CF-65DA-7C4E-6FF6D415EBF4}"/>
                  </a:ext>
                </a:extLst>
              </p:cNvPr>
              <p:cNvCxnSpPr>
                <a:cxnSpLocks/>
                <a:stCxn id="25" idx="3"/>
                <a:endCxn id="34" idx="1"/>
              </p:cNvCxnSpPr>
              <p:nvPr/>
            </p:nvCxnSpPr>
            <p:spPr>
              <a:xfrm>
                <a:off x="4428866" y="3367842"/>
                <a:ext cx="468109" cy="0"/>
              </a:xfrm>
              <a:prstGeom prst="straightConnector1">
                <a:avLst/>
              </a:prstGeom>
              <a:ln w="25400">
                <a:solidFill>
                  <a:schemeClr val="tx1"/>
                </a:solidFill>
                <a:headEnd w="lg" len="lg"/>
                <a:tailEnd type="triangle"/>
              </a:ln>
            </p:spPr>
            <p:style>
              <a:lnRef idx="1">
                <a:schemeClr val="accent1"/>
              </a:lnRef>
              <a:fillRef idx="0">
                <a:schemeClr val="accent1"/>
              </a:fillRef>
              <a:effectRef idx="0">
                <a:schemeClr val="accent1"/>
              </a:effectRef>
              <a:fontRef idx="minor">
                <a:schemeClr val="tx1"/>
              </a:fontRef>
            </p:style>
          </p:cxnSp>
          <p:cxnSp>
            <p:nvCxnSpPr>
              <p:cNvPr id="44" name="Straight Arrow Connector 43">
                <a:extLst>
                  <a:ext uri="{FF2B5EF4-FFF2-40B4-BE49-F238E27FC236}">
                    <a16:creationId xmlns:a16="http://schemas.microsoft.com/office/drawing/2014/main" id="{6117B0F1-C215-8DAF-FF49-DB5796CC7A1A}"/>
                  </a:ext>
                </a:extLst>
              </p:cNvPr>
              <p:cNvCxnSpPr>
                <a:cxnSpLocks/>
                <a:stCxn id="37" idx="2"/>
                <a:endCxn id="38" idx="0"/>
              </p:cNvCxnSpPr>
              <p:nvPr/>
            </p:nvCxnSpPr>
            <p:spPr>
              <a:xfrm flipH="1">
                <a:off x="1386713" y="2008786"/>
                <a:ext cx="244" cy="227820"/>
              </a:xfrm>
              <a:prstGeom prst="straightConnector1">
                <a:avLst/>
              </a:prstGeom>
              <a:ln w="25400">
                <a:solidFill>
                  <a:schemeClr val="tx1"/>
                </a:solidFill>
                <a:headEnd w="lg" len="lg"/>
                <a:tailEnd type="triangle"/>
              </a:ln>
            </p:spPr>
            <p:style>
              <a:lnRef idx="1">
                <a:schemeClr val="accent1"/>
              </a:lnRef>
              <a:fillRef idx="0">
                <a:schemeClr val="accent1"/>
              </a:fillRef>
              <a:effectRef idx="0">
                <a:schemeClr val="accent1"/>
              </a:effectRef>
              <a:fontRef idx="minor">
                <a:schemeClr val="tx1"/>
              </a:fontRef>
            </p:style>
          </p:cxnSp>
          <p:cxnSp>
            <p:nvCxnSpPr>
              <p:cNvPr id="45" name="Straight Arrow Connector 44">
                <a:extLst>
                  <a:ext uri="{FF2B5EF4-FFF2-40B4-BE49-F238E27FC236}">
                    <a16:creationId xmlns:a16="http://schemas.microsoft.com/office/drawing/2014/main" id="{CAFECA5D-28C1-BF1B-9044-541D30C9300A}"/>
                  </a:ext>
                </a:extLst>
              </p:cNvPr>
              <p:cNvCxnSpPr>
                <a:cxnSpLocks/>
                <a:stCxn id="38" idx="3"/>
              </p:cNvCxnSpPr>
              <p:nvPr/>
            </p:nvCxnSpPr>
            <p:spPr>
              <a:xfrm flipV="1">
                <a:off x="1811616" y="2487763"/>
                <a:ext cx="92485" cy="1"/>
              </a:xfrm>
              <a:prstGeom prst="straightConnector1">
                <a:avLst/>
              </a:prstGeom>
              <a:ln w="25400">
                <a:solidFill>
                  <a:schemeClr val="tx1"/>
                </a:solidFill>
                <a:headEnd w="lg" len="lg"/>
                <a:tailEnd type="triangle"/>
              </a:ln>
            </p:spPr>
            <p:style>
              <a:lnRef idx="1">
                <a:schemeClr val="accent1"/>
              </a:lnRef>
              <a:fillRef idx="0">
                <a:schemeClr val="accent1"/>
              </a:fillRef>
              <a:effectRef idx="0">
                <a:schemeClr val="accent1"/>
              </a:effectRef>
              <a:fontRef idx="minor">
                <a:schemeClr val="tx1"/>
              </a:fontRef>
            </p:style>
          </p:cxnSp>
          <p:cxnSp>
            <p:nvCxnSpPr>
              <p:cNvPr id="46" name="Connector: Elbow 45">
                <a:extLst>
                  <a:ext uri="{FF2B5EF4-FFF2-40B4-BE49-F238E27FC236}">
                    <a16:creationId xmlns:a16="http://schemas.microsoft.com/office/drawing/2014/main" id="{387A1FA8-A37E-F8FC-0D2F-A9E6616F0958}"/>
                  </a:ext>
                </a:extLst>
              </p:cNvPr>
              <p:cNvCxnSpPr>
                <a:cxnSpLocks/>
                <a:stCxn id="26" idx="0"/>
                <a:endCxn id="18" idx="1"/>
              </p:cNvCxnSpPr>
              <p:nvPr/>
            </p:nvCxnSpPr>
            <p:spPr>
              <a:xfrm rot="5400000" flipH="1" flipV="1">
                <a:off x="2454479" y="1961333"/>
                <a:ext cx="260596" cy="289951"/>
              </a:xfrm>
              <a:prstGeom prst="bentConnector2">
                <a:avLst/>
              </a:prstGeom>
              <a:ln w="25400">
                <a:solidFill>
                  <a:schemeClr val="tx1"/>
                </a:solidFill>
                <a:headEnd w="lg" len="lg"/>
                <a:tailEnd type="triangle"/>
              </a:ln>
            </p:spPr>
            <p:style>
              <a:lnRef idx="1">
                <a:schemeClr val="accent1"/>
              </a:lnRef>
              <a:fillRef idx="0">
                <a:schemeClr val="accent1"/>
              </a:fillRef>
              <a:effectRef idx="0">
                <a:schemeClr val="accent1"/>
              </a:effectRef>
              <a:fontRef idx="minor">
                <a:schemeClr val="tx1"/>
              </a:fontRef>
            </p:style>
          </p:cxnSp>
        </p:grpSp>
        <p:grpSp>
          <p:nvGrpSpPr>
            <p:cNvPr id="14" name="Group 13">
              <a:extLst>
                <a:ext uri="{FF2B5EF4-FFF2-40B4-BE49-F238E27FC236}">
                  <a16:creationId xmlns:a16="http://schemas.microsoft.com/office/drawing/2014/main" id="{A18F1E32-8DE2-4109-075A-70A27D0EDB0F}"/>
                </a:ext>
              </a:extLst>
            </p:cNvPr>
            <p:cNvGrpSpPr/>
            <p:nvPr/>
          </p:nvGrpSpPr>
          <p:grpSpPr>
            <a:xfrm>
              <a:off x="4784190" y="5637179"/>
              <a:ext cx="1177746" cy="261240"/>
              <a:chOff x="4784190" y="5637179"/>
              <a:chExt cx="1177746" cy="261240"/>
            </a:xfrm>
          </p:grpSpPr>
          <p:sp>
            <p:nvSpPr>
              <p:cNvPr id="15" name="Rectangle: Rounded Corners 14">
                <a:extLst>
                  <a:ext uri="{FF2B5EF4-FFF2-40B4-BE49-F238E27FC236}">
                    <a16:creationId xmlns:a16="http://schemas.microsoft.com/office/drawing/2014/main" id="{ED7CA91B-E177-A49A-5230-8988728FCD48}"/>
                  </a:ext>
                </a:extLst>
              </p:cNvPr>
              <p:cNvSpPr/>
              <p:nvPr/>
            </p:nvSpPr>
            <p:spPr>
              <a:xfrm>
                <a:off x="4784190" y="5637179"/>
                <a:ext cx="1177746" cy="261240"/>
              </a:xfrm>
              <a:prstGeom prst="roundRect">
                <a:avLst/>
              </a:prstGeom>
              <a:noFill/>
              <a:ln w="285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nchorCtr="0"/>
              <a:lstStyle/>
              <a:p>
                <a:r>
                  <a:rPr lang="en-US" sz="1050" b="1">
                    <a:solidFill>
                      <a:schemeClr val="tx1"/>
                    </a:solidFill>
                  </a:rPr>
                  <a:t>SAP BTP</a:t>
                </a:r>
              </a:p>
            </p:txBody>
          </p:sp>
          <p:sp>
            <p:nvSpPr>
              <p:cNvPr id="16" name="Rectangle: Rounded Corners 15">
                <a:extLst>
                  <a:ext uri="{FF2B5EF4-FFF2-40B4-BE49-F238E27FC236}">
                    <a16:creationId xmlns:a16="http://schemas.microsoft.com/office/drawing/2014/main" id="{BBC2C35C-4669-7205-EA15-45A4FB6D536B}"/>
                  </a:ext>
                </a:extLst>
              </p:cNvPr>
              <p:cNvSpPr/>
              <p:nvPr/>
            </p:nvSpPr>
            <p:spPr>
              <a:xfrm>
                <a:off x="5558635" y="5693697"/>
                <a:ext cx="217050" cy="148503"/>
              </a:xfrm>
              <a:prstGeom prst="roundRect">
                <a:avLst/>
              </a:prstGeom>
              <a:solidFill>
                <a:schemeClr val="accent1"/>
              </a:solidFill>
              <a:ln w="28575">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nchorCtr="0"/>
              <a:lstStyle/>
              <a:p>
                <a:pPr algn="ctr"/>
                <a:endParaRPr lang="en-US" sz="1000" b="1">
                  <a:solidFill>
                    <a:schemeClr val="tx1"/>
                  </a:solidFill>
                </a:endParaRPr>
              </a:p>
            </p:txBody>
          </p:sp>
        </p:grpSp>
      </p:grpSp>
      <p:sp>
        <p:nvSpPr>
          <p:cNvPr id="2" name="Rectangle: Rounded Corners 1">
            <a:extLst>
              <a:ext uri="{FF2B5EF4-FFF2-40B4-BE49-F238E27FC236}">
                <a16:creationId xmlns:a16="http://schemas.microsoft.com/office/drawing/2014/main" id="{9EBBC7FC-A803-0AAE-5BF8-5F1D084017F8}"/>
              </a:ext>
            </a:extLst>
          </p:cNvPr>
          <p:cNvSpPr/>
          <p:nvPr/>
        </p:nvSpPr>
        <p:spPr>
          <a:xfrm>
            <a:off x="5029778" y="3869348"/>
            <a:ext cx="916261" cy="469802"/>
          </a:xfrm>
          <a:prstGeom prst="roundRect">
            <a:avLst/>
          </a:prstGeom>
          <a:noFill/>
          <a:ln w="317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pPr algn="l"/>
            <a:endParaRPr lang="en-US"/>
          </a:p>
        </p:txBody>
      </p:sp>
      <p:sp>
        <p:nvSpPr>
          <p:cNvPr id="5" name="Fußzeilenplatzhalter 2">
            <a:extLst>
              <a:ext uri="{FF2B5EF4-FFF2-40B4-BE49-F238E27FC236}">
                <a16:creationId xmlns:a16="http://schemas.microsoft.com/office/drawing/2014/main" id="{F02D4DB7-EEC2-971F-E911-DBB1D24E682D}"/>
              </a:ext>
            </a:extLst>
          </p:cNvPr>
          <p:cNvSpPr>
            <a:spLocks noGrp="1"/>
          </p:cNvSpPr>
          <p:nvPr>
            <p:ph type="ftr" sz="quarter" idx="10"/>
          </p:nvPr>
        </p:nvSpPr>
        <p:spPr>
          <a:xfrm>
            <a:off x="1059160" y="6310800"/>
            <a:ext cx="9216000" cy="547200"/>
          </a:xfrm>
        </p:spPr>
        <p:txBody>
          <a:bodyPr/>
          <a:lstStyle/>
          <a:p>
            <a:pPr>
              <a:lnSpc>
                <a:spcPct val="100000"/>
              </a:lnSpc>
            </a:pPr>
            <a:r>
              <a:rPr lang="en-US"/>
              <a:t>Internal | © Siemens 2025 | SHERPA X I MM081 Procurement via Direct X</a:t>
            </a:r>
          </a:p>
        </p:txBody>
      </p:sp>
    </p:spTree>
    <p:extLst>
      <p:ext uri="{BB962C8B-B14F-4D97-AF65-F5344CB8AC3E}">
        <p14:creationId xmlns:p14="http://schemas.microsoft.com/office/powerpoint/2010/main" val="974811100"/>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DF59B0-D108-A008-685F-ADEE0B97DF1F}"/>
            </a:ext>
          </a:extLst>
        </p:cNvPr>
        <p:cNvGrpSpPr/>
        <p:nvPr/>
      </p:nvGrpSpPr>
      <p:grpSpPr>
        <a:xfrm>
          <a:off x="0" y="0"/>
          <a:ext cx="0" cy="0"/>
          <a:chOff x="0" y="0"/>
          <a:chExt cx="0" cy="0"/>
        </a:xfrm>
      </p:grpSpPr>
      <p:sp>
        <p:nvSpPr>
          <p:cNvPr id="6" name="Rechteck 5">
            <a:extLst>
              <a:ext uri="{FF2B5EF4-FFF2-40B4-BE49-F238E27FC236}">
                <a16:creationId xmlns:a16="http://schemas.microsoft.com/office/drawing/2014/main" id="{E878A975-4E30-FBC1-300C-FD599577912F}"/>
              </a:ext>
            </a:extLst>
          </p:cNvPr>
          <p:cNvSpPr/>
          <p:nvPr/>
        </p:nvSpPr>
        <p:spPr>
          <a:xfrm>
            <a:off x="7038975" y="1937442"/>
            <a:ext cx="5074561" cy="4377633"/>
          </a:xfrm>
          <a:prstGeom prst="rect">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r>
              <a:rPr lang="en-US" sz="1050">
                <a:solidFill>
                  <a:schemeClr val="tx1"/>
                </a:solidFill>
              </a:rPr>
              <a:t>Release Status: “</a:t>
            </a:r>
            <a:r>
              <a:rPr lang="en-US" sz="1050" b="1">
                <a:solidFill>
                  <a:schemeClr val="tx1"/>
                </a:solidFill>
              </a:rPr>
              <a:t>Release Completed</a:t>
            </a:r>
            <a:r>
              <a:rPr lang="en-US" sz="1050">
                <a:solidFill>
                  <a:schemeClr val="tx1"/>
                </a:solidFill>
              </a:rPr>
              <a:t>”</a:t>
            </a:r>
          </a:p>
          <a:p>
            <a:pPr marL="171450" indent="-171450">
              <a:buFont typeface="Arial" panose="020B0604020202020204" pitchFamily="34" charset="0"/>
              <a:buChar char="•"/>
            </a:pPr>
            <a:endParaRPr lang="en-US" sz="1050">
              <a:solidFill>
                <a:schemeClr val="tx1"/>
              </a:solidFill>
            </a:endParaRPr>
          </a:p>
          <a:p>
            <a:pPr marL="171450" indent="-171450">
              <a:buFont typeface="Arial" panose="020B0604020202020204" pitchFamily="34" charset="0"/>
              <a:buChar char="•"/>
            </a:pPr>
            <a:r>
              <a:rPr lang="en-US" sz="1050">
                <a:solidFill>
                  <a:schemeClr val="tx1"/>
                </a:solidFill>
              </a:rPr>
              <a:t>Further Activities could be performed in this PO</a:t>
            </a:r>
            <a:r>
              <a:rPr lang="cs-CZ" sz="1050">
                <a:solidFill>
                  <a:schemeClr val="tx1"/>
                </a:solidFill>
              </a:rPr>
              <a:t> – PO </a:t>
            </a:r>
            <a:r>
              <a:rPr lang="cs-CZ" sz="1050" b="1">
                <a:solidFill>
                  <a:schemeClr val="tx1"/>
                </a:solidFill>
              </a:rPr>
              <a:t>is</a:t>
            </a:r>
            <a:r>
              <a:rPr lang="cs-CZ" sz="1050">
                <a:solidFill>
                  <a:schemeClr val="tx1"/>
                </a:solidFill>
              </a:rPr>
              <a:t> finally approved</a:t>
            </a:r>
            <a:endParaRPr lang="en-US" sz="1050">
              <a:solidFill>
                <a:schemeClr val="tx1"/>
              </a:solidFill>
            </a:endParaRPr>
          </a:p>
          <a:p>
            <a:pPr marL="628650" lvl="1" indent="-171450">
              <a:buFont typeface="Arial" panose="020B0604020202020204" pitchFamily="34" charset="0"/>
              <a:buChar char="•"/>
            </a:pPr>
            <a:r>
              <a:rPr lang="en-US" sz="1050">
                <a:solidFill>
                  <a:schemeClr val="tx1"/>
                </a:solidFill>
              </a:rPr>
              <a:t>Sending to Supplier</a:t>
            </a:r>
          </a:p>
          <a:p>
            <a:pPr marL="628650" lvl="1" indent="-171450">
              <a:buFont typeface="Arial" panose="020B0604020202020204" pitchFamily="34" charset="0"/>
              <a:buChar char="•"/>
            </a:pPr>
            <a:r>
              <a:rPr lang="en-US" sz="1050">
                <a:solidFill>
                  <a:schemeClr val="tx1"/>
                </a:solidFill>
              </a:rPr>
              <a:t>Invoice Receipt</a:t>
            </a:r>
          </a:p>
        </p:txBody>
      </p:sp>
      <p:sp>
        <p:nvSpPr>
          <p:cNvPr id="8" name="Rechteck 5">
            <a:extLst>
              <a:ext uri="{FF2B5EF4-FFF2-40B4-BE49-F238E27FC236}">
                <a16:creationId xmlns:a16="http://schemas.microsoft.com/office/drawing/2014/main" id="{4F8EDC41-3C4A-A5A8-D1CD-9355854B2BD4}"/>
              </a:ext>
            </a:extLst>
          </p:cNvPr>
          <p:cNvSpPr/>
          <p:nvPr/>
        </p:nvSpPr>
        <p:spPr>
          <a:xfrm>
            <a:off x="7038975" y="1136342"/>
            <a:ext cx="5074561" cy="818023"/>
          </a:xfrm>
          <a:prstGeom prst="rect">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pPr algn="l"/>
            <a:r>
              <a:rPr lang="en-US" sz="1200" b="1">
                <a:solidFill>
                  <a:schemeClr val="tx1"/>
                </a:solidFill>
              </a:rPr>
              <a:t>ME23N – Display Purchase Order</a:t>
            </a:r>
          </a:p>
        </p:txBody>
      </p:sp>
      <p:sp>
        <p:nvSpPr>
          <p:cNvPr id="3" name="TextBox 2">
            <a:extLst>
              <a:ext uri="{FF2B5EF4-FFF2-40B4-BE49-F238E27FC236}">
                <a16:creationId xmlns:a16="http://schemas.microsoft.com/office/drawing/2014/main" id="{449C5F94-00C0-C47C-C81B-09C0881EAE06}"/>
              </a:ext>
            </a:extLst>
          </p:cNvPr>
          <p:cNvSpPr txBox="1"/>
          <p:nvPr/>
        </p:nvSpPr>
        <p:spPr>
          <a:xfrm>
            <a:off x="333322" y="362910"/>
            <a:ext cx="8353478" cy="369332"/>
          </a:xfrm>
          <a:prstGeom prst="rect">
            <a:avLst/>
          </a:prstGeom>
        </p:spPr>
        <p:txBody>
          <a:bodyPr vert="horz" lIns="0" tIns="0" rIns="324000" bIns="14400" rtlCol="0" anchor="b" anchorCtr="0">
            <a:noAutofit/>
          </a:bodyPr>
          <a:lstStyle>
            <a:lvl1pPr>
              <a:lnSpc>
                <a:spcPct val="90000"/>
              </a:lnSpc>
              <a:spcBef>
                <a:spcPct val="0"/>
              </a:spcBef>
              <a:buNone/>
              <a:defRPr sz="2000" b="1">
                <a:solidFill>
                  <a:srgbClr val="00557C"/>
                </a:solidFill>
                <a:latin typeface="+mj-lt"/>
                <a:ea typeface="+mj-ea"/>
                <a:cs typeface="+mj-cs"/>
              </a:defRPr>
            </a:lvl1pPr>
          </a:lstStyle>
          <a:p>
            <a:r>
              <a:rPr lang="en-US">
                <a:solidFill>
                  <a:srgbClr val="00557C"/>
                </a:solidFill>
              </a:rPr>
              <a:t>Release Statuses</a:t>
            </a:r>
            <a:endParaRPr lang="en-US"/>
          </a:p>
        </p:txBody>
      </p:sp>
      <p:pic>
        <p:nvPicPr>
          <p:cNvPr id="4" name="Picture 3">
            <a:extLst>
              <a:ext uri="{FF2B5EF4-FFF2-40B4-BE49-F238E27FC236}">
                <a16:creationId xmlns:a16="http://schemas.microsoft.com/office/drawing/2014/main" id="{981D0933-B38E-7BC5-EDCD-63F950354E4C}"/>
              </a:ext>
            </a:extLst>
          </p:cNvPr>
          <p:cNvPicPr>
            <a:picLocks noChangeAspect="1"/>
          </p:cNvPicPr>
          <p:nvPr/>
        </p:nvPicPr>
        <p:blipFill>
          <a:blip r:embed="rId3"/>
          <a:stretch>
            <a:fillRect/>
          </a:stretch>
        </p:blipFill>
        <p:spPr>
          <a:xfrm>
            <a:off x="419100" y="1954365"/>
            <a:ext cx="6010871" cy="1526145"/>
          </a:xfrm>
          <a:prstGeom prst="rect">
            <a:avLst/>
          </a:prstGeom>
          <a:ln>
            <a:solidFill>
              <a:schemeClr val="accent1"/>
            </a:solidFill>
          </a:ln>
        </p:spPr>
      </p:pic>
      <p:pic>
        <p:nvPicPr>
          <p:cNvPr id="7" name="Picture 6">
            <a:extLst>
              <a:ext uri="{FF2B5EF4-FFF2-40B4-BE49-F238E27FC236}">
                <a16:creationId xmlns:a16="http://schemas.microsoft.com/office/drawing/2014/main" id="{4F4A8A03-AB41-5A5A-FD1D-224CFE168171}"/>
              </a:ext>
            </a:extLst>
          </p:cNvPr>
          <p:cNvPicPr>
            <a:picLocks noChangeAspect="1"/>
          </p:cNvPicPr>
          <p:nvPr/>
        </p:nvPicPr>
        <p:blipFill>
          <a:blip r:embed="rId4"/>
          <a:stretch>
            <a:fillRect/>
          </a:stretch>
        </p:blipFill>
        <p:spPr>
          <a:xfrm>
            <a:off x="419100" y="3654737"/>
            <a:ext cx="6010871" cy="1632582"/>
          </a:xfrm>
          <a:prstGeom prst="rect">
            <a:avLst/>
          </a:prstGeom>
          <a:ln>
            <a:solidFill>
              <a:schemeClr val="accent1"/>
            </a:solidFill>
          </a:ln>
        </p:spPr>
      </p:pic>
    </p:spTree>
    <p:extLst>
      <p:ext uri="{BB962C8B-B14F-4D97-AF65-F5344CB8AC3E}">
        <p14:creationId xmlns:p14="http://schemas.microsoft.com/office/powerpoint/2010/main" val="1921107119"/>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442BE7-2F95-819D-29FC-B4DB07AC4AE7}"/>
            </a:ext>
          </a:extLst>
        </p:cNvPr>
        <p:cNvGrpSpPr/>
        <p:nvPr/>
      </p:nvGrpSpPr>
      <p:grpSpPr>
        <a:xfrm>
          <a:off x="0" y="0"/>
          <a:ext cx="0" cy="0"/>
          <a:chOff x="0" y="0"/>
          <a:chExt cx="0" cy="0"/>
        </a:xfrm>
      </p:grpSpPr>
      <p:sp>
        <p:nvSpPr>
          <p:cNvPr id="6" name="Rechteck 5">
            <a:extLst>
              <a:ext uri="{FF2B5EF4-FFF2-40B4-BE49-F238E27FC236}">
                <a16:creationId xmlns:a16="http://schemas.microsoft.com/office/drawing/2014/main" id="{29E5A1F9-D23C-2C97-93CA-9050D3ED9942}"/>
              </a:ext>
            </a:extLst>
          </p:cNvPr>
          <p:cNvSpPr/>
          <p:nvPr/>
        </p:nvSpPr>
        <p:spPr>
          <a:xfrm>
            <a:off x="7038975" y="1937442"/>
            <a:ext cx="5074561" cy="4377633"/>
          </a:xfrm>
          <a:prstGeom prst="rect">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r>
              <a:rPr lang="en-US" sz="1050">
                <a:solidFill>
                  <a:schemeClr val="tx1"/>
                </a:solidFill>
              </a:rPr>
              <a:t>Release Status: “</a:t>
            </a:r>
            <a:r>
              <a:rPr lang="en-US" sz="1050" b="1">
                <a:solidFill>
                  <a:schemeClr val="tx1"/>
                </a:solidFill>
              </a:rPr>
              <a:t>In Release</a:t>
            </a:r>
            <a:r>
              <a:rPr lang="en-US" sz="1050">
                <a:solidFill>
                  <a:schemeClr val="tx1"/>
                </a:solidFill>
              </a:rPr>
              <a:t>”</a:t>
            </a:r>
          </a:p>
          <a:p>
            <a:pPr marL="171450" indent="-171450">
              <a:buFont typeface="Arial" panose="020B0604020202020204" pitchFamily="34" charset="0"/>
              <a:buChar char="•"/>
            </a:pPr>
            <a:endParaRPr lang="en-US" sz="1050">
              <a:solidFill>
                <a:schemeClr val="tx1"/>
              </a:solidFill>
            </a:endParaRPr>
          </a:p>
          <a:p>
            <a:pPr marL="171450" indent="-171450">
              <a:buFont typeface="Arial" panose="020B0604020202020204" pitchFamily="34" charset="0"/>
              <a:buChar char="•"/>
            </a:pPr>
            <a:r>
              <a:rPr lang="en-US" sz="1050">
                <a:solidFill>
                  <a:schemeClr val="tx1"/>
                </a:solidFill>
              </a:rPr>
              <a:t>No further Activities could be performed in this PO</a:t>
            </a:r>
            <a:r>
              <a:rPr lang="cs-CZ" sz="1050">
                <a:solidFill>
                  <a:schemeClr val="tx1"/>
                </a:solidFill>
              </a:rPr>
              <a:t> – PO </a:t>
            </a:r>
            <a:r>
              <a:rPr lang="cs-CZ" sz="1050" b="1" err="1">
                <a:solidFill>
                  <a:schemeClr val="tx1"/>
                </a:solidFill>
              </a:rPr>
              <a:t>is</a:t>
            </a:r>
            <a:r>
              <a:rPr lang="cs-CZ" sz="1050" b="1">
                <a:solidFill>
                  <a:schemeClr val="tx1"/>
                </a:solidFill>
              </a:rPr>
              <a:t> not </a:t>
            </a:r>
            <a:r>
              <a:rPr lang="cs-CZ" sz="1050" err="1">
                <a:solidFill>
                  <a:schemeClr val="tx1"/>
                </a:solidFill>
              </a:rPr>
              <a:t>finally</a:t>
            </a:r>
            <a:r>
              <a:rPr lang="cs-CZ" sz="1050">
                <a:solidFill>
                  <a:schemeClr val="tx1"/>
                </a:solidFill>
              </a:rPr>
              <a:t> </a:t>
            </a:r>
            <a:r>
              <a:rPr lang="cs-CZ" sz="1050" err="1">
                <a:solidFill>
                  <a:schemeClr val="tx1"/>
                </a:solidFill>
              </a:rPr>
              <a:t>approved</a:t>
            </a:r>
            <a:endParaRPr lang="en-US" sz="1050">
              <a:solidFill>
                <a:schemeClr val="tx1"/>
              </a:solidFill>
            </a:endParaRPr>
          </a:p>
          <a:p>
            <a:pPr marL="628650" lvl="1" indent="-171450">
              <a:buFont typeface="Arial" panose="020B0604020202020204" pitchFamily="34" charset="0"/>
              <a:buChar char="•"/>
            </a:pPr>
            <a:r>
              <a:rPr lang="en-US" sz="1050">
                <a:solidFill>
                  <a:schemeClr val="tx1"/>
                </a:solidFill>
              </a:rPr>
              <a:t>Sending to Supplier</a:t>
            </a:r>
          </a:p>
          <a:p>
            <a:pPr marL="628650" lvl="1" indent="-171450">
              <a:buFont typeface="Arial" panose="020B0604020202020204" pitchFamily="34" charset="0"/>
              <a:buChar char="•"/>
            </a:pPr>
            <a:r>
              <a:rPr lang="en-US" sz="1050">
                <a:solidFill>
                  <a:schemeClr val="tx1"/>
                </a:solidFill>
              </a:rPr>
              <a:t>Invoice Receipt</a:t>
            </a:r>
          </a:p>
          <a:p>
            <a:pPr marL="171450" indent="-171450">
              <a:buFont typeface="Arial" panose="020B0604020202020204" pitchFamily="34" charset="0"/>
              <a:buChar char="•"/>
            </a:pPr>
            <a:endParaRPr lang="en-US" sz="1050">
              <a:solidFill>
                <a:schemeClr val="tx1"/>
              </a:solidFill>
            </a:endParaRPr>
          </a:p>
        </p:txBody>
      </p:sp>
      <p:sp>
        <p:nvSpPr>
          <p:cNvPr id="8" name="Rechteck 5">
            <a:extLst>
              <a:ext uri="{FF2B5EF4-FFF2-40B4-BE49-F238E27FC236}">
                <a16:creationId xmlns:a16="http://schemas.microsoft.com/office/drawing/2014/main" id="{AC3772A7-4D00-AA26-D423-02A48F83BD78}"/>
              </a:ext>
            </a:extLst>
          </p:cNvPr>
          <p:cNvSpPr/>
          <p:nvPr/>
        </p:nvSpPr>
        <p:spPr>
          <a:xfrm>
            <a:off x="7038975" y="1136342"/>
            <a:ext cx="5074561" cy="818023"/>
          </a:xfrm>
          <a:prstGeom prst="rect">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pPr algn="l"/>
            <a:r>
              <a:rPr lang="en-US" sz="1200" b="1">
                <a:solidFill>
                  <a:schemeClr val="tx1"/>
                </a:solidFill>
              </a:rPr>
              <a:t>ME23N – Display Purchase Order</a:t>
            </a:r>
          </a:p>
        </p:txBody>
      </p:sp>
      <p:sp>
        <p:nvSpPr>
          <p:cNvPr id="3" name="TextBox 2">
            <a:extLst>
              <a:ext uri="{FF2B5EF4-FFF2-40B4-BE49-F238E27FC236}">
                <a16:creationId xmlns:a16="http://schemas.microsoft.com/office/drawing/2014/main" id="{DF2B1B21-BA8B-9999-8C15-F86971DFB4DB}"/>
              </a:ext>
            </a:extLst>
          </p:cNvPr>
          <p:cNvSpPr txBox="1"/>
          <p:nvPr/>
        </p:nvSpPr>
        <p:spPr>
          <a:xfrm>
            <a:off x="333322" y="362910"/>
            <a:ext cx="8353478" cy="369332"/>
          </a:xfrm>
          <a:prstGeom prst="rect">
            <a:avLst/>
          </a:prstGeom>
        </p:spPr>
        <p:txBody>
          <a:bodyPr vert="horz" lIns="0" tIns="0" rIns="324000" bIns="14400" rtlCol="0" anchor="b" anchorCtr="0">
            <a:noAutofit/>
          </a:bodyPr>
          <a:lstStyle>
            <a:lvl1pPr>
              <a:lnSpc>
                <a:spcPct val="90000"/>
              </a:lnSpc>
              <a:spcBef>
                <a:spcPct val="0"/>
              </a:spcBef>
              <a:buNone/>
              <a:defRPr sz="2000" b="1">
                <a:solidFill>
                  <a:srgbClr val="00557C"/>
                </a:solidFill>
                <a:latin typeface="+mj-lt"/>
                <a:ea typeface="+mj-ea"/>
                <a:cs typeface="+mj-cs"/>
              </a:defRPr>
            </a:lvl1pPr>
          </a:lstStyle>
          <a:p>
            <a:r>
              <a:rPr lang="en-US">
                <a:solidFill>
                  <a:srgbClr val="00557C"/>
                </a:solidFill>
              </a:rPr>
              <a:t>Release Statuses</a:t>
            </a:r>
            <a:endParaRPr lang="en-US"/>
          </a:p>
        </p:txBody>
      </p:sp>
      <p:pic>
        <p:nvPicPr>
          <p:cNvPr id="5" name="Picture 4">
            <a:extLst>
              <a:ext uri="{FF2B5EF4-FFF2-40B4-BE49-F238E27FC236}">
                <a16:creationId xmlns:a16="http://schemas.microsoft.com/office/drawing/2014/main" id="{F8555166-F8B4-45FD-C6B1-303D6EF0B616}"/>
              </a:ext>
            </a:extLst>
          </p:cNvPr>
          <p:cNvPicPr>
            <a:picLocks noChangeAspect="1"/>
          </p:cNvPicPr>
          <p:nvPr/>
        </p:nvPicPr>
        <p:blipFill>
          <a:blip r:embed="rId3"/>
          <a:stretch>
            <a:fillRect/>
          </a:stretch>
        </p:blipFill>
        <p:spPr>
          <a:xfrm>
            <a:off x="628227" y="1954366"/>
            <a:ext cx="5896398" cy="1770774"/>
          </a:xfrm>
          <a:prstGeom prst="rect">
            <a:avLst/>
          </a:prstGeom>
          <a:ln>
            <a:solidFill>
              <a:schemeClr val="accent1"/>
            </a:solidFill>
          </a:ln>
        </p:spPr>
      </p:pic>
      <p:pic>
        <p:nvPicPr>
          <p:cNvPr id="12" name="Picture 11">
            <a:extLst>
              <a:ext uri="{FF2B5EF4-FFF2-40B4-BE49-F238E27FC236}">
                <a16:creationId xmlns:a16="http://schemas.microsoft.com/office/drawing/2014/main" id="{9BB81663-0694-6011-B68C-DB204FB83E47}"/>
              </a:ext>
            </a:extLst>
          </p:cNvPr>
          <p:cNvPicPr>
            <a:picLocks noChangeAspect="1"/>
          </p:cNvPicPr>
          <p:nvPr/>
        </p:nvPicPr>
        <p:blipFill>
          <a:blip r:embed="rId4"/>
          <a:stretch>
            <a:fillRect/>
          </a:stretch>
        </p:blipFill>
        <p:spPr>
          <a:xfrm>
            <a:off x="628228" y="3934490"/>
            <a:ext cx="5896398" cy="1528162"/>
          </a:xfrm>
          <a:prstGeom prst="rect">
            <a:avLst/>
          </a:prstGeom>
          <a:ln>
            <a:solidFill>
              <a:schemeClr val="accent1"/>
            </a:solidFill>
          </a:ln>
        </p:spPr>
      </p:pic>
    </p:spTree>
    <p:extLst>
      <p:ext uri="{BB962C8B-B14F-4D97-AF65-F5344CB8AC3E}">
        <p14:creationId xmlns:p14="http://schemas.microsoft.com/office/powerpoint/2010/main" val="1696082601"/>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E1C18C-D9A7-4972-38B3-BDDBC8B8A39D}"/>
            </a:ext>
          </a:extLst>
        </p:cNvPr>
        <p:cNvGrpSpPr/>
        <p:nvPr/>
      </p:nvGrpSpPr>
      <p:grpSpPr>
        <a:xfrm>
          <a:off x="0" y="0"/>
          <a:ext cx="0" cy="0"/>
          <a:chOff x="0" y="0"/>
          <a:chExt cx="0" cy="0"/>
        </a:xfrm>
      </p:grpSpPr>
      <p:sp>
        <p:nvSpPr>
          <p:cNvPr id="6" name="Rechteck 5">
            <a:extLst>
              <a:ext uri="{FF2B5EF4-FFF2-40B4-BE49-F238E27FC236}">
                <a16:creationId xmlns:a16="http://schemas.microsoft.com/office/drawing/2014/main" id="{E49A6469-6891-09A3-33E9-A3511CA6377C}"/>
              </a:ext>
            </a:extLst>
          </p:cNvPr>
          <p:cNvSpPr/>
          <p:nvPr/>
        </p:nvSpPr>
        <p:spPr>
          <a:xfrm>
            <a:off x="7038975" y="1937442"/>
            <a:ext cx="5074561" cy="4377633"/>
          </a:xfrm>
          <a:prstGeom prst="rect">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r>
              <a:rPr lang="en-US" sz="1050">
                <a:solidFill>
                  <a:schemeClr val="tx1"/>
                </a:solidFill>
              </a:rPr>
              <a:t>Release Status: “</a:t>
            </a:r>
            <a:r>
              <a:rPr lang="en-US" sz="1050" b="1">
                <a:solidFill>
                  <a:schemeClr val="tx1"/>
                </a:solidFill>
              </a:rPr>
              <a:t>Release Refused</a:t>
            </a:r>
            <a:r>
              <a:rPr lang="en-US" sz="1050">
                <a:solidFill>
                  <a:schemeClr val="tx1"/>
                </a:solidFill>
              </a:rPr>
              <a:t>”</a:t>
            </a:r>
          </a:p>
          <a:p>
            <a:endParaRPr lang="en-US" sz="1050">
              <a:solidFill>
                <a:schemeClr val="tx1"/>
              </a:solidFill>
            </a:endParaRPr>
          </a:p>
          <a:p>
            <a:pPr marL="171450" indent="-171450">
              <a:buFont typeface="Arial" panose="020B0604020202020204" pitchFamily="34" charset="0"/>
              <a:buChar char="•"/>
            </a:pPr>
            <a:r>
              <a:rPr lang="en-US" sz="1050">
                <a:solidFill>
                  <a:schemeClr val="tx1"/>
                </a:solidFill>
              </a:rPr>
              <a:t>No further Activities could be performed in this PO</a:t>
            </a:r>
            <a:r>
              <a:rPr lang="cs-CZ" sz="1050">
                <a:solidFill>
                  <a:schemeClr val="tx1"/>
                </a:solidFill>
              </a:rPr>
              <a:t> </a:t>
            </a:r>
            <a:r>
              <a:rPr lang="en-US" sz="1050">
                <a:solidFill>
                  <a:schemeClr val="tx1"/>
                </a:solidFill>
              </a:rPr>
              <a:t>Sending to Supplier</a:t>
            </a:r>
          </a:p>
          <a:p>
            <a:pPr marL="628650" lvl="1" indent="-171450">
              <a:buFont typeface="Arial" panose="020B0604020202020204" pitchFamily="34" charset="0"/>
              <a:buChar char="•"/>
            </a:pPr>
            <a:r>
              <a:rPr lang="en-US" sz="1050">
                <a:solidFill>
                  <a:schemeClr val="tx1"/>
                </a:solidFill>
              </a:rPr>
              <a:t>Invoice Receipt</a:t>
            </a:r>
          </a:p>
          <a:p>
            <a:pPr marL="628650" lvl="1" indent="-171450">
              <a:buFont typeface="Arial" panose="020B0604020202020204" pitchFamily="34" charset="0"/>
              <a:buChar char="•"/>
            </a:pPr>
            <a:endParaRPr lang="en-US" sz="1050">
              <a:solidFill>
                <a:schemeClr val="tx1"/>
              </a:solidFill>
            </a:endParaRPr>
          </a:p>
          <a:p>
            <a:pPr marL="171450" indent="-171450">
              <a:buFont typeface="Arial" panose="020B0604020202020204" pitchFamily="34" charset="0"/>
              <a:buChar char="•"/>
            </a:pPr>
            <a:endParaRPr lang="en-US" sz="1050">
              <a:solidFill>
                <a:schemeClr val="tx1"/>
              </a:solidFill>
            </a:endParaRPr>
          </a:p>
          <a:p>
            <a:pPr marL="171450" indent="-171450">
              <a:buFont typeface="Arial" panose="020B0604020202020204" pitchFamily="34" charset="0"/>
              <a:buChar char="•"/>
            </a:pPr>
            <a:r>
              <a:rPr lang="en-US" sz="1050">
                <a:solidFill>
                  <a:schemeClr val="tx1"/>
                </a:solidFill>
              </a:rPr>
              <a:t>This status will be reached, if the PO has been rejected at any of the workflow steps</a:t>
            </a:r>
          </a:p>
          <a:p>
            <a:pPr marL="628650" lvl="1" indent="-171450">
              <a:buFont typeface="Arial" panose="020B0604020202020204" pitchFamily="34" charset="0"/>
              <a:buChar char="•"/>
            </a:pPr>
            <a:r>
              <a:rPr lang="en-US" sz="1050">
                <a:solidFill>
                  <a:schemeClr val="tx1"/>
                </a:solidFill>
              </a:rPr>
              <a:t>Purchaser Confirmation</a:t>
            </a:r>
          </a:p>
          <a:p>
            <a:pPr marL="628650" lvl="1" indent="-171450">
              <a:buFont typeface="Arial" panose="020B0604020202020204" pitchFamily="34" charset="0"/>
              <a:buChar char="•"/>
            </a:pPr>
            <a:r>
              <a:rPr lang="en-US" sz="1050">
                <a:solidFill>
                  <a:schemeClr val="tx1"/>
                </a:solidFill>
              </a:rPr>
              <a:t>Procurement Expert review</a:t>
            </a:r>
          </a:p>
          <a:p>
            <a:pPr marL="628650" lvl="1" indent="-171450">
              <a:buFont typeface="Arial" panose="020B0604020202020204" pitchFamily="34" charset="0"/>
              <a:buChar char="•"/>
            </a:pPr>
            <a:r>
              <a:rPr lang="en-US" sz="1050">
                <a:solidFill>
                  <a:schemeClr val="tx1"/>
                </a:solidFill>
              </a:rPr>
              <a:t>SAT Approvers</a:t>
            </a:r>
          </a:p>
          <a:p>
            <a:endParaRPr lang="cs-CZ" sz="1050">
              <a:solidFill>
                <a:schemeClr val="tx1"/>
              </a:solidFill>
            </a:endParaRPr>
          </a:p>
          <a:p>
            <a:pPr marL="171450" indent="-171450">
              <a:buFont typeface="Arial" panose="020B0604020202020204" pitchFamily="34" charset="0"/>
              <a:buChar char="•"/>
            </a:pPr>
            <a:r>
              <a:rPr lang="cs-CZ" sz="1050">
                <a:solidFill>
                  <a:schemeClr val="tx1"/>
                </a:solidFill>
              </a:rPr>
              <a:t>If PO rejected, the PR can be used for creation of a new PO. Not necessary to create a new PR.</a:t>
            </a:r>
            <a:endParaRPr lang="en-US" sz="1050">
              <a:solidFill>
                <a:schemeClr val="tx1"/>
              </a:solidFill>
            </a:endParaRPr>
          </a:p>
        </p:txBody>
      </p:sp>
      <p:sp>
        <p:nvSpPr>
          <p:cNvPr id="8" name="Rechteck 5">
            <a:extLst>
              <a:ext uri="{FF2B5EF4-FFF2-40B4-BE49-F238E27FC236}">
                <a16:creationId xmlns:a16="http://schemas.microsoft.com/office/drawing/2014/main" id="{5B1C5568-0022-EA9C-F5C5-9FF861D0CCFF}"/>
              </a:ext>
            </a:extLst>
          </p:cNvPr>
          <p:cNvSpPr/>
          <p:nvPr/>
        </p:nvSpPr>
        <p:spPr>
          <a:xfrm>
            <a:off x="7038975" y="1136342"/>
            <a:ext cx="5074561" cy="818023"/>
          </a:xfrm>
          <a:prstGeom prst="rect">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pPr algn="l"/>
            <a:r>
              <a:rPr lang="en-US" sz="1200" b="1">
                <a:solidFill>
                  <a:schemeClr val="tx1"/>
                </a:solidFill>
              </a:rPr>
              <a:t>ME23N – Display Purchase Order</a:t>
            </a:r>
          </a:p>
        </p:txBody>
      </p:sp>
      <p:sp>
        <p:nvSpPr>
          <p:cNvPr id="3" name="TextBox 2">
            <a:extLst>
              <a:ext uri="{FF2B5EF4-FFF2-40B4-BE49-F238E27FC236}">
                <a16:creationId xmlns:a16="http://schemas.microsoft.com/office/drawing/2014/main" id="{C3CECC7D-72B9-2D6D-B287-79627D8782CA}"/>
              </a:ext>
            </a:extLst>
          </p:cNvPr>
          <p:cNvSpPr txBox="1"/>
          <p:nvPr/>
        </p:nvSpPr>
        <p:spPr>
          <a:xfrm>
            <a:off x="333322" y="362910"/>
            <a:ext cx="8353478" cy="369332"/>
          </a:xfrm>
          <a:prstGeom prst="rect">
            <a:avLst/>
          </a:prstGeom>
        </p:spPr>
        <p:txBody>
          <a:bodyPr vert="horz" lIns="0" tIns="0" rIns="324000" bIns="14400" rtlCol="0" anchor="b" anchorCtr="0">
            <a:noAutofit/>
          </a:bodyPr>
          <a:lstStyle>
            <a:lvl1pPr>
              <a:lnSpc>
                <a:spcPct val="90000"/>
              </a:lnSpc>
              <a:spcBef>
                <a:spcPct val="0"/>
              </a:spcBef>
              <a:buNone/>
              <a:defRPr sz="2000" b="1">
                <a:solidFill>
                  <a:srgbClr val="00557C"/>
                </a:solidFill>
                <a:latin typeface="+mj-lt"/>
                <a:ea typeface="+mj-ea"/>
                <a:cs typeface="+mj-cs"/>
              </a:defRPr>
            </a:lvl1pPr>
          </a:lstStyle>
          <a:p>
            <a:r>
              <a:rPr lang="en-US">
                <a:solidFill>
                  <a:srgbClr val="00557C"/>
                </a:solidFill>
              </a:rPr>
              <a:t>Release Statuses</a:t>
            </a:r>
            <a:endParaRPr lang="en-US"/>
          </a:p>
        </p:txBody>
      </p:sp>
      <p:pic>
        <p:nvPicPr>
          <p:cNvPr id="5" name="Picture 4">
            <a:extLst>
              <a:ext uri="{FF2B5EF4-FFF2-40B4-BE49-F238E27FC236}">
                <a16:creationId xmlns:a16="http://schemas.microsoft.com/office/drawing/2014/main" id="{1BA26009-1301-63D7-97AB-FD040E1C17C6}"/>
              </a:ext>
            </a:extLst>
          </p:cNvPr>
          <p:cNvPicPr>
            <a:picLocks noChangeAspect="1"/>
          </p:cNvPicPr>
          <p:nvPr/>
        </p:nvPicPr>
        <p:blipFill>
          <a:blip r:embed="rId3"/>
          <a:stretch>
            <a:fillRect/>
          </a:stretch>
        </p:blipFill>
        <p:spPr>
          <a:xfrm>
            <a:off x="623463" y="1954365"/>
            <a:ext cx="5729712" cy="1784370"/>
          </a:xfrm>
          <a:prstGeom prst="rect">
            <a:avLst/>
          </a:prstGeom>
          <a:ln>
            <a:solidFill>
              <a:schemeClr val="accent1"/>
            </a:solidFill>
          </a:ln>
        </p:spPr>
      </p:pic>
      <p:pic>
        <p:nvPicPr>
          <p:cNvPr id="10" name="Picture 9">
            <a:extLst>
              <a:ext uri="{FF2B5EF4-FFF2-40B4-BE49-F238E27FC236}">
                <a16:creationId xmlns:a16="http://schemas.microsoft.com/office/drawing/2014/main" id="{C3BBC53B-19CE-B902-985E-4A419C5008EA}"/>
              </a:ext>
            </a:extLst>
          </p:cNvPr>
          <p:cNvPicPr>
            <a:picLocks noChangeAspect="1"/>
          </p:cNvPicPr>
          <p:nvPr/>
        </p:nvPicPr>
        <p:blipFill>
          <a:blip r:embed="rId4"/>
          <a:stretch>
            <a:fillRect/>
          </a:stretch>
        </p:blipFill>
        <p:spPr>
          <a:xfrm>
            <a:off x="623463" y="4062163"/>
            <a:ext cx="5729712" cy="1430648"/>
          </a:xfrm>
          <a:prstGeom prst="rect">
            <a:avLst/>
          </a:prstGeom>
          <a:ln>
            <a:solidFill>
              <a:schemeClr val="accent1"/>
            </a:solidFill>
          </a:ln>
        </p:spPr>
      </p:pic>
    </p:spTree>
    <p:extLst>
      <p:ext uri="{BB962C8B-B14F-4D97-AF65-F5344CB8AC3E}">
        <p14:creationId xmlns:p14="http://schemas.microsoft.com/office/powerpoint/2010/main" val="1122908482"/>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1EB5CD-38C6-79C2-8B10-3E769B02928E}"/>
            </a:ext>
          </a:extLst>
        </p:cNvPr>
        <p:cNvGrpSpPr/>
        <p:nvPr/>
      </p:nvGrpSpPr>
      <p:grpSpPr>
        <a:xfrm>
          <a:off x="0" y="0"/>
          <a:ext cx="0" cy="0"/>
          <a:chOff x="0" y="0"/>
          <a:chExt cx="0" cy="0"/>
        </a:xfrm>
      </p:grpSpPr>
      <p:graphicFrame>
        <p:nvGraphicFramePr>
          <p:cNvPr id="21" name="Object 20" hidden="1">
            <a:extLst>
              <a:ext uri="{FF2B5EF4-FFF2-40B4-BE49-F238E27FC236}">
                <a16:creationId xmlns:a16="http://schemas.microsoft.com/office/drawing/2014/main" id="{6C0AAC4B-B300-0982-FB64-1B30B71436AB}"/>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737" imgH="737" progId="TCLayout.ActiveDocument.1">
                  <p:embed/>
                </p:oleObj>
              </mc:Choice>
              <mc:Fallback>
                <p:oleObj name="think-cell Slide" r:id="rId3" imgW="737" imgH="737" progId="TCLayout.ActiveDocument.1">
                  <p:embed/>
                  <p:pic>
                    <p:nvPicPr>
                      <p:cNvPr id="21" name="Object 20" hidden="1">
                        <a:extLst>
                          <a:ext uri="{FF2B5EF4-FFF2-40B4-BE49-F238E27FC236}">
                            <a16:creationId xmlns:a16="http://schemas.microsoft.com/office/drawing/2014/main" id="{6C0AAC4B-B300-0982-FB64-1B30B71436AB}"/>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5" name="Title 4">
            <a:extLst>
              <a:ext uri="{FF2B5EF4-FFF2-40B4-BE49-F238E27FC236}">
                <a16:creationId xmlns:a16="http://schemas.microsoft.com/office/drawing/2014/main" id="{2EC0DFE5-8D0D-B28C-5DE0-E1B6FF6B8896}"/>
              </a:ext>
            </a:extLst>
          </p:cNvPr>
          <p:cNvSpPr>
            <a:spLocks noGrp="1"/>
          </p:cNvSpPr>
          <p:nvPr>
            <p:ph type="title"/>
          </p:nvPr>
        </p:nvSpPr>
        <p:spPr>
          <a:xfrm>
            <a:off x="410401" y="3780000"/>
            <a:ext cx="9287638" cy="738664"/>
          </a:xfrm>
        </p:spPr>
        <p:txBody>
          <a:bodyPr/>
          <a:lstStyle/>
          <a:p>
            <a:r>
              <a:rPr lang="cs-CZ" sz="4800" b="1"/>
              <a:t>13. </a:t>
            </a:r>
            <a:r>
              <a:rPr lang="cs-CZ" sz="4800" b="1" err="1"/>
              <a:t>Purchase</a:t>
            </a:r>
            <a:r>
              <a:rPr lang="cs-CZ" sz="4800" b="1"/>
              <a:t> Order Output</a:t>
            </a:r>
            <a:endParaRPr lang="en-US"/>
          </a:p>
        </p:txBody>
      </p:sp>
    </p:spTree>
    <p:extLst>
      <p:ext uri="{BB962C8B-B14F-4D97-AF65-F5344CB8AC3E}">
        <p14:creationId xmlns:p14="http://schemas.microsoft.com/office/powerpoint/2010/main" val="2080016805"/>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ADC1E9-8A20-6D16-7592-EA397E606B10}"/>
            </a:ext>
          </a:extLst>
        </p:cNvPr>
        <p:cNvGrpSpPr/>
        <p:nvPr/>
      </p:nvGrpSpPr>
      <p:grpSpPr>
        <a:xfrm>
          <a:off x="0" y="0"/>
          <a:ext cx="0" cy="0"/>
          <a:chOff x="0" y="0"/>
          <a:chExt cx="0" cy="0"/>
        </a:xfrm>
      </p:grpSpPr>
      <p:sp>
        <p:nvSpPr>
          <p:cNvPr id="4" name="Foliennummernplatzhalter 3">
            <a:extLst>
              <a:ext uri="{FF2B5EF4-FFF2-40B4-BE49-F238E27FC236}">
                <a16:creationId xmlns:a16="http://schemas.microsoft.com/office/drawing/2014/main" id="{61B77C47-2A57-1394-C638-F174368C917E}"/>
              </a:ext>
            </a:extLst>
          </p:cNvPr>
          <p:cNvSpPr>
            <a:spLocks noGrp="1"/>
          </p:cNvSpPr>
          <p:nvPr>
            <p:ph type="sldNum" sz="quarter" idx="11"/>
          </p:nvPr>
        </p:nvSpPr>
        <p:spPr/>
        <p:txBody>
          <a:bodyPr/>
          <a:lstStyle/>
          <a:p>
            <a:r>
              <a:rPr lang="en-US"/>
              <a:t>Page </a:t>
            </a:r>
            <a:fld id="{15EBE321-CBB1-4E91-BD14-37C8D44326FB}" type="slidenum">
              <a:rPr lang="en-US" smtClean="0"/>
              <a:pPr/>
              <a:t>103</a:t>
            </a:fld>
            <a:endParaRPr lang="en-US"/>
          </a:p>
        </p:txBody>
      </p:sp>
      <p:sp>
        <p:nvSpPr>
          <p:cNvPr id="5" name="Rechteck 5">
            <a:extLst>
              <a:ext uri="{FF2B5EF4-FFF2-40B4-BE49-F238E27FC236}">
                <a16:creationId xmlns:a16="http://schemas.microsoft.com/office/drawing/2014/main" id="{13B1E33D-FF02-803B-435C-4AA3CA7602BE}"/>
              </a:ext>
            </a:extLst>
          </p:cNvPr>
          <p:cNvSpPr/>
          <p:nvPr/>
        </p:nvSpPr>
        <p:spPr>
          <a:xfrm>
            <a:off x="6238875" y="1537855"/>
            <a:ext cx="5509780" cy="429490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pPr marL="285750" marR="0" indent="-285750" algn="just">
              <a:spcAft>
                <a:spcPts val="600"/>
              </a:spcAft>
              <a:buFont typeface="Arial" panose="020B0604020202020204" pitchFamily="34" charset="0"/>
              <a:buChar char="•"/>
              <a:tabLst>
                <a:tab pos="540385" algn="l"/>
                <a:tab pos="1080135" algn="l"/>
              </a:tabLst>
            </a:pPr>
            <a:r>
              <a:rPr lang="en-US" sz="1200">
                <a:solidFill>
                  <a:schemeClr val="tx1"/>
                </a:solidFill>
                <a:effectLst/>
                <a:latin typeface="Arial"/>
                <a:ea typeface="Calibri"/>
                <a:cs typeface="Arial"/>
              </a:rPr>
              <a:t>After the final release of the PO, </a:t>
            </a:r>
            <a:r>
              <a:rPr lang="cs-CZ" sz="1200">
                <a:solidFill>
                  <a:schemeClr val="tx1"/>
                </a:solidFill>
                <a:effectLst/>
                <a:latin typeface="Arial"/>
                <a:ea typeface="Calibri"/>
                <a:cs typeface="Arial"/>
              </a:rPr>
              <a:t>the </a:t>
            </a:r>
            <a:r>
              <a:rPr lang="en-US" sz="1200">
                <a:solidFill>
                  <a:schemeClr val="tx1"/>
                </a:solidFill>
                <a:effectLst/>
                <a:latin typeface="Arial"/>
                <a:ea typeface="Calibri"/>
                <a:cs typeface="Arial"/>
              </a:rPr>
              <a:t>PO </a:t>
            </a:r>
            <a:r>
              <a:rPr lang="cs-CZ" sz="1200">
                <a:solidFill>
                  <a:schemeClr val="tx1"/>
                </a:solidFill>
                <a:effectLst/>
                <a:latin typeface="Arial"/>
                <a:ea typeface="Calibri"/>
                <a:cs typeface="Arial"/>
              </a:rPr>
              <a:t>can be sent </a:t>
            </a:r>
            <a:r>
              <a:rPr lang="en-US" sz="1200">
                <a:solidFill>
                  <a:schemeClr val="tx1"/>
                </a:solidFill>
                <a:effectLst/>
                <a:latin typeface="Arial"/>
                <a:ea typeface="Calibri"/>
                <a:cs typeface="Arial"/>
              </a:rPr>
              <a:t>to the </a:t>
            </a:r>
            <a:r>
              <a:rPr lang="en-US" sz="1200">
                <a:solidFill>
                  <a:schemeClr val="tx1"/>
                </a:solidFill>
                <a:latin typeface="Arial"/>
                <a:ea typeface="Calibri"/>
                <a:cs typeface="Arial"/>
              </a:rPr>
              <a:t>s</a:t>
            </a:r>
            <a:r>
              <a:rPr lang="en-US" sz="1200">
                <a:solidFill>
                  <a:schemeClr val="tx1"/>
                </a:solidFill>
                <a:effectLst/>
                <a:latin typeface="Arial"/>
                <a:ea typeface="Calibri"/>
                <a:cs typeface="Arial"/>
              </a:rPr>
              <a:t>upplier</a:t>
            </a:r>
            <a:endParaRPr lang="en-US" sz="1200">
              <a:solidFill>
                <a:schemeClr val="tx1"/>
              </a:solidFill>
              <a:latin typeface="Arial"/>
              <a:ea typeface="Calibri"/>
              <a:cs typeface="Arial"/>
            </a:endParaRPr>
          </a:p>
          <a:p>
            <a:pPr marL="285750" marR="0" indent="-285750" algn="just">
              <a:spcAft>
                <a:spcPts val="600"/>
              </a:spcAft>
              <a:buFont typeface="Arial" panose="020B0604020202020204" pitchFamily="34" charset="0"/>
              <a:buChar char="•"/>
              <a:tabLst>
                <a:tab pos="540385" algn="l"/>
                <a:tab pos="1080135" algn="l"/>
              </a:tabLst>
            </a:pPr>
            <a:r>
              <a:rPr lang="en-US" sz="1200">
                <a:solidFill>
                  <a:schemeClr val="tx1"/>
                </a:solidFill>
                <a:latin typeface="Arial"/>
                <a:ea typeface="Calibri"/>
                <a:cs typeface="Arial"/>
              </a:rPr>
              <a:t>The PO output will be automatically determined based on supplier </a:t>
            </a:r>
            <a:r>
              <a:rPr lang="cs-CZ" sz="1200">
                <a:solidFill>
                  <a:schemeClr val="tx1"/>
                </a:solidFill>
                <a:latin typeface="Arial"/>
                <a:ea typeface="Calibri"/>
                <a:cs typeface="Arial"/>
              </a:rPr>
              <a:t>master </a:t>
            </a:r>
            <a:r>
              <a:rPr lang="en-US" sz="1200">
                <a:solidFill>
                  <a:schemeClr val="tx1"/>
                </a:solidFill>
                <a:latin typeface="Arial"/>
                <a:ea typeface="Calibri"/>
                <a:cs typeface="Arial"/>
              </a:rPr>
              <a:t>data, Document types and Company Code</a:t>
            </a:r>
          </a:p>
          <a:p>
            <a:pPr marL="285750" marR="0" indent="-285750" algn="just">
              <a:spcAft>
                <a:spcPts val="600"/>
              </a:spcAft>
              <a:buFont typeface="Arial" panose="020B0604020202020204" pitchFamily="34" charset="0"/>
              <a:buChar char="•"/>
              <a:tabLst>
                <a:tab pos="540385" algn="l"/>
                <a:tab pos="1080135" algn="l"/>
              </a:tabLst>
            </a:pPr>
            <a:r>
              <a:rPr lang="en-US" sz="1200">
                <a:solidFill>
                  <a:schemeClr val="tx1"/>
                </a:solidFill>
                <a:latin typeface="Arial"/>
                <a:ea typeface="Calibri"/>
                <a:cs typeface="Arial"/>
              </a:rPr>
              <a:t>During PO output processing the Supplier contact, the email address and the relevancy of output will be copied from the “OC – Ordering Contact”</a:t>
            </a:r>
            <a:r>
              <a:rPr lang="cs-CZ" sz="1200">
                <a:solidFill>
                  <a:schemeClr val="tx1"/>
                </a:solidFill>
                <a:latin typeface="Arial"/>
                <a:ea typeface="Calibri"/>
                <a:cs typeface="Arial"/>
              </a:rPr>
              <a:t> </a:t>
            </a:r>
          </a:p>
          <a:p>
            <a:pPr marL="742950" lvl="1" indent="-285750" algn="just">
              <a:spcAft>
                <a:spcPts val="600"/>
              </a:spcAft>
              <a:buFont typeface="Arial" panose="020B0604020202020204" pitchFamily="34" charset="0"/>
              <a:buChar char="•"/>
              <a:tabLst>
                <a:tab pos="540385" algn="l"/>
                <a:tab pos="1080135" algn="l"/>
              </a:tabLst>
            </a:pPr>
            <a:r>
              <a:rPr lang="en-US" sz="1200">
                <a:solidFill>
                  <a:schemeClr val="tx1"/>
                </a:solidFill>
                <a:latin typeface="Arial"/>
                <a:ea typeface="Calibri"/>
                <a:cs typeface="Arial"/>
              </a:rPr>
              <a:t>“OC – Ordering Contact”</a:t>
            </a:r>
            <a:endParaRPr lang="cs-CZ" sz="1200">
              <a:solidFill>
                <a:schemeClr val="tx1"/>
              </a:solidFill>
              <a:latin typeface="Arial"/>
              <a:ea typeface="Calibri"/>
              <a:cs typeface="Arial"/>
            </a:endParaRPr>
          </a:p>
          <a:p>
            <a:pPr marL="1085850" lvl="2" indent="-171450" algn="just">
              <a:spcAft>
                <a:spcPts val="600"/>
              </a:spcAft>
              <a:buFont typeface="Wingdings" panose="05000000000000000000" pitchFamily="2" charset="2"/>
              <a:buChar char="Ø"/>
              <a:tabLst>
                <a:tab pos="540385" algn="l"/>
                <a:tab pos="1080135" algn="l"/>
              </a:tabLst>
            </a:pPr>
            <a:r>
              <a:rPr lang="cs-CZ" sz="1200">
                <a:solidFill>
                  <a:schemeClr val="tx1"/>
                </a:solidFill>
                <a:latin typeface="Arial"/>
                <a:ea typeface="Calibri"/>
                <a:cs typeface="Arial"/>
              </a:rPr>
              <a:t>specific partner role of the supplier</a:t>
            </a:r>
            <a:endParaRPr lang="en-US" sz="1200">
              <a:solidFill>
                <a:schemeClr val="tx1"/>
              </a:solidFill>
              <a:latin typeface="Arial"/>
              <a:ea typeface="Calibri"/>
              <a:cs typeface="Arial"/>
            </a:endParaRPr>
          </a:p>
          <a:p>
            <a:pPr marL="1085850" lvl="2" indent="-171450" algn="just">
              <a:spcAft>
                <a:spcPts val="600"/>
              </a:spcAft>
              <a:buFont typeface="Wingdings" panose="05000000000000000000" pitchFamily="2" charset="2"/>
              <a:buChar char="Ø"/>
              <a:tabLst>
                <a:tab pos="540385" algn="l"/>
                <a:tab pos="1080135" algn="l"/>
              </a:tabLst>
            </a:pPr>
            <a:r>
              <a:rPr lang="en-US" sz="1200">
                <a:solidFill>
                  <a:schemeClr val="tx1"/>
                </a:solidFill>
                <a:latin typeface="Arial"/>
                <a:ea typeface="Calibri"/>
                <a:cs typeface="Arial"/>
              </a:rPr>
              <a:t>is mandatory for email sending output conditions</a:t>
            </a:r>
          </a:p>
          <a:p>
            <a:pPr marL="285750" indent="-285750" algn="just">
              <a:spcAft>
                <a:spcPts val="600"/>
              </a:spcAft>
              <a:buFont typeface="Arial" panose="020B0604020202020204" pitchFamily="34" charset="0"/>
              <a:buChar char="•"/>
              <a:tabLst>
                <a:tab pos="540385" algn="l"/>
                <a:tab pos="1080135" algn="l"/>
              </a:tabLst>
            </a:pPr>
            <a:r>
              <a:rPr lang="en-US" sz="1200">
                <a:solidFill>
                  <a:schemeClr val="tx1"/>
                </a:solidFill>
                <a:latin typeface="Arial"/>
                <a:ea typeface="Calibri"/>
                <a:cs typeface="Arial"/>
              </a:rPr>
              <a:t>Output condition Medium for Direct X Procurement</a:t>
            </a:r>
          </a:p>
          <a:p>
            <a:pPr marL="742950" lvl="1" indent="-285750" algn="just">
              <a:spcAft>
                <a:spcPts val="600"/>
              </a:spcAft>
              <a:buFont typeface="Arial" panose="020B0604020202020204" pitchFamily="34" charset="0"/>
              <a:buChar char="•"/>
              <a:tabLst>
                <a:tab pos="540385" algn="l"/>
                <a:tab pos="1080135" algn="l"/>
              </a:tabLst>
            </a:pPr>
            <a:r>
              <a:rPr lang="en-US" sz="1200">
                <a:solidFill>
                  <a:schemeClr val="tx1"/>
                </a:solidFill>
                <a:latin typeface="Arial"/>
                <a:ea typeface="Calibri"/>
                <a:cs typeface="Arial"/>
              </a:rPr>
              <a:t>EDI </a:t>
            </a:r>
            <a:r>
              <a:rPr lang="en-US" sz="1200">
                <a:solidFill>
                  <a:schemeClr val="tx1"/>
                </a:solidFill>
                <a:latin typeface="Arial"/>
                <a:ea typeface="Calibri"/>
                <a:cs typeface="Arial"/>
                <a:sym typeface="Wingdings" panose="05000000000000000000" pitchFamily="2" charset="2"/>
              </a:rPr>
              <a:t> “6 - EDI”</a:t>
            </a:r>
            <a:endParaRPr lang="en-US" sz="1200">
              <a:solidFill>
                <a:schemeClr val="tx1"/>
              </a:solidFill>
              <a:latin typeface="Arial"/>
              <a:ea typeface="Calibri"/>
              <a:cs typeface="Arial"/>
            </a:endParaRPr>
          </a:p>
          <a:p>
            <a:pPr marL="742950" lvl="1" indent="-285750" algn="just">
              <a:spcAft>
                <a:spcPts val="600"/>
              </a:spcAft>
              <a:buFont typeface="Arial" panose="020B0604020202020204" pitchFamily="34" charset="0"/>
              <a:buChar char="•"/>
              <a:tabLst>
                <a:tab pos="540385" algn="l"/>
                <a:tab pos="1080135" algn="l"/>
              </a:tabLst>
            </a:pPr>
            <a:r>
              <a:rPr lang="en-US" sz="1200">
                <a:solidFill>
                  <a:schemeClr val="tx1"/>
                </a:solidFill>
                <a:latin typeface="Arial"/>
                <a:ea typeface="Calibri"/>
                <a:cs typeface="Arial"/>
              </a:rPr>
              <a:t>Email </a:t>
            </a:r>
            <a:r>
              <a:rPr lang="en-US" sz="1200">
                <a:solidFill>
                  <a:schemeClr val="tx1"/>
                </a:solidFill>
                <a:latin typeface="Arial"/>
                <a:ea typeface="Calibri"/>
                <a:cs typeface="Arial"/>
                <a:sym typeface="Wingdings" panose="05000000000000000000" pitchFamily="2" charset="2"/>
              </a:rPr>
              <a:t> “5 – External Send”</a:t>
            </a:r>
            <a:endParaRPr lang="en-US" sz="1200">
              <a:solidFill>
                <a:schemeClr val="tx1"/>
              </a:solidFill>
              <a:latin typeface="Arial"/>
              <a:ea typeface="Calibri"/>
              <a:cs typeface="Arial"/>
            </a:endParaRPr>
          </a:p>
          <a:p>
            <a:pPr marL="742950" lvl="1" indent="-285750" algn="just">
              <a:spcAft>
                <a:spcPts val="600"/>
              </a:spcAft>
              <a:buFont typeface="Arial" panose="020B0604020202020204" pitchFamily="34" charset="0"/>
              <a:buChar char="•"/>
              <a:tabLst>
                <a:tab pos="540385" algn="l"/>
                <a:tab pos="1080135" algn="l"/>
              </a:tabLst>
            </a:pPr>
            <a:r>
              <a:rPr lang="en-US" sz="1200">
                <a:solidFill>
                  <a:schemeClr val="tx1"/>
                </a:solidFill>
                <a:latin typeface="Arial"/>
                <a:ea typeface="Calibri"/>
                <a:cs typeface="Arial"/>
                <a:sym typeface="Wingdings" panose="05000000000000000000" pitchFamily="2" charset="2"/>
              </a:rPr>
              <a:t>Printout Form  “1 – Print output”</a:t>
            </a:r>
            <a:endParaRPr lang="en-US" sz="1200">
              <a:solidFill>
                <a:schemeClr val="tx1"/>
              </a:solidFill>
              <a:latin typeface="Arial"/>
              <a:ea typeface="Calibri"/>
              <a:cs typeface="Arial"/>
            </a:endParaRPr>
          </a:p>
        </p:txBody>
      </p:sp>
      <p:sp>
        <p:nvSpPr>
          <p:cNvPr id="10" name="TextBox 9">
            <a:extLst>
              <a:ext uri="{FF2B5EF4-FFF2-40B4-BE49-F238E27FC236}">
                <a16:creationId xmlns:a16="http://schemas.microsoft.com/office/drawing/2014/main" id="{9F0A31AB-C43B-45B3-EAA1-17325F6C99A8}"/>
              </a:ext>
            </a:extLst>
          </p:cNvPr>
          <p:cNvSpPr txBox="1"/>
          <p:nvPr/>
        </p:nvSpPr>
        <p:spPr>
          <a:xfrm>
            <a:off x="333322" y="362910"/>
            <a:ext cx="8353478" cy="369332"/>
          </a:xfrm>
          <a:prstGeom prst="rect">
            <a:avLst/>
          </a:prstGeom>
        </p:spPr>
        <p:txBody>
          <a:bodyPr vert="horz" lIns="0" tIns="0" rIns="324000" bIns="14400" rtlCol="0" anchor="b" anchorCtr="0">
            <a:noAutofit/>
          </a:bodyPr>
          <a:lstStyle>
            <a:lvl1pPr>
              <a:lnSpc>
                <a:spcPct val="90000"/>
              </a:lnSpc>
              <a:spcBef>
                <a:spcPct val="0"/>
              </a:spcBef>
              <a:buNone/>
              <a:defRPr sz="2000" b="1">
                <a:solidFill>
                  <a:srgbClr val="00557C"/>
                </a:solidFill>
                <a:latin typeface="+mj-lt"/>
                <a:ea typeface="+mj-ea"/>
                <a:cs typeface="+mj-cs"/>
              </a:defRPr>
            </a:lvl1pPr>
          </a:lstStyle>
          <a:p>
            <a:r>
              <a:rPr lang="en-US">
                <a:solidFill>
                  <a:srgbClr val="00557C"/>
                </a:solidFill>
              </a:rPr>
              <a:t>PO Output</a:t>
            </a:r>
            <a:endParaRPr lang="en-US"/>
          </a:p>
        </p:txBody>
      </p:sp>
      <p:sp>
        <p:nvSpPr>
          <p:cNvPr id="2" name="Fußzeilenplatzhalter 2">
            <a:extLst>
              <a:ext uri="{FF2B5EF4-FFF2-40B4-BE49-F238E27FC236}">
                <a16:creationId xmlns:a16="http://schemas.microsoft.com/office/drawing/2014/main" id="{03158497-9160-FF9D-89A0-2D4C9702AAB9}"/>
              </a:ext>
            </a:extLst>
          </p:cNvPr>
          <p:cNvSpPr>
            <a:spLocks noGrp="1"/>
          </p:cNvSpPr>
          <p:nvPr>
            <p:ph type="ftr" sz="quarter" idx="10"/>
          </p:nvPr>
        </p:nvSpPr>
        <p:spPr>
          <a:xfrm>
            <a:off x="1059160" y="6310800"/>
            <a:ext cx="9216000" cy="547200"/>
          </a:xfrm>
        </p:spPr>
        <p:txBody>
          <a:bodyPr/>
          <a:lstStyle/>
          <a:p>
            <a:pPr>
              <a:lnSpc>
                <a:spcPct val="100000"/>
              </a:lnSpc>
            </a:pPr>
            <a:r>
              <a:rPr lang="en-US"/>
              <a:t>Internal | © Siemens 2025 | SHERPA X I MM081 Procurement via Direct X</a:t>
            </a:r>
          </a:p>
        </p:txBody>
      </p:sp>
      <p:pic>
        <p:nvPicPr>
          <p:cNvPr id="6" name="Grafik 5">
            <a:extLst>
              <a:ext uri="{FF2B5EF4-FFF2-40B4-BE49-F238E27FC236}">
                <a16:creationId xmlns:a16="http://schemas.microsoft.com/office/drawing/2014/main" id="{42FE134B-1A8D-0D97-13F9-15F3E42DC9F3}"/>
              </a:ext>
            </a:extLst>
          </p:cNvPr>
          <p:cNvPicPr>
            <a:picLocks noChangeAspect="1"/>
          </p:cNvPicPr>
          <p:nvPr/>
        </p:nvPicPr>
        <p:blipFill>
          <a:blip r:embed="rId3"/>
          <a:stretch>
            <a:fillRect/>
          </a:stretch>
        </p:blipFill>
        <p:spPr>
          <a:xfrm>
            <a:off x="168536" y="1657236"/>
            <a:ext cx="6070339" cy="2387990"/>
          </a:xfrm>
          <a:prstGeom prst="rect">
            <a:avLst/>
          </a:prstGeom>
        </p:spPr>
      </p:pic>
    </p:spTree>
    <p:extLst>
      <p:ext uri="{BB962C8B-B14F-4D97-AF65-F5344CB8AC3E}">
        <p14:creationId xmlns:p14="http://schemas.microsoft.com/office/powerpoint/2010/main" val="1376048145"/>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53112E-9C6D-1703-AB00-83EDA1F1EF04}"/>
            </a:ext>
          </a:extLst>
        </p:cNvPr>
        <p:cNvGrpSpPr/>
        <p:nvPr/>
      </p:nvGrpSpPr>
      <p:grpSpPr>
        <a:xfrm>
          <a:off x="0" y="0"/>
          <a:ext cx="0" cy="0"/>
          <a:chOff x="0" y="0"/>
          <a:chExt cx="0" cy="0"/>
        </a:xfrm>
      </p:grpSpPr>
      <p:sp>
        <p:nvSpPr>
          <p:cNvPr id="6" name="Rechteck 5">
            <a:extLst>
              <a:ext uri="{FF2B5EF4-FFF2-40B4-BE49-F238E27FC236}">
                <a16:creationId xmlns:a16="http://schemas.microsoft.com/office/drawing/2014/main" id="{C4CF2456-E724-4773-2F8A-A05DE6B54E54}"/>
              </a:ext>
            </a:extLst>
          </p:cNvPr>
          <p:cNvSpPr/>
          <p:nvPr/>
        </p:nvSpPr>
        <p:spPr>
          <a:xfrm>
            <a:off x="7038975" y="1937442"/>
            <a:ext cx="5074561" cy="4377633"/>
          </a:xfrm>
          <a:prstGeom prst="rect">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pPr marL="171450" indent="-171450">
              <a:buFont typeface="Arial" panose="020B0604020202020204" pitchFamily="34" charset="0"/>
              <a:buChar char="•"/>
            </a:pPr>
            <a:r>
              <a:rPr lang="en-US" sz="1200">
                <a:solidFill>
                  <a:schemeClr val="tx1"/>
                </a:solidFill>
              </a:rPr>
              <a:t>After opening the PO, click on “Messages” button to display the output condition.</a:t>
            </a:r>
          </a:p>
          <a:p>
            <a:endParaRPr lang="en-US" sz="1200">
              <a:solidFill>
                <a:schemeClr val="tx1"/>
              </a:solidFill>
            </a:endParaRPr>
          </a:p>
          <a:p>
            <a:pPr marL="171450" indent="-171450">
              <a:buFont typeface="Arial" panose="020B0604020202020204" pitchFamily="34" charset="0"/>
              <a:buChar char="•"/>
            </a:pPr>
            <a:r>
              <a:rPr lang="en-US" sz="1200">
                <a:solidFill>
                  <a:schemeClr val="tx1"/>
                </a:solidFill>
              </a:rPr>
              <a:t>Make sure that the PO in “Release Completed” status</a:t>
            </a:r>
          </a:p>
          <a:p>
            <a:pPr marL="171450" indent="-171450">
              <a:buFont typeface="Arial" panose="020B0604020202020204" pitchFamily="34" charset="0"/>
              <a:buChar char="•"/>
            </a:pPr>
            <a:endParaRPr lang="en-US" sz="1200">
              <a:solidFill>
                <a:schemeClr val="tx1"/>
              </a:solidFill>
            </a:endParaRPr>
          </a:p>
          <a:p>
            <a:pPr marL="171450" indent="-171450">
              <a:buFont typeface="Arial" panose="020B0604020202020204" pitchFamily="34" charset="0"/>
              <a:buChar char="•"/>
            </a:pPr>
            <a:r>
              <a:rPr lang="en-US" sz="1200">
                <a:solidFill>
                  <a:schemeClr val="tx1"/>
                </a:solidFill>
              </a:rPr>
              <a:t>The Output Status has to be green to indicate the success output</a:t>
            </a:r>
            <a:endParaRPr lang="cs-CZ" sz="1200">
              <a:solidFill>
                <a:schemeClr val="tx1"/>
              </a:solidFill>
            </a:endParaRPr>
          </a:p>
          <a:p>
            <a:pPr marL="171450" indent="-171450">
              <a:buFont typeface="Arial" panose="020B0604020202020204" pitchFamily="34" charset="0"/>
              <a:buChar char="•"/>
            </a:pPr>
            <a:endParaRPr lang="cs-CZ" sz="1200">
              <a:solidFill>
                <a:schemeClr val="tx1"/>
              </a:solidFill>
            </a:endParaRPr>
          </a:p>
          <a:p>
            <a:pPr marL="171450" indent="-171450">
              <a:buFont typeface="Arial" panose="020B0604020202020204" pitchFamily="34" charset="0"/>
              <a:buChar char="•"/>
            </a:pPr>
            <a:r>
              <a:rPr lang="cs-CZ" sz="1200">
                <a:solidFill>
                  <a:schemeClr val="tx1"/>
                </a:solidFill>
              </a:rPr>
              <a:t>Here as example Output medium 6 - EDI</a:t>
            </a:r>
            <a:endParaRPr lang="en-US" sz="1200">
              <a:solidFill>
                <a:schemeClr val="tx1"/>
              </a:solidFill>
            </a:endParaRPr>
          </a:p>
        </p:txBody>
      </p:sp>
      <p:sp>
        <p:nvSpPr>
          <p:cNvPr id="8" name="Rechteck 5">
            <a:extLst>
              <a:ext uri="{FF2B5EF4-FFF2-40B4-BE49-F238E27FC236}">
                <a16:creationId xmlns:a16="http://schemas.microsoft.com/office/drawing/2014/main" id="{41CE4C3D-19A4-3452-7127-FBD9638DF94A}"/>
              </a:ext>
            </a:extLst>
          </p:cNvPr>
          <p:cNvSpPr/>
          <p:nvPr/>
        </p:nvSpPr>
        <p:spPr>
          <a:xfrm>
            <a:off x="7038975" y="1136342"/>
            <a:ext cx="5074561" cy="818023"/>
          </a:xfrm>
          <a:prstGeom prst="rect">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pPr marL="0" algn="l" rtl="0" eaLnBrk="1" latinLnBrk="0" hangingPunct="1"/>
            <a:r>
              <a:rPr lang="en-US" sz="1200" b="1" kern="1200">
                <a:solidFill>
                  <a:srgbClr val="000000"/>
                </a:solidFill>
                <a:effectLst/>
                <a:latin typeface="Arial" panose="020B0604020202020204" pitchFamily="34" charset="0"/>
                <a:ea typeface="+mn-ea"/>
                <a:cs typeface="+mn-cs"/>
              </a:rPr>
              <a:t>ME23N – Display Purchase Order</a:t>
            </a:r>
            <a:endParaRPr lang="de-DE" sz="1200">
              <a:effectLst/>
            </a:endParaRPr>
          </a:p>
        </p:txBody>
      </p:sp>
      <p:sp>
        <p:nvSpPr>
          <p:cNvPr id="3" name="TextBox 2">
            <a:extLst>
              <a:ext uri="{FF2B5EF4-FFF2-40B4-BE49-F238E27FC236}">
                <a16:creationId xmlns:a16="http://schemas.microsoft.com/office/drawing/2014/main" id="{E4E7FA75-1CF4-ED9F-5184-114D3493694E}"/>
              </a:ext>
            </a:extLst>
          </p:cNvPr>
          <p:cNvSpPr txBox="1"/>
          <p:nvPr/>
        </p:nvSpPr>
        <p:spPr>
          <a:xfrm>
            <a:off x="333322" y="362910"/>
            <a:ext cx="8353478" cy="369332"/>
          </a:xfrm>
          <a:prstGeom prst="rect">
            <a:avLst/>
          </a:prstGeom>
        </p:spPr>
        <p:txBody>
          <a:bodyPr vert="horz" lIns="0" tIns="0" rIns="324000" bIns="14400" rtlCol="0" anchor="b" anchorCtr="0">
            <a:noAutofit/>
          </a:bodyPr>
          <a:lstStyle>
            <a:lvl1pPr>
              <a:lnSpc>
                <a:spcPct val="90000"/>
              </a:lnSpc>
              <a:spcBef>
                <a:spcPct val="0"/>
              </a:spcBef>
              <a:buNone/>
              <a:defRPr sz="2000" b="1">
                <a:solidFill>
                  <a:srgbClr val="00557C"/>
                </a:solidFill>
                <a:latin typeface="+mj-lt"/>
                <a:ea typeface="+mj-ea"/>
                <a:cs typeface="+mj-cs"/>
              </a:defRPr>
            </a:lvl1pPr>
          </a:lstStyle>
          <a:p>
            <a:r>
              <a:rPr lang="cs-CZ">
                <a:solidFill>
                  <a:srgbClr val="00557C"/>
                </a:solidFill>
              </a:rPr>
              <a:t>13.1 </a:t>
            </a:r>
            <a:r>
              <a:rPr lang="en-US">
                <a:solidFill>
                  <a:srgbClr val="00557C"/>
                </a:solidFill>
              </a:rPr>
              <a:t>PO Output - EDI</a:t>
            </a:r>
            <a:endParaRPr lang="en-US"/>
          </a:p>
        </p:txBody>
      </p:sp>
      <p:pic>
        <p:nvPicPr>
          <p:cNvPr id="4" name="Picture 3">
            <a:extLst>
              <a:ext uri="{FF2B5EF4-FFF2-40B4-BE49-F238E27FC236}">
                <a16:creationId xmlns:a16="http://schemas.microsoft.com/office/drawing/2014/main" id="{EAE21754-C95A-2590-0F8C-04001D00A55B}"/>
              </a:ext>
            </a:extLst>
          </p:cNvPr>
          <p:cNvPicPr>
            <a:picLocks noChangeAspect="1"/>
          </p:cNvPicPr>
          <p:nvPr/>
        </p:nvPicPr>
        <p:blipFill>
          <a:blip r:embed="rId3"/>
          <a:stretch>
            <a:fillRect/>
          </a:stretch>
        </p:blipFill>
        <p:spPr>
          <a:xfrm>
            <a:off x="333322" y="1407223"/>
            <a:ext cx="6497467" cy="2021777"/>
          </a:xfrm>
          <a:prstGeom prst="rect">
            <a:avLst/>
          </a:prstGeom>
          <a:ln>
            <a:solidFill>
              <a:schemeClr val="accent1"/>
            </a:solidFill>
          </a:ln>
        </p:spPr>
      </p:pic>
      <p:pic>
        <p:nvPicPr>
          <p:cNvPr id="9" name="Picture 8">
            <a:extLst>
              <a:ext uri="{FF2B5EF4-FFF2-40B4-BE49-F238E27FC236}">
                <a16:creationId xmlns:a16="http://schemas.microsoft.com/office/drawing/2014/main" id="{18EA8DB9-912F-970C-AD49-CE960D3069FE}"/>
              </a:ext>
            </a:extLst>
          </p:cNvPr>
          <p:cNvPicPr>
            <a:picLocks noChangeAspect="1"/>
          </p:cNvPicPr>
          <p:nvPr/>
        </p:nvPicPr>
        <p:blipFill>
          <a:blip r:embed="rId4"/>
          <a:stretch>
            <a:fillRect/>
          </a:stretch>
        </p:blipFill>
        <p:spPr>
          <a:xfrm>
            <a:off x="333322" y="3883661"/>
            <a:ext cx="6429428" cy="1588643"/>
          </a:xfrm>
          <a:prstGeom prst="rect">
            <a:avLst/>
          </a:prstGeom>
          <a:ln>
            <a:solidFill>
              <a:schemeClr val="accent1"/>
            </a:solidFill>
          </a:ln>
        </p:spPr>
      </p:pic>
    </p:spTree>
    <p:extLst>
      <p:ext uri="{BB962C8B-B14F-4D97-AF65-F5344CB8AC3E}">
        <p14:creationId xmlns:p14="http://schemas.microsoft.com/office/powerpoint/2010/main" val="1502135907"/>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ACFEB1-DC61-74BB-8FF6-61E640C99ABE}"/>
            </a:ext>
          </a:extLst>
        </p:cNvPr>
        <p:cNvGrpSpPr/>
        <p:nvPr/>
      </p:nvGrpSpPr>
      <p:grpSpPr>
        <a:xfrm>
          <a:off x="0" y="0"/>
          <a:ext cx="0" cy="0"/>
          <a:chOff x="0" y="0"/>
          <a:chExt cx="0" cy="0"/>
        </a:xfrm>
      </p:grpSpPr>
      <p:sp>
        <p:nvSpPr>
          <p:cNvPr id="6" name="Rechteck 5">
            <a:extLst>
              <a:ext uri="{FF2B5EF4-FFF2-40B4-BE49-F238E27FC236}">
                <a16:creationId xmlns:a16="http://schemas.microsoft.com/office/drawing/2014/main" id="{626B7DC6-0F45-B1CA-AE3C-AD498B1FE83A}"/>
              </a:ext>
            </a:extLst>
          </p:cNvPr>
          <p:cNvSpPr/>
          <p:nvPr/>
        </p:nvSpPr>
        <p:spPr>
          <a:xfrm>
            <a:off x="7038975" y="1937442"/>
            <a:ext cx="5074561" cy="4377633"/>
          </a:xfrm>
          <a:prstGeom prst="rect">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pPr marL="171450" indent="-171450">
              <a:buFont typeface="Arial" panose="020B0604020202020204" pitchFamily="34" charset="0"/>
              <a:buChar char="•"/>
            </a:pPr>
            <a:r>
              <a:rPr lang="cs-CZ" sz="1200">
                <a:solidFill>
                  <a:schemeClr val="tx1"/>
                </a:solidFill>
              </a:rPr>
              <a:t>Example Output medium 5 – External send (Email)</a:t>
            </a:r>
          </a:p>
          <a:p>
            <a:pPr marL="171450" indent="-171450">
              <a:buFont typeface="Arial" panose="020B0604020202020204" pitchFamily="34" charset="0"/>
              <a:buChar char="•"/>
            </a:pPr>
            <a:endParaRPr lang="en-US" sz="1200">
              <a:solidFill>
                <a:schemeClr val="tx1"/>
              </a:solidFill>
            </a:endParaRPr>
          </a:p>
          <a:p>
            <a:pPr marL="171450" indent="-171450">
              <a:buFont typeface="Arial" panose="020B0604020202020204" pitchFamily="34" charset="0"/>
              <a:buChar char="•"/>
            </a:pPr>
            <a:r>
              <a:rPr lang="cs-CZ" sz="1200">
                <a:solidFill>
                  <a:schemeClr val="tx1"/>
                </a:solidFill>
              </a:rPr>
              <a:t>Click on button „Messages“ and then f</a:t>
            </a:r>
            <a:r>
              <a:rPr lang="en-US" sz="1200">
                <a:solidFill>
                  <a:schemeClr val="tx1"/>
                </a:solidFill>
              </a:rPr>
              <a:t>rom the “Processing log” button, the Purchaser could identify the recipient “Email”</a:t>
            </a:r>
          </a:p>
        </p:txBody>
      </p:sp>
      <p:sp>
        <p:nvSpPr>
          <p:cNvPr id="8" name="Rechteck 5">
            <a:extLst>
              <a:ext uri="{FF2B5EF4-FFF2-40B4-BE49-F238E27FC236}">
                <a16:creationId xmlns:a16="http://schemas.microsoft.com/office/drawing/2014/main" id="{77AD384C-E6BA-A812-CD13-8E58513F5555}"/>
              </a:ext>
            </a:extLst>
          </p:cNvPr>
          <p:cNvSpPr/>
          <p:nvPr/>
        </p:nvSpPr>
        <p:spPr>
          <a:xfrm>
            <a:off x="7038975" y="1136342"/>
            <a:ext cx="5074561" cy="835952"/>
          </a:xfrm>
          <a:prstGeom prst="rect">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pPr marL="0" algn="l" rtl="0" eaLnBrk="1" latinLnBrk="0" hangingPunct="1"/>
            <a:r>
              <a:rPr lang="en-US" sz="1200" b="1" kern="1200">
                <a:solidFill>
                  <a:srgbClr val="000000"/>
                </a:solidFill>
                <a:effectLst/>
                <a:latin typeface="Arial" panose="020B0604020202020204" pitchFamily="34" charset="0"/>
                <a:ea typeface="+mn-ea"/>
                <a:cs typeface="+mn-cs"/>
              </a:rPr>
              <a:t>ME23N – Display Purchase Order</a:t>
            </a:r>
            <a:endParaRPr lang="de-DE" sz="1200">
              <a:effectLst/>
            </a:endParaRPr>
          </a:p>
        </p:txBody>
      </p:sp>
      <p:sp>
        <p:nvSpPr>
          <p:cNvPr id="3" name="TextBox 2">
            <a:extLst>
              <a:ext uri="{FF2B5EF4-FFF2-40B4-BE49-F238E27FC236}">
                <a16:creationId xmlns:a16="http://schemas.microsoft.com/office/drawing/2014/main" id="{2E634FC8-C86F-EB32-03C3-8CAD285B410E}"/>
              </a:ext>
            </a:extLst>
          </p:cNvPr>
          <p:cNvSpPr txBox="1"/>
          <p:nvPr/>
        </p:nvSpPr>
        <p:spPr>
          <a:xfrm>
            <a:off x="333322" y="362910"/>
            <a:ext cx="8353478" cy="369332"/>
          </a:xfrm>
          <a:prstGeom prst="rect">
            <a:avLst/>
          </a:prstGeom>
        </p:spPr>
        <p:txBody>
          <a:bodyPr vert="horz" lIns="0" tIns="0" rIns="324000" bIns="14400" rtlCol="0" anchor="b" anchorCtr="0">
            <a:noAutofit/>
          </a:bodyPr>
          <a:lstStyle>
            <a:lvl1pPr>
              <a:lnSpc>
                <a:spcPct val="90000"/>
              </a:lnSpc>
              <a:spcBef>
                <a:spcPct val="0"/>
              </a:spcBef>
              <a:buNone/>
              <a:defRPr sz="2000" b="1">
                <a:solidFill>
                  <a:srgbClr val="00557C"/>
                </a:solidFill>
                <a:latin typeface="+mj-lt"/>
                <a:ea typeface="+mj-ea"/>
                <a:cs typeface="+mj-cs"/>
              </a:defRPr>
            </a:lvl1pPr>
          </a:lstStyle>
          <a:p>
            <a:r>
              <a:rPr lang="cs-CZ">
                <a:solidFill>
                  <a:srgbClr val="00557C"/>
                </a:solidFill>
              </a:rPr>
              <a:t>13.2 </a:t>
            </a:r>
            <a:r>
              <a:rPr lang="en-US">
                <a:solidFill>
                  <a:srgbClr val="00557C"/>
                </a:solidFill>
              </a:rPr>
              <a:t>PO Output – External Send</a:t>
            </a:r>
            <a:endParaRPr lang="en-US"/>
          </a:p>
        </p:txBody>
      </p:sp>
      <p:pic>
        <p:nvPicPr>
          <p:cNvPr id="10" name="Picture 9">
            <a:extLst>
              <a:ext uri="{FF2B5EF4-FFF2-40B4-BE49-F238E27FC236}">
                <a16:creationId xmlns:a16="http://schemas.microsoft.com/office/drawing/2014/main" id="{9F45FD54-96C6-E419-6D0C-36F4A98563F5}"/>
              </a:ext>
            </a:extLst>
          </p:cNvPr>
          <p:cNvPicPr>
            <a:picLocks noChangeAspect="1"/>
          </p:cNvPicPr>
          <p:nvPr/>
        </p:nvPicPr>
        <p:blipFill>
          <a:blip r:embed="rId3"/>
          <a:stretch>
            <a:fillRect/>
          </a:stretch>
        </p:blipFill>
        <p:spPr>
          <a:xfrm>
            <a:off x="482957" y="896814"/>
            <a:ext cx="5851778" cy="2115101"/>
          </a:xfrm>
          <a:prstGeom prst="rect">
            <a:avLst/>
          </a:prstGeom>
          <a:ln>
            <a:solidFill>
              <a:schemeClr val="accent1"/>
            </a:solidFill>
          </a:ln>
        </p:spPr>
      </p:pic>
      <p:pic>
        <p:nvPicPr>
          <p:cNvPr id="12" name="Picture 11">
            <a:extLst>
              <a:ext uri="{FF2B5EF4-FFF2-40B4-BE49-F238E27FC236}">
                <a16:creationId xmlns:a16="http://schemas.microsoft.com/office/drawing/2014/main" id="{8CA8CD35-1249-3561-7F76-08BE0C2CE800}"/>
              </a:ext>
            </a:extLst>
          </p:cNvPr>
          <p:cNvPicPr>
            <a:picLocks noChangeAspect="1"/>
          </p:cNvPicPr>
          <p:nvPr/>
        </p:nvPicPr>
        <p:blipFill>
          <a:blip r:embed="rId4"/>
          <a:stretch>
            <a:fillRect/>
          </a:stretch>
        </p:blipFill>
        <p:spPr>
          <a:xfrm>
            <a:off x="482957" y="3143250"/>
            <a:ext cx="6041667" cy="3300009"/>
          </a:xfrm>
          <a:prstGeom prst="rect">
            <a:avLst/>
          </a:prstGeom>
          <a:ln>
            <a:solidFill>
              <a:schemeClr val="accent1"/>
            </a:solidFill>
          </a:ln>
        </p:spPr>
      </p:pic>
    </p:spTree>
    <p:extLst>
      <p:ext uri="{BB962C8B-B14F-4D97-AF65-F5344CB8AC3E}">
        <p14:creationId xmlns:p14="http://schemas.microsoft.com/office/powerpoint/2010/main" val="2199533592"/>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0FE05F-EABA-2843-0CD4-5E35D78EF22E}"/>
            </a:ext>
          </a:extLst>
        </p:cNvPr>
        <p:cNvGrpSpPr/>
        <p:nvPr/>
      </p:nvGrpSpPr>
      <p:grpSpPr>
        <a:xfrm>
          <a:off x="0" y="0"/>
          <a:ext cx="0" cy="0"/>
          <a:chOff x="0" y="0"/>
          <a:chExt cx="0" cy="0"/>
        </a:xfrm>
      </p:grpSpPr>
      <p:sp>
        <p:nvSpPr>
          <p:cNvPr id="6" name="Rechteck 5">
            <a:extLst>
              <a:ext uri="{FF2B5EF4-FFF2-40B4-BE49-F238E27FC236}">
                <a16:creationId xmlns:a16="http://schemas.microsoft.com/office/drawing/2014/main" id="{0F60DEB0-602F-0C93-77A4-D03C890C04D0}"/>
              </a:ext>
            </a:extLst>
          </p:cNvPr>
          <p:cNvSpPr/>
          <p:nvPr/>
        </p:nvSpPr>
        <p:spPr>
          <a:xfrm>
            <a:off x="7038975" y="1937442"/>
            <a:ext cx="5074561" cy="4377633"/>
          </a:xfrm>
          <a:prstGeom prst="rect">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pPr marL="171450" indent="-171450">
              <a:buFont typeface="Arial" panose="020B0604020202020204" pitchFamily="34" charset="0"/>
              <a:buChar char="•"/>
            </a:pPr>
            <a:r>
              <a:rPr lang="en-US" sz="1200">
                <a:solidFill>
                  <a:schemeClr val="tx1"/>
                </a:solidFill>
              </a:rPr>
              <a:t>Recipient email will come from the “OC – Ordering Contact” Partner Function in the “Partners” tab</a:t>
            </a:r>
            <a:endParaRPr lang="cs-CZ" sz="1200">
              <a:solidFill>
                <a:schemeClr val="tx1"/>
              </a:solidFill>
            </a:endParaRPr>
          </a:p>
          <a:p>
            <a:pPr marL="171450" indent="-171450">
              <a:buFont typeface="Arial" panose="020B0604020202020204" pitchFamily="34" charset="0"/>
              <a:buChar char="•"/>
            </a:pPr>
            <a:endParaRPr lang="cs-CZ" sz="1200">
              <a:solidFill>
                <a:schemeClr val="tx1"/>
              </a:solidFill>
            </a:endParaRPr>
          </a:p>
          <a:p>
            <a:pPr marL="171450" indent="-171450">
              <a:buFont typeface="Arial" panose="020B0604020202020204" pitchFamily="34" charset="0"/>
              <a:buChar char="•"/>
            </a:pPr>
            <a:r>
              <a:rPr lang="en-US" sz="1200">
                <a:solidFill>
                  <a:schemeClr val="tx1"/>
                </a:solidFill>
              </a:rPr>
              <a:t>For more information on the assigned partner, (Ex. 5200009153 – Gergana </a:t>
            </a:r>
            <a:r>
              <a:rPr lang="en-US" sz="1200" err="1">
                <a:solidFill>
                  <a:schemeClr val="tx1"/>
                </a:solidFill>
              </a:rPr>
              <a:t>Popgarilova</a:t>
            </a:r>
            <a:r>
              <a:rPr lang="en-US" sz="1200">
                <a:solidFill>
                  <a:schemeClr val="tx1"/>
                </a:solidFill>
              </a:rPr>
              <a:t>)</a:t>
            </a:r>
          </a:p>
          <a:p>
            <a:pPr marL="685800" lvl="1" indent="-228600">
              <a:buFont typeface="+mj-lt"/>
              <a:buAutoNum type="arabicPeriod"/>
            </a:pPr>
            <a:r>
              <a:rPr lang="en-US" sz="1200">
                <a:solidFill>
                  <a:schemeClr val="tx1"/>
                </a:solidFill>
              </a:rPr>
              <a:t>Select the partner</a:t>
            </a:r>
          </a:p>
          <a:p>
            <a:pPr marL="685800" lvl="1" indent="-228600">
              <a:buFont typeface="+mj-lt"/>
              <a:buAutoNum type="arabicPeriod"/>
            </a:pPr>
            <a:r>
              <a:rPr lang="en-US" sz="1200">
                <a:solidFill>
                  <a:schemeClr val="tx1"/>
                </a:solidFill>
              </a:rPr>
              <a:t>Click on (      ) “Partner’s Master Record”</a:t>
            </a:r>
            <a:endParaRPr lang="cs-CZ" sz="1200">
              <a:solidFill>
                <a:schemeClr val="tx1"/>
              </a:solidFill>
            </a:endParaRPr>
          </a:p>
          <a:p>
            <a:endParaRPr lang="cs-CZ" sz="1050">
              <a:solidFill>
                <a:schemeClr val="tx1"/>
              </a:solidFill>
            </a:endParaRPr>
          </a:p>
          <a:p>
            <a:endParaRPr lang="cs-CZ" sz="1050">
              <a:solidFill>
                <a:schemeClr val="tx1"/>
              </a:solidFill>
            </a:endParaRPr>
          </a:p>
          <a:p>
            <a:endParaRPr lang="cs-CZ" sz="1050">
              <a:solidFill>
                <a:schemeClr val="tx1"/>
              </a:solidFill>
            </a:endParaRPr>
          </a:p>
          <a:p>
            <a:endParaRPr lang="cs-CZ" sz="1050">
              <a:solidFill>
                <a:schemeClr val="tx1"/>
              </a:solidFill>
            </a:endParaRPr>
          </a:p>
          <a:p>
            <a:endParaRPr lang="en-US" sz="1050">
              <a:solidFill>
                <a:schemeClr val="tx1"/>
              </a:solidFill>
            </a:endParaRPr>
          </a:p>
          <a:p>
            <a:pPr lvl="1"/>
            <a:endParaRPr lang="cs-CZ" sz="1050">
              <a:solidFill>
                <a:schemeClr val="tx1"/>
              </a:solidFill>
            </a:endParaRPr>
          </a:p>
        </p:txBody>
      </p:sp>
      <p:sp>
        <p:nvSpPr>
          <p:cNvPr id="8" name="Rechteck 5">
            <a:extLst>
              <a:ext uri="{FF2B5EF4-FFF2-40B4-BE49-F238E27FC236}">
                <a16:creationId xmlns:a16="http://schemas.microsoft.com/office/drawing/2014/main" id="{D930BA19-C115-0059-CB28-040109A3F865}"/>
              </a:ext>
            </a:extLst>
          </p:cNvPr>
          <p:cNvSpPr/>
          <p:nvPr/>
        </p:nvSpPr>
        <p:spPr>
          <a:xfrm>
            <a:off x="7038975" y="1136342"/>
            <a:ext cx="5074561" cy="818023"/>
          </a:xfrm>
          <a:prstGeom prst="rect">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pPr marL="0" algn="l" rtl="0" eaLnBrk="1" latinLnBrk="0" hangingPunct="1"/>
            <a:r>
              <a:rPr lang="en-US" sz="1200" b="1" kern="1200">
                <a:solidFill>
                  <a:srgbClr val="000000"/>
                </a:solidFill>
                <a:effectLst/>
                <a:latin typeface="Arial" panose="020B0604020202020204" pitchFamily="34" charset="0"/>
                <a:ea typeface="+mn-ea"/>
                <a:cs typeface="+mn-cs"/>
              </a:rPr>
              <a:t>ME23N – Display Purchase Order</a:t>
            </a:r>
            <a:endParaRPr lang="de-DE" sz="1200">
              <a:effectLst/>
            </a:endParaRPr>
          </a:p>
        </p:txBody>
      </p:sp>
      <p:sp>
        <p:nvSpPr>
          <p:cNvPr id="3" name="TextBox 2">
            <a:extLst>
              <a:ext uri="{FF2B5EF4-FFF2-40B4-BE49-F238E27FC236}">
                <a16:creationId xmlns:a16="http://schemas.microsoft.com/office/drawing/2014/main" id="{7B6282D6-2F0D-CDF8-E2AD-BAF242047CB1}"/>
              </a:ext>
            </a:extLst>
          </p:cNvPr>
          <p:cNvSpPr txBox="1"/>
          <p:nvPr/>
        </p:nvSpPr>
        <p:spPr>
          <a:xfrm>
            <a:off x="333322" y="362910"/>
            <a:ext cx="8353478" cy="369332"/>
          </a:xfrm>
          <a:prstGeom prst="rect">
            <a:avLst/>
          </a:prstGeom>
        </p:spPr>
        <p:txBody>
          <a:bodyPr vert="horz" lIns="0" tIns="0" rIns="324000" bIns="14400" rtlCol="0" anchor="b" anchorCtr="0">
            <a:noAutofit/>
          </a:bodyPr>
          <a:lstStyle>
            <a:lvl1pPr>
              <a:lnSpc>
                <a:spcPct val="90000"/>
              </a:lnSpc>
              <a:spcBef>
                <a:spcPct val="0"/>
              </a:spcBef>
              <a:buNone/>
              <a:defRPr sz="2000" b="1">
                <a:solidFill>
                  <a:srgbClr val="00557C"/>
                </a:solidFill>
                <a:latin typeface="+mj-lt"/>
                <a:ea typeface="+mj-ea"/>
                <a:cs typeface="+mj-cs"/>
              </a:defRPr>
            </a:lvl1pPr>
          </a:lstStyle>
          <a:p>
            <a:r>
              <a:rPr lang="cs-CZ">
                <a:solidFill>
                  <a:srgbClr val="00557C"/>
                </a:solidFill>
              </a:rPr>
              <a:t>13.2 </a:t>
            </a:r>
            <a:r>
              <a:rPr lang="en-US">
                <a:solidFill>
                  <a:srgbClr val="00557C"/>
                </a:solidFill>
              </a:rPr>
              <a:t>PO Output – External Send</a:t>
            </a:r>
            <a:endParaRPr lang="en-US"/>
          </a:p>
        </p:txBody>
      </p:sp>
      <p:pic>
        <p:nvPicPr>
          <p:cNvPr id="14" name="Picture 13">
            <a:extLst>
              <a:ext uri="{FF2B5EF4-FFF2-40B4-BE49-F238E27FC236}">
                <a16:creationId xmlns:a16="http://schemas.microsoft.com/office/drawing/2014/main" id="{B1A31002-AFC6-1558-B7FA-28941F5146C0}"/>
              </a:ext>
            </a:extLst>
          </p:cNvPr>
          <p:cNvPicPr>
            <a:picLocks noChangeAspect="1"/>
          </p:cNvPicPr>
          <p:nvPr/>
        </p:nvPicPr>
        <p:blipFill>
          <a:blip r:embed="rId3"/>
          <a:stretch>
            <a:fillRect/>
          </a:stretch>
        </p:blipFill>
        <p:spPr>
          <a:xfrm>
            <a:off x="456756" y="1676204"/>
            <a:ext cx="6363588" cy="2800741"/>
          </a:xfrm>
          <a:prstGeom prst="rect">
            <a:avLst/>
          </a:prstGeom>
          <a:ln>
            <a:solidFill>
              <a:schemeClr val="accent1"/>
            </a:solidFill>
          </a:ln>
        </p:spPr>
      </p:pic>
      <p:pic>
        <p:nvPicPr>
          <p:cNvPr id="16" name="Picture 15">
            <a:extLst>
              <a:ext uri="{FF2B5EF4-FFF2-40B4-BE49-F238E27FC236}">
                <a16:creationId xmlns:a16="http://schemas.microsoft.com/office/drawing/2014/main" id="{AFF2BE36-02DB-7215-E00D-E37D63FB31BF}"/>
              </a:ext>
            </a:extLst>
          </p:cNvPr>
          <p:cNvPicPr>
            <a:picLocks noChangeAspect="1"/>
          </p:cNvPicPr>
          <p:nvPr/>
        </p:nvPicPr>
        <p:blipFill>
          <a:blip r:embed="rId4"/>
          <a:stretch>
            <a:fillRect/>
          </a:stretch>
        </p:blipFill>
        <p:spPr>
          <a:xfrm>
            <a:off x="8452965" y="3076574"/>
            <a:ext cx="285790" cy="276264"/>
          </a:xfrm>
          <a:prstGeom prst="rect">
            <a:avLst/>
          </a:prstGeom>
        </p:spPr>
      </p:pic>
    </p:spTree>
    <p:extLst>
      <p:ext uri="{BB962C8B-B14F-4D97-AF65-F5344CB8AC3E}">
        <p14:creationId xmlns:p14="http://schemas.microsoft.com/office/powerpoint/2010/main" val="2922636231"/>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6F1F12-1E17-A17E-F5CE-AD770BDC1546}"/>
            </a:ext>
          </a:extLst>
        </p:cNvPr>
        <p:cNvGrpSpPr/>
        <p:nvPr/>
      </p:nvGrpSpPr>
      <p:grpSpPr>
        <a:xfrm>
          <a:off x="0" y="0"/>
          <a:ext cx="0" cy="0"/>
          <a:chOff x="0" y="0"/>
          <a:chExt cx="0" cy="0"/>
        </a:xfrm>
      </p:grpSpPr>
      <p:sp>
        <p:nvSpPr>
          <p:cNvPr id="6" name="Rechteck 5">
            <a:extLst>
              <a:ext uri="{FF2B5EF4-FFF2-40B4-BE49-F238E27FC236}">
                <a16:creationId xmlns:a16="http://schemas.microsoft.com/office/drawing/2014/main" id="{D6E838A9-28BE-78C1-3490-66B57DEBD3A3}"/>
              </a:ext>
            </a:extLst>
          </p:cNvPr>
          <p:cNvSpPr/>
          <p:nvPr/>
        </p:nvSpPr>
        <p:spPr>
          <a:xfrm>
            <a:off x="7038975" y="1937442"/>
            <a:ext cx="5074561" cy="4377633"/>
          </a:xfrm>
          <a:prstGeom prst="rect">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endParaRPr lang="en-US" sz="1050">
              <a:solidFill>
                <a:schemeClr val="tx1"/>
              </a:solidFill>
            </a:endParaRPr>
          </a:p>
          <a:p>
            <a:pPr marL="685800" lvl="1" indent="-228600">
              <a:buFont typeface="+mj-lt"/>
              <a:buAutoNum type="arabicPeriod" startAt="3"/>
            </a:pPr>
            <a:r>
              <a:rPr lang="en-US" sz="1200">
                <a:solidFill>
                  <a:schemeClr val="tx1"/>
                </a:solidFill>
              </a:rPr>
              <a:t>Business Partner Master data will open</a:t>
            </a:r>
          </a:p>
          <a:p>
            <a:pPr marL="685800" lvl="1" indent="-228600">
              <a:buFont typeface="+mj-lt"/>
              <a:buAutoNum type="arabicPeriod" startAt="3"/>
            </a:pPr>
            <a:r>
              <a:rPr lang="en-US" sz="1200">
                <a:solidFill>
                  <a:schemeClr val="tx1"/>
                </a:solidFill>
              </a:rPr>
              <a:t>The Email will be in the “Communication” section</a:t>
            </a:r>
            <a:endParaRPr lang="cs-CZ" sz="1200">
              <a:solidFill>
                <a:schemeClr val="tx1"/>
              </a:solidFill>
            </a:endParaRPr>
          </a:p>
          <a:p>
            <a:pPr lvl="1"/>
            <a:endParaRPr lang="cs-CZ" sz="1200">
              <a:solidFill>
                <a:schemeClr val="tx1"/>
              </a:solidFill>
            </a:endParaRPr>
          </a:p>
          <a:p>
            <a:pPr marL="171450" indent="-171450">
              <a:buFont typeface="Arial" panose="020B0604020202020204" pitchFamily="34" charset="0"/>
              <a:buChar char="•"/>
            </a:pPr>
            <a:r>
              <a:rPr lang="cs-CZ" sz="1200">
                <a:solidFill>
                  <a:schemeClr val="tx1"/>
                </a:solidFill>
              </a:rPr>
              <a:t>If the email address is wrong in the OC and the PO needs to be send to the supplier, email can be overwritten for this PO in tab „Address“</a:t>
            </a:r>
          </a:p>
          <a:p>
            <a:pPr marL="171450" indent="-171450">
              <a:buFont typeface="Arial" panose="020B0604020202020204" pitchFamily="34" charset="0"/>
              <a:buChar char="•"/>
            </a:pPr>
            <a:endParaRPr lang="cs-CZ" sz="1050">
              <a:solidFill>
                <a:schemeClr val="tx1"/>
              </a:solidFill>
            </a:endParaRPr>
          </a:p>
          <a:p>
            <a:pPr marL="171450" indent="-171450">
              <a:buFont typeface="Arial" panose="020B0604020202020204" pitchFamily="34" charset="0"/>
              <a:buChar char="•"/>
            </a:pPr>
            <a:r>
              <a:rPr lang="cs-CZ" sz="1200" kern="1200">
                <a:solidFill>
                  <a:srgbClr val="000000"/>
                </a:solidFill>
                <a:effectLst/>
                <a:ea typeface="+mn-ea"/>
                <a:cs typeface="+mn-cs"/>
              </a:rPr>
              <a:t>If the OC Role is missing, the Output medium </a:t>
            </a:r>
            <a:r>
              <a:rPr lang="cs-CZ" sz="1200" b="1" kern="1200">
                <a:solidFill>
                  <a:srgbClr val="000000"/>
                </a:solidFill>
                <a:effectLst/>
                <a:ea typeface="+mn-ea"/>
                <a:cs typeface="+mn-cs"/>
              </a:rPr>
              <a:t>cannot</a:t>
            </a:r>
            <a:r>
              <a:rPr lang="cs-CZ" sz="1200" kern="1200">
                <a:solidFill>
                  <a:srgbClr val="000000"/>
                </a:solidFill>
                <a:effectLst/>
                <a:ea typeface="+mn-ea"/>
                <a:cs typeface="+mn-cs"/>
              </a:rPr>
              <a:t> be added manually in the PO – it</a:t>
            </a:r>
            <a:r>
              <a:rPr lang="cs-CZ" sz="1200">
                <a:solidFill>
                  <a:srgbClr val="000000"/>
                </a:solidFill>
              </a:rPr>
              <a:t>´s necessary to create the OC to the supplier.</a:t>
            </a:r>
            <a:endParaRPr lang="cs-CZ" sz="1200">
              <a:solidFill>
                <a:schemeClr val="tx1"/>
              </a:solidFill>
            </a:endParaRPr>
          </a:p>
          <a:p>
            <a:pPr marL="171450" indent="-171450">
              <a:buFont typeface="Arial" panose="020B0604020202020204" pitchFamily="34" charset="0"/>
              <a:buChar char="•"/>
            </a:pPr>
            <a:endParaRPr lang="cs-CZ" sz="1050">
              <a:solidFill>
                <a:schemeClr val="tx1"/>
              </a:solidFill>
            </a:endParaRPr>
          </a:p>
          <a:p>
            <a:pPr marL="171450" indent="-171450">
              <a:buFont typeface="Arial" panose="020B0604020202020204" pitchFamily="34" charset="0"/>
              <a:buChar char="•"/>
            </a:pPr>
            <a:r>
              <a:rPr lang="cs-CZ" sz="1200">
                <a:solidFill>
                  <a:schemeClr val="tx1"/>
                </a:solidFill>
              </a:rPr>
              <a:t> Team „Vendor Master Data“ is to contact to add the OC role with relevant email address or if the email is wrong and is to repair. You can create a ticket via </a:t>
            </a:r>
            <a:r>
              <a:rPr lang="cs-CZ" sz="1200" b="1">
                <a:solidFill>
                  <a:schemeClr val="tx1"/>
                </a:solidFill>
                <a:hlinkClick r:id="rId3"/>
              </a:rPr>
              <a:t>My Services</a:t>
            </a:r>
            <a:endParaRPr lang="cs-CZ" sz="1200" b="1">
              <a:solidFill>
                <a:schemeClr val="tx1"/>
              </a:solidFill>
            </a:endParaRPr>
          </a:p>
          <a:p>
            <a:pPr lvl="1"/>
            <a:endParaRPr lang="en-US" sz="1050">
              <a:solidFill>
                <a:schemeClr val="tx1"/>
              </a:solidFill>
            </a:endParaRPr>
          </a:p>
          <a:p>
            <a:endParaRPr lang="en-US" sz="1050">
              <a:solidFill>
                <a:schemeClr val="tx1"/>
              </a:solidFill>
            </a:endParaRPr>
          </a:p>
        </p:txBody>
      </p:sp>
      <p:sp>
        <p:nvSpPr>
          <p:cNvPr id="8" name="Rechteck 5">
            <a:extLst>
              <a:ext uri="{FF2B5EF4-FFF2-40B4-BE49-F238E27FC236}">
                <a16:creationId xmlns:a16="http://schemas.microsoft.com/office/drawing/2014/main" id="{475D434E-1005-0BD6-CE06-55EF90712974}"/>
              </a:ext>
            </a:extLst>
          </p:cNvPr>
          <p:cNvSpPr/>
          <p:nvPr/>
        </p:nvSpPr>
        <p:spPr>
          <a:xfrm>
            <a:off x="7038975" y="1136342"/>
            <a:ext cx="5074561" cy="818023"/>
          </a:xfrm>
          <a:prstGeom prst="rect">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pPr marL="0" algn="l" rtl="0" eaLnBrk="1" latinLnBrk="0" hangingPunct="1"/>
            <a:r>
              <a:rPr lang="en-US" sz="1200" b="1" kern="1200">
                <a:solidFill>
                  <a:srgbClr val="000000"/>
                </a:solidFill>
                <a:effectLst/>
                <a:latin typeface="Arial" panose="020B0604020202020204" pitchFamily="34" charset="0"/>
                <a:ea typeface="+mn-ea"/>
                <a:cs typeface="+mn-cs"/>
              </a:rPr>
              <a:t>ME23N – Display Purchase Order</a:t>
            </a:r>
            <a:endParaRPr lang="de-DE" sz="1200">
              <a:effectLst/>
            </a:endParaRPr>
          </a:p>
        </p:txBody>
      </p:sp>
      <p:sp>
        <p:nvSpPr>
          <p:cNvPr id="3" name="TextBox 2">
            <a:extLst>
              <a:ext uri="{FF2B5EF4-FFF2-40B4-BE49-F238E27FC236}">
                <a16:creationId xmlns:a16="http://schemas.microsoft.com/office/drawing/2014/main" id="{F655E913-F00D-BC95-DB54-7F010D35089A}"/>
              </a:ext>
            </a:extLst>
          </p:cNvPr>
          <p:cNvSpPr txBox="1"/>
          <p:nvPr/>
        </p:nvSpPr>
        <p:spPr>
          <a:xfrm>
            <a:off x="333322" y="362910"/>
            <a:ext cx="8353478" cy="369332"/>
          </a:xfrm>
          <a:prstGeom prst="rect">
            <a:avLst/>
          </a:prstGeom>
        </p:spPr>
        <p:txBody>
          <a:bodyPr vert="horz" lIns="0" tIns="0" rIns="324000" bIns="14400" rtlCol="0" anchor="b" anchorCtr="0">
            <a:noAutofit/>
          </a:bodyPr>
          <a:lstStyle>
            <a:lvl1pPr>
              <a:lnSpc>
                <a:spcPct val="90000"/>
              </a:lnSpc>
              <a:spcBef>
                <a:spcPct val="0"/>
              </a:spcBef>
              <a:buNone/>
              <a:defRPr sz="2000" b="1">
                <a:solidFill>
                  <a:srgbClr val="00557C"/>
                </a:solidFill>
                <a:latin typeface="+mj-lt"/>
                <a:ea typeface="+mj-ea"/>
                <a:cs typeface="+mj-cs"/>
              </a:defRPr>
            </a:lvl1pPr>
          </a:lstStyle>
          <a:p>
            <a:r>
              <a:rPr lang="cs-CZ">
                <a:solidFill>
                  <a:srgbClr val="00557C"/>
                </a:solidFill>
              </a:rPr>
              <a:t>13.2 </a:t>
            </a:r>
            <a:r>
              <a:rPr lang="en-US">
                <a:solidFill>
                  <a:srgbClr val="00557C"/>
                </a:solidFill>
              </a:rPr>
              <a:t>PO Output – External Send</a:t>
            </a:r>
            <a:endParaRPr lang="en-US"/>
          </a:p>
        </p:txBody>
      </p:sp>
      <p:pic>
        <p:nvPicPr>
          <p:cNvPr id="4" name="Picture 3">
            <a:extLst>
              <a:ext uri="{FF2B5EF4-FFF2-40B4-BE49-F238E27FC236}">
                <a16:creationId xmlns:a16="http://schemas.microsoft.com/office/drawing/2014/main" id="{F159B73A-61AD-7644-A9F4-587641E75272}"/>
              </a:ext>
            </a:extLst>
          </p:cNvPr>
          <p:cNvPicPr>
            <a:picLocks noChangeAspect="1"/>
          </p:cNvPicPr>
          <p:nvPr/>
        </p:nvPicPr>
        <p:blipFill>
          <a:blip r:embed="rId4"/>
          <a:stretch>
            <a:fillRect/>
          </a:stretch>
        </p:blipFill>
        <p:spPr>
          <a:xfrm>
            <a:off x="333322" y="1136342"/>
            <a:ext cx="6449258" cy="4945545"/>
          </a:xfrm>
          <a:prstGeom prst="rect">
            <a:avLst/>
          </a:prstGeom>
          <a:ln>
            <a:solidFill>
              <a:schemeClr val="accent1"/>
            </a:solidFill>
          </a:ln>
        </p:spPr>
      </p:pic>
      <p:pic>
        <p:nvPicPr>
          <p:cNvPr id="5" name="Grafik 4">
            <a:extLst>
              <a:ext uri="{FF2B5EF4-FFF2-40B4-BE49-F238E27FC236}">
                <a16:creationId xmlns:a16="http://schemas.microsoft.com/office/drawing/2014/main" id="{D4A6A821-F85F-6252-2665-BCC439813115}"/>
              </a:ext>
            </a:extLst>
          </p:cNvPr>
          <p:cNvPicPr>
            <a:picLocks noChangeAspect="1"/>
          </p:cNvPicPr>
          <p:nvPr/>
        </p:nvPicPr>
        <p:blipFill>
          <a:blip r:embed="rId5"/>
          <a:stretch>
            <a:fillRect/>
          </a:stretch>
        </p:blipFill>
        <p:spPr>
          <a:xfrm>
            <a:off x="7038974" y="4705188"/>
            <a:ext cx="5074561" cy="1202859"/>
          </a:xfrm>
          <a:prstGeom prst="rect">
            <a:avLst/>
          </a:prstGeom>
        </p:spPr>
      </p:pic>
    </p:spTree>
    <p:extLst>
      <p:ext uri="{BB962C8B-B14F-4D97-AF65-F5344CB8AC3E}">
        <p14:creationId xmlns:p14="http://schemas.microsoft.com/office/powerpoint/2010/main" val="3986411391"/>
      </p:ext>
    </p:ext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6C772A-5749-9632-7416-EE93802D1E8E}"/>
            </a:ext>
          </a:extLst>
        </p:cNvPr>
        <p:cNvGrpSpPr/>
        <p:nvPr/>
      </p:nvGrpSpPr>
      <p:grpSpPr>
        <a:xfrm>
          <a:off x="0" y="0"/>
          <a:ext cx="0" cy="0"/>
          <a:chOff x="0" y="0"/>
          <a:chExt cx="0" cy="0"/>
        </a:xfrm>
      </p:grpSpPr>
      <p:sp>
        <p:nvSpPr>
          <p:cNvPr id="6" name="Rechteck 5">
            <a:extLst>
              <a:ext uri="{FF2B5EF4-FFF2-40B4-BE49-F238E27FC236}">
                <a16:creationId xmlns:a16="http://schemas.microsoft.com/office/drawing/2014/main" id="{35E668B6-2657-E9DE-77E0-D461BC95A021}"/>
              </a:ext>
            </a:extLst>
          </p:cNvPr>
          <p:cNvSpPr/>
          <p:nvPr/>
        </p:nvSpPr>
        <p:spPr>
          <a:xfrm>
            <a:off x="7038975" y="1937442"/>
            <a:ext cx="5074561" cy="4377633"/>
          </a:xfrm>
          <a:prstGeom prst="rect">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pPr marL="171450" indent="-171450">
              <a:buFont typeface="Arial" panose="020B0604020202020204" pitchFamily="34" charset="0"/>
              <a:buChar char="•"/>
            </a:pPr>
            <a:r>
              <a:rPr lang="en-US" sz="1050">
                <a:solidFill>
                  <a:schemeClr val="tx1"/>
                </a:solidFill>
              </a:rPr>
              <a:t>After opening the PO, click on “Messages” button to display the output condition.</a:t>
            </a:r>
          </a:p>
          <a:p>
            <a:endParaRPr lang="en-US" sz="1050">
              <a:solidFill>
                <a:schemeClr val="tx1"/>
              </a:solidFill>
            </a:endParaRPr>
          </a:p>
          <a:p>
            <a:pPr marL="171450" indent="-171450">
              <a:buFont typeface="Arial" panose="020B0604020202020204" pitchFamily="34" charset="0"/>
              <a:buChar char="•"/>
            </a:pPr>
            <a:r>
              <a:rPr lang="en-US" sz="1050">
                <a:solidFill>
                  <a:schemeClr val="tx1"/>
                </a:solidFill>
              </a:rPr>
              <a:t>Make sure that the PO in “Release Completed” status</a:t>
            </a:r>
          </a:p>
          <a:p>
            <a:pPr marL="171450" indent="-171450">
              <a:buFont typeface="Arial" panose="020B0604020202020204" pitchFamily="34" charset="0"/>
              <a:buChar char="•"/>
            </a:pPr>
            <a:endParaRPr lang="en-US" sz="1050">
              <a:solidFill>
                <a:schemeClr val="tx1"/>
              </a:solidFill>
            </a:endParaRPr>
          </a:p>
          <a:p>
            <a:pPr marL="171450" indent="-171450">
              <a:buFont typeface="Arial" panose="020B0604020202020204" pitchFamily="34" charset="0"/>
              <a:buChar char="•"/>
            </a:pPr>
            <a:r>
              <a:rPr lang="en-US" sz="1050">
                <a:solidFill>
                  <a:schemeClr val="tx1"/>
                </a:solidFill>
              </a:rPr>
              <a:t>The Output Status has to be green to indicate the success output</a:t>
            </a:r>
          </a:p>
        </p:txBody>
      </p:sp>
      <p:sp>
        <p:nvSpPr>
          <p:cNvPr id="8" name="Rechteck 5">
            <a:extLst>
              <a:ext uri="{FF2B5EF4-FFF2-40B4-BE49-F238E27FC236}">
                <a16:creationId xmlns:a16="http://schemas.microsoft.com/office/drawing/2014/main" id="{83F4711F-467B-152F-EC7C-B2F8D8BA363D}"/>
              </a:ext>
            </a:extLst>
          </p:cNvPr>
          <p:cNvSpPr/>
          <p:nvPr/>
        </p:nvSpPr>
        <p:spPr>
          <a:xfrm>
            <a:off x="7038975" y="1136342"/>
            <a:ext cx="5074561" cy="818023"/>
          </a:xfrm>
          <a:prstGeom prst="rect">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pPr marL="0" algn="l" rtl="0" eaLnBrk="1" latinLnBrk="0" hangingPunct="1"/>
            <a:r>
              <a:rPr lang="en-US" sz="1200" b="1" kern="1200">
                <a:solidFill>
                  <a:srgbClr val="000000"/>
                </a:solidFill>
                <a:effectLst/>
                <a:latin typeface="Arial" panose="020B0604020202020204" pitchFamily="34" charset="0"/>
                <a:ea typeface="+mn-ea"/>
                <a:cs typeface="+mn-cs"/>
              </a:rPr>
              <a:t>ME23N – Display Purchase Order</a:t>
            </a:r>
            <a:endParaRPr lang="de-DE" sz="1200">
              <a:effectLst/>
            </a:endParaRPr>
          </a:p>
        </p:txBody>
      </p:sp>
      <p:sp>
        <p:nvSpPr>
          <p:cNvPr id="3" name="TextBox 2">
            <a:extLst>
              <a:ext uri="{FF2B5EF4-FFF2-40B4-BE49-F238E27FC236}">
                <a16:creationId xmlns:a16="http://schemas.microsoft.com/office/drawing/2014/main" id="{D75A7470-E7D5-0250-9B33-DC7967DD23A6}"/>
              </a:ext>
            </a:extLst>
          </p:cNvPr>
          <p:cNvSpPr txBox="1"/>
          <p:nvPr/>
        </p:nvSpPr>
        <p:spPr>
          <a:xfrm>
            <a:off x="333322" y="362910"/>
            <a:ext cx="8353478" cy="369332"/>
          </a:xfrm>
          <a:prstGeom prst="rect">
            <a:avLst/>
          </a:prstGeom>
        </p:spPr>
        <p:txBody>
          <a:bodyPr vert="horz" lIns="0" tIns="0" rIns="324000" bIns="14400" rtlCol="0" anchor="b" anchorCtr="0">
            <a:noAutofit/>
          </a:bodyPr>
          <a:lstStyle>
            <a:lvl1pPr>
              <a:lnSpc>
                <a:spcPct val="90000"/>
              </a:lnSpc>
              <a:spcBef>
                <a:spcPct val="0"/>
              </a:spcBef>
              <a:buNone/>
              <a:defRPr sz="2000" b="1">
                <a:solidFill>
                  <a:srgbClr val="00557C"/>
                </a:solidFill>
                <a:latin typeface="+mj-lt"/>
                <a:ea typeface="+mj-ea"/>
                <a:cs typeface="+mj-cs"/>
              </a:defRPr>
            </a:lvl1pPr>
          </a:lstStyle>
          <a:p>
            <a:r>
              <a:rPr lang="cs-CZ">
                <a:solidFill>
                  <a:srgbClr val="00557C"/>
                </a:solidFill>
              </a:rPr>
              <a:t>13.3 </a:t>
            </a:r>
            <a:r>
              <a:rPr lang="en-US">
                <a:solidFill>
                  <a:srgbClr val="00557C"/>
                </a:solidFill>
              </a:rPr>
              <a:t>PO Output – Printout</a:t>
            </a:r>
            <a:endParaRPr lang="en-US"/>
          </a:p>
        </p:txBody>
      </p:sp>
      <p:pic>
        <p:nvPicPr>
          <p:cNvPr id="5" name="Picture 4">
            <a:extLst>
              <a:ext uri="{FF2B5EF4-FFF2-40B4-BE49-F238E27FC236}">
                <a16:creationId xmlns:a16="http://schemas.microsoft.com/office/drawing/2014/main" id="{B732F1AF-ED2F-48D0-A8D2-062784FC9463}"/>
              </a:ext>
            </a:extLst>
          </p:cNvPr>
          <p:cNvPicPr>
            <a:picLocks noChangeAspect="1"/>
          </p:cNvPicPr>
          <p:nvPr/>
        </p:nvPicPr>
        <p:blipFill>
          <a:blip r:embed="rId3"/>
          <a:stretch>
            <a:fillRect/>
          </a:stretch>
        </p:blipFill>
        <p:spPr>
          <a:xfrm>
            <a:off x="240389" y="1335240"/>
            <a:ext cx="6667757" cy="1934221"/>
          </a:xfrm>
          <a:prstGeom prst="rect">
            <a:avLst/>
          </a:prstGeom>
          <a:ln>
            <a:solidFill>
              <a:schemeClr val="accent1"/>
            </a:solidFill>
          </a:ln>
        </p:spPr>
      </p:pic>
      <p:pic>
        <p:nvPicPr>
          <p:cNvPr id="9" name="Picture 8">
            <a:extLst>
              <a:ext uri="{FF2B5EF4-FFF2-40B4-BE49-F238E27FC236}">
                <a16:creationId xmlns:a16="http://schemas.microsoft.com/office/drawing/2014/main" id="{AFE67936-51C7-845C-75D2-F4A1838D1061}"/>
              </a:ext>
            </a:extLst>
          </p:cNvPr>
          <p:cNvPicPr>
            <a:picLocks noChangeAspect="1"/>
          </p:cNvPicPr>
          <p:nvPr/>
        </p:nvPicPr>
        <p:blipFill>
          <a:blip r:embed="rId4"/>
          <a:stretch>
            <a:fillRect/>
          </a:stretch>
        </p:blipFill>
        <p:spPr>
          <a:xfrm>
            <a:off x="333322" y="4041986"/>
            <a:ext cx="6579501" cy="1320589"/>
          </a:xfrm>
          <a:prstGeom prst="rect">
            <a:avLst/>
          </a:prstGeom>
          <a:ln>
            <a:solidFill>
              <a:schemeClr val="accent1"/>
            </a:solidFill>
          </a:ln>
        </p:spPr>
      </p:pic>
    </p:spTree>
    <p:extLst>
      <p:ext uri="{BB962C8B-B14F-4D97-AF65-F5344CB8AC3E}">
        <p14:creationId xmlns:p14="http://schemas.microsoft.com/office/powerpoint/2010/main" val="4274109986"/>
      </p:ext>
    </p:extLst>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707CF6-C2FD-3731-E0B6-39A1DFB6DA08}"/>
            </a:ext>
          </a:extLst>
        </p:cNvPr>
        <p:cNvGrpSpPr/>
        <p:nvPr/>
      </p:nvGrpSpPr>
      <p:grpSpPr>
        <a:xfrm>
          <a:off x="0" y="0"/>
          <a:ext cx="0" cy="0"/>
          <a:chOff x="0" y="0"/>
          <a:chExt cx="0" cy="0"/>
        </a:xfrm>
      </p:grpSpPr>
      <p:sp>
        <p:nvSpPr>
          <p:cNvPr id="6" name="Rechteck 5">
            <a:extLst>
              <a:ext uri="{FF2B5EF4-FFF2-40B4-BE49-F238E27FC236}">
                <a16:creationId xmlns:a16="http://schemas.microsoft.com/office/drawing/2014/main" id="{02BF2A16-6627-7ADF-0E0A-EB4593A96DD6}"/>
              </a:ext>
            </a:extLst>
          </p:cNvPr>
          <p:cNvSpPr/>
          <p:nvPr/>
        </p:nvSpPr>
        <p:spPr>
          <a:xfrm>
            <a:off x="7038975" y="1937442"/>
            <a:ext cx="5074561" cy="4377633"/>
          </a:xfrm>
          <a:prstGeom prst="rect">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r>
              <a:rPr lang="en-US" sz="1200">
                <a:solidFill>
                  <a:schemeClr val="tx1"/>
                </a:solidFill>
              </a:rPr>
              <a:t>Display the printout Form</a:t>
            </a:r>
          </a:p>
          <a:p>
            <a:endParaRPr lang="en-US" sz="1200">
              <a:solidFill>
                <a:schemeClr val="tx1"/>
              </a:solidFill>
            </a:endParaRPr>
          </a:p>
          <a:p>
            <a:endParaRPr lang="en-US" sz="1200">
              <a:solidFill>
                <a:schemeClr val="tx1"/>
              </a:solidFill>
            </a:endParaRPr>
          </a:p>
          <a:p>
            <a:pPr marL="228600" indent="-228600">
              <a:buFont typeface="+mj-lt"/>
              <a:buAutoNum type="arabicPeriod"/>
            </a:pPr>
            <a:r>
              <a:rPr lang="en-US" sz="1200">
                <a:solidFill>
                  <a:schemeClr val="tx1"/>
                </a:solidFill>
              </a:rPr>
              <a:t>Click on the “Print Preview”</a:t>
            </a:r>
          </a:p>
          <a:p>
            <a:pPr marL="228600" indent="-228600">
              <a:buFont typeface="+mj-lt"/>
              <a:buAutoNum type="arabicPeriod"/>
            </a:pPr>
            <a:endParaRPr lang="en-US" sz="1050">
              <a:solidFill>
                <a:schemeClr val="tx1"/>
              </a:solidFill>
            </a:endParaRPr>
          </a:p>
        </p:txBody>
      </p:sp>
      <p:sp>
        <p:nvSpPr>
          <p:cNvPr id="8" name="Rechteck 5">
            <a:extLst>
              <a:ext uri="{FF2B5EF4-FFF2-40B4-BE49-F238E27FC236}">
                <a16:creationId xmlns:a16="http://schemas.microsoft.com/office/drawing/2014/main" id="{67C60515-D4A6-20C4-2E39-42C2E1E893DF}"/>
              </a:ext>
            </a:extLst>
          </p:cNvPr>
          <p:cNvSpPr/>
          <p:nvPr/>
        </p:nvSpPr>
        <p:spPr>
          <a:xfrm>
            <a:off x="7038975" y="1136342"/>
            <a:ext cx="5074561" cy="818023"/>
          </a:xfrm>
          <a:prstGeom prst="rect">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pPr marL="0" algn="l" rtl="0" eaLnBrk="1" latinLnBrk="0" hangingPunct="1"/>
            <a:r>
              <a:rPr lang="en-US" sz="1200" b="1" kern="1200">
                <a:solidFill>
                  <a:srgbClr val="000000"/>
                </a:solidFill>
                <a:effectLst/>
                <a:latin typeface="Arial" panose="020B0604020202020204" pitchFamily="34" charset="0"/>
                <a:ea typeface="+mn-ea"/>
                <a:cs typeface="+mn-cs"/>
              </a:rPr>
              <a:t>ME23N – Display Purchase Order</a:t>
            </a:r>
            <a:endParaRPr lang="de-DE" sz="1200">
              <a:effectLst/>
            </a:endParaRPr>
          </a:p>
        </p:txBody>
      </p:sp>
      <p:sp>
        <p:nvSpPr>
          <p:cNvPr id="3" name="TextBox 2">
            <a:extLst>
              <a:ext uri="{FF2B5EF4-FFF2-40B4-BE49-F238E27FC236}">
                <a16:creationId xmlns:a16="http://schemas.microsoft.com/office/drawing/2014/main" id="{840DEA59-50FE-1034-2A81-4990AD297240}"/>
              </a:ext>
            </a:extLst>
          </p:cNvPr>
          <p:cNvSpPr txBox="1"/>
          <p:nvPr/>
        </p:nvSpPr>
        <p:spPr>
          <a:xfrm>
            <a:off x="333322" y="362910"/>
            <a:ext cx="8353478" cy="369332"/>
          </a:xfrm>
          <a:prstGeom prst="rect">
            <a:avLst/>
          </a:prstGeom>
        </p:spPr>
        <p:txBody>
          <a:bodyPr vert="horz" lIns="0" tIns="0" rIns="324000" bIns="14400" rtlCol="0" anchor="b" anchorCtr="0">
            <a:noAutofit/>
          </a:bodyPr>
          <a:lstStyle>
            <a:lvl1pPr>
              <a:lnSpc>
                <a:spcPct val="90000"/>
              </a:lnSpc>
              <a:spcBef>
                <a:spcPct val="0"/>
              </a:spcBef>
              <a:buNone/>
              <a:defRPr sz="2000" b="1">
                <a:solidFill>
                  <a:srgbClr val="00557C"/>
                </a:solidFill>
                <a:latin typeface="+mj-lt"/>
                <a:ea typeface="+mj-ea"/>
                <a:cs typeface="+mj-cs"/>
              </a:defRPr>
            </a:lvl1pPr>
          </a:lstStyle>
          <a:p>
            <a:r>
              <a:rPr lang="cs-CZ">
                <a:solidFill>
                  <a:srgbClr val="00557C"/>
                </a:solidFill>
              </a:rPr>
              <a:t>13.3 </a:t>
            </a:r>
            <a:r>
              <a:rPr lang="en-US">
                <a:solidFill>
                  <a:srgbClr val="00557C"/>
                </a:solidFill>
              </a:rPr>
              <a:t>PO Output – Printout</a:t>
            </a:r>
            <a:endParaRPr lang="en-US"/>
          </a:p>
        </p:txBody>
      </p:sp>
      <p:pic>
        <p:nvPicPr>
          <p:cNvPr id="4" name="Picture 3">
            <a:extLst>
              <a:ext uri="{FF2B5EF4-FFF2-40B4-BE49-F238E27FC236}">
                <a16:creationId xmlns:a16="http://schemas.microsoft.com/office/drawing/2014/main" id="{750263B2-BC1E-2BC2-7E7E-D87267D176BE}"/>
              </a:ext>
            </a:extLst>
          </p:cNvPr>
          <p:cNvPicPr>
            <a:picLocks noChangeAspect="1"/>
          </p:cNvPicPr>
          <p:nvPr/>
        </p:nvPicPr>
        <p:blipFill>
          <a:blip r:embed="rId3"/>
          <a:stretch>
            <a:fillRect/>
          </a:stretch>
        </p:blipFill>
        <p:spPr>
          <a:xfrm>
            <a:off x="333322" y="1311173"/>
            <a:ext cx="6488519" cy="1972810"/>
          </a:xfrm>
          <a:prstGeom prst="rect">
            <a:avLst/>
          </a:prstGeom>
          <a:solidFill>
            <a:schemeClr val="accent2"/>
          </a:solidFill>
        </p:spPr>
      </p:pic>
    </p:spTree>
    <p:extLst>
      <p:ext uri="{BB962C8B-B14F-4D97-AF65-F5344CB8AC3E}">
        <p14:creationId xmlns:p14="http://schemas.microsoft.com/office/powerpoint/2010/main" val="1527179011"/>
      </p:ext>
    </p:extLst>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3B88FD-2F10-592C-8EBC-C00EBA1E496B}"/>
            </a:ext>
          </a:extLst>
        </p:cNvPr>
        <p:cNvGrpSpPr/>
        <p:nvPr/>
      </p:nvGrpSpPr>
      <p:grpSpPr>
        <a:xfrm>
          <a:off x="0" y="0"/>
          <a:ext cx="0" cy="0"/>
          <a:chOff x="0" y="0"/>
          <a:chExt cx="0" cy="0"/>
        </a:xfrm>
      </p:grpSpPr>
      <p:sp>
        <p:nvSpPr>
          <p:cNvPr id="6" name="Rechteck 5">
            <a:extLst>
              <a:ext uri="{FF2B5EF4-FFF2-40B4-BE49-F238E27FC236}">
                <a16:creationId xmlns:a16="http://schemas.microsoft.com/office/drawing/2014/main" id="{2626345E-33F2-D2EC-A473-DF72D499EFF1}"/>
              </a:ext>
            </a:extLst>
          </p:cNvPr>
          <p:cNvSpPr/>
          <p:nvPr/>
        </p:nvSpPr>
        <p:spPr>
          <a:xfrm>
            <a:off x="9538551" y="1937442"/>
            <a:ext cx="2574985" cy="4377633"/>
          </a:xfrm>
          <a:prstGeom prst="rect">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r>
              <a:rPr lang="en-US" sz="1200">
                <a:solidFill>
                  <a:schemeClr val="tx1"/>
                </a:solidFill>
              </a:rPr>
              <a:t>Display the printout Form</a:t>
            </a:r>
          </a:p>
          <a:p>
            <a:endParaRPr lang="en-US" sz="1200">
              <a:solidFill>
                <a:schemeClr val="tx1"/>
              </a:solidFill>
            </a:endParaRPr>
          </a:p>
          <a:p>
            <a:endParaRPr lang="en-US" sz="1200">
              <a:solidFill>
                <a:schemeClr val="tx1"/>
              </a:solidFill>
            </a:endParaRPr>
          </a:p>
          <a:p>
            <a:pPr marL="228600" indent="-228600">
              <a:buFont typeface="+mj-lt"/>
              <a:buAutoNum type="arabicPeriod" startAt="2"/>
            </a:pPr>
            <a:r>
              <a:rPr lang="en-US" sz="1200">
                <a:solidFill>
                  <a:schemeClr val="tx1"/>
                </a:solidFill>
              </a:rPr>
              <a:t>The PO Print Form will appear</a:t>
            </a:r>
          </a:p>
          <a:p>
            <a:pPr marL="228600" indent="-228600">
              <a:buFont typeface="+mj-lt"/>
              <a:buAutoNum type="arabicPeriod" startAt="2"/>
            </a:pPr>
            <a:endParaRPr lang="en-US" sz="1200">
              <a:solidFill>
                <a:schemeClr val="tx1"/>
              </a:solidFill>
            </a:endParaRPr>
          </a:p>
          <a:p>
            <a:endParaRPr lang="en-US" sz="1200">
              <a:solidFill>
                <a:schemeClr val="tx1"/>
              </a:solidFill>
            </a:endParaRPr>
          </a:p>
          <a:p>
            <a:pPr marL="228600" indent="-228600">
              <a:buFont typeface="Arial" panose="020B0604020202020204" pitchFamily="34" charset="0"/>
              <a:buChar char="•"/>
            </a:pPr>
            <a:r>
              <a:rPr lang="en-US" sz="1200">
                <a:solidFill>
                  <a:schemeClr val="tx1"/>
                </a:solidFill>
              </a:rPr>
              <a:t>There </a:t>
            </a:r>
            <a:r>
              <a:rPr lang="cs-CZ" sz="1200">
                <a:solidFill>
                  <a:schemeClr val="tx1"/>
                </a:solidFill>
              </a:rPr>
              <a:t>are</a:t>
            </a:r>
            <a:r>
              <a:rPr lang="en-US" sz="1200">
                <a:solidFill>
                  <a:schemeClr val="tx1"/>
                </a:solidFill>
              </a:rPr>
              <a:t> differences between “YDNB” and “YDFO”</a:t>
            </a:r>
            <a:endParaRPr lang="cs-CZ" sz="1200">
              <a:solidFill>
                <a:schemeClr val="tx1"/>
              </a:solidFill>
            </a:endParaRPr>
          </a:p>
          <a:p>
            <a:pPr marL="171450" indent="-171450">
              <a:buFont typeface="Wingdings" panose="05000000000000000000" pitchFamily="2" charset="2"/>
              <a:buChar char="Ø"/>
            </a:pPr>
            <a:r>
              <a:rPr lang="en-US" sz="1200">
                <a:solidFill>
                  <a:schemeClr val="tx1"/>
                </a:solidFill>
              </a:rPr>
              <a:t>The Form Name</a:t>
            </a:r>
            <a:endParaRPr lang="cs-CZ" sz="1200">
              <a:solidFill>
                <a:schemeClr val="tx1"/>
              </a:solidFill>
            </a:endParaRPr>
          </a:p>
          <a:p>
            <a:pPr marL="628650" lvl="1" indent="-171450">
              <a:buFont typeface="Arial" panose="020B0604020202020204" pitchFamily="34" charset="0"/>
              <a:buChar char="•"/>
            </a:pPr>
            <a:r>
              <a:rPr lang="en-US" sz="1200" b="1">
                <a:solidFill>
                  <a:schemeClr val="tx1"/>
                </a:solidFill>
              </a:rPr>
              <a:t>YDNB – Direct PO</a:t>
            </a:r>
            <a:r>
              <a:rPr lang="cs-CZ" sz="1200">
                <a:solidFill>
                  <a:schemeClr val="tx1"/>
                </a:solidFill>
              </a:rPr>
              <a:t>:</a:t>
            </a:r>
          </a:p>
          <a:p>
            <a:pPr lvl="1"/>
            <a:r>
              <a:rPr lang="en-US" sz="1200">
                <a:solidFill>
                  <a:schemeClr val="tx1"/>
                </a:solidFill>
              </a:rPr>
              <a:t>EN: Purchase order</a:t>
            </a:r>
            <a:endParaRPr lang="cs-CZ" sz="1200">
              <a:solidFill>
                <a:schemeClr val="tx1"/>
              </a:solidFill>
            </a:endParaRPr>
          </a:p>
          <a:p>
            <a:pPr lvl="1"/>
            <a:r>
              <a:rPr lang="en-US" sz="1200">
                <a:solidFill>
                  <a:schemeClr val="tx1"/>
                </a:solidFill>
              </a:rPr>
              <a:t>DE: </a:t>
            </a:r>
            <a:r>
              <a:rPr lang="en-US" sz="1200" err="1">
                <a:solidFill>
                  <a:schemeClr val="tx1"/>
                </a:solidFill>
              </a:rPr>
              <a:t>Bestellung</a:t>
            </a:r>
            <a:endParaRPr lang="cs-CZ" sz="1200">
              <a:solidFill>
                <a:schemeClr val="tx1"/>
              </a:solidFill>
            </a:endParaRPr>
          </a:p>
          <a:p>
            <a:pPr marL="628650" lvl="1" indent="-171450">
              <a:buFont typeface="Arial" panose="020B0604020202020204" pitchFamily="34" charset="0"/>
              <a:buChar char="•"/>
            </a:pPr>
            <a:r>
              <a:rPr lang="en-US" sz="1200" b="1">
                <a:solidFill>
                  <a:schemeClr val="tx1"/>
                </a:solidFill>
              </a:rPr>
              <a:t>YDFO – Framework PO</a:t>
            </a:r>
            <a:endParaRPr lang="cs-CZ" sz="1200" b="1">
              <a:solidFill>
                <a:schemeClr val="tx1"/>
              </a:solidFill>
            </a:endParaRPr>
          </a:p>
          <a:p>
            <a:pPr lvl="1"/>
            <a:r>
              <a:rPr lang="en-US" sz="1200">
                <a:solidFill>
                  <a:schemeClr val="tx1"/>
                </a:solidFill>
              </a:rPr>
              <a:t>EN: Order Information</a:t>
            </a:r>
            <a:endParaRPr lang="cs-CZ" sz="1200">
              <a:solidFill>
                <a:schemeClr val="tx1"/>
              </a:solidFill>
            </a:endParaRPr>
          </a:p>
          <a:p>
            <a:pPr lvl="1"/>
            <a:r>
              <a:rPr lang="en-US" sz="1200">
                <a:solidFill>
                  <a:schemeClr val="tx1"/>
                </a:solidFill>
              </a:rPr>
              <a:t>DE: </a:t>
            </a:r>
            <a:r>
              <a:rPr lang="en-US" sz="1200" err="1">
                <a:solidFill>
                  <a:schemeClr val="tx1"/>
                </a:solidFill>
              </a:rPr>
              <a:t>Bestellinformation</a:t>
            </a:r>
            <a:endParaRPr lang="en-US" sz="1200">
              <a:solidFill>
                <a:schemeClr val="tx1"/>
              </a:solidFill>
            </a:endParaRPr>
          </a:p>
        </p:txBody>
      </p:sp>
      <p:sp>
        <p:nvSpPr>
          <p:cNvPr id="8" name="Rechteck 5">
            <a:extLst>
              <a:ext uri="{FF2B5EF4-FFF2-40B4-BE49-F238E27FC236}">
                <a16:creationId xmlns:a16="http://schemas.microsoft.com/office/drawing/2014/main" id="{67930D27-FD3F-F378-2F59-83918BF897CB}"/>
              </a:ext>
            </a:extLst>
          </p:cNvPr>
          <p:cNvSpPr/>
          <p:nvPr/>
        </p:nvSpPr>
        <p:spPr>
          <a:xfrm>
            <a:off x="9538551" y="1136342"/>
            <a:ext cx="2574985" cy="818023"/>
          </a:xfrm>
          <a:prstGeom prst="rect">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pPr marL="0" algn="l" rtl="0" eaLnBrk="1" latinLnBrk="0" hangingPunct="1"/>
            <a:r>
              <a:rPr lang="en-US" sz="1200" b="1" kern="1200">
                <a:solidFill>
                  <a:srgbClr val="000000"/>
                </a:solidFill>
                <a:effectLst/>
                <a:latin typeface="Arial" panose="020B0604020202020204" pitchFamily="34" charset="0"/>
                <a:ea typeface="+mn-ea"/>
                <a:cs typeface="+mn-cs"/>
              </a:rPr>
              <a:t>ME23N – Display Purchase Order</a:t>
            </a:r>
            <a:endParaRPr lang="de-DE" sz="1200">
              <a:effectLst/>
            </a:endParaRPr>
          </a:p>
        </p:txBody>
      </p:sp>
      <p:sp>
        <p:nvSpPr>
          <p:cNvPr id="3" name="TextBox 2">
            <a:extLst>
              <a:ext uri="{FF2B5EF4-FFF2-40B4-BE49-F238E27FC236}">
                <a16:creationId xmlns:a16="http://schemas.microsoft.com/office/drawing/2014/main" id="{92465064-EDE7-1BD0-9F4C-1160E369E7DA}"/>
              </a:ext>
            </a:extLst>
          </p:cNvPr>
          <p:cNvSpPr txBox="1"/>
          <p:nvPr/>
        </p:nvSpPr>
        <p:spPr>
          <a:xfrm>
            <a:off x="333322" y="362910"/>
            <a:ext cx="8353478" cy="369332"/>
          </a:xfrm>
          <a:prstGeom prst="rect">
            <a:avLst/>
          </a:prstGeom>
        </p:spPr>
        <p:txBody>
          <a:bodyPr vert="horz" lIns="0" tIns="0" rIns="324000" bIns="14400" rtlCol="0" anchor="b" anchorCtr="0">
            <a:noAutofit/>
          </a:bodyPr>
          <a:lstStyle>
            <a:lvl1pPr>
              <a:lnSpc>
                <a:spcPct val="90000"/>
              </a:lnSpc>
              <a:spcBef>
                <a:spcPct val="0"/>
              </a:spcBef>
              <a:buNone/>
              <a:defRPr sz="2000" b="1">
                <a:solidFill>
                  <a:srgbClr val="00557C"/>
                </a:solidFill>
                <a:latin typeface="+mj-lt"/>
                <a:ea typeface="+mj-ea"/>
                <a:cs typeface="+mj-cs"/>
              </a:defRPr>
            </a:lvl1pPr>
          </a:lstStyle>
          <a:p>
            <a:r>
              <a:rPr lang="cs-CZ">
                <a:solidFill>
                  <a:srgbClr val="00557C"/>
                </a:solidFill>
              </a:rPr>
              <a:t>13.3 </a:t>
            </a:r>
            <a:r>
              <a:rPr lang="en-US">
                <a:solidFill>
                  <a:srgbClr val="00557C"/>
                </a:solidFill>
              </a:rPr>
              <a:t>PO Output – </a:t>
            </a:r>
            <a:r>
              <a:rPr lang="en-US" err="1">
                <a:solidFill>
                  <a:srgbClr val="00557C"/>
                </a:solidFill>
              </a:rPr>
              <a:t>Printou</a:t>
            </a:r>
            <a:r>
              <a:rPr lang="cs-CZ">
                <a:solidFill>
                  <a:srgbClr val="00557C"/>
                </a:solidFill>
              </a:rPr>
              <a:t>t</a:t>
            </a:r>
            <a:endParaRPr lang="en-US"/>
          </a:p>
        </p:txBody>
      </p:sp>
      <p:pic>
        <p:nvPicPr>
          <p:cNvPr id="5" name="Picture 4">
            <a:extLst>
              <a:ext uri="{FF2B5EF4-FFF2-40B4-BE49-F238E27FC236}">
                <a16:creationId xmlns:a16="http://schemas.microsoft.com/office/drawing/2014/main" id="{1C88C99A-9C0F-6E3B-C794-8398D2C7F181}"/>
              </a:ext>
            </a:extLst>
          </p:cNvPr>
          <p:cNvPicPr>
            <a:picLocks noChangeAspect="1"/>
          </p:cNvPicPr>
          <p:nvPr/>
        </p:nvPicPr>
        <p:blipFill>
          <a:blip r:embed="rId3"/>
          <a:stretch>
            <a:fillRect/>
          </a:stretch>
        </p:blipFill>
        <p:spPr>
          <a:xfrm>
            <a:off x="78464" y="890341"/>
            <a:ext cx="4472327" cy="5767639"/>
          </a:xfrm>
          <a:prstGeom prst="rect">
            <a:avLst/>
          </a:prstGeom>
          <a:ln>
            <a:solidFill>
              <a:schemeClr val="accent1"/>
            </a:solidFill>
          </a:ln>
        </p:spPr>
      </p:pic>
      <p:pic>
        <p:nvPicPr>
          <p:cNvPr id="4" name="Grafik 3">
            <a:extLst>
              <a:ext uri="{FF2B5EF4-FFF2-40B4-BE49-F238E27FC236}">
                <a16:creationId xmlns:a16="http://schemas.microsoft.com/office/drawing/2014/main" id="{6F00F2AF-D545-2A96-272B-2331A735AB17}"/>
              </a:ext>
            </a:extLst>
          </p:cNvPr>
          <p:cNvPicPr>
            <a:picLocks noChangeAspect="1"/>
          </p:cNvPicPr>
          <p:nvPr/>
        </p:nvPicPr>
        <p:blipFill>
          <a:blip r:embed="rId4"/>
          <a:stretch>
            <a:fillRect/>
          </a:stretch>
        </p:blipFill>
        <p:spPr>
          <a:xfrm>
            <a:off x="4539398" y="890341"/>
            <a:ext cx="4999153" cy="5767639"/>
          </a:xfrm>
          <a:prstGeom prst="rect">
            <a:avLst/>
          </a:prstGeom>
          <a:ln>
            <a:solidFill>
              <a:schemeClr val="accent2">
                <a:lumMod val="75000"/>
              </a:schemeClr>
            </a:solidFill>
          </a:ln>
        </p:spPr>
      </p:pic>
      <p:sp>
        <p:nvSpPr>
          <p:cNvPr id="7" name="Rechteck 6">
            <a:extLst>
              <a:ext uri="{FF2B5EF4-FFF2-40B4-BE49-F238E27FC236}">
                <a16:creationId xmlns:a16="http://schemas.microsoft.com/office/drawing/2014/main" id="{062D641F-448A-C7B3-E7AF-C73D9CEEDF0E}"/>
              </a:ext>
            </a:extLst>
          </p:cNvPr>
          <p:cNvSpPr/>
          <p:nvPr/>
        </p:nvSpPr>
        <p:spPr>
          <a:xfrm>
            <a:off x="2348345" y="1620982"/>
            <a:ext cx="1444337" cy="249382"/>
          </a:xfrm>
          <a:prstGeom prst="rect">
            <a:avLst/>
          </a:prstGeom>
          <a:noFill/>
          <a:ln w="317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pPr algn="l"/>
            <a:endParaRPr lang="de-DE"/>
          </a:p>
        </p:txBody>
      </p:sp>
      <p:sp>
        <p:nvSpPr>
          <p:cNvPr id="9" name="Rechteck 8">
            <a:extLst>
              <a:ext uri="{FF2B5EF4-FFF2-40B4-BE49-F238E27FC236}">
                <a16:creationId xmlns:a16="http://schemas.microsoft.com/office/drawing/2014/main" id="{0F66C4AF-CA26-1FFF-C9E9-9D54B8FB95BB}"/>
              </a:ext>
            </a:extLst>
          </p:cNvPr>
          <p:cNvSpPr/>
          <p:nvPr/>
        </p:nvSpPr>
        <p:spPr>
          <a:xfrm>
            <a:off x="7114383" y="1747363"/>
            <a:ext cx="865835" cy="246001"/>
          </a:xfrm>
          <a:prstGeom prst="rect">
            <a:avLst/>
          </a:prstGeom>
          <a:noFill/>
          <a:ln w="317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pPr algn="l"/>
            <a:endParaRPr lang="de-DE"/>
          </a:p>
        </p:txBody>
      </p:sp>
    </p:spTree>
    <p:extLst>
      <p:ext uri="{BB962C8B-B14F-4D97-AF65-F5344CB8AC3E}">
        <p14:creationId xmlns:p14="http://schemas.microsoft.com/office/powerpoint/2010/main" val="2023337130"/>
      </p:ext>
    </p:extLst>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D364C5-5A00-9A52-C606-143AC5585440}"/>
            </a:ext>
          </a:extLst>
        </p:cNvPr>
        <p:cNvGrpSpPr/>
        <p:nvPr/>
      </p:nvGrpSpPr>
      <p:grpSpPr>
        <a:xfrm>
          <a:off x="0" y="0"/>
          <a:ext cx="0" cy="0"/>
          <a:chOff x="0" y="0"/>
          <a:chExt cx="0" cy="0"/>
        </a:xfrm>
      </p:grpSpPr>
      <p:sp>
        <p:nvSpPr>
          <p:cNvPr id="6" name="Rechteck 5">
            <a:extLst>
              <a:ext uri="{FF2B5EF4-FFF2-40B4-BE49-F238E27FC236}">
                <a16:creationId xmlns:a16="http://schemas.microsoft.com/office/drawing/2014/main" id="{805E0578-0B31-05D5-8107-3802A21675E3}"/>
              </a:ext>
            </a:extLst>
          </p:cNvPr>
          <p:cNvSpPr/>
          <p:nvPr/>
        </p:nvSpPr>
        <p:spPr>
          <a:xfrm>
            <a:off x="7038975" y="1937442"/>
            <a:ext cx="5074561" cy="4377633"/>
          </a:xfrm>
          <a:prstGeom prst="rect">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pPr marL="685800" lvl="1" indent="-228600">
              <a:buFont typeface="Arial" panose="020B0604020202020204" pitchFamily="34" charset="0"/>
              <a:buChar char="•"/>
            </a:pPr>
            <a:r>
              <a:rPr lang="en-US" sz="1200">
                <a:solidFill>
                  <a:schemeClr val="tx1"/>
                </a:solidFill>
              </a:rPr>
              <a:t>The Validation period</a:t>
            </a:r>
          </a:p>
          <a:p>
            <a:pPr marL="1143000" lvl="2" indent="-228600">
              <a:buFont typeface="Arial" panose="020B0604020202020204" pitchFamily="34" charset="0"/>
              <a:buChar char="•"/>
            </a:pPr>
            <a:r>
              <a:rPr lang="en-US" sz="1200">
                <a:solidFill>
                  <a:schemeClr val="tx1"/>
                </a:solidFill>
              </a:rPr>
              <a:t>Only for “YDFO”</a:t>
            </a:r>
          </a:p>
        </p:txBody>
      </p:sp>
      <p:sp>
        <p:nvSpPr>
          <p:cNvPr id="8" name="Rechteck 5">
            <a:extLst>
              <a:ext uri="{FF2B5EF4-FFF2-40B4-BE49-F238E27FC236}">
                <a16:creationId xmlns:a16="http://schemas.microsoft.com/office/drawing/2014/main" id="{30323D98-7AD0-B228-7030-6DB686556B47}"/>
              </a:ext>
            </a:extLst>
          </p:cNvPr>
          <p:cNvSpPr/>
          <p:nvPr/>
        </p:nvSpPr>
        <p:spPr>
          <a:xfrm>
            <a:off x="7038975" y="1136342"/>
            <a:ext cx="5074561" cy="818023"/>
          </a:xfrm>
          <a:prstGeom prst="rect">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pPr marL="0" algn="l" rtl="0" eaLnBrk="1" latinLnBrk="0" hangingPunct="1"/>
            <a:r>
              <a:rPr lang="en-US" sz="1200" b="1" kern="1200">
                <a:solidFill>
                  <a:srgbClr val="000000"/>
                </a:solidFill>
                <a:effectLst/>
                <a:latin typeface="+mj-lt"/>
                <a:ea typeface="+mn-ea"/>
                <a:cs typeface="+mn-cs"/>
              </a:rPr>
              <a:t>ME23N – Display Purchase Order</a:t>
            </a:r>
            <a:endParaRPr lang="de-DE" sz="1200">
              <a:effectLst/>
              <a:latin typeface="+mj-lt"/>
            </a:endParaRPr>
          </a:p>
        </p:txBody>
      </p:sp>
      <p:sp>
        <p:nvSpPr>
          <p:cNvPr id="3" name="TextBox 2">
            <a:extLst>
              <a:ext uri="{FF2B5EF4-FFF2-40B4-BE49-F238E27FC236}">
                <a16:creationId xmlns:a16="http://schemas.microsoft.com/office/drawing/2014/main" id="{62604A67-3DC3-F4E4-1760-C80363BD60DA}"/>
              </a:ext>
            </a:extLst>
          </p:cNvPr>
          <p:cNvSpPr txBox="1"/>
          <p:nvPr/>
        </p:nvSpPr>
        <p:spPr>
          <a:xfrm>
            <a:off x="333322" y="362910"/>
            <a:ext cx="8353478" cy="369332"/>
          </a:xfrm>
          <a:prstGeom prst="rect">
            <a:avLst/>
          </a:prstGeom>
        </p:spPr>
        <p:txBody>
          <a:bodyPr vert="horz" lIns="0" tIns="0" rIns="324000" bIns="14400" rtlCol="0" anchor="b" anchorCtr="0">
            <a:noAutofit/>
          </a:bodyPr>
          <a:lstStyle>
            <a:lvl1pPr>
              <a:lnSpc>
                <a:spcPct val="90000"/>
              </a:lnSpc>
              <a:spcBef>
                <a:spcPct val="0"/>
              </a:spcBef>
              <a:buNone/>
              <a:defRPr sz="2000" b="1">
                <a:solidFill>
                  <a:srgbClr val="00557C"/>
                </a:solidFill>
                <a:latin typeface="+mj-lt"/>
                <a:ea typeface="+mj-ea"/>
                <a:cs typeface="+mj-cs"/>
              </a:defRPr>
            </a:lvl1pPr>
          </a:lstStyle>
          <a:p>
            <a:r>
              <a:rPr lang="cs-CZ">
                <a:solidFill>
                  <a:srgbClr val="00557C"/>
                </a:solidFill>
              </a:rPr>
              <a:t>13.3 </a:t>
            </a:r>
            <a:r>
              <a:rPr lang="en-US">
                <a:solidFill>
                  <a:srgbClr val="00557C"/>
                </a:solidFill>
              </a:rPr>
              <a:t>PO Output – Printout</a:t>
            </a:r>
            <a:endParaRPr lang="en-US"/>
          </a:p>
        </p:txBody>
      </p:sp>
      <p:pic>
        <p:nvPicPr>
          <p:cNvPr id="4" name="Picture 3">
            <a:extLst>
              <a:ext uri="{FF2B5EF4-FFF2-40B4-BE49-F238E27FC236}">
                <a16:creationId xmlns:a16="http://schemas.microsoft.com/office/drawing/2014/main" id="{A9B5AA6B-B0D2-5C22-96BC-90639C6F3700}"/>
              </a:ext>
            </a:extLst>
          </p:cNvPr>
          <p:cNvPicPr>
            <a:picLocks noChangeAspect="1"/>
          </p:cNvPicPr>
          <p:nvPr/>
        </p:nvPicPr>
        <p:blipFill>
          <a:blip r:embed="rId3"/>
          <a:stretch>
            <a:fillRect/>
          </a:stretch>
        </p:blipFill>
        <p:spPr>
          <a:xfrm>
            <a:off x="862855" y="1247775"/>
            <a:ext cx="4571509" cy="4675211"/>
          </a:xfrm>
          <a:prstGeom prst="rect">
            <a:avLst/>
          </a:prstGeom>
          <a:ln>
            <a:solidFill>
              <a:schemeClr val="accent1"/>
            </a:solidFill>
          </a:ln>
        </p:spPr>
      </p:pic>
    </p:spTree>
    <p:extLst>
      <p:ext uri="{BB962C8B-B14F-4D97-AF65-F5344CB8AC3E}">
        <p14:creationId xmlns:p14="http://schemas.microsoft.com/office/powerpoint/2010/main" val="3947542337"/>
      </p:ext>
    </p:extLst>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A4B5BF-FC82-4000-AA92-B090F8AF9A83}"/>
            </a:ext>
          </a:extLst>
        </p:cNvPr>
        <p:cNvGrpSpPr/>
        <p:nvPr/>
      </p:nvGrpSpPr>
      <p:grpSpPr>
        <a:xfrm>
          <a:off x="0" y="0"/>
          <a:ext cx="0" cy="0"/>
          <a:chOff x="0" y="0"/>
          <a:chExt cx="0" cy="0"/>
        </a:xfrm>
      </p:grpSpPr>
      <p:graphicFrame>
        <p:nvGraphicFramePr>
          <p:cNvPr id="21" name="Object 20" hidden="1">
            <a:extLst>
              <a:ext uri="{FF2B5EF4-FFF2-40B4-BE49-F238E27FC236}">
                <a16:creationId xmlns:a16="http://schemas.microsoft.com/office/drawing/2014/main" id="{13CA2E75-2922-127E-C67B-272D8A374285}"/>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737" imgH="737" progId="TCLayout.ActiveDocument.1">
                  <p:embed/>
                </p:oleObj>
              </mc:Choice>
              <mc:Fallback>
                <p:oleObj name="think-cell Slide" r:id="rId3" imgW="737" imgH="737" progId="TCLayout.ActiveDocument.1">
                  <p:embed/>
                  <p:pic>
                    <p:nvPicPr>
                      <p:cNvPr id="21" name="Object 20" hidden="1">
                        <a:extLst>
                          <a:ext uri="{FF2B5EF4-FFF2-40B4-BE49-F238E27FC236}">
                            <a16:creationId xmlns:a16="http://schemas.microsoft.com/office/drawing/2014/main" id="{13CA2E75-2922-127E-C67B-272D8A374285}"/>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5" name="Title 4">
            <a:extLst>
              <a:ext uri="{FF2B5EF4-FFF2-40B4-BE49-F238E27FC236}">
                <a16:creationId xmlns:a16="http://schemas.microsoft.com/office/drawing/2014/main" id="{5FE45ADC-15D4-8DB8-8285-0B105463F885}"/>
              </a:ext>
            </a:extLst>
          </p:cNvPr>
          <p:cNvSpPr>
            <a:spLocks noGrp="1"/>
          </p:cNvSpPr>
          <p:nvPr>
            <p:ph type="title"/>
          </p:nvPr>
        </p:nvSpPr>
        <p:spPr>
          <a:xfrm>
            <a:off x="474795" y="2932141"/>
            <a:ext cx="9287638" cy="1477328"/>
          </a:xfrm>
        </p:spPr>
        <p:txBody>
          <a:bodyPr/>
          <a:lstStyle/>
          <a:p>
            <a:r>
              <a:rPr lang="cs-CZ" b="1" dirty="0"/>
              <a:t>14</a:t>
            </a:r>
            <a:r>
              <a:rPr lang="cs-CZ" sz="4800" b="1" dirty="0"/>
              <a:t>. </a:t>
            </a:r>
            <a:r>
              <a:rPr lang="en-US" b="1" dirty="0"/>
              <a:t>PO price Change after PO is released</a:t>
            </a:r>
            <a:r>
              <a:rPr lang="cs-CZ" b="1" dirty="0"/>
              <a:t> </a:t>
            </a:r>
            <a:endParaRPr lang="cs-CZ" b="1" dirty="0">
              <a:cs typeface="Arial"/>
            </a:endParaRPr>
          </a:p>
        </p:txBody>
      </p:sp>
    </p:spTree>
    <p:extLst>
      <p:ext uri="{BB962C8B-B14F-4D97-AF65-F5344CB8AC3E}">
        <p14:creationId xmlns:p14="http://schemas.microsoft.com/office/powerpoint/2010/main" val="2378369406"/>
      </p:ext>
    </p:extLst>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A930F9-8F15-EDBE-E9A9-5C169D038FF3}"/>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D6ECA68E-F70A-CB38-1FC8-1A0B317FCEA4}"/>
              </a:ext>
            </a:extLst>
          </p:cNvPr>
          <p:cNvSpPr txBox="1"/>
          <p:nvPr/>
        </p:nvSpPr>
        <p:spPr>
          <a:xfrm>
            <a:off x="333322" y="362910"/>
            <a:ext cx="8353478" cy="369332"/>
          </a:xfrm>
          <a:prstGeom prst="rect">
            <a:avLst/>
          </a:prstGeom>
        </p:spPr>
        <p:txBody>
          <a:bodyPr vert="horz" lIns="0" tIns="0" rIns="324000" bIns="14400" rtlCol="0" anchor="b" anchorCtr="0">
            <a:noAutofit/>
          </a:bodyPr>
          <a:lstStyle>
            <a:lvl1pPr>
              <a:lnSpc>
                <a:spcPct val="90000"/>
              </a:lnSpc>
              <a:spcBef>
                <a:spcPct val="0"/>
              </a:spcBef>
              <a:buNone/>
              <a:defRPr sz="2000" b="1">
                <a:solidFill>
                  <a:srgbClr val="00557C"/>
                </a:solidFill>
                <a:latin typeface="+mj-lt"/>
                <a:ea typeface="+mj-ea"/>
                <a:cs typeface="+mj-cs"/>
              </a:defRPr>
            </a:lvl1pPr>
          </a:lstStyle>
          <a:p>
            <a:r>
              <a:rPr lang="cs-CZ" dirty="0"/>
              <a:t>14.1  </a:t>
            </a:r>
            <a:r>
              <a:rPr lang="en-US" dirty="0"/>
              <a:t>Purchase Order Released</a:t>
            </a:r>
          </a:p>
        </p:txBody>
      </p:sp>
      <p:sp>
        <p:nvSpPr>
          <p:cNvPr id="6" name="TextBox 5">
            <a:extLst>
              <a:ext uri="{FF2B5EF4-FFF2-40B4-BE49-F238E27FC236}">
                <a16:creationId xmlns:a16="http://schemas.microsoft.com/office/drawing/2014/main" id="{16088500-ACE3-004D-BBC6-B227AD0A5FF7}"/>
              </a:ext>
            </a:extLst>
          </p:cNvPr>
          <p:cNvSpPr txBox="1"/>
          <p:nvPr/>
        </p:nvSpPr>
        <p:spPr>
          <a:xfrm>
            <a:off x="331427" y="945041"/>
            <a:ext cx="3540924" cy="615553"/>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marL="457200"/>
            <a:br>
              <a:rPr lang="en-US" sz="1000" dirty="0">
                <a:cs typeface="Arial"/>
              </a:rPr>
            </a:br>
            <a:br>
              <a:rPr lang="en-US" sz="1000" dirty="0">
                <a:cs typeface="Arial"/>
              </a:rPr>
            </a:br>
            <a:endParaRPr lang="en-US" sz="1000" b="1">
              <a:cs typeface="Arial"/>
            </a:endParaRPr>
          </a:p>
          <a:p>
            <a:endParaRPr lang="en-US" sz="1000" dirty="0">
              <a:cs typeface="Arial"/>
            </a:endParaRPr>
          </a:p>
        </p:txBody>
      </p:sp>
      <p:sp>
        <p:nvSpPr>
          <p:cNvPr id="8" name="Rechteck 5">
            <a:extLst>
              <a:ext uri="{FF2B5EF4-FFF2-40B4-BE49-F238E27FC236}">
                <a16:creationId xmlns:a16="http://schemas.microsoft.com/office/drawing/2014/main" id="{428FB1CA-F296-E5DD-9104-DB657030FB22}"/>
              </a:ext>
            </a:extLst>
          </p:cNvPr>
          <p:cNvSpPr/>
          <p:nvPr/>
        </p:nvSpPr>
        <p:spPr>
          <a:xfrm>
            <a:off x="8002364" y="1925237"/>
            <a:ext cx="3756751" cy="602869"/>
          </a:xfrm>
          <a:prstGeom prst="rect">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pPr marL="0" algn="l" rtl="0" eaLnBrk="1" latinLnBrk="0" hangingPunct="1"/>
            <a:r>
              <a:rPr lang="en-US" sz="1200" b="1" kern="1200">
                <a:solidFill>
                  <a:srgbClr val="000000"/>
                </a:solidFill>
                <a:effectLst/>
                <a:latin typeface="Arial" panose="020B0604020202020204" pitchFamily="34" charset="0"/>
                <a:ea typeface="+mn-ea"/>
                <a:cs typeface="+mn-cs"/>
              </a:rPr>
              <a:t>ME23N – Display Purchase Order</a:t>
            </a:r>
            <a:endParaRPr lang="de-DE" sz="1200">
              <a:effectLst/>
            </a:endParaRPr>
          </a:p>
        </p:txBody>
      </p:sp>
      <p:sp>
        <p:nvSpPr>
          <p:cNvPr id="10" name="Rechteck 5">
            <a:extLst>
              <a:ext uri="{FF2B5EF4-FFF2-40B4-BE49-F238E27FC236}">
                <a16:creationId xmlns:a16="http://schemas.microsoft.com/office/drawing/2014/main" id="{A352A903-82B8-7141-AF5B-2AE215D96255}"/>
              </a:ext>
            </a:extLst>
          </p:cNvPr>
          <p:cNvSpPr/>
          <p:nvPr/>
        </p:nvSpPr>
        <p:spPr>
          <a:xfrm>
            <a:off x="8002365" y="2534416"/>
            <a:ext cx="3756751" cy="2468151"/>
          </a:xfrm>
          <a:prstGeom prst="rect">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r>
              <a:rPr lang="en-US" sz="1100" dirty="0">
                <a:solidFill>
                  <a:schemeClr val="tx1"/>
                </a:solidFill>
              </a:rPr>
              <a:t>Release Status: “</a:t>
            </a:r>
            <a:r>
              <a:rPr lang="en-US" sz="1100" b="1" dirty="0">
                <a:solidFill>
                  <a:schemeClr val="tx1"/>
                </a:solidFill>
              </a:rPr>
              <a:t>Release Completed</a:t>
            </a:r>
            <a:r>
              <a:rPr lang="en-US" sz="1100" dirty="0">
                <a:solidFill>
                  <a:schemeClr val="tx1"/>
                </a:solidFill>
              </a:rPr>
              <a:t>”</a:t>
            </a:r>
            <a:endParaRPr lang="en-US" sz="1100" dirty="0">
              <a:solidFill>
                <a:schemeClr val="tx1"/>
              </a:solidFill>
              <a:cs typeface="Arial"/>
            </a:endParaRPr>
          </a:p>
          <a:p>
            <a:pPr marL="171450" indent="-171450">
              <a:buFont typeface="Arial,Sans-Serif"/>
              <a:buChar char="•"/>
            </a:pPr>
            <a:endParaRPr lang="en-US" sz="1100" dirty="0">
              <a:solidFill>
                <a:schemeClr val="tx1"/>
              </a:solidFill>
              <a:cs typeface="Arial"/>
            </a:endParaRPr>
          </a:p>
          <a:p>
            <a:pPr marL="171450" indent="-171450">
              <a:buFont typeface="Arial,Sans-Serif"/>
              <a:buChar char="•"/>
            </a:pPr>
            <a:r>
              <a:rPr lang="en-US" sz="1100" dirty="0">
                <a:solidFill>
                  <a:schemeClr val="tx1"/>
                </a:solidFill>
                <a:cs typeface="Arial"/>
              </a:rPr>
              <a:t>Further Activities could be performed in this PO</a:t>
            </a:r>
            <a:r>
              <a:rPr lang="cs-CZ" sz="1100" dirty="0">
                <a:solidFill>
                  <a:schemeClr val="tx1"/>
                </a:solidFill>
                <a:cs typeface="Arial"/>
              </a:rPr>
              <a:t> – PO </a:t>
            </a:r>
            <a:r>
              <a:rPr lang="cs-CZ" sz="1100" dirty="0" err="1">
                <a:solidFill>
                  <a:schemeClr val="tx1"/>
                </a:solidFill>
                <a:cs typeface="Arial"/>
              </a:rPr>
              <a:t>is</a:t>
            </a:r>
            <a:r>
              <a:rPr lang="cs-CZ" sz="1100" dirty="0">
                <a:solidFill>
                  <a:schemeClr val="tx1"/>
                </a:solidFill>
                <a:cs typeface="Arial"/>
              </a:rPr>
              <a:t> </a:t>
            </a:r>
            <a:r>
              <a:rPr lang="cs-CZ" sz="1100" dirty="0" err="1">
                <a:solidFill>
                  <a:schemeClr val="tx1"/>
                </a:solidFill>
                <a:cs typeface="Arial"/>
              </a:rPr>
              <a:t>approved</a:t>
            </a:r>
            <a:endParaRPr lang="en-US" sz="1100" dirty="0" err="1">
              <a:solidFill>
                <a:schemeClr val="tx1"/>
              </a:solidFill>
              <a:cs typeface="Arial"/>
            </a:endParaRPr>
          </a:p>
          <a:p>
            <a:pPr marL="628650" lvl="1" indent="-171450">
              <a:buFont typeface="Arial,Sans-Serif"/>
              <a:buChar char="•"/>
            </a:pPr>
            <a:r>
              <a:rPr lang="en-US" sz="1100" dirty="0">
                <a:solidFill>
                  <a:schemeClr val="tx1"/>
                </a:solidFill>
                <a:cs typeface="Arial"/>
              </a:rPr>
              <a:t>Sending</a:t>
            </a:r>
            <a:r>
              <a:rPr lang="en-US" sz="1100" dirty="0">
                <a:solidFill>
                  <a:schemeClr val="tx1"/>
                </a:solidFill>
              </a:rPr>
              <a:t> to Supplier</a:t>
            </a:r>
            <a:endParaRPr lang="en-US" sz="1100" dirty="0">
              <a:solidFill>
                <a:schemeClr val="tx1"/>
              </a:solidFill>
              <a:cs typeface="Arial"/>
            </a:endParaRPr>
          </a:p>
          <a:p>
            <a:pPr marL="628650" lvl="1" indent="-171450">
              <a:buFont typeface="Arial,Sans-Serif"/>
              <a:buChar char="•"/>
            </a:pPr>
            <a:r>
              <a:rPr lang="en-US" sz="1100" dirty="0">
                <a:solidFill>
                  <a:schemeClr val="tx1"/>
                </a:solidFill>
              </a:rPr>
              <a:t>Invoice Receipt</a:t>
            </a:r>
            <a:endParaRPr lang="en-US" dirty="0">
              <a:solidFill>
                <a:schemeClr val="tx1"/>
              </a:solidFill>
            </a:endParaRPr>
          </a:p>
          <a:p>
            <a:pPr marL="228600" indent="-228600">
              <a:buFont typeface="+mj-lt"/>
              <a:buAutoNum type="arabicPeriod"/>
            </a:pPr>
            <a:endParaRPr lang="en-US" sz="1050">
              <a:solidFill>
                <a:schemeClr val="tx1"/>
              </a:solidFill>
            </a:endParaRPr>
          </a:p>
        </p:txBody>
      </p:sp>
      <p:pic>
        <p:nvPicPr>
          <p:cNvPr id="4" name="Picture 3" descr="A screenshot of a computer">
            <a:extLst>
              <a:ext uri="{FF2B5EF4-FFF2-40B4-BE49-F238E27FC236}">
                <a16:creationId xmlns:a16="http://schemas.microsoft.com/office/drawing/2014/main" id="{90207F76-1D12-7F57-9495-5A88F97A4991}"/>
              </a:ext>
            </a:extLst>
          </p:cNvPr>
          <p:cNvPicPr>
            <a:picLocks noChangeAspect="1"/>
          </p:cNvPicPr>
          <p:nvPr/>
        </p:nvPicPr>
        <p:blipFill>
          <a:blip r:embed="rId3"/>
          <a:stretch>
            <a:fillRect/>
          </a:stretch>
        </p:blipFill>
        <p:spPr>
          <a:xfrm>
            <a:off x="493690" y="1177418"/>
            <a:ext cx="6458308" cy="3344067"/>
          </a:xfrm>
          <a:prstGeom prst="rect">
            <a:avLst/>
          </a:prstGeom>
        </p:spPr>
      </p:pic>
      <p:pic>
        <p:nvPicPr>
          <p:cNvPr id="7" name="Picture 6" descr="A screenshot of a computer">
            <a:extLst>
              <a:ext uri="{FF2B5EF4-FFF2-40B4-BE49-F238E27FC236}">
                <a16:creationId xmlns:a16="http://schemas.microsoft.com/office/drawing/2014/main" id="{A6B0AB6A-F6C1-C19D-653C-BBFB6526A3A6}"/>
              </a:ext>
            </a:extLst>
          </p:cNvPr>
          <p:cNvPicPr>
            <a:picLocks noChangeAspect="1"/>
          </p:cNvPicPr>
          <p:nvPr/>
        </p:nvPicPr>
        <p:blipFill>
          <a:blip r:embed="rId4"/>
          <a:stretch>
            <a:fillRect/>
          </a:stretch>
        </p:blipFill>
        <p:spPr>
          <a:xfrm>
            <a:off x="493690" y="4670192"/>
            <a:ext cx="7454391" cy="1145167"/>
          </a:xfrm>
          <a:prstGeom prst="rect">
            <a:avLst/>
          </a:prstGeom>
        </p:spPr>
      </p:pic>
    </p:spTree>
    <p:extLst>
      <p:ext uri="{BB962C8B-B14F-4D97-AF65-F5344CB8AC3E}">
        <p14:creationId xmlns:p14="http://schemas.microsoft.com/office/powerpoint/2010/main" val="3401510291"/>
      </p:ext>
    </p:extLst>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6FC5DA-0CBE-3E76-319E-3D52A7BEE102}"/>
            </a:ext>
          </a:extLst>
        </p:cNvPr>
        <p:cNvGrpSpPr/>
        <p:nvPr/>
      </p:nvGrpSpPr>
      <p:grpSpPr>
        <a:xfrm>
          <a:off x="0" y="0"/>
          <a:ext cx="0" cy="0"/>
          <a:chOff x="0" y="0"/>
          <a:chExt cx="0" cy="0"/>
        </a:xfrm>
      </p:grpSpPr>
      <p:sp>
        <p:nvSpPr>
          <p:cNvPr id="4" name="Foliennummernplatzhalter 3">
            <a:extLst>
              <a:ext uri="{FF2B5EF4-FFF2-40B4-BE49-F238E27FC236}">
                <a16:creationId xmlns:a16="http://schemas.microsoft.com/office/drawing/2014/main" id="{FAD69015-7541-30C6-2C3E-9E8BF1B9EF05}"/>
              </a:ext>
            </a:extLst>
          </p:cNvPr>
          <p:cNvSpPr>
            <a:spLocks noGrp="1"/>
          </p:cNvSpPr>
          <p:nvPr>
            <p:ph type="sldNum" sz="quarter" idx="1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a:ln>
                  <a:noFill/>
                </a:ln>
                <a:solidFill>
                  <a:srgbClr val="000000"/>
                </a:solidFill>
                <a:effectLst/>
                <a:uLnTx/>
                <a:uFillTx/>
                <a:latin typeface="Arial"/>
                <a:ea typeface="+mn-ea"/>
                <a:cs typeface="+mn-cs"/>
              </a:rPr>
              <a:t>Page </a:t>
            </a:r>
            <a:fld id="{15EBE321-CBB1-4E91-BD14-37C8D44326FB}" type="slidenum">
              <a:rPr kumimoji="0" lang="en-US" sz="900" b="1" i="0" u="none" strike="noStrike" kern="1200" cap="none" spc="0" normalizeH="0" baseline="0" noProof="0" smtClean="0">
                <a:ln>
                  <a:noFill/>
                </a:ln>
                <a:solidFill>
                  <a:srgbClr val="000000"/>
                </a:solidFill>
                <a:effectLst/>
                <a:uLnTx/>
                <a:uFillTx/>
                <a:latin typeface="Arial"/>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114</a:t>
            </a:fld>
            <a:endParaRPr kumimoji="0" lang="en-US" sz="900" b="1" i="0" u="none" strike="noStrike" kern="1200" cap="none" spc="0" normalizeH="0" baseline="0" noProof="0">
              <a:ln>
                <a:noFill/>
              </a:ln>
              <a:solidFill>
                <a:srgbClr val="000000"/>
              </a:solidFill>
              <a:effectLst/>
              <a:uLnTx/>
              <a:uFillTx/>
              <a:latin typeface="Arial"/>
              <a:ea typeface="+mn-ea"/>
              <a:cs typeface="+mn-cs"/>
            </a:endParaRPr>
          </a:p>
        </p:txBody>
      </p:sp>
      <p:sp>
        <p:nvSpPr>
          <p:cNvPr id="50" name="Titel 1">
            <a:extLst>
              <a:ext uri="{FF2B5EF4-FFF2-40B4-BE49-F238E27FC236}">
                <a16:creationId xmlns:a16="http://schemas.microsoft.com/office/drawing/2014/main" id="{6AFB8BBE-690A-D230-CDC1-7841CF52A9DD}"/>
              </a:ext>
            </a:extLst>
          </p:cNvPr>
          <p:cNvSpPr>
            <a:spLocks noGrp="1"/>
          </p:cNvSpPr>
          <p:nvPr>
            <p:ph type="title"/>
          </p:nvPr>
        </p:nvSpPr>
        <p:spPr>
          <a:xfrm>
            <a:off x="410400" y="478800"/>
            <a:ext cx="9863997" cy="576000"/>
          </a:xfrm>
        </p:spPr>
        <p:txBody>
          <a:bodyPr anchor="t"/>
          <a:lstStyle/>
          <a:p>
            <a:r>
              <a:rPr lang="en-US" dirty="0">
                <a:solidFill>
                  <a:srgbClr val="00557C"/>
                </a:solidFill>
              </a:rPr>
              <a:t>PO change Process Overview</a:t>
            </a:r>
          </a:p>
        </p:txBody>
      </p:sp>
      <p:sp>
        <p:nvSpPr>
          <p:cNvPr id="94" name="Flowchart: Terminator 93">
            <a:extLst>
              <a:ext uri="{FF2B5EF4-FFF2-40B4-BE49-F238E27FC236}">
                <a16:creationId xmlns:a16="http://schemas.microsoft.com/office/drawing/2014/main" id="{11D38DA0-562D-7B79-476F-B5C8122A4433}"/>
              </a:ext>
            </a:extLst>
          </p:cNvPr>
          <p:cNvSpPr/>
          <p:nvPr/>
        </p:nvSpPr>
        <p:spPr>
          <a:xfrm>
            <a:off x="1142891" y="915645"/>
            <a:ext cx="1187999" cy="297434"/>
          </a:xfrm>
          <a:prstGeom prst="flowChartTerminator">
            <a:avLst/>
          </a:prstGeom>
          <a:solidFill>
            <a:srgbClr val="00BEDC"/>
          </a:solidFill>
          <a:ln>
            <a:noFill/>
          </a:ln>
        </p:spPr>
        <p:style>
          <a:lnRef idx="0">
            <a:scrgbClr r="0" g="0" b="0"/>
          </a:lnRef>
          <a:fillRef idx="0">
            <a:scrgbClr r="0" g="0" b="0"/>
          </a:fillRef>
          <a:effectRef idx="0">
            <a:scrgbClr r="0" g="0" b="0"/>
          </a:effectRef>
          <a:fontRef idx="minor">
            <a:schemeClr val="lt1"/>
          </a:fontRef>
        </p:style>
        <p:txBody>
          <a:bodyPr lIns="72000" tIns="72000" rIns="72000" bIns="72000" rtlCol="0" anchor="ctr" anchorCtr="0"/>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800" b="0" i="0" u="none" strike="noStrike" kern="1200" cap="none" spc="0" normalizeH="0" baseline="0" noProof="0">
                <a:ln>
                  <a:noFill/>
                </a:ln>
                <a:solidFill>
                  <a:srgbClr val="000000"/>
                </a:solidFill>
                <a:effectLst/>
                <a:uLnTx/>
                <a:uFillTx/>
                <a:latin typeface="Arial"/>
                <a:ea typeface="+mn-ea"/>
                <a:cs typeface="+mn-cs"/>
              </a:rPr>
              <a:t>Start (S/4HANA)</a:t>
            </a:r>
            <a:endParaRPr kumimoji="0" lang="en-US" sz="800" b="0" i="0" u="none" strike="noStrike" kern="1200" cap="none" spc="0" normalizeH="0" baseline="0" noProof="0">
              <a:ln>
                <a:noFill/>
              </a:ln>
              <a:solidFill>
                <a:srgbClr val="000000"/>
              </a:solidFill>
              <a:effectLst/>
              <a:uLnTx/>
              <a:uFillTx/>
              <a:latin typeface="Arial"/>
              <a:ea typeface="+mn-ea"/>
              <a:cs typeface="+mn-cs"/>
            </a:endParaRPr>
          </a:p>
        </p:txBody>
      </p:sp>
      <p:sp>
        <p:nvSpPr>
          <p:cNvPr id="95" name="Rectangle: Rounded Corners 94">
            <a:extLst>
              <a:ext uri="{FF2B5EF4-FFF2-40B4-BE49-F238E27FC236}">
                <a16:creationId xmlns:a16="http://schemas.microsoft.com/office/drawing/2014/main" id="{E9CDC132-456E-F47B-49AD-F1431D4A2C9E}"/>
              </a:ext>
            </a:extLst>
          </p:cNvPr>
          <p:cNvSpPr/>
          <p:nvPr/>
        </p:nvSpPr>
        <p:spPr>
          <a:xfrm rot="16200000">
            <a:off x="98203" y="4621495"/>
            <a:ext cx="1027792" cy="468000"/>
          </a:xfrm>
          <a:prstGeom prst="roundRect">
            <a:avLst/>
          </a:prstGeom>
          <a:solidFill>
            <a:srgbClr val="00BEDC"/>
          </a:solidFill>
          <a:ln>
            <a:noFill/>
          </a:ln>
        </p:spPr>
        <p:style>
          <a:lnRef idx="0">
            <a:scrgbClr r="0" g="0" b="0"/>
          </a:lnRef>
          <a:fillRef idx="0">
            <a:scrgbClr r="0" g="0" b="0"/>
          </a:fillRef>
          <a:effectRef idx="0">
            <a:scrgbClr r="0" g="0" b="0"/>
          </a:effectRef>
          <a:fontRef idx="minor">
            <a:schemeClr val="lt1"/>
          </a:fontRef>
        </p:style>
        <p:txBody>
          <a:bodyPr lIns="72000" tIns="72000" rIns="72000" bIns="72000" rtlCol="0" anchor="ctr" anchorCtr="0"/>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prstClr val="white"/>
                </a:solidFill>
                <a:effectLst/>
                <a:uLnTx/>
                <a:uFillTx/>
                <a:latin typeface="Arial"/>
                <a:ea typeface="+mn-ea"/>
                <a:cs typeface="+mn-cs"/>
              </a:rPr>
              <a:t>Purchaser</a:t>
            </a:r>
          </a:p>
        </p:txBody>
      </p:sp>
      <p:sp>
        <p:nvSpPr>
          <p:cNvPr id="96" name="Flowchart: Decision 95">
            <a:extLst>
              <a:ext uri="{FF2B5EF4-FFF2-40B4-BE49-F238E27FC236}">
                <a16:creationId xmlns:a16="http://schemas.microsoft.com/office/drawing/2014/main" id="{40AEF613-0D15-39F6-2EFF-912B3B7CE077}"/>
              </a:ext>
            </a:extLst>
          </p:cNvPr>
          <p:cNvSpPr/>
          <p:nvPr/>
        </p:nvSpPr>
        <p:spPr>
          <a:xfrm>
            <a:off x="6569480" y="4594048"/>
            <a:ext cx="1188000" cy="504000"/>
          </a:xfrm>
          <a:prstGeom prst="flowChartDecision">
            <a:avLst/>
          </a:prstGeom>
          <a:solidFill>
            <a:srgbClr val="00BEDC"/>
          </a:solidFill>
          <a:ln>
            <a:noFill/>
          </a:ln>
        </p:spPr>
        <p:style>
          <a:lnRef idx="0">
            <a:scrgbClr r="0" g="0" b="0"/>
          </a:lnRef>
          <a:fillRef idx="0">
            <a:scrgbClr r="0" g="0" b="0"/>
          </a:fillRef>
          <a:effectRef idx="0">
            <a:scrgbClr r="0" g="0" b="0"/>
          </a:effectRef>
          <a:fontRef idx="minor">
            <a:schemeClr val="lt1"/>
          </a:fontRef>
        </p:style>
        <p:txBody>
          <a:bodyPr lIns="72000" tIns="72000" rIns="72000" bIns="72000" rtlCol="0" anchor="ctr" anchorCtr="0"/>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Arial"/>
                <a:ea typeface="+mn-ea"/>
                <a:cs typeface="+mn-cs"/>
              </a:rPr>
              <a:t>Is PO &gt;50k€?</a:t>
            </a:r>
          </a:p>
        </p:txBody>
      </p:sp>
      <p:sp>
        <p:nvSpPr>
          <p:cNvPr id="97" name="Flowchart: Alternate Process 96">
            <a:extLst>
              <a:ext uri="{FF2B5EF4-FFF2-40B4-BE49-F238E27FC236}">
                <a16:creationId xmlns:a16="http://schemas.microsoft.com/office/drawing/2014/main" id="{75E089F5-B062-8D27-38BE-E0AC17E04C94}"/>
              </a:ext>
            </a:extLst>
          </p:cNvPr>
          <p:cNvSpPr/>
          <p:nvPr>
            <p:custDataLst>
              <p:tags r:id="rId1"/>
            </p:custDataLst>
          </p:nvPr>
        </p:nvSpPr>
        <p:spPr>
          <a:xfrm>
            <a:off x="2635063" y="4594048"/>
            <a:ext cx="1008000" cy="504000"/>
          </a:xfrm>
          <a:prstGeom prst="flowChartAlternateProcess">
            <a:avLst/>
          </a:prstGeom>
          <a:solidFill>
            <a:srgbClr val="00BEDC"/>
          </a:solidFill>
          <a:ln>
            <a:noFill/>
          </a:ln>
        </p:spPr>
        <p:style>
          <a:lnRef idx="0">
            <a:scrgbClr r="0" g="0" b="0"/>
          </a:lnRef>
          <a:fillRef idx="0">
            <a:scrgbClr r="0" g="0" b="0"/>
          </a:fillRef>
          <a:effectRef idx="0">
            <a:scrgbClr r="0" g="0" b="0"/>
          </a:effectRef>
          <a:fontRef idx="minor">
            <a:schemeClr val="lt1"/>
          </a:fontRef>
        </p:style>
        <p:txBody>
          <a:bodyPr lIns="72000" tIns="72000" rIns="72000" bIns="72000" rtlCol="0" anchor="ctr" anchorCtr="0"/>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Arial"/>
                <a:ea typeface="+mn-ea"/>
                <a:cs typeface="+mn-cs"/>
              </a:rPr>
              <a:t>Finalize PR</a:t>
            </a:r>
          </a:p>
        </p:txBody>
      </p:sp>
      <p:sp>
        <p:nvSpPr>
          <p:cNvPr id="98" name="Flowchart: Alternate Process 97">
            <a:extLst>
              <a:ext uri="{FF2B5EF4-FFF2-40B4-BE49-F238E27FC236}">
                <a16:creationId xmlns:a16="http://schemas.microsoft.com/office/drawing/2014/main" id="{63492290-552F-1AA1-0C6C-7D6275527D41}"/>
              </a:ext>
            </a:extLst>
          </p:cNvPr>
          <p:cNvSpPr/>
          <p:nvPr>
            <p:custDataLst>
              <p:tags r:id="rId2"/>
            </p:custDataLst>
          </p:nvPr>
        </p:nvSpPr>
        <p:spPr>
          <a:xfrm>
            <a:off x="3958857" y="4594048"/>
            <a:ext cx="1008000" cy="504000"/>
          </a:xfrm>
          <a:prstGeom prst="flowChartAlternateProcess">
            <a:avLst/>
          </a:prstGeom>
          <a:solidFill>
            <a:srgbClr val="00BEDC"/>
          </a:solidFill>
          <a:ln>
            <a:noFill/>
          </a:ln>
        </p:spPr>
        <p:style>
          <a:lnRef idx="0">
            <a:scrgbClr r="0" g="0" b="0"/>
          </a:lnRef>
          <a:fillRef idx="0">
            <a:scrgbClr r="0" g="0" b="0"/>
          </a:fillRef>
          <a:effectRef idx="0">
            <a:scrgbClr r="0" g="0" b="0"/>
          </a:effectRef>
          <a:fontRef idx="minor">
            <a:schemeClr val="lt1"/>
          </a:fontRef>
        </p:style>
        <p:txBody>
          <a:bodyPr lIns="72000" tIns="72000" rIns="72000" bIns="72000" rtlCol="0" anchor="ctr" anchorCtr="0"/>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800" b="1" i="0" u="none" strike="noStrike" kern="1200" cap="none" spc="0" normalizeH="0" baseline="0" noProof="0" dirty="0">
              <a:ln>
                <a:noFill/>
              </a:ln>
              <a:solidFill>
                <a:srgbClr val="000000"/>
              </a:solidFill>
              <a:effectLst/>
              <a:uLnTx/>
              <a:uFillTx/>
              <a:latin typeface="Arial"/>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000000"/>
                </a:solidFill>
                <a:effectLst/>
                <a:uLnTx/>
                <a:uFillTx/>
                <a:latin typeface="Arial"/>
                <a:ea typeface="+mn-ea"/>
                <a:cs typeface="+mn-cs"/>
              </a:rPr>
              <a:t>Create PO</a:t>
            </a: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800" b="0" i="0" u="none" strike="noStrike" kern="1200" cap="none" spc="0" normalizeH="0" baseline="0" noProof="0" dirty="0">
              <a:ln>
                <a:noFill/>
              </a:ln>
              <a:solidFill>
                <a:srgbClr val="000000"/>
              </a:solidFill>
              <a:effectLst/>
              <a:uLnTx/>
              <a:uFillTx/>
              <a:latin typeface="Arial"/>
              <a:ea typeface="+mn-ea"/>
              <a:cs typeface="+mn-cs"/>
            </a:endParaRPr>
          </a:p>
        </p:txBody>
      </p:sp>
      <p:sp>
        <p:nvSpPr>
          <p:cNvPr id="99" name="Rectangle: Rounded Corners 98">
            <a:extLst>
              <a:ext uri="{FF2B5EF4-FFF2-40B4-BE49-F238E27FC236}">
                <a16:creationId xmlns:a16="http://schemas.microsoft.com/office/drawing/2014/main" id="{B25D6997-CD78-FAE2-C89E-A0D7FB069ED4}"/>
              </a:ext>
            </a:extLst>
          </p:cNvPr>
          <p:cNvSpPr/>
          <p:nvPr/>
        </p:nvSpPr>
        <p:spPr>
          <a:xfrm>
            <a:off x="943515" y="4338155"/>
            <a:ext cx="8280000" cy="1027791"/>
          </a:xfrm>
          <a:prstGeom prst="roundRect">
            <a:avLst/>
          </a:prstGeom>
          <a:noFill/>
          <a:ln w="3175">
            <a:solidFill>
              <a:schemeClr val="accent3">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100" name="Flowchart: Alternate Process 99">
            <a:extLst>
              <a:ext uri="{FF2B5EF4-FFF2-40B4-BE49-F238E27FC236}">
                <a16:creationId xmlns:a16="http://schemas.microsoft.com/office/drawing/2014/main" id="{E41817E0-528F-1293-FD3D-2477DDCA4768}"/>
              </a:ext>
            </a:extLst>
          </p:cNvPr>
          <p:cNvSpPr/>
          <p:nvPr/>
        </p:nvSpPr>
        <p:spPr>
          <a:xfrm>
            <a:off x="10545315" y="5564335"/>
            <a:ext cx="1008000" cy="504000"/>
          </a:xfrm>
          <a:prstGeom prst="flowChartAlternateProcess">
            <a:avLst/>
          </a:prstGeom>
          <a:solidFill>
            <a:srgbClr val="00BEDC"/>
          </a:solidFill>
          <a:ln>
            <a:noFill/>
          </a:ln>
        </p:spPr>
        <p:style>
          <a:lnRef idx="0">
            <a:scrgbClr r="0" g="0" b="0"/>
          </a:lnRef>
          <a:fillRef idx="0">
            <a:scrgbClr r="0" g="0" b="0"/>
          </a:fillRef>
          <a:effectRef idx="0">
            <a:scrgbClr r="0" g="0" b="0"/>
          </a:effectRef>
          <a:fontRef idx="minor">
            <a:schemeClr val="lt1"/>
          </a:fontRef>
        </p:style>
        <p:txBody>
          <a:bodyPr lIns="72000" tIns="72000" rIns="72000" bIns="72000" rtlCol="0" anchor="ctr" anchorCtr="0"/>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Arial"/>
                <a:ea typeface="+mn-ea"/>
                <a:cs typeface="+mn-cs"/>
              </a:rPr>
              <a:t>Supplier</a:t>
            </a:r>
          </a:p>
        </p:txBody>
      </p:sp>
      <p:sp>
        <p:nvSpPr>
          <p:cNvPr id="101" name="TextBox 100">
            <a:extLst>
              <a:ext uri="{FF2B5EF4-FFF2-40B4-BE49-F238E27FC236}">
                <a16:creationId xmlns:a16="http://schemas.microsoft.com/office/drawing/2014/main" id="{6C9070CB-BBAB-E704-5158-9CDA45A938E8}"/>
              </a:ext>
            </a:extLst>
          </p:cNvPr>
          <p:cNvSpPr txBox="1"/>
          <p:nvPr>
            <p:custDataLst>
              <p:tags r:id="rId3"/>
            </p:custDataLst>
          </p:nvPr>
        </p:nvSpPr>
        <p:spPr>
          <a:xfrm>
            <a:off x="2307045" y="4652897"/>
            <a:ext cx="136256" cy="123111"/>
          </a:xfrm>
          <a:prstGeom prst="rect">
            <a:avLst/>
          </a:prstGeom>
          <a:noFill/>
          <a:ln>
            <a:solidFill>
              <a:schemeClr val="bg1"/>
            </a:solidFill>
          </a:ln>
        </p:spPr>
        <p:txBody>
          <a:bodyPr wrap="non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a:ln>
                  <a:noFill/>
                </a:ln>
                <a:solidFill>
                  <a:srgbClr val="000000"/>
                </a:solidFill>
                <a:effectLst/>
                <a:uLnTx/>
                <a:uFillTx/>
                <a:latin typeface="Arial"/>
                <a:ea typeface="+mn-ea"/>
                <a:cs typeface="+mn-cs"/>
              </a:rPr>
              <a:t>No</a:t>
            </a:r>
          </a:p>
        </p:txBody>
      </p:sp>
      <p:sp>
        <p:nvSpPr>
          <p:cNvPr id="102" name="TextBox 101">
            <a:extLst>
              <a:ext uri="{FF2B5EF4-FFF2-40B4-BE49-F238E27FC236}">
                <a16:creationId xmlns:a16="http://schemas.microsoft.com/office/drawing/2014/main" id="{85863E2A-920D-328C-F4A6-DE62C7124779}"/>
              </a:ext>
            </a:extLst>
          </p:cNvPr>
          <p:cNvSpPr txBox="1"/>
          <p:nvPr>
            <p:custDataLst>
              <p:tags r:id="rId4"/>
            </p:custDataLst>
          </p:nvPr>
        </p:nvSpPr>
        <p:spPr>
          <a:xfrm>
            <a:off x="1492877" y="5057281"/>
            <a:ext cx="184346" cy="123111"/>
          </a:xfrm>
          <a:prstGeom prst="rect">
            <a:avLst/>
          </a:prstGeom>
          <a:noFill/>
        </p:spPr>
        <p:txBody>
          <a:bodyPr wrap="non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a:ln>
                  <a:noFill/>
                </a:ln>
                <a:solidFill>
                  <a:srgbClr val="000000"/>
                </a:solidFill>
                <a:effectLst/>
                <a:uLnTx/>
                <a:uFillTx/>
                <a:latin typeface="Arial"/>
                <a:ea typeface="+mn-ea"/>
                <a:cs typeface="+mn-cs"/>
              </a:rPr>
              <a:t>Yes</a:t>
            </a:r>
          </a:p>
        </p:txBody>
      </p:sp>
      <p:cxnSp>
        <p:nvCxnSpPr>
          <p:cNvPr id="103" name="Connector: Elbow 102">
            <a:extLst>
              <a:ext uri="{FF2B5EF4-FFF2-40B4-BE49-F238E27FC236}">
                <a16:creationId xmlns:a16="http://schemas.microsoft.com/office/drawing/2014/main" id="{8E05D58C-053A-7BA4-6957-8F5A82C8FC97}"/>
              </a:ext>
            </a:extLst>
          </p:cNvPr>
          <p:cNvCxnSpPr>
            <a:cxnSpLocks/>
            <a:stCxn id="120" idx="2"/>
            <a:endCxn id="98" idx="2"/>
          </p:cNvCxnSpPr>
          <p:nvPr/>
        </p:nvCxnSpPr>
        <p:spPr>
          <a:xfrm rot="16200000" flipH="1">
            <a:off x="3098853" y="3734043"/>
            <a:ext cx="2043" cy="2725965"/>
          </a:xfrm>
          <a:prstGeom prst="bentConnector3">
            <a:avLst>
              <a:gd name="adj1" fmla="val 11289427"/>
            </a:avLst>
          </a:prstGeom>
          <a:ln w="19050">
            <a:solidFill>
              <a:schemeClr val="tx1"/>
            </a:solidFill>
            <a:headEnd w="lg" len="lg"/>
            <a:tailEnd type="triangle"/>
          </a:ln>
        </p:spPr>
        <p:style>
          <a:lnRef idx="1">
            <a:schemeClr val="accent1"/>
          </a:lnRef>
          <a:fillRef idx="0">
            <a:schemeClr val="accent1"/>
          </a:fillRef>
          <a:effectRef idx="0">
            <a:schemeClr val="accent1"/>
          </a:effectRef>
          <a:fontRef idx="minor">
            <a:schemeClr val="tx1"/>
          </a:fontRef>
        </p:style>
      </p:cxnSp>
      <p:cxnSp>
        <p:nvCxnSpPr>
          <p:cNvPr id="104" name="Straight Arrow Connector 103">
            <a:extLst>
              <a:ext uri="{FF2B5EF4-FFF2-40B4-BE49-F238E27FC236}">
                <a16:creationId xmlns:a16="http://schemas.microsoft.com/office/drawing/2014/main" id="{A0FD9CFA-CF10-33DF-4236-8B175E52CE42}"/>
              </a:ext>
            </a:extLst>
          </p:cNvPr>
          <p:cNvCxnSpPr>
            <a:cxnSpLocks/>
            <a:stCxn id="97" idx="3"/>
            <a:endCxn id="98" idx="1"/>
          </p:cNvCxnSpPr>
          <p:nvPr/>
        </p:nvCxnSpPr>
        <p:spPr>
          <a:xfrm>
            <a:off x="3643063" y="4846048"/>
            <a:ext cx="315794" cy="0"/>
          </a:xfrm>
          <a:prstGeom prst="straightConnector1">
            <a:avLst/>
          </a:prstGeom>
          <a:ln w="19050">
            <a:solidFill>
              <a:schemeClr val="tx1"/>
            </a:solidFill>
            <a:headEnd w="lg" len="lg"/>
            <a:tailEnd type="triangle"/>
          </a:ln>
        </p:spPr>
        <p:style>
          <a:lnRef idx="1">
            <a:schemeClr val="accent1"/>
          </a:lnRef>
          <a:fillRef idx="0">
            <a:schemeClr val="accent1"/>
          </a:fillRef>
          <a:effectRef idx="0">
            <a:schemeClr val="accent1"/>
          </a:effectRef>
          <a:fontRef idx="minor">
            <a:schemeClr val="tx1"/>
          </a:fontRef>
        </p:style>
      </p:cxnSp>
      <p:sp>
        <p:nvSpPr>
          <p:cNvPr id="105" name="Rectangle: Rounded Corners 104">
            <a:extLst>
              <a:ext uri="{FF2B5EF4-FFF2-40B4-BE49-F238E27FC236}">
                <a16:creationId xmlns:a16="http://schemas.microsoft.com/office/drawing/2014/main" id="{6B9D37C0-F2EA-DEBC-E219-505C991639E7}"/>
              </a:ext>
            </a:extLst>
          </p:cNvPr>
          <p:cNvSpPr/>
          <p:nvPr/>
        </p:nvSpPr>
        <p:spPr>
          <a:xfrm>
            <a:off x="943515" y="1411045"/>
            <a:ext cx="8280000" cy="899999"/>
          </a:xfrm>
          <a:prstGeom prst="roundRect">
            <a:avLst/>
          </a:prstGeom>
          <a:noFill/>
          <a:ln w="3175">
            <a:solidFill>
              <a:schemeClr val="accent3">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106" name="Rectangle: Rounded Corners 105">
            <a:extLst>
              <a:ext uri="{FF2B5EF4-FFF2-40B4-BE49-F238E27FC236}">
                <a16:creationId xmlns:a16="http://schemas.microsoft.com/office/drawing/2014/main" id="{C0A73913-130F-4F19-FDB0-1347FA1026C4}"/>
              </a:ext>
            </a:extLst>
          </p:cNvPr>
          <p:cNvSpPr/>
          <p:nvPr/>
        </p:nvSpPr>
        <p:spPr>
          <a:xfrm rot="16200000">
            <a:off x="162100" y="1631454"/>
            <a:ext cx="900000" cy="468000"/>
          </a:xfrm>
          <a:prstGeom prst="roundRect">
            <a:avLst/>
          </a:prstGeom>
          <a:solidFill>
            <a:srgbClr val="00BEDC"/>
          </a:solidFill>
          <a:ln>
            <a:noFill/>
          </a:ln>
        </p:spPr>
        <p:style>
          <a:lnRef idx="0">
            <a:scrgbClr r="0" g="0" b="0"/>
          </a:lnRef>
          <a:fillRef idx="0">
            <a:scrgbClr r="0" g="0" b="0"/>
          </a:fillRef>
          <a:effectRef idx="0">
            <a:scrgbClr r="0" g="0" b="0"/>
          </a:effectRef>
          <a:fontRef idx="minor">
            <a:schemeClr val="lt1"/>
          </a:fontRef>
        </p:style>
        <p:txBody>
          <a:bodyPr lIns="72000" tIns="72000" rIns="72000" bIns="72000" rtlCol="0" anchor="ctr" anchorCtr="0"/>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prstClr val="white"/>
                </a:solidFill>
                <a:effectLst/>
                <a:uLnTx/>
                <a:uFillTx/>
                <a:latin typeface="Arial"/>
                <a:ea typeface="+mn-ea"/>
                <a:cs typeface="+mn-cs"/>
              </a:rPr>
              <a:t>Requisitioner</a:t>
            </a:r>
          </a:p>
        </p:txBody>
      </p:sp>
      <p:sp>
        <p:nvSpPr>
          <p:cNvPr id="107" name="Flowchart: Alternate Process 106">
            <a:extLst>
              <a:ext uri="{FF2B5EF4-FFF2-40B4-BE49-F238E27FC236}">
                <a16:creationId xmlns:a16="http://schemas.microsoft.com/office/drawing/2014/main" id="{12F46F29-23DC-50CB-78FD-6C5E287B5BA0}"/>
              </a:ext>
            </a:extLst>
          </p:cNvPr>
          <p:cNvSpPr/>
          <p:nvPr/>
        </p:nvSpPr>
        <p:spPr>
          <a:xfrm>
            <a:off x="1088892" y="1609182"/>
            <a:ext cx="1296000" cy="504000"/>
          </a:xfrm>
          <a:prstGeom prst="flowChartAlternateProcess">
            <a:avLst/>
          </a:prstGeom>
          <a:solidFill>
            <a:srgbClr val="00BEDC"/>
          </a:solidFill>
          <a:ln>
            <a:noFill/>
          </a:ln>
        </p:spPr>
        <p:style>
          <a:lnRef idx="0">
            <a:scrgbClr r="0" g="0" b="0"/>
          </a:lnRef>
          <a:fillRef idx="0">
            <a:scrgbClr r="0" g="0" b="0"/>
          </a:fillRef>
          <a:effectRef idx="0">
            <a:scrgbClr r="0" g="0" b="0"/>
          </a:effectRef>
          <a:fontRef idx="minor">
            <a:schemeClr val="lt1"/>
          </a:fontRef>
        </p:style>
        <p:txBody>
          <a:bodyPr lIns="72000" tIns="72000" rIns="72000" bIns="72000" rtlCol="0" anchor="ctr" anchorCtr="0"/>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800" b="0" i="0" u="none" strike="noStrike" kern="1200" cap="none" spc="0" normalizeH="0" baseline="0" noProof="0">
                <a:ln>
                  <a:noFill/>
                </a:ln>
                <a:solidFill>
                  <a:srgbClr val="000000"/>
                </a:solidFill>
                <a:effectLst/>
                <a:uLnTx/>
                <a:uFillTx/>
                <a:latin typeface="Arial"/>
                <a:ea typeface="+mn-ea"/>
                <a:cs typeface="+mn-cs"/>
              </a:rPr>
              <a:t>Create </a:t>
            </a:r>
            <a:r>
              <a:rPr kumimoji="0" lang="en-US" sz="800" b="0" i="0" u="none" strike="noStrike" kern="1200" cap="none" spc="0" normalizeH="0" baseline="0" noProof="0">
                <a:ln>
                  <a:noFill/>
                </a:ln>
                <a:solidFill>
                  <a:srgbClr val="000000"/>
                </a:solidFill>
                <a:effectLst/>
                <a:uLnTx/>
                <a:uFillTx/>
                <a:latin typeface="Arial"/>
                <a:ea typeface="+mn-ea"/>
                <a:cs typeface="+mn-cs"/>
              </a:rPr>
              <a:t>PR in SAP S/4HANA &amp; Review the PR details in BTP</a:t>
            </a:r>
          </a:p>
        </p:txBody>
      </p:sp>
      <p:sp>
        <p:nvSpPr>
          <p:cNvPr id="108" name="Rectangle: Rounded Corners 107">
            <a:extLst>
              <a:ext uri="{FF2B5EF4-FFF2-40B4-BE49-F238E27FC236}">
                <a16:creationId xmlns:a16="http://schemas.microsoft.com/office/drawing/2014/main" id="{6189A1A3-468D-8B60-D77A-01133AA7A165}"/>
              </a:ext>
            </a:extLst>
          </p:cNvPr>
          <p:cNvSpPr/>
          <p:nvPr/>
        </p:nvSpPr>
        <p:spPr>
          <a:xfrm rot="16200000">
            <a:off x="162099" y="2610965"/>
            <a:ext cx="900000" cy="468000"/>
          </a:xfrm>
          <a:prstGeom prst="roundRect">
            <a:avLst/>
          </a:prstGeom>
          <a:solidFill>
            <a:srgbClr val="00BEDC"/>
          </a:solidFill>
          <a:ln>
            <a:noFill/>
          </a:ln>
        </p:spPr>
        <p:style>
          <a:lnRef idx="0">
            <a:scrgbClr r="0" g="0" b="0"/>
          </a:lnRef>
          <a:fillRef idx="0">
            <a:scrgbClr r="0" g="0" b="0"/>
          </a:fillRef>
          <a:effectRef idx="0">
            <a:scrgbClr r="0" g="0" b="0"/>
          </a:effectRef>
          <a:fontRef idx="minor">
            <a:schemeClr val="lt1"/>
          </a:fontRef>
        </p:style>
        <p:txBody>
          <a:bodyPr lIns="72000" tIns="72000" rIns="72000" bIns="72000" rtlCol="0" anchor="ctr" anchorCtr="0"/>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prstClr val="white"/>
                </a:solidFill>
                <a:effectLst/>
                <a:uLnTx/>
                <a:uFillTx/>
                <a:latin typeface="Arial"/>
                <a:ea typeface="+mn-ea"/>
                <a:cs typeface="+mn-cs"/>
              </a:rPr>
              <a:t>Buyer</a:t>
            </a:r>
          </a:p>
        </p:txBody>
      </p:sp>
      <p:sp>
        <p:nvSpPr>
          <p:cNvPr id="109" name="Rectangle: Rounded Corners 108">
            <a:extLst>
              <a:ext uri="{FF2B5EF4-FFF2-40B4-BE49-F238E27FC236}">
                <a16:creationId xmlns:a16="http://schemas.microsoft.com/office/drawing/2014/main" id="{4CF7A3DE-6205-0509-F941-082A517B6856}"/>
              </a:ext>
            </a:extLst>
          </p:cNvPr>
          <p:cNvSpPr/>
          <p:nvPr/>
        </p:nvSpPr>
        <p:spPr>
          <a:xfrm>
            <a:off x="943515" y="2394964"/>
            <a:ext cx="8280000" cy="893445"/>
          </a:xfrm>
          <a:prstGeom prst="roundRect">
            <a:avLst/>
          </a:prstGeom>
          <a:noFill/>
          <a:ln w="3175">
            <a:solidFill>
              <a:schemeClr val="accent3">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110" name="Flowchart: Alternate Process 109">
            <a:extLst>
              <a:ext uri="{FF2B5EF4-FFF2-40B4-BE49-F238E27FC236}">
                <a16:creationId xmlns:a16="http://schemas.microsoft.com/office/drawing/2014/main" id="{36D78C97-6369-D60E-6488-28B7D0DB2C5D}"/>
              </a:ext>
            </a:extLst>
          </p:cNvPr>
          <p:cNvSpPr/>
          <p:nvPr/>
        </p:nvSpPr>
        <p:spPr>
          <a:xfrm>
            <a:off x="1088892" y="2592997"/>
            <a:ext cx="1296000" cy="504000"/>
          </a:xfrm>
          <a:prstGeom prst="flowChartAlternateProcess">
            <a:avLst/>
          </a:prstGeom>
          <a:solidFill>
            <a:srgbClr val="00BEDC"/>
          </a:solidFill>
          <a:ln>
            <a:noFill/>
          </a:ln>
        </p:spPr>
        <p:style>
          <a:lnRef idx="0">
            <a:scrgbClr r="0" g="0" b="0"/>
          </a:lnRef>
          <a:fillRef idx="0">
            <a:scrgbClr r="0" g="0" b="0"/>
          </a:fillRef>
          <a:effectRef idx="0">
            <a:scrgbClr r="0" g="0" b="0"/>
          </a:effectRef>
          <a:fontRef idx="minor">
            <a:schemeClr val="lt1"/>
          </a:fontRef>
        </p:style>
        <p:txBody>
          <a:bodyPr lIns="72000" tIns="72000" rIns="72000" bIns="72000" rtlCol="0" anchor="ctr" anchorCtr="0"/>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Arial"/>
                <a:ea typeface="+mn-ea"/>
                <a:cs typeface="+mn-cs"/>
              </a:rPr>
              <a:t>Assign PR to individual  Purchaser</a:t>
            </a:r>
          </a:p>
        </p:txBody>
      </p:sp>
      <p:sp>
        <p:nvSpPr>
          <p:cNvPr id="111" name="Rectangle: Rounded Corners 110">
            <a:extLst>
              <a:ext uri="{FF2B5EF4-FFF2-40B4-BE49-F238E27FC236}">
                <a16:creationId xmlns:a16="http://schemas.microsoft.com/office/drawing/2014/main" id="{8A1D4C84-D26E-EE25-9F0B-33ACF8AB5FF6}"/>
              </a:ext>
            </a:extLst>
          </p:cNvPr>
          <p:cNvSpPr/>
          <p:nvPr/>
        </p:nvSpPr>
        <p:spPr>
          <a:xfrm rot="16200000">
            <a:off x="168293" y="3584282"/>
            <a:ext cx="887612" cy="468000"/>
          </a:xfrm>
          <a:prstGeom prst="roundRect">
            <a:avLst/>
          </a:prstGeom>
          <a:solidFill>
            <a:srgbClr val="00BEDC"/>
          </a:solidFill>
          <a:ln>
            <a:noFill/>
          </a:ln>
        </p:spPr>
        <p:style>
          <a:lnRef idx="0">
            <a:scrgbClr r="0" g="0" b="0"/>
          </a:lnRef>
          <a:fillRef idx="0">
            <a:scrgbClr r="0" g="0" b="0"/>
          </a:fillRef>
          <a:effectRef idx="0">
            <a:scrgbClr r="0" g="0" b="0"/>
          </a:effectRef>
          <a:fontRef idx="minor">
            <a:schemeClr val="lt1"/>
          </a:fontRef>
        </p:style>
        <p:txBody>
          <a:bodyPr lIns="72000" tIns="72000" rIns="72000" bIns="72000" rtlCol="0" anchor="ctr" anchorCtr="0"/>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prstClr val="white"/>
                </a:solidFill>
                <a:effectLst/>
                <a:uLnTx/>
                <a:uFillTx/>
                <a:latin typeface="Arial"/>
                <a:ea typeface="+mn-ea"/>
                <a:cs typeface="+mn-cs"/>
              </a:rPr>
              <a:t>Procurement Expert</a:t>
            </a:r>
          </a:p>
        </p:txBody>
      </p:sp>
      <p:sp>
        <p:nvSpPr>
          <p:cNvPr id="112" name="Rectangle: Rounded Corners 111">
            <a:extLst>
              <a:ext uri="{FF2B5EF4-FFF2-40B4-BE49-F238E27FC236}">
                <a16:creationId xmlns:a16="http://schemas.microsoft.com/office/drawing/2014/main" id="{D40DD6F9-FE8D-5986-3A0E-FB21FFFD0DB6}"/>
              </a:ext>
            </a:extLst>
          </p:cNvPr>
          <p:cNvSpPr/>
          <p:nvPr/>
        </p:nvSpPr>
        <p:spPr>
          <a:xfrm>
            <a:off x="943515" y="3374475"/>
            <a:ext cx="8280000" cy="884087"/>
          </a:xfrm>
          <a:prstGeom prst="roundRect">
            <a:avLst/>
          </a:prstGeom>
          <a:noFill/>
          <a:ln w="3175">
            <a:solidFill>
              <a:schemeClr val="accent3">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113" name="Rectangle: Rounded Corners 112">
            <a:extLst>
              <a:ext uri="{FF2B5EF4-FFF2-40B4-BE49-F238E27FC236}">
                <a16:creationId xmlns:a16="http://schemas.microsoft.com/office/drawing/2014/main" id="{B6225213-C3D8-4356-D18F-AD852497D8C2}"/>
              </a:ext>
            </a:extLst>
          </p:cNvPr>
          <p:cNvSpPr/>
          <p:nvPr/>
        </p:nvSpPr>
        <p:spPr>
          <a:xfrm rot="16200000">
            <a:off x="208092" y="5618911"/>
            <a:ext cx="808015" cy="468000"/>
          </a:xfrm>
          <a:prstGeom prst="roundRect">
            <a:avLst/>
          </a:prstGeom>
          <a:solidFill>
            <a:srgbClr val="00BEDC"/>
          </a:solidFill>
          <a:ln>
            <a:noFill/>
          </a:ln>
        </p:spPr>
        <p:style>
          <a:lnRef idx="0">
            <a:scrgbClr r="0" g="0" b="0"/>
          </a:lnRef>
          <a:fillRef idx="0">
            <a:scrgbClr r="0" g="0" b="0"/>
          </a:fillRef>
          <a:effectRef idx="0">
            <a:scrgbClr r="0" g="0" b="0"/>
          </a:effectRef>
          <a:fontRef idx="minor">
            <a:schemeClr val="lt1"/>
          </a:fontRef>
        </p:style>
        <p:txBody>
          <a:bodyPr lIns="72000" tIns="72000" rIns="72000" bIns="72000" rtlCol="0" anchor="ctr" anchorCtr="0"/>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prstClr val="white"/>
                </a:solidFill>
                <a:effectLst/>
                <a:uLnTx/>
                <a:uFillTx/>
                <a:latin typeface="Arial"/>
                <a:ea typeface="+mn-ea"/>
                <a:cs typeface="+mn-cs"/>
              </a:rPr>
              <a:t>Approver</a:t>
            </a:r>
          </a:p>
        </p:txBody>
      </p:sp>
      <p:sp>
        <p:nvSpPr>
          <p:cNvPr id="114" name="Rectangle: Rounded Corners 113">
            <a:extLst>
              <a:ext uri="{FF2B5EF4-FFF2-40B4-BE49-F238E27FC236}">
                <a16:creationId xmlns:a16="http://schemas.microsoft.com/office/drawing/2014/main" id="{20D27D01-F691-BA2B-4B8A-8E6D034B9DA1}"/>
              </a:ext>
            </a:extLst>
          </p:cNvPr>
          <p:cNvSpPr/>
          <p:nvPr/>
        </p:nvSpPr>
        <p:spPr>
          <a:xfrm>
            <a:off x="943515" y="5446956"/>
            <a:ext cx="8280000" cy="809964"/>
          </a:xfrm>
          <a:prstGeom prst="roundRect">
            <a:avLst/>
          </a:prstGeom>
          <a:noFill/>
          <a:ln w="3175">
            <a:solidFill>
              <a:schemeClr val="accent3">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115" name="TextBox 114">
            <a:extLst>
              <a:ext uri="{FF2B5EF4-FFF2-40B4-BE49-F238E27FC236}">
                <a16:creationId xmlns:a16="http://schemas.microsoft.com/office/drawing/2014/main" id="{0619BAA1-7FBA-D849-0538-BABB61F392CB}"/>
              </a:ext>
            </a:extLst>
          </p:cNvPr>
          <p:cNvSpPr txBox="1"/>
          <p:nvPr/>
        </p:nvSpPr>
        <p:spPr>
          <a:xfrm>
            <a:off x="9077463" y="5470060"/>
            <a:ext cx="1321158" cy="246221"/>
          </a:xfrm>
          <a:prstGeom prst="rect">
            <a:avLst/>
          </a:prstGeom>
          <a:noFill/>
          <a:ln w="19050">
            <a:noFill/>
          </a:ln>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Arial"/>
                <a:ea typeface="+mn-ea"/>
                <a:cs typeface="+mn-cs"/>
              </a:rPr>
              <a:t>Send PO to Supplier via Print/EDI/Email</a:t>
            </a:r>
            <a:endParaRPr kumimoji="0" lang="en-DE" sz="800" b="0" i="0" u="none" strike="noStrike" kern="1200" cap="none" spc="0" normalizeH="0" baseline="0" noProof="0">
              <a:ln>
                <a:noFill/>
              </a:ln>
              <a:solidFill>
                <a:srgbClr val="000000"/>
              </a:solidFill>
              <a:effectLst/>
              <a:uLnTx/>
              <a:uFillTx/>
              <a:latin typeface="Arial"/>
              <a:ea typeface="+mn-ea"/>
              <a:cs typeface="+mn-cs"/>
            </a:endParaRPr>
          </a:p>
        </p:txBody>
      </p:sp>
      <p:cxnSp>
        <p:nvCxnSpPr>
          <p:cNvPr id="116" name="Straight Arrow Connector 115">
            <a:extLst>
              <a:ext uri="{FF2B5EF4-FFF2-40B4-BE49-F238E27FC236}">
                <a16:creationId xmlns:a16="http://schemas.microsoft.com/office/drawing/2014/main" id="{5F78914C-EBEB-CEBF-5C15-4040990698F9}"/>
              </a:ext>
            </a:extLst>
          </p:cNvPr>
          <p:cNvCxnSpPr>
            <a:cxnSpLocks/>
            <a:stCxn id="98" idx="3"/>
            <a:endCxn id="133" idx="1"/>
          </p:cNvCxnSpPr>
          <p:nvPr/>
        </p:nvCxnSpPr>
        <p:spPr>
          <a:xfrm flipV="1">
            <a:off x="4966857" y="4845139"/>
            <a:ext cx="315793" cy="909"/>
          </a:xfrm>
          <a:prstGeom prst="straightConnector1">
            <a:avLst/>
          </a:prstGeom>
          <a:ln w="19050">
            <a:solidFill>
              <a:schemeClr val="tx1"/>
            </a:solidFill>
            <a:headEnd w="lg" len="lg"/>
            <a:tailEnd type="triangle"/>
          </a:ln>
        </p:spPr>
        <p:style>
          <a:lnRef idx="1">
            <a:schemeClr val="accent1"/>
          </a:lnRef>
          <a:fillRef idx="0">
            <a:schemeClr val="accent1"/>
          </a:fillRef>
          <a:effectRef idx="0">
            <a:schemeClr val="accent1"/>
          </a:effectRef>
          <a:fontRef idx="minor">
            <a:schemeClr val="tx1"/>
          </a:fontRef>
        </p:style>
      </p:cxnSp>
      <p:sp>
        <p:nvSpPr>
          <p:cNvPr id="117" name="TextBox 116">
            <a:extLst>
              <a:ext uri="{FF2B5EF4-FFF2-40B4-BE49-F238E27FC236}">
                <a16:creationId xmlns:a16="http://schemas.microsoft.com/office/drawing/2014/main" id="{0F2033DD-0D66-F531-E568-BE5B6A7B216F}"/>
              </a:ext>
            </a:extLst>
          </p:cNvPr>
          <p:cNvSpPr txBox="1"/>
          <p:nvPr>
            <p:custDataLst>
              <p:tags r:id="rId5"/>
            </p:custDataLst>
          </p:nvPr>
        </p:nvSpPr>
        <p:spPr>
          <a:xfrm>
            <a:off x="6871892" y="4463634"/>
            <a:ext cx="300955" cy="123111"/>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a:ln>
                  <a:noFill/>
                </a:ln>
                <a:solidFill>
                  <a:srgbClr val="000000"/>
                </a:solidFill>
                <a:effectLst/>
                <a:uLnTx/>
                <a:uFillTx/>
                <a:latin typeface="Arial"/>
                <a:ea typeface="+mn-ea"/>
                <a:cs typeface="+mn-cs"/>
              </a:rPr>
              <a:t>Yes</a:t>
            </a:r>
          </a:p>
        </p:txBody>
      </p:sp>
      <p:sp>
        <p:nvSpPr>
          <p:cNvPr id="118" name="TextBox 117">
            <a:extLst>
              <a:ext uri="{FF2B5EF4-FFF2-40B4-BE49-F238E27FC236}">
                <a16:creationId xmlns:a16="http://schemas.microsoft.com/office/drawing/2014/main" id="{BEF64A2C-46EF-1053-A664-F0A9D9AABBC4}"/>
              </a:ext>
            </a:extLst>
          </p:cNvPr>
          <p:cNvSpPr txBox="1"/>
          <p:nvPr>
            <p:custDataLst>
              <p:tags r:id="rId6"/>
            </p:custDataLst>
          </p:nvPr>
        </p:nvSpPr>
        <p:spPr>
          <a:xfrm flipH="1">
            <a:off x="7631077" y="4643343"/>
            <a:ext cx="251200" cy="123111"/>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a:ln>
                  <a:noFill/>
                </a:ln>
                <a:solidFill>
                  <a:srgbClr val="000000"/>
                </a:solidFill>
                <a:effectLst/>
                <a:uLnTx/>
                <a:uFillTx/>
                <a:latin typeface="Arial"/>
                <a:ea typeface="+mn-ea"/>
                <a:cs typeface="+mn-cs"/>
              </a:rPr>
              <a:t>No</a:t>
            </a:r>
          </a:p>
        </p:txBody>
      </p:sp>
      <p:sp>
        <p:nvSpPr>
          <p:cNvPr id="119" name="TextBox 118">
            <a:extLst>
              <a:ext uri="{FF2B5EF4-FFF2-40B4-BE49-F238E27FC236}">
                <a16:creationId xmlns:a16="http://schemas.microsoft.com/office/drawing/2014/main" id="{601DE44F-9291-89B8-E08E-3369708048F1}"/>
              </a:ext>
            </a:extLst>
          </p:cNvPr>
          <p:cNvSpPr txBox="1"/>
          <p:nvPr/>
        </p:nvSpPr>
        <p:spPr>
          <a:xfrm flipH="1">
            <a:off x="9148700" y="5952265"/>
            <a:ext cx="1194003" cy="123111"/>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Arial"/>
                <a:ea typeface="+mn-ea"/>
                <a:cs typeface="+mn-cs"/>
              </a:rPr>
              <a:t>PO response</a:t>
            </a:r>
            <a:endParaRPr kumimoji="0" lang="en-DE" sz="800" b="0" i="0" u="none" strike="noStrike" kern="1200" cap="none" spc="0" normalizeH="0" baseline="0" noProof="0">
              <a:ln>
                <a:noFill/>
              </a:ln>
              <a:solidFill>
                <a:srgbClr val="000000"/>
              </a:solidFill>
              <a:effectLst/>
              <a:uLnTx/>
              <a:uFillTx/>
              <a:latin typeface="Arial"/>
              <a:ea typeface="+mn-ea"/>
              <a:cs typeface="+mn-cs"/>
            </a:endParaRPr>
          </a:p>
        </p:txBody>
      </p:sp>
      <p:sp>
        <p:nvSpPr>
          <p:cNvPr id="120" name="Flowchart: Decision 119">
            <a:extLst>
              <a:ext uri="{FF2B5EF4-FFF2-40B4-BE49-F238E27FC236}">
                <a16:creationId xmlns:a16="http://schemas.microsoft.com/office/drawing/2014/main" id="{F267A7F4-ACE9-9284-CFBB-6C48E1AD766E}"/>
              </a:ext>
            </a:extLst>
          </p:cNvPr>
          <p:cNvSpPr/>
          <p:nvPr/>
        </p:nvSpPr>
        <p:spPr>
          <a:xfrm>
            <a:off x="1142891" y="4592005"/>
            <a:ext cx="1188000" cy="504000"/>
          </a:xfrm>
          <a:prstGeom prst="flowChartDecision">
            <a:avLst/>
          </a:prstGeom>
          <a:solidFill>
            <a:srgbClr val="00BEDC"/>
          </a:solidFill>
          <a:ln>
            <a:noFill/>
          </a:ln>
        </p:spPr>
        <p:style>
          <a:lnRef idx="0">
            <a:scrgbClr r="0" g="0" b="0"/>
          </a:lnRef>
          <a:fillRef idx="0">
            <a:scrgbClr r="0" g="0" b="0"/>
          </a:fillRef>
          <a:effectRef idx="0">
            <a:scrgbClr r="0" g="0" b="0"/>
          </a:effectRef>
          <a:fontRef idx="minor">
            <a:schemeClr val="lt1"/>
          </a:fontRef>
        </p:style>
        <p:txBody>
          <a:bodyPr lIns="72000" tIns="72000" rIns="72000" bIns="72000" rtlCol="0" anchor="ctr" anchorCtr="0"/>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Arial"/>
                <a:ea typeface="+mn-ea"/>
                <a:cs typeface="+mn-cs"/>
              </a:rPr>
              <a:t>Is PR complete?</a:t>
            </a:r>
          </a:p>
        </p:txBody>
      </p:sp>
      <p:cxnSp>
        <p:nvCxnSpPr>
          <p:cNvPr id="121" name="Straight Arrow Connector 120">
            <a:extLst>
              <a:ext uri="{FF2B5EF4-FFF2-40B4-BE49-F238E27FC236}">
                <a16:creationId xmlns:a16="http://schemas.microsoft.com/office/drawing/2014/main" id="{48574804-5770-F902-7AE2-2DC0CD4D706C}"/>
              </a:ext>
            </a:extLst>
          </p:cNvPr>
          <p:cNvCxnSpPr>
            <a:cxnSpLocks/>
            <a:stCxn id="120" idx="3"/>
            <a:endCxn id="97" idx="1"/>
          </p:cNvCxnSpPr>
          <p:nvPr/>
        </p:nvCxnSpPr>
        <p:spPr>
          <a:xfrm>
            <a:off x="2330892" y="4844005"/>
            <a:ext cx="304171" cy="2043"/>
          </a:xfrm>
          <a:prstGeom prst="straightConnector1">
            <a:avLst/>
          </a:prstGeom>
          <a:ln w="19050">
            <a:solidFill>
              <a:schemeClr val="tx1"/>
            </a:solidFill>
            <a:headEnd w="lg" len="lg"/>
            <a:tailEnd type="triangle"/>
          </a:ln>
        </p:spPr>
        <p:style>
          <a:lnRef idx="2">
            <a:schemeClr val="accent2"/>
          </a:lnRef>
          <a:fillRef idx="0">
            <a:schemeClr val="accent2"/>
          </a:fillRef>
          <a:effectRef idx="1">
            <a:schemeClr val="accent2"/>
          </a:effectRef>
          <a:fontRef idx="minor">
            <a:schemeClr val="tx1"/>
          </a:fontRef>
        </p:style>
      </p:cxnSp>
      <p:cxnSp>
        <p:nvCxnSpPr>
          <p:cNvPr id="122" name="Straight Arrow Connector 121">
            <a:extLst>
              <a:ext uri="{FF2B5EF4-FFF2-40B4-BE49-F238E27FC236}">
                <a16:creationId xmlns:a16="http://schemas.microsoft.com/office/drawing/2014/main" id="{8C1676EE-3D79-BA35-194D-5B401BDF6E03}"/>
              </a:ext>
            </a:extLst>
          </p:cNvPr>
          <p:cNvCxnSpPr>
            <a:cxnSpLocks/>
            <a:stCxn id="133" idx="3"/>
            <a:endCxn id="96" idx="1"/>
          </p:cNvCxnSpPr>
          <p:nvPr/>
        </p:nvCxnSpPr>
        <p:spPr>
          <a:xfrm>
            <a:off x="6290650" y="4845139"/>
            <a:ext cx="278830" cy="909"/>
          </a:xfrm>
          <a:prstGeom prst="straightConnector1">
            <a:avLst/>
          </a:prstGeom>
          <a:ln w="19050">
            <a:solidFill>
              <a:schemeClr val="tx1"/>
            </a:solidFill>
            <a:headEnd w="lg" len="lg"/>
            <a:tailEnd type="triangle"/>
          </a:ln>
        </p:spPr>
        <p:style>
          <a:lnRef idx="1">
            <a:schemeClr val="accent1"/>
          </a:lnRef>
          <a:fillRef idx="0">
            <a:schemeClr val="accent1"/>
          </a:fillRef>
          <a:effectRef idx="0">
            <a:schemeClr val="accent1"/>
          </a:effectRef>
          <a:fontRef idx="minor">
            <a:schemeClr val="tx1"/>
          </a:fontRef>
        </p:style>
      </p:cxnSp>
      <p:cxnSp>
        <p:nvCxnSpPr>
          <p:cNvPr id="123" name="Straight Arrow Connector 122">
            <a:extLst>
              <a:ext uri="{FF2B5EF4-FFF2-40B4-BE49-F238E27FC236}">
                <a16:creationId xmlns:a16="http://schemas.microsoft.com/office/drawing/2014/main" id="{C0BC9A9C-38B5-1A13-EAAF-56FD85BA3500}"/>
              </a:ext>
            </a:extLst>
          </p:cNvPr>
          <p:cNvCxnSpPr>
            <a:stCxn id="107" idx="2"/>
            <a:endCxn id="110" idx="0"/>
          </p:cNvCxnSpPr>
          <p:nvPr/>
        </p:nvCxnSpPr>
        <p:spPr>
          <a:xfrm>
            <a:off x="1736892" y="2113182"/>
            <a:ext cx="0" cy="479815"/>
          </a:xfrm>
          <a:prstGeom prst="straightConnector1">
            <a:avLst/>
          </a:prstGeom>
          <a:ln w="19050">
            <a:solidFill>
              <a:schemeClr val="tx1"/>
            </a:solidFill>
            <a:headEnd w="lg" len="lg"/>
            <a:tailEnd type="triangle"/>
          </a:ln>
        </p:spPr>
        <p:style>
          <a:lnRef idx="3">
            <a:schemeClr val="accent2"/>
          </a:lnRef>
          <a:fillRef idx="0">
            <a:schemeClr val="accent2"/>
          </a:fillRef>
          <a:effectRef idx="2">
            <a:schemeClr val="accent2"/>
          </a:effectRef>
          <a:fontRef idx="minor">
            <a:schemeClr val="tx1"/>
          </a:fontRef>
        </p:style>
      </p:cxnSp>
      <p:cxnSp>
        <p:nvCxnSpPr>
          <p:cNvPr id="124" name="Connector: Elbow 123">
            <a:extLst>
              <a:ext uri="{FF2B5EF4-FFF2-40B4-BE49-F238E27FC236}">
                <a16:creationId xmlns:a16="http://schemas.microsoft.com/office/drawing/2014/main" id="{61128176-8DA5-07F8-6075-F06BF1085DC7}"/>
              </a:ext>
            </a:extLst>
          </p:cNvPr>
          <p:cNvCxnSpPr>
            <a:cxnSpLocks/>
            <a:stCxn id="96" idx="0"/>
            <a:endCxn id="134" idx="1"/>
          </p:cNvCxnSpPr>
          <p:nvPr/>
        </p:nvCxnSpPr>
        <p:spPr>
          <a:xfrm rot="5400000" flipH="1" flipV="1">
            <a:off x="7138441" y="3835167"/>
            <a:ext cx="783921" cy="733842"/>
          </a:xfrm>
          <a:prstGeom prst="bentConnector2">
            <a:avLst/>
          </a:prstGeom>
          <a:ln w="19050">
            <a:solidFill>
              <a:schemeClr val="tx1"/>
            </a:solidFill>
            <a:headEnd w="lg" len="lg"/>
            <a:tailEnd type="triangle"/>
          </a:ln>
        </p:spPr>
        <p:style>
          <a:lnRef idx="1">
            <a:schemeClr val="accent1"/>
          </a:lnRef>
          <a:fillRef idx="0">
            <a:schemeClr val="accent1"/>
          </a:fillRef>
          <a:effectRef idx="0">
            <a:schemeClr val="accent1"/>
          </a:effectRef>
          <a:fontRef idx="minor">
            <a:schemeClr val="tx1"/>
          </a:fontRef>
        </p:style>
      </p:cxnSp>
      <p:cxnSp>
        <p:nvCxnSpPr>
          <p:cNvPr id="125" name="Connector: Elbow 124">
            <a:extLst>
              <a:ext uri="{FF2B5EF4-FFF2-40B4-BE49-F238E27FC236}">
                <a16:creationId xmlns:a16="http://schemas.microsoft.com/office/drawing/2014/main" id="{110E6607-3090-19BD-39AF-6FF4F58A01EA}"/>
              </a:ext>
            </a:extLst>
          </p:cNvPr>
          <p:cNvCxnSpPr>
            <a:cxnSpLocks/>
            <a:stCxn id="96" idx="3"/>
            <a:endCxn id="135" idx="0"/>
          </p:cNvCxnSpPr>
          <p:nvPr/>
        </p:nvCxnSpPr>
        <p:spPr>
          <a:xfrm>
            <a:off x="7757480" y="4846048"/>
            <a:ext cx="647048" cy="747123"/>
          </a:xfrm>
          <a:prstGeom prst="bentConnector2">
            <a:avLst/>
          </a:prstGeom>
          <a:ln w="19050">
            <a:solidFill>
              <a:schemeClr val="tx1"/>
            </a:solidFill>
            <a:headEnd w="lg" len="lg"/>
            <a:tailEnd type="triangle"/>
          </a:ln>
        </p:spPr>
        <p:style>
          <a:lnRef idx="2">
            <a:schemeClr val="accent2"/>
          </a:lnRef>
          <a:fillRef idx="0">
            <a:schemeClr val="accent2"/>
          </a:fillRef>
          <a:effectRef idx="1">
            <a:schemeClr val="accent2"/>
          </a:effectRef>
          <a:fontRef idx="minor">
            <a:schemeClr val="tx1"/>
          </a:fontRef>
        </p:style>
      </p:cxnSp>
      <p:cxnSp>
        <p:nvCxnSpPr>
          <p:cNvPr id="126" name="Straight Arrow Connector 125">
            <a:extLst>
              <a:ext uri="{FF2B5EF4-FFF2-40B4-BE49-F238E27FC236}">
                <a16:creationId xmlns:a16="http://schemas.microsoft.com/office/drawing/2014/main" id="{38A4034A-5F80-2715-26FA-30478AC1D0D8}"/>
              </a:ext>
            </a:extLst>
          </p:cNvPr>
          <p:cNvCxnSpPr>
            <a:cxnSpLocks/>
          </p:cNvCxnSpPr>
          <p:nvPr/>
        </p:nvCxnSpPr>
        <p:spPr>
          <a:xfrm>
            <a:off x="8584312" y="4062127"/>
            <a:ext cx="0" cy="1466525"/>
          </a:xfrm>
          <a:prstGeom prst="straightConnector1">
            <a:avLst/>
          </a:prstGeom>
          <a:ln w="19050">
            <a:solidFill>
              <a:schemeClr val="tx1"/>
            </a:solidFill>
            <a:headEnd w="lg" len="lg"/>
            <a:tailEnd type="triangle"/>
          </a:ln>
        </p:spPr>
        <p:style>
          <a:lnRef idx="1">
            <a:schemeClr val="accent1"/>
          </a:lnRef>
          <a:fillRef idx="0">
            <a:schemeClr val="accent1"/>
          </a:fillRef>
          <a:effectRef idx="0">
            <a:schemeClr val="accent1"/>
          </a:effectRef>
          <a:fontRef idx="minor">
            <a:schemeClr val="tx1"/>
          </a:fontRef>
        </p:style>
      </p:cxnSp>
      <p:cxnSp>
        <p:nvCxnSpPr>
          <p:cNvPr id="127" name="Straight Arrow Connector 126">
            <a:extLst>
              <a:ext uri="{FF2B5EF4-FFF2-40B4-BE49-F238E27FC236}">
                <a16:creationId xmlns:a16="http://schemas.microsoft.com/office/drawing/2014/main" id="{A324E65E-CF4B-091C-5408-06CB10F2B65B}"/>
              </a:ext>
            </a:extLst>
          </p:cNvPr>
          <p:cNvCxnSpPr>
            <a:cxnSpLocks/>
          </p:cNvCxnSpPr>
          <p:nvPr/>
        </p:nvCxnSpPr>
        <p:spPr>
          <a:xfrm>
            <a:off x="8946089" y="5764838"/>
            <a:ext cx="1599226" cy="0"/>
          </a:xfrm>
          <a:prstGeom prst="straightConnector1">
            <a:avLst/>
          </a:prstGeom>
          <a:ln w="19050">
            <a:solidFill>
              <a:schemeClr val="tx1"/>
            </a:solidFill>
            <a:headEnd w="lg" len="lg"/>
            <a:tailEnd type="triangle"/>
          </a:ln>
        </p:spPr>
        <p:style>
          <a:lnRef idx="2">
            <a:schemeClr val="accent2"/>
          </a:lnRef>
          <a:fillRef idx="0">
            <a:schemeClr val="accent2"/>
          </a:fillRef>
          <a:effectRef idx="1">
            <a:schemeClr val="accent2"/>
          </a:effectRef>
          <a:fontRef idx="minor">
            <a:schemeClr val="tx1"/>
          </a:fontRef>
        </p:style>
      </p:cxnSp>
      <p:cxnSp>
        <p:nvCxnSpPr>
          <p:cNvPr id="128" name="Straight Arrow Connector 127">
            <a:extLst>
              <a:ext uri="{FF2B5EF4-FFF2-40B4-BE49-F238E27FC236}">
                <a16:creationId xmlns:a16="http://schemas.microsoft.com/office/drawing/2014/main" id="{20D34B0B-7468-4A85-F649-3C72A52279F3}"/>
              </a:ext>
            </a:extLst>
          </p:cNvPr>
          <p:cNvCxnSpPr>
            <a:cxnSpLocks/>
          </p:cNvCxnSpPr>
          <p:nvPr/>
        </p:nvCxnSpPr>
        <p:spPr>
          <a:xfrm flipH="1" flipV="1">
            <a:off x="8938429" y="5899221"/>
            <a:ext cx="1599226" cy="6842"/>
          </a:xfrm>
          <a:prstGeom prst="straightConnector1">
            <a:avLst/>
          </a:prstGeom>
          <a:ln w="19050">
            <a:solidFill>
              <a:schemeClr val="tx1"/>
            </a:solidFill>
            <a:headEnd w="lg" len="lg"/>
            <a:tailEnd type="triangle"/>
          </a:ln>
        </p:spPr>
        <p:style>
          <a:lnRef idx="2">
            <a:schemeClr val="accent2"/>
          </a:lnRef>
          <a:fillRef idx="0">
            <a:schemeClr val="accent2"/>
          </a:fillRef>
          <a:effectRef idx="1">
            <a:schemeClr val="accent2"/>
          </a:effectRef>
          <a:fontRef idx="minor">
            <a:schemeClr val="tx1"/>
          </a:fontRef>
        </p:style>
      </p:cxnSp>
      <p:sp>
        <p:nvSpPr>
          <p:cNvPr id="129" name="Flowchart: Alternate Process 128">
            <a:extLst>
              <a:ext uri="{FF2B5EF4-FFF2-40B4-BE49-F238E27FC236}">
                <a16:creationId xmlns:a16="http://schemas.microsoft.com/office/drawing/2014/main" id="{DAED0B84-7D61-4D77-1661-4EB4ED069383}"/>
              </a:ext>
            </a:extLst>
          </p:cNvPr>
          <p:cNvSpPr/>
          <p:nvPr/>
        </p:nvSpPr>
        <p:spPr>
          <a:xfrm>
            <a:off x="3337089" y="1609182"/>
            <a:ext cx="715354" cy="504000"/>
          </a:xfrm>
          <a:prstGeom prst="flowChartAlternateProcess">
            <a:avLst/>
          </a:prstGeom>
          <a:solidFill>
            <a:srgbClr val="00BEDC"/>
          </a:solidFill>
          <a:ln>
            <a:noFill/>
          </a:ln>
        </p:spPr>
        <p:style>
          <a:lnRef idx="0">
            <a:scrgbClr r="0" g="0" b="0"/>
          </a:lnRef>
          <a:fillRef idx="0">
            <a:scrgbClr r="0" g="0" b="0"/>
          </a:fillRef>
          <a:effectRef idx="0">
            <a:scrgbClr r="0" g="0" b="0"/>
          </a:effectRef>
          <a:fontRef idx="minor">
            <a:schemeClr val="lt1"/>
          </a:fontRef>
        </p:style>
        <p:txBody>
          <a:bodyPr lIns="72000" tIns="72000" rIns="72000" bIns="72000" rtlCol="0" anchor="ctr" anchorCtr="0"/>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err="1">
                <a:ln>
                  <a:noFill/>
                </a:ln>
                <a:solidFill>
                  <a:srgbClr val="000000"/>
                </a:solidFill>
                <a:effectLst/>
                <a:uLnTx/>
                <a:uFillTx/>
                <a:latin typeface="Arial"/>
                <a:ea typeface="+mn-ea"/>
                <a:cs typeface="+mn-cs"/>
              </a:rPr>
              <a:t>myMall</a:t>
            </a:r>
            <a:endParaRPr kumimoji="0" lang="en-US" sz="800" b="0" i="0" u="none" strike="noStrike" kern="1200" cap="none" spc="0" normalizeH="0" baseline="0" noProof="0">
              <a:ln>
                <a:noFill/>
              </a:ln>
              <a:solidFill>
                <a:srgbClr val="000000"/>
              </a:solidFill>
              <a:effectLst/>
              <a:uLnTx/>
              <a:uFillTx/>
              <a:latin typeface="Arial"/>
              <a:ea typeface="+mn-ea"/>
              <a:cs typeface="+mn-cs"/>
            </a:endParaRPr>
          </a:p>
        </p:txBody>
      </p:sp>
      <p:cxnSp>
        <p:nvCxnSpPr>
          <p:cNvPr id="130" name="Straight Arrow Connector 129">
            <a:extLst>
              <a:ext uri="{FF2B5EF4-FFF2-40B4-BE49-F238E27FC236}">
                <a16:creationId xmlns:a16="http://schemas.microsoft.com/office/drawing/2014/main" id="{A34C1B00-F19E-F6FB-F795-DD015CE36A42}"/>
              </a:ext>
            </a:extLst>
          </p:cNvPr>
          <p:cNvCxnSpPr>
            <a:cxnSpLocks/>
            <a:stCxn id="129" idx="1"/>
            <a:endCxn id="107" idx="3"/>
          </p:cNvCxnSpPr>
          <p:nvPr/>
        </p:nvCxnSpPr>
        <p:spPr>
          <a:xfrm flipH="1">
            <a:off x="2384892" y="1861182"/>
            <a:ext cx="952197" cy="0"/>
          </a:xfrm>
          <a:prstGeom prst="straightConnector1">
            <a:avLst/>
          </a:prstGeom>
          <a:ln w="19050">
            <a:solidFill>
              <a:schemeClr val="tx1"/>
            </a:solidFill>
            <a:headEnd w="lg" len="lg"/>
            <a:tailEnd type="triangle"/>
          </a:ln>
        </p:spPr>
        <p:style>
          <a:lnRef idx="3">
            <a:schemeClr val="accent2"/>
          </a:lnRef>
          <a:fillRef idx="0">
            <a:schemeClr val="accent2"/>
          </a:fillRef>
          <a:effectRef idx="2">
            <a:schemeClr val="accent2"/>
          </a:effectRef>
          <a:fontRef idx="minor">
            <a:schemeClr val="tx1"/>
          </a:fontRef>
        </p:style>
      </p:cxnSp>
      <p:cxnSp>
        <p:nvCxnSpPr>
          <p:cNvPr id="131" name="Straight Arrow Connector 130">
            <a:extLst>
              <a:ext uri="{FF2B5EF4-FFF2-40B4-BE49-F238E27FC236}">
                <a16:creationId xmlns:a16="http://schemas.microsoft.com/office/drawing/2014/main" id="{305C27FC-AC80-0FF1-F8D6-C8B4A64018F5}"/>
              </a:ext>
            </a:extLst>
          </p:cNvPr>
          <p:cNvCxnSpPr>
            <a:cxnSpLocks/>
            <a:stCxn id="94" idx="2"/>
            <a:endCxn id="107" idx="0"/>
          </p:cNvCxnSpPr>
          <p:nvPr/>
        </p:nvCxnSpPr>
        <p:spPr>
          <a:xfrm>
            <a:off x="1736891" y="1213079"/>
            <a:ext cx="1" cy="396103"/>
          </a:xfrm>
          <a:prstGeom prst="straightConnector1">
            <a:avLst/>
          </a:prstGeom>
          <a:ln w="19050">
            <a:solidFill>
              <a:schemeClr val="tx1"/>
            </a:solidFill>
            <a:headEnd w="lg" len="lg"/>
            <a:tailEnd type="triangle"/>
          </a:ln>
        </p:spPr>
        <p:style>
          <a:lnRef idx="3">
            <a:schemeClr val="accent2"/>
          </a:lnRef>
          <a:fillRef idx="0">
            <a:schemeClr val="accent2"/>
          </a:fillRef>
          <a:effectRef idx="2">
            <a:schemeClr val="accent2"/>
          </a:effectRef>
          <a:fontRef idx="minor">
            <a:schemeClr val="tx1"/>
          </a:fontRef>
        </p:style>
      </p:cxnSp>
      <p:sp>
        <p:nvSpPr>
          <p:cNvPr id="132" name="TextBox 131">
            <a:extLst>
              <a:ext uri="{FF2B5EF4-FFF2-40B4-BE49-F238E27FC236}">
                <a16:creationId xmlns:a16="http://schemas.microsoft.com/office/drawing/2014/main" id="{23638676-D85B-5F87-AF96-047AB67904FD}"/>
              </a:ext>
            </a:extLst>
          </p:cNvPr>
          <p:cNvSpPr txBox="1"/>
          <p:nvPr/>
        </p:nvSpPr>
        <p:spPr>
          <a:xfrm flipH="1">
            <a:off x="2503313" y="1589762"/>
            <a:ext cx="715354" cy="246221"/>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Arial"/>
                <a:ea typeface="+mn-ea"/>
                <a:cs typeface="+mn-cs"/>
              </a:rPr>
              <a:t>Via OCI Punchout only</a:t>
            </a:r>
            <a:endParaRPr kumimoji="0" lang="en-DE" sz="1800" b="0" i="0" u="none" strike="noStrike" kern="1200" cap="none" spc="0" normalizeH="0" baseline="0" noProof="0">
              <a:ln>
                <a:noFill/>
              </a:ln>
              <a:solidFill>
                <a:srgbClr val="000000"/>
              </a:solidFill>
              <a:effectLst/>
              <a:uLnTx/>
              <a:uFillTx/>
              <a:latin typeface="Arial"/>
              <a:ea typeface="+mn-ea"/>
              <a:cs typeface="+mn-cs"/>
            </a:endParaRPr>
          </a:p>
        </p:txBody>
      </p:sp>
      <p:sp>
        <p:nvSpPr>
          <p:cNvPr id="133" name="Flowchart: Alternate Process 132">
            <a:extLst>
              <a:ext uri="{FF2B5EF4-FFF2-40B4-BE49-F238E27FC236}">
                <a16:creationId xmlns:a16="http://schemas.microsoft.com/office/drawing/2014/main" id="{272152C1-50DE-AAE3-B3A0-787C33870978}"/>
              </a:ext>
            </a:extLst>
          </p:cNvPr>
          <p:cNvSpPr/>
          <p:nvPr>
            <p:custDataLst>
              <p:tags r:id="rId7"/>
            </p:custDataLst>
          </p:nvPr>
        </p:nvSpPr>
        <p:spPr>
          <a:xfrm>
            <a:off x="5282650" y="4593139"/>
            <a:ext cx="1008000" cy="504000"/>
          </a:xfrm>
          <a:prstGeom prst="flowChartAlternateProcess">
            <a:avLst/>
          </a:prstGeom>
          <a:solidFill>
            <a:srgbClr val="00BEDC"/>
          </a:solidFill>
          <a:ln>
            <a:noFill/>
          </a:ln>
        </p:spPr>
        <p:style>
          <a:lnRef idx="0">
            <a:scrgbClr r="0" g="0" b="0"/>
          </a:lnRef>
          <a:fillRef idx="0">
            <a:scrgbClr r="0" g="0" b="0"/>
          </a:fillRef>
          <a:effectRef idx="0">
            <a:scrgbClr r="0" g="0" b="0"/>
          </a:effectRef>
          <a:fontRef idx="minor">
            <a:schemeClr val="lt1"/>
          </a:fontRef>
        </p:style>
        <p:txBody>
          <a:bodyPr lIns="72000" tIns="72000" rIns="72000" bIns="72000" rtlCol="0" anchor="ctr" anchorCtr="0"/>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800" b="1" i="0" u="none" strike="noStrike" kern="1200" cap="none" spc="0" normalizeH="0" baseline="0" noProof="0" dirty="0">
              <a:ln>
                <a:noFill/>
              </a:ln>
              <a:solidFill>
                <a:srgbClr val="000000"/>
              </a:solidFill>
              <a:effectLst/>
              <a:uLnTx/>
              <a:uFillTx/>
              <a:latin typeface="Arial"/>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000000"/>
                </a:solidFill>
                <a:effectLst/>
                <a:uLnTx/>
                <a:uFillTx/>
                <a:latin typeface="Arial"/>
                <a:ea typeface="+mn-ea"/>
                <a:cs typeface="+mn-cs"/>
              </a:rPr>
              <a:t>Purchaser reviews the PO</a:t>
            </a: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800" b="0" i="0" u="none" strike="noStrike" kern="1200" cap="none" spc="0" normalizeH="0" baseline="0" noProof="0" dirty="0">
              <a:ln>
                <a:noFill/>
              </a:ln>
              <a:solidFill>
                <a:srgbClr val="000000"/>
              </a:solidFill>
              <a:effectLst/>
              <a:uLnTx/>
              <a:uFillTx/>
              <a:latin typeface="Arial"/>
              <a:ea typeface="+mn-ea"/>
              <a:cs typeface="+mn-cs"/>
            </a:endParaRPr>
          </a:p>
        </p:txBody>
      </p:sp>
      <p:sp>
        <p:nvSpPr>
          <p:cNvPr id="134" name="Flowchart: Alternate Process 133">
            <a:extLst>
              <a:ext uri="{FF2B5EF4-FFF2-40B4-BE49-F238E27FC236}">
                <a16:creationId xmlns:a16="http://schemas.microsoft.com/office/drawing/2014/main" id="{A9AC1744-CEDA-61A2-DE60-C14FF5DC5FC3}"/>
              </a:ext>
            </a:extLst>
          </p:cNvPr>
          <p:cNvSpPr/>
          <p:nvPr>
            <p:custDataLst>
              <p:tags r:id="rId8"/>
            </p:custDataLst>
          </p:nvPr>
        </p:nvSpPr>
        <p:spPr>
          <a:xfrm>
            <a:off x="7897322" y="3558127"/>
            <a:ext cx="1008000" cy="504000"/>
          </a:xfrm>
          <a:prstGeom prst="flowChartAlternateProcess">
            <a:avLst/>
          </a:prstGeom>
          <a:solidFill>
            <a:srgbClr val="00BEDC"/>
          </a:solidFill>
          <a:ln>
            <a:noFill/>
          </a:ln>
        </p:spPr>
        <p:style>
          <a:lnRef idx="0">
            <a:scrgbClr r="0" g="0" b="0"/>
          </a:lnRef>
          <a:fillRef idx="0">
            <a:scrgbClr r="0" g="0" b="0"/>
          </a:fillRef>
          <a:effectRef idx="0">
            <a:scrgbClr r="0" g="0" b="0"/>
          </a:effectRef>
          <a:fontRef idx="minor">
            <a:schemeClr val="lt1"/>
          </a:fontRef>
        </p:style>
        <p:txBody>
          <a:bodyPr lIns="72000" tIns="72000" rIns="72000" bIns="72000" rtlCol="0" anchor="ctr" anchorCtr="0"/>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800" b="1" i="0" u="none" strike="noStrike" kern="1200" cap="none" spc="0" normalizeH="0" baseline="0" noProof="0">
              <a:ln>
                <a:noFill/>
              </a:ln>
              <a:solidFill>
                <a:srgbClr val="000000"/>
              </a:solidFill>
              <a:effectLst/>
              <a:uLnTx/>
              <a:uFillTx/>
              <a:latin typeface="Arial"/>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Arial"/>
                <a:ea typeface="+mn-ea"/>
                <a:cs typeface="+mn-cs"/>
              </a:rPr>
              <a:t>Procurement Expert confirms PO</a:t>
            </a: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800" b="0" i="0" u="none" strike="noStrike" kern="1200" cap="none" spc="0" normalizeH="0" baseline="0" noProof="0">
              <a:ln>
                <a:noFill/>
              </a:ln>
              <a:solidFill>
                <a:srgbClr val="000000"/>
              </a:solidFill>
              <a:effectLst/>
              <a:uLnTx/>
              <a:uFillTx/>
              <a:latin typeface="Arial"/>
              <a:ea typeface="+mn-ea"/>
              <a:cs typeface="+mn-cs"/>
            </a:endParaRPr>
          </a:p>
        </p:txBody>
      </p:sp>
      <p:sp>
        <p:nvSpPr>
          <p:cNvPr id="135" name="Flowchart: Alternate Process 134">
            <a:extLst>
              <a:ext uri="{FF2B5EF4-FFF2-40B4-BE49-F238E27FC236}">
                <a16:creationId xmlns:a16="http://schemas.microsoft.com/office/drawing/2014/main" id="{685E19A9-DB2E-22E2-8EE7-7159FD52E2CD}"/>
              </a:ext>
            </a:extLst>
          </p:cNvPr>
          <p:cNvSpPr/>
          <p:nvPr>
            <p:custDataLst>
              <p:tags r:id="rId9"/>
            </p:custDataLst>
          </p:nvPr>
        </p:nvSpPr>
        <p:spPr>
          <a:xfrm>
            <a:off x="7850604" y="5593171"/>
            <a:ext cx="1107847" cy="504000"/>
          </a:xfrm>
          <a:prstGeom prst="flowChartAlternateProcess">
            <a:avLst/>
          </a:prstGeom>
          <a:solidFill>
            <a:srgbClr val="00BEDC"/>
          </a:solidFill>
          <a:ln>
            <a:noFill/>
          </a:ln>
        </p:spPr>
        <p:style>
          <a:lnRef idx="0">
            <a:scrgbClr r="0" g="0" b="0"/>
          </a:lnRef>
          <a:fillRef idx="0">
            <a:scrgbClr r="0" g="0" b="0"/>
          </a:fillRef>
          <a:effectRef idx="0">
            <a:scrgbClr r="0" g="0" b="0"/>
          </a:effectRef>
          <a:fontRef idx="minor">
            <a:schemeClr val="lt1"/>
          </a:fontRef>
        </p:style>
        <p:txBody>
          <a:bodyPr lIns="72000" tIns="72000" rIns="72000" bIns="72000" rtlCol="0" anchor="ctr" anchorCtr="0"/>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Arial"/>
                <a:ea typeface="+mn-ea"/>
                <a:cs typeface="+mn-cs"/>
              </a:rPr>
              <a:t>Approve PO - SAT</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Arial"/>
                <a:ea typeface="+mn-ea"/>
                <a:cs typeface="+mn-cs"/>
              </a:rPr>
              <a:t>(max. 2 levels)</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Arial"/>
                <a:ea typeface="+mn-ea"/>
                <a:cs typeface="+mn-cs"/>
              </a:rPr>
              <a:t>(Commercial,</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Arial"/>
                <a:ea typeface="+mn-ea"/>
                <a:cs typeface="+mn-cs"/>
              </a:rPr>
              <a:t>Technical)</a:t>
            </a:r>
          </a:p>
        </p:txBody>
      </p:sp>
      <p:cxnSp>
        <p:nvCxnSpPr>
          <p:cNvPr id="136" name="Straight Arrow Connector 135">
            <a:extLst>
              <a:ext uri="{FF2B5EF4-FFF2-40B4-BE49-F238E27FC236}">
                <a16:creationId xmlns:a16="http://schemas.microsoft.com/office/drawing/2014/main" id="{73A37EE9-4A85-4EAC-D89F-299E291AFF37}"/>
              </a:ext>
            </a:extLst>
          </p:cNvPr>
          <p:cNvCxnSpPr>
            <a:cxnSpLocks/>
            <a:stCxn id="110" idx="2"/>
            <a:endCxn id="120" idx="0"/>
          </p:cNvCxnSpPr>
          <p:nvPr/>
        </p:nvCxnSpPr>
        <p:spPr>
          <a:xfrm flipH="1">
            <a:off x="1736891" y="3096997"/>
            <a:ext cx="1" cy="1495008"/>
          </a:xfrm>
          <a:prstGeom prst="straightConnector1">
            <a:avLst/>
          </a:prstGeom>
          <a:ln w="19050">
            <a:solidFill>
              <a:schemeClr val="tx1"/>
            </a:solidFill>
            <a:headEnd w="lg" len="lg"/>
            <a:tailEnd type="triangle"/>
          </a:ln>
        </p:spPr>
        <p:style>
          <a:lnRef idx="2">
            <a:schemeClr val="accent2"/>
          </a:lnRef>
          <a:fillRef idx="0">
            <a:schemeClr val="accent2"/>
          </a:fillRef>
          <a:effectRef idx="1">
            <a:schemeClr val="accent2"/>
          </a:effectRef>
          <a:fontRef idx="minor">
            <a:schemeClr val="tx1"/>
          </a:fontRef>
        </p:style>
      </p:cxnSp>
      <p:sp>
        <p:nvSpPr>
          <p:cNvPr id="7" name="Fußzeilenplatzhalter 2">
            <a:extLst>
              <a:ext uri="{FF2B5EF4-FFF2-40B4-BE49-F238E27FC236}">
                <a16:creationId xmlns:a16="http://schemas.microsoft.com/office/drawing/2014/main" id="{A7C57240-8391-740B-4761-F0D1F4080630}"/>
              </a:ext>
            </a:extLst>
          </p:cNvPr>
          <p:cNvSpPr>
            <a:spLocks noGrp="1"/>
          </p:cNvSpPr>
          <p:nvPr>
            <p:ph type="ftr" sz="quarter" idx="10"/>
          </p:nvPr>
        </p:nvSpPr>
        <p:spPr>
          <a:xfrm>
            <a:off x="1059160" y="6310800"/>
            <a:ext cx="9216000" cy="547200"/>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000000"/>
                </a:solidFill>
                <a:effectLst/>
                <a:uLnTx/>
                <a:uFillTx/>
                <a:latin typeface="Arial"/>
                <a:ea typeface="+mn-ea"/>
                <a:cs typeface="+mn-cs"/>
              </a:rPr>
              <a:t>Internal | © Siemens 2025 | SHERPA X I MM081 Procurement via Direct X</a:t>
            </a:r>
          </a:p>
        </p:txBody>
      </p:sp>
      <p:sp>
        <p:nvSpPr>
          <p:cNvPr id="2" name="Flowchart: Alternate Process 1">
            <a:extLst>
              <a:ext uri="{FF2B5EF4-FFF2-40B4-BE49-F238E27FC236}">
                <a16:creationId xmlns:a16="http://schemas.microsoft.com/office/drawing/2014/main" id="{2D3EA563-81D1-575A-C0C9-A7D6B72EF637}"/>
              </a:ext>
            </a:extLst>
          </p:cNvPr>
          <p:cNvSpPr/>
          <p:nvPr>
            <p:custDataLst>
              <p:tags r:id="rId10"/>
            </p:custDataLst>
          </p:nvPr>
        </p:nvSpPr>
        <p:spPr>
          <a:xfrm>
            <a:off x="5275291" y="4323149"/>
            <a:ext cx="1008000" cy="115933"/>
          </a:xfrm>
          <a:prstGeom prst="flowChartAlternateProcess">
            <a:avLst/>
          </a:prstGeom>
          <a:solidFill>
            <a:srgbClr val="00D7A0"/>
          </a:solidFill>
          <a:ln>
            <a:noFill/>
          </a:ln>
        </p:spPr>
        <p:style>
          <a:lnRef idx="0">
            <a:scrgbClr r="0" g="0" b="0"/>
          </a:lnRef>
          <a:fillRef idx="0">
            <a:scrgbClr r="0" g="0" b="0"/>
          </a:fillRef>
          <a:effectRef idx="0">
            <a:scrgbClr r="0" g="0" b="0"/>
          </a:effectRef>
          <a:fontRef idx="minor">
            <a:schemeClr val="lt1"/>
          </a:fontRef>
        </p:style>
        <p:txBody>
          <a:bodyPr lIns="72000" tIns="72000" rIns="72000" bIns="72000" rtlCol="0" anchor="ctr" anchorCtr="0"/>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800" dirty="0">
                <a:solidFill>
                  <a:srgbClr val="000000"/>
                </a:solidFill>
                <a:latin typeface="Arial"/>
              </a:rPr>
              <a:t>Initiate PO change </a:t>
            </a:r>
            <a:endParaRPr kumimoji="0" lang="en-US" sz="800" b="1" i="0" u="none" strike="noStrike" kern="1200" cap="none" spc="0" normalizeH="0" baseline="0" noProof="0" dirty="0">
              <a:ln>
                <a:noFill/>
              </a:ln>
              <a:solidFill>
                <a:srgbClr val="000000"/>
              </a:solidFill>
              <a:effectLst/>
              <a:uLnTx/>
              <a:uFillTx/>
              <a:latin typeface="Arial"/>
              <a:ea typeface="+mn-ea"/>
              <a:cs typeface="+mn-cs"/>
            </a:endParaRPr>
          </a:p>
        </p:txBody>
      </p:sp>
      <p:cxnSp>
        <p:nvCxnSpPr>
          <p:cNvPr id="3" name="Straight Arrow Connector 2">
            <a:extLst>
              <a:ext uri="{FF2B5EF4-FFF2-40B4-BE49-F238E27FC236}">
                <a16:creationId xmlns:a16="http://schemas.microsoft.com/office/drawing/2014/main" id="{4029C826-8CA5-A957-A4A2-879BC865196C}"/>
              </a:ext>
            </a:extLst>
          </p:cNvPr>
          <p:cNvCxnSpPr>
            <a:cxnSpLocks/>
            <a:stCxn id="2" idx="2"/>
            <a:endCxn id="133" idx="0"/>
          </p:cNvCxnSpPr>
          <p:nvPr/>
        </p:nvCxnSpPr>
        <p:spPr>
          <a:xfrm>
            <a:off x="5779291" y="4439082"/>
            <a:ext cx="7359" cy="154057"/>
          </a:xfrm>
          <a:prstGeom prst="straightConnector1">
            <a:avLst/>
          </a:prstGeom>
          <a:ln w="19050">
            <a:solidFill>
              <a:schemeClr val="tx1"/>
            </a:solidFill>
            <a:headEnd w="lg" len="lg"/>
            <a:tailEnd type="triangle"/>
          </a:ln>
        </p:spPr>
        <p:style>
          <a:lnRef idx="3">
            <a:schemeClr val="accent2"/>
          </a:lnRef>
          <a:fillRef idx="0">
            <a:schemeClr val="accent2"/>
          </a:fillRef>
          <a:effectRef idx="2">
            <a:schemeClr val="accent2"/>
          </a:effectRef>
          <a:fontRef idx="minor">
            <a:schemeClr val="tx1"/>
          </a:fontRef>
        </p:style>
      </p:cxnSp>
      <p:sp>
        <p:nvSpPr>
          <p:cNvPr id="14" name="Rectangle: Rounded Corners 13">
            <a:extLst>
              <a:ext uri="{FF2B5EF4-FFF2-40B4-BE49-F238E27FC236}">
                <a16:creationId xmlns:a16="http://schemas.microsoft.com/office/drawing/2014/main" id="{07FFC802-B203-4F09-4818-F16387910CED}"/>
              </a:ext>
            </a:extLst>
          </p:cNvPr>
          <p:cNvSpPr/>
          <p:nvPr/>
        </p:nvSpPr>
        <p:spPr>
          <a:xfrm>
            <a:off x="5083515" y="3429000"/>
            <a:ext cx="6697320" cy="2827919"/>
          </a:xfrm>
          <a:prstGeom prst="roundRect">
            <a:avLst/>
          </a:prstGeom>
          <a:noFill/>
          <a:ln w="31750">
            <a:solidFill>
              <a:srgbClr val="00FFB9"/>
            </a:solid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pPr algn="l"/>
            <a:endParaRPr lang="en-DE" dirty="0"/>
          </a:p>
        </p:txBody>
      </p:sp>
      <p:sp>
        <p:nvSpPr>
          <p:cNvPr id="15" name="TextBox 14">
            <a:extLst>
              <a:ext uri="{FF2B5EF4-FFF2-40B4-BE49-F238E27FC236}">
                <a16:creationId xmlns:a16="http://schemas.microsoft.com/office/drawing/2014/main" id="{7463C1C3-7480-E72B-5B7E-2A7EE0A9E7D4}"/>
              </a:ext>
            </a:extLst>
          </p:cNvPr>
          <p:cNvSpPr txBox="1"/>
          <p:nvPr/>
        </p:nvSpPr>
        <p:spPr>
          <a:xfrm>
            <a:off x="9348916" y="1360850"/>
            <a:ext cx="2438899" cy="1184940"/>
          </a:xfrm>
          <a:prstGeom prst="rect">
            <a:avLst/>
          </a:prstGeom>
          <a:noFill/>
        </p:spPr>
        <p:txBody>
          <a:bodyPr wrap="square" lIns="0" tIns="0" rIns="0" bIns="0" rtlCol="0">
            <a:spAutoFit/>
          </a:bodyPr>
          <a:lstStyle/>
          <a:p>
            <a:pPr algn="l"/>
            <a:r>
              <a:rPr lang="en-US" sz="1400" b="1" dirty="0">
                <a:solidFill>
                  <a:schemeClr val="accent3">
                    <a:lumMod val="50000"/>
                  </a:schemeClr>
                </a:solidFill>
              </a:rPr>
              <a:t>Initiate PO change Process:</a:t>
            </a:r>
          </a:p>
          <a:p>
            <a:pPr algn="l"/>
            <a:r>
              <a:rPr lang="en-US" sz="1050" dirty="0"/>
              <a:t>Purchaser can initiate the PO change process by increases the overall PO price more than 0.1% results in triggering  the PO release strategy in S4 and BTP workflow redetermined based on the updated values.</a:t>
            </a:r>
            <a:endParaRPr lang="en-DE" sz="1050" dirty="0" err="1"/>
          </a:p>
        </p:txBody>
      </p:sp>
    </p:spTree>
    <p:extLst>
      <p:ext uri="{BB962C8B-B14F-4D97-AF65-F5344CB8AC3E}">
        <p14:creationId xmlns:p14="http://schemas.microsoft.com/office/powerpoint/2010/main" val="2130246802"/>
      </p:ext>
    </p:extLst>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C45071-CA6B-C65A-2AEA-A455010DE432}"/>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CEC60A5C-3AC4-A0F0-8B0E-4D952EE48D52}"/>
              </a:ext>
            </a:extLst>
          </p:cNvPr>
          <p:cNvSpPr txBox="1"/>
          <p:nvPr/>
        </p:nvSpPr>
        <p:spPr>
          <a:xfrm>
            <a:off x="333322" y="362910"/>
            <a:ext cx="8353478" cy="369332"/>
          </a:xfrm>
          <a:prstGeom prst="rect">
            <a:avLst/>
          </a:prstGeom>
        </p:spPr>
        <p:txBody>
          <a:bodyPr vert="horz" lIns="0" tIns="0" rIns="324000" bIns="14400" rtlCol="0" anchor="b" anchorCtr="0">
            <a:noAutofit/>
          </a:bodyPr>
          <a:lstStyle>
            <a:lvl1pPr>
              <a:lnSpc>
                <a:spcPct val="90000"/>
              </a:lnSpc>
              <a:spcBef>
                <a:spcPct val="0"/>
              </a:spcBef>
              <a:buNone/>
              <a:defRPr sz="2000" b="1">
                <a:solidFill>
                  <a:srgbClr val="00557C"/>
                </a:solidFill>
                <a:latin typeface="+mj-lt"/>
                <a:ea typeface="+mj-ea"/>
                <a:cs typeface="+mj-cs"/>
              </a:defRPr>
            </a:lvl1pPr>
          </a:lstStyle>
          <a:p>
            <a:r>
              <a:rPr lang="cs-CZ" dirty="0"/>
              <a:t>14.2  </a:t>
            </a:r>
            <a:r>
              <a:rPr lang="en-US" dirty="0"/>
              <a:t>Purchase Order price changed</a:t>
            </a:r>
          </a:p>
        </p:txBody>
      </p:sp>
      <p:sp>
        <p:nvSpPr>
          <p:cNvPr id="6" name="TextBox 5">
            <a:extLst>
              <a:ext uri="{FF2B5EF4-FFF2-40B4-BE49-F238E27FC236}">
                <a16:creationId xmlns:a16="http://schemas.microsoft.com/office/drawing/2014/main" id="{974610B4-83BF-3990-E5FA-BA3B1B418DC0}"/>
              </a:ext>
            </a:extLst>
          </p:cNvPr>
          <p:cNvSpPr txBox="1"/>
          <p:nvPr/>
        </p:nvSpPr>
        <p:spPr>
          <a:xfrm>
            <a:off x="331427" y="945041"/>
            <a:ext cx="3540924" cy="615553"/>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marL="457200"/>
            <a:br>
              <a:rPr lang="en-US" sz="1000" dirty="0">
                <a:cs typeface="Arial"/>
              </a:rPr>
            </a:br>
            <a:br>
              <a:rPr lang="en-US" sz="1000" dirty="0">
                <a:cs typeface="Arial"/>
              </a:rPr>
            </a:br>
            <a:endParaRPr lang="en-US" sz="1000" b="1">
              <a:cs typeface="Arial"/>
            </a:endParaRPr>
          </a:p>
          <a:p>
            <a:endParaRPr lang="en-US" sz="1000" dirty="0">
              <a:cs typeface="Arial"/>
            </a:endParaRPr>
          </a:p>
        </p:txBody>
      </p:sp>
      <p:sp>
        <p:nvSpPr>
          <p:cNvPr id="8" name="Rechteck 5">
            <a:extLst>
              <a:ext uri="{FF2B5EF4-FFF2-40B4-BE49-F238E27FC236}">
                <a16:creationId xmlns:a16="http://schemas.microsoft.com/office/drawing/2014/main" id="{7274E9CD-6C54-ABAC-6848-F367DA986CFB}"/>
              </a:ext>
            </a:extLst>
          </p:cNvPr>
          <p:cNvSpPr/>
          <p:nvPr/>
        </p:nvSpPr>
        <p:spPr>
          <a:xfrm>
            <a:off x="7720292" y="1934201"/>
            <a:ext cx="3523668" cy="593905"/>
          </a:xfrm>
          <a:prstGeom prst="rect">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r>
              <a:rPr lang="en-US" sz="1200" b="1" dirty="0">
                <a:solidFill>
                  <a:srgbClr val="000000"/>
                </a:solidFill>
                <a:latin typeface="Arial"/>
                <a:cs typeface="Arial"/>
              </a:rPr>
              <a:t>ME22N</a:t>
            </a:r>
            <a:r>
              <a:rPr lang="en-US" sz="1200" b="1" kern="1200" dirty="0">
                <a:solidFill>
                  <a:srgbClr val="000000"/>
                </a:solidFill>
                <a:effectLst/>
                <a:latin typeface="Arial"/>
                <a:cs typeface="Arial"/>
              </a:rPr>
              <a:t> – </a:t>
            </a:r>
            <a:r>
              <a:rPr lang="en-US" sz="1200" b="1" dirty="0">
                <a:solidFill>
                  <a:srgbClr val="000000"/>
                </a:solidFill>
                <a:latin typeface="Arial"/>
                <a:cs typeface="Arial"/>
              </a:rPr>
              <a:t>Change </a:t>
            </a:r>
            <a:r>
              <a:rPr lang="en-US" sz="1200" b="1" kern="1200" dirty="0">
                <a:solidFill>
                  <a:srgbClr val="000000"/>
                </a:solidFill>
                <a:effectLst/>
                <a:latin typeface="Arial"/>
                <a:cs typeface="Arial"/>
              </a:rPr>
              <a:t>Purchase Order</a:t>
            </a:r>
            <a:endParaRPr lang="de-DE" sz="1200" dirty="0">
              <a:effectLst/>
              <a:latin typeface="Arial"/>
              <a:cs typeface="Arial"/>
            </a:endParaRPr>
          </a:p>
        </p:txBody>
      </p:sp>
      <p:sp>
        <p:nvSpPr>
          <p:cNvPr id="10" name="Rechteck 5">
            <a:extLst>
              <a:ext uri="{FF2B5EF4-FFF2-40B4-BE49-F238E27FC236}">
                <a16:creationId xmlns:a16="http://schemas.microsoft.com/office/drawing/2014/main" id="{20655EE8-0391-734A-0AFF-5EB2B6325CF0}"/>
              </a:ext>
            </a:extLst>
          </p:cNvPr>
          <p:cNvSpPr/>
          <p:nvPr/>
        </p:nvSpPr>
        <p:spPr>
          <a:xfrm>
            <a:off x="7720293" y="2529113"/>
            <a:ext cx="3523668" cy="2441257"/>
          </a:xfrm>
          <a:prstGeom prst="rect">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pPr marL="171450" indent="-171450">
              <a:buFont typeface="Arial,Sans-Serif"/>
              <a:buChar char="•"/>
            </a:pPr>
            <a:endParaRPr lang="en-US" sz="1100" dirty="0">
              <a:solidFill>
                <a:schemeClr val="tx1"/>
              </a:solidFill>
              <a:cs typeface="Arial"/>
            </a:endParaRPr>
          </a:p>
          <a:p>
            <a:pPr marL="171450" indent="-171450">
              <a:buFont typeface="Arial,Sans-Serif"/>
              <a:buChar char="•"/>
            </a:pPr>
            <a:endParaRPr lang="en-US" sz="1100" dirty="0">
              <a:solidFill>
                <a:schemeClr val="tx1"/>
              </a:solidFill>
              <a:cs typeface="Arial"/>
            </a:endParaRPr>
          </a:p>
          <a:p>
            <a:pPr marL="171450" indent="-171450">
              <a:buFont typeface="Arial,Sans-Serif"/>
              <a:buChar char="•"/>
            </a:pPr>
            <a:r>
              <a:rPr lang="en-US" sz="1100" dirty="0">
                <a:solidFill>
                  <a:schemeClr val="tx1"/>
                </a:solidFill>
                <a:cs typeface="Arial"/>
              </a:rPr>
              <a:t>Purchaser </a:t>
            </a:r>
            <a:r>
              <a:rPr lang="cs-CZ" sz="1100" dirty="0">
                <a:solidFill>
                  <a:schemeClr val="tx1"/>
                </a:solidFill>
                <a:cs typeface="Arial"/>
              </a:rPr>
              <a:t>Increase</a:t>
            </a:r>
            <a:r>
              <a:rPr lang="en-US" sz="1100" dirty="0">
                <a:solidFill>
                  <a:schemeClr val="tx1"/>
                </a:solidFill>
                <a:cs typeface="Arial"/>
              </a:rPr>
              <a:t>s</a:t>
            </a:r>
            <a:r>
              <a:rPr lang="cs-CZ" sz="1100" dirty="0">
                <a:solidFill>
                  <a:schemeClr val="tx1"/>
                </a:solidFill>
                <a:cs typeface="Arial"/>
              </a:rPr>
              <a:t> PO price more than </a:t>
            </a:r>
            <a:r>
              <a:rPr lang="en-US" sz="1100" dirty="0">
                <a:solidFill>
                  <a:schemeClr val="tx1"/>
                </a:solidFill>
                <a:cs typeface="Arial"/>
              </a:rPr>
              <a:t>0.</a:t>
            </a:r>
            <a:r>
              <a:rPr lang="cs-CZ" sz="1100" dirty="0">
                <a:solidFill>
                  <a:schemeClr val="tx1"/>
                </a:solidFill>
                <a:cs typeface="Arial"/>
              </a:rPr>
              <a:t>1%</a:t>
            </a:r>
            <a:r>
              <a:rPr lang="en-US" sz="1100" dirty="0">
                <a:solidFill>
                  <a:schemeClr val="tx1"/>
                </a:solidFill>
                <a:cs typeface="Arial"/>
              </a:rPr>
              <a:t>.</a:t>
            </a:r>
          </a:p>
          <a:p>
            <a:pPr marL="171450" indent="-171450">
              <a:buFont typeface="Arial,Sans-Serif"/>
              <a:buChar char="•"/>
            </a:pPr>
            <a:r>
              <a:rPr lang="cs-CZ" sz="1100" dirty="0">
                <a:solidFill>
                  <a:schemeClr val="tx1"/>
                </a:solidFill>
                <a:cs typeface="Arial"/>
              </a:rPr>
              <a:t>Release strategy will be retriggered</a:t>
            </a:r>
            <a:endParaRPr lang="en-US" sz="1100" dirty="0">
              <a:solidFill>
                <a:schemeClr val="tx1"/>
              </a:solidFill>
              <a:cs typeface="Arial"/>
            </a:endParaRPr>
          </a:p>
          <a:p>
            <a:pPr marL="171450" indent="-171450">
              <a:buFont typeface="Arial,Sans-Serif"/>
              <a:buChar char="•"/>
            </a:pPr>
            <a:r>
              <a:rPr lang="cs-CZ" sz="1100" dirty="0">
                <a:solidFill>
                  <a:schemeClr val="tx1"/>
                </a:solidFill>
                <a:cs typeface="Arial"/>
              </a:rPr>
              <a:t>The release strategy will change from released to In-release.</a:t>
            </a:r>
          </a:p>
          <a:p>
            <a:pPr marL="171450" indent="-171450">
              <a:buFont typeface="Arial"/>
              <a:buChar char="•"/>
            </a:pPr>
            <a:r>
              <a:rPr lang="cs-CZ" sz="1100" dirty="0">
                <a:solidFill>
                  <a:schemeClr val="tx1"/>
                </a:solidFill>
                <a:cs typeface="Arial"/>
              </a:rPr>
              <a:t>Based on updated value</a:t>
            </a:r>
            <a:r>
              <a:rPr lang="en-US" sz="1100" dirty="0">
                <a:solidFill>
                  <a:schemeClr val="tx1"/>
                </a:solidFill>
                <a:cs typeface="Arial"/>
              </a:rPr>
              <a:t>s</a:t>
            </a:r>
            <a:r>
              <a:rPr lang="cs-CZ" sz="1100" dirty="0">
                <a:solidFill>
                  <a:schemeClr val="tx1"/>
                </a:solidFill>
                <a:cs typeface="Arial"/>
              </a:rPr>
              <a:t>, next PO workflow steps and approvers </a:t>
            </a:r>
            <a:r>
              <a:rPr lang="en-US" sz="1100" dirty="0">
                <a:solidFill>
                  <a:schemeClr val="tx1"/>
                </a:solidFill>
                <a:cs typeface="Arial"/>
              </a:rPr>
              <a:t>will</a:t>
            </a:r>
            <a:r>
              <a:rPr lang="cs-CZ" sz="1100" dirty="0">
                <a:solidFill>
                  <a:schemeClr val="tx1"/>
                </a:solidFill>
                <a:cs typeface="Arial"/>
              </a:rPr>
              <a:t> be determined.</a:t>
            </a:r>
          </a:p>
          <a:p>
            <a:pPr marL="171450" indent="-171450">
              <a:buFont typeface="Arial"/>
              <a:buChar char="•"/>
            </a:pPr>
            <a:r>
              <a:rPr lang="cs-CZ" sz="1100" dirty="0">
                <a:solidFill>
                  <a:schemeClr val="tx1"/>
                </a:solidFill>
                <a:cs typeface="Arial"/>
              </a:rPr>
              <a:t>Output </a:t>
            </a:r>
            <a:r>
              <a:rPr lang="cs-CZ" sz="1100" dirty="0" err="1">
                <a:solidFill>
                  <a:schemeClr val="tx1"/>
                </a:solidFill>
                <a:cs typeface="Arial"/>
              </a:rPr>
              <a:t>Message</a:t>
            </a:r>
            <a:r>
              <a:rPr lang="cs-CZ" sz="1100" dirty="0">
                <a:solidFill>
                  <a:schemeClr val="tx1"/>
                </a:solidFill>
                <a:cs typeface="Arial"/>
              </a:rPr>
              <a:t> </a:t>
            </a:r>
            <a:r>
              <a:rPr lang="cs-CZ" sz="1100" dirty="0" err="1">
                <a:solidFill>
                  <a:schemeClr val="tx1"/>
                </a:solidFill>
                <a:cs typeface="Arial"/>
              </a:rPr>
              <a:t>generated</a:t>
            </a:r>
            <a:r>
              <a:rPr lang="cs-CZ" sz="1100" dirty="0">
                <a:solidFill>
                  <a:schemeClr val="tx1"/>
                </a:solidFill>
                <a:cs typeface="Arial"/>
              </a:rPr>
              <a:t> </a:t>
            </a:r>
            <a:r>
              <a:rPr lang="cs-CZ" sz="1100" dirty="0" err="1">
                <a:solidFill>
                  <a:schemeClr val="tx1"/>
                </a:solidFill>
                <a:cs typeface="Arial"/>
              </a:rPr>
              <a:t>with</a:t>
            </a:r>
            <a:r>
              <a:rPr lang="cs-CZ" sz="1100" dirty="0">
                <a:solidFill>
                  <a:schemeClr val="tx1"/>
                </a:solidFill>
                <a:cs typeface="Arial"/>
              </a:rPr>
              <a:t> </a:t>
            </a:r>
            <a:r>
              <a:rPr lang="cs-CZ" sz="1100" dirty="0" err="1">
                <a:solidFill>
                  <a:schemeClr val="tx1"/>
                </a:solidFill>
                <a:cs typeface="Arial"/>
              </a:rPr>
              <a:t>the</a:t>
            </a:r>
            <a:r>
              <a:rPr lang="cs-CZ" sz="1100" dirty="0">
                <a:solidFill>
                  <a:schemeClr val="tx1"/>
                </a:solidFill>
                <a:cs typeface="Arial"/>
              </a:rPr>
              <a:t> </a:t>
            </a:r>
            <a:r>
              <a:rPr lang="cs-CZ" sz="1100" dirty="0" err="1">
                <a:solidFill>
                  <a:schemeClr val="tx1"/>
                </a:solidFill>
                <a:cs typeface="Arial"/>
              </a:rPr>
              <a:t>change</a:t>
            </a:r>
            <a:r>
              <a:rPr lang="cs-CZ" sz="1100" dirty="0">
                <a:solidFill>
                  <a:schemeClr val="tx1"/>
                </a:solidFill>
                <a:cs typeface="Arial"/>
              </a:rPr>
              <a:t>.</a:t>
            </a:r>
          </a:p>
          <a:p>
            <a:pPr marL="171450" indent="-171450">
              <a:buFont typeface="Arial,Sans-Serif"/>
              <a:buChar char="•"/>
            </a:pPr>
            <a:endParaRPr lang="cs-CZ" sz="1100" dirty="0">
              <a:solidFill>
                <a:schemeClr val="tx1"/>
              </a:solidFill>
              <a:cs typeface="Arial"/>
            </a:endParaRPr>
          </a:p>
          <a:p>
            <a:pPr marL="228600" indent="-228600">
              <a:buFont typeface="+mj-lt"/>
              <a:buAutoNum type="arabicPeriod"/>
            </a:pPr>
            <a:endParaRPr lang="en-US" sz="1050" dirty="0">
              <a:solidFill>
                <a:schemeClr val="tx1"/>
              </a:solidFill>
              <a:cs typeface="Arial"/>
            </a:endParaRPr>
          </a:p>
        </p:txBody>
      </p:sp>
      <p:pic>
        <p:nvPicPr>
          <p:cNvPr id="2" name="Picture 1" descr="A screenshot of a computer&#10;&#10;AI-generated content may be incorrect.">
            <a:extLst>
              <a:ext uri="{FF2B5EF4-FFF2-40B4-BE49-F238E27FC236}">
                <a16:creationId xmlns:a16="http://schemas.microsoft.com/office/drawing/2014/main" id="{591BE27B-CF92-D4CD-5949-F75EAA4CEB59}"/>
              </a:ext>
            </a:extLst>
          </p:cNvPr>
          <p:cNvPicPr>
            <a:picLocks noChangeAspect="1"/>
          </p:cNvPicPr>
          <p:nvPr/>
        </p:nvPicPr>
        <p:blipFill>
          <a:blip r:embed="rId3"/>
          <a:srcRect t="7396" r="169" b="585"/>
          <a:stretch>
            <a:fillRect/>
          </a:stretch>
        </p:blipFill>
        <p:spPr>
          <a:xfrm>
            <a:off x="450760" y="728394"/>
            <a:ext cx="6344292" cy="2786236"/>
          </a:xfrm>
          <a:prstGeom prst="rect">
            <a:avLst/>
          </a:prstGeom>
        </p:spPr>
      </p:pic>
      <p:pic>
        <p:nvPicPr>
          <p:cNvPr id="4" name="Picture 3" descr="A screenshot of a computer">
            <a:extLst>
              <a:ext uri="{FF2B5EF4-FFF2-40B4-BE49-F238E27FC236}">
                <a16:creationId xmlns:a16="http://schemas.microsoft.com/office/drawing/2014/main" id="{0529FB0B-8112-B63D-4984-A0CB6B8C4FB1}"/>
              </a:ext>
            </a:extLst>
          </p:cNvPr>
          <p:cNvPicPr>
            <a:picLocks noChangeAspect="1"/>
          </p:cNvPicPr>
          <p:nvPr/>
        </p:nvPicPr>
        <p:blipFill>
          <a:blip r:embed="rId4"/>
          <a:stretch>
            <a:fillRect/>
          </a:stretch>
        </p:blipFill>
        <p:spPr>
          <a:xfrm>
            <a:off x="858591" y="2937158"/>
            <a:ext cx="6479791" cy="2636474"/>
          </a:xfrm>
          <a:prstGeom prst="rect">
            <a:avLst/>
          </a:prstGeom>
        </p:spPr>
      </p:pic>
      <p:pic>
        <p:nvPicPr>
          <p:cNvPr id="5" name="Picture 4" descr="A screenshot of a computer&#10;&#10;AI-generated content may be incorrect.">
            <a:extLst>
              <a:ext uri="{FF2B5EF4-FFF2-40B4-BE49-F238E27FC236}">
                <a16:creationId xmlns:a16="http://schemas.microsoft.com/office/drawing/2014/main" id="{BD3986BF-CCA1-55C2-A73C-E9F670598DE1}"/>
              </a:ext>
            </a:extLst>
          </p:cNvPr>
          <p:cNvPicPr>
            <a:picLocks noChangeAspect="1"/>
          </p:cNvPicPr>
          <p:nvPr/>
        </p:nvPicPr>
        <p:blipFill>
          <a:blip r:embed="rId5"/>
          <a:stretch>
            <a:fillRect/>
          </a:stretch>
        </p:blipFill>
        <p:spPr>
          <a:xfrm>
            <a:off x="2361127" y="5657354"/>
            <a:ext cx="7131170" cy="995348"/>
          </a:xfrm>
          <a:prstGeom prst="rect">
            <a:avLst/>
          </a:prstGeom>
        </p:spPr>
      </p:pic>
    </p:spTree>
    <p:extLst>
      <p:ext uri="{BB962C8B-B14F-4D97-AF65-F5344CB8AC3E}">
        <p14:creationId xmlns:p14="http://schemas.microsoft.com/office/powerpoint/2010/main" val="1287203704"/>
      </p:ext>
    </p:extLst>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0F619C-7561-1E22-B5C3-DDED4F9F2004}"/>
            </a:ext>
          </a:extLst>
        </p:cNvPr>
        <p:cNvGrpSpPr/>
        <p:nvPr/>
      </p:nvGrpSpPr>
      <p:grpSpPr>
        <a:xfrm>
          <a:off x="0" y="0"/>
          <a:ext cx="0" cy="0"/>
          <a:chOff x="0" y="0"/>
          <a:chExt cx="0" cy="0"/>
        </a:xfrm>
      </p:grpSpPr>
      <p:graphicFrame>
        <p:nvGraphicFramePr>
          <p:cNvPr id="21" name="Object 20" hidden="1">
            <a:extLst>
              <a:ext uri="{FF2B5EF4-FFF2-40B4-BE49-F238E27FC236}">
                <a16:creationId xmlns:a16="http://schemas.microsoft.com/office/drawing/2014/main" id="{84F3FA99-439D-684E-757C-4E003402F824}"/>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737" imgH="737" progId="TCLayout.ActiveDocument.1">
                  <p:embed/>
                </p:oleObj>
              </mc:Choice>
              <mc:Fallback>
                <p:oleObj name="think-cell Slide" r:id="rId3" imgW="737" imgH="737" progId="TCLayout.ActiveDocument.1">
                  <p:embed/>
                  <p:pic>
                    <p:nvPicPr>
                      <p:cNvPr id="21" name="Object 20" hidden="1">
                        <a:extLst>
                          <a:ext uri="{FF2B5EF4-FFF2-40B4-BE49-F238E27FC236}">
                            <a16:creationId xmlns:a16="http://schemas.microsoft.com/office/drawing/2014/main" id="{84F3FA99-439D-684E-757C-4E003402F824}"/>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5" name="Title 4">
            <a:extLst>
              <a:ext uri="{FF2B5EF4-FFF2-40B4-BE49-F238E27FC236}">
                <a16:creationId xmlns:a16="http://schemas.microsoft.com/office/drawing/2014/main" id="{9B0A9919-5A30-663B-8E22-AE89F74AD314}"/>
              </a:ext>
            </a:extLst>
          </p:cNvPr>
          <p:cNvSpPr>
            <a:spLocks noGrp="1"/>
          </p:cNvSpPr>
          <p:nvPr>
            <p:ph type="title"/>
          </p:nvPr>
        </p:nvSpPr>
        <p:spPr>
          <a:xfrm>
            <a:off x="474795" y="2932141"/>
            <a:ext cx="9287638" cy="1477328"/>
          </a:xfrm>
        </p:spPr>
        <p:txBody>
          <a:bodyPr/>
          <a:lstStyle/>
          <a:p>
            <a:r>
              <a:rPr lang="cs-CZ" b="1" dirty="0"/>
              <a:t>15</a:t>
            </a:r>
            <a:r>
              <a:rPr lang="cs-CZ" sz="4800" b="1" dirty="0"/>
              <a:t>. </a:t>
            </a:r>
            <a:r>
              <a:rPr lang="en-US" b="1" dirty="0"/>
              <a:t>Cosmetic Changes- Email Notifications</a:t>
            </a:r>
            <a:endParaRPr lang="en-US" b="1" dirty="0">
              <a:cs typeface="Arial"/>
            </a:endParaRPr>
          </a:p>
        </p:txBody>
      </p:sp>
    </p:spTree>
    <p:extLst>
      <p:ext uri="{BB962C8B-B14F-4D97-AF65-F5344CB8AC3E}">
        <p14:creationId xmlns:p14="http://schemas.microsoft.com/office/powerpoint/2010/main" val="1380432709"/>
      </p:ext>
    </p:extLst>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A31C16-8489-B106-0906-3C3F7F24788E}"/>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17A861BC-15B7-9438-5CF6-359C1C5047CD}"/>
              </a:ext>
            </a:extLst>
          </p:cNvPr>
          <p:cNvSpPr txBox="1"/>
          <p:nvPr/>
        </p:nvSpPr>
        <p:spPr>
          <a:xfrm>
            <a:off x="333322" y="362910"/>
            <a:ext cx="3980731" cy="354955"/>
          </a:xfrm>
          <a:prstGeom prst="rect">
            <a:avLst/>
          </a:prstGeom>
        </p:spPr>
        <p:txBody>
          <a:bodyPr vert="horz" lIns="0" tIns="0" rIns="324000" bIns="14400" rtlCol="0" anchor="b" anchorCtr="0">
            <a:noAutofit/>
          </a:bodyPr>
          <a:lstStyle>
            <a:lvl1pPr>
              <a:lnSpc>
                <a:spcPct val="90000"/>
              </a:lnSpc>
              <a:spcBef>
                <a:spcPct val="0"/>
              </a:spcBef>
              <a:buNone/>
              <a:defRPr sz="2000" b="1">
                <a:solidFill>
                  <a:srgbClr val="00557C"/>
                </a:solidFill>
                <a:latin typeface="+mj-lt"/>
                <a:ea typeface="+mj-ea"/>
                <a:cs typeface="+mj-cs"/>
              </a:defRPr>
            </a:lvl1pPr>
          </a:lstStyle>
          <a:p>
            <a:r>
              <a:rPr lang="en-US" dirty="0">
                <a:solidFill>
                  <a:schemeClr val="accent1">
                    <a:lumMod val="75000"/>
                  </a:schemeClr>
                </a:solidFill>
              </a:rPr>
              <a:t>PO Creator Notification</a:t>
            </a:r>
            <a:endParaRPr lang="en-US" strike="sngStrike" dirty="0">
              <a:solidFill>
                <a:schemeClr val="accent1">
                  <a:lumMod val="75000"/>
                </a:schemeClr>
              </a:solidFill>
              <a:highlight>
                <a:srgbClr val="FFFF00"/>
              </a:highlight>
            </a:endParaRPr>
          </a:p>
        </p:txBody>
      </p:sp>
      <p:pic>
        <p:nvPicPr>
          <p:cNvPr id="2" name="Picture 1" descr="A screenshot of a computer&#10;&#10;AI-generated content may be incorrect.">
            <a:extLst>
              <a:ext uri="{FF2B5EF4-FFF2-40B4-BE49-F238E27FC236}">
                <a16:creationId xmlns:a16="http://schemas.microsoft.com/office/drawing/2014/main" id="{61F1076C-2A23-E14E-1B1A-3311C67918D4}"/>
              </a:ext>
            </a:extLst>
          </p:cNvPr>
          <p:cNvPicPr>
            <a:picLocks noChangeAspect="1"/>
          </p:cNvPicPr>
          <p:nvPr/>
        </p:nvPicPr>
        <p:blipFill>
          <a:blip r:embed="rId3"/>
          <a:stretch>
            <a:fillRect/>
          </a:stretch>
        </p:blipFill>
        <p:spPr>
          <a:xfrm>
            <a:off x="331300" y="1124439"/>
            <a:ext cx="10557251" cy="4863124"/>
          </a:xfrm>
          <a:prstGeom prst="rect">
            <a:avLst/>
          </a:prstGeom>
        </p:spPr>
      </p:pic>
    </p:spTree>
    <p:extLst>
      <p:ext uri="{BB962C8B-B14F-4D97-AF65-F5344CB8AC3E}">
        <p14:creationId xmlns:p14="http://schemas.microsoft.com/office/powerpoint/2010/main" val="1319145304"/>
      </p:ext>
    </p:extLst>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62FFB4-4AFE-8AE9-0B09-D69F4F3E805F}"/>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7D244ACD-B5DD-7AD2-59DE-1572E0FBD59E}"/>
              </a:ext>
            </a:extLst>
          </p:cNvPr>
          <p:cNvSpPr txBox="1"/>
          <p:nvPr/>
        </p:nvSpPr>
        <p:spPr>
          <a:xfrm>
            <a:off x="333322" y="362910"/>
            <a:ext cx="3980731" cy="354955"/>
          </a:xfrm>
          <a:prstGeom prst="rect">
            <a:avLst/>
          </a:prstGeom>
        </p:spPr>
        <p:txBody>
          <a:bodyPr vert="horz" lIns="0" tIns="0" rIns="324000" bIns="14400" rtlCol="0" anchor="b" anchorCtr="0">
            <a:noAutofit/>
          </a:bodyPr>
          <a:lstStyle>
            <a:lvl1pPr>
              <a:lnSpc>
                <a:spcPct val="90000"/>
              </a:lnSpc>
              <a:spcBef>
                <a:spcPct val="0"/>
              </a:spcBef>
              <a:buNone/>
              <a:defRPr sz="2000" b="1">
                <a:solidFill>
                  <a:srgbClr val="00557C"/>
                </a:solidFill>
                <a:latin typeface="+mj-lt"/>
                <a:ea typeface="+mj-ea"/>
                <a:cs typeface="+mj-cs"/>
              </a:defRPr>
            </a:lvl1pPr>
          </a:lstStyle>
          <a:p>
            <a:r>
              <a:rPr lang="en-US" dirty="0">
                <a:solidFill>
                  <a:schemeClr val="accent1">
                    <a:lumMod val="75000"/>
                  </a:schemeClr>
                </a:solidFill>
              </a:rPr>
              <a:t>Expert Notification</a:t>
            </a:r>
            <a:endParaRPr lang="en-US" strike="sngStrike" dirty="0">
              <a:solidFill>
                <a:schemeClr val="accent1">
                  <a:lumMod val="75000"/>
                </a:schemeClr>
              </a:solidFill>
              <a:highlight>
                <a:srgbClr val="FFFF00"/>
              </a:highlight>
            </a:endParaRPr>
          </a:p>
        </p:txBody>
      </p:sp>
      <p:pic>
        <p:nvPicPr>
          <p:cNvPr id="4" name="Picture 3" descr="A screenshot of a computer&#10;&#10;AI-generated content may be incorrect.">
            <a:extLst>
              <a:ext uri="{FF2B5EF4-FFF2-40B4-BE49-F238E27FC236}">
                <a16:creationId xmlns:a16="http://schemas.microsoft.com/office/drawing/2014/main" id="{C0ECE832-52ED-B459-5F95-E2748FBAFF75}"/>
              </a:ext>
            </a:extLst>
          </p:cNvPr>
          <p:cNvPicPr>
            <a:picLocks noChangeAspect="1"/>
          </p:cNvPicPr>
          <p:nvPr/>
        </p:nvPicPr>
        <p:blipFill>
          <a:blip r:embed="rId3"/>
          <a:stretch>
            <a:fillRect/>
          </a:stretch>
        </p:blipFill>
        <p:spPr>
          <a:xfrm>
            <a:off x="463850" y="994116"/>
            <a:ext cx="10567230" cy="4860861"/>
          </a:xfrm>
          <a:prstGeom prst="rect">
            <a:avLst/>
          </a:prstGeom>
        </p:spPr>
      </p:pic>
    </p:spTree>
    <p:extLst>
      <p:ext uri="{BB962C8B-B14F-4D97-AF65-F5344CB8AC3E}">
        <p14:creationId xmlns:p14="http://schemas.microsoft.com/office/powerpoint/2010/main" val="1882997204"/>
      </p:ext>
    </p:extLst>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7D4128-DEDF-B397-B413-DB41625E5460}"/>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D4A83875-84CF-A6B9-00B7-38D7157AF729}"/>
              </a:ext>
            </a:extLst>
          </p:cNvPr>
          <p:cNvSpPr txBox="1"/>
          <p:nvPr/>
        </p:nvSpPr>
        <p:spPr>
          <a:xfrm>
            <a:off x="333322" y="3476"/>
            <a:ext cx="7100617" cy="628124"/>
          </a:xfrm>
          <a:prstGeom prst="rect">
            <a:avLst/>
          </a:prstGeom>
        </p:spPr>
        <p:txBody>
          <a:bodyPr vert="horz" lIns="0" tIns="0" rIns="324000" bIns="14400" rtlCol="0" anchor="b" anchorCtr="0">
            <a:noAutofit/>
          </a:bodyPr>
          <a:lstStyle>
            <a:lvl1pPr>
              <a:lnSpc>
                <a:spcPct val="90000"/>
              </a:lnSpc>
              <a:spcBef>
                <a:spcPct val="0"/>
              </a:spcBef>
              <a:buNone/>
              <a:defRPr sz="2000" b="1">
                <a:solidFill>
                  <a:srgbClr val="00557C"/>
                </a:solidFill>
                <a:latin typeface="+mj-lt"/>
                <a:ea typeface="+mj-ea"/>
                <a:cs typeface="+mj-cs"/>
              </a:defRPr>
            </a:lvl1pPr>
          </a:lstStyle>
          <a:p>
            <a:r>
              <a:rPr lang="en-US" dirty="0">
                <a:solidFill>
                  <a:schemeClr val="accent1">
                    <a:lumMod val="75000"/>
                  </a:schemeClr>
                </a:solidFill>
              </a:rPr>
              <a:t>Functional Approver Notification</a:t>
            </a:r>
            <a:endParaRPr lang="en-US" strike="sngStrike" dirty="0">
              <a:solidFill>
                <a:schemeClr val="accent1">
                  <a:lumMod val="75000"/>
                </a:schemeClr>
              </a:solidFill>
              <a:highlight>
                <a:srgbClr val="FFFF00"/>
              </a:highlight>
            </a:endParaRPr>
          </a:p>
        </p:txBody>
      </p:sp>
      <p:pic>
        <p:nvPicPr>
          <p:cNvPr id="2" name="Picture 1" descr="A screenshot of a computer">
            <a:extLst>
              <a:ext uri="{FF2B5EF4-FFF2-40B4-BE49-F238E27FC236}">
                <a16:creationId xmlns:a16="http://schemas.microsoft.com/office/drawing/2014/main" id="{0C5DF198-EAF9-E2E0-5B32-27043B122F54}"/>
              </a:ext>
            </a:extLst>
          </p:cNvPr>
          <p:cNvPicPr>
            <a:picLocks noChangeAspect="1"/>
          </p:cNvPicPr>
          <p:nvPr/>
        </p:nvPicPr>
        <p:blipFill>
          <a:blip r:embed="rId3"/>
          <a:stretch>
            <a:fillRect/>
          </a:stretch>
        </p:blipFill>
        <p:spPr>
          <a:xfrm>
            <a:off x="335172" y="1180567"/>
            <a:ext cx="10744316" cy="4677854"/>
          </a:xfrm>
          <a:prstGeom prst="rect">
            <a:avLst/>
          </a:prstGeom>
        </p:spPr>
      </p:pic>
    </p:spTree>
    <p:extLst>
      <p:ext uri="{BB962C8B-B14F-4D97-AF65-F5344CB8AC3E}">
        <p14:creationId xmlns:p14="http://schemas.microsoft.com/office/powerpoint/2010/main" val="1231877905"/>
      </p:ext>
    </p:extLst>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FFA98C-A408-9ED7-2130-205E21705FC8}"/>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BA6F7FFE-F4B2-F638-2D82-8B8FA411D40B}"/>
              </a:ext>
            </a:extLst>
          </p:cNvPr>
          <p:cNvSpPr txBox="1"/>
          <p:nvPr/>
        </p:nvSpPr>
        <p:spPr>
          <a:xfrm>
            <a:off x="333322" y="3476"/>
            <a:ext cx="7100617" cy="628124"/>
          </a:xfrm>
          <a:prstGeom prst="rect">
            <a:avLst/>
          </a:prstGeom>
        </p:spPr>
        <p:txBody>
          <a:bodyPr vert="horz" lIns="0" tIns="0" rIns="324000" bIns="14400" rtlCol="0" anchor="b" anchorCtr="0">
            <a:noAutofit/>
          </a:bodyPr>
          <a:lstStyle>
            <a:lvl1pPr>
              <a:lnSpc>
                <a:spcPct val="90000"/>
              </a:lnSpc>
              <a:spcBef>
                <a:spcPct val="0"/>
              </a:spcBef>
              <a:buNone/>
              <a:defRPr sz="2000" b="1">
                <a:solidFill>
                  <a:srgbClr val="00557C"/>
                </a:solidFill>
                <a:latin typeface="+mj-lt"/>
                <a:ea typeface="+mj-ea"/>
                <a:cs typeface="+mj-cs"/>
              </a:defRPr>
            </a:lvl1pPr>
          </a:lstStyle>
          <a:p>
            <a:r>
              <a:rPr lang="en-US" dirty="0">
                <a:solidFill>
                  <a:schemeClr val="accent1">
                    <a:lumMod val="75000"/>
                  </a:schemeClr>
                </a:solidFill>
              </a:rPr>
              <a:t>Commercial Approver Notification</a:t>
            </a:r>
            <a:endParaRPr lang="en-US" strike="sngStrike" dirty="0">
              <a:solidFill>
                <a:schemeClr val="accent1">
                  <a:lumMod val="75000"/>
                </a:schemeClr>
              </a:solidFill>
              <a:highlight>
                <a:srgbClr val="FFFF00"/>
              </a:highlight>
              <a:cs typeface="Arial"/>
            </a:endParaRPr>
          </a:p>
        </p:txBody>
      </p:sp>
      <p:pic>
        <p:nvPicPr>
          <p:cNvPr id="4" name="Picture 3" descr="A screenshot of a computer">
            <a:extLst>
              <a:ext uri="{FF2B5EF4-FFF2-40B4-BE49-F238E27FC236}">
                <a16:creationId xmlns:a16="http://schemas.microsoft.com/office/drawing/2014/main" id="{AF8EE346-E008-0B26-C2AB-D32F07FCD569}"/>
              </a:ext>
            </a:extLst>
          </p:cNvPr>
          <p:cNvPicPr>
            <a:picLocks noChangeAspect="1"/>
          </p:cNvPicPr>
          <p:nvPr/>
        </p:nvPicPr>
        <p:blipFill>
          <a:blip r:embed="rId3"/>
          <a:stretch>
            <a:fillRect/>
          </a:stretch>
        </p:blipFill>
        <p:spPr>
          <a:xfrm>
            <a:off x="190500" y="1112538"/>
            <a:ext cx="10864324" cy="5107377"/>
          </a:xfrm>
          <a:prstGeom prst="rect">
            <a:avLst/>
          </a:prstGeom>
        </p:spPr>
      </p:pic>
    </p:spTree>
    <p:extLst>
      <p:ext uri="{BB962C8B-B14F-4D97-AF65-F5344CB8AC3E}">
        <p14:creationId xmlns:p14="http://schemas.microsoft.com/office/powerpoint/2010/main" val="4193253762"/>
      </p:ext>
    </p:extLst>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12FFAA-A3F8-EDFA-0668-38996DB32CE9}"/>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083A2DCB-5F3D-62E6-9CA8-F8450BB6B943}"/>
              </a:ext>
            </a:extLst>
          </p:cNvPr>
          <p:cNvSpPr txBox="1"/>
          <p:nvPr/>
        </p:nvSpPr>
        <p:spPr>
          <a:xfrm>
            <a:off x="333322" y="3476"/>
            <a:ext cx="7100617" cy="628124"/>
          </a:xfrm>
          <a:prstGeom prst="rect">
            <a:avLst/>
          </a:prstGeom>
        </p:spPr>
        <p:txBody>
          <a:bodyPr vert="horz" lIns="0" tIns="0" rIns="324000" bIns="14400" rtlCol="0" anchor="b" anchorCtr="0">
            <a:noAutofit/>
          </a:bodyPr>
          <a:lstStyle>
            <a:lvl1pPr>
              <a:lnSpc>
                <a:spcPct val="90000"/>
              </a:lnSpc>
              <a:spcBef>
                <a:spcPct val="0"/>
              </a:spcBef>
              <a:buNone/>
              <a:defRPr sz="2000" b="1">
                <a:solidFill>
                  <a:srgbClr val="00557C"/>
                </a:solidFill>
                <a:latin typeface="+mj-lt"/>
                <a:ea typeface="+mj-ea"/>
                <a:cs typeface="+mj-cs"/>
              </a:defRPr>
            </a:lvl1pPr>
          </a:lstStyle>
          <a:p>
            <a:r>
              <a:rPr lang="en-US" dirty="0">
                <a:solidFill>
                  <a:schemeClr val="accent1">
                    <a:lumMod val="75000"/>
                  </a:schemeClr>
                </a:solidFill>
              </a:rPr>
              <a:t>PO Release Notification</a:t>
            </a:r>
            <a:endParaRPr lang="en-US" strike="sngStrike" dirty="0">
              <a:solidFill>
                <a:schemeClr val="accent1">
                  <a:lumMod val="75000"/>
                </a:schemeClr>
              </a:solidFill>
              <a:highlight>
                <a:srgbClr val="FFFF00"/>
              </a:highlight>
              <a:cs typeface="Arial"/>
            </a:endParaRPr>
          </a:p>
        </p:txBody>
      </p:sp>
      <p:pic>
        <p:nvPicPr>
          <p:cNvPr id="2" name="Picture 1" descr="A screenshot of a computer">
            <a:extLst>
              <a:ext uri="{FF2B5EF4-FFF2-40B4-BE49-F238E27FC236}">
                <a16:creationId xmlns:a16="http://schemas.microsoft.com/office/drawing/2014/main" id="{CCF31E3E-219F-E6C0-E577-2477ACE32E32}"/>
              </a:ext>
            </a:extLst>
          </p:cNvPr>
          <p:cNvPicPr>
            <a:picLocks noChangeAspect="1"/>
          </p:cNvPicPr>
          <p:nvPr/>
        </p:nvPicPr>
        <p:blipFill>
          <a:blip r:embed="rId3"/>
          <a:stretch>
            <a:fillRect/>
          </a:stretch>
        </p:blipFill>
        <p:spPr>
          <a:xfrm>
            <a:off x="333914" y="1058803"/>
            <a:ext cx="10600536" cy="4740395"/>
          </a:xfrm>
          <a:prstGeom prst="rect">
            <a:avLst/>
          </a:prstGeom>
        </p:spPr>
      </p:pic>
      <p:pic>
        <p:nvPicPr>
          <p:cNvPr id="7" name="Picture 6">
            <a:extLst>
              <a:ext uri="{FF2B5EF4-FFF2-40B4-BE49-F238E27FC236}">
                <a16:creationId xmlns:a16="http://schemas.microsoft.com/office/drawing/2014/main" id="{163384BB-8B98-A17E-020E-26F8F0C35C5C}"/>
              </a:ext>
            </a:extLst>
          </p:cNvPr>
          <p:cNvPicPr>
            <a:picLocks noChangeAspect="1"/>
          </p:cNvPicPr>
          <p:nvPr/>
        </p:nvPicPr>
        <p:blipFill>
          <a:blip r:embed="rId4"/>
          <a:stretch>
            <a:fillRect/>
          </a:stretch>
        </p:blipFill>
        <p:spPr>
          <a:xfrm>
            <a:off x="5126138" y="1689904"/>
            <a:ext cx="5910323" cy="4307594"/>
          </a:xfrm>
          <a:prstGeom prst="rect">
            <a:avLst/>
          </a:prstGeom>
        </p:spPr>
      </p:pic>
      <p:sp>
        <p:nvSpPr>
          <p:cNvPr id="9" name="Oval 8">
            <a:extLst>
              <a:ext uri="{FF2B5EF4-FFF2-40B4-BE49-F238E27FC236}">
                <a16:creationId xmlns:a16="http://schemas.microsoft.com/office/drawing/2014/main" id="{0EB127E0-799E-35F6-9CB2-605FA51D59F4}"/>
              </a:ext>
            </a:extLst>
          </p:cNvPr>
          <p:cNvSpPr/>
          <p:nvPr/>
        </p:nvSpPr>
        <p:spPr>
          <a:xfrm>
            <a:off x="9361026" y="5347503"/>
            <a:ext cx="1498921" cy="602164"/>
          </a:xfrm>
          <a:prstGeom prst="ellipse">
            <a:avLst/>
          </a:prstGeom>
          <a:solidFill>
            <a:srgbClr val="00D7A0"/>
          </a:solidFill>
          <a:ln w="317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pPr algn="l"/>
            <a:endParaRPr lang="en-DE" dirty="0"/>
          </a:p>
        </p:txBody>
      </p:sp>
      <p:sp>
        <p:nvSpPr>
          <p:cNvPr id="11" name="TextBox 10">
            <a:extLst>
              <a:ext uri="{FF2B5EF4-FFF2-40B4-BE49-F238E27FC236}">
                <a16:creationId xmlns:a16="http://schemas.microsoft.com/office/drawing/2014/main" id="{20D9D26D-88CD-DC97-E66B-CEA0BEDEA83A}"/>
              </a:ext>
            </a:extLst>
          </p:cNvPr>
          <p:cNvSpPr txBox="1"/>
          <p:nvPr/>
        </p:nvSpPr>
        <p:spPr>
          <a:xfrm>
            <a:off x="9537539" y="5377625"/>
            <a:ext cx="1273216" cy="541920"/>
          </a:xfrm>
          <a:prstGeom prst="rect">
            <a:avLst/>
          </a:prstGeom>
          <a:noFill/>
        </p:spPr>
        <p:txBody>
          <a:bodyPr wrap="square">
            <a:spAutoFit/>
          </a:bodyPr>
          <a:lstStyle/>
          <a:p>
            <a:pPr algn="l"/>
            <a:r>
              <a:rPr lang="en-US" sz="700" dirty="0">
                <a:solidFill>
                  <a:srgbClr val="333353"/>
                </a:solidFill>
                <a:highlight>
                  <a:srgbClr val="00D7A0"/>
                </a:highlight>
              </a:rPr>
              <a:t>PR number is added as process increment, and Purchaser will also receive the same mail additionally</a:t>
            </a:r>
            <a:endParaRPr lang="en-DE" sz="700" dirty="0" err="1">
              <a:solidFill>
                <a:srgbClr val="333353"/>
              </a:solidFill>
              <a:highlight>
                <a:srgbClr val="00D7A0"/>
              </a:highlight>
            </a:endParaRPr>
          </a:p>
        </p:txBody>
      </p:sp>
    </p:spTree>
    <p:extLst>
      <p:ext uri="{BB962C8B-B14F-4D97-AF65-F5344CB8AC3E}">
        <p14:creationId xmlns:p14="http://schemas.microsoft.com/office/powerpoint/2010/main" val="280761372"/>
      </p:ext>
    </p:extLst>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B5136C-1F43-2ABA-6896-1900855E20CB}"/>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3FC3700D-2D77-62FB-DAD7-9EC05DB79714}"/>
              </a:ext>
            </a:extLst>
          </p:cNvPr>
          <p:cNvSpPr txBox="1"/>
          <p:nvPr/>
        </p:nvSpPr>
        <p:spPr>
          <a:xfrm>
            <a:off x="333322" y="3476"/>
            <a:ext cx="7100617" cy="628124"/>
          </a:xfrm>
          <a:prstGeom prst="rect">
            <a:avLst/>
          </a:prstGeom>
        </p:spPr>
        <p:txBody>
          <a:bodyPr vert="horz" lIns="0" tIns="0" rIns="324000" bIns="14400" rtlCol="0" anchor="b" anchorCtr="0">
            <a:noAutofit/>
          </a:bodyPr>
          <a:lstStyle>
            <a:lvl1pPr>
              <a:lnSpc>
                <a:spcPct val="90000"/>
              </a:lnSpc>
              <a:spcBef>
                <a:spcPct val="0"/>
              </a:spcBef>
              <a:buNone/>
              <a:defRPr sz="2000" b="1">
                <a:solidFill>
                  <a:srgbClr val="00557C"/>
                </a:solidFill>
                <a:latin typeface="+mj-lt"/>
                <a:ea typeface="+mj-ea"/>
                <a:cs typeface="+mj-cs"/>
              </a:defRPr>
            </a:lvl1pPr>
          </a:lstStyle>
          <a:p>
            <a:r>
              <a:rPr lang="en-US" dirty="0">
                <a:solidFill>
                  <a:schemeClr val="accent1">
                    <a:lumMod val="75000"/>
                  </a:schemeClr>
                </a:solidFill>
              </a:rPr>
              <a:t>PO Reject Notification</a:t>
            </a:r>
            <a:endParaRPr lang="en-US" strike="sngStrike" dirty="0">
              <a:solidFill>
                <a:schemeClr val="accent1">
                  <a:lumMod val="75000"/>
                </a:schemeClr>
              </a:solidFill>
              <a:highlight>
                <a:srgbClr val="FFFF00"/>
              </a:highlight>
              <a:cs typeface="Arial"/>
            </a:endParaRPr>
          </a:p>
        </p:txBody>
      </p:sp>
      <p:pic>
        <p:nvPicPr>
          <p:cNvPr id="4" name="Picture 3" descr="A screenshot of a computer">
            <a:extLst>
              <a:ext uri="{FF2B5EF4-FFF2-40B4-BE49-F238E27FC236}">
                <a16:creationId xmlns:a16="http://schemas.microsoft.com/office/drawing/2014/main" id="{D11C232B-870E-7305-1507-6A7EF0FDD8B2}"/>
              </a:ext>
            </a:extLst>
          </p:cNvPr>
          <p:cNvPicPr>
            <a:picLocks noChangeAspect="1"/>
          </p:cNvPicPr>
          <p:nvPr/>
        </p:nvPicPr>
        <p:blipFill>
          <a:blip r:embed="rId3"/>
          <a:stretch>
            <a:fillRect/>
          </a:stretch>
        </p:blipFill>
        <p:spPr>
          <a:xfrm>
            <a:off x="238484" y="1203385"/>
            <a:ext cx="10899480" cy="5055079"/>
          </a:xfrm>
          <a:prstGeom prst="rect">
            <a:avLst/>
          </a:prstGeom>
        </p:spPr>
      </p:pic>
    </p:spTree>
    <p:extLst>
      <p:ext uri="{BB962C8B-B14F-4D97-AF65-F5344CB8AC3E}">
        <p14:creationId xmlns:p14="http://schemas.microsoft.com/office/powerpoint/2010/main" val="3915387042"/>
      </p:ext>
    </p:extLst>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56A6E5-E538-E81D-2AEC-BA2D7E8B91D3}"/>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D64DA9BE-1F8B-2E93-7541-BEBD2656E039}"/>
              </a:ext>
            </a:extLst>
          </p:cNvPr>
          <p:cNvSpPr>
            <a:spLocks noGrp="1"/>
          </p:cNvSpPr>
          <p:nvPr>
            <p:ph type="sldNum" sz="quarter" idx="11"/>
          </p:nvPr>
        </p:nvSpPr>
        <p:spPr/>
        <p:txBody>
          <a:bodyPr/>
          <a:lstStyle/>
          <a:p>
            <a:r>
              <a:rPr lang="en-US"/>
              <a:t>Page </a:t>
            </a:r>
            <a:fld id="{15EBE321-CBB1-4E91-BD14-37C8D44326FB}" type="slidenum">
              <a:rPr lang="en-US" smtClean="0"/>
              <a:pPr/>
              <a:t>123</a:t>
            </a:fld>
            <a:endParaRPr lang="en-US"/>
          </a:p>
        </p:txBody>
      </p:sp>
      <p:sp>
        <p:nvSpPr>
          <p:cNvPr id="6" name="Title 1">
            <a:extLst>
              <a:ext uri="{FF2B5EF4-FFF2-40B4-BE49-F238E27FC236}">
                <a16:creationId xmlns:a16="http://schemas.microsoft.com/office/drawing/2014/main" id="{97AD132D-814B-9604-6BE2-14F2FAB8C654}"/>
              </a:ext>
            </a:extLst>
          </p:cNvPr>
          <p:cNvSpPr>
            <a:spLocks noGrp="1"/>
          </p:cNvSpPr>
          <p:nvPr>
            <p:ph type="title"/>
          </p:nvPr>
        </p:nvSpPr>
        <p:spPr>
          <a:xfrm>
            <a:off x="410401" y="478800"/>
            <a:ext cx="9482900" cy="576000"/>
          </a:xfrm>
        </p:spPr>
        <p:txBody>
          <a:bodyPr vert="horz" lIns="0" tIns="0" rIns="324000" bIns="14400" rtlCol="0" anchor="t" anchorCtr="0">
            <a:noAutofit/>
          </a:bodyPr>
          <a:lstStyle/>
          <a:p>
            <a:r>
              <a:rPr lang="en-US">
                <a:solidFill>
                  <a:srgbClr val="00557C"/>
                </a:solidFill>
              </a:rPr>
              <a:t>Direct X Go-live and Next Steps</a:t>
            </a:r>
            <a:endParaRPr lang="en-DE">
              <a:solidFill>
                <a:srgbClr val="00557C"/>
              </a:solidFill>
            </a:endParaRPr>
          </a:p>
        </p:txBody>
      </p:sp>
      <p:sp>
        <p:nvSpPr>
          <p:cNvPr id="2" name="TextBox 1">
            <a:extLst>
              <a:ext uri="{FF2B5EF4-FFF2-40B4-BE49-F238E27FC236}">
                <a16:creationId xmlns:a16="http://schemas.microsoft.com/office/drawing/2014/main" id="{35EEB95F-C3FF-A677-DC12-D9FC987F43BB}"/>
              </a:ext>
            </a:extLst>
          </p:cNvPr>
          <p:cNvSpPr txBox="1"/>
          <p:nvPr/>
        </p:nvSpPr>
        <p:spPr>
          <a:xfrm>
            <a:off x="735162" y="1340209"/>
            <a:ext cx="10633054" cy="3939540"/>
          </a:xfrm>
          <a:prstGeom prst="rect">
            <a:avLst/>
          </a:prstGeom>
          <a:noFill/>
        </p:spPr>
        <p:txBody>
          <a:bodyPr wrap="square" lIns="0" tIns="0" rIns="0" bIns="0" rtlCol="0" anchor="t">
            <a:spAutoFit/>
          </a:bodyPr>
          <a:lstStyle/>
          <a:p>
            <a:r>
              <a:rPr lang="en-US" sz="1200" b="1" err="1">
                <a:solidFill>
                  <a:srgbClr val="00557C"/>
                </a:solidFill>
              </a:rPr>
              <a:t>CoCo</a:t>
            </a:r>
            <a:r>
              <a:rPr lang="en-US" sz="1200" b="1">
                <a:solidFill>
                  <a:srgbClr val="00557C"/>
                </a:solidFill>
              </a:rPr>
              <a:t> 3003 Direct X Go-live is planned for 17.–18. May 2025, Rel. 1410</a:t>
            </a:r>
          </a:p>
          <a:p>
            <a:endParaRPr lang="en-US" sz="1200" b="1">
              <a:solidFill>
                <a:srgbClr val="00557C"/>
              </a:solidFill>
            </a:endParaRPr>
          </a:p>
          <a:p>
            <a:pPr marL="628650" lvl="1" indent="-171450">
              <a:buFont typeface="Arial" panose="020B0604020202020204" pitchFamily="34" charset="0"/>
              <a:buChar char="•"/>
            </a:pPr>
            <a:r>
              <a:rPr lang="en-US" sz="1200"/>
              <a:t>Switch from </a:t>
            </a:r>
            <a:r>
              <a:rPr lang="en-US" sz="1200" err="1"/>
              <a:t>OneSRM</a:t>
            </a:r>
            <a:r>
              <a:rPr lang="en-US" sz="1200"/>
              <a:t> Procurement Process to Direct X in S4 for </a:t>
            </a:r>
            <a:r>
              <a:rPr lang="en-US" sz="1200" err="1"/>
              <a:t>CoCo</a:t>
            </a:r>
            <a:r>
              <a:rPr lang="en-US" sz="1200"/>
              <a:t> 3003 – all other E2E processes remain untouched</a:t>
            </a:r>
          </a:p>
          <a:p>
            <a:pPr marL="628650" lvl="1" indent="-171450">
              <a:buFont typeface="Arial" panose="020B0604020202020204" pitchFamily="34" charset="0"/>
              <a:buChar char="•"/>
            </a:pPr>
            <a:r>
              <a:rPr lang="en-US" sz="1200"/>
              <a:t>Direct X Procurement will be available starting Monday, 19. May:</a:t>
            </a:r>
            <a:r>
              <a:rPr lang="en-US" sz="1200" b="1">
                <a:solidFill>
                  <a:srgbClr val="00557C"/>
                </a:solidFill>
              </a:rPr>
              <a:t> Users will be informed via email that the system can be utilized after initial testing by Project team on Monday, 19. May</a:t>
            </a:r>
            <a:r>
              <a:rPr lang="en-US" sz="1200"/>
              <a:t>.</a:t>
            </a:r>
          </a:p>
          <a:p>
            <a:pPr marL="628650" lvl="1" indent="-171450">
              <a:buFont typeface="Arial" panose="020B0604020202020204" pitchFamily="34" charset="0"/>
              <a:buChar char="•"/>
            </a:pPr>
            <a:r>
              <a:rPr lang="en-US" sz="1200"/>
              <a:t>All new demands PRs and POs for AP and DP for </a:t>
            </a:r>
            <a:r>
              <a:rPr lang="en-US" sz="1200" err="1"/>
              <a:t>CoCo</a:t>
            </a:r>
            <a:r>
              <a:rPr lang="en-US" sz="1200"/>
              <a:t> 3003 will be created in the new Direct X solution. Please plan to create new PR and POs in Direct X after Go-live since PRs and POs from </a:t>
            </a:r>
            <a:r>
              <a:rPr lang="en-US" sz="1200" err="1"/>
              <a:t>OneSRM</a:t>
            </a:r>
            <a:r>
              <a:rPr lang="en-US" sz="1200"/>
              <a:t> will not be transferred automatically to Direct X.</a:t>
            </a:r>
          </a:p>
          <a:p>
            <a:pPr marL="628650" lvl="1" indent="-171450">
              <a:buFont typeface="Arial" panose="020B0604020202020204" pitchFamily="34" charset="0"/>
              <a:buChar char="•"/>
            </a:pPr>
            <a:r>
              <a:rPr lang="en-US" sz="1200"/>
              <a:t>Feldafing Project will continue in </a:t>
            </a:r>
            <a:r>
              <a:rPr lang="en-US" sz="1200" err="1"/>
              <a:t>OneSRM</a:t>
            </a:r>
            <a:r>
              <a:rPr lang="en-US" sz="1200"/>
              <a:t>, with the transition to Direct X scheduled for 01. July. </a:t>
            </a:r>
            <a:r>
              <a:rPr lang="en-US" sz="1200" err="1"/>
              <a:t>OneSRM</a:t>
            </a:r>
            <a:r>
              <a:rPr lang="en-US" sz="1200"/>
              <a:t> will remain accessible for use until the transfer is fully completed.</a:t>
            </a:r>
          </a:p>
          <a:p>
            <a:pPr>
              <a:buNone/>
            </a:pPr>
            <a:endParaRPr lang="en-US" sz="1200"/>
          </a:p>
          <a:p>
            <a:pPr>
              <a:buNone/>
            </a:pPr>
            <a:r>
              <a:rPr lang="en-US" sz="1200" b="1">
                <a:solidFill>
                  <a:srgbClr val="00557C"/>
                </a:solidFill>
              </a:rPr>
              <a:t>Current Process Limitation: no automated PO Approval workflow for PO Changes and Modifications on already released POs</a:t>
            </a:r>
          </a:p>
          <a:p>
            <a:pPr>
              <a:buNone/>
            </a:pPr>
            <a:endParaRPr lang="en-US" sz="1200"/>
          </a:p>
          <a:p>
            <a:pPr>
              <a:buNone/>
            </a:pPr>
            <a:r>
              <a:rPr lang="en-US" sz="1200"/>
              <a:t>If any approval-relevant PO changes, such as a PO value increase, are required, please notify the Key User and follow the process outlined below:</a:t>
            </a:r>
          </a:p>
          <a:p>
            <a:pPr marL="628650" lvl="1" indent="-171450">
              <a:buFont typeface="Arial" panose="020B0604020202020204" pitchFamily="34" charset="0"/>
              <a:buChar char="•"/>
            </a:pPr>
            <a:endParaRPr lang="en-US" sz="1200"/>
          </a:p>
          <a:p>
            <a:pPr marL="628650" lvl="1" indent="-171450">
              <a:buFont typeface="Arial" panose="020B0604020202020204" pitchFamily="34" charset="0"/>
              <a:buChar char="•"/>
            </a:pPr>
            <a:r>
              <a:rPr lang="en-US" sz="1200"/>
              <a:t>The Requisitioner creates a new PR in S4.</a:t>
            </a:r>
          </a:p>
          <a:p>
            <a:pPr marL="628650" lvl="1" indent="-171450">
              <a:buFont typeface="Arial" panose="020B0604020202020204" pitchFamily="34" charset="0"/>
              <a:buChar char="•"/>
            </a:pPr>
            <a:r>
              <a:rPr lang="en-US" sz="1200"/>
              <a:t>The Purchaser updates or extends the existing PO and informs the Requisitioner about the changes.</a:t>
            </a:r>
          </a:p>
          <a:p>
            <a:pPr marL="628650" lvl="1" indent="-171450">
              <a:buFont typeface="Arial" panose="020B0604020202020204" pitchFamily="34" charset="0"/>
              <a:buChar char="•"/>
            </a:pPr>
            <a:r>
              <a:rPr lang="en-US" sz="1200"/>
              <a:t>The Requisitioner collects PO approvals from the PO Approver via a signed email.</a:t>
            </a:r>
          </a:p>
          <a:p>
            <a:pPr marL="628650" lvl="1" indent="-171450">
              <a:buFont typeface="Arial" panose="020B0604020202020204" pitchFamily="34" charset="0"/>
              <a:buChar char="•"/>
            </a:pPr>
            <a:r>
              <a:rPr lang="en-US" sz="1200"/>
              <a:t>The Key User informs IT to release the PO approval workflow and finalize the release strategy.</a:t>
            </a:r>
          </a:p>
          <a:p>
            <a:endParaRPr lang="en-US" sz="1200" i="1"/>
          </a:p>
          <a:p>
            <a:r>
              <a:rPr lang="en-US" sz="1400" b="1">
                <a:solidFill>
                  <a:srgbClr val="00557C"/>
                </a:solidFill>
              </a:rPr>
              <a:t>Note: This is an interim solution that will be replaced by an automated workflow with Rel. 1411 on 12 June. Once the automated workflow is available, all users will be notified.</a:t>
            </a:r>
          </a:p>
        </p:txBody>
      </p:sp>
      <p:sp>
        <p:nvSpPr>
          <p:cNvPr id="3" name="Fußzeilenplatzhalter 2">
            <a:extLst>
              <a:ext uri="{FF2B5EF4-FFF2-40B4-BE49-F238E27FC236}">
                <a16:creationId xmlns:a16="http://schemas.microsoft.com/office/drawing/2014/main" id="{63D2B298-9A63-5F04-6179-6A4EB9C52507}"/>
              </a:ext>
            </a:extLst>
          </p:cNvPr>
          <p:cNvSpPr>
            <a:spLocks noGrp="1"/>
          </p:cNvSpPr>
          <p:nvPr>
            <p:ph type="ftr" sz="quarter" idx="10"/>
          </p:nvPr>
        </p:nvSpPr>
        <p:spPr>
          <a:xfrm>
            <a:off x="1059160" y="6310800"/>
            <a:ext cx="9216000" cy="547200"/>
          </a:xfrm>
        </p:spPr>
        <p:txBody>
          <a:bodyPr/>
          <a:lstStyle/>
          <a:p>
            <a:pPr>
              <a:lnSpc>
                <a:spcPct val="100000"/>
              </a:lnSpc>
            </a:pPr>
            <a:r>
              <a:rPr lang="en-US"/>
              <a:t>Internal | © Siemens 2025 | SHERPA X | MM080 Purchase Requisition via Direct X</a:t>
            </a:r>
          </a:p>
        </p:txBody>
      </p:sp>
    </p:spTree>
    <p:extLst>
      <p:ext uri="{BB962C8B-B14F-4D97-AF65-F5344CB8AC3E}">
        <p14:creationId xmlns:p14="http://schemas.microsoft.com/office/powerpoint/2010/main" val="186000132"/>
      </p:ext>
    </p:extLst>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chor="t"/>
          <a:lstStyle/>
          <a:p>
            <a:r>
              <a:rPr lang="en-US">
                <a:solidFill>
                  <a:srgbClr val="00557C"/>
                </a:solidFill>
              </a:rPr>
              <a:t>Course summary</a:t>
            </a:r>
          </a:p>
        </p:txBody>
      </p:sp>
      <p:sp>
        <p:nvSpPr>
          <p:cNvPr id="3" name="Content Placeholder 2"/>
          <p:cNvSpPr>
            <a:spLocks noGrp="1"/>
          </p:cNvSpPr>
          <p:nvPr>
            <p:ph idx="4294967295"/>
          </p:nvPr>
        </p:nvSpPr>
        <p:spPr>
          <a:xfrm>
            <a:off x="735162" y="2084397"/>
            <a:ext cx="9001962" cy="2483231"/>
          </a:xfrm>
        </p:spPr>
        <p:txBody>
          <a:bodyPr vert="horz" lIns="0" tIns="0" rIns="0" bIns="0" rtlCol="0" anchor="t">
            <a:noAutofit/>
          </a:bodyPr>
          <a:lstStyle/>
          <a:p>
            <a:pPr marL="285115" indent="-285115">
              <a:buFont typeface="Arial" panose="020B0604020202020204" pitchFamily="34" charset="0"/>
              <a:buChar char="•"/>
            </a:pPr>
            <a:r>
              <a:rPr lang="en-US"/>
              <a:t>explain the Direct X procurement process</a:t>
            </a:r>
            <a:endParaRPr lang="de-DE"/>
          </a:p>
          <a:p>
            <a:pPr marL="285115" indent="-285115">
              <a:buFont typeface="Arial" panose="020B0604020202020204" pitchFamily="34" charset="0"/>
              <a:buChar char="•"/>
            </a:pPr>
            <a:r>
              <a:rPr lang="en-US"/>
              <a:t>create purchase order workflow</a:t>
            </a:r>
            <a:endParaRPr lang="en-US">
              <a:cs typeface="Arial"/>
            </a:endParaRPr>
          </a:p>
          <a:p>
            <a:pPr marL="285115" indent="-285115">
              <a:buFont typeface="Arial" panose="020B0604020202020204" pitchFamily="34" charset="0"/>
              <a:buChar char="•"/>
            </a:pPr>
            <a:r>
              <a:rPr lang="en-US"/>
              <a:t>review and approve the purchase order as a procurement expert</a:t>
            </a:r>
            <a:endParaRPr lang="en-US">
              <a:cs typeface="Arial"/>
            </a:endParaRPr>
          </a:p>
          <a:p>
            <a:pPr marL="285115" indent="-285115">
              <a:buFont typeface="Arial" panose="020B0604020202020204" pitchFamily="34" charset="0"/>
              <a:buChar char="•"/>
            </a:pPr>
            <a:r>
              <a:rPr lang="en-US"/>
              <a:t>manage the purchase order output and send the purchase order to supplier</a:t>
            </a:r>
            <a:endParaRPr lang="en-US">
              <a:cs typeface="Arial"/>
            </a:endParaRPr>
          </a:p>
          <a:p>
            <a:pPr marL="285115" indent="-285115">
              <a:buFont typeface="Arial" panose="020B0604020202020204" pitchFamily="34" charset="0"/>
              <a:buChar char="•"/>
            </a:pPr>
            <a:r>
              <a:rPr lang="en-US"/>
              <a:t>analyze the purchase order</a:t>
            </a:r>
            <a:endParaRPr lang="en-US">
              <a:cs typeface="Arial"/>
            </a:endParaRPr>
          </a:p>
          <a:p>
            <a:pPr marL="285115" indent="-285115">
              <a:buFont typeface="Arial" panose="020B0604020202020204" pitchFamily="34" charset="0"/>
              <a:buChar char="•"/>
            </a:pPr>
            <a:endParaRPr lang="en-US">
              <a:cs typeface="Arial"/>
            </a:endParaRPr>
          </a:p>
        </p:txBody>
      </p:sp>
      <p:sp>
        <p:nvSpPr>
          <p:cNvPr id="4" name="Fußzeilenplatzhalter 2">
            <a:extLst>
              <a:ext uri="{FF2B5EF4-FFF2-40B4-BE49-F238E27FC236}">
                <a16:creationId xmlns:a16="http://schemas.microsoft.com/office/drawing/2014/main" id="{0D1C9242-8F5D-C48C-EE8B-51667643CC16}"/>
              </a:ext>
            </a:extLst>
          </p:cNvPr>
          <p:cNvSpPr>
            <a:spLocks noGrp="1"/>
          </p:cNvSpPr>
          <p:nvPr>
            <p:ph type="ftr" sz="quarter" idx="10"/>
          </p:nvPr>
        </p:nvSpPr>
        <p:spPr>
          <a:xfrm>
            <a:off x="1059160" y="6310800"/>
            <a:ext cx="9216000" cy="547200"/>
          </a:xfrm>
        </p:spPr>
        <p:txBody>
          <a:bodyPr/>
          <a:lstStyle/>
          <a:p>
            <a:pPr>
              <a:lnSpc>
                <a:spcPct val="100000"/>
              </a:lnSpc>
            </a:pPr>
            <a:r>
              <a:rPr lang="en-US"/>
              <a:t>Internal | © Siemens 2024 | SX PRD OCM | Template for Training Content Delivery | 2024-03-19</a:t>
            </a:r>
          </a:p>
        </p:txBody>
      </p:sp>
      <p:sp>
        <p:nvSpPr>
          <p:cNvPr id="5" name="Foliennummernplatzhalter 3">
            <a:extLst>
              <a:ext uri="{FF2B5EF4-FFF2-40B4-BE49-F238E27FC236}">
                <a16:creationId xmlns:a16="http://schemas.microsoft.com/office/drawing/2014/main" id="{DE6F44D0-9035-0CFC-B459-51481CE2A5C9}"/>
              </a:ext>
            </a:extLst>
          </p:cNvPr>
          <p:cNvSpPr>
            <a:spLocks noGrp="1"/>
          </p:cNvSpPr>
          <p:nvPr>
            <p:ph type="sldNum" sz="quarter" idx="11"/>
          </p:nvPr>
        </p:nvSpPr>
        <p:spPr>
          <a:xfrm>
            <a:off x="411162" y="6310800"/>
            <a:ext cx="648000" cy="547200"/>
          </a:xfrm>
        </p:spPr>
        <p:txBody>
          <a:bodyPr/>
          <a:lstStyle/>
          <a:p>
            <a:r>
              <a:rPr lang="en-US"/>
              <a:t>Page </a:t>
            </a:r>
            <a:fld id="{15EBE321-CBB1-4E91-BD14-37C8D44326FB}" type="slidenum">
              <a:rPr lang="en-US" smtClean="0"/>
              <a:pPr/>
              <a:t>124</a:t>
            </a:fld>
            <a:endParaRPr lang="en-US"/>
          </a:p>
        </p:txBody>
      </p:sp>
      <p:sp>
        <p:nvSpPr>
          <p:cNvPr id="6" name="Rechteck 5">
            <a:extLst>
              <a:ext uri="{FF2B5EF4-FFF2-40B4-BE49-F238E27FC236}">
                <a16:creationId xmlns:a16="http://schemas.microsoft.com/office/drawing/2014/main" id="{44C0F858-9992-B0B6-6C96-DA62278B0E72}"/>
              </a:ext>
            </a:extLst>
          </p:cNvPr>
          <p:cNvSpPr/>
          <p:nvPr/>
        </p:nvSpPr>
        <p:spPr>
          <a:xfrm>
            <a:off x="502276" y="1429555"/>
            <a:ext cx="10998558" cy="547200"/>
          </a:xfrm>
          <a:prstGeom prst="rect">
            <a:avLst/>
          </a:prstGeom>
          <a:solidFill>
            <a:srgbClr val="00557C"/>
          </a:solidFill>
          <a:ln>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pPr algn="l"/>
            <a:endParaRPr lang="de-DE" b="1"/>
          </a:p>
        </p:txBody>
      </p:sp>
      <p:sp>
        <p:nvSpPr>
          <p:cNvPr id="7" name="Rechteck 6">
            <a:extLst>
              <a:ext uri="{FF2B5EF4-FFF2-40B4-BE49-F238E27FC236}">
                <a16:creationId xmlns:a16="http://schemas.microsoft.com/office/drawing/2014/main" id="{6B99973D-4ADA-A503-E704-CE8EA3953CC7}"/>
              </a:ext>
            </a:extLst>
          </p:cNvPr>
          <p:cNvSpPr/>
          <p:nvPr/>
        </p:nvSpPr>
        <p:spPr>
          <a:xfrm>
            <a:off x="502276" y="1976754"/>
            <a:ext cx="10998558" cy="4021709"/>
          </a:xfrm>
          <a:prstGeom prst="rect">
            <a:avLst/>
          </a:prstGeom>
          <a:noFill/>
          <a:ln>
            <a:solidFill>
              <a:srgbClr val="00557C"/>
            </a:solid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pPr algn="l"/>
            <a:endParaRPr lang="de-DE"/>
          </a:p>
        </p:txBody>
      </p:sp>
      <p:pic>
        <p:nvPicPr>
          <p:cNvPr id="8" name="Picture 2">
            <a:extLst>
              <a:ext uri="{FF2B5EF4-FFF2-40B4-BE49-F238E27FC236}">
                <a16:creationId xmlns:a16="http://schemas.microsoft.com/office/drawing/2014/main" id="{25A28146-909D-0B95-8576-FBF902D1C28B}"/>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2009" t="13890" r="94887" b="80807"/>
          <a:stretch/>
        </p:blipFill>
        <p:spPr bwMode="auto">
          <a:xfrm>
            <a:off x="636608" y="1537197"/>
            <a:ext cx="357870" cy="353292"/>
          </a:xfrm>
          <a:prstGeom prst="rect">
            <a:avLst/>
          </a:prstGeom>
          <a:noFill/>
          <a:extLst>
            <a:ext uri="{909E8E84-426E-40DD-AFC4-6F175D3DCCD1}">
              <a14:hiddenFill xmlns:a14="http://schemas.microsoft.com/office/drawing/2010/main">
                <a:solidFill>
                  <a:srgbClr val="FFFFFF"/>
                </a:solidFill>
              </a14:hiddenFill>
            </a:ext>
          </a:extLst>
        </p:spPr>
      </p:pic>
      <p:sp>
        <p:nvSpPr>
          <p:cNvPr id="9" name="Textfeld 8">
            <a:extLst>
              <a:ext uri="{FF2B5EF4-FFF2-40B4-BE49-F238E27FC236}">
                <a16:creationId xmlns:a16="http://schemas.microsoft.com/office/drawing/2014/main" id="{17DC497B-C321-7E1F-FF12-C9B374CBB434}"/>
              </a:ext>
            </a:extLst>
          </p:cNvPr>
          <p:cNvSpPr txBox="1"/>
          <p:nvPr/>
        </p:nvSpPr>
        <p:spPr>
          <a:xfrm>
            <a:off x="1083214" y="1564654"/>
            <a:ext cx="4598257" cy="276999"/>
          </a:xfrm>
          <a:prstGeom prst="rect">
            <a:avLst/>
          </a:prstGeom>
          <a:noFill/>
        </p:spPr>
        <p:txBody>
          <a:bodyPr wrap="square" lIns="0" tIns="0" rIns="0" bIns="0" rtlCol="0">
            <a:spAutoFit/>
          </a:bodyPr>
          <a:lstStyle/>
          <a:p>
            <a:pPr algn="l"/>
            <a:r>
              <a:rPr lang="de-DE" b="1" err="1">
                <a:solidFill>
                  <a:schemeClr val="bg1"/>
                </a:solidFill>
              </a:rPr>
              <a:t>Let`s</a:t>
            </a:r>
            <a:r>
              <a:rPr lang="de-DE" b="1">
                <a:solidFill>
                  <a:schemeClr val="bg1"/>
                </a:solidFill>
              </a:rPr>
              <a:t> </a:t>
            </a:r>
            <a:r>
              <a:rPr lang="de-DE" b="1" err="1">
                <a:solidFill>
                  <a:schemeClr val="bg1"/>
                </a:solidFill>
              </a:rPr>
              <a:t>recap</a:t>
            </a:r>
            <a:r>
              <a:rPr lang="de-DE" b="1">
                <a:solidFill>
                  <a:schemeClr val="bg1"/>
                </a:solidFill>
              </a:rPr>
              <a:t>. </a:t>
            </a:r>
            <a:r>
              <a:rPr lang="de-DE" b="1" err="1">
                <a:solidFill>
                  <a:schemeClr val="bg1"/>
                </a:solidFill>
              </a:rPr>
              <a:t>Now</a:t>
            </a:r>
            <a:r>
              <a:rPr lang="de-DE" b="1">
                <a:solidFill>
                  <a:schemeClr val="bg1"/>
                </a:solidFill>
              </a:rPr>
              <a:t> </a:t>
            </a:r>
            <a:r>
              <a:rPr lang="de-DE" b="1" err="1">
                <a:solidFill>
                  <a:schemeClr val="bg1"/>
                </a:solidFill>
              </a:rPr>
              <a:t>you</a:t>
            </a:r>
            <a:r>
              <a:rPr lang="de-DE" b="1">
                <a:solidFill>
                  <a:schemeClr val="bg1"/>
                </a:solidFill>
              </a:rPr>
              <a:t> </a:t>
            </a:r>
            <a:r>
              <a:rPr lang="de-DE" b="1" err="1">
                <a:solidFill>
                  <a:schemeClr val="bg1"/>
                </a:solidFill>
              </a:rPr>
              <a:t>are</a:t>
            </a:r>
            <a:r>
              <a:rPr lang="de-DE" b="1">
                <a:solidFill>
                  <a:schemeClr val="bg1"/>
                </a:solidFill>
              </a:rPr>
              <a:t> </a:t>
            </a:r>
            <a:r>
              <a:rPr lang="de-DE" b="1" err="1">
                <a:solidFill>
                  <a:schemeClr val="bg1"/>
                </a:solidFill>
              </a:rPr>
              <a:t>able</a:t>
            </a:r>
            <a:r>
              <a:rPr lang="de-DE" b="1">
                <a:solidFill>
                  <a:schemeClr val="bg1"/>
                </a:solidFill>
              </a:rPr>
              <a:t> </a:t>
            </a:r>
            <a:r>
              <a:rPr lang="de-DE" b="1" err="1">
                <a:solidFill>
                  <a:schemeClr val="bg1"/>
                </a:solidFill>
              </a:rPr>
              <a:t>to</a:t>
            </a:r>
            <a:r>
              <a:rPr lang="de-DE" b="1">
                <a:solidFill>
                  <a:schemeClr val="bg1"/>
                </a:solidFill>
              </a:rPr>
              <a:t>:</a:t>
            </a:r>
          </a:p>
        </p:txBody>
      </p:sp>
    </p:spTree>
    <p:extLst>
      <p:ext uri="{BB962C8B-B14F-4D97-AF65-F5344CB8AC3E}">
        <p14:creationId xmlns:p14="http://schemas.microsoft.com/office/powerpoint/2010/main" val="1256683669"/>
      </p:ext>
    </p:extLst>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a:xfrm>
            <a:off x="411163" y="482147"/>
            <a:ext cx="9863997" cy="576000"/>
          </a:xfrm>
        </p:spPr>
        <p:txBody>
          <a:bodyPr anchor="t"/>
          <a:lstStyle/>
          <a:p>
            <a:r>
              <a:rPr lang="en-US">
                <a:solidFill>
                  <a:srgbClr val="00557C"/>
                </a:solidFill>
              </a:rPr>
              <a:t>Support</a:t>
            </a:r>
          </a:p>
        </p:txBody>
      </p:sp>
      <p:sp>
        <p:nvSpPr>
          <p:cNvPr id="3" name="Content Placeholder 2"/>
          <p:cNvSpPr>
            <a:spLocks noGrp="1"/>
          </p:cNvSpPr>
          <p:nvPr>
            <p:ph idx="4294967295"/>
          </p:nvPr>
        </p:nvSpPr>
        <p:spPr>
          <a:xfrm>
            <a:off x="410400" y="1521134"/>
            <a:ext cx="5863627" cy="2483231"/>
          </a:xfrm>
        </p:spPr>
        <p:txBody>
          <a:bodyPr/>
          <a:lstStyle/>
          <a:p>
            <a:r>
              <a:rPr lang="en-US"/>
              <a:t>Hypercare Hotline:</a:t>
            </a:r>
          </a:p>
          <a:p>
            <a:endParaRPr lang="en-US"/>
          </a:p>
          <a:p>
            <a:endParaRPr lang="en-US"/>
          </a:p>
          <a:p>
            <a:r>
              <a:rPr lang="en-US"/>
              <a:t>GBS Supply Chain Support (after Hypercare):</a:t>
            </a:r>
          </a:p>
          <a:p>
            <a:r>
              <a:rPr lang="en-US">
                <a:hlinkClick r:id="rId3"/>
              </a:rPr>
              <a:t>Supply Chain - Employee Center</a:t>
            </a:r>
            <a:endParaRPr lang="en-US"/>
          </a:p>
        </p:txBody>
      </p:sp>
      <p:sp>
        <p:nvSpPr>
          <p:cNvPr id="4" name="Fußzeilenplatzhalter 2">
            <a:extLst>
              <a:ext uri="{FF2B5EF4-FFF2-40B4-BE49-F238E27FC236}">
                <a16:creationId xmlns:a16="http://schemas.microsoft.com/office/drawing/2014/main" id="{0D1C9242-8F5D-C48C-EE8B-51667643CC16}"/>
              </a:ext>
            </a:extLst>
          </p:cNvPr>
          <p:cNvSpPr>
            <a:spLocks noGrp="1"/>
          </p:cNvSpPr>
          <p:nvPr>
            <p:ph type="ftr" sz="quarter" idx="10"/>
          </p:nvPr>
        </p:nvSpPr>
        <p:spPr>
          <a:xfrm>
            <a:off x="1059160" y="6310800"/>
            <a:ext cx="9216000" cy="547200"/>
          </a:xfrm>
        </p:spPr>
        <p:txBody>
          <a:bodyPr/>
          <a:lstStyle/>
          <a:p>
            <a:pPr>
              <a:lnSpc>
                <a:spcPct val="100000"/>
              </a:lnSpc>
            </a:pPr>
            <a:r>
              <a:rPr lang="en-US"/>
              <a:t>Internal | © Siemens 2024 | SX PRD OCM | Template for Training Content Delivery | 2024-03-19</a:t>
            </a:r>
          </a:p>
        </p:txBody>
      </p:sp>
      <p:sp>
        <p:nvSpPr>
          <p:cNvPr id="5" name="Foliennummernplatzhalter 3">
            <a:extLst>
              <a:ext uri="{FF2B5EF4-FFF2-40B4-BE49-F238E27FC236}">
                <a16:creationId xmlns:a16="http://schemas.microsoft.com/office/drawing/2014/main" id="{DE6F44D0-9035-0CFC-B459-51481CE2A5C9}"/>
              </a:ext>
            </a:extLst>
          </p:cNvPr>
          <p:cNvSpPr>
            <a:spLocks noGrp="1"/>
          </p:cNvSpPr>
          <p:nvPr>
            <p:ph type="sldNum" sz="quarter" idx="11"/>
          </p:nvPr>
        </p:nvSpPr>
        <p:spPr>
          <a:xfrm>
            <a:off x="411162" y="6310800"/>
            <a:ext cx="648000" cy="547200"/>
          </a:xfrm>
        </p:spPr>
        <p:txBody>
          <a:bodyPr/>
          <a:lstStyle/>
          <a:p>
            <a:r>
              <a:rPr lang="en-US"/>
              <a:t>Page </a:t>
            </a:r>
            <a:fld id="{15EBE321-CBB1-4E91-BD14-37C8D44326FB}" type="slidenum">
              <a:rPr lang="en-US" smtClean="0"/>
              <a:pPr/>
              <a:t>125</a:t>
            </a:fld>
            <a:endParaRPr lang="en-US"/>
          </a:p>
        </p:txBody>
      </p:sp>
      <p:sp>
        <p:nvSpPr>
          <p:cNvPr id="7" name="Rechteck 6">
            <a:extLst>
              <a:ext uri="{FF2B5EF4-FFF2-40B4-BE49-F238E27FC236}">
                <a16:creationId xmlns:a16="http://schemas.microsoft.com/office/drawing/2014/main" id="{6B99973D-4ADA-A503-E704-CE8EA3953CC7}"/>
              </a:ext>
            </a:extLst>
          </p:cNvPr>
          <p:cNvSpPr/>
          <p:nvPr/>
        </p:nvSpPr>
        <p:spPr>
          <a:xfrm>
            <a:off x="410400" y="1315157"/>
            <a:ext cx="4728092" cy="402170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pPr algn="l"/>
            <a:endParaRPr lang="de-DE"/>
          </a:p>
        </p:txBody>
      </p:sp>
      <p:pic>
        <p:nvPicPr>
          <p:cNvPr id="11" name="Grafik 10">
            <a:extLst>
              <a:ext uri="{FF2B5EF4-FFF2-40B4-BE49-F238E27FC236}">
                <a16:creationId xmlns:a16="http://schemas.microsoft.com/office/drawing/2014/main" id="{7BF40942-0E1D-804E-7FC9-AF3B91BC061F}"/>
              </a:ext>
            </a:extLst>
          </p:cNvPr>
          <p:cNvPicPr>
            <a:picLocks noChangeAspect="1"/>
          </p:cNvPicPr>
          <p:nvPr/>
        </p:nvPicPr>
        <p:blipFill>
          <a:blip r:embed="rId4"/>
          <a:stretch>
            <a:fillRect/>
          </a:stretch>
        </p:blipFill>
        <p:spPr>
          <a:xfrm>
            <a:off x="7102337" y="482147"/>
            <a:ext cx="3820058" cy="5893706"/>
          </a:xfrm>
          <a:prstGeom prst="rect">
            <a:avLst/>
          </a:prstGeom>
        </p:spPr>
      </p:pic>
    </p:spTree>
    <p:extLst>
      <p:ext uri="{BB962C8B-B14F-4D97-AF65-F5344CB8AC3E}">
        <p14:creationId xmlns:p14="http://schemas.microsoft.com/office/powerpoint/2010/main" val="2944816154"/>
      </p:ext>
    </p:extLst>
  </p:cSld>
  <p:clrMapOvr>
    <a:masterClrMapping/>
  </p:clrMapOvr>
  <p:extLst>
    <p:ext uri="{6950BFC3-D8DA-4A85-94F7-54DA5524770B}">
      <p188:commentRel xmlns:p188="http://schemas.microsoft.com/office/powerpoint/2018/8/main" r:id="rId2"/>
    </p:ext>
  </p:extLst>
</p:sld>
</file>

<file path=ppt/tags/tag1.xml><?xml version="1.0" encoding="utf-8"?>
<p:tagLst xmlns:a="http://schemas.openxmlformats.org/drawingml/2006/main" xmlns:r="http://schemas.openxmlformats.org/officeDocument/2006/relationships" xmlns:p="http://schemas.openxmlformats.org/presentationml/2006/main">
  <p:tag name="THINKCELLUNDODONOTDELETE" val="0"/>
  <p:tag name="EMPOWERCHARTSPROPERTIES_A_0" val="AAAAAAH//////////wEAAAAAAAAAAAAAACoqIFRoaXMgaXMgYSBMaXRlREIgZmlsZSAqKgcEAP////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AQAAAAAAAAAAAAAAEQAAAFByb3BlcnR5RG9jdW1lbnRzAwAAAAAAAAAEAAAACQAAAF9pZD0kLl9pZAEDAAAAAAADAAAAAQADAAAAIwAAAENvbWJpSW5kZXg9JC5OYW1lICsgJ18nICsgJC5WZXJzaW9uAQUAAAAAAAUAAAABAAUAAAAAAAAAAP///////wAAAAAAAP////8AAAAAAP///////wAAAAAAAP////8AAAAAAP///////wAAAAAAAP////8AAAAAAP///////wAAAAAAAP////8AAAAAAP///////wAAAAAAAP////8AAAAAAP///////wAAAAAAAP////8AAAAAAP///////wAAAAAAAP////8AAAAAAP///////wAAAAAAAP////8AAAAAAP///////wAAAAAAAP////8AAAAAAP///////wAAAAAAAP////8AAAAAAP///////wAAAAAAAP////8AAAAAAP///////wAAAAAAAP////8AAAAAAP///////wAAAAAAAP////8AAAAAAP///////wAAAAAAAP////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EBAQEBAQEBAQEBAQEBAQMAAAAAAAAAAwAAAAMAAAAA/////wUAFgwAAAAAAAAAAAAAIAD///////////////8AAAD///////////////8DAAAAAgD///////////////////////////////////////////////////////////////////////////////////////////////////////////////////////////////////////////////////////////////////////////////////////////////////////////////////////////////////////////////////////////////////////////////////////////////////////////////////////////////////////////////////////////////////////////////////////////////////////////////////////////////////////////////////////////////////////////////////////////////////////////////8BACAA////////////////AAAO////////AwAAAAQA////////////////////////////////////////////////////////////////////////////////////////////////////////////////////////////////////////////////////////////////////////////////////////////////////////////////////////////////////////////////////////////////////////////////////////////////////////////////////////////////////////////////////////////////////////////////////////////////////////////////////////////////////////////////////////////////////////////////////////////////////////////////////////AgABAP///////wUAAAACABAACzRTewUxcBFGtT2v9eBzICIEAAAAAAADAAAAAAADAAAAAwADAAEA////////BQAAAAMAEAALVZhHaa9TLEmQ4U6p5BMh1wQAAAABAAMAAAACAAMAAAAEAAQAAQD///////8FAAAABAAQAAuo4Yjej2NIRqu/MVx+EoU3BAAAAAIAAwAAAAMAAwAAAA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EAAAAAP////8DAAMOAAAAAAAAAAAAAP////+DAIMAAAAFX2lkABAAAAAENFN7BTFwEUa1Pa/14HMgIgNEYXRhABsAAAAETGlua2VkU2hhcGVEYXRhAAUAAAAAAAJOYW1lABkAAABMaW5rZWRTaGFwZXNEYXRhUHJvcGVydHkAEFZlcnNpb24AAQAAAAlMYXN0V3JpdGUAIQyyhpYBAAAAAQD/////xgDGAAAABV9pZAAQAAAABFWYR2mvUyxJkOFOqeQTIdcDRGF0YQBTAAAACFByZXNlbnRhdGlvblNjYW5uZWRGb3JMaW5rZWRTaGFwZXMAAAJOdW1iZXJGb3JtYXRTZXBhcmF0b3JNb2RlAAoAAABBdXRvbWF0aWMAAAJOYW1lACQAAABMaW5rZWRTaGFwZVByZXNlbnRhdGlvblNldHRpbmdzRGF0YQAQVmVyc2lvbgAAAAAACUxhc3RXcml0ZQD9DbKGlgEAAAACAP////+DAIMAAAAFX2lkABAAAAAEqOGI3o9jSEarvzFcfhKFNwNEYXRhABsAAAAETGlua2VkU2hhcGVEYXRhAAUAAAAAAAJOYW1lABkAAABMaW5rZWRTaGFwZXNEYXRhUHJvcGVydHkAEFZlcnNpb24AAAAAAAlMYXN0V3JpdGUAHwyyhpYB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AwAAAAD/////BQDtCwAAAAAAAAAAAAAgAf///////////////wAAAP///////////////wUAAAADAP///////////////////////////////////////////////////////////////////////////////////////////////////////////////////////////////////////////////////////////////////////////////////////////////////////////////////////////////////////////////////////////////////////////////////////////////////////////////////////////////////////////////////////////////////////////////////////////////////////////////////////////////////////////////////////////////////////////////////////////////////////////////wEAIAH///////////////8AAA7///////8FAAAAAgD///////////////////////////////////////////////////////////////////////////////////////////////////////////////////////////////////////////////////////////////////////////////////////////////////////////////////////////////////////////////////////////////////////////////////////////////////////////////////////////////////////////////////////////////////////////////////////////////////////////////////////////////////////////////////////////////////////////////////////////////////////////////////////8CAAEBAwAAAAIA////////GgAGTGlua2VkU2hhcGVzRGF0YVByb3BlcnR5XzEEAAAAAAAFAAAABAAFAAAAAQADAAEBAwAAAAMA////////JQAGTGlua2VkU2hhcGVQcmVzZW50YXRpb25TZXR0aW5nc0RhdGFfMAQAAAABAAUAAAAAAAUAAAAEAAQAAQEDAAAABAD///////8aAAZMaW5rZWRTaGFwZXNEYXRhUHJvcGVydHlfMAQAAAACAAUAAAADAAUAAAAC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
  <p:tag name="EMPOWERCHARTSPROPERTIES_SLOT" val="A"/>
  <p:tag name="EMPOWERCHARTSPROPERTIES_LASTWRITEDATE" val="638816133381674192"/>
  <p:tag name="EMPOWERCHARTSPROPERTIES_A_LENGTH" val="24576"/>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4.xml><?xml version="1.0" encoding="utf-8"?>
<p:tagLst xmlns:a="http://schemas.openxmlformats.org/drawingml/2006/main" xmlns:r="http://schemas.openxmlformats.org/officeDocument/2006/relationships" xmlns:p="http://schemas.openxmlformats.org/presentationml/2006/main">
  <p:tag name="CDT_PROT" val="2"/>
  <p:tag name="CDT_PROT_TOP" val="0"/>
  <p:tag name="CDT_PROT_LEFT" val="0"/>
  <p:tag name="CDT_PROT_WIDTH" val="960,5"/>
  <p:tag name="CDT_PROT_HEIGHT" val="99,87504"/>
</p:tagLst>
</file>

<file path=ppt/tags/tag15.xml><?xml version="1.0" encoding="utf-8"?>
<p:tagLst xmlns:a="http://schemas.openxmlformats.org/drawingml/2006/main" xmlns:r="http://schemas.openxmlformats.org/officeDocument/2006/relationships" xmlns:p="http://schemas.openxmlformats.org/presentationml/2006/main">
  <p:tag name="CDT_PROT" val="2"/>
  <p:tag name="CDT_PROT_TOP" val="111,25"/>
  <p:tag name="CDT_PROT_LEFT" val="49,37504"/>
  <p:tag name="CDT_PROT_WIDTH" val="646,3749"/>
  <p:tag name="CDT_PROT_HEIGHT" val="374,25"/>
</p:tagLst>
</file>

<file path=ppt/tags/tag16.xml><?xml version="1.0" encoding="utf-8"?>
<p:tagLst xmlns:a="http://schemas.openxmlformats.org/drawingml/2006/main" xmlns:r="http://schemas.openxmlformats.org/officeDocument/2006/relationships" xmlns:p="http://schemas.openxmlformats.org/presentationml/2006/main">
  <p:tag name="CDT_PROT" val="2"/>
  <p:tag name="CDT_PROT_TOP" val="0"/>
  <p:tag name="CDT_PROT_LEFT" val="0"/>
  <p:tag name="CDT_PROT_WIDTH" val="960,5"/>
  <p:tag name="CDT_PROT_HEIGHT" val="99,87504"/>
</p:tagLst>
</file>

<file path=ppt/tags/tag1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3.xml><?xml version="1.0" encoding="utf-8"?>
<p:tagLst xmlns:a="http://schemas.openxmlformats.org/drawingml/2006/main" xmlns:r="http://schemas.openxmlformats.org/officeDocument/2006/relationships" xmlns:p="http://schemas.openxmlformats.org/presentationml/2006/main">
  <p:tag name="CDT_PROT" val="2"/>
  <p:tag name="CDT_PROT_TOP" val="0"/>
  <p:tag name="CDT_PROT_LEFT" val="0"/>
  <p:tag name="CDT_PROT_WIDTH" val="960,5"/>
  <p:tag name="CDT_PROT_HEIGHT" val="99,87504"/>
</p:tagLst>
</file>

<file path=ppt/tags/tag64.xml><?xml version="1.0" encoding="utf-8"?>
<p:tagLst xmlns:a="http://schemas.openxmlformats.org/drawingml/2006/main" xmlns:r="http://schemas.openxmlformats.org/officeDocument/2006/relationships" xmlns:p="http://schemas.openxmlformats.org/presentationml/2006/main">
  <p:tag name="CDT_PROT" val="2"/>
  <p:tag name="CDT_PROT_TOP" val="111,25"/>
  <p:tag name="CDT_PROT_LEFT" val="49,37504"/>
  <p:tag name="CDT_PROT_WIDTH" val="646,3749"/>
  <p:tag name="CDT_PROT_HEIGHT" val="374,25"/>
</p:tagLst>
</file>

<file path=ppt/tags/tag65.xml><?xml version="1.0" encoding="utf-8"?>
<p:tagLst xmlns:a="http://schemas.openxmlformats.org/drawingml/2006/main" xmlns:r="http://schemas.openxmlformats.org/officeDocument/2006/relationships" xmlns:p="http://schemas.openxmlformats.org/presentationml/2006/main">
  <p:tag name="CDT_PROT" val="2"/>
  <p:tag name="CDT_PROT_TOP" val="0"/>
  <p:tag name="CDT_PROT_LEFT" val="0"/>
  <p:tag name="CDT_PROT_WIDTH" val="960,5"/>
  <p:tag name="CDT_PROT_HEIGHT" val="99,87504"/>
</p:tagLst>
</file>

<file path=ppt/tags/tag6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5.xml><?xml version="1.0" encoding="utf-8"?>
<p:tagLst xmlns:a="http://schemas.openxmlformats.org/drawingml/2006/main" xmlns:r="http://schemas.openxmlformats.org/officeDocument/2006/relationships" xmlns:p="http://schemas.openxmlformats.org/presentationml/2006/main">
  <p:tag name="EMPOWERCHARTSPROPERTIES_A_0" val="AAAAAAH//////////wEAAAAAAAAAAAAAACoqIFRoaXMgaXMgYSBMaXRlREIgZmlsZSAqKgcDAP////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AQAAAAAAAAAAAAAAEQAAAFByb3BlcnR5RG9jdW1lbnRzAQAAAAAAAAAFAAAACQAAAF9pZD0kLl9pZAEDAAAAAAADAAAAAQADAAAAIwAAAENvbWJpSW5kZXg9JC5OYW1lICsgJ18nICsgJC5WZXJzaW9uAQQAAAAAAAQAAAABAAQAAAAAAAAAAP///////wAAAAAAAP////8AAAAAAP///////wAAAAAAAP////8AAAAAAP///////wAAAAAAAP////8AAAAAAP///////wAAAAAAAP////8AAAAAAP///////wAAAAAAAP////8AAAAAAP///////wAAAAAAAP////8AAAAAAP///////wAAAAAAAP////8AAAAAAP///////wAAAAAAAP////8AAAAAAP///////wAAAAAAAP////8AAAAAAP///////wAAAAAAAP////8AAAAAAP///////wAAAAAAAP////8AAAAAAP///////wAAAAAAAP////8AAAAAAP///////wAAAAAAAP////8AAAAAAP///////wAAAAAAAP////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EBAQEBAQEBAQEBAQEBAQEAAAAAAAAAAwAAAAMAAAAA/////wMAgAwAAAAAAAAAAAAAIAD///////////////8AAAD///////////////8DAAAAAgD///////////////////////////////////////////////////////////////////////////////////////////////////////////////////////////////////////////////////////////////////////////////////////////////////////////////////////////////////////////////////////////////////////////////////////////////////////////////////////////////////////////////////////////////////////////////////////////////////////////////////////////////////////////////////////////////////////////////////////////////////////////////8BACAA////////////////AAAO////////AwAAAAIA////////////////////////////////////////////////////////////////////////////////////////////////////////////////////////////////////////////////////////////////////////////////////////////////////////////////////////////////////////////////////////////////////////////////////////////////////////////////////////////////////////////////////////////////////////////////////////////////////////////////////////////////////////////////////////////////////////////////////////////////////////////////////////AgABAP///////wQAAAACABAAC2iwMDcailBEpNeZC3cfnIIFAAAAAAADAAAAAAADAAAAA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DAAAAAP////8DAIQMAAAAAAAAAAAAACAB////////////////AAAA////////////////BAAAAAIA////////////////////////////////////////////////////////////////////////////////////////////////////////////////////////////////////////////////////////////////////////////////////////////////////////////////////////////////////////////////////////////////////////////////////////////////////////////////////////////////////////////////////////////////////////////////////////////////////////////////////////////////////////////////////////////////////////////////////////////////////////////////AQAgAf///////////////wAADv///////wQAAAACAP///////////////////////////////////////////////////////////////////////////////////////////////////////////////////////////////////////////////////////////////////////////////////////////////////////////////////////////////////////////////////////////////////////////////////////////////////////////////////////////////////////////////////////////////////////////////////////////////////////////////////////////////////////////////////////////////////////////////////////////////////////////////////////wIAAQEDAAAAAgD///////8MAAZQZXJzb25hbElkXzAFAAAAAAAEAAAAAAAEAAAAA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BAAAAAD/////AQBvDwAAAAAAAAAAAAD/////cABwAAAABV9pZAAQAAAABGiwMDcailBEpNeZC3cfnIIDRGF0YQAWAAAAAlBlcnNvbmFsSWQAAQAAAAAAAk5hbWUACwAAAFBlcnNvbmFsSWQAEFZlcnNpb24AAAAAAAlMYXN0V3JpdGUAq1W9tJIB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
  <p:tag name="EMPOWERCHARTSPROPERTIES_SLOT" val="A"/>
  <p:tag name="EMPOWERCHARTSPROPERTIES_LASTWRITEDATE" val="638652059601522569"/>
  <p:tag name="EMPOWERCHARTSPROPERTIES_A_LENGTH" val="24576"/>
  <p:tag name="RUNTIME_ID" val="c177c028-dc46-4f93-bc62-8b5ea8cf3984"/>
</p:tagLst>
</file>

<file path=ppt/tags/tag86.xml><?xml version="1.0" encoding="utf-8"?>
<p:tagLst xmlns:a="http://schemas.openxmlformats.org/drawingml/2006/main" xmlns:r="http://schemas.openxmlformats.org/officeDocument/2006/relationships" xmlns:p="http://schemas.openxmlformats.org/presentationml/2006/main">
  <p:tag name="EMPOWERCHARTSPROPERTIES_A_0" val="AAAAAAH//////////wEAAAAAAAAAAAAAACoqIFRoaXMgaXMgYSBMaXRlREIgZmlsZSAqKgcDAP////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AQAAAAAAAAAAAAAAEQAAAFByb3BlcnR5RG9jdW1lbnRzAQAAAAAAAAAFAAAACQAAAF9pZD0kLl9pZAEDAAAAAAADAAAAAQADAAAAIwAAAENvbWJpSW5kZXg9JC5OYW1lICsgJ18nICsgJC5WZXJzaW9uAQQAAAAAAAQAAAABAAQAAAAAAAAAAP///////wAAAAAAAP////8AAAAAAP///////wAAAAAAAP////8AAAAAAP///////wAAAAAAAP////8AAAAAAP///////wAAAAAAAP////8AAAAAAP///////wAAAAAAAP////8AAAAAAP///////wAAAAAAAP////8AAAAAAP///////wAAAAAAAP////8AAAAAAP///////wAAAAAAAP////8AAAAAAP///////wAAAAAAAP////8AAAAAAP///////wAAAAAAAP////8AAAAAAP///////wAAAAAAAP////8AAAAAAP///////wAAAAAAAP////8AAAAAAP///////wAAAAAAAP////8AAAAAAP///////wAAAAAAAP////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wEBAQEBAQEBAQEBAQEBAQEAAAAAAAAAAwAAAAMAAAAA/////wMAaAwAAAAAAAAAAAAAIAD///////////////8AAAD///////////////8DAAAAAgD///////8DAAAAAgD///////8DAAAAAgD///////////////////////////////////////////////////////////////////////////////////////////////////////////////////////////////////////////////////////////////////////////////////////////////////////////////////////////////////////////////////////////////////////////////////////////////////////////////////////////////////////////////////////////////////////////////////////////////////////////////////////////////////////////////////////////////////////////////8BACAA////////////////AAAO////////AwAAAAIA////////////////////////////////////////////////////////////////////////////////////////////////////////////////////////////////////////////////////////////////////////////////////////////////////////////////////////////////////////////////////////////////////////////////////////////////////////////////////////////////////////////////////////////////////////////////////////////////////////////////////////////////////////////////////////////////////////////////////////////////////////////////////////AgADAP///////wQAAAACABAAC+6xxucNKj9GsLLGnF5J6KkFAAAAAAADAAAAAAADAAAAAQADAAAAAAD///////8DAAAAAAD///////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DAAAAAP////8DAIQMAAAAAAAAAAAAACAB////////////////AAAA////////////////BAAAAAIA////////////////////////////////////////////////////////////////////////////////////////////////////////////////////////////////////////////////////////////////////////////////////////////////////////////////////////////////////////////////////////////////////////////////////////////////////////////////////////////////////////////////////////////////////////////////////////////////////////////////////////////////////////////////////////////////////////////////////////////////////////////////AQAgAf///////////////wAADv///////wQAAAACAP///////////////////////////////////////////////////////////////////////////////////////////////////////////////////////////////////////////////////////////////////////////////////////////////////////////////////////////////////////////////////////////////////////////////////////////////////////////////////////////////////////////////////////////////////////////////////////////////////////////////////////////////////////////////////////////////////////////////////////////////////////////////////////wIAAQEDAAAAAgD///////8MAAZQZXJzb25hbElkXzAFAAAAAAAEAAAAAAAEAAAAA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BAAAAAD/////AQBvDwAAAAAAAAAAAAD/////cABwAAAABV9pZAAQAAAABO6xxucNKj9GsLLGnF5J6KkDRGF0YQAWAAAAAlBlcnNvbmFsSWQAAQAAAAAAAk5hbWUACwAAAFBlcnNvbmFsSWQAEFZlcnNpb24AAAAAAAlMYXN0V3JpdGUAXla9tJIB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
  <p:tag name="EMPOWERCHARTSPROPERTIES_SLOT" val="A"/>
  <p:tag name="EMPOWERCHARTSPROPERTIES_LASTWRITEDATE" val="638652059603087722"/>
  <p:tag name="EMPOWERCHARTSPROPERTIES_A_LENGTH" val="24576"/>
  <p:tag name="RUNTIME_ID" val="af73c6c3-7c57-46bf-85a2-ce323945b59f"/>
</p:tagLst>
</file>

<file path=ppt/tags/tag87.xml><?xml version="1.0" encoding="utf-8"?>
<p:tagLst xmlns:a="http://schemas.openxmlformats.org/drawingml/2006/main" xmlns:r="http://schemas.openxmlformats.org/officeDocument/2006/relationships" xmlns:p="http://schemas.openxmlformats.org/presentationml/2006/main">
  <p:tag name="EMPOWERCHARTSPROPERTIES_A_0" val="AAAAAAH//////////wEAAAAAAAAAAAAAACoqIFRoaXMgaXMgYSBMaXRlREIgZmlsZSAqKgcDAP////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AQAAAAAAAAAAAAAAEQAAAFByb3BlcnR5RG9jdW1lbnRzAQAAAAAAAAAFAAAACQAAAF9pZD0kLl9pZAEDAAAAAAADAAAAAQADAAAAIwAAAENvbWJpSW5kZXg9JC5OYW1lICsgJ18nICsgJC5WZXJzaW9uAQQAAAAAAAQAAAABAAQAAAAAAAAAAP///////wAAAAAAAP////8AAAAAAP///////wAAAAAAAP////8AAAAAAP///////wAAAAAAAP////8AAAAAAP///////wAAAAAAAP////8AAAAAAP///////wAAAAAAAP////8AAAAAAP///////wAAAAAAAP////8AAAAAAP///////wAAAAAAAP////8AAAAAAP///////wAAAAAAAP////8AAAAAAP///////wAAAAAAAP////8AAAAAAP///////wAAAAAAAP////8AAAAAAP///////wAAAAAAAP////8AAAAAAP///////wAAAAAAAP////8AAAAAAP///////wAAAAAAAP////8AAAAAAP///////wAAAAAAAP////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gIBAQEBAQEBAQEBAQEBAQEAAAAAAAAAAwAAAAMAAAAA/////wMAdAwAAAAAAAAAAAAAIAD///////////////8AAAD///////////////8DAAAAAgD///////8DAAAAAgD///////////////////////////////////////////////////////////////////////////////////////////////////////////////////////////////////////////////////////////////////////////////////////////////////////////////////////////////////////////////////////////////////////////////////////////////////////////////////////////////////////////////////////////////////////////////////////////////////////////////////////////////////////////////////////////////////////////////////////////////8BACAA////////////////AAAO////////AwAAAAIA////////////////////////////////////////////////////////////////////////////////////////////////////////////////////////////////////////////////////////////////////////////////////////////////////////////////////////////////////////////////////////////////////////////////////////////////////////////////////////////////////////////////////////////////////////////////////////////////////////////////////////////////////////////////////////////////////////////////////////////////////////////////////////AgACAP///////wQAAAACABAAC86FrY3ASZdIiB2Pw1EL48MFAAAAAAADAAAAAAADAAAAAQADAAAAAAD///////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DAAAAAP////8DAHgMAAAAAAAAAAAAACAB////////////////AAAA////////////////BAAAAAIA////////BAAAAAIA////////////////////////////////////////////////////////////////////////////////////////////////////////////////////////////////////////////////////////////////////////////////////////////////////////////////////////////////////////////////////////////////////////////////////////////////////////////////////////////////////////////////////////////////////////////////////////////////////////////////////////////////////////////////////////////////////////////////////////////////AQAgAf///////////////wAADv///////wQAAAACAP///////////////////////////////////////////////////////////////////////////////////////////////////////////////////////////////////////////////////////////////////////////////////////////////////////////////////////////////////////////////////////////////////////////////////////////////////////////////////////////////////////////////////////////////////////////////////////////////////////////////////////////////////////////////////////////////////////////////////////////////////////////////////////wIAAgEDAAAAAgD///////8MAAZQZXJzb25hbElkXzAFAAAAAAAEAAAAAAAEAAAAAQAEAAAAAAD///////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BAAAAAD/////AQBvDwAAAAAAAAAAAAD/////cABwAAAABV9pZAAQAAAABM6FrY3ASZdIiB2Pw1EL48MDRGF0YQAWAAAAAlBlcnNvbmFsSWQAAQAAAAAAAk5hbWUACwAAAFBlcnNvbmFsSWQAEFZlcnNpb24AAAAAAAlMYXN0V3JpdGUAhVa9tJIB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
  <p:tag name="EMPOWERCHARTSPROPERTIES_SLOT" val="A"/>
  <p:tag name="EMPOWERCHARTSPROPERTIES_LASTWRITEDATE" val="638652059603477392"/>
  <p:tag name="EMPOWERCHARTSPROPERTIES_A_LENGTH" val="24576"/>
  <p:tag name="RUNTIME_ID" val="2c3b976b-67c3-4a43-81d5-bdc1b91cd057"/>
</p:tagLst>
</file>

<file path=ppt/tags/tag88.xml><?xml version="1.0" encoding="utf-8"?>
<p:tagLst xmlns:a="http://schemas.openxmlformats.org/drawingml/2006/main" xmlns:r="http://schemas.openxmlformats.org/officeDocument/2006/relationships" xmlns:p="http://schemas.openxmlformats.org/presentationml/2006/main">
  <p:tag name="EMPOWERCHARTSPROPERTIES_A_0" val="AAAAAAH//////////wEAAAAAAAAAAAAAACoqIFRoaXMgaXMgYSBMaXRlREIgZmlsZSAqKgcDAP////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AQAAAAAAAAAAAAAAEQAAAFByb3BlcnR5RG9jdW1lbnRzAQAAAAAAAAAFAAAACQAAAF9pZD0kLl9pZAEDAAAAAAADAAAAAQADAAAAIwAAAENvbWJpSW5kZXg9JC5OYW1lICsgJ18nICsgJC5WZXJzaW9uAQQAAAAAAAQAAAABAAQAAAAAAAAAAP///////wAAAAAAAP////8AAAAAAP///////wAAAAAAAP////8AAAAAAP///////wAAAAAAAP////8AAAAAAP///////wAAAAAAAP////8AAAAAAP///////wAAAAAAAP////8AAAAAAP///////wAAAAAAAP////8AAAAAAP///////wAAAAAAAP////8AAAAAAP///////wAAAAAAAP////8AAAAAAP///////wAAAAAAAP////8AAAAAAP///////wAAAAAAAP////8AAAAAAP///////wAAAAAAAP////8AAAAAAP///////wAAAAAAAP////8AAAAAAP///////wAAAAAAAP////8AAAAAAP///////wAAAAAAAP////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EBAQEBAQEBAQEBAQEBAQEAAAAAAAAAAwAAAAMAAAAA/////wMAgAwAAAAAAAAAAAAAIAD///////////////8AAAD///////////////8DAAAAAgD///////////////////////////////////////////////////////////////////////////////////////////////////////////////////////////////////////////////////////////////////////////////////////////////////////////////////////////////////////////////////////////////////////////////////////////////////////////////////////////////////////////////////////////////////////////////////////////////////////////////////////////////////////////////////////////////////////////////////////////////////////////////8BACAA////////////////AAAO////////AwAAAAIA////////////////////////////////////////////////////////////////////////////////////////////////////////////////////////////////////////////////////////////////////////////////////////////////////////////////////////////////////////////////////////////////////////////////////////////////////////////////////////////////////////////////////////////////////////////////////////////////////////////////////////////////////////////////////////////////////////////////////////////////////////////////////////AgABAP///////wQAAAACABAACwR1c+JZwudHsXgPuIcdqxMFAAAAAAADAAAAAAADAAAAA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DAAAAAP////8DAIQMAAAAAAAAAAAAACAB////////////////AAAA////////////////BAAAAAIA////////////////////////////////////////////////////////////////////////////////////////////////////////////////////////////////////////////////////////////////////////////////////////////////////////////////////////////////////////////////////////////////////////////////////////////////////////////////////////////////////////////////////////////////////////////////////////////////////////////////////////////////////////////////////////////////////////////////////////////////////////////////AQAgAf///////////////wAADv///////wQAAAACAP///////////////////////////////////////////////////////////////////////////////////////////////////////////////////////////////////////////////////////////////////////////////////////////////////////////////////////////////////////////////////////////////////////////////////////////////////////////////////////////////////////////////////////////////////////////////////////////////////////////////////////////////////////////////////////////////////////////////////////////////////////////////////////wIAAQEDAAAAAgD///////8MAAZQZXJzb25hbElkXzAFAAAAAAAEAAAAAAAEAAAAA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BAAAAAD/////AQBvDwAAAAAAAAAAAAD/////cABwAAAABV9pZAAQAAAABAR1c+JZwudHsXgPuIcdqxMDRGF0YQAWAAAAAlBlcnNvbmFsSWQAAQAAAAAAAk5hbWUACwAAAFBlcnNvbmFsSWQAEFZlcnNpb24AAAAAAAlMYXN0V3JpdGUArFa9tJIB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
  <p:tag name="EMPOWERCHARTSPROPERTIES_SLOT" val="A"/>
  <p:tag name="EMPOWERCHARTSPROPERTIES_LASTWRITEDATE" val="638652059603887518"/>
  <p:tag name="EMPOWERCHARTSPROPERTIES_A_LENGTH" val="24576"/>
  <p:tag name="RUNTIME_ID" val="7b10ab08-881d-4060-961d-5d6d10f38006"/>
</p:tagLst>
</file>

<file path=ppt/tags/tag89.xml><?xml version="1.0" encoding="utf-8"?>
<p:tagLst xmlns:a="http://schemas.openxmlformats.org/drawingml/2006/main" xmlns:r="http://schemas.openxmlformats.org/officeDocument/2006/relationships" xmlns:p="http://schemas.openxmlformats.org/presentationml/2006/main">
  <p:tag name="EMPOWERCHARTSPROPERTIES_A_0" val="AAAAAAH//////////wEAAAAAAAAAAAAAACoqIFRoaXMgaXMgYSBMaXRlREIgZmlsZSAqKgcDAP////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AQAAAAAAAAAAAAAAEQAAAFByb3BlcnR5RG9jdW1lbnRzAQAAAAAAAAAFAAAACQAAAF9pZD0kLl9pZAEDAAAAAAADAAAAAQADAAAAIwAAAENvbWJpSW5kZXg9JC5OYW1lICsgJ18nICsgJC5WZXJzaW9uAQQAAAAAAAQAAAABAAQAAAAAAAAAAP///////wAAAAAAAP////8AAAAAAP///////wAAAAAAAP////8AAAAAAP///////wAAAAAAAP////8AAAAAAP///////wAAAAAAAP////8AAAAAAP///////wAAAAAAAP////8AAAAAAP///////wAAAAAAAP////8AAAAAAP///////wAAAAAAAP////8AAAAAAP///////wAAAAAAAP////8AAAAAAP///////wAAAAAAAP////8AAAAAAP///////wAAAAAAAP////8AAAAAAP///////wAAAAAAAP////8AAAAAAP///////wAAAAAAAP////8AAAAAAP///////wAAAAAAAP////8AAAAAAP///////wAAAAAAAP////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EBAQEBAQEBAQEBAQEBAQEAAAAAAAAAAwAAAAMAAAAA/////wMAgAwAAAAAAAAAAAAAIAD///////////////8AAAD///////////////8DAAAAAgD///////////////////////////////////////////////////////////////////////////////////////////////////////////////////////////////////////////////////////////////////////////////////////////////////////////////////////////////////////////////////////////////////////////////////////////////////////////////////////////////////////////////////////////////////////////////////////////////////////////////////////////////////////////////////////////////////////////////////////////////////////////////8BACAA////////////////AAAO////////AwAAAAIA////////////////////////////////////////////////////////////////////////////////////////////////////////////////////////////////////////////////////////////////////////////////////////////////////////////////////////////////////////////////////////////////////////////////////////////////////////////////////////////////////////////////////////////////////////////////////////////////////////////////////////////////////////////////////////////////////////////////////////////////////////////////////////AgABAP///////wQAAAACABAACwR1c+JZwudHsXgPuIcdqxMFAAAAAAADAAAAAAADAAAAA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DAAAAAP////8DAIQMAAAAAAAAAAAAACAB////////////////AAAA////////////////BAAAAAIA////////////////////////////////////////////////////////////////////////////////////////////////////////////////////////////////////////////////////////////////////////////////////////////////////////////////////////////////////////////////////////////////////////////////////////////////////////////////////////////////////////////////////////////////////////////////////////////////////////////////////////////////////////////////////////////////////////////////////////////////////////////////AQAgAf///////////////wAADv///////wQAAAACAP///////////////////////////////////////////////////////////////////////////////////////////////////////////////////////////////////////////////////////////////////////////////////////////////////////////////////////////////////////////////////////////////////////////////////////////////////////////////////////////////////////////////////////////////////////////////////////////////////////////////////////////////////////////////////////////////////////////////////////////////////////////////////////wIAAQEDAAAAAgD///////8MAAZQZXJzb25hbElkXzAFAAAAAAAEAAAAAAAEAAAAA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BAAAAAD/////AQBvDwAAAAAAAAAAAAD/////cABwAAAABV9pZAAQAAAABAR1c+JZwudHsXgPuIcdqxMDRGF0YQAWAAAAAlBlcnNvbmFsSWQAAQAAAAAAAk5hbWUACwAAAFBlcnNvbmFsSWQAEFZlcnNpb24AAAAAAAlMYXN0V3JpdGUArFa9tJIB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
  <p:tag name="EMPOWERCHARTSPROPERTIES_SLOT" val="A"/>
  <p:tag name="EMPOWERCHARTSPROPERTIES_LASTWRITEDATE" val="638652059603887518"/>
  <p:tag name="EMPOWERCHARTSPROPERTIES_A_LENGTH" val="24576"/>
  <p:tag name="RUNTIME_ID" val="7b10ab08-881d-4060-961d-5d6d10f38006"/>
</p:tagLst>
</file>

<file path=ppt/tags/tag90.xml><?xml version="1.0" encoding="utf-8"?>
<p:tagLst xmlns:a="http://schemas.openxmlformats.org/drawingml/2006/main" xmlns:r="http://schemas.openxmlformats.org/officeDocument/2006/relationships" xmlns:p="http://schemas.openxmlformats.org/presentationml/2006/main">
  <p:tag name="EMPOWERCHARTSPROPERTIES_A_0" val="AAAAAAH//////////wEAAAAAAAAAAAAAACoqIFRoaXMgaXMgYSBMaXRlREIgZmlsZSAqKgcDAP////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AQAAAAAAAAAAAAAAEQAAAFByb3BlcnR5RG9jdW1lbnRzAQAAAAAAAAAFAAAACQAAAF9pZD0kLl9pZAEDAAAAAAADAAAAAQADAAAAIwAAAENvbWJpSW5kZXg9JC5OYW1lICsgJ18nICsgJC5WZXJzaW9uAQQAAAAAAAQAAAABAAQAAAAAAAAAAP///////wAAAAAAAP////8AAAAAAP///////wAAAAAAAP////8AAAAAAP///////wAAAAAAAP////8AAAAAAP///////wAAAAAAAP////8AAAAAAP///////wAAAAAAAP////8AAAAAAP///////wAAAAAAAP////8AAAAAAP///////wAAAAAAAP////8AAAAAAP///////wAAAAAAAP////8AAAAAAP///////wAAAAAAAP////8AAAAAAP///////wAAAAAAAP////8AAAAAAP///////wAAAAAAAP////8AAAAAAP///////wAAAAAAAP////8AAAAAAP///////wAAAAAAAP////8AAAAAAP///////wAAAAAAAP////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EBAQEBAQEBAQEBAQEBAQEAAAAAAAAAAwAAAAMAAAAA/////wMAgAwAAAAAAAAAAAAAIAD///////////////8AAAD///////////////8DAAAAAgD///////////////////////////////////////////////////////////////////////////////////////////////////////////////////////////////////////////////////////////////////////////////////////////////////////////////////////////////////////////////////////////////////////////////////////////////////////////////////////////////////////////////////////////////////////////////////////////////////////////////////////////////////////////////////////////////////////////////////////////////////////////////8BACAA////////////////AAAO////////AwAAAAIA////////////////////////////////////////////////////////////////////////////////////////////////////////////////////////////////////////////////////////////////////////////////////////////////////////////////////////////////////////////////////////////////////////////////////////////////////////////////////////////////////////////////////////////////////////////////////////////////////////////////////////////////////////////////////////////////////////////////////////////////////////////////////////AgABAP///////wQAAAACABAACwR1c+JZwudHsXgPuIcdqxMFAAAAAAADAAAAAAADAAAAA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DAAAAAP////8DAIQMAAAAAAAAAAAAACAB////////////////AAAA////////////////BAAAAAIA////////////////////////////////////////////////////////////////////////////////////////////////////////////////////////////////////////////////////////////////////////////////////////////////////////////////////////////////////////////////////////////////////////////////////////////////////////////////////////////////////////////////////////////////////////////////////////////////////////////////////////////////////////////////////////////////////////////////////////////////////////////////AQAgAf///////////////wAADv///////wQAAAACAP///////////////////////////////////////////////////////////////////////////////////////////////////////////////////////////////////////////////////////////////////////////////////////////////////////////////////////////////////////////////////////////////////////////////////////////////////////////////////////////////////////////////////////////////////////////////////////////////////////////////////////////////////////////////////////////////////////////////////////////////////////////////////////wIAAQEDAAAAAgD///////8MAAZQZXJzb25hbElkXzAFAAAAAAAEAAAAAAAEAAAAA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BAAAAAD/////AQBvDwAAAAAAAAAAAAD/////cABwAAAABV9pZAAQAAAABAR1c+JZwudHsXgPuIcdqxMDRGF0YQAWAAAAAlBlcnNvbmFsSWQAAQAAAAAAAk5hbWUACwAAAFBlcnNvbmFsSWQAEFZlcnNpb24AAAAAAAlMYXN0V3JpdGUArFa9tJIB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
  <p:tag name="EMPOWERCHARTSPROPERTIES_SLOT" val="A"/>
  <p:tag name="EMPOWERCHARTSPROPERTIES_LASTWRITEDATE" val="638652059603887518"/>
  <p:tag name="EMPOWERCHARTSPROPERTIES_A_LENGTH" val="24576"/>
  <p:tag name="RUNTIME_ID" val="7b10ab08-881d-4060-961d-5d6d10f38006"/>
</p:tagLst>
</file>

<file path=ppt/tags/tag91.xml><?xml version="1.0" encoding="utf-8"?>
<p:tagLst xmlns:a="http://schemas.openxmlformats.org/drawingml/2006/main" xmlns:r="http://schemas.openxmlformats.org/officeDocument/2006/relationships" xmlns:p="http://schemas.openxmlformats.org/presentationml/2006/main">
  <p:tag name="EMPOWERCHARTSPROPERTIES_A_0" val="AAAAAAH//////////wEAAAAAAAAAAAAAACoqIFRoaXMgaXMgYSBMaXRlREIgZmlsZSAqKgcDAP////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AQAAAAAAAAAAAAAAEQAAAFByb3BlcnR5RG9jdW1lbnRzAQAAAAAAAAAFAAAACQAAAF9pZD0kLl9pZAEDAAAAAAADAAAAAQADAAAAIwAAAENvbWJpSW5kZXg9JC5OYW1lICsgJ18nICsgJC5WZXJzaW9uAQQAAAAAAAQAAAABAAQAAAAAAAAAAP///////wAAAAAAAP////8AAAAAAP///////wAAAAAAAP////8AAAAAAP///////wAAAAAAAP////8AAAAAAP///////wAAAAAAAP////8AAAAAAP///////wAAAAAAAP////8AAAAAAP///////wAAAAAAAP////8AAAAAAP///////wAAAAAAAP////8AAAAAAP///////wAAAAAAAP////8AAAAAAP///////wAAAAAAAP////8AAAAAAP///////wAAAAAAAP////8AAAAAAP///////wAAAAAAAP////8AAAAAAP///////wAAAAAAAP////8AAAAAAP///////wAAAAAAAP////8AAAAAAP///////wAAAAAAAP////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wEBAQEBAQEBAQEBAQEBAQEAAAAAAAAAAwAAAAMAAAAA/////wMAaAwAAAAAAAAAAAAAIAD///////////////8AAAD///////////////8DAAAAAgD///////8DAAAAAgD///////8DAAAAAgD///////////////////////////////////////////////////////////////////////////////////////////////////////////////////////////////////////////////////////////////////////////////////////////////////////////////////////////////////////////////////////////////////////////////////////////////////////////////////////////////////////////////////////////////////////////////////////////////////////////////////////////////////////////////////////////////////////////////8BACAA////////////////AAAO////////AwAAAAIA////////////////////////////////////////////////////////////////////////////////////////////////////////////////////////////////////////////////////////////////////////////////////////////////////////////////////////////////////////////////////////////////////////////////////////////////////////////////////////////////////////////////////////////////////////////////////////////////////////////////////////////////////////////////////////////////////////////////////////////////////////////////////////AgADAP///////wQAAAACABAAC+6xxucNKj9GsLLGnF5J6KkFAAAAAAADAAAAAAADAAAAAQADAAAAAAD///////8DAAAAAAD///////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DAAAAAP////8DAIQMAAAAAAAAAAAAACAB////////////////AAAA////////////////BAAAAAIA////////////////////////////////////////////////////////////////////////////////////////////////////////////////////////////////////////////////////////////////////////////////////////////////////////////////////////////////////////////////////////////////////////////////////////////////////////////////////////////////////////////////////////////////////////////////////////////////////////////////////////////////////////////////////////////////////////////////////////////////////////////////AQAgAf///////////////wAADv///////wQAAAACAP///////////////////////////////////////////////////////////////////////////////////////////////////////////////////////////////////////////////////////////////////////////////////////////////////////////////////////////////////////////////////////////////////////////////////////////////////////////////////////////////////////////////////////////////////////////////////////////////////////////////////////////////////////////////////////////////////////////////////////////////////////////////////////wIAAQEDAAAAAgD///////8MAAZQZXJzb25hbElkXzAFAAAAAAAEAAAAAAAEAAAAA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BAAAAAD/////AQBvDwAAAAAAAAAAAAD/////cABwAAAABV9pZAAQAAAABO6xxucNKj9GsLLGnF5J6KkDRGF0YQAWAAAAAlBlcnNvbmFsSWQAAQAAAAAAAk5hbWUACwAAAFBlcnNvbmFsSWQAEFZlcnNpb24AAAAAAAlMYXN0V3JpdGUAXla9tJIB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
  <p:tag name="EMPOWERCHARTSPROPERTIES_SLOT" val="A"/>
  <p:tag name="EMPOWERCHARTSPROPERTIES_LASTWRITEDATE" val="638652059603087722"/>
  <p:tag name="EMPOWERCHARTSPROPERTIES_A_LENGTH" val="24576"/>
  <p:tag name="RUNTIME_ID" val="af73c6c3-7c57-46bf-85a2-ce323945b59f"/>
</p:tagLst>
</file>

<file path=ppt/tags/tag92.xml><?xml version="1.0" encoding="utf-8"?>
<p:tagLst xmlns:a="http://schemas.openxmlformats.org/drawingml/2006/main" xmlns:r="http://schemas.openxmlformats.org/officeDocument/2006/relationships" xmlns:p="http://schemas.openxmlformats.org/presentationml/2006/main">
  <p:tag name="EMPOWERCHARTSPROPERTIES_A_0" val="AAAAAAH//////////wEAAAAAAAAAAAAAACoqIFRoaXMgaXMgYSBMaXRlREIgZmlsZSAqKgcDAP////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AQAAAAAAAAAAAAAAEQAAAFByb3BlcnR5RG9jdW1lbnRzAQAAAAAAAAAFAAAACQAAAF9pZD0kLl9pZAEDAAAAAAADAAAAAQADAAAAIwAAAENvbWJpSW5kZXg9JC5OYW1lICsgJ18nICsgJC5WZXJzaW9uAQQAAAAAAAQAAAABAAQAAAAAAAAAAP///////wAAAAAAAP////8AAAAAAP///////wAAAAAAAP////8AAAAAAP///////wAAAAAAAP////8AAAAAAP///////wAAAAAAAP////8AAAAAAP///////wAAAAAAAP////8AAAAAAP///////wAAAAAAAP////8AAAAAAP///////wAAAAAAAP////8AAAAAAP///////wAAAAAAAP////8AAAAAAP///////wAAAAAAAP////8AAAAAAP///////wAAAAAAAP////8AAAAAAP///////wAAAAAAAP////8AAAAAAP///////wAAAAAAAP////8AAAAAAP///////wAAAAAAAP////8AAAAAAP///////wAAAAAAAP////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wEBAQEBAQEBAQEBAQEBAQEAAAAAAAAAAwAAAAMAAAAA/////wMAaAwAAAAAAAAAAAAAIAD///////////////8AAAD///////////////8DAAAAAgD///////8DAAAAAgD///////8DAAAAAgD///////////////////////////////////////////////////////////////////////////////////////////////////////////////////////////////////////////////////////////////////////////////////////////////////////////////////////////////////////////////////////////////////////////////////////////////////////////////////////////////////////////////////////////////////////////////////////////////////////////////////////////////////////////////////////////////////////////////8BACAA////////////////AAAO////////AwAAAAIA////////////////////////////////////////////////////////////////////////////////////////////////////////////////////////////////////////////////////////////////////////////////////////////////////////////////////////////////////////////////////////////////////////////////////////////////////////////////////////////////////////////////////////////////////////////////////////////////////////////////////////////////////////////////////////////////////////////////////////////////////////////////////////AgADAP///////wQAAAACABAAC+6xxucNKj9GsLLGnF5J6KkFAAAAAAADAAAAAAADAAAAAQADAAAAAAD///////8DAAAAAAD///////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DAAAAAP////8DAIQMAAAAAAAAAAAAACAB////////////////AAAA////////////////BAAAAAIA////////////////////////////////////////////////////////////////////////////////////////////////////////////////////////////////////////////////////////////////////////////////////////////////////////////////////////////////////////////////////////////////////////////////////////////////////////////////////////////////////////////////////////////////////////////////////////////////////////////////////////////////////////////////////////////////////////////////////////////////////////////////AQAgAf///////////////wAADv///////wQAAAACAP///////////////////////////////////////////////////////////////////////////////////////////////////////////////////////////////////////////////////////////////////////////////////////////////////////////////////////////////////////////////////////////////////////////////////////////////////////////////////////////////////////////////////////////////////////////////////////////////////////////////////////////////////////////////////////////////////////////////////////////////////////////////////////wIAAQEDAAAAAgD///////8MAAZQZXJzb25hbElkXzAFAAAAAAAEAAAAAAAEAAAAA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BAAAAAD/////AQBvDwAAAAAAAAAAAAD/////cABwAAAABV9pZAAQAAAABO6xxucNKj9GsLLGnF5J6KkDRGF0YQAWAAAAAlBlcnNvbmFsSWQAAQAAAAAAAk5hbWUACwAAAFBlcnNvbmFsSWQAEFZlcnNpb24AAAAAAAlMYXN0V3JpdGUAXla9tJIB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
  <p:tag name="EMPOWERCHARTSPROPERTIES_SLOT" val="A"/>
  <p:tag name="EMPOWERCHARTSPROPERTIES_LASTWRITEDATE" val="638652059603087722"/>
  <p:tag name="EMPOWERCHARTSPROPERTIES_A_LENGTH" val="24576"/>
  <p:tag name="RUNTIME_ID" val="af73c6c3-7c57-46bf-85a2-ce323945b59f"/>
</p:tagLst>
</file>

<file path=ppt/tags/tag93.xml><?xml version="1.0" encoding="utf-8"?>
<p:tagLst xmlns:a="http://schemas.openxmlformats.org/drawingml/2006/main" xmlns:r="http://schemas.openxmlformats.org/officeDocument/2006/relationships" xmlns:p="http://schemas.openxmlformats.org/presentationml/2006/main">
  <p:tag name="EMPOWERCHARTSPROPERTIES_A_0" val="AAAAAAH//////////wEAAAAAAAAAAAAAACoqIFRoaXMgaXMgYSBMaXRlREIgZmlsZSAqKgcDAP////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AQAAAAAAAAAAAAAAEQAAAFByb3BlcnR5RG9jdW1lbnRzAQAAAAAAAAAFAAAACQAAAF9pZD0kLl9pZAEDAAAAAAADAAAAAQADAAAAIwAAAENvbWJpSW5kZXg9JC5OYW1lICsgJ18nICsgJC5WZXJzaW9uAQQAAAAAAAQAAAABAAQAAAAAAAAAAP///////wAAAAAAAP////8AAAAAAP///////wAAAAAAAP////8AAAAAAP///////wAAAAAAAP////8AAAAAAP///////wAAAAAAAP////8AAAAAAP///////wAAAAAAAP////8AAAAAAP///////wAAAAAAAP////8AAAAAAP///////wAAAAAAAP////8AAAAAAP///////wAAAAAAAP////8AAAAAAP///////wAAAAAAAP////8AAAAAAP///////wAAAAAAAP////8AAAAAAP///////wAAAAAAAP////8AAAAAAP///////wAAAAAAAP////8AAAAAAP///////wAAAAAAAP////8AAAAAAP///////wAAAAAAAP////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wEBAQEBAQEBAQEBAQEBAQEAAAAAAAAAAwAAAAMAAAAA/////wMAaAwAAAAAAAAAAAAAIAD///////////////8AAAD///////////////8DAAAAAgD///////8DAAAAAgD///////8DAAAAAgD///////////////////////////////////////////////////////////////////////////////////////////////////////////////////////////////////////////////////////////////////////////////////////////////////////////////////////////////////////////////////////////////////////////////////////////////////////////////////////////////////////////////////////////////////////////////////////////////////////////////////////////////////////////////////////////////////////////////8BACAA////////////////AAAO////////AwAAAAIA////////////////////////////////////////////////////////////////////////////////////////////////////////////////////////////////////////////////////////////////////////////////////////////////////////////////////////////////////////////////////////////////////////////////////////////////////////////////////////////////////////////////////////////////////////////////////////////////////////////////////////////////////////////////////////////////////////////////////////////////////////////////////////AgADAP///////wQAAAACABAAC+6xxucNKj9GsLLGnF5J6KkFAAAAAAADAAAAAAADAAAAAQADAAAAAAD///////8DAAAAAAD///////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DAAAAAP////8DAIQMAAAAAAAAAAAAACAB////////////////AAAA////////////////BAAAAAIA////////////////////////////////////////////////////////////////////////////////////////////////////////////////////////////////////////////////////////////////////////////////////////////////////////////////////////////////////////////////////////////////////////////////////////////////////////////////////////////////////////////////////////////////////////////////////////////////////////////////////////////////////////////////////////////////////////////////////////////////////////////////AQAgAf///////////////wAADv///////wQAAAACAP///////////////////////////////////////////////////////////////////////////////////////////////////////////////////////////////////////////////////////////////////////////////////////////////////////////////////////////////////////////////////////////////////////////////////////////////////////////////////////////////////////////////////////////////////////////////////////////////////////////////////////////////////////////////////////////////////////////////////////////////////////////////////////wIAAQEDAAAAAgD///////8MAAZQZXJzb25hbElkXzAFAAAAAAAEAAAAAAAEAAAAA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BAAAAAD/////AQBvDwAAAAAAAAAAAAD/////cABwAAAABV9pZAAQAAAABO6xxucNKj9GsLLGnF5J6KkDRGF0YQAWAAAAAlBlcnNvbmFsSWQAAQAAAAAAAk5hbWUACwAAAFBlcnNvbmFsSWQAEFZlcnNpb24AAAAAAAlMYXN0V3JpdGUAXla9tJIB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
  <p:tag name="EMPOWERCHARTSPROPERTIES_SLOT" val="A"/>
  <p:tag name="EMPOWERCHARTSPROPERTIES_LASTWRITEDATE" val="638652059603087722"/>
  <p:tag name="EMPOWERCHARTSPROPERTIES_A_LENGTH" val="24576"/>
  <p:tag name="RUNTIME_ID" val="af73c6c3-7c57-46bf-85a2-ce323945b59f"/>
</p:tagLst>
</file>

<file path=ppt/tags/tag9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5.xml><?xml version="1.0" encoding="utf-8"?>
<p:tagLst xmlns:a="http://schemas.openxmlformats.org/drawingml/2006/main" xmlns:r="http://schemas.openxmlformats.org/officeDocument/2006/relationships" xmlns:p="http://schemas.openxmlformats.org/presentationml/2006/main">
  <p:tag name="EMPOWERCHARTSPROPERTIES_A_0" val="AAAAAAH//////////wEAAAAAAAAAAAAAACoqIFRoaXMgaXMgYSBMaXRlREIgZmlsZSAqKgcDAP////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AQAAAAAAAAAAAAAAEQAAAFByb3BlcnR5RG9jdW1lbnRzAQAAAAAAAAAFAAAACQAAAF9pZD0kLl9pZAEDAAAAAAADAAAAAQADAAAAIwAAAENvbWJpSW5kZXg9JC5OYW1lICsgJ18nICsgJC5WZXJzaW9uAQQAAAAAAAQAAAABAAQAAAAAAAAAAP///////wAAAAAAAP////8AAAAAAP///////wAAAAAAAP////8AAAAAAP///////wAAAAAAAP////8AAAAAAP///////wAAAAAAAP////8AAAAAAP///////wAAAAAAAP////8AAAAAAP///////wAAAAAAAP////8AAAAAAP///////wAAAAAAAP////8AAAAAAP///////wAAAAAAAP////8AAAAAAP///////wAAAAAAAP////8AAAAAAP///////wAAAAAAAP////8AAAAAAP///////wAAAAAAAP////8AAAAAAP///////wAAAAAAAP////8AAAAAAP///////wAAAAAAAP////8AAAAAAP///////wAAAAAAAP////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wEBAQEBAQEBAQEBAQEBAQEAAAAAAAAAAwAAAAMAAAAA/////wMAaAwAAAAAAAAAAAAAIAD///////////////8AAAD///////////////8DAAAAAgD///////8DAAAAAgD///////8DAAAAAgD///////////////////////////////////////////////////////////////////////////////////////////////////////////////////////////////////////////////////////////////////////////////////////////////////////////////////////////////////////////////////////////////////////////////////////////////////////////////////////////////////////////////////////////////////////////////////////////////////////////////////////////////////////////////////////////////////////////////8BACAA////////////////AAAO////////AwAAAAIA////////////////////////////////////////////////////////////////////////////////////////////////////////////////////////////////////////////////////////////////////////////////////////////////////////////////////////////////////////////////////////////////////////////////////////////////////////////////////////////////////////////////////////////////////////////////////////////////////////////////////////////////////////////////////////////////////////////////////////////////////////////////////////AgADAP///////wQAAAACABAAC+6xxucNKj9GsLLGnF5J6KkFAAAAAAADAAAAAAADAAAAAQADAAAAAAD///////8DAAAAAAD///////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DAAAAAP////8DAIQMAAAAAAAAAAAAACAB////////////////AAAA////////////////BAAAAAIA////////////////////////////////////////////////////////////////////////////////////////////////////////////////////////////////////////////////////////////////////////////////////////////////////////////////////////////////////////////////////////////////////////////////////////////////////////////////////////////////////////////////////////////////////////////////////////////////////////////////////////////////////////////////////////////////////////////////////////////////////////////////AQAgAf///////////////wAADv///////wQAAAACAP///////////////////////////////////////////////////////////////////////////////////////////////////////////////////////////////////////////////////////////////////////////////////////////////////////////////////////////////////////////////////////////////////////////////////////////////////////////////////////////////////////////////////////////////////////////////////////////////////////////////////////////////////////////////////////////////////////////////////////////////////////////////////////wIAAQEDAAAAAgD///////8MAAZQZXJzb25hbElkXzAFAAAAAAAEAAAAAAAEAAAAA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BAAAAAD/////AQBvDwAAAAAAAAAAAAD/////cABwAAAABV9pZAAQAAAABO6xxucNKj9GsLLGnF5J6KkDRGF0YQAWAAAAAlBlcnNvbmFsSWQAAQAAAAAAAk5hbWUACwAAAFBlcnNvbmFsSWQAEFZlcnNpb24AAAAAAAlMYXN0V3JpdGUAXla9tJIB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
  <p:tag name="EMPOWERCHARTSPROPERTIES_SLOT" val="A"/>
  <p:tag name="EMPOWERCHARTSPROPERTIES_LASTWRITEDATE" val="638652059603087722"/>
  <p:tag name="EMPOWERCHARTSPROPERTIES_A_LENGTH" val="24576"/>
  <p:tag name="RUNTIME_ID" val="af73c6c3-7c57-46bf-85a2-ce323945b59f"/>
</p:tagLst>
</file>

<file path=ppt/tags/tag96.xml><?xml version="1.0" encoding="utf-8"?>
<p:tagLst xmlns:a="http://schemas.openxmlformats.org/drawingml/2006/main" xmlns:r="http://schemas.openxmlformats.org/officeDocument/2006/relationships" xmlns:p="http://schemas.openxmlformats.org/presentationml/2006/main">
  <p:tag name="EMPOWERCHARTSPROPERTIES_A_0" val="AAAAAAH//////////wEAAAAAAAAAAAAAACoqIFRoaXMgaXMgYSBMaXRlREIgZmlsZSAqKgcDAP////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AQAAAAAAAAAAAAAAEQAAAFByb3BlcnR5RG9jdW1lbnRzAQAAAAAAAAAFAAAACQAAAF9pZD0kLl9pZAEDAAAAAAADAAAAAQADAAAAIwAAAENvbWJpSW5kZXg9JC5OYW1lICsgJ18nICsgJC5WZXJzaW9uAQQAAAAAAAQAAAABAAQAAAAAAAAAAP///////wAAAAAAAP////8AAAAAAP///////wAAAAAAAP////8AAAAAAP///////wAAAAAAAP////8AAAAAAP///////wAAAAAAAP////8AAAAAAP///////wAAAAAAAP////8AAAAAAP///////wAAAAAAAP////8AAAAAAP///////wAAAAAAAP////8AAAAAAP///////wAAAAAAAP////8AAAAAAP///////wAAAAAAAP////8AAAAAAP///////wAAAAAAAP////8AAAAAAP///////wAAAAAAAP////8AAAAAAP///////wAAAAAAAP////8AAAAAAP///////wAAAAAAAP////8AAAAAAP///////wAAAAAAAP////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wEBAQEBAQEBAQEBAQEBAQEAAAAAAAAAAwAAAAMAAAAA/////wMAaAwAAAAAAAAAAAAAIAD///////////////8AAAD///////////////8DAAAAAgD///////8DAAAAAgD///////8DAAAAAgD///////////////////////////////////////////////////////////////////////////////////////////////////////////////////////////////////////////////////////////////////////////////////////////////////////////////////////////////////////////////////////////////////////////////////////////////////////////////////////////////////////////////////////////////////////////////////////////////////////////////////////////////////////////////////////////////////////////////8BACAA////////////////AAAO////////AwAAAAIA////////////////////////////////////////////////////////////////////////////////////////////////////////////////////////////////////////////////////////////////////////////////////////////////////////////////////////////////////////////////////////////////////////////////////////////////////////////////////////////////////////////////////////////////////////////////////////////////////////////////////////////////////////////////////////////////////////////////////////////////////////////////////////AgADAP///////wQAAAACABAAC+6xxucNKj9GsLLGnF5J6KkFAAAAAAADAAAAAAADAAAAAQADAAAAAAD///////8DAAAAAAD///////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DAAAAAP////8DAIQMAAAAAAAAAAAAACAB////////////////AAAA////////////////BAAAAAIA////////////////////////////////////////////////////////////////////////////////////////////////////////////////////////////////////////////////////////////////////////////////////////////////////////////////////////////////////////////////////////////////////////////////////////////////////////////////////////////////////////////////////////////////////////////////////////////////////////////////////////////////////////////////////////////////////////////////////////////////////////////////AQAgAf///////////////wAADv///////wQAAAACAP///////////////////////////////////////////////////////////////////////////////////////////////////////////////////////////////////////////////////////////////////////////////////////////////////////////////////////////////////////////////////////////////////////////////////////////////////////////////////////////////////////////////////////////////////////////////////////////////////////////////////////////////////////////////////////////////////////////////////////////////////////////////////////wIAAQEDAAAAAgD///////8MAAZQZXJzb25hbElkXzAFAAAAAAAEAAAAAAAEAAAAA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BAAAAAD/////AQBvDwAAAAAAAAAAAAD/////cABwAAAABV9pZAAQAAAABO6xxucNKj9GsLLGnF5J6KkDRGF0YQAWAAAAAlBlcnNvbmFsSWQAAQAAAAAAAk5hbWUACwAAAFBlcnNvbmFsSWQAEFZlcnNpb24AAAAAAAlMYXN0V3JpdGUAXla9tJIB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
  <p:tag name="EMPOWERCHARTSPROPERTIES_SLOT" val="A"/>
  <p:tag name="EMPOWERCHARTSPROPERTIES_LASTWRITEDATE" val="638652059603087722"/>
  <p:tag name="EMPOWERCHARTSPROPERTIES_A_LENGTH" val="24576"/>
  <p:tag name="RUNTIME_ID" val="af73c6c3-7c57-46bf-85a2-ce323945b59f"/>
</p:tagLst>
</file>

<file path=ppt/tags/tag97.xml><?xml version="1.0" encoding="utf-8"?>
<p:tagLst xmlns:a="http://schemas.openxmlformats.org/drawingml/2006/main" xmlns:r="http://schemas.openxmlformats.org/officeDocument/2006/relationships" xmlns:p="http://schemas.openxmlformats.org/presentationml/2006/main">
  <p:tag name="EMPOWERCHARTSPROPERTIES_A_0" val="AAAAAAH//////////wEAAAAAAAAAAAAAACoqIFRoaXMgaXMgYSBMaXRlREIgZmlsZSAqKgcDAP////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AQAAAAAAAAAAAAAAEQAAAFByb3BlcnR5RG9jdW1lbnRzAQAAAAAAAAAFAAAACQAAAF9pZD0kLl9pZAEDAAAAAAADAAAAAQADAAAAIwAAAENvbWJpSW5kZXg9JC5OYW1lICsgJ18nICsgJC5WZXJzaW9uAQQAAAAAAAQAAAABAAQAAAAAAAAAAP///////wAAAAAAAP////8AAAAAAP///////wAAAAAAAP////8AAAAAAP///////wAAAAAAAP////8AAAAAAP///////wAAAAAAAP////8AAAAAAP///////wAAAAAAAP////8AAAAAAP///////wAAAAAAAP////8AAAAAAP///////wAAAAAAAP////8AAAAAAP///////wAAAAAAAP////8AAAAAAP///////wAAAAAAAP////8AAAAAAP///////wAAAAAAAP////8AAAAAAP///////wAAAAAAAP////8AAAAAAP///////wAAAAAAAP////8AAAAAAP///////wAAAAAAAP////8AAAAAAP///////wAAAAAAAP////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wEBAQEBAQEBAQEBAQEBAQEAAAAAAAAAAwAAAAMAAAAA/////wMAaAwAAAAAAAAAAAAAIAD///////////////8AAAD///////////////8DAAAAAgD///////8DAAAAAgD///////8DAAAAAgD///////////////////////////////////////////////////////////////////////////////////////////////////////////////////////////////////////////////////////////////////////////////////////////////////////////////////////////////////////////////////////////////////////////////////////////////////////////////////////////////////////////////////////////////////////////////////////////////////////////////////////////////////////////////////////////////////////////////8BACAA////////////////AAAO////////AwAAAAIA////////////////////////////////////////////////////////////////////////////////////////////////////////////////////////////////////////////////////////////////////////////////////////////////////////////////////////////////////////////////////////////////////////////////////////////////////////////////////////////////////////////////////////////////////////////////////////////////////////////////////////////////////////////////////////////////////////////////////////////////////////////////////////AgADAP///////wQAAAACABAAC+6xxucNKj9GsLLGnF5J6KkFAAAAAAADAAAAAAADAAAAAQADAAAAAAD///////8DAAAAAAD///////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DAAAAAP////8DAIQMAAAAAAAAAAAAACAB////////////////AAAA////////////////BAAAAAIA////////////////////////////////////////////////////////////////////////////////////////////////////////////////////////////////////////////////////////////////////////////////////////////////////////////////////////////////////////////////////////////////////////////////////////////////////////////////////////////////////////////////////////////////////////////////////////////////////////////////////////////////////////////////////////////////////////////////////////////////////////////////AQAgAf///////////////wAADv///////wQAAAACAP///////////////////////////////////////////////////////////////////////////////////////////////////////////////////////////////////////////////////////////////////////////////////////////////////////////////////////////////////////////////////////////////////////////////////////////////////////////////////////////////////////////////////////////////////////////////////////////////////////////////////////////////////////////////////////////////////////////////////////////////////////////////////////wIAAQEDAAAAAgD///////8MAAZQZXJzb25hbElkXzAFAAAAAAAEAAAAAAAEAAAAA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BAAAAAD/////AQBvDwAAAAAAAAAAAAD/////cABwAAAABV9pZAAQAAAABO6xxucNKj9GsLLGnF5J6KkDRGF0YQAWAAAAAlBlcnNvbmFsSWQAAQAAAAAAAk5hbWUACwAAAFBlcnNvbmFsSWQAEFZlcnNpb24AAAAAAAlMYXN0V3JpdGUAXla9tJIB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
  <p:tag name="EMPOWERCHARTSPROPERTIES_SLOT" val="A"/>
  <p:tag name="EMPOWERCHARTSPROPERTIES_LASTWRITEDATE" val="638652059603087722"/>
  <p:tag name="EMPOWERCHARTSPROPERTIES_A_LENGTH" val="24576"/>
  <p:tag name="RUNTIME_ID" val="af73c6c3-7c57-46bf-85a2-ce323945b59f"/>
</p:tagLst>
</file>

<file path=ppt/tags/tag98.xml><?xml version="1.0" encoding="utf-8"?>
<p:tagLst xmlns:a="http://schemas.openxmlformats.org/drawingml/2006/main" xmlns:r="http://schemas.openxmlformats.org/officeDocument/2006/relationships" xmlns:p="http://schemas.openxmlformats.org/presentationml/2006/main">
  <p:tag name="EMPOWERCHARTSPROPERTIES_A_0" val="AAAAAAH//////////wEAAAAAAAAAAAAAACoqIFRoaXMgaXMgYSBMaXRlREIgZmlsZSAqKgcDAP////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AQAAAAAAAAAAAAAAEQAAAFByb3BlcnR5RG9jdW1lbnRzAQAAAAAAAAAFAAAACQAAAF9pZD0kLl9pZAEDAAAAAAADAAAAAQADAAAAIwAAAENvbWJpSW5kZXg9JC5OYW1lICsgJ18nICsgJC5WZXJzaW9uAQQAAAAAAAQAAAABAAQAAAAAAAAAAP///////wAAAAAAAP////8AAAAAAP///////wAAAAAAAP////8AAAAAAP///////wAAAAAAAP////8AAAAAAP///////wAAAAAAAP////8AAAAAAP///////wAAAAAAAP////8AAAAAAP///////wAAAAAAAP////8AAAAAAP///////wAAAAAAAP////8AAAAAAP///////wAAAAAAAP////8AAAAAAP///////wAAAAAAAP////8AAAAAAP///////wAAAAAAAP////8AAAAAAP///////wAAAAAAAP////8AAAAAAP///////wAAAAAAAP////8AAAAAAP///////wAAAAAAAP////8AAAAAAP///////wAAAAAAAP////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wEBAQEBAQEBAQEBAQEBAQEAAAAAAAAAAwAAAAMAAAAA/////wMAaAwAAAAAAAAAAAAAIAD///////////////8AAAD///////////////8DAAAAAgD///////8DAAAAAgD///////8DAAAAAgD///////////////////////////////////////////////////////////////////////////////////////////////////////////////////////////////////////////////////////////////////////////////////////////////////////////////////////////////////////////////////////////////////////////////////////////////////////////////////////////////////////////////////////////////////////////////////////////////////////////////////////////////////////////////////////////////////////////////8BACAA////////////////AAAO////////AwAAAAIA////////////////////////////////////////////////////////////////////////////////////////////////////////////////////////////////////////////////////////////////////////////////////////////////////////////////////////////////////////////////////////////////////////////////////////////////////////////////////////////////////////////////////////////////////////////////////////////////////////////////////////////////////////////////////////////////////////////////////////////////////////////////////////AgADAP///////wQAAAACABAAC+6xxucNKj9GsLLGnF5J6KkFAAAAAAADAAAAAAADAAAAAQADAAAAAAD///////8DAAAAAAD///////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DAAAAAP////8DAIQMAAAAAAAAAAAAACAB////////////////AAAA////////////////BAAAAAIA////////////////////////////////////////////////////////////////////////////////////////////////////////////////////////////////////////////////////////////////////////////////////////////////////////////////////////////////////////////////////////////////////////////////////////////////////////////////////////////////////////////////////////////////////////////////////////////////////////////////////////////////////////////////////////////////////////////////////////////////////////////////AQAgAf///////////////wAADv///////wQAAAACAP///////////////////////////////////////////////////////////////////////////////////////////////////////////////////////////////////////////////////////////////////////////////////////////////////////////////////////////////////////////////////////////////////////////////////////////////////////////////////////////////////////////////////////////////////////////////////////////////////////////////////////////////////////////////////////////////////////////////////////////////////////////////////////wIAAQEDAAAAAgD///////8MAAZQZXJzb25hbElkXzAFAAAAAAAEAAAAAAAEAAAAA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BAAAAAD/////AQBvDwAAAAAAAAAAAAD/////cABwAAAABV9pZAAQAAAABO6xxucNKj9GsLLGnF5J6KkDRGF0YQAWAAAAAlBlcnNvbmFsSWQAAQAAAAAAAk5hbWUACwAAAFBlcnNvbmFsSWQAEFZlcnNpb24AAAAAAAlMYXN0V3JpdGUAXla9tJIB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
  <p:tag name="EMPOWERCHARTSPROPERTIES_SLOT" val="A"/>
  <p:tag name="EMPOWERCHARTSPROPERTIES_LASTWRITEDATE" val="638652059603087722"/>
  <p:tag name="EMPOWERCHARTSPROPERTIES_A_LENGTH" val="24576"/>
  <p:tag name="RUNTIME_ID" val="af73c6c3-7c57-46bf-85a2-ce323945b59f"/>
</p:tagLst>
</file>

<file path=ppt/tags/tag99.xml><?xml version="1.0" encoding="utf-8"?>
<p:tagLst xmlns:a="http://schemas.openxmlformats.org/drawingml/2006/main" xmlns:r="http://schemas.openxmlformats.org/officeDocument/2006/relationships" xmlns:p="http://schemas.openxmlformats.org/presentationml/2006/main">
  <p:tag name="EMPOWERCHARTSPROPERTIES_A_0" val="AAAAAAH//////////wEAAAAAAAAAAAAAACoqIFRoaXMgaXMgYSBMaXRlREIgZmlsZSAqKgcDAP////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AQAAAAAAAAAAAAAAEQAAAFByb3BlcnR5RG9jdW1lbnRzAQAAAAAAAAAFAAAACQAAAF9pZD0kLl9pZAEDAAAAAAADAAAAAQADAAAAIwAAAENvbWJpSW5kZXg9JC5OYW1lICsgJ18nICsgJC5WZXJzaW9uAQQAAAAAAAQAAAABAAQAAAAAAAAAAP///////wAAAAAAAP////8AAAAAAP///////wAAAAAAAP////8AAAAAAP///////wAAAAAAAP////8AAAAAAP///////wAAAAAAAP////8AAAAAAP///////wAAAAAAAP////8AAAAAAP///////wAAAAAAAP////8AAAAAAP///////wAAAAAAAP////8AAAAAAP///////wAAAAAAAP////8AAAAAAP///////wAAAAAAAP////8AAAAAAP///////wAAAAAAAP////8AAAAAAP///////wAAAAAAAP////8AAAAAAP///////wAAAAAAAP////8AAAAAAP///////wAAAAAAAP////8AAAAAAP///////wAAAAAAAP////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wEBAQEBAQEBAQEBAQEBAQEAAAAAAAAAAwAAAAMAAAAA/////wMAaAwAAAAAAAAAAAAAIAD///////////////8AAAD///////////////8DAAAAAgD///////8DAAAAAgD///////8DAAAAAgD///////////////////////////////////////////////////////////////////////////////////////////////////////////////////////////////////////////////////////////////////////////////////////////////////////////////////////////////////////////////////////////////////////////////////////////////////////////////////////////////////////////////////////////////////////////////////////////////////////////////////////////////////////////////////////////////////////////////8BACAA////////////////AAAO////////AwAAAAIA////////////////////////////////////////////////////////////////////////////////////////////////////////////////////////////////////////////////////////////////////////////////////////////////////////////////////////////////////////////////////////////////////////////////////////////////////////////////////////////////////////////////////////////////////////////////////////////////////////////////////////////////////////////////////////////////////////////////////////////////////////////////////////AgADAP///////wQAAAACABAAC+6xxucNKj9GsLLGnF5J6KkFAAAAAAADAAAAAAADAAAAAQADAAAAAAD///////8DAAAAAAD///////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DAAAAAP////8DAIQMAAAAAAAAAAAAACAB////////////////AAAA////////////////BAAAAAIA////////////////////////////////////////////////////////////////////////////////////////////////////////////////////////////////////////////////////////////////////////////////////////////////////////////////////////////////////////////////////////////////////////////////////////////////////////////////////////////////////////////////////////////////////////////////////////////////////////////////////////////////////////////////////////////////////////////////////////////////////////////////AQAgAf///////////////wAADv///////wQAAAACAP///////////////////////////////////////////////////////////////////////////////////////////////////////////////////////////////////////////////////////////////////////////////////////////////////////////////////////////////////////////////////////////////////////////////////////////////////////////////////////////////////////////////////////////////////////////////////////////////////////////////////////////////////////////////////////////////////////////////////////////////////////////////////////wIAAQEDAAAAAgD///////8MAAZQZXJzb25hbElkXzAFAAAAAAAEAAAAAAAEAAAAA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BAAAAAD/////AQBvDwAAAAAAAAAAAAD/////cABwAAAABV9pZAAQAAAABO6xxucNKj9GsLLGnF5J6KkDRGF0YQAWAAAAAlBlcnNvbmFsSWQAAQAAAAAAAk5hbWUACwAAAFBlcnNvbmFsSWQAEFZlcnNpb24AAAAAAAlMYXN0V3JpdGUAXla9tJIB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
  <p:tag name="EMPOWERCHARTSPROPERTIES_SLOT" val="A"/>
  <p:tag name="EMPOWERCHARTSPROPERTIES_LASTWRITEDATE" val="638652059603087722"/>
  <p:tag name="EMPOWERCHARTSPROPERTIES_A_LENGTH" val="24576"/>
  <p:tag name="RUNTIME_ID" val="af73c6c3-7c57-46bf-85a2-ce323945b59f"/>
</p:tagLst>
</file>

<file path=ppt/tags/tag10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1.xml><?xml version="1.0" encoding="utf-8"?>
<p:tagLst xmlns:a="http://schemas.openxmlformats.org/drawingml/2006/main" xmlns:r="http://schemas.openxmlformats.org/officeDocument/2006/relationships" xmlns:p="http://schemas.openxmlformats.org/presentationml/2006/main">
  <p:tag name="EMPOWERCHARTSPROPERTIES_A_0" val="AAAAAAH//////////wEAAAAAAAAAAAAAACoqIFRoaXMgaXMgYSBMaXRlREIgZmlsZSAqKgcDAP////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AQAAAAAAAAAAAAAAEQAAAFByb3BlcnR5RG9jdW1lbnRzAQAAAAAAAAAFAAAACQAAAF9pZD0kLl9pZAEDAAAAAAADAAAAAQADAAAAIwAAAENvbWJpSW5kZXg9JC5OYW1lICsgJ18nICsgJC5WZXJzaW9uAQQAAAAAAAQAAAABAAQAAAAAAAAAAP///////wAAAAAAAP////8AAAAAAP///////wAAAAAAAP////8AAAAAAP///////wAAAAAAAP////8AAAAAAP///////wAAAAAAAP////8AAAAAAP///////wAAAAAAAP////8AAAAAAP///////wAAAAAAAP////8AAAAAAP///////wAAAAAAAP////8AAAAAAP///////wAAAAAAAP////8AAAAAAP///////wAAAAAAAP////8AAAAAAP///////wAAAAAAAP////8AAAAAAP///////wAAAAAAAP////8AAAAAAP///////wAAAAAAAP////8AAAAAAP///////wAAAAAAAP////8AAAAAAP///////wAAAAAAAP////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wEBAQEBAQEBAQEBAQEBAQEAAAAAAAAAAwAAAAMAAAAA/////wMAaAwAAAAAAAAAAAAAIAD///////////////8AAAD///////////////8DAAAAAgD///////8DAAAAAgD///////8DAAAAAgD///////////////////////////////////////////////////////////////////////////////////////////////////////////////////////////////////////////////////////////////////////////////////////////////////////////////////////////////////////////////////////////////////////////////////////////////////////////////////////////////////////////////////////////////////////////////////////////////////////////////////////////////////////////////////////////////////////////////8BACAA////////////////AAAO////////AwAAAAIA////////////////////////////////////////////////////////////////////////////////////////////////////////////////////////////////////////////////////////////////////////////////////////////////////////////////////////////////////////////////////////////////////////////////////////////////////////////////////////////////////////////////////////////////////////////////////////////////////////////////////////////////////////////////////////////////////////////////////////////////////////////////////////AgADAP///////wQAAAACABAAC+6xxucNKj9GsLLGnF5J6KkFAAAAAAADAAAAAAADAAAAAQADAAAAAAD///////8DAAAAAAD///////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DAAAAAP////8DAIQMAAAAAAAAAAAAACAB////////////////AAAA////////////////BAAAAAIA////////////////////////////////////////////////////////////////////////////////////////////////////////////////////////////////////////////////////////////////////////////////////////////////////////////////////////////////////////////////////////////////////////////////////////////////////////////////////////////////////////////////////////////////////////////////////////////////////////////////////////////////////////////////////////////////////////////////////////////////////////////////AQAgAf///////////////wAADv///////wQAAAACAP///////////////////////////////////////////////////////////////////////////////////////////////////////////////////////////////////////////////////////////////////////////////////////////////////////////////////////////////////////////////////////////////////////////////////////////////////////////////////////////////////////////////////////////////////////////////////////////////////////////////////////////////////////////////////////////////////////////////////////////////////////////////////////wIAAQEDAAAAAgD///////8MAAZQZXJzb25hbElkXzAFAAAAAAAEAAAAAAAEAAAAA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BAAAAAD/////AQBvDwAAAAAAAAAAAAD/////cABwAAAABV9pZAAQAAAABO6xxucNKj9GsLLGnF5J6KkDRGF0YQAWAAAAAlBlcnNvbmFsSWQAAQAAAAAAAk5hbWUACwAAAFBlcnNvbmFsSWQAEFZlcnNpb24AAAAAAAlMYXN0V3JpdGUAXla9tJIB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
  <p:tag name="EMPOWERCHARTSPROPERTIES_SLOT" val="A"/>
  <p:tag name="EMPOWERCHARTSPROPERTIES_LASTWRITEDATE" val="638652059603087722"/>
  <p:tag name="EMPOWERCHARTSPROPERTIES_A_LENGTH" val="24576"/>
  <p:tag name="RUNTIME_ID" val="af73c6c3-7c57-46bf-85a2-ce323945b59f"/>
</p:tagLst>
</file>

<file path=ppt/tags/tag102.xml><?xml version="1.0" encoding="utf-8"?>
<p:tagLst xmlns:a="http://schemas.openxmlformats.org/drawingml/2006/main" xmlns:r="http://schemas.openxmlformats.org/officeDocument/2006/relationships" xmlns:p="http://schemas.openxmlformats.org/presentationml/2006/main">
  <p:tag name="EMPOWERCHARTSPROPERTIES_A_0" val="AAAAAAH//////////wEAAAAAAAAAAAAAACoqIFRoaXMgaXMgYSBMaXRlREIgZmlsZSAqKgcDAP////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AQAAAAAAAAAAAAAAEQAAAFByb3BlcnR5RG9jdW1lbnRzAQAAAAAAAAAFAAAACQAAAF9pZD0kLl9pZAEDAAAAAAADAAAAAQADAAAAIwAAAENvbWJpSW5kZXg9JC5OYW1lICsgJ18nICsgJC5WZXJzaW9uAQQAAAAAAAQAAAABAAQAAAAAAAAAAP///////wAAAAAAAP////8AAAAAAP///////wAAAAAAAP////8AAAAAAP///////wAAAAAAAP////8AAAAAAP///////wAAAAAAAP////8AAAAAAP///////wAAAAAAAP////8AAAAAAP///////wAAAAAAAP////8AAAAAAP///////wAAAAAAAP////8AAAAAAP///////wAAAAAAAP////8AAAAAAP///////wAAAAAAAP////8AAAAAAP///////wAAAAAAAP////8AAAAAAP///////wAAAAAAAP////8AAAAAAP///////wAAAAAAAP////8AAAAAAP///////wAAAAAAAP////8AAAAAAP///////wAAAAAAAP////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wEBAQEBAQEBAQEBAQEBAQEAAAAAAAAAAwAAAAMAAAAA/////wMAaAwAAAAAAAAAAAAAIAD///////////////8AAAD///////////////8DAAAAAgD///////8DAAAAAgD///////8DAAAAAgD///////////////////////////////////////////////////////////////////////////////////////////////////////////////////////////////////////////////////////////////////////////////////////////////////////////////////////////////////////////////////////////////////////////////////////////////////////////////////////////////////////////////////////////////////////////////////////////////////////////////////////////////////////////////////////////////////////////////8BACAA////////////////AAAO////////AwAAAAIA////////////////////////////////////////////////////////////////////////////////////////////////////////////////////////////////////////////////////////////////////////////////////////////////////////////////////////////////////////////////////////////////////////////////////////////////////////////////////////////////////////////////////////////////////////////////////////////////////////////////////////////////////////////////////////////////////////////////////////////////////////////////////////AgADAP///////wQAAAACABAAC+6xxucNKj9GsLLGnF5J6KkFAAAAAAADAAAAAAADAAAAAQADAAAAAAD///////8DAAAAAAD///////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DAAAAAP////8DAIQMAAAAAAAAAAAAACAB////////////////AAAA////////////////BAAAAAIA////////////////////////////////////////////////////////////////////////////////////////////////////////////////////////////////////////////////////////////////////////////////////////////////////////////////////////////////////////////////////////////////////////////////////////////////////////////////////////////////////////////////////////////////////////////////////////////////////////////////////////////////////////////////////////////////////////////////////////////////////////////////AQAgAf///////////////wAADv///////wQAAAACAP///////////////////////////////////////////////////////////////////////////////////////////////////////////////////////////////////////////////////////////////////////////////////////////////////////////////////////////////////////////////////////////////////////////////////////////////////////////////////////////////////////////////////////////////////////////////////////////////////////////////////////////////////////////////////////////////////////////////////////////////////////////////////////wIAAQEDAAAAAgD///////8MAAZQZXJzb25hbElkXzAFAAAAAAAEAAAAAAAEAAAAA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BAAAAAD/////AQBvDwAAAAAAAAAAAAD/////cABwAAAABV9pZAAQAAAABO6xxucNKj9GsLLGnF5J6KkDRGF0YQAWAAAAAlBlcnNvbmFsSWQAAQAAAAAAAk5hbWUACwAAAFBlcnNvbmFsSWQAEFZlcnNpb24AAAAAAAlMYXN0V3JpdGUAXla9tJIB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
  <p:tag name="EMPOWERCHARTSPROPERTIES_SLOT" val="A"/>
  <p:tag name="EMPOWERCHARTSPROPERTIES_LASTWRITEDATE" val="638652059603087722"/>
  <p:tag name="EMPOWERCHARTSPROPERTIES_A_LENGTH" val="24576"/>
  <p:tag name="RUNTIME_ID" val="af73c6c3-7c57-46bf-85a2-ce323945b59f"/>
</p:tagLst>
</file>

<file path=ppt/tags/tag103.xml><?xml version="1.0" encoding="utf-8"?>
<p:tagLst xmlns:a="http://schemas.openxmlformats.org/drawingml/2006/main" xmlns:r="http://schemas.openxmlformats.org/officeDocument/2006/relationships" xmlns:p="http://schemas.openxmlformats.org/presentationml/2006/main">
  <p:tag name="EMPOWERCHARTSPROPERTIES_A_0" val="AAAAAAH//////////wEAAAAAAAAAAAAAACoqIFRoaXMgaXMgYSBMaXRlREIgZmlsZSAqKgcDAP////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AQAAAAAAAAAAAAAAEQAAAFByb3BlcnR5RG9jdW1lbnRzAQAAAAAAAAAFAAAACQAAAF9pZD0kLl9pZAEDAAAAAAADAAAAAQADAAAAIwAAAENvbWJpSW5kZXg9JC5OYW1lICsgJ18nICsgJC5WZXJzaW9uAQQAAAAAAAQAAAABAAQAAAAAAAAAAP///////wAAAAAAAP////8AAAAAAP///////wAAAAAAAP////8AAAAAAP///////wAAAAAAAP////8AAAAAAP///////wAAAAAAAP////8AAAAAAP///////wAAAAAAAP////8AAAAAAP///////wAAAAAAAP////8AAAAAAP///////wAAAAAAAP////8AAAAAAP///////wAAAAAAAP////8AAAAAAP///////wAAAAAAAP////8AAAAAAP///////wAAAAAAAP////8AAAAAAP///////wAAAAAAAP////8AAAAAAP///////wAAAAAAAP////8AAAAAAP///////wAAAAAAAP////8AAAAAAP///////wAAAAAAAP////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wEBAQEBAQEBAQEBAQEBAQEAAAAAAAAAAwAAAAMAAAAA/////wMAaAwAAAAAAAAAAAAAIAD///////////////8AAAD///////////////8DAAAAAgD///////8DAAAAAgD///////8DAAAAAgD///////////////////////////////////////////////////////////////////////////////////////////////////////////////////////////////////////////////////////////////////////////////////////////////////////////////////////////////////////////////////////////////////////////////////////////////////////////////////////////////////////////////////////////////////////////////////////////////////////////////////////////////////////////////////////////////////////////////8BACAA////////////////AAAO////////AwAAAAIA////////////////////////////////////////////////////////////////////////////////////////////////////////////////////////////////////////////////////////////////////////////////////////////////////////////////////////////////////////////////////////////////////////////////////////////////////////////////////////////////////////////////////////////////////////////////////////////////////////////////////////////////////////////////////////////////////////////////////////////////////////////////////////AgADAP///////wQAAAACABAAC+6xxucNKj9GsLLGnF5J6KkFAAAAAAADAAAAAAADAAAAAQADAAAAAAD///////8DAAAAAAD///////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DAAAAAP////8DAIQMAAAAAAAAAAAAACAB////////////////AAAA////////////////BAAAAAIA////////////////////////////////////////////////////////////////////////////////////////////////////////////////////////////////////////////////////////////////////////////////////////////////////////////////////////////////////////////////////////////////////////////////////////////////////////////////////////////////////////////////////////////////////////////////////////////////////////////////////////////////////////////////////////////////////////////////////////////////////////////////AQAgAf///////////////wAADv///////wQAAAACAP///////////////////////////////////////////////////////////////////////////////////////////////////////////////////////////////////////////////////////////////////////////////////////////////////////////////////////////////////////////////////////////////////////////////////////////////////////////////////////////////////////////////////////////////////////////////////////////////////////////////////////////////////////////////////////////////////////////////////////////////////////////////////////wIAAQEDAAAAAgD///////8MAAZQZXJzb25hbElkXzAFAAAAAAAEAAAAAAAEAAAAA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BAAAAAD/////AQBvDwAAAAAAAAAAAAD/////cABwAAAABV9pZAAQAAAABO6xxucNKj9GsLLGnF5J6KkDRGF0YQAWAAAAAlBlcnNvbmFsSWQAAQAAAAAAAk5hbWUACwAAAFBlcnNvbmFsSWQAEFZlcnNpb24AAAAAAAlMYXN0V3JpdGUAXla9tJIB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
  <p:tag name="EMPOWERCHARTSPROPERTIES_SLOT" val="A"/>
  <p:tag name="EMPOWERCHARTSPROPERTIES_LASTWRITEDATE" val="638652059603087722"/>
  <p:tag name="EMPOWERCHARTSPROPERTIES_A_LENGTH" val="24576"/>
  <p:tag name="RUNTIME_ID" val="af73c6c3-7c57-46bf-85a2-ce323945b59f"/>
</p:tagLst>
</file>

<file path=ppt/tags/tag104.xml><?xml version="1.0" encoding="utf-8"?>
<p:tagLst xmlns:a="http://schemas.openxmlformats.org/drawingml/2006/main" xmlns:r="http://schemas.openxmlformats.org/officeDocument/2006/relationships" xmlns:p="http://schemas.openxmlformats.org/presentationml/2006/main">
  <p:tag name="EMPOWERCHARTSPROPERTIES_A_0" val="AAAAAAH//////////wEAAAAAAAAAAAAAACoqIFRoaXMgaXMgYSBMaXRlREIgZmlsZSAqKgcDAP////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AQAAAAAAAAAAAAAAEQAAAFByb3BlcnR5RG9jdW1lbnRzAQAAAAAAAAAFAAAACQAAAF9pZD0kLl9pZAEDAAAAAAADAAAAAQADAAAAIwAAAENvbWJpSW5kZXg9JC5OYW1lICsgJ18nICsgJC5WZXJzaW9uAQQAAAAAAAQAAAABAAQAAAAAAAAAAP///////wAAAAAAAP////8AAAAAAP///////wAAAAAAAP////8AAAAAAP///////wAAAAAAAP////8AAAAAAP///////wAAAAAAAP////8AAAAAAP///////wAAAAAAAP////8AAAAAAP///////wAAAAAAAP////8AAAAAAP///////wAAAAAAAP////8AAAAAAP///////wAAAAAAAP////8AAAAAAP///////wAAAAAAAP////8AAAAAAP///////wAAAAAAAP////8AAAAAAP///////wAAAAAAAP////8AAAAAAP///////wAAAAAAAP////8AAAAAAP///////wAAAAAAAP////8AAAAAAP///////wAAAAAAAP////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wEBAQEBAQEBAQEBAQEBAQEAAAAAAAAAAwAAAAMAAAAA/////wMAaAwAAAAAAAAAAAAAIAD///////////////8AAAD///////////////8DAAAAAgD///////8DAAAAAgD///////8DAAAAAgD///////////////////////////////////////////////////////////////////////////////////////////////////////////////////////////////////////////////////////////////////////////////////////////////////////////////////////////////////////////////////////////////////////////////////////////////////////////////////////////////////////////////////////////////////////////////////////////////////////////////////////////////////////////////////////////////////////////////8BACAA////////////////AAAO////////AwAAAAIA////////////////////////////////////////////////////////////////////////////////////////////////////////////////////////////////////////////////////////////////////////////////////////////////////////////////////////////////////////////////////////////////////////////////////////////////////////////////////////////////////////////////////////////////////////////////////////////////////////////////////////////////////////////////////////////////////////////////////////////////////////////////////////AgADAP///////wQAAAACABAAC+6xxucNKj9GsLLGnF5J6KkFAAAAAAADAAAAAAADAAAAAQADAAAAAAD///////8DAAAAAAD///////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DAAAAAP////8DAIQMAAAAAAAAAAAAACAB////////////////AAAA////////////////BAAAAAIA////////////////////////////////////////////////////////////////////////////////////////////////////////////////////////////////////////////////////////////////////////////////////////////////////////////////////////////////////////////////////////////////////////////////////////////////////////////////////////////////////////////////////////////////////////////////////////////////////////////////////////////////////////////////////////////////////////////////////////////////////////////////AQAgAf///////////////wAADv///////wQAAAACAP///////////////////////////////////////////////////////////////////////////////////////////////////////////////////////////////////////////////////////////////////////////////////////////////////////////////////////////////////////////////////////////////////////////////////////////////////////////////////////////////////////////////////////////////////////////////////////////////////////////////////////////////////////////////////////////////////////////////////////////////////////////////////////wIAAQEDAAAAAgD///////8MAAZQZXJzb25hbElkXzAFAAAAAAAEAAAAAAAEAAAAA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BAAAAAD/////AQBvDwAAAAAAAAAAAAD/////cABwAAAABV9pZAAQAAAABO6xxucNKj9GsLLGnF5J6KkDRGF0YQAWAAAAAlBlcnNvbmFsSWQAAQAAAAAAAk5hbWUACwAAAFBlcnNvbmFsSWQAEFZlcnNpb24AAAAAAAlMYXN0V3JpdGUAXla9tJIB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
  <p:tag name="EMPOWERCHARTSPROPERTIES_SLOT" val="A"/>
  <p:tag name="EMPOWERCHARTSPROPERTIES_LASTWRITEDATE" val="638652059603087722"/>
  <p:tag name="EMPOWERCHARTSPROPERTIES_A_LENGTH" val="24576"/>
  <p:tag name="RUNTIME_ID" val="af73c6c3-7c57-46bf-85a2-ce323945b59f"/>
</p:tagLst>
</file>

<file path=ppt/tags/tag105.xml><?xml version="1.0" encoding="utf-8"?>
<p:tagLst xmlns:a="http://schemas.openxmlformats.org/drawingml/2006/main" xmlns:r="http://schemas.openxmlformats.org/officeDocument/2006/relationships" xmlns:p="http://schemas.openxmlformats.org/presentationml/2006/main">
  <p:tag name="EMPOWERCHARTSPROPERTIES_A_0" val="AAAAAAH//////////wEAAAAAAAAAAAAAACoqIFRoaXMgaXMgYSBMaXRlREIgZmlsZSAqKgcDAP////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AQAAAAAAAAAAAAAAEQAAAFByb3BlcnR5RG9jdW1lbnRzAQAAAAAAAAAFAAAACQAAAF9pZD0kLl9pZAEDAAAAAAADAAAAAQADAAAAIwAAAENvbWJpSW5kZXg9JC5OYW1lICsgJ18nICsgJC5WZXJzaW9uAQQAAAAAAAQAAAABAAQAAAAAAAAAAP///////wAAAAAAAP////8AAAAAAP///////wAAAAAAAP////8AAAAAAP///////wAAAAAAAP////8AAAAAAP///////wAAAAAAAP////8AAAAAAP///////wAAAAAAAP////8AAAAAAP///////wAAAAAAAP////8AAAAAAP///////wAAAAAAAP////8AAAAAAP///////wAAAAAAAP////8AAAAAAP///////wAAAAAAAP////8AAAAAAP///////wAAAAAAAP////8AAAAAAP///////wAAAAAAAP////8AAAAAAP///////wAAAAAAAP////8AAAAAAP///////wAAAAAAAP////8AAAAAAP///////wAAAAAAAP////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wEBAQEBAQEBAQEBAQEBAQEAAAAAAAAAAwAAAAMAAAAA/////wMAaAwAAAAAAAAAAAAAIAD///////////////8AAAD///////////////8DAAAAAgD///////8DAAAAAgD///////8DAAAAAgD///////////////////////////////////////////////////////////////////////////////////////////////////////////////////////////////////////////////////////////////////////////////////////////////////////////////////////////////////////////////////////////////////////////////////////////////////////////////////////////////////////////////////////////////////////////////////////////////////////////////////////////////////////////////////////////////////////////////8BACAA////////////////AAAO////////AwAAAAIA////////////////////////////////////////////////////////////////////////////////////////////////////////////////////////////////////////////////////////////////////////////////////////////////////////////////////////////////////////////////////////////////////////////////////////////////////////////////////////////////////////////////////////////////////////////////////////////////////////////////////////////////////////////////////////////////////////////////////////////////////////////////////////AgADAP///////wQAAAACABAAC+6xxucNKj9GsLLGnF5J6KkFAAAAAAADAAAAAAADAAAAAQADAAAAAAD///////8DAAAAAAD///////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DAAAAAP////8DAIQMAAAAAAAAAAAAACAB////////////////AAAA////////////////BAAAAAIA////////////////////////////////////////////////////////////////////////////////////////////////////////////////////////////////////////////////////////////////////////////////////////////////////////////////////////////////////////////////////////////////////////////////////////////////////////////////////////////////////////////////////////////////////////////////////////////////////////////////////////////////////////////////////////////////////////////////////////////////////////////////AQAgAf///////////////wAADv///////wQAAAACAP///////////////////////////////////////////////////////////////////////////////////////////////////////////////////////////////////////////////////////////////////////////////////////////////////////////////////////////////////////////////////////////////////////////////////////////////////////////////////////////////////////////////////////////////////////////////////////////////////////////////////////////////////////////////////////////////////////////////////////////////////////////////////////wIAAQEDAAAAAgD///////8MAAZQZXJzb25hbElkXzAFAAAAAAAEAAAAAAAEAAAAA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BAAAAAD/////AQBvDwAAAAAAAAAAAAD/////cABwAAAABV9pZAAQAAAABO6xxucNKj9GsLLGnF5J6KkDRGF0YQAWAAAAAlBlcnNvbmFsSWQAAQAAAAAAAk5hbWUACwAAAFBlcnNvbmFsSWQAEFZlcnNpb24AAAAAAAlMYXN0V3JpdGUAXla9tJIB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
  <p:tag name="EMPOWERCHARTSPROPERTIES_SLOT" val="A"/>
  <p:tag name="EMPOWERCHARTSPROPERTIES_LASTWRITEDATE" val="638652059603087722"/>
  <p:tag name="EMPOWERCHARTSPROPERTIES_A_LENGTH" val="24576"/>
  <p:tag name="RUNTIME_ID" val="af73c6c3-7c57-46bf-85a2-ce323945b59f"/>
</p:tagLst>
</file>

<file path=ppt/tags/tag10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7.xml><?xml version="1.0" encoding="utf-8"?>
<p:tagLst xmlns:a="http://schemas.openxmlformats.org/drawingml/2006/main" xmlns:r="http://schemas.openxmlformats.org/officeDocument/2006/relationships" xmlns:p="http://schemas.openxmlformats.org/presentationml/2006/main">
  <p:tag name="EMPOWERCHARTSPROPERTIES_A_0" val="AAAAAAH//////////wEAAAAAAAAAAAAAACoqIFRoaXMgaXMgYSBMaXRlREIgZmlsZSAqKgcDAP////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AQAAAAAAAAAAAAAAEQAAAFByb3BlcnR5RG9jdW1lbnRzAQAAAAAAAAAFAAAACQAAAF9pZD0kLl9pZAEDAAAAAAADAAAAAQADAAAAIwAAAENvbWJpSW5kZXg9JC5OYW1lICsgJ18nICsgJC5WZXJzaW9uAQQAAAAAAAQAAAABAAQAAAAAAAAAAP///////wAAAAAAAP////8AAAAAAP///////wAAAAAAAP////8AAAAAAP///////wAAAAAAAP////8AAAAAAP///////wAAAAAAAP////8AAAAAAP///////wAAAAAAAP////8AAAAAAP///////wAAAAAAAP////8AAAAAAP///////wAAAAAAAP////8AAAAAAP///////wAAAAAAAP////8AAAAAAP///////wAAAAAAAP////8AAAAAAP///////wAAAAAAAP////8AAAAAAP///////wAAAAAAAP////8AAAAAAP///////wAAAAAAAP////8AAAAAAP///////wAAAAAAAP////8AAAAAAP///////wAAAAAAAP////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wEBAQEBAQEBAQEBAQEBAQEAAAAAAAAAAwAAAAMAAAAA/////wMAaAwAAAAAAAAAAAAAIAD///////////////8AAAD///////////////8DAAAAAgD///////8DAAAAAgD///////8DAAAAAgD///////////////////////////////////////////////////////////////////////////////////////////////////////////////////////////////////////////////////////////////////////////////////////////////////////////////////////////////////////////////////////////////////////////////////////////////////////////////////////////////////////////////////////////////////////////////////////////////////////////////////////////////////////////////////////////////////////////////8BACAA////////////////AAAO////////AwAAAAIA////////////////////////////////////////////////////////////////////////////////////////////////////////////////////////////////////////////////////////////////////////////////////////////////////////////////////////////////////////////////////////////////////////////////////////////////////////////////////////////////////////////////////////////////////////////////////////////////////////////////////////////////////////////////////////////////////////////////////////////////////////////////////////AgADAP///////wQAAAACABAAC+6xxucNKj9GsLLGnF5J6KkFAAAAAAADAAAAAAADAAAAAQADAAAAAAD///////8DAAAAAAD///////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DAAAAAP////8DAIQMAAAAAAAAAAAAACAB////////////////AAAA////////////////BAAAAAIA////////////////////////////////////////////////////////////////////////////////////////////////////////////////////////////////////////////////////////////////////////////////////////////////////////////////////////////////////////////////////////////////////////////////////////////////////////////////////////////////////////////////////////////////////////////////////////////////////////////////////////////////////////////////////////////////////////////////////////////////////////////////AQAgAf///////////////wAADv///////wQAAAACAP///////////////////////////////////////////////////////////////////////////////////////////////////////////////////////////////////////////////////////////////////////////////////////////////////////////////////////////////////////////////////////////////////////////////////////////////////////////////////////////////////////////////////////////////////////////////////////////////////////////////////////////////////////////////////////////////////////////////////////////////////////////////////////wIAAQEDAAAAAgD///////8MAAZQZXJzb25hbElkXzAFAAAAAAAEAAAAAAAEAAAAA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BAAAAAD/////AQBvDwAAAAAAAAAAAAD/////cABwAAAABV9pZAAQAAAABO6xxucNKj9GsLLGnF5J6KkDRGF0YQAWAAAAAlBlcnNvbmFsSWQAAQAAAAAAAk5hbWUACwAAAFBlcnNvbmFsSWQAEFZlcnNpb24AAAAAAAlMYXN0V3JpdGUAXla9tJIB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
  <p:tag name="EMPOWERCHARTSPROPERTIES_SLOT" val="A"/>
  <p:tag name="EMPOWERCHARTSPROPERTIES_LASTWRITEDATE" val="638652059603087722"/>
  <p:tag name="EMPOWERCHARTSPROPERTIES_A_LENGTH" val="24576"/>
  <p:tag name="RUNTIME_ID" val="af73c6c3-7c57-46bf-85a2-ce323945b59f"/>
</p:tagLst>
</file>

<file path=ppt/tags/tag108.xml><?xml version="1.0" encoding="utf-8"?>
<p:tagLst xmlns:a="http://schemas.openxmlformats.org/drawingml/2006/main" xmlns:r="http://schemas.openxmlformats.org/officeDocument/2006/relationships" xmlns:p="http://schemas.openxmlformats.org/presentationml/2006/main">
  <p:tag name="EMPOWERCHARTSPROPERTIES_A_0" val="AAAAAAH//////////wEAAAAAAAAAAAAAACoqIFRoaXMgaXMgYSBMaXRlREIgZmlsZSAqKgcDAP////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AQAAAAAAAAAAAAAAEQAAAFByb3BlcnR5RG9jdW1lbnRzAQAAAAAAAAAFAAAACQAAAF9pZD0kLl9pZAEDAAAAAAADAAAAAQADAAAAIwAAAENvbWJpSW5kZXg9JC5OYW1lICsgJ18nICsgJC5WZXJzaW9uAQQAAAAAAAQAAAABAAQAAAAAAAAAAP///////wAAAAAAAP////8AAAAAAP///////wAAAAAAAP////8AAAAAAP///////wAAAAAAAP////8AAAAAAP///////wAAAAAAAP////8AAAAAAP///////wAAAAAAAP////8AAAAAAP///////wAAAAAAAP////8AAAAAAP///////wAAAAAAAP////8AAAAAAP///////wAAAAAAAP////8AAAAAAP///////wAAAAAAAP////8AAAAAAP///////wAAAAAAAP////8AAAAAAP///////wAAAAAAAP////8AAAAAAP///////wAAAAAAAP////8AAAAAAP///////wAAAAAAAP////8AAAAAAP///////wAAAAAAAP////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wEBAQEBAQEBAQEBAQEBAQEAAAAAAAAAAwAAAAMAAAAA/////wMAaAwAAAAAAAAAAAAAIAD///////////////8AAAD///////////////8DAAAAAgD///////8DAAAAAgD///////8DAAAAAgD///////////////////////////////////////////////////////////////////////////////////////////////////////////////////////////////////////////////////////////////////////////////////////////////////////////////////////////////////////////////////////////////////////////////////////////////////////////////////////////////////////////////////////////////////////////////////////////////////////////////////////////////////////////////////////////////////////////////8BACAA////////////////AAAO////////AwAAAAIA////////////////////////////////////////////////////////////////////////////////////////////////////////////////////////////////////////////////////////////////////////////////////////////////////////////////////////////////////////////////////////////////////////////////////////////////////////////////////////////////////////////////////////////////////////////////////////////////////////////////////////////////////////////////////////////////////////////////////////////////////////////////////////AgADAP///////wQAAAACABAAC+6xxucNKj9GsLLGnF5J6KkFAAAAAAADAAAAAAADAAAAAQADAAAAAAD///////8DAAAAAAD///////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DAAAAAP////8DAIQMAAAAAAAAAAAAACAB////////////////AAAA////////////////BAAAAAIA////////////////////////////////////////////////////////////////////////////////////////////////////////////////////////////////////////////////////////////////////////////////////////////////////////////////////////////////////////////////////////////////////////////////////////////////////////////////////////////////////////////////////////////////////////////////////////////////////////////////////////////////////////////////////////////////////////////////////////////////////////////////AQAgAf///////////////wAADv///////wQAAAACAP///////////////////////////////////////////////////////////////////////////////////////////////////////////////////////////////////////////////////////////////////////////////////////////////////////////////////////////////////////////////////////////////////////////////////////////////////////////////////////////////////////////////////////////////////////////////////////////////////////////////////////////////////////////////////////////////////////////////////////////////////////////////////////wIAAQEDAAAAAgD///////8MAAZQZXJzb25hbElkXzAFAAAAAAAEAAAAAAAEAAAAA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BAAAAAD/////AQBvDwAAAAAAAAAAAAD/////cABwAAAABV9pZAAQAAAABO6xxucNKj9GsLLGnF5J6KkDRGF0YQAWAAAAAlBlcnNvbmFsSWQAAQAAAAAAAk5hbWUACwAAAFBlcnNvbmFsSWQAEFZlcnNpb24AAAAAAAlMYXN0V3JpdGUAXla9tJIB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
  <p:tag name="EMPOWERCHARTSPROPERTIES_SLOT" val="A"/>
  <p:tag name="EMPOWERCHARTSPROPERTIES_LASTWRITEDATE" val="638652059603087722"/>
  <p:tag name="EMPOWERCHARTSPROPERTIES_A_LENGTH" val="24576"/>
  <p:tag name="RUNTIME_ID" val="af73c6c3-7c57-46bf-85a2-ce323945b59f"/>
</p:tagLst>
</file>

<file path=ppt/tags/tag109.xml><?xml version="1.0" encoding="utf-8"?>
<p:tagLst xmlns:a="http://schemas.openxmlformats.org/drawingml/2006/main" xmlns:r="http://schemas.openxmlformats.org/officeDocument/2006/relationships" xmlns:p="http://schemas.openxmlformats.org/presentationml/2006/main">
  <p:tag name="EMPOWERCHARTSPROPERTIES_A_0" val="AAAAAAH//////////wEAAAAAAAAAAAAAACoqIFRoaXMgaXMgYSBMaXRlREIgZmlsZSAqKgcDAP////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AQAAAAAAAAAAAAAAEQAAAFByb3BlcnR5RG9jdW1lbnRzAQAAAAAAAAAFAAAACQAAAF9pZD0kLl9pZAEDAAAAAAADAAAAAQADAAAAIwAAAENvbWJpSW5kZXg9JC5OYW1lICsgJ18nICsgJC5WZXJzaW9uAQQAAAAAAAQAAAABAAQAAAAAAAAAAP///////wAAAAAAAP////8AAAAAAP///////wAAAAAAAP////8AAAAAAP///////wAAAAAAAP////8AAAAAAP///////wAAAAAAAP////8AAAAAAP///////wAAAAAAAP////8AAAAAAP///////wAAAAAAAP////8AAAAAAP///////wAAAAAAAP////8AAAAAAP///////wAAAAAAAP////8AAAAAAP///////wAAAAAAAP////8AAAAAAP///////wAAAAAAAP////8AAAAAAP///////wAAAAAAAP////8AAAAAAP///////wAAAAAAAP////8AAAAAAP///////wAAAAAAAP////8AAAAAAP///////wAAAAAAAP////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wEBAQEBAQEBAQEBAQEBAQEAAAAAAAAAAwAAAAMAAAAA/////wMAaAwAAAAAAAAAAAAAIAD///////////////8AAAD///////////////8DAAAAAgD///////8DAAAAAgD///////8DAAAAAgD///////////////////////////////////////////////////////////////////////////////////////////////////////////////////////////////////////////////////////////////////////////////////////////////////////////////////////////////////////////////////////////////////////////////////////////////////////////////////////////////////////////////////////////////////////////////////////////////////////////////////////////////////////////////////////////////////////////////8BACAA////////////////AAAO////////AwAAAAIA////////////////////////////////////////////////////////////////////////////////////////////////////////////////////////////////////////////////////////////////////////////////////////////////////////////////////////////////////////////////////////////////////////////////////////////////////////////////////////////////////////////////////////////////////////////////////////////////////////////////////////////////////////////////////////////////////////////////////////////////////////////////////////AgADAP///////wQAAAACABAAC+6xxucNKj9GsLLGnF5J6KkFAAAAAAADAAAAAAADAAAAAQADAAAAAAD///////8DAAAAAAD///////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DAAAAAP////8DAIQMAAAAAAAAAAAAACAB////////////////AAAA////////////////BAAAAAIA////////////////////////////////////////////////////////////////////////////////////////////////////////////////////////////////////////////////////////////////////////////////////////////////////////////////////////////////////////////////////////////////////////////////////////////////////////////////////////////////////////////////////////////////////////////////////////////////////////////////////////////////////////////////////////////////////////////////////////////////////////////////AQAgAf///////////////wAADv///////wQAAAACAP///////////////////////////////////////////////////////////////////////////////////////////////////////////////////////////////////////////////////////////////////////////////////////////////////////////////////////////////////////////////////////////////////////////////////////////////////////////////////////////////////////////////////////////////////////////////////////////////////////////////////////////////////////////////////////////////////////////////////////////////////////////////////////wIAAQEDAAAAAgD///////8MAAZQZXJzb25hbElkXzAFAAAAAAAEAAAAAAAEAAAAA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BAAAAAD/////AQBvDwAAAAAAAAAAAAD/////cABwAAAABV9pZAAQAAAABO6xxucNKj9GsLLGnF5J6KkDRGF0YQAWAAAAAlBlcnNvbmFsSWQAAQAAAAAAAk5hbWUACwAAAFBlcnNvbmFsSWQAEFZlcnNpb24AAAAAAAlMYXN0V3JpdGUAXla9tJIB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
  <p:tag name="EMPOWERCHARTSPROPERTIES_SLOT" val="A"/>
  <p:tag name="EMPOWERCHARTSPROPERTIES_LASTWRITEDATE" val="638652059603087722"/>
  <p:tag name="EMPOWERCHARTSPROPERTIES_A_LENGTH" val="24576"/>
  <p:tag name="RUNTIME_ID" val="af73c6c3-7c57-46bf-85a2-ce323945b59f"/>
</p:tagLst>
</file>

<file path=ppt/tags/tag110.xml><?xml version="1.0" encoding="utf-8"?>
<p:tagLst xmlns:a="http://schemas.openxmlformats.org/drawingml/2006/main" xmlns:r="http://schemas.openxmlformats.org/officeDocument/2006/relationships" xmlns:p="http://schemas.openxmlformats.org/presentationml/2006/main">
  <p:tag name="EMPOWERCHARTSPROPERTIES_A_0" val="AAAAAAH//////////wEAAAAAAAAAAAAAACoqIFRoaXMgaXMgYSBMaXRlREIgZmlsZSAqKgcDAP////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AQAAAAAAAAAAAAAAEQAAAFByb3BlcnR5RG9jdW1lbnRzAQAAAAAAAAAFAAAACQAAAF9pZD0kLl9pZAEDAAAAAAADAAAAAQADAAAAIwAAAENvbWJpSW5kZXg9JC5OYW1lICsgJ18nICsgJC5WZXJzaW9uAQQAAAAAAAQAAAABAAQAAAAAAAAAAP///////wAAAAAAAP////8AAAAAAP///////wAAAAAAAP////8AAAAAAP///////wAAAAAAAP////8AAAAAAP///////wAAAAAAAP////8AAAAAAP///////wAAAAAAAP////8AAAAAAP///////wAAAAAAAP////8AAAAAAP///////wAAAAAAAP////8AAAAAAP///////wAAAAAAAP////8AAAAAAP///////wAAAAAAAP////8AAAAAAP///////wAAAAAAAP////8AAAAAAP///////wAAAAAAAP////8AAAAAAP///////wAAAAAAAP////8AAAAAAP///////wAAAAAAAP////8AAAAAAP///////wAAAAAAAP////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wEBAQEBAQEBAQEBAQEBAQEAAAAAAAAAAwAAAAMAAAAA/////wMAaAwAAAAAAAAAAAAAIAD///////////////8AAAD///////////////8DAAAAAgD///////8DAAAAAgD///////8DAAAAAgD///////////////////////////////////////////////////////////////////////////////////////////////////////////////////////////////////////////////////////////////////////////////////////////////////////////////////////////////////////////////////////////////////////////////////////////////////////////////////////////////////////////////////////////////////////////////////////////////////////////////////////////////////////////////////////////////////////////////8BACAA////////////////AAAO////////AwAAAAIA////////////////////////////////////////////////////////////////////////////////////////////////////////////////////////////////////////////////////////////////////////////////////////////////////////////////////////////////////////////////////////////////////////////////////////////////////////////////////////////////////////////////////////////////////////////////////////////////////////////////////////////////////////////////////////////////////////////////////////////////////////////////////////AgADAP///////wQAAAACABAAC+6xxucNKj9GsLLGnF5J6KkFAAAAAAADAAAAAAADAAAAAQADAAAAAAD///////8DAAAAAAD///////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DAAAAAP////8DAIQMAAAAAAAAAAAAACAB////////////////AAAA////////////////BAAAAAIA////////////////////////////////////////////////////////////////////////////////////////////////////////////////////////////////////////////////////////////////////////////////////////////////////////////////////////////////////////////////////////////////////////////////////////////////////////////////////////////////////////////////////////////////////////////////////////////////////////////////////////////////////////////////////////////////////////////////////////////////////////////////AQAgAf///////////////wAADv///////wQAAAACAP///////////////////////////////////////////////////////////////////////////////////////////////////////////////////////////////////////////////////////////////////////////////////////////////////////////////////////////////////////////////////////////////////////////////////////////////////////////////////////////////////////////////////////////////////////////////////////////////////////////////////////////////////////////////////////////////////////////////////////////////////////////////////////wIAAQEDAAAAAgD///////8MAAZQZXJzb25hbElkXzAFAAAAAAAEAAAAAAAEAAAAA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BAAAAAD/////AQBvDwAAAAAAAAAAAAD/////cABwAAAABV9pZAAQAAAABO6xxucNKj9GsLLGnF5J6KkDRGF0YQAWAAAAAlBlcnNvbmFsSWQAAQAAAAAAAk5hbWUACwAAAFBlcnNvbmFsSWQAEFZlcnNpb24AAAAAAAlMYXN0V3JpdGUAXla9tJIB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
  <p:tag name="EMPOWERCHARTSPROPERTIES_SLOT" val="A"/>
  <p:tag name="EMPOWERCHARTSPROPERTIES_LASTWRITEDATE" val="638652059603087722"/>
  <p:tag name="EMPOWERCHARTSPROPERTIES_A_LENGTH" val="24576"/>
  <p:tag name="RUNTIME_ID" val="af73c6c3-7c57-46bf-85a2-ce323945b59f"/>
</p:tagLst>
</file>

<file path=ppt/tags/tag111.xml><?xml version="1.0" encoding="utf-8"?>
<p:tagLst xmlns:a="http://schemas.openxmlformats.org/drawingml/2006/main" xmlns:r="http://schemas.openxmlformats.org/officeDocument/2006/relationships" xmlns:p="http://schemas.openxmlformats.org/presentationml/2006/main">
  <p:tag name="EMPOWERCHARTSPROPERTIES_A_0" val="AAAAAAH//////////wEAAAAAAAAAAAAAACoqIFRoaXMgaXMgYSBMaXRlREIgZmlsZSAqKgcDAP////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AQAAAAAAAAAAAAAAEQAAAFByb3BlcnR5RG9jdW1lbnRzAQAAAAAAAAAFAAAACQAAAF9pZD0kLl9pZAEDAAAAAAADAAAAAQADAAAAIwAAAENvbWJpSW5kZXg9JC5OYW1lICsgJ18nICsgJC5WZXJzaW9uAQQAAAAAAAQAAAABAAQAAAAAAAAAAP///////wAAAAAAAP////8AAAAAAP///////wAAAAAAAP////8AAAAAAP///////wAAAAAAAP////8AAAAAAP///////wAAAAAAAP////8AAAAAAP///////wAAAAAAAP////8AAAAAAP///////wAAAAAAAP////8AAAAAAP///////wAAAAAAAP////8AAAAAAP///////wAAAAAAAP////8AAAAAAP///////wAAAAAAAP////8AAAAAAP///////wAAAAAAAP////8AAAAAAP///////wAAAAAAAP////8AAAAAAP///////wAAAAAAAP////8AAAAAAP///////wAAAAAAAP////8AAAAAAP///////wAAAAAAAP////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wEBAQEBAQEBAQEBAQEBAQEAAAAAAAAAAwAAAAMAAAAA/////wMAaAwAAAAAAAAAAAAAIAD///////////////8AAAD///////////////8DAAAAAgD///////8DAAAAAgD///////8DAAAAAgD///////////////////////////////////////////////////////////////////////////////////////////////////////////////////////////////////////////////////////////////////////////////////////////////////////////////////////////////////////////////////////////////////////////////////////////////////////////////////////////////////////////////////////////////////////////////////////////////////////////////////////////////////////////////////////////////////////////////8BACAA////////////////AAAO////////AwAAAAIA////////////////////////////////////////////////////////////////////////////////////////////////////////////////////////////////////////////////////////////////////////////////////////////////////////////////////////////////////////////////////////////////////////////////////////////////////////////////////////////////////////////////////////////////////////////////////////////////////////////////////////////////////////////////////////////////////////////////////////////////////////////////////////AgADAP///////wQAAAACABAAC+6xxucNKj9GsLLGnF5J6KkFAAAAAAADAAAAAAADAAAAAQADAAAAAAD///////8DAAAAAAD///////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DAAAAAP////8DAIQMAAAAAAAAAAAAACAB////////////////AAAA////////////////BAAAAAIA////////////////////////////////////////////////////////////////////////////////////////////////////////////////////////////////////////////////////////////////////////////////////////////////////////////////////////////////////////////////////////////////////////////////////////////////////////////////////////////////////////////////////////////////////////////////////////////////////////////////////////////////////////////////////////////////////////////////////////////////////////////////AQAgAf///////////////wAADv///////wQAAAACAP///////////////////////////////////////////////////////////////////////////////////////////////////////////////////////////////////////////////////////////////////////////////////////////////////////////////////////////////////////////////////////////////////////////////////////////////////////////////////////////////////////////////////////////////////////////////////////////////////////////////////////////////////////////////////////////////////////////////////////////////////////////////////////wIAAQEDAAAAAgD///////8MAAZQZXJzb25hbElkXzAFAAAAAAAEAAAAAAAEAAAAA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BAAAAAD/////AQBvDwAAAAAAAAAAAAD/////cABwAAAABV9pZAAQAAAABO6xxucNKj9GsLLGnF5J6KkDRGF0YQAWAAAAAlBlcnNvbmFsSWQAAQAAAAAAAk5hbWUACwAAAFBlcnNvbmFsSWQAEFZlcnNpb24AAAAAAAlMYXN0V3JpdGUAXla9tJIB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
  <p:tag name="EMPOWERCHARTSPROPERTIES_SLOT" val="A"/>
  <p:tag name="EMPOWERCHARTSPROPERTIES_LASTWRITEDATE" val="638652059603087722"/>
  <p:tag name="EMPOWERCHARTSPROPERTIES_A_LENGTH" val="24576"/>
  <p:tag name="RUNTIME_ID" val="af73c6c3-7c57-46bf-85a2-ce323945b59f"/>
</p:tagLst>
</file>

<file path=ppt/tags/tag112.xml><?xml version="1.0" encoding="utf-8"?>
<p:tagLst xmlns:a="http://schemas.openxmlformats.org/drawingml/2006/main" xmlns:r="http://schemas.openxmlformats.org/officeDocument/2006/relationships" xmlns:p="http://schemas.openxmlformats.org/presentationml/2006/main">
  <p:tag name="EMPOWERCHARTSPROPERTIES_A_0" val="AAAAAAH//////////wEAAAAAAAAAAAAAACoqIFRoaXMgaXMgYSBMaXRlREIgZmlsZSAqKgcDAP////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AQAAAAAAAAAAAAAAEQAAAFByb3BlcnR5RG9jdW1lbnRzAQAAAAAAAAAFAAAACQAAAF9pZD0kLl9pZAEDAAAAAAADAAAAAQADAAAAIwAAAENvbWJpSW5kZXg9JC5OYW1lICsgJ18nICsgJC5WZXJzaW9uAQQAAAAAAAQAAAABAAQAAAAAAAAAAP///////wAAAAAAAP////8AAAAAAP///////wAAAAAAAP////8AAAAAAP///////wAAAAAAAP////8AAAAAAP///////wAAAAAAAP////8AAAAAAP///////wAAAAAAAP////8AAAAAAP///////wAAAAAAAP////8AAAAAAP///////wAAAAAAAP////8AAAAAAP///////wAAAAAAAP////8AAAAAAP///////wAAAAAAAP////8AAAAAAP///////wAAAAAAAP////8AAAAAAP///////wAAAAAAAP////8AAAAAAP///////wAAAAAAAP////8AAAAAAP///////wAAAAAAAP////8AAAAAAP///////wAAAAAAAP////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wEBAQEBAQEBAQEBAQEBAQEAAAAAAAAAAwAAAAMAAAAA/////wMAaAwAAAAAAAAAAAAAIAD///////////////8AAAD///////////////8DAAAAAgD///////8DAAAAAgD///////8DAAAAAgD///////////////////////////////////////////////////////////////////////////////////////////////////////////////////////////////////////////////////////////////////////////////////////////////////////////////////////////////////////////////////////////////////////////////////////////////////////////////////////////////////////////////////////////////////////////////////////////////////////////////////////////////////////////////////////////////////////////////8BACAA////////////////AAAO////////AwAAAAIA////////////////////////////////////////////////////////////////////////////////////////////////////////////////////////////////////////////////////////////////////////////////////////////////////////////////////////////////////////////////////////////////////////////////////////////////////////////////////////////////////////////////////////////////////////////////////////////////////////////////////////////////////////////////////////////////////////////////////////////////////////////////////////AgADAP///////wQAAAACABAAC+6xxucNKj9GsLLGnF5J6KkFAAAAAAADAAAAAAADAAAAAQADAAAAAAD///////8DAAAAAAD///////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DAAAAAP////8DAIQMAAAAAAAAAAAAACAB////////////////AAAA////////////////BAAAAAIA////////////////////////////////////////////////////////////////////////////////////////////////////////////////////////////////////////////////////////////////////////////////////////////////////////////////////////////////////////////////////////////////////////////////////////////////////////////////////////////////////////////////////////////////////////////////////////////////////////////////////////////////////////////////////////////////////////////////////////////////////////////////AQAgAf///////////////wAADv///////wQAAAACAP///////////////////////////////////////////////////////////////////////////////////////////////////////////////////////////////////////////////////////////////////////////////////////////////////////////////////////////////////////////////////////////////////////////////////////////////////////////////////////////////////////////////////////////////////////////////////////////////////////////////////////////////////////////////////////////////////////////////////////////////////////////////////////wIAAQEDAAAAAgD///////8MAAZQZXJzb25hbElkXzAFAAAAAAAEAAAAAAAEAAAAA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BAAAAAD/////AQBvDwAAAAAAAAAAAAD/////cABwAAAABV9pZAAQAAAABO6xxucNKj9GsLLGnF5J6KkDRGF0YQAWAAAAAlBlcnNvbmFsSWQAAQAAAAAAAk5hbWUACwAAAFBlcnNvbmFsSWQAEFZlcnNpb24AAAAAAAlMYXN0V3JpdGUAXla9tJIB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
  <p:tag name="EMPOWERCHARTSPROPERTIES_SLOT" val="A"/>
  <p:tag name="EMPOWERCHARTSPROPERTIES_LASTWRITEDATE" val="638652059603087722"/>
  <p:tag name="EMPOWERCHARTSPROPERTIES_A_LENGTH" val="24576"/>
  <p:tag name="RUNTIME_ID" val="af73c6c3-7c57-46bf-85a2-ce323945b59f"/>
</p:tagLst>
</file>

<file path=ppt/tags/tag113.xml><?xml version="1.0" encoding="utf-8"?>
<p:tagLst xmlns:a="http://schemas.openxmlformats.org/drawingml/2006/main" xmlns:r="http://schemas.openxmlformats.org/officeDocument/2006/relationships" xmlns:p="http://schemas.openxmlformats.org/presentationml/2006/main">
  <p:tag name="EMPOWERCHARTSPROPERTIES_A_0" val="AAAAAAH//////////wEAAAAAAAAAAAAAACoqIFRoaXMgaXMgYSBMaXRlREIgZmlsZSAqKgcDAP////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AQAAAAAAAAAAAAAAEQAAAFByb3BlcnR5RG9jdW1lbnRzAQAAAAAAAAAFAAAACQAAAF9pZD0kLl9pZAEDAAAAAAADAAAAAQADAAAAIwAAAENvbWJpSW5kZXg9JC5OYW1lICsgJ18nICsgJC5WZXJzaW9uAQQAAAAAAAQAAAABAAQAAAAAAAAAAP///////wAAAAAAAP////8AAAAAAP///////wAAAAAAAP////8AAAAAAP///////wAAAAAAAP////8AAAAAAP///////wAAAAAAAP////8AAAAAAP///////wAAAAAAAP////8AAAAAAP///////wAAAAAAAP////8AAAAAAP///////wAAAAAAAP////8AAAAAAP///////wAAAAAAAP////8AAAAAAP///////wAAAAAAAP////8AAAAAAP///////wAAAAAAAP////8AAAAAAP///////wAAAAAAAP////8AAAAAAP///////wAAAAAAAP////8AAAAAAP///////wAAAAAAAP////8AAAAAAP///////wAAAAAAAP////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wEBAQEBAQEBAQEBAQEBAQEAAAAAAAAAAwAAAAMAAAAA/////wMAaAwAAAAAAAAAAAAAIAD///////////////8AAAD///////////////8DAAAAAgD///////8DAAAAAgD///////8DAAAAAgD///////////////////////////////////////////////////////////////////////////////////////////////////////////////////////////////////////////////////////////////////////////////////////////////////////////////////////////////////////////////////////////////////////////////////////////////////////////////////////////////////////////////////////////////////////////////////////////////////////////////////////////////////////////////////////////////////////////////8BACAA////////////////AAAO////////AwAAAAIA////////////////////////////////////////////////////////////////////////////////////////////////////////////////////////////////////////////////////////////////////////////////////////////////////////////////////////////////////////////////////////////////////////////////////////////////////////////////////////////////////////////////////////////////////////////////////////////////////////////////////////////////////////////////////////////////////////////////////////////////////////////////////////AgADAP///////wQAAAACABAAC+6xxucNKj9GsLLGnF5J6KkFAAAAAAADAAAAAAADAAAAAQADAAAAAAD///////8DAAAAAAD///////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DAAAAAP////8DAIQMAAAAAAAAAAAAACAB////////////////AAAA////////////////BAAAAAIA////////////////////////////////////////////////////////////////////////////////////////////////////////////////////////////////////////////////////////////////////////////////////////////////////////////////////////////////////////////////////////////////////////////////////////////////////////////////////////////////////////////////////////////////////////////////////////////////////////////////////////////////////////////////////////////////////////////////////////////////////////////////AQAgAf///////////////wAADv///////wQAAAACAP///////////////////////////////////////////////////////////////////////////////////////////////////////////////////////////////////////////////////////////////////////////////////////////////////////////////////////////////////////////////////////////////////////////////////////////////////////////////////////////////////////////////////////////////////////////////////////////////////////////////////////////////////////////////////////////////////////////////////////////////////////////////////////wIAAQEDAAAAAgD///////8MAAZQZXJzb25hbElkXzAFAAAAAAAEAAAAAAAEAAAAA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BAAAAAD/////AQBvDwAAAAAAAAAAAAD/////cABwAAAABV9pZAAQAAAABO6xxucNKj9GsLLGnF5J6KkDRGF0YQAWAAAAAlBlcnNvbmFsSWQAAQAAAAAAAk5hbWUACwAAAFBlcnNvbmFsSWQAEFZlcnNpb24AAAAAAAlMYXN0V3JpdGUAXla9tJIB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
  <p:tag name="EMPOWERCHARTSPROPERTIES_SLOT" val="A"/>
  <p:tag name="EMPOWERCHARTSPROPERTIES_LASTWRITEDATE" val="638652059603087722"/>
  <p:tag name="EMPOWERCHARTSPROPERTIES_A_LENGTH" val="24576"/>
  <p:tag name="RUNTIME_ID" val="af73c6c3-7c57-46bf-85a2-ce323945b59f"/>
</p:tagLst>
</file>

<file path=ppt/tags/tag114.xml><?xml version="1.0" encoding="utf-8"?>
<p:tagLst xmlns:a="http://schemas.openxmlformats.org/drawingml/2006/main" xmlns:r="http://schemas.openxmlformats.org/officeDocument/2006/relationships" xmlns:p="http://schemas.openxmlformats.org/presentationml/2006/main">
  <p:tag name="EMPOWERCHARTSPROPERTIES_A_0" val="AAAAAAH//////////wEAAAAAAAAAAAAAACoqIFRoaXMgaXMgYSBMaXRlREIgZmlsZSAqKgcDAP////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AQAAAAAAAAAAAAAAEQAAAFByb3BlcnR5RG9jdW1lbnRzAQAAAAAAAAAFAAAACQAAAF9pZD0kLl9pZAEDAAAAAAADAAAAAQADAAAAIwAAAENvbWJpSW5kZXg9JC5OYW1lICsgJ18nICsgJC5WZXJzaW9uAQQAAAAAAAQAAAABAAQAAAAAAAAAAP///////wAAAAAAAP////8AAAAAAP///////wAAAAAAAP////8AAAAAAP///////wAAAAAAAP////8AAAAAAP///////wAAAAAAAP////8AAAAAAP///////wAAAAAAAP////8AAAAAAP///////wAAAAAAAP////8AAAAAAP///////wAAAAAAAP////8AAAAAAP///////wAAAAAAAP////8AAAAAAP///////wAAAAAAAP////8AAAAAAP///////wAAAAAAAP////8AAAAAAP///////wAAAAAAAP////8AAAAAAP///////wAAAAAAAP////8AAAAAAP///////wAAAAAAAP////8AAAAAAP///////wAAAAAAAP////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wEBAQEBAQEBAQEBAQEBAQEAAAAAAAAAAwAAAAMAAAAA/////wMAaAwAAAAAAAAAAAAAIAD///////////////8AAAD///////////////8DAAAAAgD///////8DAAAAAgD///////8DAAAAAgD///////////////////////////////////////////////////////////////////////////////////////////////////////////////////////////////////////////////////////////////////////////////////////////////////////////////////////////////////////////////////////////////////////////////////////////////////////////////////////////////////////////////////////////////////////////////////////////////////////////////////////////////////////////////////////////////////////////////8BACAA////////////////AAAO////////AwAAAAIA////////////////////////////////////////////////////////////////////////////////////////////////////////////////////////////////////////////////////////////////////////////////////////////////////////////////////////////////////////////////////////////////////////////////////////////////////////////////////////////////////////////////////////////////////////////////////////////////////////////////////////////////////////////////////////////////////////////////////////////////////////////////////////AgADAP///////wQAAAACABAAC+6xxucNKj9GsLLGnF5J6KkFAAAAAAADAAAAAAADAAAAAQADAAAAAAD///////8DAAAAAAD///////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DAAAAAP////8DAIQMAAAAAAAAAAAAACAB////////////////AAAA////////////////BAAAAAIA////////////////////////////////////////////////////////////////////////////////////////////////////////////////////////////////////////////////////////////////////////////////////////////////////////////////////////////////////////////////////////////////////////////////////////////////////////////////////////////////////////////////////////////////////////////////////////////////////////////////////////////////////////////////////////////////////////////////////////////////////////////////AQAgAf///////////////wAADv///////wQAAAACAP///////////////////////////////////////////////////////////////////////////////////////////////////////////////////////////////////////////////////////////////////////////////////////////////////////////////////////////////////////////////////////////////////////////////////////////////////////////////////////////////////////////////////////////////////////////////////////////////////////////////////////////////////////////////////////////////////////////////////////////////////////////////////////wIAAQEDAAAAAgD///////8MAAZQZXJzb25hbElkXzAFAAAAAAAEAAAAAAAEAAAAA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BAAAAAD/////AQBvDwAAAAAAAAAAAAD/////cABwAAAABV9pZAAQAAAABO6xxucNKj9GsLLGnF5J6KkDRGF0YQAWAAAAAlBlcnNvbmFsSWQAAQAAAAAAAk5hbWUACwAAAFBlcnNvbmFsSWQAEFZlcnNpb24AAAAAAAlMYXN0V3JpdGUAXla9tJIB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
  <p:tag name="EMPOWERCHARTSPROPERTIES_SLOT" val="A"/>
  <p:tag name="EMPOWERCHARTSPROPERTIES_LASTWRITEDATE" val="638652059603087722"/>
  <p:tag name="EMPOWERCHARTSPROPERTIES_A_LENGTH" val="24576"/>
  <p:tag name="RUNTIME_ID" val="af73c6c3-7c57-46bf-85a2-ce323945b59f"/>
</p:tagLst>
</file>

<file path=ppt/tags/tag115.xml><?xml version="1.0" encoding="utf-8"?>
<p:tagLst xmlns:a="http://schemas.openxmlformats.org/drawingml/2006/main" xmlns:r="http://schemas.openxmlformats.org/officeDocument/2006/relationships" xmlns:p="http://schemas.openxmlformats.org/presentationml/2006/main">
  <p:tag name="EMPOWERCHARTSPROPERTIES_A_0" val="AAAAAAH//////////wEAAAAAAAAAAAAAACoqIFRoaXMgaXMgYSBMaXRlREIgZmlsZSAqKgcDAP////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AQAAAAAAAAAAAAAAEQAAAFByb3BlcnR5RG9jdW1lbnRzAQAAAAAAAAAFAAAACQAAAF9pZD0kLl9pZAEDAAAAAAADAAAAAQADAAAAIwAAAENvbWJpSW5kZXg9JC5OYW1lICsgJ18nICsgJC5WZXJzaW9uAQQAAAAAAAQAAAABAAQAAAAAAAAAAP///////wAAAAAAAP////8AAAAAAP///////wAAAAAAAP////8AAAAAAP///////wAAAAAAAP////8AAAAAAP///////wAAAAAAAP////8AAAAAAP///////wAAAAAAAP////8AAAAAAP///////wAAAAAAAP////8AAAAAAP///////wAAAAAAAP////8AAAAAAP///////wAAAAAAAP////8AAAAAAP///////wAAAAAAAP////8AAAAAAP///////wAAAAAAAP////8AAAAAAP///////wAAAAAAAP////8AAAAAAP///////wAAAAAAAP////8AAAAAAP///////wAAAAAAAP////8AAAAAAP///////wAAAAAAAP////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wEBAQEBAQEBAQEBAQEBAQEAAAAAAAAAAwAAAAMAAAAA/////wMAaAwAAAAAAAAAAAAAIAD///////////////8AAAD///////////////8DAAAAAgD///////8DAAAAAgD///////8DAAAAAgD///////////////////////////////////////////////////////////////////////////////////////////////////////////////////////////////////////////////////////////////////////////////////////////////////////////////////////////////////////////////////////////////////////////////////////////////////////////////////////////////////////////////////////////////////////////////////////////////////////////////////////////////////////////////////////////////////////////////8BACAA////////////////AAAO////////AwAAAAIA////////////////////////////////////////////////////////////////////////////////////////////////////////////////////////////////////////////////////////////////////////////////////////////////////////////////////////////////////////////////////////////////////////////////////////////////////////////////////////////////////////////////////////////////////////////////////////////////////////////////////////////////////////////////////////////////////////////////////////////////////////////////////////AgADAP///////wQAAAACABAAC+6xxucNKj9GsLLGnF5J6KkFAAAAAAADAAAAAAADAAAAAQADAAAAAAD///////8DAAAAAAD///////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DAAAAAP////8DAIQMAAAAAAAAAAAAACAB////////////////AAAA////////////////BAAAAAIA////////////////////////////////////////////////////////////////////////////////////////////////////////////////////////////////////////////////////////////////////////////////////////////////////////////////////////////////////////////////////////////////////////////////////////////////////////////////////////////////////////////////////////////////////////////////////////////////////////////////////////////////////////////////////////////////////////////////////////////////////////////////AQAgAf///////////////wAADv///////wQAAAACAP///////////////////////////////////////////////////////////////////////////////////////////////////////////////////////////////////////////////////////////////////////////////////////////////////////////////////////////////////////////////////////////////////////////////////////////////////////////////////////////////////////////////////////////////////////////////////////////////////////////////////////////////////////////////////////////////////////////////////////////////////////////////////////wIAAQEDAAAAAgD///////8MAAZQZXJzb25hbElkXzAFAAAAAAAEAAAAAAAEAAAAA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BAAAAAD/////AQBvDwAAAAAAAAAAAAD/////cABwAAAABV9pZAAQAAAABO6xxucNKj9GsLLGnF5J6KkDRGF0YQAWAAAAAlBlcnNvbmFsSWQAAQAAAAAAAk5hbWUACwAAAFBlcnNvbmFsSWQAEFZlcnNpb24AAAAAAAlMYXN0V3JpdGUAXla9tJIB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
  <p:tag name="EMPOWERCHARTSPROPERTIES_SLOT" val="A"/>
  <p:tag name="EMPOWERCHARTSPROPERTIES_LASTWRITEDATE" val="638652059603087722"/>
  <p:tag name="EMPOWERCHARTSPROPERTIES_A_LENGTH" val="24576"/>
  <p:tag name="RUNTIME_ID" val="af73c6c3-7c57-46bf-85a2-ce323945b59f"/>
</p:tagLst>
</file>

<file path=ppt/tags/tag116.xml><?xml version="1.0" encoding="utf-8"?>
<p:tagLst xmlns:a="http://schemas.openxmlformats.org/drawingml/2006/main" xmlns:r="http://schemas.openxmlformats.org/officeDocument/2006/relationships" xmlns:p="http://schemas.openxmlformats.org/presentationml/2006/main">
  <p:tag name="EMPOWERCHARTSPROPERTIES_A_0" val="AAAAAAH//////////wEAAAAAAAAAAAAAACoqIFRoaXMgaXMgYSBMaXRlREIgZmlsZSAqKgcDAP////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AQAAAAAAAAAAAAAAEQAAAFByb3BlcnR5RG9jdW1lbnRzAQAAAAAAAAAFAAAACQAAAF9pZD0kLl9pZAEDAAAAAAADAAAAAQADAAAAIwAAAENvbWJpSW5kZXg9JC5OYW1lICsgJ18nICsgJC5WZXJzaW9uAQQAAAAAAAQAAAABAAQAAAAAAAAAAP///////wAAAAAAAP////8AAAAAAP///////wAAAAAAAP////8AAAAAAP///////wAAAAAAAP////8AAAAAAP///////wAAAAAAAP////8AAAAAAP///////wAAAAAAAP////8AAAAAAP///////wAAAAAAAP////8AAAAAAP///////wAAAAAAAP////8AAAAAAP///////wAAAAAAAP////8AAAAAAP///////wAAAAAAAP////8AAAAAAP///////wAAAAAAAP////8AAAAAAP///////wAAAAAAAP////8AAAAAAP///////wAAAAAAAP////8AAAAAAP///////wAAAAAAAP////8AAAAAAP///////wAAAAAAAP////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wEBAQEBAQEBAQEBAQEBAQEAAAAAAAAAAwAAAAMAAAAA/////wMAaAwAAAAAAAAAAAAAIAD///////////////8AAAD///////////////8DAAAAAgD///////8DAAAAAgD///////8DAAAAAgD///////////////////////////////////////////////////////////////////////////////////////////////////////////////////////////////////////////////////////////////////////////////////////////////////////////////////////////////////////////////////////////////////////////////////////////////////////////////////////////////////////////////////////////////////////////////////////////////////////////////////////////////////////////////////////////////////////////////8BACAA////////////////AAAO////////AwAAAAIA////////////////////////////////////////////////////////////////////////////////////////////////////////////////////////////////////////////////////////////////////////////////////////////////////////////////////////////////////////////////////////////////////////////////////////////////////////////////////////////////////////////////////////////////////////////////////////////////////////////////////////////////////////////////////////////////////////////////////////////////////////////////////////AgADAP///////wQAAAACABAAC+6xxucNKj9GsLLGnF5J6KkFAAAAAAADAAAAAAADAAAAAQADAAAAAAD///////8DAAAAAAD///////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DAAAAAP////8DAIQMAAAAAAAAAAAAACAB////////////////AAAA////////////////BAAAAAIA////////////////////////////////////////////////////////////////////////////////////////////////////////////////////////////////////////////////////////////////////////////////////////////////////////////////////////////////////////////////////////////////////////////////////////////////////////////////////////////////////////////////////////////////////////////////////////////////////////////////////////////////////////////////////////////////////////////////////////////////////////////////AQAgAf///////////////wAADv///////wQAAAACAP///////////////////////////////////////////////////////////////////////////////////////////////////////////////////////////////////////////////////////////////////////////////////////////////////////////////////////////////////////////////////////////////////////////////////////////////////////////////////////////////////////////////////////////////////////////////////////////////////////////////////////////////////////////////////////////////////////////////////////////////////////////////////////wIAAQEDAAAAAgD///////8MAAZQZXJzb25hbElkXzAFAAAAAAAEAAAAAAAEAAAAA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BAAAAAD/////AQBvDwAAAAAAAAAAAAD/////cABwAAAABV9pZAAQAAAABO6xxucNKj9GsLLGnF5J6KkDRGF0YQAWAAAAAlBlcnNvbmFsSWQAAQAAAAAAAk5hbWUACwAAAFBlcnNvbmFsSWQAEFZlcnNpb24AAAAAAAlMYXN0V3JpdGUAXla9tJIB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
  <p:tag name="EMPOWERCHARTSPROPERTIES_SLOT" val="A"/>
  <p:tag name="EMPOWERCHARTSPROPERTIES_LASTWRITEDATE" val="638652059603087722"/>
  <p:tag name="EMPOWERCHARTSPROPERTIES_A_LENGTH" val="24576"/>
  <p:tag name="RUNTIME_ID" val="af73c6c3-7c57-46bf-85a2-ce323945b59f"/>
</p:tagLst>
</file>

<file path=ppt/tags/tag11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8.xml><?xml version="1.0" encoding="utf-8"?>
<p:tagLst xmlns:a="http://schemas.openxmlformats.org/drawingml/2006/main" xmlns:r="http://schemas.openxmlformats.org/officeDocument/2006/relationships" xmlns:p="http://schemas.openxmlformats.org/presentationml/2006/main">
  <p:tag name="EMPOWERCHARTSPROPERTIES_A_0" val="AAAAAAH//////////wEAAAAAAAAAAAAAACoqIFRoaXMgaXMgYSBMaXRlREIgZmlsZSAqKgcDAP////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AQAAAAAAAAAAAAAAEQAAAFByb3BlcnR5RG9jdW1lbnRzAQAAAAAAAAAFAAAACQAAAF9pZD0kLl9pZAEDAAAAAAADAAAAAQADAAAAIwAAAENvbWJpSW5kZXg9JC5OYW1lICsgJ18nICsgJC5WZXJzaW9uAQQAAAAAAAQAAAABAAQAAAAAAAAAAP///////wAAAAAAAP////8AAAAAAP///////wAAAAAAAP////8AAAAAAP///////wAAAAAAAP////8AAAAAAP///////wAAAAAAAP////8AAAAAAP///////wAAAAAAAP////8AAAAAAP///////wAAAAAAAP////8AAAAAAP///////wAAAAAAAP////8AAAAAAP///////wAAAAAAAP////8AAAAAAP///////wAAAAAAAP////8AAAAAAP///////wAAAAAAAP////8AAAAAAP///////wAAAAAAAP////8AAAAAAP///////wAAAAAAAP////8AAAAAAP///////wAAAAAAAP////8AAAAAAP///////wAAAAAAAP////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gIBAQEBAQEBAQEBAQEBAQEAAAAAAAAAAwAAAAMAAAAA/////wMAdAwAAAAAAAAAAAAAIAD///////////////8AAAD///////////////8DAAAAAgD///////8DAAAAAgD///////////////////////////////////////////////////////////////////////////////////////////////////////////////////////////////////////////////////////////////////////////////////////////////////////////////////////////////////////////////////////////////////////////////////////////////////////////////////////////////////////////////////////////////////////////////////////////////////////////////////////////////////////////////////////////////////////////////////////////////8BACAA////////////////AAAO////////AwAAAAIA////////////////////////////////////////////////////////////////////////////////////////////////////////////////////////////////////////////////////////////////////////////////////////////////////////////////////////////////////////////////////////////////////////////////////////////////////////////////////////////////////////////////////////////////////////////////////////////////////////////////////////////////////////////////////////////////////////////////////////////////////////////////////////AgACAP///////wQAAAACABAAC86FrY3ASZdIiB2Pw1EL48MFAAAAAAADAAAAAAADAAAAAQADAAAAAAD///////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DAAAAAP////8DAHgMAAAAAAAAAAAAACAB////////////////AAAA////////////////BAAAAAIA////////BAAAAAIA////////////////////////////////////////////////////////////////////////////////////////////////////////////////////////////////////////////////////////////////////////////////////////////////////////////////////////////////////////////////////////////////////////////////////////////////////////////////////////////////////////////////////////////////////////////////////////////////////////////////////////////////////////////////////////////////////////////////////////////////AQAgAf///////////////wAADv///////wQAAAACAP///////////////////////////////////////////////////////////////////////////////////////////////////////////////////////////////////////////////////////////////////////////////////////////////////////////////////////////////////////////////////////////////////////////////////////////////////////////////////////////////////////////////////////////////////////////////////////////////////////////////////////////////////////////////////////////////////////////////////////////////////////////////////////wIAAgEDAAAAAgD///////8MAAZQZXJzb25hbElkXzAFAAAAAAAEAAAAAAAEAAAAAQAEAAAAAAD///////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BAAAAAD/////AQBvDwAAAAAAAAAAAAD/////cABwAAAABV9pZAAQAAAABM6FrY3ASZdIiB2Pw1EL48MDRGF0YQAWAAAAAlBlcnNvbmFsSWQAAQAAAAAAAk5hbWUACwAAAFBlcnNvbmFsSWQAEFZlcnNpb24AAAAAAAlMYXN0V3JpdGUAhVa9tJIB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
  <p:tag name="EMPOWERCHARTSPROPERTIES_SLOT" val="A"/>
  <p:tag name="EMPOWERCHARTSPROPERTIES_LASTWRITEDATE" val="638652059603477392"/>
  <p:tag name="EMPOWERCHARTSPROPERTIES_A_LENGTH" val="24576"/>
  <p:tag name="RUNTIME_ID" val="2c3b976b-67c3-4a43-81d5-bdc1b91cd057"/>
</p:tagLst>
</file>

<file path=ppt/tags/tag119.xml><?xml version="1.0" encoding="utf-8"?>
<p:tagLst xmlns:a="http://schemas.openxmlformats.org/drawingml/2006/main" xmlns:r="http://schemas.openxmlformats.org/officeDocument/2006/relationships" xmlns:p="http://schemas.openxmlformats.org/presentationml/2006/main">
  <p:tag name="EMPOWERCHARTSPROPERTIES_A_0" val="AAAAAAH//////////wEAAAAAAAAAAAAAACoqIFRoaXMgaXMgYSBMaXRlREIgZmlsZSAqKgcDAP////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AQAAAAAAAAAAAAAAEQAAAFByb3BlcnR5RG9jdW1lbnRzAQAAAAAAAAAFAAAACQAAAF9pZD0kLl9pZAEDAAAAAAADAAAAAQADAAAAIwAAAENvbWJpSW5kZXg9JC5OYW1lICsgJ18nICsgJC5WZXJzaW9uAQQAAAAAAAQAAAABAAQAAAAAAAAAAP///////wAAAAAAAP////8AAAAAAP///////wAAAAAAAP////8AAAAAAP///////wAAAAAAAP////8AAAAAAP///////wAAAAAAAP////8AAAAAAP///////wAAAAAAAP////8AAAAAAP///////wAAAAAAAP////8AAAAAAP///////wAAAAAAAP////8AAAAAAP///////wAAAAAAAP////8AAAAAAP///////wAAAAAAAP////8AAAAAAP///////wAAAAAAAP////8AAAAAAP///////wAAAAAAAP////8AAAAAAP///////wAAAAAAAP////8AAAAAAP///////wAAAAAAAP////8AAAAAAP///////wAAAAAAAP////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EBAQEBAQEBAQEBAQEBAQEAAAAAAAAAAwAAAAMAAAAA/////wMAgAwAAAAAAAAAAAAAIAD///////////////8AAAD///////////////8DAAAAAgD///////////////////////////////////////////////////////////////////////////////////////////////////////////////////////////////////////////////////////////////////////////////////////////////////////////////////////////////////////////////////////////////////////////////////////////////////////////////////////////////////////////////////////////////////////////////////////////////////////////////////////////////////////////////////////////////////////////////////////////////////////////////8BACAA////////////////AAAO////////AwAAAAIA////////////////////////////////////////////////////////////////////////////////////////////////////////////////////////////////////////////////////////////////////////////////////////////////////////////////////////////////////////////////////////////////////////////////////////////////////////////////////////////////////////////////////////////////////////////////////////////////////////////////////////////////////////////////////////////////////////////////////////////////////////////////////////AgABAP///////wQAAAACABAACwR1c+JZwudHsXgPuIcdqxMFAAAAAAADAAAAAAADAAAAA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DAAAAAP////8DAIQMAAAAAAAAAAAAACAB////////////////AAAA////////////////BAAAAAIA////////////////////////////////////////////////////////////////////////////////////////////////////////////////////////////////////////////////////////////////////////////////////////////////////////////////////////////////////////////////////////////////////////////////////////////////////////////////////////////////////////////////////////////////////////////////////////////////////////////////////////////////////////////////////////////////////////////////////////////////////////////////AQAgAf///////////////wAADv///////wQAAAACAP///////////////////////////////////////////////////////////////////////////////////////////////////////////////////////////////////////////////////////////////////////////////////////////////////////////////////////////////////////////////////////////////////////////////////////////////////////////////////////////////////////////////////////////////////////////////////////////////////////////////////////////////////////////////////////////////////////////////////////////////////////////////////////wIAAQEDAAAAAgD///////8MAAZQZXJzb25hbElkXzAFAAAAAAAEAAAAAAAEAAAAA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BAAAAAD/////AQBvDwAAAAAAAAAAAAD/////cABwAAAABV9pZAAQAAAABAR1c+JZwudHsXgPuIcdqxMDRGF0YQAWAAAAAlBlcnNvbmFsSWQAAQAAAAAAAk5hbWUACwAAAFBlcnNvbmFsSWQAEFZlcnNpb24AAAAAAAlMYXN0V3JpdGUArFa9tJIB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
  <p:tag name="EMPOWERCHARTSPROPERTIES_SLOT" val="A"/>
  <p:tag name="EMPOWERCHARTSPROPERTIES_LASTWRITEDATE" val="638652059603887518"/>
  <p:tag name="EMPOWERCHARTSPROPERTIES_A_LENGTH" val="24576"/>
  <p:tag name="RUNTIME_ID" val="7b10ab08-881d-4060-961d-5d6d10f38006"/>
</p:tagLst>
</file>

<file path=ppt/tags/tag120.xml><?xml version="1.0" encoding="utf-8"?>
<p:tagLst xmlns:a="http://schemas.openxmlformats.org/drawingml/2006/main" xmlns:r="http://schemas.openxmlformats.org/officeDocument/2006/relationships" xmlns:p="http://schemas.openxmlformats.org/presentationml/2006/main">
  <p:tag name="EMPOWERCHARTSPROPERTIES_A_0" val="AAAAAAH//////////wEAAAAAAAAAAAAAACoqIFRoaXMgaXMgYSBMaXRlREIgZmlsZSAqKgcDAP////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AQAAAAAAAAAAAAAAEQAAAFByb3BlcnR5RG9jdW1lbnRzAQAAAAAAAAAFAAAACQAAAF9pZD0kLl9pZAEDAAAAAAADAAAAAQADAAAAIwAAAENvbWJpSW5kZXg9JC5OYW1lICsgJ18nICsgJC5WZXJzaW9uAQQAAAAAAAQAAAABAAQAAAAAAAAAAP///////wAAAAAAAP////8AAAAAAP///////wAAAAAAAP////8AAAAAAP///////wAAAAAAAP////8AAAAAAP///////wAAAAAAAP////8AAAAAAP///////wAAAAAAAP////8AAAAAAP///////wAAAAAAAP////8AAAAAAP///////wAAAAAAAP////8AAAAAAP///////wAAAAAAAP////8AAAAAAP///////wAAAAAAAP////8AAAAAAP///////wAAAAAAAP////8AAAAAAP///////wAAAAAAAP////8AAAAAAP///////wAAAAAAAP////8AAAAAAP///////wAAAAAAAP////8AAAAAAP///////wAAAAAAAP////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wEBAQEBAQEBAQEBAQEBAQEAAAAAAAAAAwAAAAMAAAAA/////wMAaAwAAAAAAAAAAAAAIAD///////////////8AAAD///////////////8DAAAAAgD///////8DAAAAAgD///////8DAAAAAgD///////////////////////////////////////////////////////////////////////////////////////////////////////////////////////////////////////////////////////////////////////////////////////////////////////////////////////////////////////////////////////////////////////////////////////////////////////////////////////////////////////////////////////////////////////////////////////////////////////////////////////////////////////////////////////////////////////////////8BACAA////////////////AAAO////////AwAAAAIA////////////////////////////////////////////////////////////////////////////////////////////////////////////////////////////////////////////////////////////////////////////////////////////////////////////////////////////////////////////////////////////////////////////////////////////////////////////////////////////////////////////////////////////////////////////////////////////////////////////////////////////////////////////////////////////////////////////////////////////////////////////////////////AgADAP///////wQAAAACABAAC+6xxucNKj9GsLLGnF5J6KkFAAAAAAADAAAAAAADAAAAAQADAAAAAAD///////8DAAAAAAD///////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DAAAAAP////8DAIQMAAAAAAAAAAAAACAB////////////////AAAA////////////////BAAAAAIA////////////////////////////////////////////////////////////////////////////////////////////////////////////////////////////////////////////////////////////////////////////////////////////////////////////////////////////////////////////////////////////////////////////////////////////////////////////////////////////////////////////////////////////////////////////////////////////////////////////////////////////////////////////////////////////////////////////////////////////////////////////////AQAgAf///////////////wAADv///////wQAAAACAP///////////////////////////////////////////////////////////////////////////////////////////////////////////////////////////////////////////////////////////////////////////////////////////////////////////////////////////////////////////////////////////////////////////////////////////////////////////////////////////////////////////////////////////////////////////////////////////////////////////////////////////////////////////////////////////////////////////////////////////////////////////////////////wIAAQEDAAAAAgD///////8MAAZQZXJzb25hbElkXzAFAAAAAAAEAAAAAAAEAAAAA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BAAAAAD/////AQBvDwAAAAAAAAAAAAD/////cABwAAAABV9pZAAQAAAABO6xxucNKj9GsLLGnF5J6KkDRGF0YQAWAAAAAlBlcnNvbmFsSWQAAQAAAAAAAk5hbWUACwAAAFBlcnNvbmFsSWQAEFZlcnNpb24AAAAAAAlMYXN0V3JpdGUAXla9tJIB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
  <p:tag name="EMPOWERCHARTSPROPERTIES_SLOT" val="A"/>
  <p:tag name="EMPOWERCHARTSPROPERTIES_LASTWRITEDATE" val="638652059603087722"/>
  <p:tag name="EMPOWERCHARTSPROPERTIES_A_LENGTH" val="24576"/>
  <p:tag name="RUNTIME_ID" val="af73c6c3-7c57-46bf-85a2-ce323945b59f"/>
</p:tagLst>
</file>

<file path=ppt/tags/tag121.xml><?xml version="1.0" encoding="utf-8"?>
<p:tagLst xmlns:a="http://schemas.openxmlformats.org/drawingml/2006/main" xmlns:r="http://schemas.openxmlformats.org/officeDocument/2006/relationships" xmlns:p="http://schemas.openxmlformats.org/presentationml/2006/main">
  <p:tag name="EMPOWERCHARTSPROPERTIES_A_0" val="AAAAAAH//////////wEAAAAAAAAAAAAAACoqIFRoaXMgaXMgYSBMaXRlREIgZmlsZSAqKgcDAP////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AQAAAAAAAAAAAAAAEQAAAFByb3BlcnR5RG9jdW1lbnRzAQAAAAAAAAAFAAAACQAAAF9pZD0kLl9pZAEDAAAAAAADAAAAAQADAAAAIwAAAENvbWJpSW5kZXg9JC5OYW1lICsgJ18nICsgJC5WZXJzaW9uAQQAAAAAAAQAAAABAAQAAAAAAAAAAP///////wAAAAAAAP////8AAAAAAP///////wAAAAAAAP////8AAAAAAP///////wAAAAAAAP////8AAAAAAP///////wAAAAAAAP////8AAAAAAP///////wAAAAAAAP////8AAAAAAP///////wAAAAAAAP////8AAAAAAP///////wAAAAAAAP////8AAAAAAP///////wAAAAAAAP////8AAAAAAP///////wAAAAAAAP////8AAAAAAP///////wAAAAAAAP////8AAAAAAP///////wAAAAAAAP////8AAAAAAP///////wAAAAAAAP////8AAAAAAP///////wAAAAAAAP////8AAAAAAP///////wAAAAAAAP////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gIBAQEBAQEBAQEBAQEBAQEAAAAAAAAAAwAAAAMAAAAA/////wMAdAwAAAAAAAAAAAAAIAD///////////////8AAAD///////////////8DAAAAAgD///////8DAAAAAgD///////////////////////////////////////////////////////////////////////////////////////////////////////////////////////////////////////////////////////////////////////////////////////////////////////////////////////////////////////////////////////////////////////////////////////////////////////////////////////////////////////////////////////////////////////////////////////////////////////////////////////////////////////////////////////////////////////////////////////////////8BACAA////////////////AAAO////////AwAAAAIA////////////////////////////////////////////////////////////////////////////////////////////////////////////////////////////////////////////////////////////////////////////////////////////////////////////////////////////////////////////////////////////////////////////////////////////////////////////////////////////////////////////////////////////////////////////////////////////////////////////////////////////////////////////////////////////////////////////////////////////////////////////////////////AgACAP///////wQAAAACABAAC86FrY3ASZdIiB2Pw1EL48MFAAAAAAADAAAAAAADAAAAAQADAAAAAAD///////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DAAAAAP////8DAHgMAAAAAAAAAAAAACAB////////////////AAAA////////////////BAAAAAIA////////BAAAAAIA////////////////////////////////////////////////////////////////////////////////////////////////////////////////////////////////////////////////////////////////////////////////////////////////////////////////////////////////////////////////////////////////////////////////////////////////////////////////////////////////////////////////////////////////////////////////////////////////////////////////////////////////////////////////////////////////////////////////////////////////AQAgAf///////////////wAADv///////wQAAAACAP///////////////////////////////////////////////////////////////////////////////////////////////////////////////////////////////////////////////////////////////////////////////////////////////////////////////////////////////////////////////////////////////////////////////////////////////////////////////////////////////////////////////////////////////////////////////////////////////////////////////////////////////////////////////////////////////////////////////////////////////////////////////////////wIAAgEDAAAAAgD///////8MAAZQZXJzb25hbElkXzAFAAAAAAAEAAAAAAAEAAAAAQAEAAAAAAD///////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BAAAAAD/////AQBvDwAAAAAAAAAAAAD/////cABwAAAABV9pZAAQAAAABM6FrY3ASZdIiB2Pw1EL48MDRGF0YQAWAAAAAlBlcnNvbmFsSWQAAQAAAAAAAk5hbWUACwAAAFBlcnNvbmFsSWQAEFZlcnNpb24AAAAAAAlMYXN0V3JpdGUAhVa9tJIB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
  <p:tag name="EMPOWERCHARTSPROPERTIES_SLOT" val="A"/>
  <p:tag name="EMPOWERCHARTSPROPERTIES_LASTWRITEDATE" val="638652059603477392"/>
  <p:tag name="EMPOWERCHARTSPROPERTIES_A_LENGTH" val="24576"/>
  <p:tag name="RUNTIME_ID" val="2c3b976b-67c3-4a43-81d5-bdc1b91cd057"/>
</p:tagLst>
</file>

<file path=ppt/tags/tag122.xml><?xml version="1.0" encoding="utf-8"?>
<p:tagLst xmlns:a="http://schemas.openxmlformats.org/drawingml/2006/main" xmlns:r="http://schemas.openxmlformats.org/officeDocument/2006/relationships" xmlns:p="http://schemas.openxmlformats.org/presentationml/2006/main">
  <p:tag name="EMPOWERCHARTSPROPERTIES_A_0" val="AAAAAAH//////////wEAAAAAAAAAAAAAACoqIFRoaXMgaXMgYSBMaXRlREIgZmlsZSAqKgcDAP////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AQAAAAAAAAAAAAAAEQAAAFByb3BlcnR5RG9jdW1lbnRzAQAAAAAAAAAFAAAACQAAAF9pZD0kLl9pZAEDAAAAAAADAAAAAQADAAAAIwAAAENvbWJpSW5kZXg9JC5OYW1lICsgJ18nICsgJC5WZXJzaW9uAQQAAAAAAAQAAAABAAQAAAAAAAAAAP///////wAAAAAAAP////8AAAAAAP///////wAAAAAAAP////8AAAAAAP///////wAAAAAAAP////8AAAAAAP///////wAAAAAAAP////8AAAAAAP///////wAAAAAAAP////8AAAAAAP///////wAAAAAAAP////8AAAAAAP///////wAAAAAAAP////8AAAAAAP///////wAAAAAAAP////8AAAAAAP///////wAAAAAAAP////8AAAAAAP///////wAAAAAAAP////8AAAAAAP///////wAAAAAAAP////8AAAAAAP///////wAAAAAAAP////8AAAAAAP///////wAAAAAAAP////8AAAAAAP///////wAAAAAAAP////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EBAQEBAQEBAQEBAQEBAQEAAAAAAAAAAwAAAAMAAAAA/////wMAgAwAAAAAAAAAAAAAIAD///////////////8AAAD///////////////8DAAAAAgD///////////////////////////////////////////////////////////////////////////////////////////////////////////////////////////////////////////////////////////////////////////////////////////////////////////////////////////////////////////////////////////////////////////////////////////////////////////////////////////////////////////////////////////////////////////////////////////////////////////////////////////////////////////////////////////////////////////////////////////////////////////////8BACAA////////////////AAAO////////AwAAAAIA////////////////////////////////////////////////////////////////////////////////////////////////////////////////////////////////////////////////////////////////////////////////////////////////////////////////////////////////////////////////////////////////////////////////////////////////////////////////////////////////////////////////////////////////////////////////////////////////////////////////////////////////////////////////////////////////////////////////////////////////////////////////////////AgABAP///////wQAAAACABAACwR1c+JZwudHsXgPuIcdqxMFAAAAAAADAAAAAAADAAAAA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DAAAAAP////8DAIQMAAAAAAAAAAAAACAB////////////////AAAA////////////////BAAAAAIA////////////////////////////////////////////////////////////////////////////////////////////////////////////////////////////////////////////////////////////////////////////////////////////////////////////////////////////////////////////////////////////////////////////////////////////////////////////////////////////////////////////////////////////////////////////////////////////////////////////////////////////////////////////////////////////////////////////////////////////////////////////////AQAgAf///////////////wAADv///////wQAAAACAP///////////////////////////////////////////////////////////////////////////////////////////////////////////////////////////////////////////////////////////////////////////////////////////////////////////////////////////////////////////////////////////////////////////////////////////////////////////////////////////////////////////////////////////////////////////////////////////////////////////////////////////////////////////////////////////////////////////////////////////////////////////////////////wIAAQEDAAAAAgD///////8MAAZQZXJzb25hbElkXzAFAAAAAAAEAAAAAAAEAAAAA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BAAAAAD/////AQBvDwAAAAAAAAAAAAD/////cABwAAAABV9pZAAQAAAABAR1c+JZwudHsXgPuIcdqxMDRGF0YQAWAAAAAlBlcnNvbmFsSWQAAQAAAAAAAk5hbWUACwAAAFBlcnNvbmFsSWQAEFZlcnNpb24AAAAAAAlMYXN0V3JpdGUArFa9tJIB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
  <p:tag name="EMPOWERCHARTSPROPERTIES_SLOT" val="A"/>
  <p:tag name="EMPOWERCHARTSPROPERTIES_LASTWRITEDATE" val="638652059603887518"/>
  <p:tag name="EMPOWERCHARTSPROPERTIES_A_LENGTH" val="24576"/>
  <p:tag name="RUNTIME_ID" val="7b10ab08-881d-4060-961d-5d6d10f38006"/>
</p:tagLst>
</file>

<file path=ppt/tags/tag123.xml><?xml version="1.0" encoding="utf-8"?>
<p:tagLst xmlns:a="http://schemas.openxmlformats.org/drawingml/2006/main" xmlns:r="http://schemas.openxmlformats.org/officeDocument/2006/relationships" xmlns:p="http://schemas.openxmlformats.org/presentationml/2006/main">
  <p:tag name="EMPOWERCHARTSPROPERTIES_A_0" val="AAAAAAH//////////wEAAAAAAAAAAAAAACoqIFRoaXMgaXMgYSBMaXRlREIgZmlsZSAqKgcDAP////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AQAAAAAAAAAAAAAAEQAAAFByb3BlcnR5RG9jdW1lbnRzAQAAAAAAAAAFAAAACQAAAF9pZD0kLl9pZAEDAAAAAAADAAAAAQADAAAAIwAAAENvbWJpSW5kZXg9JC5OYW1lICsgJ18nICsgJC5WZXJzaW9uAQQAAAAAAAQAAAABAAQAAAAAAAAAAP///////wAAAAAAAP////8AAAAAAP///////wAAAAAAAP////8AAAAAAP///////wAAAAAAAP////8AAAAAAP///////wAAAAAAAP////8AAAAAAP///////wAAAAAAAP////8AAAAAAP///////wAAAAAAAP////8AAAAAAP///////wAAAAAAAP////8AAAAAAP///////wAAAAAAAP////8AAAAAAP///////wAAAAAAAP////8AAAAAAP///////wAAAAAAAP////8AAAAAAP///////wAAAAAAAP////8AAAAAAP///////wAAAAAAAP////8AAAAAAP///////wAAAAAAAP////8AAAAAAP///////wAAAAAAAP////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wEBAQEBAQEBAQEBAQEBAQEAAAAAAAAAAwAAAAMAAAAA/////wMAaAwAAAAAAAAAAAAAIAD///////////////8AAAD///////////////8DAAAAAgD///////8DAAAAAgD///////8DAAAAAgD///////////////////////////////////////////////////////////////////////////////////////////////////////////////////////////////////////////////////////////////////////////////////////////////////////////////////////////////////////////////////////////////////////////////////////////////////////////////////////////////////////////////////////////////////////////////////////////////////////////////////////////////////////////////////////////////////////////////8BACAA////////////////AAAO////////AwAAAAIA////////////////////////////////////////////////////////////////////////////////////////////////////////////////////////////////////////////////////////////////////////////////////////////////////////////////////////////////////////////////////////////////////////////////////////////////////////////////////////////////////////////////////////////////////////////////////////////////////////////////////////////////////////////////////////////////////////////////////////////////////////////////////////AgADAP///////wQAAAACABAAC+6xxucNKj9GsLLGnF5J6KkFAAAAAAADAAAAAAADAAAAAQADAAAAAAD///////8DAAAAAAD///////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DAAAAAP////8DAIQMAAAAAAAAAAAAACAB////////////////AAAA////////////////BAAAAAIA////////////////////////////////////////////////////////////////////////////////////////////////////////////////////////////////////////////////////////////////////////////////////////////////////////////////////////////////////////////////////////////////////////////////////////////////////////////////////////////////////////////////////////////////////////////////////////////////////////////////////////////////////////////////////////////////////////////////////////////////////////////////AQAgAf///////////////wAADv///////wQAAAACAP///////////////////////////////////////////////////////////////////////////////////////////////////////////////////////////////////////////////////////////////////////////////////////////////////////////////////////////////////////////////////////////////////////////////////////////////////////////////////////////////////////////////////////////////////////////////////////////////////////////////////////////////////////////////////////////////////////////////////////////////////////////////////////wIAAQEDAAAAAgD///////8MAAZQZXJzb25hbElkXzAFAAAAAAAEAAAAAAAEAAAAA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BAAAAAD/////AQBvDwAAAAAAAAAAAAD/////cABwAAAABV9pZAAQAAAABO6xxucNKj9GsLLGnF5J6KkDRGF0YQAWAAAAAlBlcnNvbmFsSWQAAQAAAAAAAk5hbWUACwAAAFBlcnNvbmFsSWQAEFZlcnNpb24AAAAAAAlMYXN0V3JpdGUAXla9tJIB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
  <p:tag name="EMPOWERCHARTSPROPERTIES_SLOT" val="A"/>
  <p:tag name="EMPOWERCHARTSPROPERTIES_LASTWRITEDATE" val="638652059603087722"/>
  <p:tag name="EMPOWERCHARTSPROPERTIES_A_LENGTH" val="24576"/>
  <p:tag name="RUNTIME_ID" val="af73c6c3-7c57-46bf-85a2-ce323945b59f"/>
</p:tagLst>
</file>

<file path=ppt/tags/tag12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25.xml><?xml version="1.0" encoding="utf-8"?>
<p:tagLst xmlns:a="http://schemas.openxmlformats.org/drawingml/2006/main" xmlns:r="http://schemas.openxmlformats.org/officeDocument/2006/relationships" xmlns:p="http://schemas.openxmlformats.org/presentationml/2006/main">
  <p:tag name="EMPOWERCHARTSPROPERTIES_A_0" val="AAAAAAH//////////wEAAAAAAAAAAAAAACoqIFRoaXMgaXMgYSBMaXRlREIgZmlsZSAqKgcDAP////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AQAAAAAAAAAAAAAAEQAAAFByb3BlcnR5RG9jdW1lbnRzAQAAAAAAAAAFAAAACQAAAF9pZD0kLl9pZAEDAAAAAAADAAAAAQADAAAAIwAAAENvbWJpSW5kZXg9JC5OYW1lICsgJ18nICsgJC5WZXJzaW9uAQQAAAAAAAQAAAABAAQAAAAAAAAAAP///////wAAAAAAAP////8AAAAAAP///////wAAAAAAAP////8AAAAAAP///////wAAAAAAAP////8AAAAAAP///////wAAAAAAAP////8AAAAAAP///////wAAAAAAAP////8AAAAAAP///////wAAAAAAAP////8AAAAAAP///////wAAAAAAAP////8AAAAAAP///////wAAAAAAAP////8AAAAAAP///////wAAAAAAAP////8AAAAAAP///////wAAAAAAAP////8AAAAAAP///////wAAAAAAAP////8AAAAAAP///////wAAAAAAAP////8AAAAAAP///////wAAAAAAAP////8AAAAAAP///////wAAAAAAAP////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gIBAQEBAQEBAQEBAQEBAQEAAAAAAAAAAwAAAAMAAAAA/////wMAdAwAAAAAAAAAAAAAIAD///////////////8AAAD///////////////8DAAAAAgD///////8DAAAAAgD///////////////////////////////////////////////////////////////////////////////////////////////////////////////////////////////////////////////////////////////////////////////////////////////////////////////////////////////////////////////////////////////////////////////////////////////////////////////////////////////////////////////////////////////////////////////////////////////////////////////////////////////////////////////////////////////////////////////////////////////8BACAA////////////////AAAO////////AwAAAAIA////////////////////////////////////////////////////////////////////////////////////////////////////////////////////////////////////////////////////////////////////////////////////////////////////////////////////////////////////////////////////////////////////////////////////////////////////////////////////////////////////////////////////////////////////////////////////////////////////////////////////////////////////////////////////////////////////////////////////////////////////////////////////////AgACAP///////wQAAAACABAAC86FrY3ASZdIiB2Pw1EL48MFAAAAAAADAAAAAAADAAAAAQADAAAAAAD///////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DAAAAAP////8DAHgMAAAAAAAAAAAAACAB////////////////AAAA////////////////BAAAAAIA////////BAAAAAIA////////////////////////////////////////////////////////////////////////////////////////////////////////////////////////////////////////////////////////////////////////////////////////////////////////////////////////////////////////////////////////////////////////////////////////////////////////////////////////////////////////////////////////////////////////////////////////////////////////////////////////////////////////////////////////////////////////////////////////////////AQAgAf///////////////wAADv///////wQAAAACAP///////////////////////////////////////////////////////////////////////////////////////////////////////////////////////////////////////////////////////////////////////////////////////////////////////////////////////////////////////////////////////////////////////////////////////////////////////////////////////////////////////////////////////////////////////////////////////////////////////////////////////////////////////////////////////////////////////////////////////////////////////////////////////wIAAgEDAAAAAgD///////8MAAZQZXJzb25hbElkXzAFAAAAAAAEAAAAAAAEAAAAAQAEAAAAAAD///////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BAAAAAD/////AQBvDwAAAAAAAAAAAAD/////cABwAAAABV9pZAAQAAAABM6FrY3ASZdIiB2Pw1EL48MDRGF0YQAWAAAAAlBlcnNvbmFsSWQAAQAAAAAAAk5hbWUACwAAAFBlcnNvbmFsSWQAEFZlcnNpb24AAAAAAAlMYXN0V3JpdGUAhVa9tJIB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
  <p:tag name="EMPOWERCHARTSPROPERTIES_SLOT" val="A"/>
  <p:tag name="EMPOWERCHARTSPROPERTIES_LASTWRITEDATE" val="638652059603477392"/>
  <p:tag name="EMPOWERCHARTSPROPERTIES_A_LENGTH" val="24576"/>
  <p:tag name="RUNTIME_ID" val="2c3b976b-67c3-4a43-81d5-bdc1b91cd057"/>
</p:tagLst>
</file>

<file path=ppt/tags/tag126.xml><?xml version="1.0" encoding="utf-8"?>
<p:tagLst xmlns:a="http://schemas.openxmlformats.org/drawingml/2006/main" xmlns:r="http://schemas.openxmlformats.org/officeDocument/2006/relationships" xmlns:p="http://schemas.openxmlformats.org/presentationml/2006/main">
  <p:tag name="EMPOWERCHARTSPROPERTIES_A_0" val="AAAAAAH//////////wEAAAAAAAAAAAAAACoqIFRoaXMgaXMgYSBMaXRlREIgZmlsZSAqKgcDAP////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AQAAAAAAAAAAAAAAEQAAAFByb3BlcnR5RG9jdW1lbnRzAQAAAAAAAAAFAAAACQAAAF9pZD0kLl9pZAEDAAAAAAADAAAAAQADAAAAIwAAAENvbWJpSW5kZXg9JC5OYW1lICsgJ18nICsgJC5WZXJzaW9uAQQAAAAAAAQAAAABAAQAAAAAAAAAAP///////wAAAAAAAP////8AAAAAAP///////wAAAAAAAP////8AAAAAAP///////wAAAAAAAP////8AAAAAAP///////wAAAAAAAP////8AAAAAAP///////wAAAAAAAP////8AAAAAAP///////wAAAAAAAP////8AAAAAAP///////wAAAAAAAP////8AAAAAAP///////wAAAAAAAP////8AAAAAAP///////wAAAAAAAP////8AAAAAAP///////wAAAAAAAP////8AAAAAAP///////wAAAAAAAP////8AAAAAAP///////wAAAAAAAP////8AAAAAAP///////wAAAAAAAP////8AAAAAAP///////wAAAAAAAP////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EBAQEBAQEBAQEBAQEBAQEAAAAAAAAAAwAAAAMAAAAA/////wMAgAwAAAAAAAAAAAAAIAD///////////////8AAAD///////////////8DAAAAAgD///////////////////////////////////////////////////////////////////////////////////////////////////////////////////////////////////////////////////////////////////////////////////////////////////////////////////////////////////////////////////////////////////////////////////////////////////////////////////////////////////////////////////////////////////////////////////////////////////////////////////////////////////////////////////////////////////////////////////////////////////////////////8BACAA////////////////AAAO////////AwAAAAIA////////////////////////////////////////////////////////////////////////////////////////////////////////////////////////////////////////////////////////////////////////////////////////////////////////////////////////////////////////////////////////////////////////////////////////////////////////////////////////////////////////////////////////////////////////////////////////////////////////////////////////////////////////////////////////////////////////////////////////////////////////////////////////AgABAP///////wQAAAACABAACwR1c+JZwudHsXgPuIcdqxMFAAAAAAADAAAAAAADAAAAA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DAAAAAP////8DAIQMAAAAAAAAAAAAACAB////////////////AAAA////////////////BAAAAAIA////////////////////////////////////////////////////////////////////////////////////////////////////////////////////////////////////////////////////////////////////////////////////////////////////////////////////////////////////////////////////////////////////////////////////////////////////////////////////////////////////////////////////////////////////////////////////////////////////////////////////////////////////////////////////////////////////////////////////////////////////////////////AQAgAf///////////////wAADv///////wQAAAACAP///////////////////////////////////////////////////////////////////////////////////////////////////////////////////////////////////////////////////////////////////////////////////////////////////////////////////////////////////////////////////////////////////////////////////////////////////////////////////////////////////////////////////////////////////////////////////////////////////////////////////////////////////////////////////////////////////////////////////////////////////////////////////////wIAAQEDAAAAAgD///////8MAAZQZXJzb25hbElkXzAFAAAAAAAEAAAAAAAEAAAAA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BAAAAAD/////AQBvDwAAAAAAAAAAAAD/////cABwAAAABV9pZAAQAAAABAR1c+JZwudHsXgPuIcdqxMDRGF0YQAWAAAAAlBlcnNvbmFsSWQAAQAAAAAAAk5hbWUACwAAAFBlcnNvbmFsSWQAEFZlcnNpb24AAAAAAAlMYXN0V3JpdGUArFa9tJIB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
  <p:tag name="EMPOWERCHARTSPROPERTIES_SLOT" val="A"/>
  <p:tag name="EMPOWERCHARTSPROPERTIES_LASTWRITEDATE" val="638652059603887518"/>
  <p:tag name="EMPOWERCHARTSPROPERTIES_A_LENGTH" val="24576"/>
  <p:tag name="RUNTIME_ID" val="7b10ab08-881d-4060-961d-5d6d10f38006"/>
</p:tagLst>
</file>

<file path=ppt/tags/tag127.xml><?xml version="1.0" encoding="utf-8"?>
<p:tagLst xmlns:a="http://schemas.openxmlformats.org/drawingml/2006/main" xmlns:r="http://schemas.openxmlformats.org/officeDocument/2006/relationships" xmlns:p="http://schemas.openxmlformats.org/presentationml/2006/main">
  <p:tag name="EMPOWERCHARTSPROPERTIES_A_0" val="AAAAAAH//////////wEAAAAAAAAAAAAAACoqIFRoaXMgaXMgYSBMaXRlREIgZmlsZSAqKgcDAP////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AQAAAAAAAAAAAAAAEQAAAFByb3BlcnR5RG9jdW1lbnRzAQAAAAAAAAAFAAAACQAAAF9pZD0kLl9pZAEDAAAAAAADAAAAAQADAAAAIwAAAENvbWJpSW5kZXg9JC5OYW1lICsgJ18nICsgJC5WZXJzaW9uAQQAAAAAAAQAAAABAAQAAAAAAAAAAP///////wAAAAAAAP////8AAAAAAP///////wAAAAAAAP////8AAAAAAP///////wAAAAAAAP////8AAAAAAP///////wAAAAAAAP////8AAAAAAP///////wAAAAAAAP////8AAAAAAP///////wAAAAAAAP////8AAAAAAP///////wAAAAAAAP////8AAAAAAP///////wAAAAAAAP////8AAAAAAP///////wAAAAAAAP////8AAAAAAP///////wAAAAAAAP////8AAAAAAP///////wAAAAAAAP////8AAAAAAP///////wAAAAAAAP////8AAAAAAP///////wAAAAAAAP////8AAAAAAP///////wAAAAAAAP////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wEBAQEBAQEBAQEBAQEBAQEAAAAAAAAAAwAAAAMAAAAA/////wMAaAwAAAAAAAAAAAAAIAD///////////////8AAAD///////////////8DAAAAAgD///////8DAAAAAgD///////8DAAAAAgD///////////////////////////////////////////////////////////////////////////////////////////////////////////////////////////////////////////////////////////////////////////////////////////////////////////////////////////////////////////////////////////////////////////////////////////////////////////////////////////////////////////////////////////////////////////////////////////////////////////////////////////////////////////////////////////////////////////////8BACAA////////////////AAAO////////AwAAAAIA////////////////////////////////////////////////////////////////////////////////////////////////////////////////////////////////////////////////////////////////////////////////////////////////////////////////////////////////////////////////////////////////////////////////////////////////////////////////////////////////////////////////////////////////////////////////////////////////////////////////////////////////////////////////////////////////////////////////////////////////////////////////////////AgADAP///////wQAAAACABAAC+6xxucNKj9GsLLGnF5J6KkFAAAAAAADAAAAAAADAAAAAQADAAAAAAD///////8DAAAAAAD///////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DAAAAAP////8DAIQMAAAAAAAAAAAAACAB////////////////AAAA////////////////BAAAAAIA////////////////////////////////////////////////////////////////////////////////////////////////////////////////////////////////////////////////////////////////////////////////////////////////////////////////////////////////////////////////////////////////////////////////////////////////////////////////////////////////////////////////////////////////////////////////////////////////////////////////////////////////////////////////////////////////////////////////////////////////////////////////AQAgAf///////////////wAADv///////wQAAAACAP///////////////////////////////////////////////////////////////////////////////////////////////////////////////////////////////////////////////////////////////////////////////////////////////////////////////////////////////////////////////////////////////////////////////////////////////////////////////////////////////////////////////////////////////////////////////////////////////////////////////////////////////////////////////////////////////////////////////////////////////////////////////////////wIAAQEDAAAAAgD///////8MAAZQZXJzb25hbElkXzAFAAAAAAAEAAAAAAAEAAAAA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BAAAAAD/////AQBvDwAAAAAAAAAAAAD/////cABwAAAABV9pZAAQAAAABO6xxucNKj9GsLLGnF5J6KkDRGF0YQAWAAAAAlBlcnNvbmFsSWQAAQAAAAAAAk5hbWUACwAAAFBlcnNvbmFsSWQAEFZlcnNpb24AAAAAAAlMYXN0V3JpdGUAXla9tJIB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
  <p:tag name="EMPOWERCHARTSPROPERTIES_SLOT" val="A"/>
  <p:tag name="EMPOWERCHARTSPROPERTIES_LASTWRITEDATE" val="638652059603087722"/>
  <p:tag name="EMPOWERCHARTSPROPERTIES_A_LENGTH" val="24576"/>
  <p:tag name="RUNTIME_ID" val="af73c6c3-7c57-46bf-85a2-ce323945b59f"/>
</p:tagLst>
</file>

<file path=ppt/tags/tag128.xml><?xml version="1.0" encoding="utf-8"?>
<p:tagLst xmlns:a="http://schemas.openxmlformats.org/drawingml/2006/main" xmlns:r="http://schemas.openxmlformats.org/officeDocument/2006/relationships" xmlns:p="http://schemas.openxmlformats.org/presentationml/2006/main">
  <p:tag name="EMPOWERCHARTSPROPERTIES_A_0" val="AAAAAAH//////////wEAAAAAAAAAAAAAACoqIFRoaXMgaXMgYSBMaXRlREIgZmlsZSAqKgcDAP////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AQAAAAAAAAAAAAAAEQAAAFByb3BlcnR5RG9jdW1lbnRzAQAAAAAAAAAFAAAACQAAAF9pZD0kLl9pZAEDAAAAAAADAAAAAQADAAAAIwAAAENvbWJpSW5kZXg9JC5OYW1lICsgJ18nICsgJC5WZXJzaW9uAQQAAAAAAAQAAAABAAQAAAAAAAAAAP///////wAAAAAAAP////8AAAAAAP///////wAAAAAAAP////8AAAAAAP///////wAAAAAAAP////8AAAAAAP///////wAAAAAAAP////8AAAAAAP///////wAAAAAAAP////8AAAAAAP///////wAAAAAAAP////8AAAAAAP///////wAAAAAAAP////8AAAAAAP///////wAAAAAAAP////8AAAAAAP///////wAAAAAAAP////8AAAAAAP///////wAAAAAAAP////8AAAAAAP///////wAAAAAAAP////8AAAAAAP///////wAAAAAAAP////8AAAAAAP///////wAAAAAAAP////8AAAAAAP///////wAAAAAAAP////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gIBAQEBAQEBAQEBAQEBAQEAAAAAAAAAAwAAAAMAAAAA/////wMAdAwAAAAAAAAAAAAAIAD///////////////8AAAD///////////////8DAAAAAgD///////8DAAAAAgD///////////////////////////////////////////////////////////////////////////////////////////////////////////////////////////////////////////////////////////////////////////////////////////////////////////////////////////////////////////////////////////////////////////////////////////////////////////////////////////////////////////////////////////////////////////////////////////////////////////////////////////////////////////////////////////////////////////////////////////////8BACAA////////////////AAAO////////AwAAAAIA////////////////////////////////////////////////////////////////////////////////////////////////////////////////////////////////////////////////////////////////////////////////////////////////////////////////////////////////////////////////////////////////////////////////////////////////////////////////////////////////////////////////////////////////////////////////////////////////////////////////////////////////////////////////////////////////////////////////////////////////////////////////////////AgACAP///////wQAAAACABAAC86FrY3ASZdIiB2Pw1EL48MFAAAAAAADAAAAAAADAAAAAQADAAAAAAD///////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DAAAAAP////8DAHgMAAAAAAAAAAAAACAB////////////////AAAA////////////////BAAAAAIA////////BAAAAAIA////////////////////////////////////////////////////////////////////////////////////////////////////////////////////////////////////////////////////////////////////////////////////////////////////////////////////////////////////////////////////////////////////////////////////////////////////////////////////////////////////////////////////////////////////////////////////////////////////////////////////////////////////////////////////////////////////////////////////////////////AQAgAf///////////////wAADv///////wQAAAACAP///////////////////////////////////////////////////////////////////////////////////////////////////////////////////////////////////////////////////////////////////////////////////////////////////////////////////////////////////////////////////////////////////////////////////////////////////////////////////////////////////////////////////////////////////////////////////////////////////////////////////////////////////////////////////////////////////////////////////////////////////////////////////////wIAAgEDAAAAAgD///////8MAAZQZXJzb25hbElkXzAFAAAAAAAEAAAAAAAEAAAAAQAEAAAAAAD///////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BAAAAAD/////AQBvDwAAAAAAAAAAAAD/////cABwAAAABV9pZAAQAAAABM6FrY3ASZdIiB2Pw1EL48MDRGF0YQAWAAAAAlBlcnNvbmFsSWQAAQAAAAAAAk5hbWUACwAAAFBlcnNvbmFsSWQAEFZlcnNpb24AAAAAAAlMYXN0V3JpdGUAhVa9tJIB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
  <p:tag name="EMPOWERCHARTSPROPERTIES_SLOT" val="A"/>
  <p:tag name="EMPOWERCHARTSPROPERTIES_LASTWRITEDATE" val="638652059603477392"/>
  <p:tag name="EMPOWERCHARTSPROPERTIES_A_LENGTH" val="24576"/>
  <p:tag name="RUNTIME_ID" val="2c3b976b-67c3-4a43-81d5-bdc1b91cd057"/>
</p:tagLst>
</file>

<file path=ppt/tags/tag129.xml><?xml version="1.0" encoding="utf-8"?>
<p:tagLst xmlns:a="http://schemas.openxmlformats.org/drawingml/2006/main" xmlns:r="http://schemas.openxmlformats.org/officeDocument/2006/relationships" xmlns:p="http://schemas.openxmlformats.org/presentationml/2006/main">
  <p:tag name="EMPOWERCHARTSPROPERTIES_A_0" val="AAAAAAH//////////wEAAAAAAAAAAAAAACoqIFRoaXMgaXMgYSBMaXRlREIgZmlsZSAqKgcDAP////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AQAAAAAAAAAAAAAAEQAAAFByb3BlcnR5RG9jdW1lbnRzAQAAAAAAAAAFAAAACQAAAF9pZD0kLl9pZAEDAAAAAAADAAAAAQADAAAAIwAAAENvbWJpSW5kZXg9JC5OYW1lICsgJ18nICsgJC5WZXJzaW9uAQQAAAAAAAQAAAABAAQAAAAAAAAAAP///////wAAAAAAAP////8AAAAAAP///////wAAAAAAAP////8AAAAAAP///////wAAAAAAAP////8AAAAAAP///////wAAAAAAAP////8AAAAAAP///////wAAAAAAAP////8AAAAAAP///////wAAAAAAAP////8AAAAAAP///////wAAAAAAAP////8AAAAAAP///////wAAAAAAAP////8AAAAAAP///////wAAAAAAAP////8AAAAAAP///////wAAAAAAAP////8AAAAAAP///////wAAAAAAAP////8AAAAAAP///////wAAAAAAAP////8AAAAAAP///////wAAAAAAAP////8AAAAAAP///////wAAAAAAAP////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EBAQEBAQEBAQEBAQEBAQEAAAAAAAAAAwAAAAMAAAAA/////wMAgAwAAAAAAAAAAAAAIAD///////////////8AAAD///////////////8DAAAAAgD///////////////////////////////////////////////////////////////////////////////////////////////////////////////////////////////////////////////////////////////////////////////////////////////////////////////////////////////////////////////////////////////////////////////////////////////////////////////////////////////////////////////////////////////////////////////////////////////////////////////////////////////////////////////////////////////////////////////////////////////////////////////8BACAA////////////////AAAO////////AwAAAAIA////////////////////////////////////////////////////////////////////////////////////////////////////////////////////////////////////////////////////////////////////////////////////////////////////////////////////////////////////////////////////////////////////////////////////////////////////////////////////////////////////////////////////////////////////////////////////////////////////////////////////////////////////////////////////////////////////////////////////////////////////////////////////////AgABAP///////wQAAAACABAACwR1c+JZwudHsXgPuIcdqxMFAAAAAAADAAAAAAADAAAAA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DAAAAAP////8DAIQMAAAAAAAAAAAAACAB////////////////AAAA////////////////BAAAAAIA////////////////////////////////////////////////////////////////////////////////////////////////////////////////////////////////////////////////////////////////////////////////////////////////////////////////////////////////////////////////////////////////////////////////////////////////////////////////////////////////////////////////////////////////////////////////////////////////////////////////////////////////////////////////////////////////////////////////////////////////////////////////AQAgAf///////////////wAADv///////wQAAAACAP///////////////////////////////////////////////////////////////////////////////////////////////////////////////////////////////////////////////////////////////////////////////////////////////////////////////////////////////////////////////////////////////////////////////////////////////////////////////////////////////////////////////////////////////////////////////////////////////////////////////////////////////////////////////////////////////////////////////////////////////////////////////////////wIAAQEDAAAAAgD///////8MAAZQZXJzb25hbElkXzAFAAAAAAAEAAAAAAAEAAAAA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BAAAAAD/////AQBvDwAAAAAAAAAAAAD/////cABwAAAABV9pZAAQAAAABAR1c+JZwudHsXgPuIcdqxMDRGF0YQAWAAAAAlBlcnNvbmFsSWQAAQAAAAAAAk5hbWUACwAAAFBlcnNvbmFsSWQAEFZlcnNpb24AAAAAAAlMYXN0V3JpdGUArFa9tJIB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
  <p:tag name="EMPOWERCHARTSPROPERTIES_SLOT" val="A"/>
  <p:tag name="EMPOWERCHARTSPROPERTIES_LASTWRITEDATE" val="638652059603887518"/>
  <p:tag name="EMPOWERCHARTSPROPERTIES_A_LENGTH" val="24576"/>
  <p:tag name="RUNTIME_ID" val="7b10ab08-881d-4060-961d-5d6d10f38006"/>
</p:tagLst>
</file>

<file path=ppt/tags/tag130.xml><?xml version="1.0" encoding="utf-8"?>
<p:tagLst xmlns:a="http://schemas.openxmlformats.org/drawingml/2006/main" xmlns:r="http://schemas.openxmlformats.org/officeDocument/2006/relationships" xmlns:p="http://schemas.openxmlformats.org/presentationml/2006/main">
  <p:tag name="EMPOWERCHARTSPROPERTIES_A_0" val="AAAAAAH//////////wEAAAAAAAAAAAAAACoqIFRoaXMgaXMgYSBMaXRlREIgZmlsZSAqKgcDAP////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AQAAAAAAAAAAAAAAEQAAAFByb3BlcnR5RG9jdW1lbnRzAQAAAAAAAAAFAAAACQAAAF9pZD0kLl9pZAEDAAAAAAADAAAAAQADAAAAIwAAAENvbWJpSW5kZXg9JC5OYW1lICsgJ18nICsgJC5WZXJzaW9uAQQAAAAAAAQAAAABAAQAAAAAAAAAAP///////wAAAAAAAP////8AAAAAAP///////wAAAAAAAP////8AAAAAAP///////wAAAAAAAP////8AAAAAAP///////wAAAAAAAP////8AAAAAAP///////wAAAAAAAP////8AAAAAAP///////wAAAAAAAP////8AAAAAAP///////wAAAAAAAP////8AAAAAAP///////wAAAAAAAP////8AAAAAAP///////wAAAAAAAP////8AAAAAAP///////wAAAAAAAP////8AAAAAAP///////wAAAAAAAP////8AAAAAAP///////wAAAAAAAP////8AAAAAAP///////wAAAAAAAP////8AAAAAAP///////wAAAAAAAP////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wEBAQEBAQEBAQEBAQEBAQEAAAAAAAAAAwAAAAMAAAAA/////wMAaAwAAAAAAAAAAAAAIAD///////////////8AAAD///////////////8DAAAAAgD///////8DAAAAAgD///////8DAAAAAgD///////////////////////////////////////////////////////////////////////////////////////////////////////////////////////////////////////////////////////////////////////////////////////////////////////////////////////////////////////////////////////////////////////////////////////////////////////////////////////////////////////////////////////////////////////////////////////////////////////////////////////////////////////////////////////////////////////////////8BACAA////////////////AAAO////////AwAAAAIA////////////////////////////////////////////////////////////////////////////////////////////////////////////////////////////////////////////////////////////////////////////////////////////////////////////////////////////////////////////////////////////////////////////////////////////////////////////////////////////////////////////////////////////////////////////////////////////////////////////////////////////////////////////////////////////////////////////////////////////////////////////////////////AgADAP///////wQAAAACABAAC+6xxucNKj9GsLLGnF5J6KkFAAAAAAADAAAAAAADAAAAAQADAAAAAAD///////8DAAAAAAD///////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DAAAAAP////8DAIQMAAAAAAAAAAAAACAB////////////////AAAA////////////////BAAAAAIA////////////////////////////////////////////////////////////////////////////////////////////////////////////////////////////////////////////////////////////////////////////////////////////////////////////////////////////////////////////////////////////////////////////////////////////////////////////////////////////////////////////////////////////////////////////////////////////////////////////////////////////////////////////////////////////////////////////////////////////////////////////////AQAgAf///////////////wAADv///////wQAAAACAP///////////////////////////////////////////////////////////////////////////////////////////////////////////////////////////////////////////////////////////////////////////////////////////////////////////////////////////////////////////////////////////////////////////////////////////////////////////////////////////////////////////////////////////////////////////////////////////////////////////////////////////////////////////////////////////////////////////////////////////////////////////////////////wIAAQEDAAAAAgD///////8MAAZQZXJzb25hbElkXzAFAAAAAAAEAAAAAAAEAAAAA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BAAAAAD/////AQBvDwAAAAAAAAAAAAD/////cABwAAAABV9pZAAQAAAABO6xxucNKj9GsLLGnF5J6KkDRGF0YQAWAAAAAlBlcnNvbmFsSWQAAQAAAAAAAk5hbWUACwAAAFBlcnNvbmFsSWQAEFZlcnNpb24AAAAAAAlMYXN0V3JpdGUAXla9tJIB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
  <p:tag name="EMPOWERCHARTSPROPERTIES_SLOT" val="A"/>
  <p:tag name="EMPOWERCHARTSPROPERTIES_LASTWRITEDATE" val="638652059603087722"/>
  <p:tag name="EMPOWERCHARTSPROPERTIES_A_LENGTH" val="24576"/>
  <p:tag name="RUNTIME_ID" val="af73c6c3-7c57-46bf-85a2-ce323945b59f"/>
</p:tagLst>
</file>

<file path=ppt/tags/tag13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3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33.xml><?xml version="1.0" encoding="utf-8"?>
<p:tagLst xmlns:a="http://schemas.openxmlformats.org/drawingml/2006/main" xmlns:r="http://schemas.openxmlformats.org/officeDocument/2006/relationships" xmlns:p="http://schemas.openxmlformats.org/presentationml/2006/main">
  <p:tag name="EMPOWERCHARTSPROPERTIES_A_0" val="AAAAAAH//////////wEAAAAAAAAAAAAAACoqIFRoaXMgaXMgYSBMaXRlREIgZmlsZSAqKgcDAP////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AQAAAAAAAAAAAAAAEQAAAFByb3BlcnR5RG9jdW1lbnRzAQAAAAAAAAAFAAAACQAAAF9pZD0kLl9pZAEDAAAAAAADAAAAAQADAAAAIwAAAENvbWJpSW5kZXg9JC5OYW1lICsgJ18nICsgJC5WZXJzaW9uAQQAAAAAAAQAAAABAAQAAAAAAAAAAP///////wAAAAAAAP////8AAAAAAP///////wAAAAAAAP////8AAAAAAP///////wAAAAAAAP////8AAAAAAP///////wAAAAAAAP////8AAAAAAP///////wAAAAAAAP////8AAAAAAP///////wAAAAAAAP////8AAAAAAP///////wAAAAAAAP////8AAAAAAP///////wAAAAAAAP////8AAAAAAP///////wAAAAAAAP////8AAAAAAP///////wAAAAAAAP////8AAAAAAP///////wAAAAAAAP////8AAAAAAP///////wAAAAAAAP////8AAAAAAP///////wAAAAAAAP////8AAAAAAP///////wAAAAAAAP////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gIBAQEBAQEBAQEBAQEBAQEAAAAAAAAAAwAAAAMAAAAA/////wMAdAwAAAAAAAAAAAAAIAD///////////////8AAAD///////////////8DAAAAAgD///////8DAAAAAgD///////////////////////////////////////////////////////////////////////////////////////////////////////////////////////////////////////////////////////////////////////////////////////////////////////////////////////////////////////////////////////////////////////////////////////////////////////////////////////////////////////////////////////////////////////////////////////////////////////////////////////////////////////////////////////////////////////////////////////////////8BACAA////////////////AAAO////////AwAAAAIA////////////////////////////////////////////////////////////////////////////////////////////////////////////////////////////////////////////////////////////////////////////////////////////////////////////////////////////////////////////////////////////////////////////////////////////////////////////////////////////////////////////////////////////////////////////////////////////////////////////////////////////////////////////////////////////////////////////////////////////////////////////////////////AgACAP///////wQAAAACABAAC86FrY3ASZdIiB2Pw1EL48MFAAAAAAADAAAAAAADAAAAAQADAAAAAAD///////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DAAAAAP////8DAHgMAAAAAAAAAAAAACAB////////////////AAAA////////////////BAAAAAIA////////BAAAAAIA////////////////////////////////////////////////////////////////////////////////////////////////////////////////////////////////////////////////////////////////////////////////////////////////////////////////////////////////////////////////////////////////////////////////////////////////////////////////////////////////////////////////////////////////////////////////////////////////////////////////////////////////////////////////////////////////////////////////////////////////AQAgAf///////////////wAADv///////wQAAAACAP///////////////////////////////////////////////////////////////////////////////////////////////////////////////////////////////////////////////////////////////////////////////////////////////////////////////////////////////////////////////////////////////////////////////////////////////////////////////////////////////////////////////////////////////////////////////////////////////////////////////////////////////////////////////////////////////////////////////////////////////////////////////////////wIAAgEDAAAAAgD///////8MAAZQZXJzb25hbElkXzAFAAAAAAAEAAAAAAAEAAAAAQAEAAAAAAD///////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BAAAAAD/////AQBvDwAAAAAAAAAAAAD/////cABwAAAABV9pZAAQAAAABM6FrY3ASZdIiB2Pw1EL48MDRGF0YQAWAAAAAlBlcnNvbmFsSWQAAQAAAAAAAk5hbWUACwAAAFBlcnNvbmFsSWQAEFZlcnNpb24AAAAAAAlMYXN0V3JpdGUAhVa9tJIB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
  <p:tag name="EMPOWERCHARTSPROPERTIES_SLOT" val="A"/>
  <p:tag name="EMPOWERCHARTSPROPERTIES_LASTWRITEDATE" val="638652059603477392"/>
  <p:tag name="EMPOWERCHARTSPROPERTIES_A_LENGTH" val="24576"/>
  <p:tag name="RUNTIME_ID" val="2c3b976b-67c3-4a43-81d5-bdc1b91cd057"/>
</p:tagLst>
</file>

<file path=ppt/tags/tag134.xml><?xml version="1.0" encoding="utf-8"?>
<p:tagLst xmlns:a="http://schemas.openxmlformats.org/drawingml/2006/main" xmlns:r="http://schemas.openxmlformats.org/officeDocument/2006/relationships" xmlns:p="http://schemas.openxmlformats.org/presentationml/2006/main">
  <p:tag name="EMPOWERCHARTSPROPERTIES_A_0" val="AAAAAAH//////////wEAAAAAAAAAAAAAACoqIFRoaXMgaXMgYSBMaXRlREIgZmlsZSAqKgcDAP////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AQAAAAAAAAAAAAAAEQAAAFByb3BlcnR5RG9jdW1lbnRzAQAAAAAAAAAFAAAACQAAAF9pZD0kLl9pZAEDAAAAAAADAAAAAQADAAAAIwAAAENvbWJpSW5kZXg9JC5OYW1lICsgJ18nICsgJC5WZXJzaW9uAQQAAAAAAAQAAAABAAQAAAAAAAAAAP///////wAAAAAAAP////8AAAAAAP///////wAAAAAAAP////8AAAAAAP///////wAAAAAAAP////8AAAAAAP///////wAAAAAAAP////8AAAAAAP///////wAAAAAAAP////8AAAAAAP///////wAAAAAAAP////8AAAAAAP///////wAAAAAAAP////8AAAAAAP///////wAAAAAAAP////8AAAAAAP///////wAAAAAAAP////8AAAAAAP///////wAAAAAAAP////8AAAAAAP///////wAAAAAAAP////8AAAAAAP///////wAAAAAAAP////8AAAAAAP///////wAAAAAAAP////8AAAAAAP///////wAAAAAAAP////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EBAQEBAQEBAQEBAQEBAQEAAAAAAAAAAwAAAAMAAAAA/////wMAgAwAAAAAAAAAAAAAIAD///////////////8AAAD///////////////8DAAAAAgD///////////////////////////////////////////////////////////////////////////////////////////////////////////////////////////////////////////////////////////////////////////////////////////////////////////////////////////////////////////////////////////////////////////////////////////////////////////////////////////////////////////////////////////////////////////////////////////////////////////////////////////////////////////////////////////////////////////////////////////////////////////////8BACAA////////////////AAAO////////AwAAAAIA////////////////////////////////////////////////////////////////////////////////////////////////////////////////////////////////////////////////////////////////////////////////////////////////////////////////////////////////////////////////////////////////////////////////////////////////////////////////////////////////////////////////////////////////////////////////////////////////////////////////////////////////////////////////////////////////////////////////////////////////////////////////////////AgABAP///////wQAAAACABAACwR1c+JZwudHsXgPuIcdqxMFAAAAAAADAAAAAAADAAAAA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DAAAAAP////8DAIQMAAAAAAAAAAAAACAB////////////////AAAA////////////////BAAAAAIA////////////////////////////////////////////////////////////////////////////////////////////////////////////////////////////////////////////////////////////////////////////////////////////////////////////////////////////////////////////////////////////////////////////////////////////////////////////////////////////////////////////////////////////////////////////////////////////////////////////////////////////////////////////////////////////////////////////////////////////////////////////////AQAgAf///////////////wAADv///////wQAAAACAP///////////////////////////////////////////////////////////////////////////////////////////////////////////////////////////////////////////////////////////////////////////////////////////////////////////////////////////////////////////////////////////////////////////////////////////////////////////////////////////////////////////////////////////////////////////////////////////////////////////////////////////////////////////////////////////////////////////////////////////////////////////////////////wIAAQEDAAAAAgD///////8MAAZQZXJzb25hbElkXzAFAAAAAAAEAAAAAAAEAAAAA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BAAAAAD/////AQBvDwAAAAAAAAAAAAD/////cABwAAAABV9pZAAQAAAABAR1c+JZwudHsXgPuIcdqxMDRGF0YQAWAAAAAlBlcnNvbmFsSWQAAQAAAAAAAk5hbWUACwAAAFBlcnNvbmFsSWQAEFZlcnNpb24AAAAAAAlMYXN0V3JpdGUArFa9tJIB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
  <p:tag name="EMPOWERCHARTSPROPERTIES_SLOT" val="A"/>
  <p:tag name="EMPOWERCHARTSPROPERTIES_LASTWRITEDATE" val="638652059603887518"/>
  <p:tag name="EMPOWERCHARTSPROPERTIES_A_LENGTH" val="24576"/>
  <p:tag name="RUNTIME_ID" val="7b10ab08-881d-4060-961d-5d6d10f38006"/>
</p:tagLst>
</file>

<file path=ppt/tags/tag135.xml><?xml version="1.0" encoding="utf-8"?>
<p:tagLst xmlns:a="http://schemas.openxmlformats.org/drawingml/2006/main" xmlns:r="http://schemas.openxmlformats.org/officeDocument/2006/relationships" xmlns:p="http://schemas.openxmlformats.org/presentationml/2006/main">
  <p:tag name="EMPOWERCHARTSPROPERTIES_A_0" val="AAAAAAH//////////wEAAAAAAAAAAAAAACoqIFRoaXMgaXMgYSBMaXRlREIgZmlsZSAqKgcDAP////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AQAAAAAAAAAAAAAAEQAAAFByb3BlcnR5RG9jdW1lbnRzAQAAAAAAAAAFAAAACQAAAF9pZD0kLl9pZAEDAAAAAAADAAAAAQADAAAAIwAAAENvbWJpSW5kZXg9JC5OYW1lICsgJ18nICsgJC5WZXJzaW9uAQQAAAAAAAQAAAABAAQAAAAAAAAAAP///////wAAAAAAAP////8AAAAAAP///////wAAAAAAAP////8AAAAAAP///////wAAAAAAAP////8AAAAAAP///////wAAAAAAAP////8AAAAAAP///////wAAAAAAAP////8AAAAAAP///////wAAAAAAAP////8AAAAAAP///////wAAAAAAAP////8AAAAAAP///////wAAAAAAAP////8AAAAAAP///////wAAAAAAAP////8AAAAAAP///////wAAAAAAAP////8AAAAAAP///////wAAAAAAAP////8AAAAAAP///////wAAAAAAAP////8AAAAAAP///////wAAAAAAAP////8AAAAAAP///////wAAAAAAAP////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wEBAQEBAQEBAQEBAQEBAQEAAAAAAAAAAwAAAAMAAAAA/////wMAaAwAAAAAAAAAAAAAIAD///////////////8AAAD///////////////8DAAAAAgD///////8DAAAAAgD///////8DAAAAAgD///////////////////////////////////////////////////////////////////////////////////////////////////////////////////////////////////////////////////////////////////////////////////////////////////////////////////////////////////////////////////////////////////////////////////////////////////////////////////////////////////////////////////////////////////////////////////////////////////////////////////////////////////////////////////////////////////////////////8BACAA////////////////AAAO////////AwAAAAIA////////////////////////////////////////////////////////////////////////////////////////////////////////////////////////////////////////////////////////////////////////////////////////////////////////////////////////////////////////////////////////////////////////////////////////////////////////////////////////////////////////////////////////////////////////////////////////////////////////////////////////////////////////////////////////////////////////////////////////////////////////////////////////AgADAP///////wQAAAACABAAC+6xxucNKj9GsLLGnF5J6KkFAAAAAAADAAAAAAADAAAAAQADAAAAAAD///////8DAAAAAAD///////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DAAAAAP////8DAIQMAAAAAAAAAAAAACAB////////////////AAAA////////////////BAAAAAIA////////////////////////////////////////////////////////////////////////////////////////////////////////////////////////////////////////////////////////////////////////////////////////////////////////////////////////////////////////////////////////////////////////////////////////////////////////////////////////////////////////////////////////////////////////////////////////////////////////////////////////////////////////////////////////////////////////////////////////////////////////////////AQAgAf///////////////wAADv///////wQAAAACAP///////////////////////////////////////////////////////////////////////////////////////////////////////////////////////////////////////////////////////////////////////////////////////////////////////////////////////////////////////////////////////////////////////////////////////////////////////////////////////////////////////////////////////////////////////////////////////////////////////////////////////////////////////////////////////////////////////////////////////////////////////////////////////wIAAQEDAAAAAgD///////8MAAZQZXJzb25hbElkXzAFAAAAAAAEAAAAAAAEAAAAA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BAAAAAD/////AQBvDwAAAAAAAAAAAAD/////cABwAAAABV9pZAAQAAAABO6xxucNKj9GsLLGnF5J6KkDRGF0YQAWAAAAAlBlcnNvbmFsSWQAAQAAAAAAAk5hbWUACwAAAFBlcnNvbmFsSWQAEFZlcnNpb24AAAAAAAlMYXN0V3JpdGUAXla9tJIB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
  <p:tag name="EMPOWERCHARTSPROPERTIES_SLOT" val="A"/>
  <p:tag name="EMPOWERCHARTSPROPERTIES_LASTWRITEDATE" val="638652059603087722"/>
  <p:tag name="EMPOWERCHARTSPROPERTIES_A_LENGTH" val="24576"/>
  <p:tag name="RUNTIME_ID" val="af73c6c3-7c57-46bf-85a2-ce323945b59f"/>
</p:tagLst>
</file>

<file path=ppt/tags/tag136.xml><?xml version="1.0" encoding="utf-8"?>
<p:tagLst xmlns:a="http://schemas.openxmlformats.org/drawingml/2006/main" xmlns:r="http://schemas.openxmlformats.org/officeDocument/2006/relationships" xmlns:p="http://schemas.openxmlformats.org/presentationml/2006/main">
  <p:tag name="EMPOWERCHARTSPROPERTIES_A_0" val="AAAAAAH//////////wEAAAAAAAAAAAAAACoqIFRoaXMgaXMgYSBMaXRlREIgZmlsZSAqKgcDAP////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AQAAAAAAAAAAAAAAEQAAAFByb3BlcnR5RG9jdW1lbnRzAQAAAAAAAAAFAAAACQAAAF9pZD0kLl9pZAEDAAAAAAADAAAAAQADAAAAIwAAAENvbWJpSW5kZXg9JC5OYW1lICsgJ18nICsgJC5WZXJzaW9uAQQAAAAAAAQAAAABAAQAAAAAAAAAAP///////wAAAAAAAP////8AAAAAAP///////wAAAAAAAP////8AAAAAAP///////wAAAAAAAP////8AAAAAAP///////wAAAAAAAP////8AAAAAAP///////wAAAAAAAP////8AAAAAAP///////wAAAAAAAP////8AAAAAAP///////wAAAAAAAP////8AAAAAAP///////wAAAAAAAP////8AAAAAAP///////wAAAAAAAP////8AAAAAAP///////wAAAAAAAP////8AAAAAAP///////wAAAAAAAP////8AAAAAAP///////wAAAAAAAP////8AAAAAAP///////wAAAAAAAP////8AAAAAAP///////wAAAAAAAP////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gIBAQEBAQEBAQEBAQEBAQEAAAAAAAAAAwAAAAMAAAAA/////wMAdAwAAAAAAAAAAAAAIAD///////////////8AAAD///////////////8DAAAAAgD///////8DAAAAAgD///////////////////////////////////////////////////////////////////////////////////////////////////////////////////////////////////////////////////////////////////////////////////////////////////////////////////////////////////////////////////////////////////////////////////////////////////////////////////////////////////////////////////////////////////////////////////////////////////////////////////////////////////////////////////////////////////////////////////////////////8BACAA////////////////AAAO////////AwAAAAIA////////////////////////////////////////////////////////////////////////////////////////////////////////////////////////////////////////////////////////////////////////////////////////////////////////////////////////////////////////////////////////////////////////////////////////////////////////////////////////////////////////////////////////////////////////////////////////////////////////////////////////////////////////////////////////////////////////////////////////////////////////////////////////AgACAP///////wQAAAACABAAC86FrY3ASZdIiB2Pw1EL48MFAAAAAAADAAAAAAADAAAAAQADAAAAAAD///////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DAAAAAP////8DAHgMAAAAAAAAAAAAACAB////////////////AAAA////////////////BAAAAAIA////////BAAAAAIA////////////////////////////////////////////////////////////////////////////////////////////////////////////////////////////////////////////////////////////////////////////////////////////////////////////////////////////////////////////////////////////////////////////////////////////////////////////////////////////////////////////////////////////////////////////////////////////////////////////////////////////////////////////////////////////////////////////////////////////////AQAgAf///////////////wAADv///////wQAAAACAP///////////////////////////////////////////////////////////////////////////////////////////////////////////////////////////////////////////////////////////////////////////////////////////////////////////////////////////////////////////////////////////////////////////////////////////////////////////////////////////////////////////////////////////////////////////////////////////////////////////////////////////////////////////////////////////////////////////////////////////////////////////////////////wIAAgEDAAAAAgD///////8MAAZQZXJzb25hbElkXzAFAAAAAAAEAAAAAAAEAAAAAQAEAAAAAAD///////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BAAAAAD/////AQBvDwAAAAAAAAAAAAD/////cABwAAAABV9pZAAQAAAABM6FrY3ASZdIiB2Pw1EL48MDRGF0YQAWAAAAAlBlcnNvbmFsSWQAAQAAAAAAAk5hbWUACwAAAFBlcnNvbmFsSWQAEFZlcnNpb24AAAAAAAlMYXN0V3JpdGUAhVa9tJIB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
  <p:tag name="EMPOWERCHARTSPROPERTIES_SLOT" val="A"/>
  <p:tag name="EMPOWERCHARTSPROPERTIES_LASTWRITEDATE" val="638652059603477392"/>
  <p:tag name="EMPOWERCHARTSPROPERTIES_A_LENGTH" val="24576"/>
  <p:tag name="RUNTIME_ID" val="2c3b976b-67c3-4a43-81d5-bdc1b91cd057"/>
</p:tagLst>
</file>

<file path=ppt/tags/tag137.xml><?xml version="1.0" encoding="utf-8"?>
<p:tagLst xmlns:a="http://schemas.openxmlformats.org/drawingml/2006/main" xmlns:r="http://schemas.openxmlformats.org/officeDocument/2006/relationships" xmlns:p="http://schemas.openxmlformats.org/presentationml/2006/main">
  <p:tag name="EMPOWERCHARTSPROPERTIES_A_0" val="AAAAAAH//////////wEAAAAAAAAAAAAAACoqIFRoaXMgaXMgYSBMaXRlREIgZmlsZSAqKgcDAP////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AQAAAAAAAAAAAAAAEQAAAFByb3BlcnR5RG9jdW1lbnRzAQAAAAAAAAAFAAAACQAAAF9pZD0kLl9pZAEDAAAAAAADAAAAAQADAAAAIwAAAENvbWJpSW5kZXg9JC5OYW1lICsgJ18nICsgJC5WZXJzaW9uAQQAAAAAAAQAAAABAAQAAAAAAAAAAP///////wAAAAAAAP////8AAAAAAP///////wAAAAAAAP////8AAAAAAP///////wAAAAAAAP////8AAAAAAP///////wAAAAAAAP////8AAAAAAP///////wAAAAAAAP////8AAAAAAP///////wAAAAAAAP////8AAAAAAP///////wAAAAAAAP////8AAAAAAP///////wAAAAAAAP////8AAAAAAP///////wAAAAAAAP////8AAAAAAP///////wAAAAAAAP////8AAAAAAP///////wAAAAAAAP////8AAAAAAP///////wAAAAAAAP////8AAAAAAP///////wAAAAAAAP////8AAAAAAP///////wAAAAAAAP////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EBAQEBAQEBAQEBAQEBAQEAAAAAAAAAAwAAAAMAAAAA/////wMAgAwAAAAAAAAAAAAAIAD///////////////8AAAD///////////////8DAAAAAgD///////////////////////////////////////////////////////////////////////////////////////////////////////////////////////////////////////////////////////////////////////////////////////////////////////////////////////////////////////////////////////////////////////////////////////////////////////////////////////////////////////////////////////////////////////////////////////////////////////////////////////////////////////////////////////////////////////////////////////////////////////////////8BACAA////////////////AAAO////////AwAAAAIA////////////////////////////////////////////////////////////////////////////////////////////////////////////////////////////////////////////////////////////////////////////////////////////////////////////////////////////////////////////////////////////////////////////////////////////////////////////////////////////////////////////////////////////////////////////////////////////////////////////////////////////////////////////////////////////////////////////////////////////////////////////////////////AgABAP///////wQAAAACABAACwR1c+JZwudHsXgPuIcdqxMFAAAAAAADAAAAAAADAAAAA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DAAAAAP////8DAIQMAAAAAAAAAAAAACAB////////////////AAAA////////////////BAAAAAIA////////////////////////////////////////////////////////////////////////////////////////////////////////////////////////////////////////////////////////////////////////////////////////////////////////////////////////////////////////////////////////////////////////////////////////////////////////////////////////////////////////////////////////////////////////////////////////////////////////////////////////////////////////////////////////////////////////////////////////////////////////////////AQAgAf///////////////wAADv///////wQAAAACAP///////////////////////////////////////////////////////////////////////////////////////////////////////////////////////////////////////////////////////////////////////////////////////////////////////////////////////////////////////////////////////////////////////////////////////////////////////////////////////////////////////////////////////////////////////////////////////////////////////////////////////////////////////////////////////////////////////////////////////////////////////////////////////wIAAQEDAAAAAgD///////8MAAZQZXJzb25hbElkXzAFAAAAAAAEAAAAAAAEAAAAA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BAAAAAD/////AQBvDwAAAAAAAAAAAAD/////cABwAAAABV9pZAAQAAAABAR1c+JZwudHsXgPuIcdqxMDRGF0YQAWAAAAAlBlcnNvbmFsSWQAAQAAAAAAAk5hbWUACwAAAFBlcnNvbmFsSWQAEFZlcnNpb24AAAAAAAlMYXN0V3JpdGUArFa9tJIB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
  <p:tag name="EMPOWERCHARTSPROPERTIES_SLOT" val="A"/>
  <p:tag name="EMPOWERCHARTSPROPERTIES_LASTWRITEDATE" val="638652059603887518"/>
  <p:tag name="EMPOWERCHARTSPROPERTIES_A_LENGTH" val="24576"/>
  <p:tag name="RUNTIME_ID" val="7b10ab08-881d-4060-961d-5d6d10f38006"/>
</p:tagLst>
</file>

<file path=ppt/tags/tag138.xml><?xml version="1.0" encoding="utf-8"?>
<p:tagLst xmlns:a="http://schemas.openxmlformats.org/drawingml/2006/main" xmlns:r="http://schemas.openxmlformats.org/officeDocument/2006/relationships" xmlns:p="http://schemas.openxmlformats.org/presentationml/2006/main">
  <p:tag name="EMPOWERCHARTSPROPERTIES_A_0" val="AAAAAAH//////////wEAAAAAAAAAAAAAACoqIFRoaXMgaXMgYSBMaXRlREIgZmlsZSAqKgcDAP////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AQAAAAAAAAAAAAAAEQAAAFByb3BlcnR5RG9jdW1lbnRzAQAAAAAAAAAFAAAACQAAAF9pZD0kLl9pZAEDAAAAAAADAAAAAQADAAAAIwAAAENvbWJpSW5kZXg9JC5OYW1lICsgJ18nICsgJC5WZXJzaW9uAQQAAAAAAAQAAAABAAQAAAAAAAAAAP///////wAAAAAAAP////8AAAAAAP///////wAAAAAAAP////8AAAAAAP///////wAAAAAAAP////8AAAAAAP///////wAAAAAAAP////8AAAAAAP///////wAAAAAAAP////8AAAAAAP///////wAAAAAAAP////8AAAAAAP///////wAAAAAAAP////8AAAAAAP///////wAAAAAAAP////8AAAAAAP///////wAAAAAAAP////8AAAAAAP///////wAAAAAAAP////8AAAAAAP///////wAAAAAAAP////8AAAAAAP///////wAAAAAAAP////8AAAAAAP///////wAAAAAAAP////8AAAAAAP///////wAAAAAAAP////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wEBAQEBAQEBAQEBAQEBAQEAAAAAAAAAAwAAAAMAAAAA/////wMAaAwAAAAAAAAAAAAAIAD///////////////8AAAD///////////////8DAAAAAgD///////8DAAAAAgD///////8DAAAAAgD///////////////////////////////////////////////////////////////////////////////////////////////////////////////////////////////////////////////////////////////////////////////////////////////////////////////////////////////////////////////////////////////////////////////////////////////////////////////////////////////////////////////////////////////////////////////////////////////////////////////////////////////////////////////////////////////////////////////8BACAA////////////////AAAO////////AwAAAAIA////////////////////////////////////////////////////////////////////////////////////////////////////////////////////////////////////////////////////////////////////////////////////////////////////////////////////////////////////////////////////////////////////////////////////////////////////////////////////////////////////////////////////////////////////////////////////////////////////////////////////////////////////////////////////////////////////////////////////////////////////////////////////////AgADAP///////wQAAAACABAAC+6xxucNKj9GsLLGnF5J6KkFAAAAAAADAAAAAAADAAAAAQADAAAAAAD///////8DAAAAAAD///////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DAAAAAP////8DAIQMAAAAAAAAAAAAACAB////////////////AAAA////////////////BAAAAAIA////////////////////////////////////////////////////////////////////////////////////////////////////////////////////////////////////////////////////////////////////////////////////////////////////////////////////////////////////////////////////////////////////////////////////////////////////////////////////////////////////////////////////////////////////////////////////////////////////////////////////////////////////////////////////////////////////////////////////////////////////////////////AQAgAf///////////////wAADv///////wQAAAACAP///////////////////////////////////////////////////////////////////////////////////////////////////////////////////////////////////////////////////////////////////////////////////////////////////////////////////////////////////////////////////////////////////////////////////////////////////////////////////////////////////////////////////////////////////////////////////////////////////////////////////////////////////////////////////////////////////////////////////////////////////////////////////////wIAAQEDAAAAAgD///////8MAAZQZXJzb25hbElkXzAFAAAAAAAEAAAAAAAEAAAAA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BAAAAAD/////AQBvDwAAAAAAAAAAAAD/////cABwAAAABV9pZAAQAAAABO6xxucNKj9GsLLGnF5J6KkDRGF0YQAWAAAAAlBlcnNvbmFsSWQAAQAAAAAAAk5hbWUACwAAAFBlcnNvbmFsSWQAEFZlcnNpb24AAAAAAAlMYXN0V3JpdGUAXla9tJIB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
  <p:tag name="EMPOWERCHARTSPROPERTIES_SLOT" val="A"/>
  <p:tag name="EMPOWERCHARTSPROPERTIES_LASTWRITEDATE" val="638652059603087722"/>
  <p:tag name="EMPOWERCHARTSPROPERTIES_A_LENGTH" val="24576"/>
  <p:tag name="RUNTIME_ID" val="af73c6c3-7c57-46bf-85a2-ce323945b59f"/>
</p:tagLst>
</file>

<file path=ppt/tags/tag13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40.xml><?xml version="1.0" encoding="utf-8"?>
<p:tagLst xmlns:a="http://schemas.openxmlformats.org/drawingml/2006/main" xmlns:r="http://schemas.openxmlformats.org/officeDocument/2006/relationships" xmlns:p="http://schemas.openxmlformats.org/presentationml/2006/main">
  <p:tag name="EMPOWERCHARTSPROPERTIES_A_0" val="AAAAAAH//////////wEAAAAAAAAAAAAAACoqIFRoaXMgaXMgYSBMaXRlREIgZmlsZSAqKgcDAP////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AQAAAAAAAAAAAAAAEQAAAFByb3BlcnR5RG9jdW1lbnRzAQAAAAAAAAAFAAAACQAAAF9pZD0kLl9pZAEDAAAAAAADAAAAAQADAAAAIwAAAENvbWJpSW5kZXg9JC5OYW1lICsgJ18nICsgJC5WZXJzaW9uAQQAAAAAAAQAAAABAAQAAAAAAAAAAP///////wAAAAAAAP////8AAAAAAP///////wAAAAAAAP////8AAAAAAP///////wAAAAAAAP////8AAAAAAP///////wAAAAAAAP////8AAAAAAP///////wAAAAAAAP////8AAAAAAP///////wAAAAAAAP////8AAAAAAP///////wAAAAAAAP////8AAAAAAP///////wAAAAAAAP////8AAAAAAP///////wAAAAAAAP////8AAAAAAP///////wAAAAAAAP////8AAAAAAP///////wAAAAAAAP////8AAAAAAP///////wAAAAAAAP////8AAAAAAP///////wAAAAAAAP////8AAAAAAP///////wAAAAAAAP////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gIBAQEBAQEBAQEBAQEBAQEAAAAAAAAAAwAAAAMAAAAA/////wMAdAwAAAAAAAAAAAAAIAD///////////////8AAAD///////////////8DAAAAAgD///////8DAAAAAgD///////////////////////////////////////////////////////////////////////////////////////////////////////////////////////////////////////////////////////////////////////////////////////////////////////////////////////////////////////////////////////////////////////////////////////////////////////////////////////////////////////////////////////////////////////////////////////////////////////////////////////////////////////////////////////////////////////////////////////////////8BACAA////////////////AAAO////////AwAAAAIA////////////////////////////////////////////////////////////////////////////////////////////////////////////////////////////////////////////////////////////////////////////////////////////////////////////////////////////////////////////////////////////////////////////////////////////////////////////////////////////////////////////////////////////////////////////////////////////////////////////////////////////////////////////////////////////////////////////////////////////////////////////////////////AgACAP///////wQAAAACABAAC86FrY3ASZdIiB2Pw1EL48MFAAAAAAADAAAAAAADAAAAAQADAAAAAAD///////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DAAAAAP////8DAHgMAAAAAAAAAAAAACAB////////////////AAAA////////////////BAAAAAIA////////BAAAAAIA////////////////////////////////////////////////////////////////////////////////////////////////////////////////////////////////////////////////////////////////////////////////////////////////////////////////////////////////////////////////////////////////////////////////////////////////////////////////////////////////////////////////////////////////////////////////////////////////////////////////////////////////////////////////////////////////////////////////////////////////AQAgAf///////////////wAADv///////wQAAAACAP///////////////////////////////////////////////////////////////////////////////////////////////////////////////////////////////////////////////////////////////////////////////////////////////////////////////////////////////////////////////////////////////////////////////////////////////////////////////////////////////////////////////////////////////////////////////////////////////////////////////////////////////////////////////////////////////////////////////////////////////////////////////////////wIAAgEDAAAAAgD///////8MAAZQZXJzb25hbElkXzAFAAAAAAAEAAAAAAAEAAAAAQAEAAAAAAD///////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BAAAAAD/////AQBvDwAAAAAAAAAAAAD/////cABwAAAABV9pZAAQAAAABM6FrY3ASZdIiB2Pw1EL48MDRGF0YQAWAAAAAlBlcnNvbmFsSWQAAQAAAAAAAk5hbWUACwAAAFBlcnNvbmFsSWQAEFZlcnNpb24AAAAAAAlMYXN0V3JpdGUAhVa9tJIB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
  <p:tag name="EMPOWERCHARTSPROPERTIES_SLOT" val="A"/>
  <p:tag name="EMPOWERCHARTSPROPERTIES_LASTWRITEDATE" val="638652059603477392"/>
  <p:tag name="EMPOWERCHARTSPROPERTIES_A_LENGTH" val="24576"/>
  <p:tag name="RUNTIME_ID" val="2c3b976b-67c3-4a43-81d5-bdc1b91cd057"/>
</p:tagLst>
</file>

<file path=ppt/tags/tag141.xml><?xml version="1.0" encoding="utf-8"?>
<p:tagLst xmlns:a="http://schemas.openxmlformats.org/drawingml/2006/main" xmlns:r="http://schemas.openxmlformats.org/officeDocument/2006/relationships" xmlns:p="http://schemas.openxmlformats.org/presentationml/2006/main">
  <p:tag name="EMPOWERCHARTSPROPERTIES_A_0" val="AAAAAAH//////////wEAAAAAAAAAAAAAACoqIFRoaXMgaXMgYSBMaXRlREIgZmlsZSAqKgcDAP////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AQAAAAAAAAAAAAAAEQAAAFByb3BlcnR5RG9jdW1lbnRzAQAAAAAAAAAFAAAACQAAAF9pZD0kLl9pZAEDAAAAAAADAAAAAQADAAAAIwAAAENvbWJpSW5kZXg9JC5OYW1lICsgJ18nICsgJC5WZXJzaW9uAQQAAAAAAAQAAAABAAQAAAAAAAAAAP///////wAAAAAAAP////8AAAAAAP///////wAAAAAAAP////8AAAAAAP///////wAAAAAAAP////8AAAAAAP///////wAAAAAAAP////8AAAAAAP///////wAAAAAAAP////8AAAAAAP///////wAAAAAAAP////8AAAAAAP///////wAAAAAAAP////8AAAAAAP///////wAAAAAAAP////8AAAAAAP///////wAAAAAAAP////8AAAAAAP///////wAAAAAAAP////8AAAAAAP///////wAAAAAAAP////8AAAAAAP///////wAAAAAAAP////8AAAAAAP///////wAAAAAAAP////8AAAAAAP///////wAAAAAAAP////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EBAQEBAQEBAQEBAQEBAQEAAAAAAAAAAwAAAAMAAAAA/////wMAgAwAAAAAAAAAAAAAIAD///////////////8AAAD///////////////8DAAAAAgD///////////////////////////////////////////////////////////////////////////////////////////////////////////////////////////////////////////////////////////////////////////////////////////////////////////////////////////////////////////////////////////////////////////////////////////////////////////////////////////////////////////////////////////////////////////////////////////////////////////////////////////////////////////////////////////////////////////////////////////////////////////////8BACAA////////////////AAAO////////AwAAAAIA////////////////////////////////////////////////////////////////////////////////////////////////////////////////////////////////////////////////////////////////////////////////////////////////////////////////////////////////////////////////////////////////////////////////////////////////////////////////////////////////////////////////////////////////////////////////////////////////////////////////////////////////////////////////////////////////////////////////////////////////////////////////////////AgABAP///////wQAAAACABAACwR1c+JZwudHsXgPuIcdqxMFAAAAAAADAAAAAAADAAAAA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DAAAAAP////8DAIQMAAAAAAAAAAAAACAB////////////////AAAA////////////////BAAAAAIA////////////////////////////////////////////////////////////////////////////////////////////////////////////////////////////////////////////////////////////////////////////////////////////////////////////////////////////////////////////////////////////////////////////////////////////////////////////////////////////////////////////////////////////////////////////////////////////////////////////////////////////////////////////////////////////////////////////////////////////////////////////////AQAgAf///////////////wAADv///////wQAAAACAP///////////////////////////////////////////////////////////////////////////////////////////////////////////////////////////////////////////////////////////////////////////////////////////////////////////////////////////////////////////////////////////////////////////////////////////////////////////////////////////////////////////////////////////////////////////////////////////////////////////////////////////////////////////////////////////////////////////////////////////////////////////////////////wIAAQEDAAAAAgD///////8MAAZQZXJzb25hbElkXzAFAAAAAAAEAAAAAAAEAAAAA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BAAAAAD/////AQBvDwAAAAAAAAAAAAD/////cABwAAAABV9pZAAQAAAABAR1c+JZwudHsXgPuIcdqxMDRGF0YQAWAAAAAlBlcnNvbmFsSWQAAQAAAAAAAk5hbWUACwAAAFBlcnNvbmFsSWQAEFZlcnNpb24AAAAAAAlMYXN0V3JpdGUArFa9tJIB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
  <p:tag name="EMPOWERCHARTSPROPERTIES_SLOT" val="A"/>
  <p:tag name="EMPOWERCHARTSPROPERTIES_LASTWRITEDATE" val="638652059603887518"/>
  <p:tag name="EMPOWERCHARTSPROPERTIES_A_LENGTH" val="24576"/>
  <p:tag name="RUNTIME_ID" val="7b10ab08-881d-4060-961d-5d6d10f38006"/>
</p:tagLst>
</file>

<file path=ppt/tags/tag142.xml><?xml version="1.0" encoding="utf-8"?>
<p:tagLst xmlns:a="http://schemas.openxmlformats.org/drawingml/2006/main" xmlns:r="http://schemas.openxmlformats.org/officeDocument/2006/relationships" xmlns:p="http://schemas.openxmlformats.org/presentationml/2006/main">
  <p:tag name="EMPOWERCHARTSPROPERTIES_A_0" val="AAAAAAH//////////wEAAAAAAAAAAAAAACoqIFRoaXMgaXMgYSBMaXRlREIgZmlsZSAqKgcDAP////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AQAAAAAAAAAAAAAAEQAAAFByb3BlcnR5RG9jdW1lbnRzAQAAAAAAAAAFAAAACQAAAF9pZD0kLl9pZAEDAAAAAAADAAAAAQADAAAAIwAAAENvbWJpSW5kZXg9JC5OYW1lICsgJ18nICsgJC5WZXJzaW9uAQQAAAAAAAQAAAABAAQAAAAAAAAAAP///////wAAAAAAAP////8AAAAAAP///////wAAAAAAAP////8AAAAAAP///////wAAAAAAAP////8AAAAAAP///////wAAAAAAAP////8AAAAAAP///////wAAAAAAAP////8AAAAAAP///////wAAAAAAAP////8AAAAAAP///////wAAAAAAAP////8AAAAAAP///////wAAAAAAAP////8AAAAAAP///////wAAAAAAAP////8AAAAAAP///////wAAAAAAAP////8AAAAAAP///////wAAAAAAAP////8AAAAAAP///////wAAAAAAAP////8AAAAAAP///////wAAAAAAAP////8AAAAAAP///////wAAAAAAAP////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wEBAQEBAQEBAQEBAQEBAQEAAAAAAAAAAwAAAAMAAAAA/////wMAaAwAAAAAAAAAAAAAIAD///////////////8AAAD///////////////8DAAAAAgD///////8DAAAAAgD///////8DAAAAAgD///////////////////////////////////////////////////////////////////////////////////////////////////////////////////////////////////////////////////////////////////////////////////////////////////////////////////////////////////////////////////////////////////////////////////////////////////////////////////////////////////////////////////////////////////////////////////////////////////////////////////////////////////////////////////////////////////////////////8BACAA////////////////AAAO////////AwAAAAIA////////////////////////////////////////////////////////////////////////////////////////////////////////////////////////////////////////////////////////////////////////////////////////////////////////////////////////////////////////////////////////////////////////////////////////////////////////////////////////////////////////////////////////////////////////////////////////////////////////////////////////////////////////////////////////////////////////////////////////////////////////////////////////AgADAP///////wQAAAACABAAC+6xxucNKj9GsLLGnF5J6KkFAAAAAAADAAAAAAADAAAAAQADAAAAAAD///////8DAAAAAAD///////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DAAAAAP////8DAIQMAAAAAAAAAAAAACAB////////////////AAAA////////////////BAAAAAIA////////////////////////////////////////////////////////////////////////////////////////////////////////////////////////////////////////////////////////////////////////////////////////////////////////////////////////////////////////////////////////////////////////////////////////////////////////////////////////////////////////////////////////////////////////////////////////////////////////////////////////////////////////////////////////////////////////////////////////////////////////////////AQAgAf///////////////wAADv///////wQAAAACAP///////////////////////////////////////////////////////////////////////////////////////////////////////////////////////////////////////////////////////////////////////////////////////////////////////////////////////////////////////////////////////////////////////////////////////////////////////////////////////////////////////////////////////////////////////////////////////////////////////////////////////////////////////////////////////////////////////////////////////////////////////////////////////wIAAQEDAAAAAgD///////8MAAZQZXJzb25hbElkXzAFAAAAAAAEAAAAAAAEAAAAA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BAAAAAD/////AQBvDwAAAAAAAAAAAAD/////cABwAAAABV9pZAAQAAAABO6xxucNKj9GsLLGnF5J6KkDRGF0YQAWAAAAAlBlcnNvbmFsSWQAAQAAAAAAAk5hbWUACwAAAFBlcnNvbmFsSWQAEFZlcnNpb24AAAAAAAlMYXN0V3JpdGUAXla9tJIB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
  <p:tag name="EMPOWERCHARTSPROPERTIES_SLOT" val="A"/>
  <p:tag name="EMPOWERCHARTSPROPERTIES_LASTWRITEDATE" val="638652059603087722"/>
  <p:tag name="EMPOWERCHARTSPROPERTIES_A_LENGTH" val="24576"/>
  <p:tag name="RUNTIME_ID" val="af73c6c3-7c57-46bf-85a2-ce323945b59f"/>
</p:tagLst>
</file>

<file path=ppt/tags/tag143.xml><?xml version="1.0" encoding="utf-8"?>
<p:tagLst xmlns:a="http://schemas.openxmlformats.org/drawingml/2006/main" xmlns:r="http://schemas.openxmlformats.org/officeDocument/2006/relationships" xmlns:p="http://schemas.openxmlformats.org/presentationml/2006/main">
  <p:tag name="EMPOWERCHARTSPROPERTIES_A_0" val="AAAAAAH//////////wEAAAAAAAAAAAAAACoqIFRoaXMgaXMgYSBMaXRlREIgZmlsZSAqKgcDAP////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AQAAAAAAAAAAAAAAEQAAAFByb3BlcnR5RG9jdW1lbnRzAQAAAAAAAAAFAAAACQAAAF9pZD0kLl9pZAEDAAAAAAADAAAAAQADAAAAIwAAAENvbWJpSW5kZXg9JC5OYW1lICsgJ18nICsgJC5WZXJzaW9uAQQAAAAAAAQAAAABAAQAAAAAAAAAAP///////wAAAAAAAP////8AAAAAAP///////wAAAAAAAP////8AAAAAAP///////wAAAAAAAP////8AAAAAAP///////wAAAAAAAP////8AAAAAAP///////wAAAAAAAP////8AAAAAAP///////wAAAAAAAP////8AAAAAAP///////wAAAAAAAP////8AAAAAAP///////wAAAAAAAP////8AAAAAAP///////wAAAAAAAP////8AAAAAAP///////wAAAAAAAP////8AAAAAAP///////wAAAAAAAP////8AAAAAAP///////wAAAAAAAP////8AAAAAAP///////wAAAAAAAP////8AAAAAAP///////wAAAAAAAP////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gIBAQEBAQEBAQEBAQEBAQEAAAAAAAAAAwAAAAMAAAAA/////wMAdAwAAAAAAAAAAAAAIAD///////////////8AAAD///////////////8DAAAAAgD///////8DAAAAAgD///////////////////////////////////////////////////////////////////////////////////////////////////////////////////////////////////////////////////////////////////////////////////////////////////////////////////////////////////////////////////////////////////////////////////////////////////////////////////////////////////////////////////////////////////////////////////////////////////////////////////////////////////////////////////////////////////////////////////////////////8BACAA////////////////AAAO////////AwAAAAIA////////////////////////////////////////////////////////////////////////////////////////////////////////////////////////////////////////////////////////////////////////////////////////////////////////////////////////////////////////////////////////////////////////////////////////////////////////////////////////////////////////////////////////////////////////////////////////////////////////////////////////////////////////////////////////////////////////////////////////////////////////////////////////AgACAP///////wQAAAACABAAC86FrY3ASZdIiB2Pw1EL48MFAAAAAAADAAAAAAADAAAAAQADAAAAAAD///////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DAAAAAP////8DAHgMAAAAAAAAAAAAACAB////////////////AAAA////////////////BAAAAAIA////////BAAAAAIA////////////////////////////////////////////////////////////////////////////////////////////////////////////////////////////////////////////////////////////////////////////////////////////////////////////////////////////////////////////////////////////////////////////////////////////////////////////////////////////////////////////////////////////////////////////////////////////////////////////////////////////////////////////////////////////////////////////////////////////////AQAgAf///////////////wAADv///////wQAAAACAP///////////////////////////////////////////////////////////////////////////////////////////////////////////////////////////////////////////////////////////////////////////////////////////////////////////////////////////////////////////////////////////////////////////////////////////////////////////////////////////////////////////////////////////////////////////////////////////////////////////////////////////////////////////////////////////////////////////////////////////////////////////////////////wIAAgEDAAAAAgD///////8MAAZQZXJzb25hbElkXzAFAAAAAAAEAAAAAAAEAAAAAQAEAAAAAAD///////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BAAAAAD/////AQBvDwAAAAAAAAAAAAD/////cABwAAAABV9pZAAQAAAABM6FrY3ASZdIiB2Pw1EL48MDRGF0YQAWAAAAAlBlcnNvbmFsSWQAAQAAAAAAAk5hbWUACwAAAFBlcnNvbmFsSWQAEFZlcnNpb24AAAAAAAlMYXN0V3JpdGUAhVa9tJIB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
  <p:tag name="EMPOWERCHARTSPROPERTIES_SLOT" val="A"/>
  <p:tag name="EMPOWERCHARTSPROPERTIES_LASTWRITEDATE" val="638652059603477392"/>
  <p:tag name="EMPOWERCHARTSPROPERTIES_A_LENGTH" val="24576"/>
  <p:tag name="RUNTIME_ID" val="2c3b976b-67c3-4a43-81d5-bdc1b91cd057"/>
</p:tagLst>
</file>

<file path=ppt/tags/tag144.xml><?xml version="1.0" encoding="utf-8"?>
<p:tagLst xmlns:a="http://schemas.openxmlformats.org/drawingml/2006/main" xmlns:r="http://schemas.openxmlformats.org/officeDocument/2006/relationships" xmlns:p="http://schemas.openxmlformats.org/presentationml/2006/main">
  <p:tag name="EMPOWERCHARTSPROPERTIES_A_0" val="AAAAAAH//////////wEAAAAAAAAAAAAAACoqIFRoaXMgaXMgYSBMaXRlREIgZmlsZSAqKgcDAP////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AQAAAAAAAAAAAAAAEQAAAFByb3BlcnR5RG9jdW1lbnRzAQAAAAAAAAAFAAAACQAAAF9pZD0kLl9pZAEDAAAAAAADAAAAAQADAAAAIwAAAENvbWJpSW5kZXg9JC5OYW1lICsgJ18nICsgJC5WZXJzaW9uAQQAAAAAAAQAAAABAAQAAAAAAAAAAP///////wAAAAAAAP////8AAAAAAP///////wAAAAAAAP////8AAAAAAP///////wAAAAAAAP////8AAAAAAP///////wAAAAAAAP////8AAAAAAP///////wAAAAAAAP////8AAAAAAP///////wAAAAAAAP////8AAAAAAP///////wAAAAAAAP////8AAAAAAP///////wAAAAAAAP////8AAAAAAP///////wAAAAAAAP////8AAAAAAP///////wAAAAAAAP////8AAAAAAP///////wAAAAAAAP////8AAAAAAP///////wAAAAAAAP////8AAAAAAP///////wAAAAAAAP////8AAAAAAP///////wAAAAAAAP////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EBAQEBAQEBAQEBAQEBAQEAAAAAAAAAAwAAAAMAAAAA/////wMAgAwAAAAAAAAAAAAAIAD///////////////8AAAD///////////////8DAAAAAgD///////////////////////////////////////////////////////////////////////////////////////////////////////////////////////////////////////////////////////////////////////////////////////////////////////////////////////////////////////////////////////////////////////////////////////////////////////////////////////////////////////////////////////////////////////////////////////////////////////////////////////////////////////////////////////////////////////////////////////////////////////////////8BACAA////////////////AAAO////////AwAAAAIA////////////////////////////////////////////////////////////////////////////////////////////////////////////////////////////////////////////////////////////////////////////////////////////////////////////////////////////////////////////////////////////////////////////////////////////////////////////////////////////////////////////////////////////////////////////////////////////////////////////////////////////////////////////////////////////////////////////////////////////////////////////////////////AgABAP///////wQAAAACABAACwR1c+JZwudHsXgPuIcdqxMFAAAAAAADAAAAAAADAAAAA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DAAAAAP////8DAIQMAAAAAAAAAAAAACAB////////////////AAAA////////////////BAAAAAIA////////////////////////////////////////////////////////////////////////////////////////////////////////////////////////////////////////////////////////////////////////////////////////////////////////////////////////////////////////////////////////////////////////////////////////////////////////////////////////////////////////////////////////////////////////////////////////////////////////////////////////////////////////////////////////////////////////////////////////////////////////////////AQAgAf///////////////wAADv///////wQAAAACAP///////////////////////////////////////////////////////////////////////////////////////////////////////////////////////////////////////////////////////////////////////////////////////////////////////////////////////////////////////////////////////////////////////////////////////////////////////////////////////////////////////////////////////////////////////////////////////////////////////////////////////////////////////////////////////////////////////////////////////////////////////////////////////wIAAQEDAAAAAgD///////8MAAZQZXJzb25hbElkXzAFAAAAAAAEAAAAAAAEAAAAA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BAAAAAD/////AQBvDwAAAAAAAAAAAAD/////cABwAAAABV9pZAAQAAAABAR1c+JZwudHsXgPuIcdqxMDRGF0YQAWAAAAAlBlcnNvbmFsSWQAAQAAAAAAAk5hbWUACwAAAFBlcnNvbmFsSWQAEFZlcnNpb24AAAAAAAlMYXN0V3JpdGUArFa9tJIB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
  <p:tag name="EMPOWERCHARTSPROPERTIES_SLOT" val="A"/>
  <p:tag name="EMPOWERCHARTSPROPERTIES_LASTWRITEDATE" val="638652059603887518"/>
  <p:tag name="EMPOWERCHARTSPROPERTIES_A_LENGTH" val="24576"/>
  <p:tag name="RUNTIME_ID" val="7b10ab08-881d-4060-961d-5d6d10f38006"/>
</p:tagLst>
</file>

<file path=ppt/tags/tag145.xml><?xml version="1.0" encoding="utf-8"?>
<p:tagLst xmlns:a="http://schemas.openxmlformats.org/drawingml/2006/main" xmlns:r="http://schemas.openxmlformats.org/officeDocument/2006/relationships" xmlns:p="http://schemas.openxmlformats.org/presentationml/2006/main">
  <p:tag name="EMPOWERCHARTSPROPERTIES_A_0" val="AAAAAAH//////////wEAAAAAAAAAAAAAACoqIFRoaXMgaXMgYSBMaXRlREIgZmlsZSAqKgcDAP////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AQAAAAAAAAAAAAAAEQAAAFByb3BlcnR5RG9jdW1lbnRzAQAAAAAAAAAFAAAACQAAAF9pZD0kLl9pZAEDAAAAAAADAAAAAQADAAAAIwAAAENvbWJpSW5kZXg9JC5OYW1lICsgJ18nICsgJC5WZXJzaW9uAQQAAAAAAAQAAAABAAQAAAAAAAAAAP///////wAAAAAAAP////8AAAAAAP///////wAAAAAAAP////8AAAAAAP///////wAAAAAAAP////8AAAAAAP///////wAAAAAAAP////8AAAAAAP///////wAAAAAAAP////8AAAAAAP///////wAAAAAAAP////8AAAAAAP///////wAAAAAAAP////8AAAAAAP///////wAAAAAAAP////8AAAAAAP///////wAAAAAAAP////8AAAAAAP///////wAAAAAAAP////8AAAAAAP///////wAAAAAAAP////8AAAAAAP///////wAAAAAAAP////8AAAAAAP///////wAAAAAAAP////8AAAAAAP///////wAAAAAAAP////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wEBAQEBAQEBAQEBAQEBAQEAAAAAAAAAAwAAAAMAAAAA/////wMAaAwAAAAAAAAAAAAAIAD///////////////8AAAD///////////////8DAAAAAgD///////8DAAAAAgD///////8DAAAAAgD///////////////////////////////////////////////////////////////////////////////////////////////////////////////////////////////////////////////////////////////////////////////////////////////////////////////////////////////////////////////////////////////////////////////////////////////////////////////////////////////////////////////////////////////////////////////////////////////////////////////////////////////////////////////////////////////////////////////8BACAA////////////////AAAO////////AwAAAAIA////////////////////////////////////////////////////////////////////////////////////////////////////////////////////////////////////////////////////////////////////////////////////////////////////////////////////////////////////////////////////////////////////////////////////////////////////////////////////////////////////////////////////////////////////////////////////////////////////////////////////////////////////////////////////////////////////////////////////////////////////////////////////////AgADAP///////wQAAAACABAAC+6xxucNKj9GsLLGnF5J6KkFAAAAAAADAAAAAAADAAAAAQADAAAAAAD///////8DAAAAAAD///////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DAAAAAP////8DAIQMAAAAAAAAAAAAACAB////////////////AAAA////////////////BAAAAAIA////////////////////////////////////////////////////////////////////////////////////////////////////////////////////////////////////////////////////////////////////////////////////////////////////////////////////////////////////////////////////////////////////////////////////////////////////////////////////////////////////////////////////////////////////////////////////////////////////////////////////////////////////////////////////////////////////////////////////////////////////////////////AQAgAf///////////////wAADv///////wQAAAACAP///////////////////////////////////////////////////////////////////////////////////////////////////////////////////////////////////////////////////////////////////////////////////////////////////////////////////////////////////////////////////////////////////////////////////////////////////////////////////////////////////////////////////////////////////////////////////////////////////////////////////////////////////////////////////////////////////////////////////////////////////////////////////////wIAAQEDAAAAAgD///////8MAAZQZXJzb25hbElkXzAFAAAAAAAEAAAAAAAEAAAAA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BAAAAAD/////AQBvDwAAAAAAAAAAAAD/////cABwAAAABV9pZAAQAAAABO6xxucNKj9GsLLGnF5J6KkDRGF0YQAWAAAAAlBlcnNvbmFsSWQAAQAAAAAAAk5hbWUACwAAAFBlcnNvbmFsSWQAEFZlcnNpb24AAAAAAAlMYXN0V3JpdGUAXla9tJIB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
  <p:tag name="EMPOWERCHARTSPROPERTIES_SLOT" val="A"/>
  <p:tag name="EMPOWERCHARTSPROPERTIES_LASTWRITEDATE" val="638652059603087722"/>
  <p:tag name="EMPOWERCHARTSPROPERTIES_A_LENGTH" val="24576"/>
  <p:tag name="RUNTIME_ID" val="af73c6c3-7c57-46bf-85a2-ce323945b59f"/>
</p:tagLst>
</file>

<file path=ppt/tags/tag14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47.xml><?xml version="1.0" encoding="utf-8"?>
<p:tagLst xmlns:a="http://schemas.openxmlformats.org/drawingml/2006/main" xmlns:r="http://schemas.openxmlformats.org/officeDocument/2006/relationships" xmlns:p="http://schemas.openxmlformats.org/presentationml/2006/main">
  <p:tag name="EMPOWERCHARTSPROPERTIES_A_0" val="AAAAAAH//////////wEAAAAAAAAAAAAAACoqIFRoaXMgaXMgYSBMaXRlREIgZmlsZSAqKgcDAP////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AQAAAAAAAAAAAAAAEQAAAFByb3BlcnR5RG9jdW1lbnRzAQAAAAAAAAAFAAAACQAAAF9pZD0kLl9pZAEDAAAAAAADAAAAAQADAAAAIwAAAENvbWJpSW5kZXg9JC5OYW1lICsgJ18nICsgJC5WZXJzaW9uAQQAAAAAAAQAAAABAAQAAAAAAAAAAP///////wAAAAAAAP////8AAAAAAP///////wAAAAAAAP////8AAAAAAP///////wAAAAAAAP////8AAAAAAP///////wAAAAAAAP////8AAAAAAP///////wAAAAAAAP////8AAAAAAP///////wAAAAAAAP////8AAAAAAP///////wAAAAAAAP////8AAAAAAP///////wAAAAAAAP////8AAAAAAP///////wAAAAAAAP////8AAAAAAP///////wAAAAAAAP////8AAAAAAP///////wAAAAAAAP////8AAAAAAP///////wAAAAAAAP////8AAAAAAP///////wAAAAAAAP////8AAAAAAP///////wAAAAAAAP////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gIBAQEBAQEBAQEBAQEBAQEAAAAAAAAAAwAAAAMAAAAA/////wMAdAwAAAAAAAAAAAAAIAD///////////////8AAAD///////////////8DAAAAAgD///////8DAAAAAgD///////////////////////////////////////////////////////////////////////////////////////////////////////////////////////////////////////////////////////////////////////////////////////////////////////////////////////////////////////////////////////////////////////////////////////////////////////////////////////////////////////////////////////////////////////////////////////////////////////////////////////////////////////////////////////////////////////////////////////////////8BACAA////////////////AAAO////////AwAAAAIA////////////////////////////////////////////////////////////////////////////////////////////////////////////////////////////////////////////////////////////////////////////////////////////////////////////////////////////////////////////////////////////////////////////////////////////////////////////////////////////////////////////////////////////////////////////////////////////////////////////////////////////////////////////////////////////////////////////////////////////////////////////////////////AgACAP///////wQAAAACABAAC86FrY3ASZdIiB2Pw1EL48MFAAAAAAADAAAAAAADAAAAAQADAAAAAAD///////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DAAAAAP////8DAHgMAAAAAAAAAAAAACAB////////////////AAAA////////////////BAAAAAIA////////BAAAAAIA////////////////////////////////////////////////////////////////////////////////////////////////////////////////////////////////////////////////////////////////////////////////////////////////////////////////////////////////////////////////////////////////////////////////////////////////////////////////////////////////////////////////////////////////////////////////////////////////////////////////////////////////////////////////////////////////////////////////////////////////AQAgAf///////////////wAADv///////wQAAAACAP///////////////////////////////////////////////////////////////////////////////////////////////////////////////////////////////////////////////////////////////////////////////////////////////////////////////////////////////////////////////////////////////////////////////////////////////////////////////////////////////////////////////////////////////////////////////////////////////////////////////////////////////////////////////////////////////////////////////////////////////////////////////////////wIAAgEDAAAAAgD///////8MAAZQZXJzb25hbElkXzAFAAAAAAAEAAAAAAAEAAAAAQAEAAAAAAD///////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BAAAAAD/////AQBvDwAAAAAAAAAAAAD/////cABwAAAABV9pZAAQAAAABM6FrY3ASZdIiB2Pw1EL48MDRGF0YQAWAAAAAlBlcnNvbmFsSWQAAQAAAAAAAk5hbWUACwAAAFBlcnNvbmFsSWQAEFZlcnNpb24AAAAAAAlMYXN0V3JpdGUAhVa9tJIB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
  <p:tag name="EMPOWERCHARTSPROPERTIES_SLOT" val="A"/>
  <p:tag name="EMPOWERCHARTSPROPERTIES_LASTWRITEDATE" val="638652059603477392"/>
  <p:tag name="EMPOWERCHARTSPROPERTIES_A_LENGTH" val="24576"/>
  <p:tag name="RUNTIME_ID" val="2c3b976b-67c3-4a43-81d5-bdc1b91cd057"/>
</p:tagLst>
</file>

<file path=ppt/tags/tag148.xml><?xml version="1.0" encoding="utf-8"?>
<p:tagLst xmlns:a="http://schemas.openxmlformats.org/drawingml/2006/main" xmlns:r="http://schemas.openxmlformats.org/officeDocument/2006/relationships" xmlns:p="http://schemas.openxmlformats.org/presentationml/2006/main">
  <p:tag name="EMPOWERCHARTSPROPERTIES_A_0" val="AAAAAAH//////////wEAAAAAAAAAAAAAACoqIFRoaXMgaXMgYSBMaXRlREIgZmlsZSAqKgcDAP////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AQAAAAAAAAAAAAAAEQAAAFByb3BlcnR5RG9jdW1lbnRzAQAAAAAAAAAFAAAACQAAAF9pZD0kLl9pZAEDAAAAAAADAAAAAQADAAAAIwAAAENvbWJpSW5kZXg9JC5OYW1lICsgJ18nICsgJC5WZXJzaW9uAQQAAAAAAAQAAAABAAQAAAAAAAAAAP///////wAAAAAAAP////8AAAAAAP///////wAAAAAAAP////8AAAAAAP///////wAAAAAAAP////8AAAAAAP///////wAAAAAAAP////8AAAAAAP///////wAAAAAAAP////8AAAAAAP///////wAAAAAAAP////8AAAAAAP///////wAAAAAAAP////8AAAAAAP///////wAAAAAAAP////8AAAAAAP///////wAAAAAAAP////8AAAAAAP///////wAAAAAAAP////8AAAAAAP///////wAAAAAAAP////8AAAAAAP///////wAAAAAAAP////8AAAAAAP///////wAAAAAAAP////8AAAAAAP///////wAAAAAAAP////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EBAQEBAQEBAQEBAQEBAQEAAAAAAAAAAwAAAAMAAAAA/////wMAgAwAAAAAAAAAAAAAIAD///////////////8AAAD///////////////8DAAAAAgD///////////////////////////////////////////////////////////////////////////////////////////////////////////////////////////////////////////////////////////////////////////////////////////////////////////////////////////////////////////////////////////////////////////////////////////////////////////////////////////////////////////////////////////////////////////////////////////////////////////////////////////////////////////////////////////////////////////////////////////////////////////////8BACAA////////////////AAAO////////AwAAAAIA////////////////////////////////////////////////////////////////////////////////////////////////////////////////////////////////////////////////////////////////////////////////////////////////////////////////////////////////////////////////////////////////////////////////////////////////////////////////////////////////////////////////////////////////////////////////////////////////////////////////////////////////////////////////////////////////////////////////////////////////////////////////////////AgABAP///////wQAAAACABAACwR1c+JZwudHsXgPuIcdqxMFAAAAAAADAAAAAAADAAAAA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DAAAAAP////8DAIQMAAAAAAAAAAAAACAB////////////////AAAA////////////////BAAAAAIA////////////////////////////////////////////////////////////////////////////////////////////////////////////////////////////////////////////////////////////////////////////////////////////////////////////////////////////////////////////////////////////////////////////////////////////////////////////////////////////////////////////////////////////////////////////////////////////////////////////////////////////////////////////////////////////////////////////////////////////////////////////////AQAgAf///////////////wAADv///////wQAAAACAP///////////////////////////////////////////////////////////////////////////////////////////////////////////////////////////////////////////////////////////////////////////////////////////////////////////////////////////////////////////////////////////////////////////////////////////////////////////////////////////////////////////////////////////////////////////////////////////////////////////////////////////////////////////////////////////////////////////////////////////////////////////////////////wIAAQEDAAAAAgD///////8MAAZQZXJzb25hbElkXzAFAAAAAAAEAAAAAAAEAAAAA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BAAAAAD/////AQBvDwAAAAAAAAAAAAD/////cABwAAAABV9pZAAQAAAABAR1c+JZwudHsXgPuIcdqxMDRGF0YQAWAAAAAlBlcnNvbmFsSWQAAQAAAAAAAk5hbWUACwAAAFBlcnNvbmFsSWQAEFZlcnNpb24AAAAAAAlMYXN0V3JpdGUArFa9tJIB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
  <p:tag name="EMPOWERCHARTSPROPERTIES_SLOT" val="A"/>
  <p:tag name="EMPOWERCHARTSPROPERTIES_LASTWRITEDATE" val="638652059603887518"/>
  <p:tag name="EMPOWERCHARTSPROPERTIES_A_LENGTH" val="24576"/>
  <p:tag name="RUNTIME_ID" val="7b10ab08-881d-4060-961d-5d6d10f38006"/>
</p:tagLst>
</file>

<file path=ppt/tags/tag149.xml><?xml version="1.0" encoding="utf-8"?>
<p:tagLst xmlns:a="http://schemas.openxmlformats.org/drawingml/2006/main" xmlns:r="http://schemas.openxmlformats.org/officeDocument/2006/relationships" xmlns:p="http://schemas.openxmlformats.org/presentationml/2006/main">
  <p:tag name="EMPOWERCHARTSPROPERTIES_A_0" val="AAAAAAH//////////wEAAAAAAAAAAAAAACoqIFRoaXMgaXMgYSBMaXRlREIgZmlsZSAqKgcDAP////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AQAAAAAAAAAAAAAAEQAAAFByb3BlcnR5RG9jdW1lbnRzAQAAAAAAAAAFAAAACQAAAF9pZD0kLl9pZAEDAAAAAAADAAAAAQADAAAAIwAAAENvbWJpSW5kZXg9JC5OYW1lICsgJ18nICsgJC5WZXJzaW9uAQQAAAAAAAQAAAABAAQAAAAAAAAAAP///////wAAAAAAAP////8AAAAAAP///////wAAAAAAAP////8AAAAAAP///////wAAAAAAAP////8AAAAAAP///////wAAAAAAAP////8AAAAAAP///////wAAAAAAAP////8AAAAAAP///////wAAAAAAAP////8AAAAAAP///////wAAAAAAAP////8AAAAAAP///////wAAAAAAAP////8AAAAAAP///////wAAAAAAAP////8AAAAAAP///////wAAAAAAAP////8AAAAAAP///////wAAAAAAAP////8AAAAAAP///////wAAAAAAAP////8AAAAAAP///////wAAAAAAAP////8AAAAAAP///////wAAAAAAAP////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wEBAQEBAQEBAQEBAQEBAQEAAAAAAAAAAwAAAAMAAAAA/////wMAaAwAAAAAAAAAAAAAIAD///////////////8AAAD///////////////8DAAAAAgD///////8DAAAAAgD///////8DAAAAAgD///////////////////////////////////////////////////////////////////////////////////////////////////////////////////////////////////////////////////////////////////////////////////////////////////////////////////////////////////////////////////////////////////////////////////////////////////////////////////////////////////////////////////////////////////////////////////////////////////////////////////////////////////////////////////////////////////////////////8BACAA////////////////AAAO////////AwAAAAIA////////////////////////////////////////////////////////////////////////////////////////////////////////////////////////////////////////////////////////////////////////////////////////////////////////////////////////////////////////////////////////////////////////////////////////////////////////////////////////////////////////////////////////////////////////////////////////////////////////////////////////////////////////////////////////////////////////////////////////////////////////////////////////AgADAP///////wQAAAACABAAC+6xxucNKj9GsLLGnF5J6KkFAAAAAAADAAAAAAADAAAAAQADAAAAAAD///////8DAAAAAAD///////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DAAAAAP////8DAIQMAAAAAAAAAAAAACAB////////////////AAAA////////////////BAAAAAIA////////////////////////////////////////////////////////////////////////////////////////////////////////////////////////////////////////////////////////////////////////////////////////////////////////////////////////////////////////////////////////////////////////////////////////////////////////////////////////////////////////////////////////////////////////////////////////////////////////////////////////////////////////////////////////////////////////////////////////////////////////////////AQAgAf///////////////wAADv///////wQAAAACAP///////////////////////////////////////////////////////////////////////////////////////////////////////////////////////////////////////////////////////////////////////////////////////////////////////////////////////////////////////////////////////////////////////////////////////////////////////////////////////////////////////////////////////////////////////////////////////////////////////////////////////////////////////////////////////////////////////////////////////////////////////////////////////wIAAQEDAAAAAgD///////8MAAZQZXJzb25hbElkXzAFAAAAAAAEAAAAAAAEAAAAA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BAAAAAD/////AQBvDwAAAAAAAAAAAAD/////cABwAAAABV9pZAAQAAAABO6xxucNKj9GsLLGnF5J6KkDRGF0YQAWAAAAAlBlcnNvbmFsSWQAAQAAAAAAAk5hbWUACwAAAFBlcnNvbmFsSWQAEFZlcnNpb24AAAAAAAlMYXN0V3JpdGUAXla9tJIB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
  <p:tag name="EMPOWERCHARTSPROPERTIES_SLOT" val="A"/>
  <p:tag name="EMPOWERCHARTSPROPERTIES_LASTWRITEDATE" val="638652059603087722"/>
  <p:tag name="EMPOWERCHARTSPROPERTIES_A_LENGTH" val="24576"/>
  <p:tag name="RUNTIME_ID" val="af73c6c3-7c57-46bf-85a2-ce323945b59f"/>
</p:tagLst>
</file>

<file path=ppt/tags/tag150.xml><?xml version="1.0" encoding="utf-8"?>
<p:tagLst xmlns:a="http://schemas.openxmlformats.org/drawingml/2006/main" xmlns:r="http://schemas.openxmlformats.org/officeDocument/2006/relationships" xmlns:p="http://schemas.openxmlformats.org/presentationml/2006/main">
  <p:tag name="EMPOWERCHARTSPROPERTIES_A_0" val="AAAAAAH//////////wEAAAAAAAAAAAAAACoqIFRoaXMgaXMgYSBMaXRlREIgZmlsZSAqKgcDAP////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AQAAAAAAAAAAAAAAEQAAAFByb3BlcnR5RG9jdW1lbnRzAQAAAAAAAAAFAAAACQAAAF9pZD0kLl9pZAEDAAAAAAADAAAAAQADAAAAIwAAAENvbWJpSW5kZXg9JC5OYW1lICsgJ18nICsgJC5WZXJzaW9uAQQAAAAAAAQAAAABAAQAAAAAAAAAAP///////wAAAAAAAP////8AAAAAAP///////wAAAAAAAP////8AAAAAAP///////wAAAAAAAP////8AAAAAAP///////wAAAAAAAP////8AAAAAAP///////wAAAAAAAP////8AAAAAAP///////wAAAAAAAP////8AAAAAAP///////wAAAAAAAP////8AAAAAAP///////wAAAAAAAP////8AAAAAAP///////wAAAAAAAP////8AAAAAAP///////wAAAAAAAP////8AAAAAAP///////wAAAAAAAP////8AAAAAAP///////wAAAAAAAP////8AAAAAAP///////wAAAAAAAP////8AAAAAAP///////wAAAAAAAP////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gIBAQEBAQEBAQEBAQEBAQEAAAAAAAAAAwAAAAMAAAAA/////wMAdAwAAAAAAAAAAAAAIAD///////////////8AAAD///////////////8DAAAAAgD///////8DAAAAAgD///////////////////////////////////////////////////////////////////////////////////////////////////////////////////////////////////////////////////////////////////////////////////////////////////////////////////////////////////////////////////////////////////////////////////////////////////////////////////////////////////////////////////////////////////////////////////////////////////////////////////////////////////////////////////////////////////////////////////////////////8BACAA////////////////AAAO////////AwAAAAIA////////////////////////////////////////////////////////////////////////////////////////////////////////////////////////////////////////////////////////////////////////////////////////////////////////////////////////////////////////////////////////////////////////////////////////////////////////////////////////////////////////////////////////////////////////////////////////////////////////////////////////////////////////////////////////////////////////////////////////////////////////////////////////AgACAP///////wQAAAACABAAC86FrY3ASZdIiB2Pw1EL48MFAAAAAAADAAAAAAADAAAAAQADAAAAAAD///////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DAAAAAP////8DAHgMAAAAAAAAAAAAACAB////////////////AAAA////////////////BAAAAAIA////////BAAAAAIA////////////////////////////////////////////////////////////////////////////////////////////////////////////////////////////////////////////////////////////////////////////////////////////////////////////////////////////////////////////////////////////////////////////////////////////////////////////////////////////////////////////////////////////////////////////////////////////////////////////////////////////////////////////////////////////////////////////////////////////////AQAgAf///////////////wAADv///////wQAAAACAP///////////////////////////////////////////////////////////////////////////////////////////////////////////////////////////////////////////////////////////////////////////////////////////////////////////////////////////////////////////////////////////////////////////////////////////////////////////////////////////////////////////////////////////////////////////////////////////////////////////////////////////////////////////////////////////////////////////////////////////////////////////////////////wIAAgEDAAAAAgD///////8MAAZQZXJzb25hbElkXzAFAAAAAAAEAAAAAAAEAAAAAQAEAAAAAAD///////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BAAAAAD/////AQBvDwAAAAAAAAAAAAD/////cABwAAAABV9pZAAQAAAABM6FrY3ASZdIiB2Pw1EL48MDRGF0YQAWAAAAAlBlcnNvbmFsSWQAAQAAAAAAAk5hbWUACwAAAFBlcnNvbmFsSWQAEFZlcnNpb24AAAAAAAlMYXN0V3JpdGUAhVa9tJIB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
  <p:tag name="EMPOWERCHARTSPROPERTIES_SLOT" val="A"/>
  <p:tag name="EMPOWERCHARTSPROPERTIES_LASTWRITEDATE" val="638652059603477392"/>
  <p:tag name="EMPOWERCHARTSPROPERTIES_A_LENGTH" val="24576"/>
  <p:tag name="RUNTIME_ID" val="2c3b976b-67c3-4a43-81d5-bdc1b91cd057"/>
</p:tagLst>
</file>

<file path=ppt/tags/tag151.xml><?xml version="1.0" encoding="utf-8"?>
<p:tagLst xmlns:a="http://schemas.openxmlformats.org/drawingml/2006/main" xmlns:r="http://schemas.openxmlformats.org/officeDocument/2006/relationships" xmlns:p="http://schemas.openxmlformats.org/presentationml/2006/main">
  <p:tag name="EMPOWERCHARTSPROPERTIES_A_0" val="AAAAAAH//////////wEAAAAAAAAAAAAAACoqIFRoaXMgaXMgYSBMaXRlREIgZmlsZSAqKgcDAP////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AQAAAAAAAAAAAAAAEQAAAFByb3BlcnR5RG9jdW1lbnRzAQAAAAAAAAAFAAAACQAAAF9pZD0kLl9pZAEDAAAAAAADAAAAAQADAAAAIwAAAENvbWJpSW5kZXg9JC5OYW1lICsgJ18nICsgJC5WZXJzaW9uAQQAAAAAAAQAAAABAAQAAAAAAAAAAP///////wAAAAAAAP////8AAAAAAP///////wAAAAAAAP////8AAAAAAP///////wAAAAAAAP////8AAAAAAP///////wAAAAAAAP////8AAAAAAP///////wAAAAAAAP////8AAAAAAP///////wAAAAAAAP////8AAAAAAP///////wAAAAAAAP////8AAAAAAP///////wAAAAAAAP////8AAAAAAP///////wAAAAAAAP////8AAAAAAP///////wAAAAAAAP////8AAAAAAP///////wAAAAAAAP////8AAAAAAP///////wAAAAAAAP////8AAAAAAP///////wAAAAAAAP////8AAAAAAP///////wAAAAAAAP////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EBAQEBAQEBAQEBAQEBAQEAAAAAAAAAAwAAAAMAAAAA/////wMAgAwAAAAAAAAAAAAAIAD///////////////8AAAD///////////////8DAAAAAgD///////////////////////////////////////////////////////////////////////////////////////////////////////////////////////////////////////////////////////////////////////////////////////////////////////////////////////////////////////////////////////////////////////////////////////////////////////////////////////////////////////////////////////////////////////////////////////////////////////////////////////////////////////////////////////////////////////////////////////////////////////////////8BACAA////////////////AAAO////////AwAAAAIA////////////////////////////////////////////////////////////////////////////////////////////////////////////////////////////////////////////////////////////////////////////////////////////////////////////////////////////////////////////////////////////////////////////////////////////////////////////////////////////////////////////////////////////////////////////////////////////////////////////////////////////////////////////////////////////////////////////////////////////////////////////////////////AgABAP///////wQAAAACABAACwR1c+JZwudHsXgPuIcdqxMFAAAAAAADAAAAAAADAAAAA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DAAAAAP////8DAIQMAAAAAAAAAAAAACAB////////////////AAAA////////////////BAAAAAIA////////////////////////////////////////////////////////////////////////////////////////////////////////////////////////////////////////////////////////////////////////////////////////////////////////////////////////////////////////////////////////////////////////////////////////////////////////////////////////////////////////////////////////////////////////////////////////////////////////////////////////////////////////////////////////////////////////////////////////////////////////////////AQAgAf///////////////wAADv///////wQAAAACAP///////////////////////////////////////////////////////////////////////////////////////////////////////////////////////////////////////////////////////////////////////////////////////////////////////////////////////////////////////////////////////////////////////////////////////////////////////////////////////////////////////////////////////////////////////////////////////////////////////////////////////////////////////////////////////////////////////////////////////////////////////////////////////wIAAQEDAAAAAgD///////8MAAZQZXJzb25hbElkXzAFAAAAAAAEAAAAAAAEAAAAA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BAAAAAD/////AQBvDwAAAAAAAAAAAAD/////cABwAAAABV9pZAAQAAAABAR1c+JZwudHsXgPuIcdqxMDRGF0YQAWAAAAAlBlcnNvbmFsSWQAAQAAAAAAAk5hbWUACwAAAFBlcnNvbmFsSWQAEFZlcnNpb24AAAAAAAlMYXN0V3JpdGUArFa9tJIB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
  <p:tag name="EMPOWERCHARTSPROPERTIES_SLOT" val="A"/>
  <p:tag name="EMPOWERCHARTSPROPERTIES_LASTWRITEDATE" val="638652059603887518"/>
  <p:tag name="EMPOWERCHARTSPROPERTIES_A_LENGTH" val="24576"/>
  <p:tag name="RUNTIME_ID" val="7b10ab08-881d-4060-961d-5d6d10f38006"/>
</p:tagLst>
</file>

<file path=ppt/tags/tag152.xml><?xml version="1.0" encoding="utf-8"?>
<p:tagLst xmlns:a="http://schemas.openxmlformats.org/drawingml/2006/main" xmlns:r="http://schemas.openxmlformats.org/officeDocument/2006/relationships" xmlns:p="http://schemas.openxmlformats.org/presentationml/2006/main">
  <p:tag name="EMPOWERCHARTSPROPERTIES_A_0" val="AAAAAAH//////////wEAAAAAAAAAAAAAACoqIFRoaXMgaXMgYSBMaXRlREIgZmlsZSAqKgcDAP////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AQAAAAAAAAAAAAAAEQAAAFByb3BlcnR5RG9jdW1lbnRzAQAAAAAAAAAFAAAACQAAAF9pZD0kLl9pZAEDAAAAAAADAAAAAQADAAAAIwAAAENvbWJpSW5kZXg9JC5OYW1lICsgJ18nICsgJC5WZXJzaW9uAQQAAAAAAAQAAAABAAQAAAAAAAAAAP///////wAAAAAAAP////8AAAAAAP///////wAAAAAAAP////8AAAAAAP///////wAAAAAAAP////8AAAAAAP///////wAAAAAAAP////8AAAAAAP///////wAAAAAAAP////8AAAAAAP///////wAAAAAAAP////8AAAAAAP///////wAAAAAAAP////8AAAAAAP///////wAAAAAAAP////8AAAAAAP///////wAAAAAAAP////8AAAAAAP///////wAAAAAAAP////8AAAAAAP///////wAAAAAAAP////8AAAAAAP///////wAAAAAAAP////8AAAAAAP///////wAAAAAAAP////8AAAAAAP///////wAAAAAAAP////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wEBAQEBAQEBAQEBAQEBAQEAAAAAAAAAAwAAAAMAAAAA/////wMAaAwAAAAAAAAAAAAAIAD///////////////8AAAD///////////////8DAAAAAgD///////8DAAAAAgD///////8DAAAAAgD///////////////////////////////////////////////////////////////////////////////////////////////////////////////////////////////////////////////////////////////////////////////////////////////////////////////////////////////////////////////////////////////////////////////////////////////////////////////////////////////////////////////////////////////////////////////////////////////////////////////////////////////////////////////////////////////////////////////8BACAA////////////////AAAO////////AwAAAAIA////////////////////////////////////////////////////////////////////////////////////////////////////////////////////////////////////////////////////////////////////////////////////////////////////////////////////////////////////////////////////////////////////////////////////////////////////////////////////////////////////////////////////////////////////////////////////////////////////////////////////////////////////////////////////////////////////////////////////////////////////////////////////////AgADAP///////wQAAAACABAAC+6xxucNKj9GsLLGnF5J6KkFAAAAAAADAAAAAAADAAAAAQADAAAAAAD///////8DAAAAAAD///////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DAAAAAP////8DAIQMAAAAAAAAAAAAACAB////////////////AAAA////////////////BAAAAAIA////////////////////////////////////////////////////////////////////////////////////////////////////////////////////////////////////////////////////////////////////////////////////////////////////////////////////////////////////////////////////////////////////////////////////////////////////////////////////////////////////////////////////////////////////////////////////////////////////////////////////////////////////////////////////////////////////////////////////////////////////////////////AQAgAf///////////////wAADv///////wQAAAACAP///////////////////////////////////////////////////////////////////////////////////////////////////////////////////////////////////////////////////////////////////////////////////////////////////////////////////////////////////////////////////////////////////////////////////////////////////////////////////////////////////////////////////////////////////////////////////////////////////////////////////////////////////////////////////////////////////////////////////////////////////////////////////////wIAAQEDAAAAAgD///////8MAAZQZXJzb25hbElkXzAFAAAAAAAEAAAAAAAEAAAAA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BAAAAAD/////AQBvDwAAAAAAAAAAAAD/////cABwAAAABV9pZAAQAAAABO6xxucNKj9GsLLGnF5J6KkDRGF0YQAWAAAAAlBlcnNvbmFsSWQAAQAAAAAAAk5hbWUACwAAAFBlcnNvbmFsSWQAEFZlcnNpb24AAAAAAAlMYXN0V3JpdGUAXla9tJIB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
  <p:tag name="EMPOWERCHARTSPROPERTIES_SLOT" val="A"/>
  <p:tag name="EMPOWERCHARTSPROPERTIES_LASTWRITEDATE" val="638652059603087722"/>
  <p:tag name="EMPOWERCHARTSPROPERTIES_A_LENGTH" val="24576"/>
  <p:tag name="RUNTIME_ID" val="af73c6c3-7c57-46bf-85a2-ce323945b59f"/>
</p:tagLst>
</file>

<file path=ppt/tags/tag15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5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5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56.xml><?xml version="1.0" encoding="utf-8"?>
<p:tagLst xmlns:a="http://schemas.openxmlformats.org/drawingml/2006/main" xmlns:r="http://schemas.openxmlformats.org/officeDocument/2006/relationships" xmlns:p="http://schemas.openxmlformats.org/presentationml/2006/main">
  <p:tag name="EMPOWERCHARTSPROPERTIES_A_0" val="AAAAAAH//////////wEAAAAAAAAAAAAAACoqIFRoaXMgaXMgYSBMaXRlREIgZmlsZSAqKgcDAP////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AQAAAAAAAAAAAAAAEQAAAFByb3BlcnR5RG9jdW1lbnRzAQAAAAAAAAAFAAAACQAAAF9pZD0kLl9pZAEDAAAAAAADAAAAAQADAAAAIwAAAENvbWJpSW5kZXg9JC5OYW1lICsgJ18nICsgJC5WZXJzaW9uAQQAAAAAAAQAAAABAAQAAAAAAAAAAP///////wAAAAAAAP////8AAAAAAP///////wAAAAAAAP////8AAAAAAP///////wAAAAAAAP////8AAAAAAP///////wAAAAAAAP////8AAAAAAP///////wAAAAAAAP////8AAAAAAP///////wAAAAAAAP////8AAAAAAP///////wAAAAAAAP////8AAAAAAP///////wAAAAAAAP////8AAAAAAP///////wAAAAAAAP////8AAAAAAP///////wAAAAAAAP////8AAAAAAP///////wAAAAAAAP////8AAAAAAP///////wAAAAAAAP////8AAAAAAP///////wAAAAAAAP////8AAAAAAP///////wAAAAAAAP////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gIBAQEBAQEBAQEBAQEBAQEAAAAAAAAAAwAAAAMAAAAA/////wMAdAwAAAAAAAAAAAAAIAD///////////////8AAAD///////////////8DAAAAAgD///////8DAAAAAgD///////////////////////////////////////////////////////////////////////////////////////////////////////////////////////////////////////////////////////////////////////////////////////////////////////////////////////////////////////////////////////////////////////////////////////////////////////////////////////////////////////////////////////////////////////////////////////////////////////////////////////////////////////////////////////////////////////////////////////////////8BACAA////////////////AAAO////////AwAAAAIA////////////////////////////////////////////////////////////////////////////////////////////////////////////////////////////////////////////////////////////////////////////////////////////////////////////////////////////////////////////////////////////////////////////////////////////////////////////////////////////////////////////////////////////////////////////////////////////////////////////////////////////////////////////////////////////////////////////////////////////////////////////////////////AgACAP///////wQAAAACABAAC86FrY3ASZdIiB2Pw1EL48MFAAAAAAADAAAAAAADAAAAAQADAAAAAAD///////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DAAAAAP////8DAHgMAAAAAAAAAAAAACAB////////////////AAAA////////////////BAAAAAIA////////BAAAAAIA////////////////////////////////////////////////////////////////////////////////////////////////////////////////////////////////////////////////////////////////////////////////////////////////////////////////////////////////////////////////////////////////////////////////////////////////////////////////////////////////////////////////////////////////////////////////////////////////////////////////////////////////////////////////////////////////////////////////////////////////AQAgAf///////////////wAADv///////wQAAAACAP///////////////////////////////////////////////////////////////////////////////////////////////////////////////////////////////////////////////////////////////////////////////////////////////////////////////////////////////////////////////////////////////////////////////////////////////////////////////////////////////////////////////////////////////////////////////////////////////////////////////////////////////////////////////////////////////////////////////////////////////////////////////////////wIAAgEDAAAAAgD///////8MAAZQZXJzb25hbElkXzAFAAAAAAAEAAAAAAAEAAAAAQAEAAAAAAD///////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BAAAAAD/////AQBvDwAAAAAAAAAAAAD/////cABwAAAABV9pZAAQAAAABM6FrY3ASZdIiB2Pw1EL48MDRGF0YQAWAAAAAlBlcnNvbmFsSWQAAQAAAAAAAk5hbWUACwAAAFBlcnNvbmFsSWQAEFZlcnNpb24AAAAAAAlMYXN0V3JpdGUAhVa9tJIB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
  <p:tag name="EMPOWERCHARTSPROPERTIES_SLOT" val="A"/>
  <p:tag name="EMPOWERCHARTSPROPERTIES_LASTWRITEDATE" val="638652059603477392"/>
  <p:tag name="EMPOWERCHARTSPROPERTIES_A_LENGTH" val="24576"/>
  <p:tag name="RUNTIME_ID" val="2c3b976b-67c3-4a43-81d5-bdc1b91cd057"/>
</p:tagLst>
</file>

<file path=ppt/tags/tag157.xml><?xml version="1.0" encoding="utf-8"?>
<p:tagLst xmlns:a="http://schemas.openxmlformats.org/drawingml/2006/main" xmlns:r="http://schemas.openxmlformats.org/officeDocument/2006/relationships" xmlns:p="http://schemas.openxmlformats.org/presentationml/2006/main">
  <p:tag name="EMPOWERCHARTSPROPERTIES_A_0" val="AAAAAAH//////////wEAAAAAAAAAAAAAACoqIFRoaXMgaXMgYSBMaXRlREIgZmlsZSAqKgcDAP////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AQAAAAAAAAAAAAAAEQAAAFByb3BlcnR5RG9jdW1lbnRzAQAAAAAAAAAFAAAACQAAAF9pZD0kLl9pZAEDAAAAAAADAAAAAQADAAAAIwAAAENvbWJpSW5kZXg9JC5OYW1lICsgJ18nICsgJC5WZXJzaW9uAQQAAAAAAAQAAAABAAQAAAAAAAAAAP///////wAAAAAAAP////8AAAAAAP///////wAAAAAAAP////8AAAAAAP///////wAAAAAAAP////8AAAAAAP///////wAAAAAAAP////8AAAAAAP///////wAAAAAAAP////8AAAAAAP///////wAAAAAAAP////8AAAAAAP///////wAAAAAAAP////8AAAAAAP///////wAAAAAAAP////8AAAAAAP///////wAAAAAAAP////8AAAAAAP///////wAAAAAAAP////8AAAAAAP///////wAAAAAAAP////8AAAAAAP///////wAAAAAAAP////8AAAAAAP///////wAAAAAAAP////8AAAAAAP///////wAAAAAAAP////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EBAQEBAQEBAQEBAQEBAQEAAAAAAAAAAwAAAAMAAAAA/////wMAgAwAAAAAAAAAAAAAIAD///////////////8AAAD///////////////8DAAAAAgD///////////////////////////////////////////////////////////////////////////////////////////////////////////////////////////////////////////////////////////////////////////////////////////////////////////////////////////////////////////////////////////////////////////////////////////////////////////////////////////////////////////////////////////////////////////////////////////////////////////////////////////////////////////////////////////////////////////////////////////////////////////////8BACAA////////////////AAAO////////AwAAAAIA////////////////////////////////////////////////////////////////////////////////////////////////////////////////////////////////////////////////////////////////////////////////////////////////////////////////////////////////////////////////////////////////////////////////////////////////////////////////////////////////////////////////////////////////////////////////////////////////////////////////////////////////////////////////////////////////////////////////////////////////////////////////////////AgABAP///////wQAAAACABAACwR1c+JZwudHsXgPuIcdqxMFAAAAAAADAAAAAAADAAAAA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DAAAAAP////8DAIQMAAAAAAAAAAAAACAB////////////////AAAA////////////////BAAAAAIA////////////////////////////////////////////////////////////////////////////////////////////////////////////////////////////////////////////////////////////////////////////////////////////////////////////////////////////////////////////////////////////////////////////////////////////////////////////////////////////////////////////////////////////////////////////////////////////////////////////////////////////////////////////////////////////////////////////////////////////////////////////////AQAgAf///////////////wAADv///////wQAAAACAP///////////////////////////////////////////////////////////////////////////////////////////////////////////////////////////////////////////////////////////////////////////////////////////////////////////////////////////////////////////////////////////////////////////////////////////////////////////////////////////////////////////////////////////////////////////////////////////////////////////////////////////////////////////////////////////////////////////////////////////////////////////////////////wIAAQEDAAAAAgD///////8MAAZQZXJzb25hbElkXzAFAAAAAAAEAAAAAAAEAAAAA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BAAAAAD/////AQBvDwAAAAAAAAAAAAD/////cABwAAAABV9pZAAQAAAABAR1c+JZwudHsXgPuIcdqxMDRGF0YQAWAAAAAlBlcnNvbmFsSWQAAQAAAAAAAk5hbWUACwAAAFBlcnNvbmFsSWQAEFZlcnNpb24AAAAAAAlMYXN0V3JpdGUArFa9tJIB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
  <p:tag name="EMPOWERCHARTSPROPERTIES_SLOT" val="A"/>
  <p:tag name="EMPOWERCHARTSPROPERTIES_LASTWRITEDATE" val="638652059603887518"/>
  <p:tag name="EMPOWERCHARTSPROPERTIES_A_LENGTH" val="24576"/>
  <p:tag name="RUNTIME_ID" val="7b10ab08-881d-4060-961d-5d6d10f38006"/>
</p:tagLst>
</file>

<file path=ppt/tags/tag158.xml><?xml version="1.0" encoding="utf-8"?>
<p:tagLst xmlns:a="http://schemas.openxmlformats.org/drawingml/2006/main" xmlns:r="http://schemas.openxmlformats.org/officeDocument/2006/relationships" xmlns:p="http://schemas.openxmlformats.org/presentationml/2006/main">
  <p:tag name="EMPOWERCHARTSPROPERTIES_A_0" val="AAAAAAH//////////wEAAAAAAAAAAAAAACoqIFRoaXMgaXMgYSBMaXRlREIgZmlsZSAqKgcDAP////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AQAAAAAAAAAAAAAAEQAAAFByb3BlcnR5RG9jdW1lbnRzAQAAAAAAAAAFAAAACQAAAF9pZD0kLl9pZAEDAAAAAAADAAAAAQADAAAAIwAAAENvbWJpSW5kZXg9JC5OYW1lICsgJ18nICsgJC5WZXJzaW9uAQQAAAAAAAQAAAABAAQAAAAAAAAAAP///////wAAAAAAAP////8AAAAAAP///////wAAAAAAAP////8AAAAAAP///////wAAAAAAAP////8AAAAAAP///////wAAAAAAAP////8AAAAAAP///////wAAAAAAAP////8AAAAAAP///////wAAAAAAAP////8AAAAAAP///////wAAAAAAAP////8AAAAAAP///////wAAAAAAAP////8AAAAAAP///////wAAAAAAAP////8AAAAAAP///////wAAAAAAAP////8AAAAAAP///////wAAAAAAAP////8AAAAAAP///////wAAAAAAAP////8AAAAAAP///////wAAAAAAAP////8AAAAAAP///////wAAAAAAAP////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wEBAQEBAQEBAQEBAQEBAQEAAAAAAAAAAwAAAAMAAAAA/////wMAaAwAAAAAAAAAAAAAIAD///////////////8AAAD///////////////8DAAAAAgD///////8DAAAAAgD///////8DAAAAAgD///////////////////////////////////////////////////////////////////////////////////////////////////////////////////////////////////////////////////////////////////////////////////////////////////////////////////////////////////////////////////////////////////////////////////////////////////////////////////////////////////////////////////////////////////////////////////////////////////////////////////////////////////////////////////////////////////////////////8BACAA////////////////AAAO////////AwAAAAIA////////////////////////////////////////////////////////////////////////////////////////////////////////////////////////////////////////////////////////////////////////////////////////////////////////////////////////////////////////////////////////////////////////////////////////////////////////////////////////////////////////////////////////////////////////////////////////////////////////////////////////////////////////////////////////////////////////////////////////////////////////////////////////AgADAP///////wQAAAACABAAC+6xxucNKj9GsLLGnF5J6KkFAAAAAAADAAAAAAADAAAAAQADAAAAAAD///////8DAAAAAAD///////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DAAAAAP////8DAIQMAAAAAAAAAAAAACAB////////////////AAAA////////////////BAAAAAIA////////////////////////////////////////////////////////////////////////////////////////////////////////////////////////////////////////////////////////////////////////////////////////////////////////////////////////////////////////////////////////////////////////////////////////////////////////////////////////////////////////////////////////////////////////////////////////////////////////////////////////////////////////////////////////////////////////////////////////////////////////////////AQAgAf///////////////wAADv///////wQAAAACAP///////////////////////////////////////////////////////////////////////////////////////////////////////////////////////////////////////////////////////////////////////////////////////////////////////////////////////////////////////////////////////////////////////////////////////////////////////////////////////////////////////////////////////////////////////////////////////////////////////////////////////////////////////////////////////////////////////////////////////////////////////////////////////wIAAQEDAAAAAgD///////8MAAZQZXJzb25hbElkXzAFAAAAAAAEAAAAAAAEAAAAA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BAAAAAD/////AQBvDwAAAAAAAAAAAAD/////cABwAAAABV9pZAAQAAAABO6xxucNKj9GsLLGnF5J6KkDRGF0YQAWAAAAAlBlcnNvbmFsSWQAAQAAAAAAAk5hbWUACwAAAFBlcnNvbmFsSWQAEFZlcnNpb24AAAAAAAlMYXN0V3JpdGUAXla9tJIB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
  <p:tag name="EMPOWERCHARTSPROPERTIES_SLOT" val="A"/>
  <p:tag name="EMPOWERCHARTSPROPERTIES_LASTWRITEDATE" val="638652059603087722"/>
  <p:tag name="EMPOWERCHARTSPROPERTIES_A_LENGTH" val="24576"/>
  <p:tag name="RUNTIME_ID" val="af73c6c3-7c57-46bf-85a2-ce323945b59f"/>
</p:tagLst>
</file>

<file path=ppt/tags/tag159.xml><?xml version="1.0" encoding="utf-8"?>
<p:tagLst xmlns:a="http://schemas.openxmlformats.org/drawingml/2006/main" xmlns:r="http://schemas.openxmlformats.org/officeDocument/2006/relationships" xmlns:p="http://schemas.openxmlformats.org/presentationml/2006/main">
  <p:tag name="EMPOWERCHARTSPROPERTIES_A_0" val="AAAAAAH//////////wEAAAAAAAAAAAAAACoqIFRoaXMgaXMgYSBMaXRlREIgZmlsZSAqKgcDAP////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AQAAAAAAAAAAAAAAEQAAAFByb3BlcnR5RG9jdW1lbnRzAQAAAAAAAAAFAAAACQAAAF9pZD0kLl9pZAEDAAAAAAADAAAAAQADAAAAIwAAAENvbWJpSW5kZXg9JC5OYW1lICsgJ18nICsgJC5WZXJzaW9uAQQAAAAAAAQAAAABAAQAAAAAAAAAAP///////wAAAAAAAP////8AAAAAAP///////wAAAAAAAP////8AAAAAAP///////wAAAAAAAP////8AAAAAAP///////wAAAAAAAP////8AAAAAAP///////wAAAAAAAP////8AAAAAAP///////wAAAAAAAP////8AAAAAAP///////wAAAAAAAP////8AAAAAAP///////wAAAAAAAP////8AAAAAAP///////wAAAAAAAP////8AAAAAAP///////wAAAAAAAP////8AAAAAAP///////wAAAAAAAP////8AAAAAAP///////wAAAAAAAP////8AAAAAAP///////wAAAAAAAP////8AAAAAAP///////wAAAAAAAP////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gIBAQEBAQEBAQEBAQEBAQEAAAAAAAAAAwAAAAMAAAAA/////wMAdAwAAAAAAAAAAAAAIAD///////////////8AAAD///////////////8DAAAAAgD///////8DAAAAAgD///////////////////////////////////////////////////////////////////////////////////////////////////////////////////////////////////////////////////////////////////////////////////////////////////////////////////////////////////////////////////////////////////////////////////////////////////////////////////////////////////////////////////////////////////////////////////////////////////////////////////////////////////////////////////////////////////////////////////////////////8BACAA////////////////AAAO////////AwAAAAIA////////////////////////////////////////////////////////////////////////////////////////////////////////////////////////////////////////////////////////////////////////////////////////////////////////////////////////////////////////////////////////////////////////////////////////////////////////////////////////////////////////////////////////////////////////////////////////////////////////////////////////////////////////////////////////////////////////////////////////////////////////////////////////AgACAP///////wQAAAACABAAC86FrY3ASZdIiB2Pw1EL48MFAAAAAAADAAAAAAADAAAAAQADAAAAAAD///////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DAAAAAP////8DAHgMAAAAAAAAAAAAACAB////////////////AAAA////////////////BAAAAAIA////////BAAAAAIA////////////////////////////////////////////////////////////////////////////////////////////////////////////////////////////////////////////////////////////////////////////////////////////////////////////////////////////////////////////////////////////////////////////////////////////////////////////////////////////////////////////////////////////////////////////////////////////////////////////////////////////////////////////////////////////////////////////////////////////////AQAgAf///////////////wAADv///////wQAAAACAP///////////////////////////////////////////////////////////////////////////////////////////////////////////////////////////////////////////////////////////////////////////////////////////////////////////////////////////////////////////////////////////////////////////////////////////////////////////////////////////////////////////////////////////////////////////////////////////////////////////////////////////////////////////////////////////////////////////////////////////////////////////////////////wIAAgEDAAAAAgD///////8MAAZQZXJzb25hbElkXzAFAAAAAAAEAAAAAAAEAAAAAQAEAAAAAAD///////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BAAAAAD/////AQBvDwAAAAAAAAAAAAD/////cABwAAAABV9pZAAQAAAABM6FrY3ASZdIiB2Pw1EL48MDRGF0YQAWAAAAAlBlcnNvbmFsSWQAAQAAAAAAAk5hbWUACwAAAFBlcnNvbmFsSWQAEFZlcnNpb24AAAAAAAlMYXN0V3JpdGUAhVa9tJIB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
  <p:tag name="EMPOWERCHARTSPROPERTIES_SLOT" val="A"/>
  <p:tag name="EMPOWERCHARTSPROPERTIES_LASTWRITEDATE" val="638652059603477392"/>
  <p:tag name="EMPOWERCHARTSPROPERTIES_A_LENGTH" val="24576"/>
  <p:tag name="RUNTIME_ID" val="2c3b976b-67c3-4a43-81d5-bdc1b91cd057"/>
</p:tagLst>
</file>

<file path=ppt/tags/tag160.xml><?xml version="1.0" encoding="utf-8"?>
<p:tagLst xmlns:a="http://schemas.openxmlformats.org/drawingml/2006/main" xmlns:r="http://schemas.openxmlformats.org/officeDocument/2006/relationships" xmlns:p="http://schemas.openxmlformats.org/presentationml/2006/main">
  <p:tag name="EMPOWERCHARTSPROPERTIES_A_0" val="AAAAAAH//////////wEAAAAAAAAAAAAAACoqIFRoaXMgaXMgYSBMaXRlREIgZmlsZSAqKgcDAP////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AQAAAAAAAAAAAAAAEQAAAFByb3BlcnR5RG9jdW1lbnRzAQAAAAAAAAAFAAAACQAAAF9pZD0kLl9pZAEDAAAAAAADAAAAAQADAAAAIwAAAENvbWJpSW5kZXg9JC5OYW1lICsgJ18nICsgJC5WZXJzaW9uAQQAAAAAAAQAAAABAAQAAAAAAAAAAP///////wAAAAAAAP////8AAAAAAP///////wAAAAAAAP////8AAAAAAP///////wAAAAAAAP////8AAAAAAP///////wAAAAAAAP////8AAAAAAP///////wAAAAAAAP////8AAAAAAP///////wAAAAAAAP////8AAAAAAP///////wAAAAAAAP////8AAAAAAP///////wAAAAAAAP////8AAAAAAP///////wAAAAAAAP////8AAAAAAP///////wAAAAAAAP////8AAAAAAP///////wAAAAAAAP////8AAAAAAP///////wAAAAAAAP////8AAAAAAP///////wAAAAAAAP////8AAAAAAP///////wAAAAAAAP////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EBAQEBAQEBAQEBAQEBAQEAAAAAAAAAAwAAAAMAAAAA/////wMAgAwAAAAAAAAAAAAAIAD///////////////8AAAD///////////////8DAAAAAgD///////////////////////////////////////////////////////////////////////////////////////////////////////////////////////////////////////////////////////////////////////////////////////////////////////////////////////////////////////////////////////////////////////////////////////////////////////////////////////////////////////////////////////////////////////////////////////////////////////////////////////////////////////////////////////////////////////////////////////////////////////////////8BACAA////////////////AAAO////////AwAAAAIA////////////////////////////////////////////////////////////////////////////////////////////////////////////////////////////////////////////////////////////////////////////////////////////////////////////////////////////////////////////////////////////////////////////////////////////////////////////////////////////////////////////////////////////////////////////////////////////////////////////////////////////////////////////////////////////////////////////////////////////////////////////////////////AgABAP///////wQAAAACABAACwR1c+JZwudHsXgPuIcdqxMFAAAAAAADAAAAAAADAAAAA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DAAAAAP////8DAIQMAAAAAAAAAAAAACAB////////////////AAAA////////////////BAAAAAIA////////////////////////////////////////////////////////////////////////////////////////////////////////////////////////////////////////////////////////////////////////////////////////////////////////////////////////////////////////////////////////////////////////////////////////////////////////////////////////////////////////////////////////////////////////////////////////////////////////////////////////////////////////////////////////////////////////////////////////////////////////////////AQAgAf///////////////wAADv///////wQAAAACAP///////////////////////////////////////////////////////////////////////////////////////////////////////////////////////////////////////////////////////////////////////////////////////////////////////////////////////////////////////////////////////////////////////////////////////////////////////////////////////////////////////////////////////////////////////////////////////////////////////////////////////////////////////////////////////////////////////////////////////////////////////////////////////wIAAQEDAAAAAgD///////8MAAZQZXJzb25hbElkXzAFAAAAAAAEAAAAAAAEAAAAA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BAAAAAD/////AQBvDwAAAAAAAAAAAAD/////cABwAAAABV9pZAAQAAAABAR1c+JZwudHsXgPuIcdqxMDRGF0YQAWAAAAAlBlcnNvbmFsSWQAAQAAAAAAAk5hbWUACwAAAFBlcnNvbmFsSWQAEFZlcnNpb24AAAAAAAlMYXN0V3JpdGUArFa9tJIB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
  <p:tag name="EMPOWERCHARTSPROPERTIES_SLOT" val="A"/>
  <p:tag name="EMPOWERCHARTSPROPERTIES_LASTWRITEDATE" val="638652059603887518"/>
  <p:tag name="EMPOWERCHARTSPROPERTIES_A_LENGTH" val="24576"/>
  <p:tag name="RUNTIME_ID" val="7b10ab08-881d-4060-961d-5d6d10f38006"/>
</p:tagLst>
</file>

<file path=ppt/tags/tag161.xml><?xml version="1.0" encoding="utf-8"?>
<p:tagLst xmlns:a="http://schemas.openxmlformats.org/drawingml/2006/main" xmlns:r="http://schemas.openxmlformats.org/officeDocument/2006/relationships" xmlns:p="http://schemas.openxmlformats.org/presentationml/2006/main">
  <p:tag name="EMPOWERCHARTSPROPERTIES_A_0" val="AAAAAAH//////////wEAAAAAAAAAAAAAACoqIFRoaXMgaXMgYSBMaXRlREIgZmlsZSAqKgcDAP////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AQAAAAAAAAAAAAAAEQAAAFByb3BlcnR5RG9jdW1lbnRzAQAAAAAAAAAFAAAACQAAAF9pZD0kLl9pZAEDAAAAAAADAAAAAQADAAAAIwAAAENvbWJpSW5kZXg9JC5OYW1lICsgJ18nICsgJC5WZXJzaW9uAQQAAAAAAAQAAAABAAQAAAAAAAAAAP///////wAAAAAAAP////8AAAAAAP///////wAAAAAAAP////8AAAAAAP///////wAAAAAAAP////8AAAAAAP///////wAAAAAAAP////8AAAAAAP///////wAAAAAAAP////8AAAAAAP///////wAAAAAAAP////8AAAAAAP///////wAAAAAAAP////8AAAAAAP///////wAAAAAAAP////8AAAAAAP///////wAAAAAAAP////8AAAAAAP///////wAAAAAAAP////8AAAAAAP///////wAAAAAAAP////8AAAAAAP///////wAAAAAAAP////8AAAAAAP///////wAAAAAAAP////8AAAAAAP///////wAAAAAAAP////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wEBAQEBAQEBAQEBAQEBAQEAAAAAAAAAAwAAAAMAAAAA/////wMAaAwAAAAAAAAAAAAAIAD///////////////8AAAD///////////////8DAAAAAgD///////8DAAAAAgD///////8DAAAAAgD///////////////////////////////////////////////////////////////////////////////////////////////////////////////////////////////////////////////////////////////////////////////////////////////////////////////////////////////////////////////////////////////////////////////////////////////////////////////////////////////////////////////////////////////////////////////////////////////////////////////////////////////////////////////////////////////////////////////8BACAA////////////////AAAO////////AwAAAAIA////////////////////////////////////////////////////////////////////////////////////////////////////////////////////////////////////////////////////////////////////////////////////////////////////////////////////////////////////////////////////////////////////////////////////////////////////////////////////////////////////////////////////////////////////////////////////////////////////////////////////////////////////////////////////////////////////////////////////////////////////////////////////////AgADAP///////wQAAAACABAAC+6xxucNKj9GsLLGnF5J6KkFAAAAAAADAAAAAAADAAAAAQADAAAAAAD///////8DAAAAAAD///////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DAAAAAP////8DAIQMAAAAAAAAAAAAACAB////////////////AAAA////////////////BAAAAAIA////////////////////////////////////////////////////////////////////////////////////////////////////////////////////////////////////////////////////////////////////////////////////////////////////////////////////////////////////////////////////////////////////////////////////////////////////////////////////////////////////////////////////////////////////////////////////////////////////////////////////////////////////////////////////////////////////////////////////////////////////////////////AQAgAf///////////////wAADv///////wQAAAACAP///////////////////////////////////////////////////////////////////////////////////////////////////////////////////////////////////////////////////////////////////////////////////////////////////////////////////////////////////////////////////////////////////////////////////////////////////////////////////////////////////////////////////////////////////////////////////////////////////////////////////////////////////////////////////////////////////////////////////////////////////////////////////////wIAAQEDAAAAAgD///////8MAAZQZXJzb25hbElkXzAFAAAAAAAEAAAAAAAEAAAAA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BAAAAAD/////AQBvDwAAAAAAAAAAAAD/////cABwAAAABV9pZAAQAAAABO6xxucNKj9GsLLGnF5J6KkDRGF0YQAWAAAAAlBlcnNvbmFsSWQAAQAAAAAAAk5hbWUACwAAAFBlcnNvbmFsSWQAEFZlcnNpb24AAAAAAAlMYXN0V3JpdGUAXla9tJIB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
  <p:tag name="EMPOWERCHARTSPROPERTIES_SLOT" val="A"/>
  <p:tag name="EMPOWERCHARTSPROPERTIES_LASTWRITEDATE" val="638652059603087722"/>
  <p:tag name="EMPOWERCHARTSPROPERTIES_A_LENGTH" val="24576"/>
  <p:tag name="RUNTIME_ID" val="af73c6c3-7c57-46bf-85a2-ce323945b59f"/>
</p:tagLst>
</file>

<file path=ppt/tags/tag16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6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64.xml><?xml version="1.0" encoding="utf-8"?>
<p:tagLst xmlns:a="http://schemas.openxmlformats.org/drawingml/2006/main" xmlns:r="http://schemas.openxmlformats.org/officeDocument/2006/relationships" xmlns:p="http://schemas.openxmlformats.org/presentationml/2006/main">
  <p:tag name="EMPOWERCHARTSPROPERTIES_A_0" val="AAAAAAH//////////wEAAAAAAAAAAAAAACoqIFRoaXMgaXMgYSBMaXRlREIgZmlsZSAqKgcDAP////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AQAAAAAAAAAAAAAAEQAAAFByb3BlcnR5RG9jdW1lbnRzAQAAAAAAAAAFAAAACQAAAF9pZD0kLl9pZAEDAAAAAAADAAAAAQADAAAAIwAAAENvbWJpSW5kZXg9JC5OYW1lICsgJ18nICsgJC5WZXJzaW9uAQQAAAAAAAQAAAABAAQAAAAAAAAAAP///////wAAAAAAAP////8AAAAAAP///////wAAAAAAAP////8AAAAAAP///////wAAAAAAAP////8AAAAAAP///////wAAAAAAAP////8AAAAAAP///////wAAAAAAAP////8AAAAAAP///////wAAAAAAAP////8AAAAAAP///////wAAAAAAAP////8AAAAAAP///////wAAAAAAAP////8AAAAAAP///////wAAAAAAAP////8AAAAAAP///////wAAAAAAAP////8AAAAAAP///////wAAAAAAAP////8AAAAAAP///////wAAAAAAAP////8AAAAAAP///////wAAAAAAAP////8AAAAAAP///////wAAAAAAAP////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EBAQEBAQEBAQEBAQEBAQEAAAAAAAAAAwAAAAMAAAAA/////wMAgAwAAAAAAAAAAAAAIAD///////////////8AAAD///////////////8DAAAAAgD///////////////////////////////////////////////////////////////////////////////////////////////////////////////////////////////////////////////////////////////////////////////////////////////////////////////////////////////////////////////////////////////////////////////////////////////////////////////////////////////////////////////////////////////////////////////////////////////////////////////////////////////////////////////////////////////////////////////////////////////////////////////8BACAA////////////////AAAO////////AwAAAAIA////////////////////////////////////////////////////////////////////////////////////////////////////////////////////////////////////////////////////////////////////////////////////////////////////////////////////////////////////////////////////////////////////////////////////////////////////////////////////////////////////////////////////////////////////////////////////////////////////////////////////////////////////////////////////////////////////////////////////////////////////////////////////////AgABAP///////wQAAAACABAAC2iwMDcailBEpNeZC3cfnIIFAAAAAAADAAAAAAADAAAAA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DAAAAAP////8DAIQMAAAAAAAAAAAAACAB////////////////AAAA////////////////BAAAAAIA////////////////////////////////////////////////////////////////////////////////////////////////////////////////////////////////////////////////////////////////////////////////////////////////////////////////////////////////////////////////////////////////////////////////////////////////////////////////////////////////////////////////////////////////////////////////////////////////////////////////////////////////////////////////////////////////////////////////////////////////////////////////AQAgAf///////////////wAADv///////wQAAAACAP///////////////////////////////////////////////////////////////////////////////////////////////////////////////////////////////////////////////////////////////////////////////////////////////////////////////////////////////////////////////////////////////////////////////////////////////////////////////////////////////////////////////////////////////////////////////////////////////////////////////////////////////////////////////////////////////////////////////////////////////////////////////////////wIAAQEDAAAAAgD///////8MAAZQZXJzb25hbElkXzAFAAAAAAAEAAAAAAAEAAAAA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BAAAAAD/////AQBvDwAAAAAAAAAAAAD/////cABwAAAABV9pZAAQAAAABGiwMDcailBEpNeZC3cfnIIDRGF0YQAWAAAAAlBlcnNvbmFsSWQAAQAAAAAAAk5hbWUACwAAAFBlcnNvbmFsSWQAEFZlcnNpb24AAAAAAAlMYXN0V3JpdGUAq1W9tJIB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
  <p:tag name="EMPOWERCHARTSPROPERTIES_SLOT" val="A"/>
  <p:tag name="EMPOWERCHARTSPROPERTIES_LASTWRITEDATE" val="638652059601522569"/>
  <p:tag name="EMPOWERCHARTSPROPERTIES_A_LENGTH" val="24576"/>
  <p:tag name="RUNTIME_ID" val="c177c028-dc46-4f93-bc62-8b5ea8cf3984"/>
</p:tagLst>
</file>

<file path=ppt/tags/tag165.xml><?xml version="1.0" encoding="utf-8"?>
<p:tagLst xmlns:a="http://schemas.openxmlformats.org/drawingml/2006/main" xmlns:r="http://schemas.openxmlformats.org/officeDocument/2006/relationships" xmlns:p="http://schemas.openxmlformats.org/presentationml/2006/main">
  <p:tag name="EMPOWERCHARTSPROPERTIES_A_0" val="AAAAAAH//////////wEAAAAAAAAAAAAAACoqIFRoaXMgaXMgYSBMaXRlREIgZmlsZSAqKgcDAP////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AQAAAAAAAAAAAAAAEQAAAFByb3BlcnR5RG9jdW1lbnRzAQAAAAAAAAAFAAAACQAAAF9pZD0kLl9pZAEDAAAAAAADAAAAAQADAAAAIwAAAENvbWJpSW5kZXg9JC5OYW1lICsgJ18nICsgJC5WZXJzaW9uAQQAAAAAAAQAAAABAAQAAAAAAAAAAP///////wAAAAAAAP////8AAAAAAP///////wAAAAAAAP////8AAAAAAP///////wAAAAAAAP////8AAAAAAP///////wAAAAAAAP////8AAAAAAP///////wAAAAAAAP////8AAAAAAP///////wAAAAAAAP////8AAAAAAP///////wAAAAAAAP////8AAAAAAP///////wAAAAAAAP////8AAAAAAP///////wAAAAAAAP////8AAAAAAP///////wAAAAAAAP////8AAAAAAP///////wAAAAAAAP////8AAAAAAP///////wAAAAAAAP////8AAAAAAP///////wAAAAAAAP////8AAAAAAP///////wAAAAAAAP////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wEBAQEBAQEBAQEBAQEBAQEAAAAAAAAAAwAAAAMAAAAA/////wMAaAwAAAAAAAAAAAAAIAD///////////////8AAAD///////////////8DAAAAAgD///////8DAAAAAgD///////8DAAAAAgD///////////////////////////////////////////////////////////////////////////////////////////////////////////////////////////////////////////////////////////////////////////////////////////////////////////////////////////////////////////////////////////////////////////////////////////////////////////////////////////////////////////////////////////////////////////////////////////////////////////////////////////////////////////////////////////////////////////////8BACAA////////////////AAAO////////AwAAAAIA////////////////////////////////////////////////////////////////////////////////////////////////////////////////////////////////////////////////////////////////////////////////////////////////////////////////////////////////////////////////////////////////////////////////////////////////////////////////////////////////////////////////////////////////////////////////////////////////////////////////////////////////////////////////////////////////////////////////////////////////////////////////////////AgADAP///////wQAAAACABAAC+6xxucNKj9GsLLGnF5J6KkFAAAAAAADAAAAAAADAAAAAQADAAAAAAD///////8DAAAAAAD///////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DAAAAAP////8DAIQMAAAAAAAAAAAAACAB////////////////AAAA////////////////BAAAAAIA////////////////////////////////////////////////////////////////////////////////////////////////////////////////////////////////////////////////////////////////////////////////////////////////////////////////////////////////////////////////////////////////////////////////////////////////////////////////////////////////////////////////////////////////////////////////////////////////////////////////////////////////////////////////////////////////////////////////////////////////////////////////AQAgAf///////////////wAADv///////wQAAAACAP///////////////////////////////////////////////////////////////////////////////////////////////////////////////////////////////////////////////////////////////////////////////////////////////////////////////////////////////////////////////////////////////////////////////////////////////////////////////////////////////////////////////////////////////////////////////////////////////////////////////////////////////////////////////////////////////////////////////////////////////////////////////////////wIAAQEDAAAAAgD///////8MAAZQZXJzb25hbElkXzAFAAAAAAAEAAAAAAAEAAAAA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BAAAAAD/////AQBvDwAAAAAAAAAAAAD/////cABwAAAABV9pZAAQAAAABO6xxucNKj9GsLLGnF5J6KkDRGF0YQAWAAAAAlBlcnNvbmFsSWQAAQAAAAAAAk5hbWUACwAAAFBlcnNvbmFsSWQAEFZlcnNpb24AAAAAAAlMYXN0V3JpdGUAXla9tJIB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
  <p:tag name="EMPOWERCHARTSPROPERTIES_SLOT" val="A"/>
  <p:tag name="EMPOWERCHARTSPROPERTIES_LASTWRITEDATE" val="638652059603087722"/>
  <p:tag name="EMPOWERCHARTSPROPERTIES_A_LENGTH" val="24576"/>
  <p:tag name="RUNTIME_ID" val="af73c6c3-7c57-46bf-85a2-ce323945b59f"/>
</p:tagLst>
</file>

<file path=ppt/tags/tag166.xml><?xml version="1.0" encoding="utf-8"?>
<p:tagLst xmlns:a="http://schemas.openxmlformats.org/drawingml/2006/main" xmlns:r="http://schemas.openxmlformats.org/officeDocument/2006/relationships" xmlns:p="http://schemas.openxmlformats.org/presentationml/2006/main">
  <p:tag name="EMPOWERCHARTSPROPERTIES_A_0" val="AAAAAAH//////////wEAAAAAAAAAAAAAACoqIFRoaXMgaXMgYSBMaXRlREIgZmlsZSAqKgcDAP////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AQAAAAAAAAAAAAAAEQAAAFByb3BlcnR5RG9jdW1lbnRzAQAAAAAAAAAFAAAACQAAAF9pZD0kLl9pZAEDAAAAAAADAAAAAQADAAAAIwAAAENvbWJpSW5kZXg9JC5OYW1lICsgJ18nICsgJC5WZXJzaW9uAQQAAAAAAAQAAAABAAQAAAAAAAAAAP///////wAAAAAAAP////8AAAAAAP///////wAAAAAAAP////8AAAAAAP///////wAAAAAAAP////8AAAAAAP///////wAAAAAAAP////8AAAAAAP///////wAAAAAAAP////8AAAAAAP///////wAAAAAAAP////8AAAAAAP///////wAAAAAAAP////8AAAAAAP///////wAAAAAAAP////8AAAAAAP///////wAAAAAAAP////8AAAAAAP///////wAAAAAAAP////8AAAAAAP///////wAAAAAAAP////8AAAAAAP///////wAAAAAAAP////8AAAAAAP///////wAAAAAAAP////8AAAAAAP///////wAAAAAAAP////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gIBAQEBAQEBAQEBAQEBAQEAAAAAAAAAAwAAAAMAAAAA/////wMAdAwAAAAAAAAAAAAAIAD///////////////8AAAD///////////////8DAAAAAgD///////8DAAAAAgD///////////////////////////////////////////////////////////////////////////////////////////////////////////////////////////////////////////////////////////////////////////////////////////////////////////////////////////////////////////////////////////////////////////////////////////////////////////////////////////////////////////////////////////////////////////////////////////////////////////////////////////////////////////////////////////////////////////////////////////////8BACAA////////////////AAAO////////AwAAAAIA////////////////////////////////////////////////////////////////////////////////////////////////////////////////////////////////////////////////////////////////////////////////////////////////////////////////////////////////////////////////////////////////////////////////////////////////////////////////////////////////////////////////////////////////////////////////////////////////////////////////////////////////////////////////////////////////////////////////////////////////////////////////////////AgACAP///////wQAAAACABAAC86FrY3ASZdIiB2Pw1EL48MFAAAAAAADAAAAAAADAAAAAQADAAAAAAD///////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DAAAAAP////8DAHgMAAAAAAAAAAAAACAB////////////////AAAA////////////////BAAAAAIA////////BAAAAAIA////////////////////////////////////////////////////////////////////////////////////////////////////////////////////////////////////////////////////////////////////////////////////////////////////////////////////////////////////////////////////////////////////////////////////////////////////////////////////////////////////////////////////////////////////////////////////////////////////////////////////////////////////////////////////////////////////////////////////////////////AQAgAf///////////////wAADv///////wQAAAACAP///////////////////////////////////////////////////////////////////////////////////////////////////////////////////////////////////////////////////////////////////////////////////////////////////////////////////////////////////////////////////////////////////////////////////////////////////////////////////////////////////////////////////////////////////////////////////////////////////////////////////////////////////////////////////////////////////////////////////////////////////////////////////////wIAAgEDAAAAAgD///////8MAAZQZXJzb25hbElkXzAFAAAAAAAEAAAAAAAEAAAAAQAEAAAAAAD///////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BAAAAAD/////AQBvDwAAAAAAAAAAAAD/////cABwAAAABV9pZAAQAAAABM6FrY3ASZdIiB2Pw1EL48MDRGF0YQAWAAAAAlBlcnNvbmFsSWQAAQAAAAAAAk5hbWUACwAAAFBlcnNvbmFsSWQAEFZlcnNpb24AAAAAAAlMYXN0V3JpdGUAhVa9tJIB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
  <p:tag name="EMPOWERCHARTSPROPERTIES_SLOT" val="A"/>
  <p:tag name="EMPOWERCHARTSPROPERTIES_LASTWRITEDATE" val="638652059603477392"/>
  <p:tag name="EMPOWERCHARTSPROPERTIES_A_LENGTH" val="24576"/>
  <p:tag name="RUNTIME_ID" val="2c3b976b-67c3-4a43-81d5-bdc1b91cd057"/>
</p:tagLst>
</file>

<file path=ppt/tags/tag167.xml><?xml version="1.0" encoding="utf-8"?>
<p:tagLst xmlns:a="http://schemas.openxmlformats.org/drawingml/2006/main" xmlns:r="http://schemas.openxmlformats.org/officeDocument/2006/relationships" xmlns:p="http://schemas.openxmlformats.org/presentationml/2006/main">
  <p:tag name="EMPOWERCHARTSPROPERTIES_A_0" val="AAAAAAH//////////wEAAAAAAAAAAAAAACoqIFRoaXMgaXMgYSBMaXRlREIgZmlsZSAqKgcDAP////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AQAAAAAAAAAAAAAAEQAAAFByb3BlcnR5RG9jdW1lbnRzAQAAAAAAAAAFAAAACQAAAF9pZD0kLl9pZAEDAAAAAAADAAAAAQADAAAAIwAAAENvbWJpSW5kZXg9JC5OYW1lICsgJ18nICsgJC5WZXJzaW9uAQQAAAAAAAQAAAABAAQAAAAAAAAAAP///////wAAAAAAAP////8AAAAAAP///////wAAAAAAAP////8AAAAAAP///////wAAAAAAAP////8AAAAAAP///////wAAAAAAAP////8AAAAAAP///////wAAAAAAAP////8AAAAAAP///////wAAAAAAAP////8AAAAAAP///////wAAAAAAAP////8AAAAAAP///////wAAAAAAAP////8AAAAAAP///////wAAAAAAAP////8AAAAAAP///////wAAAAAAAP////8AAAAAAP///////wAAAAAAAP////8AAAAAAP///////wAAAAAAAP////8AAAAAAP///////wAAAAAAAP////8AAAAAAP///////wAAAAAAAP////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EBAQEBAQEBAQEBAQEBAQEAAAAAAAAAAwAAAAMAAAAA/////wMAgAwAAAAAAAAAAAAAIAD///////////////8AAAD///////////////8DAAAAAgD///////////////////////////////////////////////////////////////////////////////////////////////////////////////////////////////////////////////////////////////////////////////////////////////////////////////////////////////////////////////////////////////////////////////////////////////////////////////////////////////////////////////////////////////////////////////////////////////////////////////////////////////////////////////////////////////////////////////////////////////////////////////8BACAA////////////////AAAO////////AwAAAAIA////////////////////////////////////////////////////////////////////////////////////////////////////////////////////////////////////////////////////////////////////////////////////////////////////////////////////////////////////////////////////////////////////////////////////////////////////////////////////////////////////////////////////////////////////////////////////////////////////////////////////////////////////////////////////////////////////////////////////////////////////////////////////////AgABAP///////wQAAAACABAACwR1c+JZwudHsXgPuIcdqxMFAAAAAAADAAAAAAADAAAAA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DAAAAAP////8DAIQMAAAAAAAAAAAAACAB////////////////AAAA////////////////BAAAAAIA////////////////////////////////////////////////////////////////////////////////////////////////////////////////////////////////////////////////////////////////////////////////////////////////////////////////////////////////////////////////////////////////////////////////////////////////////////////////////////////////////////////////////////////////////////////////////////////////////////////////////////////////////////////////////////////////////////////////////////////////////////////////AQAgAf///////////////wAADv///////wQAAAACAP///////////////////////////////////////////////////////////////////////////////////////////////////////////////////////////////////////////////////////////////////////////////////////////////////////////////////////////////////////////////////////////////////////////////////////////////////////////////////////////////////////////////////////////////////////////////////////////////////////////////////////////////////////////////////////////////////////////////////////////////////////////////////////wIAAQEDAAAAAgD///////8MAAZQZXJzb25hbElkXzAFAAAAAAAEAAAAAAAEAAAAA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BAAAAAD/////AQBvDwAAAAAAAAAAAAD/////cABwAAAABV9pZAAQAAAABAR1c+JZwudHsXgPuIcdqxMDRGF0YQAWAAAAAlBlcnNvbmFsSWQAAQAAAAAAAk5hbWUACwAAAFBlcnNvbmFsSWQAEFZlcnNpb24AAAAAAAlMYXN0V3JpdGUArFa9tJIB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
  <p:tag name="EMPOWERCHARTSPROPERTIES_SLOT" val="A"/>
  <p:tag name="EMPOWERCHARTSPROPERTIES_LASTWRITEDATE" val="638652059603887518"/>
  <p:tag name="EMPOWERCHARTSPROPERTIES_A_LENGTH" val="24576"/>
  <p:tag name="RUNTIME_ID" val="7b10ab08-881d-4060-961d-5d6d10f38006"/>
</p:tagLst>
</file>

<file path=ppt/tags/tag168.xml><?xml version="1.0" encoding="utf-8"?>
<p:tagLst xmlns:a="http://schemas.openxmlformats.org/drawingml/2006/main" xmlns:r="http://schemas.openxmlformats.org/officeDocument/2006/relationships" xmlns:p="http://schemas.openxmlformats.org/presentationml/2006/main">
  <p:tag name="EMPOWERCHARTSPROPERTIES_A_0" val="AAAAAAH//////////wEAAAAAAAAAAAAAACoqIFRoaXMgaXMgYSBMaXRlREIgZmlsZSAqKgcDAP////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AQAAAAAAAAAAAAAAEQAAAFByb3BlcnR5RG9jdW1lbnRzAQAAAAAAAAAFAAAACQAAAF9pZD0kLl9pZAEDAAAAAAADAAAAAQADAAAAIwAAAENvbWJpSW5kZXg9JC5OYW1lICsgJ18nICsgJC5WZXJzaW9uAQQAAAAAAAQAAAABAAQAAAAAAAAAAP///////wAAAAAAAP////8AAAAAAP///////wAAAAAAAP////8AAAAAAP///////wAAAAAAAP////8AAAAAAP///////wAAAAAAAP////8AAAAAAP///////wAAAAAAAP////8AAAAAAP///////wAAAAAAAP////8AAAAAAP///////wAAAAAAAP////8AAAAAAP///////wAAAAAAAP////8AAAAAAP///////wAAAAAAAP////8AAAAAAP///////wAAAAAAAP////8AAAAAAP///////wAAAAAAAP////8AAAAAAP///////wAAAAAAAP////8AAAAAAP///////wAAAAAAAP////8AAAAAAP///////wAAAAAAAP////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EBAQEBAQEBAQEBAQEBAQEAAAAAAAAAAwAAAAMAAAAA/////wMAgAwAAAAAAAAAAAAAIAD///////////////8AAAD///////////////8DAAAAAgD///////////////////////////////////////////////////////////////////////////////////////////////////////////////////////////////////////////////////////////////////////////////////////////////////////////////////////////////////////////////////////////////////////////////////////////////////////////////////////////////////////////////////////////////////////////////////////////////////////////////////////////////////////////////////////////////////////////////////////////////////////////////8BACAA////////////////AAAO////////AwAAAAIA////////////////////////////////////////////////////////////////////////////////////////////////////////////////////////////////////////////////////////////////////////////////////////////////////////////////////////////////////////////////////////////////////////////////////////////////////////////////////////////////////////////////////////////////////////////////////////////////////////////////////////////////////////////////////////////////////////////////////////////////////////////////////////AgABAP///////wQAAAACABAACwR1c+JZwudHsXgPuIcdqxMFAAAAAAADAAAAAAADAAAAA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DAAAAAP////8DAIQMAAAAAAAAAAAAACAB////////////////AAAA////////////////BAAAAAIA////////////////////////////////////////////////////////////////////////////////////////////////////////////////////////////////////////////////////////////////////////////////////////////////////////////////////////////////////////////////////////////////////////////////////////////////////////////////////////////////////////////////////////////////////////////////////////////////////////////////////////////////////////////////////////////////////////////////////////////////////////////////AQAgAf///////////////wAADv///////wQAAAACAP///////////////////////////////////////////////////////////////////////////////////////////////////////////////////////////////////////////////////////////////////////////////////////////////////////////////////////////////////////////////////////////////////////////////////////////////////////////////////////////////////////////////////////////////////////////////////////////////////////////////////////////////////////////////////////////////////////////////////////////////////////////////////////wIAAQEDAAAAAgD///////8MAAZQZXJzb25hbElkXzAFAAAAAAAEAAAAAAAEAAAAA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BAAAAAD/////AQBvDwAAAAAAAAAAAAD/////cABwAAAABV9pZAAQAAAABAR1c+JZwudHsXgPuIcdqxMDRGF0YQAWAAAAAlBlcnNvbmFsSWQAAQAAAAAAAk5hbWUACwAAAFBlcnNvbmFsSWQAEFZlcnNpb24AAAAAAAlMYXN0V3JpdGUArFa9tJIB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
  <p:tag name="EMPOWERCHARTSPROPERTIES_SLOT" val="A"/>
  <p:tag name="EMPOWERCHARTSPROPERTIES_LASTWRITEDATE" val="638652059603887518"/>
  <p:tag name="EMPOWERCHARTSPROPERTIES_A_LENGTH" val="24576"/>
  <p:tag name="RUNTIME_ID" val="7b10ab08-881d-4060-961d-5d6d10f38006"/>
</p:tagLst>
</file>

<file path=ppt/tags/tag169.xml><?xml version="1.0" encoding="utf-8"?>
<p:tagLst xmlns:a="http://schemas.openxmlformats.org/drawingml/2006/main" xmlns:r="http://schemas.openxmlformats.org/officeDocument/2006/relationships" xmlns:p="http://schemas.openxmlformats.org/presentationml/2006/main">
  <p:tag name="EMPOWERCHARTSPROPERTIES_A_0" val="AAAAAAH//////////wEAAAAAAAAAAAAAACoqIFRoaXMgaXMgYSBMaXRlREIgZmlsZSAqKgcDAP////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AQAAAAAAAAAAAAAAEQAAAFByb3BlcnR5RG9jdW1lbnRzAQAAAAAAAAAFAAAACQAAAF9pZD0kLl9pZAEDAAAAAAADAAAAAQADAAAAIwAAAENvbWJpSW5kZXg9JC5OYW1lICsgJ18nICsgJC5WZXJzaW9uAQQAAAAAAAQAAAABAAQAAAAAAAAAAP///////wAAAAAAAP////8AAAAAAP///////wAAAAAAAP////8AAAAAAP///////wAAAAAAAP////8AAAAAAP///////wAAAAAAAP////8AAAAAAP///////wAAAAAAAP////8AAAAAAP///////wAAAAAAAP////8AAAAAAP///////wAAAAAAAP////8AAAAAAP///////wAAAAAAAP////8AAAAAAP///////wAAAAAAAP////8AAAAAAP///////wAAAAAAAP////8AAAAAAP///////wAAAAAAAP////8AAAAAAP///////wAAAAAAAP////8AAAAAAP///////wAAAAAAAP////8AAAAAAP///////wAAAAAAAP////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EBAQEBAQEBAQEBAQEBAQEAAAAAAAAAAwAAAAMAAAAA/////wMAgAwAAAAAAAAAAAAAIAD///////////////8AAAD///////////////8DAAAAAgD///////////////////////////////////////////////////////////////////////////////////////////////////////////////////////////////////////////////////////////////////////////////////////////////////////////////////////////////////////////////////////////////////////////////////////////////////////////////////////////////////////////////////////////////////////////////////////////////////////////////////////////////////////////////////////////////////////////////////////////////////////////////8BACAA////////////////AAAO////////AwAAAAIA////////////////////////////////////////////////////////////////////////////////////////////////////////////////////////////////////////////////////////////////////////////////////////////////////////////////////////////////////////////////////////////////////////////////////////////////////////////////////////////////////////////////////////////////////////////////////////////////////////////////////////////////////////////////////////////////////////////////////////////////////////////////////////AgABAP///////wQAAAACABAACwR1c+JZwudHsXgPuIcdqxMFAAAAAAADAAAAAAADAAAAA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DAAAAAP////8DAIQMAAAAAAAAAAAAACAB////////////////AAAA////////////////BAAAAAIA////////////////////////////////////////////////////////////////////////////////////////////////////////////////////////////////////////////////////////////////////////////////////////////////////////////////////////////////////////////////////////////////////////////////////////////////////////////////////////////////////////////////////////////////////////////////////////////////////////////////////////////////////////////////////////////////////////////////////////////////////////////////AQAgAf///////////////wAADv///////wQAAAACAP///////////////////////////////////////////////////////////////////////////////////////////////////////////////////////////////////////////////////////////////////////////////////////////////////////////////////////////////////////////////////////////////////////////////////////////////////////////////////////////////////////////////////////////////////////////////////////////////////////////////////////////////////////////////////////////////////////////////////////////////////////////////////////wIAAQEDAAAAAgD///////8MAAZQZXJzb25hbElkXzAFAAAAAAAEAAAAAAAEAAAAA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BAAAAAD/////AQBvDwAAAAAAAAAAAAD/////cABwAAAABV9pZAAQAAAABAR1c+JZwudHsXgPuIcdqxMDRGF0YQAWAAAAAlBlcnNvbmFsSWQAAQAAAAAAAk5hbWUACwAAAFBlcnNvbmFsSWQAEFZlcnNpb24AAAAAAAlMYXN0V3JpdGUArFa9tJIB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
  <p:tag name="EMPOWERCHARTSPROPERTIES_SLOT" val="A"/>
  <p:tag name="EMPOWERCHARTSPROPERTIES_LASTWRITEDATE" val="638652059603887518"/>
  <p:tag name="EMPOWERCHARTSPROPERTIES_A_LENGTH" val="24576"/>
  <p:tag name="RUNTIME_ID" val="7b10ab08-881d-4060-961d-5d6d10f38006"/>
</p:tagLst>
</file>

<file path=ppt/tags/tag170.xml><?xml version="1.0" encoding="utf-8"?>
<p:tagLst xmlns:a="http://schemas.openxmlformats.org/drawingml/2006/main" xmlns:r="http://schemas.openxmlformats.org/officeDocument/2006/relationships" xmlns:p="http://schemas.openxmlformats.org/presentationml/2006/main">
  <p:tag name="EMPOWERCHARTSPROPERTIES_A_0" val="AAAAAAH//////////wEAAAAAAAAAAAAAACoqIFRoaXMgaXMgYSBMaXRlREIgZmlsZSAqKgcDAP////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AQAAAAAAAAAAAAAAEQAAAFByb3BlcnR5RG9jdW1lbnRzAQAAAAAAAAAFAAAACQAAAF9pZD0kLl9pZAEDAAAAAAADAAAAAQADAAAAIwAAAENvbWJpSW5kZXg9JC5OYW1lICsgJ18nICsgJC5WZXJzaW9uAQQAAAAAAAQAAAABAAQAAAAAAAAAAP///////wAAAAAAAP////8AAAAAAP///////wAAAAAAAP////8AAAAAAP///////wAAAAAAAP////8AAAAAAP///////wAAAAAAAP////8AAAAAAP///////wAAAAAAAP////8AAAAAAP///////wAAAAAAAP////8AAAAAAP///////wAAAAAAAP////8AAAAAAP///////wAAAAAAAP////8AAAAAAP///////wAAAAAAAP////8AAAAAAP///////wAAAAAAAP////8AAAAAAP///////wAAAAAAAP////8AAAAAAP///////wAAAAAAAP////8AAAAAAP///////wAAAAAAAP////8AAAAAAP///////wAAAAAAAP////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wEBAQEBAQEBAQEBAQEBAQEAAAAAAAAAAwAAAAMAAAAA/////wMAaAwAAAAAAAAAAAAAIAD///////////////8AAAD///////////////8DAAAAAgD///////8DAAAAAgD///////8DAAAAAgD///////////////////////////////////////////////////////////////////////////////////////////////////////////////////////////////////////////////////////////////////////////////////////////////////////////////////////////////////////////////////////////////////////////////////////////////////////////////////////////////////////////////////////////////////////////////////////////////////////////////////////////////////////////////////////////////////////////////8BACAA////////////////AAAO////////AwAAAAIA////////////////////////////////////////////////////////////////////////////////////////////////////////////////////////////////////////////////////////////////////////////////////////////////////////////////////////////////////////////////////////////////////////////////////////////////////////////////////////////////////////////////////////////////////////////////////////////////////////////////////////////////////////////////////////////////////////////////////////////////////////////////////////AgADAP///////wQAAAACABAAC+6xxucNKj9GsLLGnF5J6KkFAAAAAAADAAAAAAADAAAAAQADAAAAAAD///////8DAAAAAAD///////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DAAAAAP////8DAIQMAAAAAAAAAAAAACAB////////////////AAAA////////////////BAAAAAIA////////////////////////////////////////////////////////////////////////////////////////////////////////////////////////////////////////////////////////////////////////////////////////////////////////////////////////////////////////////////////////////////////////////////////////////////////////////////////////////////////////////////////////////////////////////////////////////////////////////////////////////////////////////////////////////////////////////////////////////////////////////////AQAgAf///////////////wAADv///////wQAAAACAP///////////////////////////////////////////////////////////////////////////////////////////////////////////////////////////////////////////////////////////////////////////////////////////////////////////////////////////////////////////////////////////////////////////////////////////////////////////////////////////////////////////////////////////////////////////////////////////////////////////////////////////////////////////////////////////////////////////////////////////////////////////////////////wIAAQEDAAAAAgD///////8MAAZQZXJzb25hbElkXzAFAAAAAAAEAAAAAAAEAAAAA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BAAAAAD/////AQBvDwAAAAAAAAAAAAD/////cABwAAAABV9pZAAQAAAABO6xxucNKj9GsLLGnF5J6KkDRGF0YQAWAAAAAlBlcnNvbmFsSWQAAQAAAAAAAk5hbWUACwAAAFBlcnNvbmFsSWQAEFZlcnNpb24AAAAAAAlMYXN0V3JpdGUAXla9tJIB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
  <p:tag name="EMPOWERCHARTSPROPERTIES_SLOT" val="A"/>
  <p:tag name="EMPOWERCHARTSPROPERTIES_LASTWRITEDATE" val="638652059603087722"/>
  <p:tag name="EMPOWERCHARTSPROPERTIES_A_LENGTH" val="24576"/>
  <p:tag name="RUNTIME_ID" val="af73c6c3-7c57-46bf-85a2-ce323945b59f"/>
</p:tagLst>
</file>

<file path=ppt/tags/tag171.xml><?xml version="1.0" encoding="utf-8"?>
<p:tagLst xmlns:a="http://schemas.openxmlformats.org/drawingml/2006/main" xmlns:r="http://schemas.openxmlformats.org/officeDocument/2006/relationships" xmlns:p="http://schemas.openxmlformats.org/presentationml/2006/main">
  <p:tag name="EMPOWERCHARTSPROPERTIES_A_0" val="AAAAAAH//////////wEAAAAAAAAAAAAAACoqIFRoaXMgaXMgYSBMaXRlREIgZmlsZSAqKgcDAP////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AQAAAAAAAAAAAAAAEQAAAFByb3BlcnR5RG9jdW1lbnRzAQAAAAAAAAAFAAAACQAAAF9pZD0kLl9pZAEDAAAAAAADAAAAAQADAAAAIwAAAENvbWJpSW5kZXg9JC5OYW1lICsgJ18nICsgJC5WZXJzaW9uAQQAAAAAAAQAAAABAAQAAAAAAAAAAP///////wAAAAAAAP////8AAAAAAP///////wAAAAAAAP////8AAAAAAP///////wAAAAAAAP////8AAAAAAP///////wAAAAAAAP////8AAAAAAP///////wAAAAAAAP////8AAAAAAP///////wAAAAAAAP////8AAAAAAP///////wAAAAAAAP////8AAAAAAP///////wAAAAAAAP////8AAAAAAP///////wAAAAAAAP////8AAAAAAP///////wAAAAAAAP////8AAAAAAP///////wAAAAAAAP////8AAAAAAP///////wAAAAAAAP////8AAAAAAP///////wAAAAAAAP////8AAAAAAP///////wAAAAAAAP////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wEBAQEBAQEBAQEBAQEBAQEAAAAAAAAAAwAAAAMAAAAA/////wMAaAwAAAAAAAAAAAAAIAD///////////////8AAAD///////////////8DAAAAAgD///////8DAAAAAgD///////8DAAAAAgD///////////////////////////////////////////////////////////////////////////////////////////////////////////////////////////////////////////////////////////////////////////////////////////////////////////////////////////////////////////////////////////////////////////////////////////////////////////////////////////////////////////////////////////////////////////////////////////////////////////////////////////////////////////////////////////////////////////////8BACAA////////////////AAAO////////AwAAAAIA////////////////////////////////////////////////////////////////////////////////////////////////////////////////////////////////////////////////////////////////////////////////////////////////////////////////////////////////////////////////////////////////////////////////////////////////////////////////////////////////////////////////////////////////////////////////////////////////////////////////////////////////////////////////////////////////////////////////////////////////////////////////////////AgADAP///////wQAAAACABAAC+6xxucNKj9GsLLGnF5J6KkFAAAAAAADAAAAAAADAAAAAQADAAAAAAD///////8DAAAAAAD///////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DAAAAAP////8DAIQMAAAAAAAAAAAAACAB////////////////AAAA////////////////BAAAAAIA////////////////////////////////////////////////////////////////////////////////////////////////////////////////////////////////////////////////////////////////////////////////////////////////////////////////////////////////////////////////////////////////////////////////////////////////////////////////////////////////////////////////////////////////////////////////////////////////////////////////////////////////////////////////////////////////////////////////////////////////////////////////AQAgAf///////////////wAADv///////wQAAAACAP///////////////////////////////////////////////////////////////////////////////////////////////////////////////////////////////////////////////////////////////////////////////////////////////////////////////////////////////////////////////////////////////////////////////////////////////////////////////////////////////////////////////////////////////////////////////////////////////////////////////////////////////////////////////////////////////////////////////////////////////////////////////////////wIAAQEDAAAAAgD///////8MAAZQZXJzb25hbElkXzAFAAAAAAAEAAAAAAAEAAAAA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BAAAAAD/////AQBvDwAAAAAAAAAAAAD/////cABwAAAABV9pZAAQAAAABO6xxucNKj9GsLLGnF5J6KkDRGF0YQAWAAAAAlBlcnNvbmFsSWQAAQAAAAAAAk5hbWUACwAAAFBlcnNvbmFsSWQAEFZlcnNpb24AAAAAAAlMYXN0V3JpdGUAXla9tJIB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
  <p:tag name="EMPOWERCHARTSPROPERTIES_SLOT" val="A"/>
  <p:tag name="EMPOWERCHARTSPROPERTIES_LASTWRITEDATE" val="638652059603087722"/>
  <p:tag name="EMPOWERCHARTSPROPERTIES_A_LENGTH" val="24576"/>
  <p:tag name="RUNTIME_ID" val="af73c6c3-7c57-46bf-85a2-ce323945b59f"/>
</p:tagLst>
</file>

<file path=ppt/tags/tag172.xml><?xml version="1.0" encoding="utf-8"?>
<p:tagLst xmlns:a="http://schemas.openxmlformats.org/drawingml/2006/main" xmlns:r="http://schemas.openxmlformats.org/officeDocument/2006/relationships" xmlns:p="http://schemas.openxmlformats.org/presentationml/2006/main">
  <p:tag name="EMPOWERCHARTSPROPERTIES_A_0" val="AAAAAAH//////////wEAAAAAAAAAAAAAACoqIFRoaXMgaXMgYSBMaXRlREIgZmlsZSAqKgcDAP////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AQAAAAAAAAAAAAAAEQAAAFByb3BlcnR5RG9jdW1lbnRzAQAAAAAAAAAFAAAACQAAAF9pZD0kLl9pZAEDAAAAAAADAAAAAQADAAAAIwAAAENvbWJpSW5kZXg9JC5OYW1lICsgJ18nICsgJC5WZXJzaW9uAQQAAAAAAAQAAAABAAQAAAAAAAAAAP///////wAAAAAAAP////8AAAAAAP///////wAAAAAAAP////8AAAAAAP///////wAAAAAAAP////8AAAAAAP///////wAAAAAAAP////8AAAAAAP///////wAAAAAAAP////8AAAAAAP///////wAAAAAAAP////8AAAAAAP///////wAAAAAAAP////8AAAAAAP///////wAAAAAAAP////8AAAAAAP///////wAAAAAAAP////8AAAAAAP///////wAAAAAAAP////8AAAAAAP///////wAAAAAAAP////8AAAAAAP///////wAAAAAAAP////8AAAAAAP///////wAAAAAAAP////8AAAAAAP///////wAAAAAAAP////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wEBAQEBAQEBAQEBAQEBAQEAAAAAAAAAAwAAAAMAAAAA/////wMAaAwAAAAAAAAAAAAAIAD///////////////8AAAD///////////////8DAAAAAgD///////8DAAAAAgD///////8DAAAAAgD///////////////////////////////////////////////////////////////////////////////////////////////////////////////////////////////////////////////////////////////////////////////////////////////////////////////////////////////////////////////////////////////////////////////////////////////////////////////////////////////////////////////////////////////////////////////////////////////////////////////////////////////////////////////////////////////////////////////8BACAA////////////////AAAO////////AwAAAAIA////////////////////////////////////////////////////////////////////////////////////////////////////////////////////////////////////////////////////////////////////////////////////////////////////////////////////////////////////////////////////////////////////////////////////////////////////////////////////////////////////////////////////////////////////////////////////////////////////////////////////////////////////////////////////////////////////////////////////////////////////////////////////////AgADAP///////wQAAAACABAAC+6xxucNKj9GsLLGnF5J6KkFAAAAAAADAAAAAAADAAAAAQADAAAAAAD///////8DAAAAAAD///////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DAAAAAP////8DAIQMAAAAAAAAAAAAACAB////////////////AAAA////////////////BAAAAAIA////////////////////////////////////////////////////////////////////////////////////////////////////////////////////////////////////////////////////////////////////////////////////////////////////////////////////////////////////////////////////////////////////////////////////////////////////////////////////////////////////////////////////////////////////////////////////////////////////////////////////////////////////////////////////////////////////////////////////////////////////////////////AQAgAf///////////////wAADv///////wQAAAACAP///////////////////////////////////////////////////////////////////////////////////////////////////////////////////////////////////////////////////////////////////////////////////////////////////////////////////////////////////////////////////////////////////////////////////////////////////////////////////////////////////////////////////////////////////////////////////////////////////////////////////////////////////////////////////////////////////////////////////////////////////////////////////////wIAAQEDAAAAAgD///////8MAAZQZXJzb25hbElkXzAFAAAAAAAEAAAAAAAEAAAAA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BAAAAAD/////AQBvDwAAAAAAAAAAAAD/////cABwAAAABV9pZAAQAAAABO6xxucNKj9GsLLGnF5J6KkDRGF0YQAWAAAAAlBlcnNvbmFsSWQAAQAAAAAAAk5hbWUACwAAAFBlcnNvbmFsSWQAEFZlcnNpb24AAAAAAAlMYXN0V3JpdGUAXla9tJIB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
  <p:tag name="EMPOWERCHARTSPROPERTIES_SLOT" val="A"/>
  <p:tag name="EMPOWERCHARTSPROPERTIES_LASTWRITEDATE" val="638652059603087722"/>
  <p:tag name="EMPOWERCHARTSPROPERTIES_A_LENGTH" val="24576"/>
  <p:tag name="RUNTIME_ID" val="af73c6c3-7c57-46bf-85a2-ce323945b59f"/>
</p:tagLst>
</file>

<file path=ppt/tags/tag173.xml><?xml version="1.0" encoding="utf-8"?>
<p:tagLst xmlns:a="http://schemas.openxmlformats.org/drawingml/2006/main" xmlns:r="http://schemas.openxmlformats.org/officeDocument/2006/relationships" xmlns:p="http://schemas.openxmlformats.org/presentationml/2006/main">
  <p:tag name="EMPOWERCHARTSPROPERTIES_A_0" val="AAAAAAH//////////wEAAAAAAAAAAAAAACoqIFRoaXMgaXMgYSBMaXRlREIgZmlsZSAqKgcDAP////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AQAAAAAAAAAAAAAAEQAAAFByb3BlcnR5RG9jdW1lbnRzAQAAAAAAAAAFAAAACQAAAF9pZD0kLl9pZAEDAAAAAAADAAAAAQADAAAAIwAAAENvbWJpSW5kZXg9JC5OYW1lICsgJ18nICsgJC5WZXJzaW9uAQQAAAAAAAQAAAABAAQAAAAAAAAAAP///////wAAAAAAAP////8AAAAAAP///////wAAAAAAAP////8AAAAAAP///////wAAAAAAAP////8AAAAAAP///////wAAAAAAAP////8AAAAAAP///////wAAAAAAAP////8AAAAAAP///////wAAAAAAAP////8AAAAAAP///////wAAAAAAAP////8AAAAAAP///////wAAAAAAAP////8AAAAAAP///////wAAAAAAAP////8AAAAAAP///////wAAAAAAAP////8AAAAAAP///////wAAAAAAAP////8AAAAAAP///////wAAAAAAAP////8AAAAAAP///////wAAAAAAAP////8AAAAAAP///////wAAAAAAAP////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wEBAQEBAQEBAQEBAQEBAQEAAAAAAAAAAwAAAAMAAAAA/////wMAaAwAAAAAAAAAAAAAIAD///////////////8AAAD///////////////8DAAAAAgD///////8DAAAAAgD///////8DAAAAAgD///////////////////////////////////////////////////////////////////////////////////////////////////////////////////////////////////////////////////////////////////////////////////////////////////////////////////////////////////////////////////////////////////////////////////////////////////////////////////////////////////////////////////////////////////////////////////////////////////////////////////////////////////////////////////////////////////////////////8BACAA////////////////AAAO////////AwAAAAIA////////////////////////////////////////////////////////////////////////////////////////////////////////////////////////////////////////////////////////////////////////////////////////////////////////////////////////////////////////////////////////////////////////////////////////////////////////////////////////////////////////////////////////////////////////////////////////////////////////////////////////////////////////////////////////////////////////////////////////////////////////////////////////AgADAP///////wQAAAACABAAC+6xxucNKj9GsLLGnF5J6KkFAAAAAAADAAAAAAADAAAAAQADAAAAAAD///////8DAAAAAAD///////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DAAAAAP////8DAIQMAAAAAAAAAAAAACAB////////////////AAAA////////////////BAAAAAIA////////////////////////////////////////////////////////////////////////////////////////////////////////////////////////////////////////////////////////////////////////////////////////////////////////////////////////////////////////////////////////////////////////////////////////////////////////////////////////////////////////////////////////////////////////////////////////////////////////////////////////////////////////////////////////////////////////////////////////////////////////////////AQAgAf///////////////wAADv///////wQAAAACAP///////////////////////////////////////////////////////////////////////////////////////////////////////////////////////////////////////////////////////////////////////////////////////////////////////////////////////////////////////////////////////////////////////////////////////////////////////////////////////////////////////////////////////////////////////////////////////////////////////////////////////////////////////////////////////////////////////////////////////////////////////////////////////wIAAQEDAAAAAgD///////8MAAZQZXJzb25hbElkXzAFAAAAAAAEAAAAAAAEAAAAA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BAAAAAD/////AQBvDwAAAAAAAAAAAAD/////cABwAAAABV9pZAAQAAAABO6xxucNKj9GsLLGnF5J6KkDRGF0YQAWAAAAAlBlcnNvbmFsSWQAAQAAAAAAAk5hbWUACwAAAFBlcnNvbmFsSWQAEFZlcnNpb24AAAAAAAlMYXN0V3JpdGUAXla9tJIB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
  <p:tag name="EMPOWERCHARTSPROPERTIES_SLOT" val="A"/>
  <p:tag name="EMPOWERCHARTSPROPERTIES_LASTWRITEDATE" val="638652059603087722"/>
  <p:tag name="EMPOWERCHARTSPROPERTIES_A_LENGTH" val="24576"/>
  <p:tag name="RUNTIME_ID" val="af73c6c3-7c57-46bf-85a2-ce323945b59f"/>
</p:tagLst>
</file>

<file path=ppt/tags/tag17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heme/theme1.xml><?xml version="1.0" encoding="utf-8"?>
<a:theme xmlns:a="http://schemas.openxmlformats.org/drawingml/2006/main" name="Siemens 2020">
  <a:themeElements>
    <a:clrScheme name="Siemens AG Theme Color">
      <a:dk1>
        <a:srgbClr val="000000"/>
      </a:dk1>
      <a:lt1>
        <a:sysClr val="window" lastClr="FFFFFF"/>
      </a:lt1>
      <a:dk2>
        <a:srgbClr val="000028"/>
      </a:dk2>
      <a:lt2>
        <a:srgbClr val="F3F3F0"/>
      </a:lt2>
      <a:accent1>
        <a:srgbClr val="009999"/>
      </a:accent1>
      <a:accent2>
        <a:srgbClr val="00D7A0"/>
      </a:accent2>
      <a:accent3>
        <a:srgbClr val="00BEDC"/>
      </a:accent3>
      <a:accent4>
        <a:srgbClr val="0087BE"/>
      </a:accent4>
      <a:accent5>
        <a:srgbClr val="00557C"/>
      </a:accent5>
      <a:accent6>
        <a:srgbClr val="000028"/>
      </a:accent6>
      <a:hlink>
        <a:srgbClr val="00BEDC"/>
      </a:hlink>
      <a:folHlink>
        <a:srgbClr val="0087BE"/>
      </a:folHlink>
    </a:clrScheme>
    <a:fontScheme name="Siemens AG Theme Fonts">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noFill/>
        <a:ln w="31750">
          <a:solidFill>
            <a:srgbClr val="C00000"/>
          </a:solidFill>
        </a:ln>
      </a:spPr>
      <a:bodyPr lIns="108000" tIns="72000" rIns="108000" bIns="72000" rtlCol="0" anchor="t" anchorCtr="0"/>
      <a:lstStyle>
        <a:defPPr algn="l">
          <a:defRPr dirty="0"/>
        </a:defPPr>
      </a:lstStyle>
      <a:style>
        <a:lnRef idx="2">
          <a:schemeClr val="accent1">
            <a:shade val="50000"/>
          </a:schemeClr>
        </a:lnRef>
        <a:fillRef idx="1">
          <a:schemeClr val="accent1"/>
        </a:fillRef>
        <a:effectRef idx="0">
          <a:schemeClr val="accent1"/>
        </a:effectRef>
        <a:fontRef idx="minor">
          <a:schemeClr val="lt1"/>
        </a:fontRef>
      </a:style>
    </a:spDef>
    <a:lnDef>
      <a:spPr>
        <a:ln w="9525">
          <a:solidFill>
            <a:schemeClr val="accent1"/>
          </a:solidFill>
          <a:headEnd w="lg" len="lg"/>
          <a:tailEnd type="none" w="lg" len="lg"/>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algn="l">
          <a:defRPr dirty="0" err="1" smtClean="0"/>
        </a:defPPr>
      </a:lstStyle>
    </a:txDef>
  </a:objectDefaults>
  <a:extraClrSchemeLst/>
  <a:custClrLst>
    <a:custClr name="Dark Gray | 102 102 126">
      <a:srgbClr val="66667E"/>
    </a:custClr>
    <a:custClr name="Gray | 153 153 169">
      <a:srgbClr val="9999A9"/>
    </a:custClr>
    <a:custClr name="Soft Gray | 204 204 212">
      <a:srgbClr val="CCCCD4"/>
    </a:custClr>
    <a:custClr name="Light Gray | 229 229 233">
      <a:srgbClr val="E5E5E9"/>
    </a:custClr>
    <a:custClr name="Purple | 170 50 190">
      <a:srgbClr val="AA32BE"/>
    </a:custClr>
    <a:custClr name="Dark Purple | 80 0 120">
      <a:srgbClr val="500078"/>
    </a:custClr>
    <a:custClr name="Yellow | 255 215 50">
      <a:srgbClr val="FFD732"/>
    </a:custClr>
    <a:custClr name="Orange | 255 144 0">
      <a:srgbClr val="FF9000"/>
    </a:custClr>
    <a:custClr name="Soft Red | 254 131 137">
      <a:srgbClr val="FE8389"/>
    </a:custClr>
    <a:custClr name="Red | 239 1 55">
      <a:srgbClr val="EF0137"/>
    </a:custClr>
    <a:custClr name="Bold Green | For creation of the Focus Line">
      <a:srgbClr val="00FFB9"/>
    </a:custClr>
    <a:custClr name="Bold Blue | For creation of the Focus Line">
      <a:srgbClr val="00E6DC"/>
    </a:custClr>
    <a:custClr name="Light Sand | 243 243 240">
      <a:srgbClr val="F3F3F0"/>
    </a:custClr>
    <a:custClr name="Siemens Petrol | 0 153 153">
      <a:srgbClr val="009999"/>
    </a:custClr>
    <a:custClr name="Soft Green | 0 215 160">
      <a:srgbClr val="00D7A0"/>
    </a:custClr>
    <a:custClr name="Green | 0 175 142">
      <a:srgbClr val="00AF8E"/>
    </a:custClr>
    <a:custClr name="Soft Blue | 0 190 220">
      <a:srgbClr val="00BEDC"/>
    </a:custClr>
    <a:custClr name="Blue | 0 135 190">
      <a:srgbClr val="0087BE"/>
    </a:custClr>
    <a:custClr name="Dark Blue | 0 85 124">
      <a:srgbClr val="00557C"/>
    </a:custClr>
    <a:custClr name="Deep Blue | 0 0 40">
      <a:srgbClr val="000028"/>
    </a:custClr>
  </a:custClrLst>
  <a:extLst>
    <a:ext uri="{05A4C25C-085E-4340-85A3-A5531E510DB2}">
      <thm15:themeFamily xmlns:thm15="http://schemas.microsoft.com/office/thememl/2012/main" name="sie-ppt-O365-16x9-standard-eng-v3-0.potx" id="{28586061-2A50-4FAB-9255-1991D8459778}" vid="{145CFCA6-1D9A-416C-915B-4BD6A3F0E6AC}"/>
    </a:ext>
  </a:extLst>
</a:theme>
</file>

<file path=ppt/theme/theme2.xml><?xml version="1.0" encoding="utf-8"?>
<a:theme xmlns:a="http://schemas.openxmlformats.org/drawingml/2006/main" name="Siemens 2022">
  <a:themeElements>
    <a:clrScheme name="Siemens AG Theme Color">
      <a:dk1>
        <a:srgbClr val="000000"/>
      </a:dk1>
      <a:lt1>
        <a:sysClr val="window" lastClr="FFFFFF"/>
      </a:lt1>
      <a:dk2>
        <a:srgbClr val="000028"/>
      </a:dk2>
      <a:lt2>
        <a:srgbClr val="F3F3F0"/>
      </a:lt2>
      <a:accent1>
        <a:srgbClr val="009999"/>
      </a:accent1>
      <a:accent2>
        <a:srgbClr val="00D7A0"/>
      </a:accent2>
      <a:accent3>
        <a:srgbClr val="00BEDC"/>
      </a:accent3>
      <a:accent4>
        <a:srgbClr val="0087BE"/>
      </a:accent4>
      <a:accent5>
        <a:srgbClr val="00557C"/>
      </a:accent5>
      <a:accent6>
        <a:srgbClr val="000028"/>
      </a:accent6>
      <a:hlink>
        <a:srgbClr val="00FFB9"/>
      </a:hlink>
      <a:folHlink>
        <a:srgbClr val="00E6DC"/>
      </a:folHlink>
    </a:clrScheme>
    <a:fontScheme name="Siemens AG Theme Fonts">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1"/>
        </a:solidFill>
        <a:ln>
          <a:noFill/>
        </a:ln>
      </a:spPr>
      <a:bodyPr lIns="108000" tIns="72000" rIns="108000" bIns="72000" rtlCol="0" anchor="t" anchorCtr="0"/>
      <a:lstStyle>
        <a:defPPr algn="l">
          <a:defRPr dirty="0" smtClean="0"/>
        </a:defPPr>
      </a:lstStyle>
      <a:style>
        <a:lnRef idx="2">
          <a:schemeClr val="accent1">
            <a:shade val="50000"/>
          </a:schemeClr>
        </a:lnRef>
        <a:fillRef idx="1">
          <a:schemeClr val="accent1"/>
        </a:fillRef>
        <a:effectRef idx="0">
          <a:schemeClr val="accent1"/>
        </a:effectRef>
        <a:fontRef idx="minor">
          <a:schemeClr val="lt1"/>
        </a:fontRef>
      </a:style>
    </a:spDef>
    <a:lnDef>
      <a:spPr>
        <a:ln w="9525">
          <a:solidFill>
            <a:schemeClr val="accent1"/>
          </a:solidFill>
          <a:headEnd w="lg" len="lg"/>
          <a:tailEnd type="none" w="lg" len="lg"/>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algn="l">
          <a:defRPr dirty="0" err="1" smtClean="0"/>
        </a:defPPr>
      </a:lstStyle>
    </a:txDef>
  </a:objectDefaults>
  <a:extraClrSchemeLst/>
  <a:custClrLst>
    <a:custClr name="Siemens Petrol | 0 153 153">
      <a:srgbClr val="009999"/>
    </a:custClr>
    <a:custClr name="Deep Blue | 0 0 40">
      <a:srgbClr val="000028"/>
    </a:custClr>
    <a:custClr name="Dark Sand | 170 170 150">
      <a:srgbClr val="AAAA96"/>
    </a:custClr>
    <a:custClr name="Dark Yellow | 247 198 0">
      <a:srgbClr val="F7C600"/>
    </a:custClr>
    <a:custClr name="Dark Green | 0 100 110">
      <a:srgbClr val="00646E"/>
    </a:custClr>
    <a:custClr name="Dark Blue | 0 85 124">
      <a:srgbClr val="00557C"/>
    </a:custClr>
    <a:custClr name="Dark Purple | 85 59 163">
      <a:srgbClr val="553BA3"/>
    </a:custClr>
    <a:custClr name="Deep Blue | 0 0 40">
      <a:srgbClr val="000028"/>
    </a:custClr>
    <a:custClr name="Deep Blue 40% (Gray) | 153 153 169">
      <a:srgbClr val="9999A9"/>
    </a:custClr>
    <a:custClr name="Red | 239 1 55">
      <a:srgbClr val="EF0137"/>
    </a:custClr>
    <a:custClr name="Bold Green">
      <a:srgbClr val="00FFB9"/>
    </a:custClr>
    <a:custClr name="Light Sand | 243 243 240">
      <a:srgbClr val="F3F3F0"/>
    </a:custClr>
    <a:custClr name="Soft Sand | 197 197 184">
      <a:srgbClr val="C5C5B8"/>
    </a:custClr>
    <a:custClr name="Yellow | 255 215 50">
      <a:srgbClr val="FFD732"/>
    </a:custClr>
    <a:custClr name="Green | 0 175 142">
      <a:srgbClr val="00AF8E"/>
    </a:custClr>
    <a:custClr name="Blue | 0 135 190">
      <a:srgbClr val="0087BE"/>
    </a:custClr>
    <a:custClr name="Purple | 128 92 255">
      <a:srgbClr val="805CFF"/>
    </a:custClr>
    <a:custClr name="Deep Blue 80% | 51 51 83">
      <a:srgbClr val="333353"/>
    </a:custClr>
    <a:custClr name="Deep Blue 20% (Soft Gray) | 204 204 212">
      <a:srgbClr val="CCCCD4"/>
    </a:custClr>
    <a:custClr name="Dark Orange | 236 102 2">
      <a:srgbClr val="EC6602"/>
    </a:custClr>
    <a:custClr name="Bold Blue">
      <a:srgbClr val="00E6DC"/>
    </a:custClr>
    <a:custClr name="No color">
      <a:srgbClr val="FFFFFF"/>
    </a:custClr>
    <a:custClr name="Bright Sand | 223 223 217">
      <a:srgbClr val="DFDFD9"/>
    </a:custClr>
    <a:custClr name="Soft Yellow | 255 226 112">
      <a:srgbClr val="FFE270"/>
    </a:custClr>
    <a:custClr name="Soft Green | 0 215 160">
      <a:srgbClr val="00D7A0"/>
    </a:custClr>
    <a:custClr name="Soft Blue | 0 190 220">
      <a:srgbClr val="00BEDC"/>
    </a:custClr>
    <a:custClr name="Soft Purple | 180 168 255">
      <a:srgbClr val="B4A8FF"/>
    </a:custClr>
    <a:custClr name="Deep Blue 60% (Dark Gray) | 102 102 126">
      <a:srgbClr val="66667E"/>
    </a:custClr>
    <a:custClr name="Deep Blue 10% (Light Gray) | 229 229 233">
      <a:srgbClr val="E5E5E9"/>
    </a:custClr>
    <a:custClr name="Orange | 255 144 0">
      <a:srgbClr val="FF9000"/>
    </a:custClr>
  </a:custClr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1_Siemens 2022">
  <a:themeElements>
    <a:clrScheme name="Siemens AG Theme Color">
      <a:dk1>
        <a:srgbClr val="000000"/>
      </a:dk1>
      <a:lt1>
        <a:sysClr val="window" lastClr="FFFFFF"/>
      </a:lt1>
      <a:dk2>
        <a:srgbClr val="000028"/>
      </a:dk2>
      <a:lt2>
        <a:srgbClr val="F3F3F0"/>
      </a:lt2>
      <a:accent1>
        <a:srgbClr val="009999"/>
      </a:accent1>
      <a:accent2>
        <a:srgbClr val="00D7A0"/>
      </a:accent2>
      <a:accent3>
        <a:srgbClr val="00BEDC"/>
      </a:accent3>
      <a:accent4>
        <a:srgbClr val="0087BE"/>
      </a:accent4>
      <a:accent5>
        <a:srgbClr val="00557C"/>
      </a:accent5>
      <a:accent6>
        <a:srgbClr val="000028"/>
      </a:accent6>
      <a:hlink>
        <a:srgbClr val="00FFB9"/>
      </a:hlink>
      <a:folHlink>
        <a:srgbClr val="00E6DC"/>
      </a:folHlink>
    </a:clrScheme>
    <a:fontScheme name="Siemens AG Theme Fonts">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1"/>
        </a:solidFill>
        <a:ln>
          <a:noFill/>
        </a:ln>
      </a:spPr>
      <a:bodyPr lIns="108000" tIns="72000" rIns="108000" bIns="72000" rtlCol="0" anchor="t" anchorCtr="0"/>
      <a:lstStyle>
        <a:defPPr algn="l">
          <a:defRPr dirty="0" smtClean="0"/>
        </a:defPPr>
      </a:lstStyle>
      <a:style>
        <a:lnRef idx="2">
          <a:schemeClr val="accent1">
            <a:shade val="50000"/>
          </a:schemeClr>
        </a:lnRef>
        <a:fillRef idx="1">
          <a:schemeClr val="accent1"/>
        </a:fillRef>
        <a:effectRef idx="0">
          <a:schemeClr val="accent1"/>
        </a:effectRef>
        <a:fontRef idx="minor">
          <a:schemeClr val="lt1"/>
        </a:fontRef>
      </a:style>
    </a:spDef>
    <a:lnDef>
      <a:spPr>
        <a:ln w="9525">
          <a:solidFill>
            <a:schemeClr val="accent1"/>
          </a:solidFill>
          <a:headEnd w="lg" len="lg"/>
          <a:tailEnd type="none" w="lg" len="lg"/>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algn="l">
          <a:defRPr dirty="0" err="1" smtClean="0"/>
        </a:defPPr>
      </a:lstStyle>
    </a:txDef>
  </a:objectDefaults>
  <a:extraClrSchemeLst/>
  <a:custClrLst>
    <a:custClr name="Siemens Petrol | 0 153 153">
      <a:srgbClr val="009999"/>
    </a:custClr>
    <a:custClr name="Deep Blue | 0 0 40">
      <a:srgbClr val="000028"/>
    </a:custClr>
    <a:custClr name="Dark Sand | 170 170 150">
      <a:srgbClr val="AAAA96"/>
    </a:custClr>
    <a:custClr name="Dark Yellow | 247 198 0">
      <a:srgbClr val="F7C600"/>
    </a:custClr>
    <a:custClr name="Dark Green | 0 100 110">
      <a:srgbClr val="00646E"/>
    </a:custClr>
    <a:custClr name="Dark Blue | 0 85 124">
      <a:srgbClr val="00557C"/>
    </a:custClr>
    <a:custClr name="Dark Purple | 85 59 163">
      <a:srgbClr val="553BA3"/>
    </a:custClr>
    <a:custClr name="Deep Blue | 0 0 40">
      <a:srgbClr val="000028"/>
    </a:custClr>
    <a:custClr name="Deep Blue 40% (Gray) | 153 153 169">
      <a:srgbClr val="9999A9"/>
    </a:custClr>
    <a:custClr name="Red | 239 1 55">
      <a:srgbClr val="EF0137"/>
    </a:custClr>
    <a:custClr name="Bold Green">
      <a:srgbClr val="00FFB9"/>
    </a:custClr>
    <a:custClr name="Light Sand | 243 243 240">
      <a:srgbClr val="F3F3F0"/>
    </a:custClr>
    <a:custClr name="Soft Sand | 197 197 184">
      <a:srgbClr val="C5C5B8"/>
    </a:custClr>
    <a:custClr name="Yellow | 255 215 50">
      <a:srgbClr val="FFD732"/>
    </a:custClr>
    <a:custClr name="Green | 0 175 142">
      <a:srgbClr val="00AF8E"/>
    </a:custClr>
    <a:custClr name="Blue | 0 135 190">
      <a:srgbClr val="0087BE"/>
    </a:custClr>
    <a:custClr name="Purple | 128 92 255">
      <a:srgbClr val="805CFF"/>
    </a:custClr>
    <a:custClr name="Deep Blue 80% | 51 51 83">
      <a:srgbClr val="333353"/>
    </a:custClr>
    <a:custClr name="Deep Blue 20% (Soft Gray) | 204 204 212">
      <a:srgbClr val="CCCCD4"/>
    </a:custClr>
    <a:custClr name="Dark Orange | 236 102 2">
      <a:srgbClr val="EC6602"/>
    </a:custClr>
    <a:custClr name="Bold Blue">
      <a:srgbClr val="00E6DC"/>
    </a:custClr>
    <a:custClr name="No color">
      <a:srgbClr val="FFFFFF"/>
    </a:custClr>
    <a:custClr name="Bright Sand | 223 223 217">
      <a:srgbClr val="DFDFD9"/>
    </a:custClr>
    <a:custClr name="Soft Yellow | 255 226 112">
      <a:srgbClr val="FFE270"/>
    </a:custClr>
    <a:custClr name="Soft Green | 0 215 160">
      <a:srgbClr val="00D7A0"/>
    </a:custClr>
    <a:custClr name="Soft Blue | 0 190 220">
      <a:srgbClr val="00BEDC"/>
    </a:custClr>
    <a:custClr name="Soft Purple | 180 168 255">
      <a:srgbClr val="B4A8FF"/>
    </a:custClr>
    <a:custClr name="Deep Blue 60% (Dark Gray) | 102 102 126">
      <a:srgbClr val="66667E"/>
    </a:custClr>
    <a:custClr name="Deep Blue 10% (Light Gray) | 229 229 233">
      <a:srgbClr val="E5E5E9"/>
    </a:custClr>
    <a:custClr name="Orange | 255 144 0">
      <a:srgbClr val="FF9000"/>
    </a:custClr>
  </a:custClr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1_Siemens 2020">
  <a:themeElements>
    <a:clrScheme name="Siemens AG Theme Color">
      <a:dk1>
        <a:srgbClr val="000000"/>
      </a:dk1>
      <a:lt1>
        <a:sysClr val="window" lastClr="FFFFFF"/>
      </a:lt1>
      <a:dk2>
        <a:srgbClr val="000028"/>
      </a:dk2>
      <a:lt2>
        <a:srgbClr val="F3F3F0"/>
      </a:lt2>
      <a:accent1>
        <a:srgbClr val="009999"/>
      </a:accent1>
      <a:accent2>
        <a:srgbClr val="00D7A0"/>
      </a:accent2>
      <a:accent3>
        <a:srgbClr val="00BEDC"/>
      </a:accent3>
      <a:accent4>
        <a:srgbClr val="0087BE"/>
      </a:accent4>
      <a:accent5>
        <a:srgbClr val="00557C"/>
      </a:accent5>
      <a:accent6>
        <a:srgbClr val="000028"/>
      </a:accent6>
      <a:hlink>
        <a:srgbClr val="00BEDC"/>
      </a:hlink>
      <a:folHlink>
        <a:srgbClr val="0087BE"/>
      </a:folHlink>
    </a:clrScheme>
    <a:fontScheme name="Siemens AG Theme Fonts">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1"/>
        </a:solidFill>
        <a:ln>
          <a:noFill/>
        </a:ln>
      </a:spPr>
      <a:bodyPr lIns="108000" tIns="72000" rIns="108000" bIns="72000" rtlCol="0" anchor="t" anchorCtr="0"/>
      <a:lstStyle>
        <a:defPPr algn="l">
          <a:defRPr dirty="0" smtClean="0"/>
        </a:defPPr>
      </a:lstStyle>
      <a:style>
        <a:lnRef idx="2">
          <a:schemeClr val="accent1">
            <a:shade val="50000"/>
          </a:schemeClr>
        </a:lnRef>
        <a:fillRef idx="1">
          <a:schemeClr val="accent1"/>
        </a:fillRef>
        <a:effectRef idx="0">
          <a:schemeClr val="accent1"/>
        </a:effectRef>
        <a:fontRef idx="minor">
          <a:schemeClr val="lt1"/>
        </a:fontRef>
      </a:style>
    </a:spDef>
    <a:lnDef>
      <a:spPr>
        <a:ln w="9525">
          <a:solidFill>
            <a:schemeClr val="accent1"/>
          </a:solidFill>
          <a:headEnd w="lg" len="lg"/>
          <a:tailEnd type="none" w="lg" len="lg"/>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algn="l">
          <a:defRPr dirty="0" err="1" smtClean="0"/>
        </a:defPPr>
      </a:lstStyle>
    </a:txDef>
  </a:objectDefaults>
  <a:extraClrSchemeLst/>
  <a:custClrLst>
    <a:custClr name="Dark Gray | 102 102 126">
      <a:srgbClr val="66667E"/>
    </a:custClr>
    <a:custClr name="Gray | 153 153 169">
      <a:srgbClr val="9999A9"/>
    </a:custClr>
    <a:custClr name="Soft Gray | 204 204 212">
      <a:srgbClr val="CCCCD4"/>
    </a:custClr>
    <a:custClr name="Light Gray | 229 229 233">
      <a:srgbClr val="E5E5E9"/>
    </a:custClr>
    <a:custClr name="Purple | 170 50 190">
      <a:srgbClr val="AA32BE"/>
    </a:custClr>
    <a:custClr name="Dark Purple | 80 0 120">
      <a:srgbClr val="500078"/>
    </a:custClr>
    <a:custClr name="Yellow | 255 215 50">
      <a:srgbClr val="FFD732"/>
    </a:custClr>
    <a:custClr name="Orange | 255 144 0">
      <a:srgbClr val="FF9000"/>
    </a:custClr>
    <a:custClr name="Soft Red | 254 131 137">
      <a:srgbClr val="FE8389"/>
    </a:custClr>
    <a:custClr name="Red | 239 1 55">
      <a:srgbClr val="EF0137"/>
    </a:custClr>
    <a:custClr name="Bold Green | For creation of the Focus Line">
      <a:srgbClr val="00FFB9"/>
    </a:custClr>
    <a:custClr name="Bold Blue | For creation of the Focus Line">
      <a:srgbClr val="00E6DC"/>
    </a:custClr>
    <a:custClr name="Light Sand | 243 243 240">
      <a:srgbClr val="F3F3F0"/>
    </a:custClr>
    <a:custClr name="Siemens Petrol | 0 153 153">
      <a:srgbClr val="009999"/>
    </a:custClr>
    <a:custClr name="Soft Green | 0 215 160">
      <a:srgbClr val="00D7A0"/>
    </a:custClr>
    <a:custClr name="Green | 0 175 142">
      <a:srgbClr val="00AF8E"/>
    </a:custClr>
    <a:custClr name="Soft Blue | 0 190 220">
      <a:srgbClr val="00BEDC"/>
    </a:custClr>
    <a:custClr name="Blue | 0 135 190">
      <a:srgbClr val="0087BE"/>
    </a:custClr>
    <a:custClr name="Dark Blue | 0 85 124">
      <a:srgbClr val="00557C"/>
    </a:custClr>
    <a:custClr name="Deep Blue | 0 0 40">
      <a:srgbClr val="000028"/>
    </a:custClr>
  </a:custClrLst>
  <a:extLst>
    <a:ext uri="{05A4C25C-085E-4340-85A3-A5531E510DB2}">
      <thm15:themeFamily xmlns:thm15="http://schemas.microsoft.com/office/thememl/2012/main" name="sie-ppt-O365-16x9-standard-eng-v3-0.potx" id="{28586061-2A50-4FAB-9255-1991D8459778}" vid="{145CFCA6-1D9A-416C-915B-4BD6A3F0E6AC}"/>
    </a:ext>
  </a:extLst>
</a:theme>
</file>

<file path=ppt/theme/theme5.xml><?xml version="1.0" encoding="utf-8"?>
<a:theme xmlns:a="http://schemas.openxmlformats.org/drawingml/2006/main" name="2_Siemens 2022">
  <a:themeElements>
    <a:clrScheme name="Siemens AG Theme Color">
      <a:dk1>
        <a:srgbClr val="000000"/>
      </a:dk1>
      <a:lt1>
        <a:sysClr val="window" lastClr="FFFFFF"/>
      </a:lt1>
      <a:dk2>
        <a:srgbClr val="000028"/>
      </a:dk2>
      <a:lt2>
        <a:srgbClr val="F3F3F0"/>
      </a:lt2>
      <a:accent1>
        <a:srgbClr val="009999"/>
      </a:accent1>
      <a:accent2>
        <a:srgbClr val="00D7A0"/>
      </a:accent2>
      <a:accent3>
        <a:srgbClr val="00BEDC"/>
      </a:accent3>
      <a:accent4>
        <a:srgbClr val="0087BE"/>
      </a:accent4>
      <a:accent5>
        <a:srgbClr val="00557C"/>
      </a:accent5>
      <a:accent6>
        <a:srgbClr val="000028"/>
      </a:accent6>
      <a:hlink>
        <a:srgbClr val="00FFB9"/>
      </a:hlink>
      <a:folHlink>
        <a:srgbClr val="00E6DC"/>
      </a:folHlink>
    </a:clrScheme>
    <a:fontScheme name="Siemens AG Theme Fonts">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1"/>
        </a:solidFill>
        <a:ln>
          <a:noFill/>
        </a:ln>
      </a:spPr>
      <a:bodyPr lIns="108000" tIns="72000" rIns="108000" bIns="72000" rtlCol="0" anchor="t" anchorCtr="0"/>
      <a:lstStyle>
        <a:defPPr algn="l">
          <a:defRPr dirty="0" smtClean="0"/>
        </a:defPPr>
      </a:lstStyle>
      <a:style>
        <a:lnRef idx="2">
          <a:schemeClr val="accent1">
            <a:shade val="50000"/>
          </a:schemeClr>
        </a:lnRef>
        <a:fillRef idx="1">
          <a:schemeClr val="accent1"/>
        </a:fillRef>
        <a:effectRef idx="0">
          <a:schemeClr val="accent1"/>
        </a:effectRef>
        <a:fontRef idx="minor">
          <a:schemeClr val="lt1"/>
        </a:fontRef>
      </a:style>
    </a:spDef>
    <a:lnDef>
      <a:spPr>
        <a:ln w="9525">
          <a:solidFill>
            <a:schemeClr val="accent1"/>
          </a:solidFill>
          <a:headEnd w="lg" len="lg"/>
          <a:tailEnd type="none" w="lg" len="lg"/>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algn="l">
          <a:defRPr dirty="0" err="1" smtClean="0"/>
        </a:defPPr>
      </a:lstStyle>
    </a:txDef>
  </a:objectDefaults>
  <a:extraClrSchemeLst/>
  <a:custClrLst>
    <a:custClr name="Siemens Petrol | 0 153 153">
      <a:srgbClr val="009999"/>
    </a:custClr>
    <a:custClr name="Deep Blue | 0 0 40">
      <a:srgbClr val="000028"/>
    </a:custClr>
    <a:custClr name="Dark Sand | 170 170 150">
      <a:srgbClr val="AAAA96"/>
    </a:custClr>
    <a:custClr name="Dark Yellow | 247 198 0">
      <a:srgbClr val="F7C600"/>
    </a:custClr>
    <a:custClr name="Dark Green | 0 100 110">
      <a:srgbClr val="00646E"/>
    </a:custClr>
    <a:custClr name="Dark Blue | 0 85 124">
      <a:srgbClr val="00557C"/>
    </a:custClr>
    <a:custClr name="Dark Purple | 85 59 163">
      <a:srgbClr val="553BA3"/>
    </a:custClr>
    <a:custClr name="Deep Blue | 0 0 40">
      <a:srgbClr val="000028"/>
    </a:custClr>
    <a:custClr name="Deep Blue 40% (Gray) | 153 153 169">
      <a:srgbClr val="9999A9"/>
    </a:custClr>
    <a:custClr name="Red | 239 1 55">
      <a:srgbClr val="EF0137"/>
    </a:custClr>
    <a:custClr name="Bold Green">
      <a:srgbClr val="00FFB9"/>
    </a:custClr>
    <a:custClr name="Light Sand | 243 243 240">
      <a:srgbClr val="F3F3F0"/>
    </a:custClr>
    <a:custClr name="Soft Sand | 197 197 184">
      <a:srgbClr val="C5C5B8"/>
    </a:custClr>
    <a:custClr name="Yellow | 255 215 50">
      <a:srgbClr val="FFD732"/>
    </a:custClr>
    <a:custClr name="Green | 0 175 142">
      <a:srgbClr val="00AF8E"/>
    </a:custClr>
    <a:custClr name="Blue | 0 135 190">
      <a:srgbClr val="0087BE"/>
    </a:custClr>
    <a:custClr name="Purple | 128 92 255">
      <a:srgbClr val="805CFF"/>
    </a:custClr>
    <a:custClr name="Deep Blue 80% | 51 51 83">
      <a:srgbClr val="333353"/>
    </a:custClr>
    <a:custClr name="Deep Blue 20% (Soft Gray) | 204 204 212">
      <a:srgbClr val="CCCCD4"/>
    </a:custClr>
    <a:custClr name="Dark Orange | 236 102 2">
      <a:srgbClr val="EC6602"/>
    </a:custClr>
    <a:custClr name="Bold Blue">
      <a:srgbClr val="00E6DC"/>
    </a:custClr>
    <a:custClr name="No color">
      <a:srgbClr val="FFFFFF"/>
    </a:custClr>
    <a:custClr name="Bright Sand | 223 223 217">
      <a:srgbClr val="DFDFD9"/>
    </a:custClr>
    <a:custClr name="Soft Yellow | 255 226 112">
      <a:srgbClr val="FFE270"/>
    </a:custClr>
    <a:custClr name="Soft Green | 0 215 160">
      <a:srgbClr val="00D7A0"/>
    </a:custClr>
    <a:custClr name="Soft Blue | 0 190 220">
      <a:srgbClr val="00BEDC"/>
    </a:custClr>
    <a:custClr name="Soft Purple | 180 168 255">
      <a:srgbClr val="B4A8FF"/>
    </a:custClr>
    <a:custClr name="Deep Blue 60% (Dark Gray) | 102 102 126">
      <a:srgbClr val="66667E"/>
    </a:custClr>
    <a:custClr name="Deep Blue 10% (Light Gray) | 229 229 233">
      <a:srgbClr val="E5E5E9"/>
    </a:custClr>
    <a:custClr name="Orange | 255 144 0">
      <a:srgbClr val="FF9000"/>
    </a:custClr>
  </a:custClr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Office Theme">
  <a:themeElements>
    <a:clrScheme name="Siemens AG Theme Color">
      <a:dk1>
        <a:srgbClr val="000000"/>
      </a:dk1>
      <a:lt1>
        <a:sysClr val="window" lastClr="FFFFFF"/>
      </a:lt1>
      <a:dk2>
        <a:srgbClr val="000028"/>
      </a:dk2>
      <a:lt2>
        <a:srgbClr val="F3F3F0"/>
      </a:lt2>
      <a:accent1>
        <a:srgbClr val="009999"/>
      </a:accent1>
      <a:accent2>
        <a:srgbClr val="00D7A0"/>
      </a:accent2>
      <a:accent3>
        <a:srgbClr val="00BEDC"/>
      </a:accent3>
      <a:accent4>
        <a:srgbClr val="0087BE"/>
      </a:accent4>
      <a:accent5>
        <a:srgbClr val="00557C"/>
      </a:accent5>
      <a:accent6>
        <a:srgbClr val="000028"/>
      </a:accent6>
      <a:hlink>
        <a:srgbClr val="00BEDC"/>
      </a:hlink>
      <a:folHlink>
        <a:srgbClr val="0087BE"/>
      </a:folHlink>
    </a:clrScheme>
    <a:fontScheme name="Siemens AG">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custClrLst>
    <a:custClr name="Dark Gray | 102 102 126">
      <a:srgbClr val="66667E"/>
    </a:custClr>
    <a:custClr name="Gray | 153 153 169">
      <a:srgbClr val="9999A9"/>
    </a:custClr>
    <a:custClr name="Soft Gray | 204 204 212">
      <a:srgbClr val="CCCCD4"/>
    </a:custClr>
    <a:custClr name="Light Gray | 229 229 233">
      <a:srgbClr val="E5E5E9"/>
    </a:custClr>
    <a:custClr name="Purple | 170 50 190">
      <a:srgbClr val="AA32BE"/>
    </a:custClr>
    <a:custClr name="Dark Purple | 80 0 120">
      <a:srgbClr val="500078"/>
    </a:custClr>
    <a:custClr name="Yellow | 255 215 50">
      <a:srgbClr val="FFD732"/>
    </a:custClr>
    <a:custClr name="Orange | 255 144 0">
      <a:srgbClr val="FF9000"/>
    </a:custClr>
    <a:custClr name="Soft Red | 254 131 137">
      <a:srgbClr val="FE8389"/>
    </a:custClr>
    <a:custClr name="Red | 239 1 55">
      <a:srgbClr val="EF0137"/>
    </a:custClr>
    <a:custClr name="Bold Green | For creation of the Focus Line">
      <a:srgbClr val="00FFB9"/>
    </a:custClr>
    <a:custClr name="Bold Blue | For creation of the Focus Line">
      <a:srgbClr val="00E6DC"/>
    </a:custClr>
    <a:custClr name="Light Sand | 243 243 240">
      <a:srgbClr val="F3F3F0"/>
    </a:custClr>
    <a:custClr name="Siemens Petrol | 0 153 153">
      <a:srgbClr val="009999"/>
    </a:custClr>
    <a:custClr name="Soft Green | 0 215 160">
      <a:srgbClr val="00D7A0"/>
    </a:custClr>
    <a:custClr name="Green | 0 175 142">
      <a:srgbClr val="00AF8E"/>
    </a:custClr>
    <a:custClr name="Soft Blue | 0 190 220">
      <a:srgbClr val="00BEDC"/>
    </a:custClr>
    <a:custClr name="Blue | 0 135 190">
      <a:srgbClr val="0087BE"/>
    </a:custClr>
    <a:custClr name="Dark Blue | 0 85 124">
      <a:srgbClr val="00557C"/>
    </a:custClr>
    <a:custClr name="Deep Blue | 0 0 40">
      <a:srgbClr val="000028"/>
    </a:custClr>
  </a:custClrLst>
  <a:extLst>
    <a:ext uri="{05A4C25C-085E-4340-85A3-A5531E510DB2}">
      <thm15:themeFamily xmlns:thm15="http://schemas.microsoft.com/office/thememl/2012/main" name="Office Theme" id="{62F939B6-93AF-4DB8-9C6B-D6C7DFDC589F}" vid="{4A3C46E8-61CC-4603-A589-7422A47A8E4A}"/>
    </a:ext>
  </a:extLst>
</a:theme>
</file>

<file path=ppt/theme/theme7.xml><?xml version="1.0" encoding="utf-8"?>
<a:theme xmlns:a="http://schemas.openxmlformats.org/drawingml/2006/main" name="Office Theme">
  <a:themeElements>
    <a:clrScheme name="Siemens AG Theme Color">
      <a:dk1>
        <a:srgbClr val="000000"/>
      </a:dk1>
      <a:lt1>
        <a:sysClr val="window" lastClr="FFFFFF"/>
      </a:lt1>
      <a:dk2>
        <a:srgbClr val="000028"/>
      </a:dk2>
      <a:lt2>
        <a:srgbClr val="F3F3F0"/>
      </a:lt2>
      <a:accent1>
        <a:srgbClr val="009999"/>
      </a:accent1>
      <a:accent2>
        <a:srgbClr val="00D7A0"/>
      </a:accent2>
      <a:accent3>
        <a:srgbClr val="00BEDC"/>
      </a:accent3>
      <a:accent4>
        <a:srgbClr val="0087BE"/>
      </a:accent4>
      <a:accent5>
        <a:srgbClr val="00557C"/>
      </a:accent5>
      <a:accent6>
        <a:srgbClr val="000028"/>
      </a:accent6>
      <a:hlink>
        <a:srgbClr val="00BEDC"/>
      </a:hlink>
      <a:folHlink>
        <a:srgbClr val="0087BE"/>
      </a:folHlink>
    </a:clrScheme>
    <a:fontScheme name="Siemens AG">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custClrLst>
    <a:custClr name="Dark Gray | 102 102 126">
      <a:srgbClr val="66667E"/>
    </a:custClr>
    <a:custClr name="Gray | 153 153 169">
      <a:srgbClr val="9999A9"/>
    </a:custClr>
    <a:custClr name="Soft Gray | 204 204 212">
      <a:srgbClr val="CCCCD4"/>
    </a:custClr>
    <a:custClr name="Light Gray | 229 229 233">
      <a:srgbClr val="E5E5E9"/>
    </a:custClr>
    <a:custClr name="Purple | 170 50 190">
      <a:srgbClr val="AA32BE"/>
    </a:custClr>
    <a:custClr name="Dark Purple | 80 0 120">
      <a:srgbClr val="500078"/>
    </a:custClr>
    <a:custClr name="Yellow | 255 215 50">
      <a:srgbClr val="FFD732"/>
    </a:custClr>
    <a:custClr name="Orange | 255 144 0">
      <a:srgbClr val="FF9000"/>
    </a:custClr>
    <a:custClr name="Soft Red | 254 131 137">
      <a:srgbClr val="FE8389"/>
    </a:custClr>
    <a:custClr name="Red | 239 1 55">
      <a:srgbClr val="EF0137"/>
    </a:custClr>
    <a:custClr name="Bold Green | For creation of the Focus Line">
      <a:srgbClr val="00FFB9"/>
    </a:custClr>
    <a:custClr name="Bold Blue | For creation of the Focus Line">
      <a:srgbClr val="00E6DC"/>
    </a:custClr>
    <a:custClr name="Light Sand | 243 243 240">
      <a:srgbClr val="F3F3F0"/>
    </a:custClr>
    <a:custClr name="Siemens Petrol | 0 153 153">
      <a:srgbClr val="009999"/>
    </a:custClr>
    <a:custClr name="Soft Green | 0 215 160">
      <a:srgbClr val="00D7A0"/>
    </a:custClr>
    <a:custClr name="Green | 0 175 142">
      <a:srgbClr val="00AF8E"/>
    </a:custClr>
    <a:custClr name="Soft Blue | 0 190 220">
      <a:srgbClr val="00BEDC"/>
    </a:custClr>
    <a:custClr name="Blue | 0 135 190">
      <a:srgbClr val="0087BE"/>
    </a:custClr>
    <a:custClr name="Dark Blue | 0 85 124">
      <a:srgbClr val="00557C"/>
    </a:custClr>
    <a:custClr name="Deep Blue | 0 0 40">
      <a:srgbClr val="000028"/>
    </a:custClr>
  </a:custClr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Siemens AG Theme Color">
    <a:dk1>
      <a:srgbClr val="000000"/>
    </a:dk1>
    <a:lt1>
      <a:sysClr val="window" lastClr="FFFFFF"/>
    </a:lt1>
    <a:dk2>
      <a:srgbClr val="000028"/>
    </a:dk2>
    <a:lt2>
      <a:srgbClr val="F3F3F0"/>
    </a:lt2>
    <a:accent1>
      <a:srgbClr val="009999"/>
    </a:accent1>
    <a:accent2>
      <a:srgbClr val="00D7A0"/>
    </a:accent2>
    <a:accent3>
      <a:srgbClr val="00BEDC"/>
    </a:accent3>
    <a:accent4>
      <a:srgbClr val="0087BE"/>
    </a:accent4>
    <a:accent5>
      <a:srgbClr val="00557C"/>
    </a:accent5>
    <a:accent6>
      <a:srgbClr val="000028"/>
    </a:accent6>
    <a:hlink>
      <a:srgbClr val="00BEDC"/>
    </a:hlink>
    <a:folHlink>
      <a:srgbClr val="0087BE"/>
    </a:folHlink>
  </a:clrScheme>
</a:themeOverride>
</file>

<file path=ppt/theme/themeOverride2.xml><?xml version="1.0" encoding="utf-8"?>
<a:themeOverride xmlns:a="http://schemas.openxmlformats.org/drawingml/2006/main">
  <a:clrScheme name="Siemens AG Theme Color">
    <a:dk1>
      <a:srgbClr val="000000"/>
    </a:dk1>
    <a:lt1>
      <a:sysClr val="window" lastClr="FFFFFF"/>
    </a:lt1>
    <a:dk2>
      <a:srgbClr val="000028"/>
    </a:dk2>
    <a:lt2>
      <a:srgbClr val="F3F3F0"/>
    </a:lt2>
    <a:accent1>
      <a:srgbClr val="009999"/>
    </a:accent1>
    <a:accent2>
      <a:srgbClr val="00D7A0"/>
    </a:accent2>
    <a:accent3>
      <a:srgbClr val="00BEDC"/>
    </a:accent3>
    <a:accent4>
      <a:srgbClr val="0087BE"/>
    </a:accent4>
    <a:accent5>
      <a:srgbClr val="00557C"/>
    </a:accent5>
    <a:accent6>
      <a:srgbClr val="000028"/>
    </a:accent6>
    <a:hlink>
      <a:srgbClr val="00BEDC"/>
    </a:hlink>
    <a:folHlink>
      <a:srgbClr val="0087BE"/>
    </a:folHlink>
  </a:clrScheme>
</a:themeOverride>
</file>

<file path=ppt/theme/themeOverride3.xml><?xml version="1.0" encoding="utf-8"?>
<a:themeOverride xmlns:a="http://schemas.openxmlformats.org/drawingml/2006/main">
  <a:clrScheme name="Siemens AG Theme Color">
    <a:dk1>
      <a:srgbClr val="000000"/>
    </a:dk1>
    <a:lt1>
      <a:sysClr val="window" lastClr="FFFFFF"/>
    </a:lt1>
    <a:dk2>
      <a:srgbClr val="000028"/>
    </a:dk2>
    <a:lt2>
      <a:srgbClr val="F3F3F0"/>
    </a:lt2>
    <a:accent1>
      <a:srgbClr val="009999"/>
    </a:accent1>
    <a:accent2>
      <a:srgbClr val="00D7A0"/>
    </a:accent2>
    <a:accent3>
      <a:srgbClr val="00BEDC"/>
    </a:accent3>
    <a:accent4>
      <a:srgbClr val="0087BE"/>
    </a:accent4>
    <a:accent5>
      <a:srgbClr val="00557C"/>
    </a:accent5>
    <a:accent6>
      <a:srgbClr val="000028"/>
    </a:accent6>
    <a:hlink>
      <a:srgbClr val="00BEDC"/>
    </a:hlink>
    <a:folHlink>
      <a:srgbClr val="0087BE"/>
    </a:folHlink>
  </a:clrScheme>
</a:themeOverrid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_rels/item5.xml.rels><?xml version="1.0" encoding="UTF-8" standalone="yes"?>
<Relationships xmlns="http://schemas.openxmlformats.org/package/2006/relationships"><Relationship Id="rId1" Type="http://schemas.openxmlformats.org/officeDocument/2006/relationships/customXmlProps" Target="itemProps5.xml"/></Relationships>
</file>

<file path=customXml/_rels/item6.xml.rels><?xml version="1.0" encoding="UTF-8" standalone="yes"?>
<Relationships xmlns="http://schemas.openxmlformats.org/package/2006/relationships"><Relationship Id="rId1" Type="http://schemas.openxmlformats.org/officeDocument/2006/relationships/customXmlProps" Target="itemProps6.xml"/></Relationships>
</file>

<file path=customXml/_rels/item7.xml.rels><?xml version="1.0" encoding="UTF-8" standalone="yes"?>
<Relationships xmlns="http://schemas.openxmlformats.org/package/2006/relationships"><Relationship Id="rId1" Type="http://schemas.openxmlformats.org/officeDocument/2006/relationships/customXmlProps" Target="itemProps7.xml"/></Relationships>
</file>

<file path=customXml/item1.xml><?xml version="1.0" encoding="utf-8"?>
<p:properties xmlns:p="http://schemas.microsoft.com/office/2006/metadata/properties" xmlns:xsi="http://www.w3.org/2001/XMLSchema-instance" xmlns:pc="http://schemas.microsoft.com/office/infopath/2007/PartnerControls">
  <documentManagement>
    <TaxCatchAll xmlns="56810815-8df0-4f10-8da7-34164765fbe3" xsi:nil="true"/>
    <SharedWithUsers xmlns="b7313ddf-ae2e-42e2-82d4-c89584ce8844">
      <UserInfo>
        <DisplayName>Gomes, Francisco (ext) (IT GH UX)</DisplayName>
        <AccountId>14</AccountId>
        <AccountType/>
      </UserInfo>
      <UserInfo>
        <DisplayName>Bleicher, Ulrich (IT GH UX)</DisplayName>
        <AccountId>20</AccountId>
        <AccountType/>
      </UserInfo>
    </SharedWithUsers>
    <lcf76f155ced4ddcb4097134ff3c332f xmlns="4697dd4f-b273-4ab7-9c5e-4ece0a0fe4fa">
      <Terms xmlns="http://schemas.microsoft.com/office/infopath/2007/PartnerControls"/>
    </lcf76f155ced4ddcb4097134ff3c332f>
    <Comment xmlns="4697dd4f-b273-4ab7-9c5e-4ece0a0fe4fa" xsi:nil="true"/>
  </documentManagement>
</p:properties>
</file>

<file path=customXml/item2.xml><?xml version="1.0" encoding="utf-8"?>
<p4ppTags>
  <Name>One object (large)</Name>
  <PpLayout>16</PpLayout>
  <Index>10</Index>
</p4ppTags>
</file>

<file path=customXml/item3.xml><?xml version="1.0" encoding="utf-8"?>
<p4ppTags>
  <Name>One object (large)</Name>
  <PpLayout>16</PpLayout>
  <Index>10</Index>
</p4ppTags>
</file>

<file path=customXml/item4.xml><?xml version="1.0" encoding="utf-8"?>
<Application xmlns="http://www.sap.com/cof/powerpoint/application">
  <Version>2</Version>
  <Revision>2.8.1400.98665</Revision>
</Application>
</file>

<file path=customXml/item5.xml><?xml version="1.0" encoding="utf-8"?>
<?mso-contentType ?>
<FormTemplates xmlns="http://schemas.microsoft.com/sharepoint/v3/contenttype/forms"/>
</file>

<file path=customXml/item6.xml><?xml version="1.0" encoding="utf-8"?>
<Application xmlns="http://www.sap.com/cof/ao/powerpoint/application">
  <com.sap.ip.bi.pioneer>
    <Version>4</Version>
    <AAO_Revision>2.8.1400.98665</AAO_Revision>
    <RefreshOnOpen>False</RefreshOnOpen>
    <PlanningModeSetToChangeMode>True</PlanningModeSetToChangeMode>
    <Cleaned>False</Cleaned>
    <ForcePromptOnInitialRefresh>False</ForcePromptOnInitialRefresh>
    <StorePromptsInDocument>True</StorePromptsInDocument>
    <MergeVariables>False</MergeVariables>
    <RefreshPlanningObjectsOnRefreshAll>True</RefreshPlanningObjectsOnRefreshAll>
    <Items/>
  </com.sap.ip.bi.pioneer>
</Application>
</file>

<file path=customXml/item7.xml><?xml version="1.0" encoding="utf-8"?>
<ct:contentTypeSchema xmlns:ct="http://schemas.microsoft.com/office/2006/metadata/contentType" xmlns:ma="http://schemas.microsoft.com/office/2006/metadata/properties/metaAttributes" ct:_="" ma:_="" ma:contentTypeName="Document" ma:contentTypeID="0x010100D039245121655340AC16813AC5B6D7E4" ma:contentTypeVersion="16" ma:contentTypeDescription="Create a new document." ma:contentTypeScope="" ma:versionID="fb6c4cffc72efb1a876c125d1ee36431">
  <xsd:schema xmlns:xsd="http://www.w3.org/2001/XMLSchema" xmlns:xs="http://www.w3.org/2001/XMLSchema" xmlns:p="http://schemas.microsoft.com/office/2006/metadata/properties" xmlns:ns2="4697dd4f-b273-4ab7-9c5e-4ece0a0fe4fa" xmlns:ns3="b7313ddf-ae2e-42e2-82d4-c89584ce8844" xmlns:ns4="56810815-8df0-4f10-8da7-34164765fbe3" targetNamespace="http://schemas.microsoft.com/office/2006/metadata/properties" ma:root="true" ma:fieldsID="e5d17b3db8a51ba4e0d7b8d67bfa79d9" ns2:_="" ns3:_="" ns4:_="">
    <xsd:import namespace="4697dd4f-b273-4ab7-9c5e-4ece0a0fe4fa"/>
    <xsd:import namespace="b7313ddf-ae2e-42e2-82d4-c89584ce8844"/>
    <xsd:import namespace="56810815-8df0-4f10-8da7-34164765fbe3"/>
    <xsd:element name="properties">
      <xsd:complexType>
        <xsd:sequence>
          <xsd:element name="documentManagement">
            <xsd:complexType>
              <xsd:all>
                <xsd:element ref="ns2:MediaServiceMetadata" minOccurs="0"/>
                <xsd:element ref="ns2:MediaServiceFastMetadata" minOccurs="0"/>
                <xsd:element ref="ns3:SharedWithUsers" minOccurs="0"/>
                <xsd:element ref="ns3:SharedWithDetails" minOccurs="0"/>
                <xsd:element ref="ns2:MediaServiceDateTaken" minOccurs="0"/>
                <xsd:element ref="ns2:MediaLengthInSeconds" minOccurs="0"/>
                <xsd:element ref="ns2:MediaServiceObjectDetectorVersions" minOccurs="0"/>
                <xsd:element ref="ns2:MediaServiceGenerationTime" minOccurs="0"/>
                <xsd:element ref="ns2:MediaServiceEventHashCode" minOccurs="0"/>
                <xsd:element ref="ns2:MediaServiceSearchProperties" minOccurs="0"/>
                <xsd:element ref="ns2:lcf76f155ced4ddcb4097134ff3c332f" minOccurs="0"/>
                <xsd:element ref="ns4:TaxCatchAll" minOccurs="0"/>
                <xsd:element ref="ns2:MediaServiceOCR" minOccurs="0"/>
                <xsd:element ref="ns2:MediaServiceLocation" minOccurs="0"/>
                <xsd:element ref="ns2:Comment"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4697dd4f-b273-4ab7-9c5e-4ece0a0fe4fa"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2" nillable="true" ma:displayName="MediaServiceDateTaken" ma:hidden="true" ma:indexed="true" ma:internalName="MediaServiceDateTaken" ma:readOnly="true">
      <xsd:simpleType>
        <xsd:restriction base="dms:Text"/>
      </xsd:simpleType>
    </xsd:element>
    <xsd:element name="MediaLengthInSeconds" ma:index="13" nillable="true" ma:displayName="MediaLengthInSeconds" ma:hidden="true" ma:internalName="MediaLengthInSeconds" ma:readOnly="true">
      <xsd:simpleType>
        <xsd:restriction base="dms:Unknown"/>
      </xsd:simpleType>
    </xsd:element>
    <xsd:element name="MediaServiceObjectDetectorVersions" ma:index="14" nillable="true" ma:displayName="MediaServiceObjectDetectorVersions" ma:hidden="true" ma:indexed="true" ma:internalName="MediaServiceObjectDetectorVersions" ma:readOnly="true">
      <xsd:simpleType>
        <xsd:restriction base="dms:Text"/>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ServiceSearchProperties" ma:index="17" nillable="true" ma:displayName="MediaServiceSearchProperties" ma:hidden="true" ma:internalName="MediaServiceSearchProperties" ma:readOnly="true">
      <xsd:simpleType>
        <xsd:restriction base="dms:Note"/>
      </xsd:simpleType>
    </xsd:element>
    <xsd:element name="lcf76f155ced4ddcb4097134ff3c332f" ma:index="19" nillable="true" ma:taxonomy="true" ma:internalName="lcf76f155ced4ddcb4097134ff3c332f" ma:taxonomyFieldName="MediaServiceImageTags" ma:displayName="Image Tags" ma:readOnly="false" ma:fieldId="{5cf76f15-5ced-4ddc-b409-7134ff3c332f}" ma:taxonomyMulti="true" ma:sspId="e63edab7-d5f1-4c02-989a-0e8ed7c6c383" ma:termSetId="09814cd3-568e-fe90-9814-8d621ff8fb84" ma:anchorId="fba54fb3-c3e1-fe81-a776-ca4b69148c4d" ma:open="true" ma:isKeyword="false">
      <xsd:complexType>
        <xsd:sequence>
          <xsd:element ref="pc:Terms" minOccurs="0" maxOccurs="1"/>
        </xsd:sequence>
      </xsd:complexType>
    </xsd:element>
    <xsd:element name="MediaServiceOCR" ma:index="21" nillable="true" ma:displayName="Extracted Text" ma:internalName="MediaServiceOCR" ma:readOnly="true">
      <xsd:simpleType>
        <xsd:restriction base="dms:Note">
          <xsd:maxLength value="255"/>
        </xsd:restriction>
      </xsd:simpleType>
    </xsd:element>
    <xsd:element name="MediaServiceLocation" ma:index="22" nillable="true" ma:displayName="Location" ma:indexed="true" ma:internalName="MediaServiceLocation" ma:readOnly="true">
      <xsd:simpleType>
        <xsd:restriction base="dms:Text"/>
      </xsd:simpleType>
    </xsd:element>
    <xsd:element name="Comment" ma:index="23" nillable="true" ma:displayName="Comment" ma:description="Type of document" ma:format="Dropdown" ma:internalName="Comment">
      <xsd:simpleType>
        <xsd:restriction base="dms:Text">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b7313ddf-ae2e-42e2-82d4-c89584ce8844"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56810815-8df0-4f10-8da7-34164765fbe3" elementFormDefault="qualified">
    <xsd:import namespace="http://schemas.microsoft.com/office/2006/documentManagement/types"/>
    <xsd:import namespace="http://schemas.microsoft.com/office/infopath/2007/PartnerControls"/>
    <xsd:element name="TaxCatchAll" ma:index="20" nillable="true" ma:displayName="Taxonomy Catch All Column" ma:hidden="true" ma:list="{73dbfdae-fdc0-4114-88d4-4800aae6cac1}" ma:internalName="TaxCatchAll" ma:showField="CatchAllData" ma:web="b7313ddf-ae2e-42e2-82d4-c89584ce8844">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1CC27C01-EA5E-4EFE-992D-64064D32C2A4}">
  <ds:schemaRefs>
    <ds:schemaRef ds:uri="http://schemas.microsoft.com/office/2006/documentManagement/types"/>
    <ds:schemaRef ds:uri="http://purl.org/dc/elements/1.1/"/>
    <ds:schemaRef ds:uri="http://purl.org/dc/terms/"/>
    <ds:schemaRef ds:uri="56810815-8df0-4f10-8da7-34164765fbe3"/>
    <ds:schemaRef ds:uri="http://schemas.microsoft.com/office/2006/metadata/properties"/>
    <ds:schemaRef ds:uri="http://www.w3.org/XML/1998/namespace"/>
    <ds:schemaRef ds:uri="http://schemas.microsoft.com/office/infopath/2007/PartnerControls"/>
    <ds:schemaRef ds:uri="http://schemas.openxmlformats.org/package/2006/metadata/core-properties"/>
    <ds:schemaRef ds:uri="b7313ddf-ae2e-42e2-82d4-c89584ce8844"/>
    <ds:schemaRef ds:uri="4697dd4f-b273-4ab7-9c5e-4ece0a0fe4fa"/>
    <ds:schemaRef ds:uri="http://purl.org/dc/dcmitype/"/>
  </ds:schemaRefs>
</ds:datastoreItem>
</file>

<file path=customXml/itemProps2.xml><?xml version="1.0" encoding="utf-8"?>
<ds:datastoreItem xmlns:ds="http://schemas.openxmlformats.org/officeDocument/2006/customXml" ds:itemID="{E0F58CF0-C350-4491-A180-7CF893FAD960}">
  <ds:schemaRefs/>
</ds:datastoreItem>
</file>

<file path=customXml/itemProps3.xml><?xml version="1.0" encoding="utf-8"?>
<ds:datastoreItem xmlns:ds="http://schemas.openxmlformats.org/officeDocument/2006/customXml" ds:itemID="{DBADFBBD-988C-4C3E-A88D-9E49181FC7F8}">
  <ds:schemaRefs/>
</ds:datastoreItem>
</file>

<file path=customXml/itemProps4.xml><?xml version="1.0" encoding="utf-8"?>
<ds:datastoreItem xmlns:ds="http://schemas.openxmlformats.org/officeDocument/2006/customXml" ds:itemID="{270D3AA7-3268-46D0-9A39-F60561A61934}">
  <ds:schemaRefs>
    <ds:schemaRef ds:uri="http://www.sap.com/cof/powerpoint/application"/>
  </ds:schemaRefs>
</ds:datastoreItem>
</file>

<file path=customXml/itemProps5.xml><?xml version="1.0" encoding="utf-8"?>
<ds:datastoreItem xmlns:ds="http://schemas.openxmlformats.org/officeDocument/2006/customXml" ds:itemID="{8F08863E-7529-4BA5-9071-3840E5A5E7BD}">
  <ds:schemaRefs>
    <ds:schemaRef ds:uri="http://schemas.microsoft.com/sharepoint/v3/contenttype/forms"/>
  </ds:schemaRefs>
</ds:datastoreItem>
</file>

<file path=customXml/itemProps6.xml><?xml version="1.0" encoding="utf-8"?>
<ds:datastoreItem xmlns:ds="http://schemas.openxmlformats.org/officeDocument/2006/customXml" ds:itemID="{E19D14BC-7F7F-42EC-911F-E2B76C3D619C}">
  <ds:schemaRefs>
    <ds:schemaRef ds:uri="http://www.sap.com/cof/ao/powerpoint/application"/>
  </ds:schemaRefs>
</ds:datastoreItem>
</file>

<file path=customXml/itemProps7.xml><?xml version="1.0" encoding="utf-8"?>
<ds:datastoreItem xmlns:ds="http://schemas.openxmlformats.org/officeDocument/2006/customXml" ds:itemID="{609BEEE8-7F1A-4A97-995A-602B58755598}">
  <ds:schemaRefs>
    <ds:schemaRef ds:uri="4697dd4f-b273-4ab7-9c5e-4ece0a0fe4fa"/>
    <ds:schemaRef ds:uri="56810815-8df0-4f10-8da7-34164765fbe3"/>
    <ds:schemaRef ds:uri="b7313ddf-ae2e-42e2-82d4-c89584ce8844"/>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docMetadata/LabelInfo.xml><?xml version="1.0" encoding="utf-8"?>
<clbl:labelList xmlns:clbl="http://schemas.microsoft.com/office/2020/mipLabelMetadata">
  <clbl:label id="{707c3c3c-9479-4e9e-ace6-d736970bf3b0}" enabled="1" method="Standard" siteId="{38ae3bcd-9579-4fd4-adda-b42e1495d55a}" removed="0"/>
</clbl:labelList>
</file>

<file path=docProps/app.xml><?xml version="1.0" encoding="utf-8"?>
<Properties xmlns="http://schemas.openxmlformats.org/officeDocument/2006/extended-properties" xmlns:vt="http://schemas.openxmlformats.org/officeDocument/2006/docPropsVTypes">
  <Template>sie-ppt-O365-16x9-standard-eng-v3-0</Template>
  <TotalTime>0</TotalTime>
  <Words>9821</Words>
  <Application>Microsoft Office PowerPoint</Application>
  <PresentationFormat>Widescreen</PresentationFormat>
  <Paragraphs>1565</Paragraphs>
  <Slides>125</Slides>
  <Notes>99</Notes>
  <HiddenSlides>1</HiddenSlides>
  <MMClips>0</MMClips>
  <ScaleCrop>false</ScaleCrop>
  <HeadingPairs>
    <vt:vector size="8" baseType="variant">
      <vt:variant>
        <vt:lpstr>Fonts Used</vt:lpstr>
      </vt:variant>
      <vt:variant>
        <vt:i4>7</vt:i4>
      </vt:variant>
      <vt:variant>
        <vt:lpstr>Theme</vt:lpstr>
      </vt:variant>
      <vt:variant>
        <vt:i4>5</vt:i4>
      </vt:variant>
      <vt:variant>
        <vt:lpstr>Embedded OLE Servers</vt:lpstr>
      </vt:variant>
      <vt:variant>
        <vt:i4>2</vt:i4>
      </vt:variant>
      <vt:variant>
        <vt:lpstr>Slide Titles</vt:lpstr>
      </vt:variant>
      <vt:variant>
        <vt:i4>125</vt:i4>
      </vt:variant>
    </vt:vector>
  </HeadingPairs>
  <TitlesOfParts>
    <vt:vector size="139" baseType="lpstr">
      <vt:lpstr>72</vt:lpstr>
      <vt:lpstr>Aptos</vt:lpstr>
      <vt:lpstr>Arial</vt:lpstr>
      <vt:lpstr>Arial,Sans-Serif</vt:lpstr>
      <vt:lpstr>Calibri</vt:lpstr>
      <vt:lpstr>Symbol</vt:lpstr>
      <vt:lpstr>Wingdings</vt:lpstr>
      <vt:lpstr>Siemens 2020</vt:lpstr>
      <vt:lpstr>Siemens 2022</vt:lpstr>
      <vt:lpstr>1_Siemens 2022</vt:lpstr>
      <vt:lpstr>1_Siemens 2020</vt:lpstr>
      <vt:lpstr>2_Siemens 2022</vt:lpstr>
      <vt:lpstr>think-cell Folie</vt:lpstr>
      <vt:lpstr>think-cell Slide</vt:lpstr>
      <vt:lpstr>Change log New pptx version for 1420 </vt:lpstr>
      <vt:lpstr>MM081 Procurement via Direct X</vt:lpstr>
      <vt:lpstr>Ground Rules</vt:lpstr>
      <vt:lpstr>Course objectives</vt:lpstr>
      <vt:lpstr>Prerequisites and Target Group</vt:lpstr>
      <vt:lpstr>Agenda</vt:lpstr>
      <vt:lpstr>Agenda</vt:lpstr>
      <vt:lpstr>1. Introduction &amp; Process Overview </vt:lpstr>
      <vt:lpstr>Introduction</vt:lpstr>
      <vt:lpstr>Process Overview</vt:lpstr>
      <vt:lpstr>Organizational and Technical Data for Pilot ARE 426Q/3003</vt:lpstr>
      <vt:lpstr>Direct X: Major Interfaces</vt:lpstr>
      <vt:lpstr>2. Purchase Requisition Process</vt:lpstr>
      <vt:lpstr>PowerPoint Presentation</vt:lpstr>
      <vt:lpstr>3. PR - Assign Individual Purchaser Group - Buyer</vt:lpstr>
      <vt:lpstr>PR - Assign Individual Purchaser Group - Buyer</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4. PR - Purchaser Confirmation - Purchaser</vt:lpstr>
      <vt:lpstr>4.1 PR - Purchaser Confirmation - Purchaser</vt:lpstr>
      <vt:lpstr>PowerPoint Presentation</vt:lpstr>
      <vt:lpstr>PowerPoint Presentation</vt:lpstr>
      <vt:lpstr>4.3 PR - Release Statuses</vt:lpstr>
      <vt:lpstr>PowerPoint Presentation</vt:lpstr>
      <vt:lpstr>PowerPoint Presentation</vt:lpstr>
      <vt:lpstr>5. Purchase Order Process</vt:lpstr>
      <vt:lpstr>Purchase Order Overview</vt:lpstr>
      <vt:lpstr>Purchase Order Document types</vt:lpstr>
      <vt:lpstr>Purchase Order Item Category</vt:lpstr>
      <vt:lpstr>Converting Purchase Requisition to Purchase Order</vt:lpstr>
      <vt:lpstr>Related Purchaser Fiori Apps</vt:lpstr>
      <vt:lpstr>6. Purchase Order Creation</vt:lpstr>
      <vt:lpstr>6.1 Create Purchase Order – Process Overview</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7. Adding Attachment to Purchase Order</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8. Procurement Expert Selection</vt:lpstr>
      <vt:lpstr>Procurement Expert Selection</vt:lpstr>
      <vt:lpstr>Procurement Expert Selection</vt:lpstr>
      <vt:lpstr>PowerPoint Presentation</vt:lpstr>
      <vt:lpstr>PowerPoint Presentation</vt:lpstr>
      <vt:lpstr>PowerPoint Presentation</vt:lpstr>
      <vt:lpstr>9. Confirm the Purchase Order</vt:lpstr>
      <vt:lpstr>Confirm the Purchase Order</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10. Procurement Expert Approval</vt:lpstr>
      <vt:lpstr>Procurement Expert Approval</vt:lpstr>
      <vt:lpstr>PowerPoint Presentation</vt:lpstr>
      <vt:lpstr>PowerPoint Presentation</vt:lpstr>
      <vt:lpstr>11. Release Purchase Order - SAT Approval</vt:lpstr>
      <vt:lpstr>Direct X  Harmonized approach for PO approval process &amp; Procurement </vt:lpstr>
      <vt:lpstr>PowerPoint Presentation</vt:lpstr>
      <vt:lpstr>12. Release Statuses</vt:lpstr>
      <vt:lpstr>Release Statuses</vt:lpstr>
      <vt:lpstr>PowerPoint Presentation</vt:lpstr>
      <vt:lpstr>PowerPoint Presentation</vt:lpstr>
      <vt:lpstr>PowerPoint Presentation</vt:lpstr>
      <vt:lpstr>13. Purchase Order Output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14. PO price Change after PO is released </vt:lpstr>
      <vt:lpstr>PowerPoint Presentation</vt:lpstr>
      <vt:lpstr>PO change Process Overview</vt:lpstr>
      <vt:lpstr>PowerPoint Presentation</vt:lpstr>
      <vt:lpstr>15. Cosmetic Changes- Email Notifications</vt:lpstr>
      <vt:lpstr>PowerPoint Presentation</vt:lpstr>
      <vt:lpstr>PowerPoint Presentation</vt:lpstr>
      <vt:lpstr>PowerPoint Presentation</vt:lpstr>
      <vt:lpstr>PowerPoint Presentation</vt:lpstr>
      <vt:lpstr>PowerPoint Presentation</vt:lpstr>
      <vt:lpstr>PowerPoint Presentation</vt:lpstr>
      <vt:lpstr>Direct X Go-live and Next Steps</vt:lpstr>
      <vt:lpstr>Course summary</vt:lpstr>
      <vt:lpstr>Support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Title chart two-line headline, Arial, 80 pt</dc:title>
  <dc:creator>Dias Nogueira, Joana (IT GH UX)</dc:creator>
  <cp:keywords>Template</cp:keywords>
  <dc:description>Version 3.0.8
September 2020</dc:description>
  <cp:lastModifiedBy>Gautam, Ajit (IT ECP PLG P)</cp:lastModifiedBy>
  <cp:revision>281</cp:revision>
  <dcterms:created xsi:type="dcterms:W3CDTF">2022-01-11T16:58:54Z</dcterms:created>
  <dcterms:modified xsi:type="dcterms:W3CDTF">2025-08-29T22:10:49Z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0x010100D039245121655340AC16813AC5B6D7E4</vt:lpwstr>
  </property>
  <property fmtid="{D5CDD505-2E9C-101B-9397-08002B2CF9AE}" pid="3" name="Order">
    <vt:r8>14000</vt:r8>
  </property>
  <property fmtid="{D5CDD505-2E9C-101B-9397-08002B2CF9AE}" pid="4" name="xd_Signature">
    <vt:bool>false</vt:bool>
  </property>
  <property fmtid="{D5CDD505-2E9C-101B-9397-08002B2CF9AE}" pid="5" name="xd_ProgID">
    <vt:lpwstr/>
  </property>
  <property fmtid="{D5CDD505-2E9C-101B-9397-08002B2CF9AE}" pid="6" name="ComplianceAssetId">
    <vt:lpwstr/>
  </property>
  <property fmtid="{D5CDD505-2E9C-101B-9397-08002B2CF9AE}" pid="7" name="TemplateUrl">
    <vt:lpwstr/>
  </property>
  <property fmtid="{D5CDD505-2E9C-101B-9397-08002B2CF9AE}" pid="8" name="MediaServiceImageTags">
    <vt:lpwstr/>
  </property>
  <property fmtid="{D5CDD505-2E9C-101B-9397-08002B2CF9AE}" pid="9" name="SharedWithUsers">
    <vt:lpwstr>14;#Gomes, Francisco (ext) (IT GH UX);#20;#Bleicher, Ulrich (IT GH UX)</vt:lpwstr>
  </property>
  <property fmtid="{D5CDD505-2E9C-101B-9397-08002B2CF9AE}" pid="10" name="TriggerFlowInfo">
    <vt:lpwstr/>
  </property>
  <property fmtid="{D5CDD505-2E9C-101B-9397-08002B2CF9AE}" pid="11" name="_ExtendedDescription">
    <vt:lpwstr/>
  </property>
  <property fmtid="{D5CDD505-2E9C-101B-9397-08002B2CF9AE}" pid="12" name="MSIP_Label_707c3c3c-9479-4e9e-ace6-d736970bf3b0_Enabled">
    <vt:lpwstr>true</vt:lpwstr>
  </property>
  <property fmtid="{D5CDD505-2E9C-101B-9397-08002B2CF9AE}" pid="13" name="MSIP_Label_707c3c3c-9479-4e9e-ace6-d736970bf3b0_SetDate">
    <vt:lpwstr>2023-05-23T16:10:15Z</vt:lpwstr>
  </property>
  <property fmtid="{D5CDD505-2E9C-101B-9397-08002B2CF9AE}" pid="14" name="MSIP_Label_707c3c3c-9479-4e9e-ace6-d736970bf3b0_Method">
    <vt:lpwstr>Standard</vt:lpwstr>
  </property>
  <property fmtid="{D5CDD505-2E9C-101B-9397-08002B2CF9AE}" pid="15" name="MSIP_Label_707c3c3c-9479-4e9e-ace6-d736970bf3b0_Name">
    <vt:lpwstr>confidential-default</vt:lpwstr>
  </property>
  <property fmtid="{D5CDD505-2E9C-101B-9397-08002B2CF9AE}" pid="16" name="MSIP_Label_707c3c3c-9479-4e9e-ace6-d736970bf3b0_SiteId">
    <vt:lpwstr>38ae3bcd-9579-4fd4-adda-b42e1495d55a</vt:lpwstr>
  </property>
  <property fmtid="{D5CDD505-2E9C-101B-9397-08002B2CF9AE}" pid="17" name="MSIP_Label_707c3c3c-9479-4e9e-ace6-d736970bf3b0_ActionId">
    <vt:lpwstr>029bf841-e893-4daa-9eec-f10d899d065a</vt:lpwstr>
  </property>
  <property fmtid="{D5CDD505-2E9C-101B-9397-08002B2CF9AE}" pid="18" name="MSIP_Label_707c3c3c-9479-4e9e-ace6-d736970bf3b0_ContentBits">
    <vt:lpwstr>0</vt:lpwstr>
  </property>
  <property fmtid="{D5CDD505-2E9C-101B-9397-08002B2CF9AE}" pid="19" name="Document_Confidentiality">
    <vt:lpwstr>Confidential</vt:lpwstr>
  </property>
</Properties>
</file>