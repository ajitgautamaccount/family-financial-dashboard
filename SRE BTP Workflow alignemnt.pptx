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8" r:id="rId4"/>
  </p:sldMasterIdLst>
  <p:notesMasterIdLst>
    <p:notesMasterId r:id="rId24"/>
  </p:notesMasterIdLst>
  <p:handoutMasterIdLst>
    <p:handoutMasterId r:id="rId25"/>
  </p:handoutMasterIdLst>
  <p:sldIdLst>
    <p:sldId id="261" r:id="rId5"/>
    <p:sldId id="2147481448" r:id="rId6"/>
    <p:sldId id="2147478592" r:id="rId7"/>
    <p:sldId id="2147483506" r:id="rId8"/>
    <p:sldId id="2147483507" r:id="rId9"/>
    <p:sldId id="2147483508" r:id="rId10"/>
    <p:sldId id="2147483512" r:id="rId11"/>
    <p:sldId id="2147483510" r:id="rId12"/>
    <p:sldId id="2147483509" r:id="rId13"/>
    <p:sldId id="2147482707" r:id="rId14"/>
    <p:sldId id="2147483513" r:id="rId15"/>
    <p:sldId id="2147483514" r:id="rId16"/>
    <p:sldId id="2147483518" r:id="rId17"/>
    <p:sldId id="2147483515" r:id="rId18"/>
    <p:sldId id="2147483517" r:id="rId19"/>
    <p:sldId id="2147483516" r:id="rId20"/>
    <p:sldId id="2147481509" r:id="rId21"/>
    <p:sldId id="2147481524" r:id="rId22"/>
    <p:sldId id="2147483511" r:id="rId23"/>
  </p:sldIdLst>
  <p:sldSz cx="12192000" cy="6858000"/>
  <p:notesSz cx="6797675" cy="9926638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2FAA66-D4A5-8B9C-5DC2-588FA31B960E}" name="Choo, Abigail (IT GH UX)" initials="CA(GU" userId="S::abigail.choo@siemens.com::0ef13bf5-39f8-4d96-bbc8-2b57ba21772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B2D"/>
    <a:srgbClr val="00BEDC"/>
    <a:srgbClr val="F3F2F1"/>
    <a:srgbClr val="333255"/>
    <a:srgbClr val="333353"/>
    <a:srgbClr val="EA6CEB"/>
    <a:srgbClr val="BA11C5"/>
    <a:srgbClr val="00EADD"/>
    <a:srgbClr val="FF8A00"/>
    <a:srgbClr val="00C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9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s4hana-u4q.siemens.com:44302/sap/bc/ui2/flp?sap-client=100&amp;sap-language=EN#Shell-home" TargetMode="External"/><Relationship Id="rId2" Type="http://schemas.openxmlformats.org/officeDocument/2006/relationships/hyperlink" Target="https://siemens-10-processautomation-qa2.eu10.process-automation.build.cloud.sap/comsapspaprocessautomation.comsapspainbox/inbox.html" TargetMode="External"/><Relationship Id="rId1" Type="http://schemas.openxmlformats.org/officeDocument/2006/relationships/hyperlink" Target="https://siemens-test.wescale.com/shopping/next/#/search?page=1&amp;page_size=12&amp;origin=HOSTED&amp;sort=RELEVANCE&amp;direction=DESC" TargetMode="External"/><Relationship Id="rId5" Type="http://schemas.openxmlformats.org/officeDocument/2006/relationships/hyperlink" Target="https://s4hana-u4q.siemens.com:44302/sap/bc/ui2/flp?sap-client=100&amp;sap-language=EN#PurchaseOrder-createGR" TargetMode="External"/><Relationship Id="rId4" Type="http://schemas.openxmlformats.org/officeDocument/2006/relationships/hyperlink" Target="https://s4hana-u4q.siemens.com:44302/sap/bc/ui2/flp?sap-client=100&amp;sap-language=EN#PurchaseRequisition-maintain&amp;/?sap-iapp-state--history=TASBJRB1G5JVYGCAWNFV9KBTZ1YPZAZ0YWEASBA1G&amp;sap-iapp-state=AS1P7K8NBTG9FIG97SJU4E22AZR01GGIOL9HMSPK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s4hana-u4q.siemens.com:44302/sap/bc/ui2/flp?sap-client=100&amp;sap-language=EN#PurchaseRequisition-maintain&amp;/?sap-iapp-state--history=TASBJRB1G5JVYGCAWNFV9KBTZ1YPZAZ0YWEASBA1G&amp;sap-iapp-state=AS1P7K8NBTG9FIG97SJU4E22AZR01GGIOL9HMSPK" TargetMode="External"/><Relationship Id="rId1" Type="http://schemas.openxmlformats.org/officeDocument/2006/relationships/hyperlink" Target="https://siemens-10-processautomation-qa2.eu10.process-automation.build.cloud.sap/comsapspaprocessautomation.comsapspainbox/inbox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F4B6C0-25CA-4372-9133-BA0DD6E98282}" type="doc">
      <dgm:prSet loTypeId="urn:microsoft.com/office/officeart/2005/8/layout/lProcess3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DE"/>
        </a:p>
      </dgm:t>
    </dgm:pt>
    <dgm:pt modelId="{C6F57AA3-E2B4-4A24-8CB8-6696C30BE54C}">
      <dgm:prSet phldrT="[Text]"/>
      <dgm:spPr/>
      <dgm:t>
        <a:bodyPr/>
        <a:lstStyle/>
        <a:p>
          <a:r>
            <a:rPr lang="en-US" dirty="0" err="1"/>
            <a:t>myMall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3D48B0B3-99FB-45EC-A885-1E9A51AB35B9}" type="parTrans" cxnId="{99F49CE8-7CCE-4D5E-919D-0197E83E553F}">
      <dgm:prSet/>
      <dgm:spPr/>
      <dgm:t>
        <a:bodyPr/>
        <a:lstStyle/>
        <a:p>
          <a:endParaRPr lang="en-DE"/>
        </a:p>
      </dgm:t>
    </dgm:pt>
    <dgm:pt modelId="{9BAD7440-B96B-495E-BE7E-45A418B853B0}" type="sibTrans" cxnId="{99F49CE8-7CCE-4D5E-919D-0197E83E553F}">
      <dgm:prSet/>
      <dgm:spPr/>
      <dgm:t>
        <a:bodyPr/>
        <a:lstStyle/>
        <a:p>
          <a:endParaRPr lang="en-DE"/>
        </a:p>
      </dgm:t>
    </dgm:pt>
    <dgm:pt modelId="{3CACF241-6BBF-4129-9AA1-2A7F53EFC95E}">
      <dgm:prSet phldrT="[Text]"/>
      <dgm:spPr/>
      <dgm:t>
        <a:bodyPr/>
        <a:lstStyle/>
        <a:p>
          <a:r>
            <a:rPr lang="en-US" dirty="0"/>
            <a:t>Create Requirement (SC)</a:t>
          </a:r>
          <a:endParaRPr lang="en-DE" dirty="0"/>
        </a:p>
      </dgm:t>
    </dgm:pt>
    <dgm:pt modelId="{1CADA57B-4923-4499-9AE2-4DDD2193D704}" type="parTrans" cxnId="{50726223-A9A0-4357-A401-AB50F37230F4}">
      <dgm:prSet/>
      <dgm:spPr/>
      <dgm:t>
        <a:bodyPr/>
        <a:lstStyle/>
        <a:p>
          <a:endParaRPr lang="en-DE"/>
        </a:p>
      </dgm:t>
    </dgm:pt>
    <dgm:pt modelId="{7BE60946-30DD-441D-B203-0B33123BBDBC}" type="sibTrans" cxnId="{50726223-A9A0-4357-A401-AB50F37230F4}">
      <dgm:prSet/>
      <dgm:spPr/>
      <dgm:t>
        <a:bodyPr/>
        <a:lstStyle/>
        <a:p>
          <a:endParaRPr lang="en-DE"/>
        </a:p>
      </dgm:t>
    </dgm:pt>
    <dgm:pt modelId="{E4DFF9D1-9E64-475A-B554-5D51D9F93F9D}">
      <dgm:prSet phldrT="[Text]"/>
      <dgm:spPr/>
      <dgm:t>
        <a:bodyPr/>
        <a:lstStyle/>
        <a:p>
          <a:r>
            <a:rPr lang="en-US" u="none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BTP</a:t>
          </a:r>
          <a:endParaRPr lang="en-DE" u="none" dirty="0">
            <a:solidFill>
              <a:schemeClr val="tx1"/>
            </a:solidFill>
          </a:endParaRPr>
        </a:p>
      </dgm:t>
    </dgm:pt>
    <dgm:pt modelId="{35BDDD91-0EC3-469E-BF06-3BC003F3ADD6}" type="parTrans" cxnId="{BE360EEC-914B-4FBF-9861-E1D28B7F7580}">
      <dgm:prSet/>
      <dgm:spPr/>
      <dgm:t>
        <a:bodyPr/>
        <a:lstStyle/>
        <a:p>
          <a:endParaRPr lang="en-DE"/>
        </a:p>
      </dgm:t>
    </dgm:pt>
    <dgm:pt modelId="{19102B35-4275-4F5D-BEED-FD505BF21958}" type="sibTrans" cxnId="{BE360EEC-914B-4FBF-9861-E1D28B7F7580}">
      <dgm:prSet/>
      <dgm:spPr/>
      <dgm:t>
        <a:bodyPr/>
        <a:lstStyle/>
        <a:p>
          <a:endParaRPr lang="en-DE"/>
        </a:p>
      </dgm:t>
    </dgm:pt>
    <dgm:pt modelId="{AB27AE82-82A1-4B27-8130-73EBEAE50B5A}">
      <dgm:prSet phldrT="[Text]"/>
      <dgm:spPr/>
      <dgm:t>
        <a:bodyPr/>
        <a:lstStyle/>
        <a:p>
          <a:r>
            <a:rPr lang="en-US" dirty="0"/>
            <a:t>Complete Requirement (PR) </a:t>
          </a:r>
          <a:endParaRPr lang="en-DE" dirty="0"/>
        </a:p>
      </dgm:t>
    </dgm:pt>
    <dgm:pt modelId="{99CBF8BE-8BDF-44E5-A841-67A0B00C2AE9}" type="parTrans" cxnId="{7FCF56F6-45F3-4D3F-A34A-1C167B944694}">
      <dgm:prSet/>
      <dgm:spPr/>
      <dgm:t>
        <a:bodyPr/>
        <a:lstStyle/>
        <a:p>
          <a:endParaRPr lang="en-DE"/>
        </a:p>
      </dgm:t>
    </dgm:pt>
    <dgm:pt modelId="{5073B2D1-C384-4F4B-BCEF-4C9225545279}" type="sibTrans" cxnId="{7FCF56F6-45F3-4D3F-A34A-1C167B944694}">
      <dgm:prSet/>
      <dgm:spPr/>
      <dgm:t>
        <a:bodyPr/>
        <a:lstStyle/>
        <a:p>
          <a:endParaRPr lang="en-DE"/>
        </a:p>
      </dgm:t>
    </dgm:pt>
    <dgm:pt modelId="{B6C252FD-78A6-46BD-8312-7E663E4C65FD}">
      <dgm:prSet phldrT="[Text]"/>
      <dgm:spPr/>
      <dgm:t>
        <a:bodyPr/>
        <a:lstStyle/>
        <a:p>
          <a:r>
            <a:rPr lang="en-US" dirty="0"/>
            <a:t>Approve the PR/PO</a:t>
          </a:r>
          <a:endParaRPr lang="en-DE" dirty="0"/>
        </a:p>
      </dgm:t>
    </dgm:pt>
    <dgm:pt modelId="{3FCF8D5A-54D3-4818-BB40-BDDBDFF1C22A}" type="parTrans" cxnId="{DF1B969E-2D94-48DB-B4A7-4A7811585A34}">
      <dgm:prSet/>
      <dgm:spPr/>
      <dgm:t>
        <a:bodyPr/>
        <a:lstStyle/>
        <a:p>
          <a:endParaRPr lang="en-DE"/>
        </a:p>
      </dgm:t>
    </dgm:pt>
    <dgm:pt modelId="{296DD901-4025-4676-9DCE-B55BD8800B0C}" type="sibTrans" cxnId="{DF1B969E-2D94-48DB-B4A7-4A7811585A34}">
      <dgm:prSet/>
      <dgm:spPr/>
      <dgm:t>
        <a:bodyPr/>
        <a:lstStyle/>
        <a:p>
          <a:endParaRPr lang="en-DE"/>
        </a:p>
      </dgm:t>
    </dgm:pt>
    <dgm:pt modelId="{3244BFA8-2737-436E-AE25-0E056B3EAE0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S4 HANA</a:t>
          </a:r>
          <a:endParaRPr lang="en-DE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/>
          </dgm14:cNvPr>
        </a:ext>
      </dgm:extLst>
    </dgm:pt>
    <dgm:pt modelId="{98221427-9FF0-450F-B167-97D21CABE7A8}" type="parTrans" cxnId="{C4AA6557-7990-445B-85AA-D8745FCA2490}">
      <dgm:prSet/>
      <dgm:spPr/>
      <dgm:t>
        <a:bodyPr/>
        <a:lstStyle/>
        <a:p>
          <a:endParaRPr lang="en-DE"/>
        </a:p>
      </dgm:t>
    </dgm:pt>
    <dgm:pt modelId="{A0AF8B32-46EF-4B59-BACB-D3D750D548B2}" type="sibTrans" cxnId="{C4AA6557-7990-445B-85AA-D8745FCA2490}">
      <dgm:prSet/>
      <dgm:spPr/>
      <dgm:t>
        <a:bodyPr/>
        <a:lstStyle/>
        <a:p>
          <a:endParaRPr lang="en-DE"/>
        </a:p>
      </dgm:t>
    </dgm:pt>
    <dgm:pt modelId="{964DC1CE-00FC-42F5-AE78-410D19183CAB}">
      <dgm:prSet phldrT="[Text]"/>
      <dgm:spPr/>
      <dgm:t>
        <a:bodyPr/>
        <a:lstStyle/>
        <a:p>
          <a:r>
            <a:rPr lang="en-US" dirty="0"/>
            <a:t>Manage </a:t>
          </a:r>
          <a:r>
            <a:rPr lang="en-US" u="none" dirty="0">
              <a:solidFill>
                <a:schemeClr val="bg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</a:t>
          </a:r>
          <a:endParaRPr lang="en-DE" u="none" dirty="0">
            <a:solidFill>
              <a:schemeClr val="bg1"/>
            </a:solidFill>
          </a:endParaRPr>
        </a:p>
      </dgm:t>
    </dgm:pt>
    <dgm:pt modelId="{DC6339B2-B1CA-414E-BF3E-A9002F947443}" type="parTrans" cxnId="{594C274A-4A3F-4FC4-B948-ADB17E34D4F6}">
      <dgm:prSet/>
      <dgm:spPr/>
      <dgm:t>
        <a:bodyPr/>
        <a:lstStyle/>
        <a:p>
          <a:endParaRPr lang="en-DE"/>
        </a:p>
      </dgm:t>
    </dgm:pt>
    <dgm:pt modelId="{3CA539F9-D6BD-4780-A4B2-565D67DF3D3E}" type="sibTrans" cxnId="{594C274A-4A3F-4FC4-B948-ADB17E34D4F6}">
      <dgm:prSet/>
      <dgm:spPr/>
      <dgm:t>
        <a:bodyPr/>
        <a:lstStyle/>
        <a:p>
          <a:endParaRPr lang="en-DE"/>
        </a:p>
      </dgm:t>
    </dgm:pt>
    <dgm:pt modelId="{1BB865B0-52BB-4B39-861E-8D8632FA1AC0}">
      <dgm:prSet phldrT="[Text]"/>
      <dgm:spPr/>
      <dgm:t>
        <a:bodyPr/>
        <a:lstStyle/>
        <a:p>
          <a:r>
            <a:rPr lang="en-US" dirty="0"/>
            <a:t>Manage  PO</a:t>
          </a:r>
          <a:endParaRPr lang="en-DE" dirty="0"/>
        </a:p>
      </dgm:t>
    </dgm:pt>
    <dgm:pt modelId="{6A389604-6B0A-4383-A7F9-26C4D9E1CC52}" type="parTrans" cxnId="{2674081B-4E73-46D1-AE42-82D4A74CFC37}">
      <dgm:prSet/>
      <dgm:spPr/>
      <dgm:t>
        <a:bodyPr/>
        <a:lstStyle/>
        <a:p>
          <a:endParaRPr lang="en-DE"/>
        </a:p>
      </dgm:t>
    </dgm:pt>
    <dgm:pt modelId="{79F31D51-E308-4CB1-952C-D9CBE8005B58}" type="sibTrans" cxnId="{2674081B-4E73-46D1-AE42-82D4A74CFC37}">
      <dgm:prSet/>
      <dgm:spPr/>
      <dgm:t>
        <a:bodyPr/>
        <a:lstStyle/>
        <a:p>
          <a:endParaRPr lang="en-DE"/>
        </a:p>
      </dgm:t>
    </dgm:pt>
    <dgm:pt modelId="{E9F18EF9-2962-4A88-AD7B-2C3240222F8B}">
      <dgm:prSet phldrT="[Text]"/>
      <dgm:spPr/>
      <dgm:t>
        <a:bodyPr/>
        <a:lstStyle/>
        <a:p>
          <a:r>
            <a:rPr lang="en-US" dirty="0"/>
            <a:t>Send PO to Supplier (Automatic)</a:t>
          </a:r>
          <a:endParaRPr lang="en-DE" dirty="0"/>
        </a:p>
      </dgm:t>
    </dgm:pt>
    <dgm:pt modelId="{8CD72F7F-6D89-4CB7-AD25-E563F720A960}" type="parTrans" cxnId="{495F81F7-C963-4031-8364-9DD120740E39}">
      <dgm:prSet/>
      <dgm:spPr/>
      <dgm:t>
        <a:bodyPr/>
        <a:lstStyle/>
        <a:p>
          <a:endParaRPr lang="en-DE"/>
        </a:p>
      </dgm:t>
    </dgm:pt>
    <dgm:pt modelId="{FB411E69-A1E1-47F9-9B1F-C863757275CC}" type="sibTrans" cxnId="{495F81F7-C963-4031-8364-9DD120740E39}">
      <dgm:prSet/>
      <dgm:spPr/>
      <dgm:t>
        <a:bodyPr/>
        <a:lstStyle/>
        <a:p>
          <a:endParaRPr lang="en-DE"/>
        </a:p>
      </dgm:t>
    </dgm:pt>
    <dgm:pt modelId="{722B3EDC-7D97-4079-9828-5A6F99DC2B63}">
      <dgm:prSet phldrT="[Text]"/>
      <dgm:spPr/>
      <dgm:t>
        <a:bodyPr/>
        <a:lstStyle/>
        <a:p>
          <a:r>
            <a:rPr lang="en-US" dirty="0"/>
            <a:t>Post Goods Receipt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9104FDBD-15F7-4FBA-B52B-687EDC6F86DB}" type="parTrans" cxnId="{4670406E-9431-4F16-9FC6-96E16E2B3459}">
      <dgm:prSet/>
      <dgm:spPr/>
      <dgm:t>
        <a:bodyPr/>
        <a:lstStyle/>
        <a:p>
          <a:endParaRPr lang="en-DE"/>
        </a:p>
      </dgm:t>
    </dgm:pt>
    <dgm:pt modelId="{B61D2ED8-BB29-40B1-B08C-AB0A3BDD1075}" type="sibTrans" cxnId="{4670406E-9431-4F16-9FC6-96E16E2B3459}">
      <dgm:prSet/>
      <dgm:spPr/>
      <dgm:t>
        <a:bodyPr/>
        <a:lstStyle/>
        <a:p>
          <a:endParaRPr lang="en-DE"/>
        </a:p>
      </dgm:t>
    </dgm:pt>
    <dgm:pt modelId="{7795A962-E936-4566-B33A-1371C461A1B1}">
      <dgm:prSet phldrT="[Text]"/>
      <dgm:spPr/>
      <dgm:t>
        <a:bodyPr/>
        <a:lstStyle/>
        <a:p>
          <a:r>
            <a:rPr lang="en-US" dirty="0"/>
            <a:t>Automatic e-mail notification trigger</a:t>
          </a:r>
          <a:endParaRPr lang="en-DE" dirty="0"/>
        </a:p>
      </dgm:t>
    </dgm:pt>
    <dgm:pt modelId="{56B83B49-281E-4E17-8E33-9567663838A4}" type="parTrans" cxnId="{8976AA78-54D9-4775-BC48-8898114BA9AF}">
      <dgm:prSet/>
      <dgm:spPr/>
      <dgm:t>
        <a:bodyPr/>
        <a:lstStyle/>
        <a:p>
          <a:endParaRPr lang="en-DE"/>
        </a:p>
      </dgm:t>
    </dgm:pt>
    <dgm:pt modelId="{2D540F88-138A-4E99-9D28-9932D1F7B087}" type="sibTrans" cxnId="{8976AA78-54D9-4775-BC48-8898114BA9AF}">
      <dgm:prSet/>
      <dgm:spPr/>
      <dgm:t>
        <a:bodyPr/>
        <a:lstStyle/>
        <a:p>
          <a:endParaRPr lang="en-DE"/>
        </a:p>
      </dgm:t>
    </dgm:pt>
    <dgm:pt modelId="{2A0301DC-7967-4CAF-B797-CA98D50BE6F5}">
      <dgm:prSet phldrT="[Text]"/>
      <dgm:spPr/>
      <dgm:t>
        <a:bodyPr/>
        <a:lstStyle/>
        <a:p>
          <a:r>
            <a:rPr lang="en-US" dirty="0"/>
            <a:t>Reverse the GR</a:t>
          </a:r>
          <a:endParaRPr lang="en-DE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1FACD046-3956-4E74-A4B9-93DB691103AC}" type="parTrans" cxnId="{BE9B98B6-9F8A-4E1C-8A17-34154DE9C707}">
      <dgm:prSet/>
      <dgm:spPr/>
      <dgm:t>
        <a:bodyPr/>
        <a:lstStyle/>
        <a:p>
          <a:endParaRPr lang="en-DE"/>
        </a:p>
      </dgm:t>
    </dgm:pt>
    <dgm:pt modelId="{8CE4CCCC-7909-4270-9A32-6E5EAD43390D}" type="sibTrans" cxnId="{BE9B98B6-9F8A-4E1C-8A17-34154DE9C707}">
      <dgm:prSet/>
      <dgm:spPr/>
      <dgm:t>
        <a:bodyPr/>
        <a:lstStyle/>
        <a:p>
          <a:endParaRPr lang="en-DE"/>
        </a:p>
      </dgm:t>
    </dgm:pt>
    <dgm:pt modelId="{6BA4301C-A170-4BE7-8A4A-347E83E7E19A}" type="pres">
      <dgm:prSet presAssocID="{8AF4B6C0-25CA-4372-9133-BA0DD6E9828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328E6EF-C63B-44E4-ADC1-7781F6400596}" type="pres">
      <dgm:prSet presAssocID="{C6F57AA3-E2B4-4A24-8CB8-6696C30BE54C}" presName="horFlow" presStyleCnt="0"/>
      <dgm:spPr/>
    </dgm:pt>
    <dgm:pt modelId="{1982F0D9-A8F9-4E12-BF4D-F977FDEA992D}" type="pres">
      <dgm:prSet presAssocID="{C6F57AA3-E2B4-4A24-8CB8-6696C30BE54C}" presName="bigChev" presStyleLbl="node1" presStyleIdx="0" presStyleCnt="3"/>
      <dgm:spPr/>
    </dgm:pt>
    <dgm:pt modelId="{A07BA30E-5992-4CF2-A45C-636BCBF47AC7}" type="pres">
      <dgm:prSet presAssocID="{1CADA57B-4923-4499-9AE2-4DDD2193D704}" presName="parTrans" presStyleCnt="0"/>
      <dgm:spPr/>
    </dgm:pt>
    <dgm:pt modelId="{04757A55-C598-4001-A59B-73D4DFE0C01C}" type="pres">
      <dgm:prSet presAssocID="{3CACF241-6BBF-4129-9AA1-2A7F53EFC95E}" presName="node" presStyleLbl="alignAccFollowNode1" presStyleIdx="0" presStyleCnt="9">
        <dgm:presLayoutVars>
          <dgm:bulletEnabled val="1"/>
        </dgm:presLayoutVars>
      </dgm:prSet>
      <dgm:spPr/>
    </dgm:pt>
    <dgm:pt modelId="{BB474D27-D499-430C-AD2A-54269DC61667}" type="pres">
      <dgm:prSet presAssocID="{C6F57AA3-E2B4-4A24-8CB8-6696C30BE54C}" presName="vSp" presStyleCnt="0"/>
      <dgm:spPr/>
    </dgm:pt>
    <dgm:pt modelId="{DC796BE0-5726-46F4-9F6D-2BB26111C4CB}" type="pres">
      <dgm:prSet presAssocID="{E4DFF9D1-9E64-475A-B554-5D51D9F93F9D}" presName="horFlow" presStyleCnt="0"/>
      <dgm:spPr/>
    </dgm:pt>
    <dgm:pt modelId="{B743E59F-37A4-49A9-A573-997C65C92A5B}" type="pres">
      <dgm:prSet presAssocID="{E4DFF9D1-9E64-475A-B554-5D51D9F93F9D}" presName="bigChev" presStyleLbl="node1" presStyleIdx="1" presStyleCnt="3" custLinFactNeighborX="2395" custLinFactNeighborY="-1481"/>
      <dgm:spPr/>
    </dgm:pt>
    <dgm:pt modelId="{E0C15DDF-3853-454B-854E-1CE910012AFB}" type="pres">
      <dgm:prSet presAssocID="{56B83B49-281E-4E17-8E33-9567663838A4}" presName="parTrans" presStyleCnt="0"/>
      <dgm:spPr/>
    </dgm:pt>
    <dgm:pt modelId="{84F07CFB-1489-4575-974A-DD997AFA57EC}" type="pres">
      <dgm:prSet presAssocID="{7795A962-E936-4566-B33A-1371C461A1B1}" presName="node" presStyleLbl="alignAccFollowNode1" presStyleIdx="1" presStyleCnt="9">
        <dgm:presLayoutVars>
          <dgm:bulletEnabled val="1"/>
        </dgm:presLayoutVars>
      </dgm:prSet>
      <dgm:spPr/>
    </dgm:pt>
    <dgm:pt modelId="{D2C60D0F-EC43-4F87-9CB4-B2B42FDB6E1C}" type="pres">
      <dgm:prSet presAssocID="{2D540F88-138A-4E99-9D28-9932D1F7B087}" presName="sibTrans" presStyleCnt="0"/>
      <dgm:spPr/>
    </dgm:pt>
    <dgm:pt modelId="{A0D7599F-0BC1-4FA2-86D6-DCBC4BAF27EC}" type="pres">
      <dgm:prSet presAssocID="{AB27AE82-82A1-4B27-8130-73EBEAE50B5A}" presName="node" presStyleLbl="alignAccFollowNode1" presStyleIdx="2" presStyleCnt="9">
        <dgm:presLayoutVars>
          <dgm:bulletEnabled val="1"/>
        </dgm:presLayoutVars>
      </dgm:prSet>
      <dgm:spPr/>
    </dgm:pt>
    <dgm:pt modelId="{F875B139-E2E5-429B-AD5A-AF8F1FA1D8C4}" type="pres">
      <dgm:prSet presAssocID="{5073B2D1-C384-4F4B-BCEF-4C9225545279}" presName="sibTrans" presStyleCnt="0"/>
      <dgm:spPr/>
    </dgm:pt>
    <dgm:pt modelId="{BF118FA9-F2CB-4560-9678-BEC0215F915A}" type="pres">
      <dgm:prSet presAssocID="{B6C252FD-78A6-46BD-8312-7E663E4C65FD}" presName="node" presStyleLbl="alignAccFollowNode1" presStyleIdx="3" presStyleCnt="9">
        <dgm:presLayoutVars>
          <dgm:bulletEnabled val="1"/>
        </dgm:presLayoutVars>
      </dgm:prSet>
      <dgm:spPr/>
    </dgm:pt>
    <dgm:pt modelId="{775A6CD1-90FC-4B89-9453-279378CFA97B}" type="pres">
      <dgm:prSet presAssocID="{E4DFF9D1-9E64-475A-B554-5D51D9F93F9D}" presName="vSp" presStyleCnt="0"/>
      <dgm:spPr/>
    </dgm:pt>
    <dgm:pt modelId="{FBC17626-F17B-4FEB-838F-B5A4B3217A17}" type="pres">
      <dgm:prSet presAssocID="{3244BFA8-2737-436E-AE25-0E056B3EAE0E}" presName="horFlow" presStyleCnt="0"/>
      <dgm:spPr/>
    </dgm:pt>
    <dgm:pt modelId="{387FA288-2E32-43AF-AB0A-C5AF99F811E9}" type="pres">
      <dgm:prSet presAssocID="{3244BFA8-2737-436E-AE25-0E056B3EAE0E}" presName="bigChev" presStyleLbl="node1" presStyleIdx="2" presStyleCnt="3"/>
      <dgm:spPr/>
    </dgm:pt>
    <dgm:pt modelId="{96316276-0C42-4BA1-83DF-8EAA88D67538}" type="pres">
      <dgm:prSet presAssocID="{DC6339B2-B1CA-414E-BF3E-A9002F947443}" presName="parTrans" presStyleCnt="0"/>
      <dgm:spPr/>
    </dgm:pt>
    <dgm:pt modelId="{4B9CE843-8655-4849-BB08-36C9E41CC3BF}" type="pres">
      <dgm:prSet presAssocID="{964DC1CE-00FC-42F5-AE78-410D19183CAB}" presName="node" presStyleLbl="alignAccFollowNode1" presStyleIdx="4" presStyleCnt="9">
        <dgm:presLayoutVars>
          <dgm:bulletEnabled val="1"/>
        </dgm:presLayoutVars>
      </dgm:prSet>
      <dgm:spPr/>
    </dgm:pt>
    <dgm:pt modelId="{3AF1A42F-5570-4347-B15B-0290808B1771}" type="pres">
      <dgm:prSet presAssocID="{3CA539F9-D6BD-4780-A4B2-565D67DF3D3E}" presName="sibTrans" presStyleCnt="0"/>
      <dgm:spPr/>
    </dgm:pt>
    <dgm:pt modelId="{C53B604C-502C-4B29-934D-C46B97BC0DA8}" type="pres">
      <dgm:prSet presAssocID="{1BB865B0-52BB-4B39-861E-8D8632FA1AC0}" presName="node" presStyleLbl="alignAccFollowNode1" presStyleIdx="5" presStyleCnt="9">
        <dgm:presLayoutVars>
          <dgm:bulletEnabled val="1"/>
        </dgm:presLayoutVars>
      </dgm:prSet>
      <dgm:spPr/>
    </dgm:pt>
    <dgm:pt modelId="{727F5E08-C499-43EA-8D76-BECD1CC81C63}" type="pres">
      <dgm:prSet presAssocID="{79F31D51-E308-4CB1-952C-D9CBE8005B58}" presName="sibTrans" presStyleCnt="0"/>
      <dgm:spPr/>
    </dgm:pt>
    <dgm:pt modelId="{5F5857B5-B63F-41D0-8BB3-E52B081DDA3E}" type="pres">
      <dgm:prSet presAssocID="{E9F18EF9-2962-4A88-AD7B-2C3240222F8B}" presName="node" presStyleLbl="alignAccFollowNode1" presStyleIdx="6" presStyleCnt="9">
        <dgm:presLayoutVars>
          <dgm:bulletEnabled val="1"/>
        </dgm:presLayoutVars>
      </dgm:prSet>
      <dgm:spPr/>
    </dgm:pt>
    <dgm:pt modelId="{16308B2F-C280-4268-997D-43A12501021F}" type="pres">
      <dgm:prSet presAssocID="{FB411E69-A1E1-47F9-9B1F-C863757275CC}" presName="sibTrans" presStyleCnt="0"/>
      <dgm:spPr/>
    </dgm:pt>
    <dgm:pt modelId="{6C91782B-61C1-476E-8A3B-032F89925329}" type="pres">
      <dgm:prSet presAssocID="{722B3EDC-7D97-4079-9828-5A6F99DC2B63}" presName="node" presStyleLbl="alignAccFollowNode1" presStyleIdx="7" presStyleCnt="9">
        <dgm:presLayoutVars>
          <dgm:bulletEnabled val="1"/>
        </dgm:presLayoutVars>
      </dgm:prSet>
      <dgm:spPr/>
    </dgm:pt>
    <dgm:pt modelId="{76F14BB6-4427-4723-97FA-FA753F377C2B}" type="pres">
      <dgm:prSet presAssocID="{B61D2ED8-BB29-40B1-B08C-AB0A3BDD1075}" presName="sibTrans" presStyleCnt="0"/>
      <dgm:spPr/>
    </dgm:pt>
    <dgm:pt modelId="{266BFE30-3157-4BF9-A124-9E187B8C3258}" type="pres">
      <dgm:prSet presAssocID="{2A0301DC-7967-4CAF-B797-CA98D50BE6F5}" presName="node" presStyleLbl="alignAccFollowNode1" presStyleIdx="8" presStyleCnt="9">
        <dgm:presLayoutVars>
          <dgm:bulletEnabled val="1"/>
        </dgm:presLayoutVars>
      </dgm:prSet>
      <dgm:spPr/>
    </dgm:pt>
  </dgm:ptLst>
  <dgm:cxnLst>
    <dgm:cxn modelId="{51C7450A-5CA5-4E8B-BE38-8FF86CE2CE51}" type="presOf" srcId="{B6C252FD-78A6-46BD-8312-7E663E4C65FD}" destId="{BF118FA9-F2CB-4560-9678-BEC0215F915A}" srcOrd="0" destOrd="0" presId="urn:microsoft.com/office/officeart/2005/8/layout/lProcess3"/>
    <dgm:cxn modelId="{4BBC500E-3DBD-48BD-AE7D-DD9C779D0118}" type="presOf" srcId="{E9F18EF9-2962-4A88-AD7B-2C3240222F8B}" destId="{5F5857B5-B63F-41D0-8BB3-E52B081DDA3E}" srcOrd="0" destOrd="0" presId="urn:microsoft.com/office/officeart/2005/8/layout/lProcess3"/>
    <dgm:cxn modelId="{E8274812-5669-4FBD-A474-17F6EEFE10B4}" type="presOf" srcId="{8AF4B6C0-25CA-4372-9133-BA0DD6E98282}" destId="{6BA4301C-A170-4BE7-8A4A-347E83E7E19A}" srcOrd="0" destOrd="0" presId="urn:microsoft.com/office/officeart/2005/8/layout/lProcess3"/>
    <dgm:cxn modelId="{2674081B-4E73-46D1-AE42-82D4A74CFC37}" srcId="{3244BFA8-2737-436E-AE25-0E056B3EAE0E}" destId="{1BB865B0-52BB-4B39-861E-8D8632FA1AC0}" srcOrd="1" destOrd="0" parTransId="{6A389604-6B0A-4383-A7F9-26C4D9E1CC52}" sibTransId="{79F31D51-E308-4CB1-952C-D9CBE8005B58}"/>
    <dgm:cxn modelId="{50726223-A9A0-4357-A401-AB50F37230F4}" srcId="{C6F57AA3-E2B4-4A24-8CB8-6696C30BE54C}" destId="{3CACF241-6BBF-4129-9AA1-2A7F53EFC95E}" srcOrd="0" destOrd="0" parTransId="{1CADA57B-4923-4499-9AE2-4DDD2193D704}" sibTransId="{7BE60946-30DD-441D-B203-0B33123BBDBC}"/>
    <dgm:cxn modelId="{28D27E30-1461-4373-B5DE-941A7E59A2C2}" type="presOf" srcId="{964DC1CE-00FC-42F5-AE78-410D19183CAB}" destId="{4B9CE843-8655-4849-BB08-36C9E41CC3BF}" srcOrd="0" destOrd="0" presId="urn:microsoft.com/office/officeart/2005/8/layout/lProcess3"/>
    <dgm:cxn modelId="{AA31F45F-2838-415B-8D96-8871BCE9F548}" type="presOf" srcId="{3244BFA8-2737-436E-AE25-0E056B3EAE0E}" destId="{387FA288-2E32-43AF-AB0A-C5AF99F811E9}" srcOrd="0" destOrd="0" presId="urn:microsoft.com/office/officeart/2005/8/layout/lProcess3"/>
    <dgm:cxn modelId="{DE0D2549-0F39-4E1B-8337-B86445046D80}" type="presOf" srcId="{722B3EDC-7D97-4079-9828-5A6F99DC2B63}" destId="{6C91782B-61C1-476E-8A3B-032F89925329}" srcOrd="0" destOrd="0" presId="urn:microsoft.com/office/officeart/2005/8/layout/lProcess3"/>
    <dgm:cxn modelId="{594C274A-4A3F-4FC4-B948-ADB17E34D4F6}" srcId="{3244BFA8-2737-436E-AE25-0E056B3EAE0E}" destId="{964DC1CE-00FC-42F5-AE78-410D19183CAB}" srcOrd="0" destOrd="0" parTransId="{DC6339B2-B1CA-414E-BF3E-A9002F947443}" sibTransId="{3CA539F9-D6BD-4780-A4B2-565D67DF3D3E}"/>
    <dgm:cxn modelId="{4670406E-9431-4F16-9FC6-96E16E2B3459}" srcId="{3244BFA8-2737-436E-AE25-0E056B3EAE0E}" destId="{722B3EDC-7D97-4079-9828-5A6F99DC2B63}" srcOrd="3" destOrd="0" parTransId="{9104FDBD-15F7-4FBA-B52B-687EDC6F86DB}" sibTransId="{B61D2ED8-BB29-40B1-B08C-AB0A3BDD1075}"/>
    <dgm:cxn modelId="{C4AA6557-7990-445B-85AA-D8745FCA2490}" srcId="{8AF4B6C0-25CA-4372-9133-BA0DD6E98282}" destId="{3244BFA8-2737-436E-AE25-0E056B3EAE0E}" srcOrd="2" destOrd="0" parTransId="{98221427-9FF0-450F-B167-97D21CABE7A8}" sibTransId="{A0AF8B32-46EF-4B59-BACB-D3D750D548B2}"/>
    <dgm:cxn modelId="{8976AA78-54D9-4775-BC48-8898114BA9AF}" srcId="{E4DFF9D1-9E64-475A-B554-5D51D9F93F9D}" destId="{7795A962-E936-4566-B33A-1371C461A1B1}" srcOrd="0" destOrd="0" parTransId="{56B83B49-281E-4E17-8E33-9567663838A4}" sibTransId="{2D540F88-138A-4E99-9D28-9932D1F7B087}"/>
    <dgm:cxn modelId="{DF1B969E-2D94-48DB-B4A7-4A7811585A34}" srcId="{E4DFF9D1-9E64-475A-B554-5D51D9F93F9D}" destId="{B6C252FD-78A6-46BD-8312-7E663E4C65FD}" srcOrd="2" destOrd="0" parTransId="{3FCF8D5A-54D3-4818-BB40-BDDBDFF1C22A}" sibTransId="{296DD901-4025-4676-9DCE-B55BD8800B0C}"/>
    <dgm:cxn modelId="{BE9B98B6-9F8A-4E1C-8A17-34154DE9C707}" srcId="{3244BFA8-2737-436E-AE25-0E056B3EAE0E}" destId="{2A0301DC-7967-4CAF-B797-CA98D50BE6F5}" srcOrd="4" destOrd="0" parTransId="{1FACD046-3956-4E74-A4B9-93DB691103AC}" sibTransId="{8CE4CCCC-7909-4270-9A32-6E5EAD43390D}"/>
    <dgm:cxn modelId="{AC2851DC-B674-416E-9C94-9234FDA667F6}" type="presOf" srcId="{1BB865B0-52BB-4B39-861E-8D8632FA1AC0}" destId="{C53B604C-502C-4B29-934D-C46B97BC0DA8}" srcOrd="0" destOrd="0" presId="urn:microsoft.com/office/officeart/2005/8/layout/lProcess3"/>
    <dgm:cxn modelId="{99F49CE8-7CCE-4D5E-919D-0197E83E553F}" srcId="{8AF4B6C0-25CA-4372-9133-BA0DD6E98282}" destId="{C6F57AA3-E2B4-4A24-8CB8-6696C30BE54C}" srcOrd="0" destOrd="0" parTransId="{3D48B0B3-99FB-45EC-A885-1E9A51AB35B9}" sibTransId="{9BAD7440-B96B-495E-BE7E-45A418B853B0}"/>
    <dgm:cxn modelId="{BE360EEC-914B-4FBF-9861-E1D28B7F7580}" srcId="{8AF4B6C0-25CA-4372-9133-BA0DD6E98282}" destId="{E4DFF9D1-9E64-475A-B554-5D51D9F93F9D}" srcOrd="1" destOrd="0" parTransId="{35BDDD91-0EC3-469E-BF06-3BC003F3ADD6}" sibTransId="{19102B35-4275-4F5D-BEED-FD505BF21958}"/>
    <dgm:cxn modelId="{5E341CED-C493-41D6-B95B-EB761D30E6E6}" type="presOf" srcId="{2A0301DC-7967-4CAF-B797-CA98D50BE6F5}" destId="{266BFE30-3157-4BF9-A124-9E187B8C3258}" srcOrd="0" destOrd="0" presId="urn:microsoft.com/office/officeart/2005/8/layout/lProcess3"/>
    <dgm:cxn modelId="{A47D7CF5-7969-4BDF-B32F-FF88F464B0A7}" type="presOf" srcId="{AB27AE82-82A1-4B27-8130-73EBEAE50B5A}" destId="{A0D7599F-0BC1-4FA2-86D6-DCBC4BAF27EC}" srcOrd="0" destOrd="0" presId="urn:microsoft.com/office/officeart/2005/8/layout/lProcess3"/>
    <dgm:cxn modelId="{81FBEAF5-8C06-49A0-93D3-C16979F0DC85}" type="presOf" srcId="{3CACF241-6BBF-4129-9AA1-2A7F53EFC95E}" destId="{04757A55-C598-4001-A59B-73D4DFE0C01C}" srcOrd="0" destOrd="0" presId="urn:microsoft.com/office/officeart/2005/8/layout/lProcess3"/>
    <dgm:cxn modelId="{989262F6-3C60-4550-B2D2-8D3AF8A589BD}" type="presOf" srcId="{E4DFF9D1-9E64-475A-B554-5D51D9F93F9D}" destId="{B743E59F-37A4-49A9-A573-997C65C92A5B}" srcOrd="0" destOrd="0" presId="urn:microsoft.com/office/officeart/2005/8/layout/lProcess3"/>
    <dgm:cxn modelId="{7FCF56F6-45F3-4D3F-A34A-1C167B944694}" srcId="{E4DFF9D1-9E64-475A-B554-5D51D9F93F9D}" destId="{AB27AE82-82A1-4B27-8130-73EBEAE50B5A}" srcOrd="1" destOrd="0" parTransId="{99CBF8BE-8BDF-44E5-A841-67A0B00C2AE9}" sibTransId="{5073B2D1-C384-4F4B-BCEF-4C9225545279}"/>
    <dgm:cxn modelId="{495F81F7-C963-4031-8364-9DD120740E39}" srcId="{3244BFA8-2737-436E-AE25-0E056B3EAE0E}" destId="{E9F18EF9-2962-4A88-AD7B-2C3240222F8B}" srcOrd="2" destOrd="0" parTransId="{8CD72F7F-6D89-4CB7-AD25-E563F720A960}" sibTransId="{FB411E69-A1E1-47F9-9B1F-C863757275CC}"/>
    <dgm:cxn modelId="{BFFCA0FD-C54C-4CC2-82B4-ED6217944684}" type="presOf" srcId="{7795A962-E936-4566-B33A-1371C461A1B1}" destId="{84F07CFB-1489-4575-974A-DD997AFA57EC}" srcOrd="0" destOrd="0" presId="urn:microsoft.com/office/officeart/2005/8/layout/lProcess3"/>
    <dgm:cxn modelId="{066D01FE-DAD9-4856-B9B7-9C55F1F59369}" type="presOf" srcId="{C6F57AA3-E2B4-4A24-8CB8-6696C30BE54C}" destId="{1982F0D9-A8F9-4E12-BF4D-F977FDEA992D}" srcOrd="0" destOrd="0" presId="urn:microsoft.com/office/officeart/2005/8/layout/lProcess3"/>
    <dgm:cxn modelId="{3C86C2FE-0B4D-4AAF-90FA-FFDD365CC2D5}" type="presParOf" srcId="{6BA4301C-A170-4BE7-8A4A-347E83E7E19A}" destId="{3328E6EF-C63B-44E4-ADC1-7781F6400596}" srcOrd="0" destOrd="0" presId="urn:microsoft.com/office/officeart/2005/8/layout/lProcess3"/>
    <dgm:cxn modelId="{FF0B40E9-85C1-4015-B022-793F2E17BBD9}" type="presParOf" srcId="{3328E6EF-C63B-44E4-ADC1-7781F6400596}" destId="{1982F0D9-A8F9-4E12-BF4D-F977FDEA992D}" srcOrd="0" destOrd="0" presId="urn:microsoft.com/office/officeart/2005/8/layout/lProcess3"/>
    <dgm:cxn modelId="{337F693A-8804-4AED-BD8C-6F8333CBA6A5}" type="presParOf" srcId="{3328E6EF-C63B-44E4-ADC1-7781F6400596}" destId="{A07BA30E-5992-4CF2-A45C-636BCBF47AC7}" srcOrd="1" destOrd="0" presId="urn:microsoft.com/office/officeart/2005/8/layout/lProcess3"/>
    <dgm:cxn modelId="{ADB58937-B9CE-41BC-88D7-B76D346F7BA7}" type="presParOf" srcId="{3328E6EF-C63B-44E4-ADC1-7781F6400596}" destId="{04757A55-C598-4001-A59B-73D4DFE0C01C}" srcOrd="2" destOrd="0" presId="urn:microsoft.com/office/officeart/2005/8/layout/lProcess3"/>
    <dgm:cxn modelId="{F26CB664-FF8E-47DB-A4F3-0085EC636A89}" type="presParOf" srcId="{6BA4301C-A170-4BE7-8A4A-347E83E7E19A}" destId="{BB474D27-D499-430C-AD2A-54269DC61667}" srcOrd="1" destOrd="0" presId="urn:microsoft.com/office/officeart/2005/8/layout/lProcess3"/>
    <dgm:cxn modelId="{84111767-5D0E-47CD-9673-CE97A5FA4394}" type="presParOf" srcId="{6BA4301C-A170-4BE7-8A4A-347E83E7E19A}" destId="{DC796BE0-5726-46F4-9F6D-2BB26111C4CB}" srcOrd="2" destOrd="0" presId="urn:microsoft.com/office/officeart/2005/8/layout/lProcess3"/>
    <dgm:cxn modelId="{034CA6D8-D5F5-4111-BCAF-169A87A6FE29}" type="presParOf" srcId="{DC796BE0-5726-46F4-9F6D-2BB26111C4CB}" destId="{B743E59F-37A4-49A9-A573-997C65C92A5B}" srcOrd="0" destOrd="0" presId="urn:microsoft.com/office/officeart/2005/8/layout/lProcess3"/>
    <dgm:cxn modelId="{BE97C537-1C8B-4481-B2C9-C661E2FFA85F}" type="presParOf" srcId="{DC796BE0-5726-46F4-9F6D-2BB26111C4CB}" destId="{E0C15DDF-3853-454B-854E-1CE910012AFB}" srcOrd="1" destOrd="0" presId="urn:microsoft.com/office/officeart/2005/8/layout/lProcess3"/>
    <dgm:cxn modelId="{78F70BA4-0161-4AF4-817B-6B2A75E4D2F9}" type="presParOf" srcId="{DC796BE0-5726-46F4-9F6D-2BB26111C4CB}" destId="{84F07CFB-1489-4575-974A-DD997AFA57EC}" srcOrd="2" destOrd="0" presId="urn:microsoft.com/office/officeart/2005/8/layout/lProcess3"/>
    <dgm:cxn modelId="{DB157FFD-32EC-4A53-95BC-AB1BF918C92A}" type="presParOf" srcId="{DC796BE0-5726-46F4-9F6D-2BB26111C4CB}" destId="{D2C60D0F-EC43-4F87-9CB4-B2B42FDB6E1C}" srcOrd="3" destOrd="0" presId="urn:microsoft.com/office/officeart/2005/8/layout/lProcess3"/>
    <dgm:cxn modelId="{F4BA1B37-E25C-45B4-86CD-66901466C81F}" type="presParOf" srcId="{DC796BE0-5726-46F4-9F6D-2BB26111C4CB}" destId="{A0D7599F-0BC1-4FA2-86D6-DCBC4BAF27EC}" srcOrd="4" destOrd="0" presId="urn:microsoft.com/office/officeart/2005/8/layout/lProcess3"/>
    <dgm:cxn modelId="{5E1754F9-48FD-49EB-86F5-8742D03E0143}" type="presParOf" srcId="{DC796BE0-5726-46F4-9F6D-2BB26111C4CB}" destId="{F875B139-E2E5-429B-AD5A-AF8F1FA1D8C4}" srcOrd="5" destOrd="0" presId="urn:microsoft.com/office/officeart/2005/8/layout/lProcess3"/>
    <dgm:cxn modelId="{64B7684A-F7EF-4AE3-8A47-F97B4068158C}" type="presParOf" srcId="{DC796BE0-5726-46F4-9F6D-2BB26111C4CB}" destId="{BF118FA9-F2CB-4560-9678-BEC0215F915A}" srcOrd="6" destOrd="0" presId="urn:microsoft.com/office/officeart/2005/8/layout/lProcess3"/>
    <dgm:cxn modelId="{512BE0AA-0281-4049-AA6A-F00A2C0A32BC}" type="presParOf" srcId="{6BA4301C-A170-4BE7-8A4A-347E83E7E19A}" destId="{775A6CD1-90FC-4B89-9453-279378CFA97B}" srcOrd="3" destOrd="0" presId="urn:microsoft.com/office/officeart/2005/8/layout/lProcess3"/>
    <dgm:cxn modelId="{DDF19734-E1FA-4657-B7C0-3845EE971B9E}" type="presParOf" srcId="{6BA4301C-A170-4BE7-8A4A-347E83E7E19A}" destId="{FBC17626-F17B-4FEB-838F-B5A4B3217A17}" srcOrd="4" destOrd="0" presId="urn:microsoft.com/office/officeart/2005/8/layout/lProcess3"/>
    <dgm:cxn modelId="{A7C0B87D-0BAD-4289-8802-4254887E5294}" type="presParOf" srcId="{FBC17626-F17B-4FEB-838F-B5A4B3217A17}" destId="{387FA288-2E32-43AF-AB0A-C5AF99F811E9}" srcOrd="0" destOrd="0" presId="urn:microsoft.com/office/officeart/2005/8/layout/lProcess3"/>
    <dgm:cxn modelId="{FF99CC07-9616-487E-B516-891E2DEFC08B}" type="presParOf" srcId="{FBC17626-F17B-4FEB-838F-B5A4B3217A17}" destId="{96316276-0C42-4BA1-83DF-8EAA88D67538}" srcOrd="1" destOrd="0" presId="urn:microsoft.com/office/officeart/2005/8/layout/lProcess3"/>
    <dgm:cxn modelId="{03B758F9-3D21-4C8C-82BE-85268FE5D1FA}" type="presParOf" srcId="{FBC17626-F17B-4FEB-838F-B5A4B3217A17}" destId="{4B9CE843-8655-4849-BB08-36C9E41CC3BF}" srcOrd="2" destOrd="0" presId="urn:microsoft.com/office/officeart/2005/8/layout/lProcess3"/>
    <dgm:cxn modelId="{D32C1B8D-EC5A-46DA-904D-238764E82A06}" type="presParOf" srcId="{FBC17626-F17B-4FEB-838F-B5A4B3217A17}" destId="{3AF1A42F-5570-4347-B15B-0290808B1771}" srcOrd="3" destOrd="0" presId="urn:microsoft.com/office/officeart/2005/8/layout/lProcess3"/>
    <dgm:cxn modelId="{8B76433B-B391-49BE-B49B-A834A92B8528}" type="presParOf" srcId="{FBC17626-F17B-4FEB-838F-B5A4B3217A17}" destId="{C53B604C-502C-4B29-934D-C46B97BC0DA8}" srcOrd="4" destOrd="0" presId="urn:microsoft.com/office/officeart/2005/8/layout/lProcess3"/>
    <dgm:cxn modelId="{EB670251-600E-47AB-84B9-C643E6302ACB}" type="presParOf" srcId="{FBC17626-F17B-4FEB-838F-B5A4B3217A17}" destId="{727F5E08-C499-43EA-8D76-BECD1CC81C63}" srcOrd="5" destOrd="0" presId="urn:microsoft.com/office/officeart/2005/8/layout/lProcess3"/>
    <dgm:cxn modelId="{BA40F44B-54EA-496D-9753-773788C7E283}" type="presParOf" srcId="{FBC17626-F17B-4FEB-838F-B5A4B3217A17}" destId="{5F5857B5-B63F-41D0-8BB3-E52B081DDA3E}" srcOrd="6" destOrd="0" presId="urn:microsoft.com/office/officeart/2005/8/layout/lProcess3"/>
    <dgm:cxn modelId="{6CB7DC5D-33FD-4EAF-886F-EA70175A9CB2}" type="presParOf" srcId="{FBC17626-F17B-4FEB-838F-B5A4B3217A17}" destId="{16308B2F-C280-4268-997D-43A12501021F}" srcOrd="7" destOrd="0" presId="urn:microsoft.com/office/officeart/2005/8/layout/lProcess3"/>
    <dgm:cxn modelId="{0B322499-B0B0-4A12-B896-14F3AD0F8C28}" type="presParOf" srcId="{FBC17626-F17B-4FEB-838F-B5A4B3217A17}" destId="{6C91782B-61C1-476E-8A3B-032F89925329}" srcOrd="8" destOrd="0" presId="urn:microsoft.com/office/officeart/2005/8/layout/lProcess3"/>
    <dgm:cxn modelId="{89D1AFC5-2B42-4BC6-BA16-19D86D85F66A}" type="presParOf" srcId="{FBC17626-F17B-4FEB-838F-B5A4B3217A17}" destId="{76F14BB6-4427-4723-97FA-FA753F377C2B}" srcOrd="9" destOrd="0" presId="urn:microsoft.com/office/officeart/2005/8/layout/lProcess3"/>
    <dgm:cxn modelId="{E6AEDC55-7F7C-4723-A26F-1998AA02C3D7}" type="presParOf" srcId="{FBC17626-F17B-4FEB-838F-B5A4B3217A17}" destId="{266BFE30-3157-4BF9-A124-9E187B8C3258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255159-3377-4EEC-823E-37B5C01C383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4B18B80F-5B11-4A86-B29D-2B3D8337759D}">
      <dgm:prSet phldrT="[Text]" custT="1"/>
      <dgm:spPr/>
      <dgm:t>
        <a:bodyPr/>
        <a:lstStyle/>
        <a:p>
          <a:r>
            <a:rPr lang="en-US" sz="1200" b="1" dirty="0" err="1"/>
            <a:t>myMall</a:t>
          </a:r>
          <a:r>
            <a:rPr lang="en-US" sz="1200" b="1" dirty="0"/>
            <a:t> to S4 Interface :  </a:t>
          </a:r>
          <a:r>
            <a:rPr lang="en-US" sz="1200" dirty="0" err="1"/>
            <a:t>myMall</a:t>
          </a:r>
          <a:r>
            <a:rPr lang="en-US" sz="1200" dirty="0"/>
            <a:t> to S4 inbound connection is not working- </a:t>
          </a:r>
          <a:r>
            <a:rPr lang="en-US" sz="1200" b="1" dirty="0">
              <a:solidFill>
                <a:srgbClr val="FFFF00"/>
              </a:solidFill>
            </a:rPr>
            <a:t>Resolved</a:t>
          </a:r>
          <a:endParaRPr lang="en-DE" sz="1200" dirty="0"/>
        </a:p>
      </dgm:t>
    </dgm:pt>
    <dgm:pt modelId="{D3F132CF-ED0B-44F9-85F5-DA1BC6E9B83D}" type="parTrans" cxnId="{2F2EF0CD-D50D-4542-AE1C-3A4481B768A1}">
      <dgm:prSet/>
      <dgm:spPr/>
      <dgm:t>
        <a:bodyPr/>
        <a:lstStyle/>
        <a:p>
          <a:endParaRPr lang="en-DE"/>
        </a:p>
      </dgm:t>
    </dgm:pt>
    <dgm:pt modelId="{B883F12E-F707-4B49-9328-A71268BAA2FE}" type="sibTrans" cxnId="{2F2EF0CD-D50D-4542-AE1C-3A4481B768A1}">
      <dgm:prSet/>
      <dgm:spPr/>
      <dgm:t>
        <a:bodyPr/>
        <a:lstStyle/>
        <a:p>
          <a:endParaRPr lang="en-DE"/>
        </a:p>
      </dgm:t>
    </dgm:pt>
    <dgm:pt modelId="{36A75577-0679-4EC4-9101-4B5BC5BEA4A3}">
      <dgm:prSet phldrT="[Text]" custT="1"/>
      <dgm:spPr/>
      <dgm:t>
        <a:bodyPr/>
        <a:lstStyle/>
        <a:p>
          <a:r>
            <a:rPr lang="en-US" sz="900" b="1" i="0" dirty="0"/>
            <a:t>21.10:</a:t>
          </a:r>
          <a:r>
            <a:rPr lang="en-US" sz="900" b="0" i="0" dirty="0"/>
            <a:t> Issue is reported to the interface team.</a:t>
          </a:r>
          <a:endParaRPr lang="en-DE" sz="900" dirty="0"/>
        </a:p>
      </dgm:t>
    </dgm:pt>
    <dgm:pt modelId="{145C7E7B-8958-4E5E-AE4B-6BF185554267}" type="parTrans" cxnId="{732F55C3-B921-4ACB-AD88-F7AEDD483810}">
      <dgm:prSet/>
      <dgm:spPr/>
      <dgm:t>
        <a:bodyPr/>
        <a:lstStyle/>
        <a:p>
          <a:endParaRPr lang="en-DE"/>
        </a:p>
      </dgm:t>
    </dgm:pt>
    <dgm:pt modelId="{60D96E7B-DE17-4E59-97AA-9B03F97E1D3C}" type="sibTrans" cxnId="{732F55C3-B921-4ACB-AD88-F7AEDD483810}">
      <dgm:prSet/>
      <dgm:spPr/>
      <dgm:t>
        <a:bodyPr/>
        <a:lstStyle/>
        <a:p>
          <a:endParaRPr lang="en-DE"/>
        </a:p>
      </dgm:t>
    </dgm:pt>
    <dgm:pt modelId="{EC34D313-DE9A-494D-BD79-317061EC8D7B}">
      <dgm:prSet phldrT="[Text]" custT="1"/>
      <dgm:spPr/>
      <dgm:t>
        <a:bodyPr/>
        <a:lstStyle/>
        <a:p>
          <a:r>
            <a:rPr lang="en-US" sz="1200" b="1" dirty="0"/>
            <a:t>BTP Workflow not triggering</a:t>
          </a:r>
          <a:r>
            <a:rPr lang="en-US" sz="1200" dirty="0"/>
            <a:t>- </a:t>
          </a:r>
          <a:r>
            <a:rPr lang="en-US" sz="1200" b="1" dirty="0">
              <a:solidFill>
                <a:srgbClr val="FFFF00"/>
              </a:solidFill>
            </a:rPr>
            <a:t>Resolved</a:t>
          </a:r>
          <a:endParaRPr lang="en-DE" sz="2100" dirty="0"/>
        </a:p>
      </dgm:t>
    </dgm:pt>
    <dgm:pt modelId="{56869E1C-AA6C-4C87-87C4-492CF6D91166}" type="parTrans" cxnId="{2289E509-6502-48DE-B981-194D2E3B8172}">
      <dgm:prSet/>
      <dgm:spPr/>
      <dgm:t>
        <a:bodyPr/>
        <a:lstStyle/>
        <a:p>
          <a:endParaRPr lang="en-DE"/>
        </a:p>
      </dgm:t>
    </dgm:pt>
    <dgm:pt modelId="{1994F786-4E8D-486A-9299-D74BCB2BE247}" type="sibTrans" cxnId="{2289E509-6502-48DE-B981-194D2E3B8172}">
      <dgm:prSet/>
      <dgm:spPr/>
      <dgm:t>
        <a:bodyPr/>
        <a:lstStyle/>
        <a:p>
          <a:endParaRPr lang="en-DE"/>
        </a:p>
      </dgm:t>
    </dgm:pt>
    <dgm:pt modelId="{3695B6C1-EA48-4570-9AFC-57FF9AFF8143}">
      <dgm:prSet phldrT="[Text]" custT="1"/>
      <dgm:spPr/>
      <dgm:t>
        <a:bodyPr/>
        <a:lstStyle/>
        <a:p>
          <a:r>
            <a:rPr lang="en-US" sz="900" b="1" dirty="0"/>
            <a:t>21.10:</a:t>
          </a:r>
          <a:r>
            <a:rPr lang="en-US" sz="900" dirty="0"/>
            <a:t> BTP team is checking the issue.</a:t>
          </a:r>
          <a:endParaRPr lang="en-DE" sz="900" dirty="0"/>
        </a:p>
      </dgm:t>
    </dgm:pt>
    <dgm:pt modelId="{34C0BDF0-A4B6-45DB-BB06-BFBB161A4064}" type="parTrans" cxnId="{6647F26B-74B0-4FD2-95BF-C62714764251}">
      <dgm:prSet/>
      <dgm:spPr/>
      <dgm:t>
        <a:bodyPr/>
        <a:lstStyle/>
        <a:p>
          <a:endParaRPr lang="en-DE"/>
        </a:p>
      </dgm:t>
    </dgm:pt>
    <dgm:pt modelId="{AA502C87-9967-4A9D-8EA6-C714A16D8723}" type="sibTrans" cxnId="{6647F26B-74B0-4FD2-95BF-C62714764251}">
      <dgm:prSet/>
      <dgm:spPr/>
      <dgm:t>
        <a:bodyPr/>
        <a:lstStyle/>
        <a:p>
          <a:endParaRPr lang="en-DE"/>
        </a:p>
      </dgm:t>
    </dgm:pt>
    <dgm:pt modelId="{448F7C33-F19C-4BA1-90D9-13A158DF166E}">
      <dgm:prSet phldrT="[Text]" custT="1"/>
      <dgm:spPr/>
      <dgm:t>
        <a:bodyPr/>
        <a:lstStyle/>
        <a:p>
          <a:r>
            <a:rPr lang="en-US" sz="1100" b="1" dirty="0"/>
            <a:t>S4 to </a:t>
          </a:r>
          <a:r>
            <a:rPr lang="en-US" sz="1100" b="1" dirty="0" err="1"/>
            <a:t>myMall</a:t>
          </a:r>
          <a:r>
            <a:rPr lang="en-US" sz="1100" b="1" dirty="0"/>
            <a:t> connection (OCI) Connection- </a:t>
          </a:r>
          <a:r>
            <a:rPr lang="en-US" sz="1100" b="0" dirty="0"/>
            <a:t>Connection is working fine but Supplier (IFA) field value mapping  IFA to BP is required </a:t>
          </a:r>
          <a:r>
            <a:rPr lang="en-US" sz="1100" b="0" dirty="0">
              <a:solidFill>
                <a:srgbClr val="FFFF00"/>
              </a:solidFill>
            </a:rPr>
            <a:t> (New requirement): Workaround is available.</a:t>
          </a:r>
          <a:endParaRPr lang="en-DE" sz="1100" dirty="0"/>
        </a:p>
      </dgm:t>
    </dgm:pt>
    <dgm:pt modelId="{E3143A60-4601-4948-B4D2-17F79F206A80}" type="parTrans" cxnId="{C1295C8A-AB0E-4553-9766-94EA7F7E511B}">
      <dgm:prSet/>
      <dgm:spPr/>
      <dgm:t>
        <a:bodyPr/>
        <a:lstStyle/>
        <a:p>
          <a:endParaRPr lang="en-DE"/>
        </a:p>
      </dgm:t>
    </dgm:pt>
    <dgm:pt modelId="{9DB6BE34-B160-4A52-84C7-D2A89B9BBB6D}" type="sibTrans" cxnId="{C1295C8A-AB0E-4553-9766-94EA7F7E511B}">
      <dgm:prSet/>
      <dgm:spPr/>
      <dgm:t>
        <a:bodyPr/>
        <a:lstStyle/>
        <a:p>
          <a:endParaRPr lang="en-DE"/>
        </a:p>
      </dgm:t>
    </dgm:pt>
    <dgm:pt modelId="{71378CC3-FF5F-4502-9771-EA524B39CE49}">
      <dgm:prSet phldrT="[Text]" custT="1"/>
      <dgm:spPr/>
      <dgm:t>
        <a:bodyPr/>
        <a:lstStyle/>
        <a:p>
          <a:r>
            <a:rPr lang="en-US" sz="800" b="1" i="0" dirty="0"/>
            <a:t>21.10:</a:t>
          </a:r>
          <a:r>
            <a:rPr lang="en-US" sz="800" b="0" i="0" dirty="0"/>
            <a:t> Received a 404 Forbidden error while transferring items from </a:t>
          </a:r>
          <a:r>
            <a:rPr lang="en-US" sz="800" b="0" i="0" dirty="0" err="1"/>
            <a:t>myMall</a:t>
          </a:r>
          <a:r>
            <a:rPr lang="en-US" sz="800" b="0" i="0" dirty="0"/>
            <a:t> to S4. Reason: OData service update was not completed; it started working after some time.</a:t>
          </a:r>
          <a:endParaRPr lang="en-DE" sz="800" dirty="0"/>
        </a:p>
      </dgm:t>
    </dgm:pt>
    <dgm:pt modelId="{68CDE79B-7D80-4A67-A765-BF6BC6AD9C7E}" type="parTrans" cxnId="{ABD6E29B-2E0E-4D25-A2B6-3037407DFF92}">
      <dgm:prSet/>
      <dgm:spPr/>
      <dgm:t>
        <a:bodyPr/>
        <a:lstStyle/>
        <a:p>
          <a:endParaRPr lang="en-DE"/>
        </a:p>
      </dgm:t>
    </dgm:pt>
    <dgm:pt modelId="{109249AA-4D75-4A84-B337-154BD9033C93}" type="sibTrans" cxnId="{ABD6E29B-2E0E-4D25-A2B6-3037407DFF92}">
      <dgm:prSet/>
      <dgm:spPr/>
      <dgm:t>
        <a:bodyPr/>
        <a:lstStyle/>
        <a:p>
          <a:endParaRPr lang="en-DE"/>
        </a:p>
      </dgm:t>
    </dgm:pt>
    <dgm:pt modelId="{C7AADC72-35E3-4493-A675-1E44088B14C2}">
      <dgm:prSet custT="1"/>
      <dgm:spPr/>
      <dgm:t>
        <a:bodyPr/>
        <a:lstStyle/>
        <a:p>
          <a:r>
            <a:rPr lang="en-US" sz="900" b="1" i="0" dirty="0"/>
            <a:t>22.10:</a:t>
          </a:r>
          <a:r>
            <a:rPr lang="en-US" sz="900" b="0" i="0" dirty="0"/>
            <a:t> </a:t>
          </a:r>
          <a:r>
            <a:rPr lang="en-US" sz="900" b="0" i="0" dirty="0" err="1"/>
            <a:t>RFC_Azure</a:t>
          </a:r>
          <a:r>
            <a:rPr lang="en-US" sz="900" b="0" i="0" dirty="0"/>
            <a:t> SNC is updated, but the issue is not resolved.</a:t>
          </a:r>
        </a:p>
      </dgm:t>
    </dgm:pt>
    <dgm:pt modelId="{F2D4DA60-F6FC-4917-BB1F-63339C8AF8A1}" type="parTrans" cxnId="{8566E93D-6524-4D66-9A65-BDFF4B641A87}">
      <dgm:prSet/>
      <dgm:spPr/>
      <dgm:t>
        <a:bodyPr/>
        <a:lstStyle/>
        <a:p>
          <a:endParaRPr lang="en-DE"/>
        </a:p>
      </dgm:t>
    </dgm:pt>
    <dgm:pt modelId="{379B6CB6-D764-4B93-BD57-FA65679FA58A}" type="sibTrans" cxnId="{8566E93D-6524-4D66-9A65-BDFF4B641A87}">
      <dgm:prSet/>
      <dgm:spPr/>
      <dgm:t>
        <a:bodyPr/>
        <a:lstStyle/>
        <a:p>
          <a:endParaRPr lang="en-DE"/>
        </a:p>
      </dgm:t>
    </dgm:pt>
    <dgm:pt modelId="{341BFC80-2570-4ECC-BEB9-6F35D743BAE5}">
      <dgm:prSet custT="1"/>
      <dgm:spPr/>
      <dgm:t>
        <a:bodyPr/>
        <a:lstStyle/>
        <a:p>
          <a:r>
            <a:rPr lang="en-US" sz="900" b="1" i="0" dirty="0"/>
            <a:t>23.10:</a:t>
          </a:r>
          <a:r>
            <a:rPr lang="en-US" sz="900" b="0" i="0" dirty="0"/>
            <a:t> Investigation is still ongoing from the EAI side and basis side.</a:t>
          </a:r>
        </a:p>
      </dgm:t>
    </dgm:pt>
    <dgm:pt modelId="{BF166CBA-9760-428D-BA72-C4BC90B6AFFD}" type="parTrans" cxnId="{A0DC87F5-4E0E-47A6-AB3B-FF9C355CC7D0}">
      <dgm:prSet/>
      <dgm:spPr/>
      <dgm:t>
        <a:bodyPr/>
        <a:lstStyle/>
        <a:p>
          <a:endParaRPr lang="en-DE"/>
        </a:p>
      </dgm:t>
    </dgm:pt>
    <dgm:pt modelId="{101E565C-4768-4EBB-9485-14946E0F8BB6}" type="sibTrans" cxnId="{A0DC87F5-4E0E-47A6-AB3B-FF9C355CC7D0}">
      <dgm:prSet/>
      <dgm:spPr/>
      <dgm:t>
        <a:bodyPr/>
        <a:lstStyle/>
        <a:p>
          <a:endParaRPr lang="en-DE"/>
        </a:p>
      </dgm:t>
    </dgm:pt>
    <dgm:pt modelId="{6FD8AD94-7280-451C-B730-E36F32EA8F63}">
      <dgm:prSet custT="1"/>
      <dgm:spPr/>
      <dgm:t>
        <a:bodyPr/>
        <a:lstStyle/>
        <a:p>
          <a:r>
            <a:rPr lang="en-US" sz="900" b="1" i="0" dirty="0"/>
            <a:t>24.10:</a:t>
          </a:r>
          <a:r>
            <a:rPr lang="en-US" sz="900" b="0" i="0" dirty="0"/>
            <a:t> Investigation is still ongoing from the EAI side and basis side.</a:t>
          </a:r>
        </a:p>
      </dgm:t>
    </dgm:pt>
    <dgm:pt modelId="{92ED3D48-6000-443F-9E73-BA0C80B20EC7}" type="parTrans" cxnId="{AE89AFDE-CE32-44E0-AB4D-0108706EAB46}">
      <dgm:prSet/>
      <dgm:spPr/>
      <dgm:t>
        <a:bodyPr/>
        <a:lstStyle/>
        <a:p>
          <a:endParaRPr lang="en-DE"/>
        </a:p>
      </dgm:t>
    </dgm:pt>
    <dgm:pt modelId="{DCBA0513-C60C-4908-B38B-B7C7A2F9442F}" type="sibTrans" cxnId="{AE89AFDE-CE32-44E0-AB4D-0108706EAB46}">
      <dgm:prSet/>
      <dgm:spPr/>
      <dgm:t>
        <a:bodyPr/>
        <a:lstStyle/>
        <a:p>
          <a:endParaRPr lang="en-DE"/>
        </a:p>
      </dgm:t>
    </dgm:pt>
    <dgm:pt modelId="{6C8924DC-7000-48FA-9B9D-A465C2F7C9B4}">
      <dgm:prSet custT="1"/>
      <dgm:spPr/>
      <dgm:t>
        <a:bodyPr/>
        <a:lstStyle/>
        <a:p>
          <a:r>
            <a:rPr lang="en-US" sz="900" b="1" i="0" dirty="0"/>
            <a:t>25.10:</a:t>
          </a:r>
          <a:r>
            <a:rPr lang="en-US" sz="900" b="0" i="0" dirty="0"/>
            <a:t> Defect 8500011844 in Solman was created and assigned to </a:t>
          </a:r>
          <a:r>
            <a:rPr lang="en-US" sz="900" b="0" i="0" dirty="0" err="1"/>
            <a:t>Hima</a:t>
          </a:r>
          <a:r>
            <a:rPr lang="en-US" sz="900" b="0" i="0" dirty="0"/>
            <a:t> (Infosys).</a:t>
          </a:r>
        </a:p>
      </dgm:t>
    </dgm:pt>
    <dgm:pt modelId="{891E56F5-5FB6-40CA-AF60-30B5330B02D8}" type="parTrans" cxnId="{E6526E5C-B9A5-4C9C-90D6-2FFC5E45014E}">
      <dgm:prSet/>
      <dgm:spPr/>
      <dgm:t>
        <a:bodyPr/>
        <a:lstStyle/>
        <a:p>
          <a:endParaRPr lang="en-DE"/>
        </a:p>
      </dgm:t>
    </dgm:pt>
    <dgm:pt modelId="{B951757A-F371-4B9B-A5C6-6A3A8DCF4FC5}" type="sibTrans" cxnId="{E6526E5C-B9A5-4C9C-90D6-2FFC5E45014E}">
      <dgm:prSet/>
      <dgm:spPr/>
      <dgm:t>
        <a:bodyPr/>
        <a:lstStyle/>
        <a:p>
          <a:endParaRPr lang="en-DE"/>
        </a:p>
      </dgm:t>
    </dgm:pt>
    <dgm:pt modelId="{3DAB0FE9-12B5-4523-82DE-F1B6316E5403}">
      <dgm:prSet custT="1"/>
      <dgm:spPr/>
      <dgm:t>
        <a:bodyPr/>
        <a:lstStyle/>
        <a:p>
          <a:r>
            <a:rPr lang="en-US" sz="900" b="1" i="0" dirty="0"/>
            <a:t>28.10:</a:t>
          </a:r>
          <a:r>
            <a:rPr lang="en-US" sz="900" b="0" i="0" dirty="0"/>
            <a:t> Ticket 6000120884 was created to assign the </a:t>
          </a:r>
          <a:r>
            <a:rPr lang="en-US" sz="900" b="0" i="0" dirty="0" err="1"/>
            <a:t>myMall</a:t>
          </a:r>
          <a:r>
            <a:rPr lang="en-US" sz="900" b="0" i="0" dirty="0"/>
            <a:t> to the RFC_AZURE user.</a:t>
          </a:r>
        </a:p>
      </dgm:t>
    </dgm:pt>
    <dgm:pt modelId="{91A11739-C707-4C3E-A431-9B6267A2583E}" type="parTrans" cxnId="{5D349030-0F65-41E1-BCFB-B295E94D126B}">
      <dgm:prSet/>
      <dgm:spPr/>
      <dgm:t>
        <a:bodyPr/>
        <a:lstStyle/>
        <a:p>
          <a:endParaRPr lang="en-DE"/>
        </a:p>
      </dgm:t>
    </dgm:pt>
    <dgm:pt modelId="{5BB1568B-65BC-4599-993B-3B9F50826D92}" type="sibTrans" cxnId="{5D349030-0F65-41E1-BCFB-B295E94D126B}">
      <dgm:prSet/>
      <dgm:spPr/>
      <dgm:t>
        <a:bodyPr/>
        <a:lstStyle/>
        <a:p>
          <a:endParaRPr lang="en-DE"/>
        </a:p>
      </dgm:t>
    </dgm:pt>
    <dgm:pt modelId="{4AB93380-A408-47E8-ACEB-D015D662C010}">
      <dgm:prSet custT="1"/>
      <dgm:spPr/>
      <dgm:t>
        <a:bodyPr/>
        <a:lstStyle/>
        <a:p>
          <a:r>
            <a:rPr lang="en-US" sz="900" b="1" i="0" dirty="0"/>
            <a:t>29.10:</a:t>
          </a:r>
          <a:r>
            <a:rPr lang="en-US" sz="900" b="0" i="0" dirty="0"/>
            <a:t> Even after assigning the role, the issue is not resolved, so basis (Norbert) will raise a high priority incident to SAP.</a:t>
          </a:r>
        </a:p>
      </dgm:t>
    </dgm:pt>
    <dgm:pt modelId="{1AF67B8F-9CDE-4320-B304-F99B4DF0BA04}" type="parTrans" cxnId="{DB33AEDB-2A1E-425D-9542-1CC9E49A1542}">
      <dgm:prSet/>
      <dgm:spPr/>
      <dgm:t>
        <a:bodyPr/>
        <a:lstStyle/>
        <a:p>
          <a:endParaRPr lang="en-DE"/>
        </a:p>
      </dgm:t>
    </dgm:pt>
    <dgm:pt modelId="{CECB28D1-4DA1-460F-81CC-0023C32AC6CA}" type="sibTrans" cxnId="{DB33AEDB-2A1E-425D-9542-1CC9E49A1542}">
      <dgm:prSet/>
      <dgm:spPr/>
      <dgm:t>
        <a:bodyPr/>
        <a:lstStyle/>
        <a:p>
          <a:endParaRPr lang="en-DE"/>
        </a:p>
      </dgm:t>
    </dgm:pt>
    <dgm:pt modelId="{41EA97FB-747D-4E3E-8FE1-93F4F3535B37}">
      <dgm:prSet custT="1"/>
      <dgm:spPr/>
      <dgm:t>
        <a:bodyPr/>
        <a:lstStyle/>
        <a:p>
          <a:r>
            <a:rPr lang="en-US" sz="900" b="1" i="0" dirty="0"/>
            <a:t>30.10</a:t>
          </a:r>
          <a:r>
            <a:rPr lang="en-US" sz="900" b="0" i="0" dirty="0"/>
            <a:t> : 404 Error : need to  change SMICM Parameter change for server port 5 - done but issue is not resolved, Stan from interface side still checking it.</a:t>
          </a:r>
        </a:p>
      </dgm:t>
    </dgm:pt>
    <dgm:pt modelId="{82163B9C-36BF-4069-9F32-0F3A32CE1560}" type="parTrans" cxnId="{B663267E-A22F-4C1E-BDAF-DA4577C75671}">
      <dgm:prSet/>
      <dgm:spPr/>
      <dgm:t>
        <a:bodyPr/>
        <a:lstStyle/>
        <a:p>
          <a:endParaRPr lang="en-DE"/>
        </a:p>
      </dgm:t>
    </dgm:pt>
    <dgm:pt modelId="{43ABB119-CF85-45C9-9BB6-B8FE91280E05}" type="sibTrans" cxnId="{B663267E-A22F-4C1E-BDAF-DA4577C75671}">
      <dgm:prSet/>
      <dgm:spPr/>
      <dgm:t>
        <a:bodyPr/>
        <a:lstStyle/>
        <a:p>
          <a:endParaRPr lang="en-DE"/>
        </a:p>
      </dgm:t>
    </dgm:pt>
    <dgm:pt modelId="{90A04614-1308-4D28-9BCD-52C11761842D}">
      <dgm:prSet custT="1"/>
      <dgm:spPr/>
      <dgm:t>
        <a:bodyPr/>
        <a:lstStyle/>
        <a:p>
          <a:r>
            <a:rPr lang="en-US" sz="900" b="1" i="0" dirty="0"/>
            <a:t>05.10 : </a:t>
          </a:r>
          <a:r>
            <a:rPr lang="en-US" sz="900" b="0" i="0" dirty="0"/>
            <a:t>Issue is resolved after changing the port 5 and activating the </a:t>
          </a:r>
          <a:r>
            <a:rPr lang="en-US" sz="900" dirty="0"/>
            <a:t>ICF node /</a:t>
          </a:r>
          <a:r>
            <a:rPr lang="en-US" sz="900" dirty="0" err="1"/>
            <a:t>default_host</a:t>
          </a:r>
          <a:r>
            <a:rPr lang="en-US" sz="900" dirty="0"/>
            <a:t>/sap/</a:t>
          </a:r>
          <a:r>
            <a:rPr lang="en-US" sz="900" dirty="0" err="1"/>
            <a:t>bc</a:t>
          </a:r>
          <a:r>
            <a:rPr lang="en-US" sz="900" dirty="0"/>
            <a:t>/soap/</a:t>
          </a:r>
          <a:r>
            <a:rPr lang="en-US" sz="900" dirty="0" err="1"/>
            <a:t>rfc</a:t>
          </a:r>
          <a:r>
            <a:rPr lang="en-US" sz="900" dirty="0"/>
            <a:t> in S4 line, old messages were cleared.</a:t>
          </a:r>
          <a:endParaRPr lang="en-US" sz="900" b="0" i="0" dirty="0"/>
        </a:p>
      </dgm:t>
    </dgm:pt>
    <dgm:pt modelId="{B7D0EFF2-B392-4912-931A-9373C6077115}" type="parTrans" cxnId="{E14AA4D5-D653-4D4D-A60D-50779CB2B2C8}">
      <dgm:prSet/>
      <dgm:spPr/>
      <dgm:t>
        <a:bodyPr/>
        <a:lstStyle/>
        <a:p>
          <a:endParaRPr lang="en-DE"/>
        </a:p>
      </dgm:t>
    </dgm:pt>
    <dgm:pt modelId="{0A2D4A90-AB96-4746-B61E-CB448D3FE48A}" type="sibTrans" cxnId="{E14AA4D5-D653-4D4D-A60D-50779CB2B2C8}">
      <dgm:prSet/>
      <dgm:spPr/>
      <dgm:t>
        <a:bodyPr/>
        <a:lstStyle/>
        <a:p>
          <a:endParaRPr lang="en-DE"/>
        </a:p>
      </dgm:t>
    </dgm:pt>
    <dgm:pt modelId="{2DE54955-88BE-4F9C-9BAF-70B7705B3AD8}">
      <dgm:prSet custT="1"/>
      <dgm:spPr/>
      <dgm:t>
        <a:bodyPr/>
        <a:lstStyle/>
        <a:p>
          <a:r>
            <a:rPr lang="en-US" sz="900" b="1" dirty="0"/>
            <a:t>22.10:</a:t>
          </a:r>
          <a:r>
            <a:rPr lang="en-US" sz="900" dirty="0"/>
            <a:t> Version mismatch (missing decision table) found.</a:t>
          </a:r>
        </a:p>
      </dgm:t>
    </dgm:pt>
    <dgm:pt modelId="{3F1F0B54-1DD0-4F09-AEA9-ADC2B459E572}" type="parTrans" cxnId="{7C797017-E366-4120-AE6E-189031C531B7}">
      <dgm:prSet/>
      <dgm:spPr/>
      <dgm:t>
        <a:bodyPr/>
        <a:lstStyle/>
        <a:p>
          <a:endParaRPr lang="en-DE"/>
        </a:p>
      </dgm:t>
    </dgm:pt>
    <dgm:pt modelId="{62A52E15-1F09-458D-A8DE-1178E2E15E27}" type="sibTrans" cxnId="{7C797017-E366-4120-AE6E-189031C531B7}">
      <dgm:prSet/>
      <dgm:spPr/>
      <dgm:t>
        <a:bodyPr/>
        <a:lstStyle/>
        <a:p>
          <a:endParaRPr lang="en-DE"/>
        </a:p>
      </dgm:t>
    </dgm:pt>
    <dgm:pt modelId="{766B21D4-CAD7-46F1-893D-E3BC799E7602}">
      <dgm:prSet custT="1"/>
      <dgm:spPr/>
      <dgm:t>
        <a:bodyPr/>
        <a:lstStyle/>
        <a:p>
          <a:r>
            <a:rPr lang="en-US" sz="900" b="1" dirty="0"/>
            <a:t>23.10:</a:t>
          </a:r>
          <a:r>
            <a:rPr lang="en-US" sz="900" dirty="0"/>
            <a:t> Problem with deployment of an artifact on SAP Build Process Automation where the workflow deployment is stuck for an unknown reason. High priority ticket 1082584/2024 is raised to SAP.</a:t>
          </a:r>
        </a:p>
      </dgm:t>
    </dgm:pt>
    <dgm:pt modelId="{55CEEAE6-F014-42EF-80CA-6998104D8838}" type="parTrans" cxnId="{541548ED-A789-4A5B-8C6F-CD254ED6B8D3}">
      <dgm:prSet/>
      <dgm:spPr/>
      <dgm:t>
        <a:bodyPr/>
        <a:lstStyle/>
        <a:p>
          <a:endParaRPr lang="en-DE"/>
        </a:p>
      </dgm:t>
    </dgm:pt>
    <dgm:pt modelId="{0A273564-60C8-4021-8831-47374960ADCD}" type="sibTrans" cxnId="{541548ED-A789-4A5B-8C6F-CD254ED6B8D3}">
      <dgm:prSet/>
      <dgm:spPr/>
      <dgm:t>
        <a:bodyPr/>
        <a:lstStyle/>
        <a:p>
          <a:endParaRPr lang="en-DE"/>
        </a:p>
      </dgm:t>
    </dgm:pt>
    <dgm:pt modelId="{B6E6B4F2-69DC-45D4-8B93-86470353F325}">
      <dgm:prSet custT="1"/>
      <dgm:spPr/>
      <dgm:t>
        <a:bodyPr/>
        <a:lstStyle/>
        <a:p>
          <a:r>
            <a:rPr lang="en-US" sz="900" b="1" dirty="0"/>
            <a:t>24.10:</a:t>
          </a:r>
          <a:r>
            <a:rPr lang="en-US" sz="900" dirty="0"/>
            <a:t> BTP Platform team is following up with SAP.</a:t>
          </a:r>
        </a:p>
      </dgm:t>
    </dgm:pt>
    <dgm:pt modelId="{E9C461AB-40B0-492C-9943-E6EC0919AA2D}" type="parTrans" cxnId="{5FB9DE57-FCF9-4837-8854-28F05BE2BFEA}">
      <dgm:prSet/>
      <dgm:spPr/>
      <dgm:t>
        <a:bodyPr/>
        <a:lstStyle/>
        <a:p>
          <a:endParaRPr lang="en-DE"/>
        </a:p>
      </dgm:t>
    </dgm:pt>
    <dgm:pt modelId="{D26EBDF2-9341-4961-A296-C89C7434DB85}" type="sibTrans" cxnId="{5FB9DE57-FCF9-4837-8854-28F05BE2BFEA}">
      <dgm:prSet/>
      <dgm:spPr/>
      <dgm:t>
        <a:bodyPr/>
        <a:lstStyle/>
        <a:p>
          <a:endParaRPr lang="en-DE"/>
        </a:p>
      </dgm:t>
    </dgm:pt>
    <dgm:pt modelId="{F9412BCB-DA4B-4736-B310-7BE16F863B00}">
      <dgm:prSet custT="1"/>
      <dgm:spPr/>
      <dgm:t>
        <a:bodyPr/>
        <a:lstStyle/>
        <a:p>
          <a:r>
            <a:rPr lang="en-US" sz="900" b="1" dirty="0"/>
            <a:t>25.10:</a:t>
          </a:r>
          <a:r>
            <a:rPr lang="en-US" sz="900" dirty="0"/>
            <a:t> Issue got escalated and we are waiting for a fast resolution from SAP/BTP side.</a:t>
          </a:r>
        </a:p>
      </dgm:t>
    </dgm:pt>
    <dgm:pt modelId="{6884853C-3ACE-47C1-A478-04562AB6F764}" type="parTrans" cxnId="{1307022C-6068-4F36-97DE-04A3D9CC16CF}">
      <dgm:prSet/>
      <dgm:spPr/>
      <dgm:t>
        <a:bodyPr/>
        <a:lstStyle/>
        <a:p>
          <a:endParaRPr lang="en-DE"/>
        </a:p>
      </dgm:t>
    </dgm:pt>
    <dgm:pt modelId="{1536E81E-8846-435E-9B3E-66E0E8C77A33}" type="sibTrans" cxnId="{1307022C-6068-4F36-97DE-04A3D9CC16CF}">
      <dgm:prSet/>
      <dgm:spPr/>
      <dgm:t>
        <a:bodyPr/>
        <a:lstStyle/>
        <a:p>
          <a:endParaRPr lang="en-DE"/>
        </a:p>
      </dgm:t>
    </dgm:pt>
    <dgm:pt modelId="{EBFAE403-0712-4A88-A4C5-0AD0E7FBD6E8}">
      <dgm:prSet custT="1"/>
      <dgm:spPr/>
      <dgm:t>
        <a:bodyPr/>
        <a:lstStyle/>
        <a:p>
          <a:r>
            <a:rPr lang="en-US" sz="900" b="1" dirty="0"/>
            <a:t>28.10:</a:t>
          </a:r>
          <a:r>
            <a:rPr lang="en-US" sz="900" dirty="0"/>
            <a:t> BTP workflow, mail notification, and automatic PO creation worked during the smoke test. PO 4500103924 was created via OCI.</a:t>
          </a:r>
        </a:p>
      </dgm:t>
    </dgm:pt>
    <dgm:pt modelId="{A51524B0-7403-412B-8030-85C52F25A8F5}" type="parTrans" cxnId="{4A0FCBE5-E0CC-4262-BB7E-0FAB51FAE2D2}">
      <dgm:prSet/>
      <dgm:spPr/>
      <dgm:t>
        <a:bodyPr/>
        <a:lstStyle/>
        <a:p>
          <a:endParaRPr lang="en-DE"/>
        </a:p>
      </dgm:t>
    </dgm:pt>
    <dgm:pt modelId="{1C16818D-53F9-4C9A-8CB7-869F94411EF0}" type="sibTrans" cxnId="{4A0FCBE5-E0CC-4262-BB7E-0FAB51FAE2D2}">
      <dgm:prSet/>
      <dgm:spPr/>
      <dgm:t>
        <a:bodyPr/>
        <a:lstStyle/>
        <a:p>
          <a:endParaRPr lang="en-DE"/>
        </a:p>
      </dgm:t>
    </dgm:pt>
    <dgm:pt modelId="{8D1D6F1B-9706-4A64-8F43-ABB8CDD4581F}">
      <dgm:prSet custT="1"/>
      <dgm:spPr/>
      <dgm:t>
        <a:bodyPr/>
        <a:lstStyle/>
        <a:p>
          <a:r>
            <a:rPr lang="en-US" sz="800" b="1" i="0" dirty="0"/>
            <a:t>22.10:</a:t>
          </a:r>
          <a:r>
            <a:rPr lang="en-US" sz="800" b="0" i="0" dirty="0"/>
            <a:t> OCI value mapping issue: </a:t>
          </a:r>
          <a:r>
            <a:rPr lang="en-US" sz="800" b="0" i="0" dirty="0" err="1"/>
            <a:t>myMall</a:t>
          </a:r>
          <a:r>
            <a:rPr lang="en-US" sz="800" b="0" i="0" dirty="0"/>
            <a:t> is sending the supplier IFA number to S4, and the requester has to change it to the BP number manually.</a:t>
          </a:r>
        </a:p>
      </dgm:t>
    </dgm:pt>
    <dgm:pt modelId="{FBC8EF4B-BD35-4463-8034-C0642260D8C5}" type="parTrans" cxnId="{CCA01B9A-3771-4B9A-AFF1-4A7B34474EC7}">
      <dgm:prSet/>
      <dgm:spPr/>
      <dgm:t>
        <a:bodyPr/>
        <a:lstStyle/>
        <a:p>
          <a:endParaRPr lang="en-DE"/>
        </a:p>
      </dgm:t>
    </dgm:pt>
    <dgm:pt modelId="{DA1DCF6F-1F83-43A7-8C40-276ECCBC1A2B}" type="sibTrans" cxnId="{CCA01B9A-3771-4B9A-AFF1-4A7B34474EC7}">
      <dgm:prSet/>
      <dgm:spPr/>
      <dgm:t>
        <a:bodyPr/>
        <a:lstStyle/>
        <a:p>
          <a:endParaRPr lang="en-DE"/>
        </a:p>
      </dgm:t>
    </dgm:pt>
    <dgm:pt modelId="{2567E5B1-9297-48ED-8604-4D098224EFD2}">
      <dgm:prSet custT="1"/>
      <dgm:spPr/>
      <dgm:t>
        <a:bodyPr/>
        <a:lstStyle/>
        <a:p>
          <a:r>
            <a:rPr lang="en-US" sz="800" b="1" i="0" dirty="0"/>
            <a:t>23.10:</a:t>
          </a:r>
          <a:r>
            <a:rPr lang="en-US" sz="800" b="0" i="0" dirty="0"/>
            <a:t> Supplier field mapping for OCI from </a:t>
          </a:r>
          <a:r>
            <a:rPr lang="en-US" sz="800" b="0" i="0" dirty="0" err="1"/>
            <a:t>myMall</a:t>
          </a:r>
          <a:r>
            <a:rPr lang="en-US" sz="800" b="0" i="0" dirty="0"/>
            <a:t> to S4 needs to be adjusted with BP.</a:t>
          </a:r>
        </a:p>
      </dgm:t>
    </dgm:pt>
    <dgm:pt modelId="{E66031DF-F829-4B9F-A7E8-A56E0ECB82B5}" type="parTrans" cxnId="{39E13D6C-3F36-48AB-A1CA-F8D904C0CFE1}">
      <dgm:prSet/>
      <dgm:spPr/>
      <dgm:t>
        <a:bodyPr/>
        <a:lstStyle/>
        <a:p>
          <a:endParaRPr lang="en-DE"/>
        </a:p>
      </dgm:t>
    </dgm:pt>
    <dgm:pt modelId="{2B9C2550-A273-4EA7-85E4-ABA2A393A5A7}" type="sibTrans" cxnId="{39E13D6C-3F36-48AB-A1CA-F8D904C0CFE1}">
      <dgm:prSet/>
      <dgm:spPr/>
      <dgm:t>
        <a:bodyPr/>
        <a:lstStyle/>
        <a:p>
          <a:endParaRPr lang="en-DE"/>
        </a:p>
      </dgm:t>
    </dgm:pt>
    <dgm:pt modelId="{FF555E18-4BBA-4DE0-9D6A-1BEF0BE20EE9}">
      <dgm:prSet custT="1"/>
      <dgm:spPr/>
      <dgm:t>
        <a:bodyPr/>
        <a:lstStyle/>
        <a:p>
          <a:r>
            <a:rPr lang="en-US" sz="800" b="1" i="0" dirty="0"/>
            <a:t>24.10:</a:t>
          </a:r>
          <a:r>
            <a:rPr lang="en-US" sz="800" b="0" i="0" dirty="0"/>
            <a:t> Incident INC41584398 was raised to the </a:t>
          </a:r>
          <a:r>
            <a:rPr lang="en-US" sz="800" b="0" i="0" dirty="0" err="1"/>
            <a:t>myMall</a:t>
          </a:r>
          <a:r>
            <a:rPr lang="en-US" sz="800" b="0" i="0" dirty="0"/>
            <a:t> team to adjust the mapping.</a:t>
          </a:r>
        </a:p>
      </dgm:t>
    </dgm:pt>
    <dgm:pt modelId="{5AE972EE-52EC-4D86-9307-72239FD4BEA3}" type="parTrans" cxnId="{4BB6BFB0-928E-4E7F-AA6A-C96EB3574C26}">
      <dgm:prSet/>
      <dgm:spPr/>
      <dgm:t>
        <a:bodyPr/>
        <a:lstStyle/>
        <a:p>
          <a:endParaRPr lang="en-DE"/>
        </a:p>
      </dgm:t>
    </dgm:pt>
    <dgm:pt modelId="{CB46EDC6-8D35-48CE-BFCA-D82F4B40C1E9}" type="sibTrans" cxnId="{4BB6BFB0-928E-4E7F-AA6A-C96EB3574C26}">
      <dgm:prSet/>
      <dgm:spPr/>
      <dgm:t>
        <a:bodyPr/>
        <a:lstStyle/>
        <a:p>
          <a:endParaRPr lang="en-DE"/>
        </a:p>
      </dgm:t>
    </dgm:pt>
    <dgm:pt modelId="{DF781E4D-4C63-4517-A936-C475992B0BF4}">
      <dgm:prSet custT="1"/>
      <dgm:spPr/>
      <dgm:t>
        <a:bodyPr/>
        <a:lstStyle/>
        <a:p>
          <a:r>
            <a:rPr lang="en-US" sz="800" b="1" i="0" dirty="0"/>
            <a:t>25.10:</a:t>
          </a:r>
          <a:r>
            <a:rPr lang="en-US" sz="800" b="0" i="0" dirty="0"/>
            <a:t> As per WPS, it is not possible via standard field value mapping; they have suggested to use the custom field ZZW_VENDOR_IFA.</a:t>
          </a:r>
        </a:p>
      </dgm:t>
    </dgm:pt>
    <dgm:pt modelId="{7C15C9D1-A8F7-4DC2-8E6A-CAE5D848E326}" type="parTrans" cxnId="{426BBDB4-1961-4A74-A2EF-BA07BF071BCE}">
      <dgm:prSet/>
      <dgm:spPr/>
      <dgm:t>
        <a:bodyPr/>
        <a:lstStyle/>
        <a:p>
          <a:endParaRPr lang="en-DE"/>
        </a:p>
      </dgm:t>
    </dgm:pt>
    <dgm:pt modelId="{2BE4E582-0F20-44D7-9007-8556DDF5B86A}" type="sibTrans" cxnId="{426BBDB4-1961-4A74-A2EF-BA07BF071BCE}">
      <dgm:prSet/>
      <dgm:spPr/>
      <dgm:t>
        <a:bodyPr/>
        <a:lstStyle/>
        <a:p>
          <a:endParaRPr lang="en-DE"/>
        </a:p>
      </dgm:t>
    </dgm:pt>
    <dgm:pt modelId="{7F198FD7-0D67-46CF-B4DD-034CC45196BC}">
      <dgm:prSet custT="1"/>
      <dgm:spPr/>
      <dgm:t>
        <a:bodyPr/>
        <a:lstStyle/>
        <a:p>
          <a:r>
            <a:rPr lang="en-US" sz="800" b="1" i="0" dirty="0"/>
            <a:t>28.10:</a:t>
          </a:r>
          <a:r>
            <a:rPr lang="en-US" sz="800" b="0" i="0" dirty="0"/>
            <a:t> After maintaining the custom field ZZW_VENDOR_IFA in </a:t>
          </a:r>
          <a:r>
            <a:rPr lang="en-US" sz="800" b="0" i="0" dirty="0" err="1"/>
            <a:t>myMall</a:t>
          </a:r>
          <a:r>
            <a:rPr lang="en-US" sz="800" b="0" i="0" dirty="0"/>
            <a:t>, the issue was not resolved as this custom field doesn’t transfer to S4.</a:t>
          </a:r>
        </a:p>
      </dgm:t>
    </dgm:pt>
    <dgm:pt modelId="{8A5A9A1E-3D60-490F-8683-0D528C9BDB2D}" type="parTrans" cxnId="{BD08400D-FC1D-4FC3-9B57-4D512DDF6656}">
      <dgm:prSet/>
      <dgm:spPr/>
      <dgm:t>
        <a:bodyPr/>
        <a:lstStyle/>
        <a:p>
          <a:endParaRPr lang="en-DE"/>
        </a:p>
      </dgm:t>
    </dgm:pt>
    <dgm:pt modelId="{E9135080-2F4C-4444-9B2D-5D27E83E00D4}" type="sibTrans" cxnId="{BD08400D-FC1D-4FC3-9B57-4D512DDF6656}">
      <dgm:prSet/>
      <dgm:spPr/>
      <dgm:t>
        <a:bodyPr/>
        <a:lstStyle/>
        <a:p>
          <a:endParaRPr lang="en-DE"/>
        </a:p>
      </dgm:t>
    </dgm:pt>
    <dgm:pt modelId="{26217B7F-4E23-42B3-8162-3EC0A3159A36}">
      <dgm:prSet custT="1"/>
      <dgm:spPr/>
      <dgm:t>
        <a:bodyPr/>
        <a:lstStyle/>
        <a:p>
          <a:r>
            <a:rPr lang="en-US" sz="800" b="1" i="0" dirty="0"/>
            <a:t>29.10:</a:t>
          </a:r>
          <a:r>
            <a:rPr lang="en-US" sz="800" b="0" i="0" dirty="0"/>
            <a:t> Checking with development for field mapping; most probably, an enhancement will be needed for OCI value mapping.</a:t>
          </a:r>
        </a:p>
      </dgm:t>
    </dgm:pt>
    <dgm:pt modelId="{4E9B5522-FA14-48C9-A49E-7365AE012F92}" type="parTrans" cxnId="{6F12CAAD-D2F3-44AB-9DB1-ECCC7071680C}">
      <dgm:prSet/>
      <dgm:spPr/>
      <dgm:t>
        <a:bodyPr/>
        <a:lstStyle/>
        <a:p>
          <a:endParaRPr lang="en-DE"/>
        </a:p>
      </dgm:t>
    </dgm:pt>
    <dgm:pt modelId="{F59B87DC-2E93-402A-9691-D852C6FF5BF4}" type="sibTrans" cxnId="{6F12CAAD-D2F3-44AB-9DB1-ECCC7071680C}">
      <dgm:prSet/>
      <dgm:spPr/>
      <dgm:t>
        <a:bodyPr/>
        <a:lstStyle/>
        <a:p>
          <a:endParaRPr lang="en-DE"/>
        </a:p>
      </dgm:t>
    </dgm:pt>
    <dgm:pt modelId="{620F8112-143B-4AF6-BAEF-D0E1875088FF}">
      <dgm:prSet custT="1"/>
      <dgm:spPr/>
      <dgm:t>
        <a:bodyPr/>
        <a:lstStyle/>
        <a:p>
          <a:r>
            <a:rPr lang="en-US" sz="800" b="1" i="0" dirty="0"/>
            <a:t>30.10</a:t>
          </a:r>
          <a:r>
            <a:rPr lang="en-US" sz="800" b="0" i="0" dirty="0"/>
            <a:t> : </a:t>
          </a:r>
          <a:r>
            <a:rPr lang="en-US" sz="800" dirty="0"/>
            <a:t>Need to enhance the logic in S4 side by implementing the BADI.</a:t>
          </a:r>
          <a:endParaRPr lang="en-US" sz="800" b="0" i="0" dirty="0"/>
        </a:p>
      </dgm:t>
    </dgm:pt>
    <dgm:pt modelId="{1F1C4F55-1F53-4E00-9DBD-E5D4B74F3C64}" type="parTrans" cxnId="{B5061558-E12D-4259-BB7A-A4BD4320011B}">
      <dgm:prSet/>
      <dgm:spPr/>
      <dgm:t>
        <a:bodyPr/>
        <a:lstStyle/>
        <a:p>
          <a:endParaRPr lang="en-DE"/>
        </a:p>
      </dgm:t>
    </dgm:pt>
    <dgm:pt modelId="{84CB29D9-5B8D-4EDC-A360-CDBEE22AB2C2}" type="sibTrans" cxnId="{B5061558-E12D-4259-BB7A-A4BD4320011B}">
      <dgm:prSet/>
      <dgm:spPr/>
      <dgm:t>
        <a:bodyPr/>
        <a:lstStyle/>
        <a:p>
          <a:endParaRPr lang="en-DE"/>
        </a:p>
      </dgm:t>
    </dgm:pt>
    <dgm:pt modelId="{F0607374-5A92-407B-A700-D8075AF2AA0E}">
      <dgm:prSet custT="1"/>
      <dgm:spPr/>
      <dgm:t>
        <a:bodyPr/>
        <a:lstStyle/>
        <a:p>
          <a:r>
            <a:rPr lang="en-US" sz="800" b="1" i="0" dirty="0"/>
            <a:t>05.10 </a:t>
          </a:r>
          <a:r>
            <a:rPr lang="en-US" sz="800" b="0" i="0" dirty="0"/>
            <a:t>:Project-REQ: 6000121549/INC 6000121626  is created and assigned to development team but it can’t be handled under bugfix, so feature &amp; story is requested by Dev team.</a:t>
          </a:r>
        </a:p>
      </dgm:t>
    </dgm:pt>
    <dgm:pt modelId="{5D64E3ED-FF26-466D-AEBC-99E94BF9CC29}" type="parTrans" cxnId="{58C0FF14-7CED-4C03-92DC-771A24890AC8}">
      <dgm:prSet/>
      <dgm:spPr/>
      <dgm:t>
        <a:bodyPr/>
        <a:lstStyle/>
        <a:p>
          <a:endParaRPr lang="en-DE"/>
        </a:p>
      </dgm:t>
    </dgm:pt>
    <dgm:pt modelId="{E73BB8D6-F8E9-45DD-916C-F69FB1A18C7F}" type="sibTrans" cxnId="{58C0FF14-7CED-4C03-92DC-771A24890AC8}">
      <dgm:prSet/>
      <dgm:spPr/>
      <dgm:t>
        <a:bodyPr/>
        <a:lstStyle/>
        <a:p>
          <a:endParaRPr lang="en-DE"/>
        </a:p>
      </dgm:t>
    </dgm:pt>
    <dgm:pt modelId="{C6F3E625-A7B0-45EE-9103-A0BB400A882A}">
      <dgm:prSet custT="1"/>
      <dgm:spPr/>
      <dgm:t>
        <a:bodyPr/>
        <a:lstStyle/>
        <a:p>
          <a:r>
            <a:rPr lang="en-US" sz="800" b="1" i="0" dirty="0"/>
            <a:t>06.10 : </a:t>
          </a:r>
          <a:r>
            <a:rPr lang="en-US" sz="800" b="0" i="0" dirty="0"/>
            <a:t>Story SX-91313 is created to development team under OCI feature  SX-91234 enhancement.</a:t>
          </a:r>
        </a:p>
      </dgm:t>
    </dgm:pt>
    <dgm:pt modelId="{30630B83-896E-4701-BE59-F426C2837BC9}" type="parTrans" cxnId="{E72DAD56-527D-40F5-AB13-20A345474752}">
      <dgm:prSet/>
      <dgm:spPr/>
      <dgm:t>
        <a:bodyPr/>
        <a:lstStyle/>
        <a:p>
          <a:endParaRPr lang="en-DE"/>
        </a:p>
      </dgm:t>
    </dgm:pt>
    <dgm:pt modelId="{6A4CB13F-2296-4314-9F86-53F1A2ADD358}" type="sibTrans" cxnId="{E72DAD56-527D-40F5-AB13-20A345474752}">
      <dgm:prSet/>
      <dgm:spPr/>
      <dgm:t>
        <a:bodyPr/>
        <a:lstStyle/>
        <a:p>
          <a:endParaRPr lang="en-DE"/>
        </a:p>
      </dgm:t>
    </dgm:pt>
    <dgm:pt modelId="{6AFDEBBD-EF85-430B-BA1F-97C8CD10A040}" type="pres">
      <dgm:prSet presAssocID="{8A255159-3377-4EEC-823E-37B5C01C3830}" presName="Name0" presStyleCnt="0">
        <dgm:presLayoutVars>
          <dgm:dir/>
          <dgm:animLvl val="lvl"/>
          <dgm:resizeHandles val="exact"/>
        </dgm:presLayoutVars>
      </dgm:prSet>
      <dgm:spPr/>
    </dgm:pt>
    <dgm:pt modelId="{D1CAC41D-05D9-4ED6-92D3-4EDD97A3F56B}" type="pres">
      <dgm:prSet presAssocID="{4B18B80F-5B11-4A86-B29D-2B3D8337759D}" presName="composite" presStyleCnt="0"/>
      <dgm:spPr/>
    </dgm:pt>
    <dgm:pt modelId="{997EDAE2-43DE-486B-A16D-9BED0CF7E786}" type="pres">
      <dgm:prSet presAssocID="{4B18B80F-5B11-4A86-B29D-2B3D8337759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CFB3551-60C9-467D-BAD0-60849F6DB940}" type="pres">
      <dgm:prSet presAssocID="{4B18B80F-5B11-4A86-B29D-2B3D8337759D}" presName="desTx" presStyleLbl="alignAccFollowNode1" presStyleIdx="0" presStyleCnt="3">
        <dgm:presLayoutVars>
          <dgm:bulletEnabled val="1"/>
        </dgm:presLayoutVars>
      </dgm:prSet>
      <dgm:spPr/>
    </dgm:pt>
    <dgm:pt modelId="{89004E61-92D9-4728-9C8F-202846B09CF1}" type="pres">
      <dgm:prSet presAssocID="{B883F12E-F707-4B49-9328-A71268BAA2FE}" presName="space" presStyleCnt="0"/>
      <dgm:spPr/>
    </dgm:pt>
    <dgm:pt modelId="{5F795E48-DA95-4A0C-B7FF-AEFFF7CCBB0A}" type="pres">
      <dgm:prSet presAssocID="{EC34D313-DE9A-494D-BD79-317061EC8D7B}" presName="composite" presStyleCnt="0"/>
      <dgm:spPr/>
    </dgm:pt>
    <dgm:pt modelId="{3EFFFA38-4471-4604-B49F-7467CF9B8759}" type="pres">
      <dgm:prSet presAssocID="{EC34D313-DE9A-494D-BD79-317061EC8D7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E62505E-F54E-4DA9-8AD2-6F34C822AEC3}" type="pres">
      <dgm:prSet presAssocID="{EC34D313-DE9A-494D-BD79-317061EC8D7B}" presName="desTx" presStyleLbl="alignAccFollowNode1" presStyleIdx="1" presStyleCnt="3">
        <dgm:presLayoutVars>
          <dgm:bulletEnabled val="1"/>
        </dgm:presLayoutVars>
      </dgm:prSet>
      <dgm:spPr/>
    </dgm:pt>
    <dgm:pt modelId="{BCF6F8E8-E265-4DB7-9B1A-6DB9BE940DCD}" type="pres">
      <dgm:prSet presAssocID="{1994F786-4E8D-486A-9299-D74BCB2BE247}" presName="space" presStyleCnt="0"/>
      <dgm:spPr/>
    </dgm:pt>
    <dgm:pt modelId="{05237052-8A50-449C-B285-9C23D6856270}" type="pres">
      <dgm:prSet presAssocID="{448F7C33-F19C-4BA1-90D9-13A158DF166E}" presName="composite" presStyleCnt="0"/>
      <dgm:spPr/>
    </dgm:pt>
    <dgm:pt modelId="{17DE1DFF-E253-40BC-88F8-8D8878203ECD}" type="pres">
      <dgm:prSet presAssocID="{448F7C33-F19C-4BA1-90D9-13A158DF166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6D555D6-86E2-4EB5-830E-B441BFABD4F8}" type="pres">
      <dgm:prSet presAssocID="{448F7C33-F19C-4BA1-90D9-13A158DF166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289E509-6502-48DE-B981-194D2E3B8172}" srcId="{8A255159-3377-4EEC-823E-37B5C01C3830}" destId="{EC34D313-DE9A-494D-BD79-317061EC8D7B}" srcOrd="1" destOrd="0" parTransId="{56869E1C-AA6C-4C87-87C4-492CF6D91166}" sibTransId="{1994F786-4E8D-486A-9299-D74BCB2BE247}"/>
    <dgm:cxn modelId="{BD08400D-FC1D-4FC3-9B57-4D512DDF6656}" srcId="{448F7C33-F19C-4BA1-90D9-13A158DF166E}" destId="{7F198FD7-0D67-46CF-B4DD-034CC45196BC}" srcOrd="5" destOrd="0" parTransId="{8A5A9A1E-3D60-490F-8683-0D528C9BDB2D}" sibTransId="{E9135080-2F4C-4444-9B2D-5D27E83E00D4}"/>
    <dgm:cxn modelId="{64840111-2593-44C8-89B4-8C727AD5D407}" type="presOf" srcId="{2567E5B1-9297-48ED-8604-4D098224EFD2}" destId="{B6D555D6-86E2-4EB5-830E-B441BFABD4F8}" srcOrd="0" destOrd="2" presId="urn:microsoft.com/office/officeart/2005/8/layout/hList1"/>
    <dgm:cxn modelId="{5F4AED12-1878-4C3A-852E-E148602ACB5F}" type="presOf" srcId="{B6E6B4F2-69DC-45D4-8B93-86470353F325}" destId="{EE62505E-F54E-4DA9-8AD2-6F34C822AEC3}" srcOrd="0" destOrd="3" presId="urn:microsoft.com/office/officeart/2005/8/layout/hList1"/>
    <dgm:cxn modelId="{58C0FF14-7CED-4C03-92DC-771A24890AC8}" srcId="{448F7C33-F19C-4BA1-90D9-13A158DF166E}" destId="{F0607374-5A92-407B-A700-D8075AF2AA0E}" srcOrd="8" destOrd="0" parTransId="{5D64E3ED-FF26-466D-AEBC-99E94BF9CC29}" sibTransId="{E73BB8D6-F8E9-45DD-916C-F69FB1A18C7F}"/>
    <dgm:cxn modelId="{7C797017-E366-4120-AE6E-189031C531B7}" srcId="{EC34D313-DE9A-494D-BD79-317061EC8D7B}" destId="{2DE54955-88BE-4F9C-9BAF-70B7705B3AD8}" srcOrd="1" destOrd="0" parTransId="{3F1F0B54-1DD0-4F09-AEA9-ADC2B459E572}" sibTransId="{62A52E15-1F09-458D-A8DE-1178E2E15E27}"/>
    <dgm:cxn modelId="{1307022C-6068-4F36-97DE-04A3D9CC16CF}" srcId="{EC34D313-DE9A-494D-BD79-317061EC8D7B}" destId="{F9412BCB-DA4B-4736-B310-7BE16F863B00}" srcOrd="4" destOrd="0" parTransId="{6884853C-3ACE-47C1-A478-04562AB6F764}" sibTransId="{1536E81E-8846-435E-9B3E-66E0E8C77A33}"/>
    <dgm:cxn modelId="{5D349030-0F65-41E1-BCFB-B295E94D126B}" srcId="{4B18B80F-5B11-4A86-B29D-2B3D8337759D}" destId="{3DAB0FE9-12B5-4523-82DE-F1B6316E5403}" srcOrd="5" destOrd="0" parTransId="{91A11739-C707-4C3E-A431-9B6267A2583E}" sibTransId="{5BB1568B-65BC-4599-993B-3B9F50826D92}"/>
    <dgm:cxn modelId="{FC8F3C37-4F69-4661-8FD6-1759F59ACF49}" type="presOf" srcId="{36A75577-0679-4EC4-9101-4B5BC5BEA4A3}" destId="{0CFB3551-60C9-467D-BAD0-60849F6DB940}" srcOrd="0" destOrd="0" presId="urn:microsoft.com/office/officeart/2005/8/layout/hList1"/>
    <dgm:cxn modelId="{23F06E38-D996-43FD-9349-19D090265C65}" type="presOf" srcId="{3DAB0FE9-12B5-4523-82DE-F1B6316E5403}" destId="{0CFB3551-60C9-467D-BAD0-60849F6DB940}" srcOrd="0" destOrd="5" presId="urn:microsoft.com/office/officeart/2005/8/layout/hList1"/>
    <dgm:cxn modelId="{8566E93D-6524-4D66-9A65-BDFF4B641A87}" srcId="{4B18B80F-5B11-4A86-B29D-2B3D8337759D}" destId="{C7AADC72-35E3-4493-A675-1E44088B14C2}" srcOrd="1" destOrd="0" parTransId="{F2D4DA60-F6FC-4917-BB1F-63339C8AF8A1}" sibTransId="{379B6CB6-D764-4B93-BD57-FA65679FA58A}"/>
    <dgm:cxn modelId="{43EF345B-130B-40C3-A0C9-EF08CAC7C1CE}" type="presOf" srcId="{6FD8AD94-7280-451C-B730-E36F32EA8F63}" destId="{0CFB3551-60C9-467D-BAD0-60849F6DB940}" srcOrd="0" destOrd="3" presId="urn:microsoft.com/office/officeart/2005/8/layout/hList1"/>
    <dgm:cxn modelId="{E6526E5C-B9A5-4C9C-90D6-2FFC5E45014E}" srcId="{4B18B80F-5B11-4A86-B29D-2B3D8337759D}" destId="{6C8924DC-7000-48FA-9B9D-A465C2F7C9B4}" srcOrd="4" destOrd="0" parTransId="{891E56F5-5FB6-40CA-AF60-30B5330B02D8}" sibTransId="{B951757A-F371-4B9B-A5C6-6A3A8DCF4FC5}"/>
    <dgm:cxn modelId="{2A68805C-48C7-4EC2-943E-38123D562DFB}" type="presOf" srcId="{41EA97FB-747D-4E3E-8FE1-93F4F3535B37}" destId="{0CFB3551-60C9-467D-BAD0-60849F6DB940}" srcOrd="0" destOrd="7" presId="urn:microsoft.com/office/officeart/2005/8/layout/hList1"/>
    <dgm:cxn modelId="{C2A86969-19DF-41B3-BDB2-72E117BBA41E}" type="presOf" srcId="{26217B7F-4E23-42B3-8162-3EC0A3159A36}" destId="{B6D555D6-86E2-4EB5-830E-B441BFABD4F8}" srcOrd="0" destOrd="6" presId="urn:microsoft.com/office/officeart/2005/8/layout/hList1"/>
    <dgm:cxn modelId="{C7F3D649-8D6F-41FC-A0A5-FCFC6E4F9B4F}" type="presOf" srcId="{F0607374-5A92-407B-A700-D8075AF2AA0E}" destId="{B6D555D6-86E2-4EB5-830E-B441BFABD4F8}" srcOrd="0" destOrd="8" presId="urn:microsoft.com/office/officeart/2005/8/layout/hList1"/>
    <dgm:cxn modelId="{6647F26B-74B0-4FD2-95BF-C62714764251}" srcId="{EC34D313-DE9A-494D-BD79-317061EC8D7B}" destId="{3695B6C1-EA48-4570-9AFC-57FF9AFF8143}" srcOrd="0" destOrd="0" parTransId="{34C0BDF0-A4B6-45DB-BB06-BFBB161A4064}" sibTransId="{AA502C87-9967-4A9D-8EA6-C714A16D8723}"/>
    <dgm:cxn modelId="{39E13D6C-3F36-48AB-A1CA-F8D904C0CFE1}" srcId="{448F7C33-F19C-4BA1-90D9-13A158DF166E}" destId="{2567E5B1-9297-48ED-8604-4D098224EFD2}" srcOrd="2" destOrd="0" parTransId="{E66031DF-F829-4B9F-A7E8-A56E0ECB82B5}" sibTransId="{2B9C2550-A273-4EA7-85E4-ABA2A393A5A7}"/>
    <dgm:cxn modelId="{486D1071-744F-46C6-A85B-A7153F7325FC}" type="presOf" srcId="{EBFAE403-0712-4A88-A4C5-0AD0E7FBD6E8}" destId="{EE62505E-F54E-4DA9-8AD2-6F34C822AEC3}" srcOrd="0" destOrd="5" presId="urn:microsoft.com/office/officeart/2005/8/layout/hList1"/>
    <dgm:cxn modelId="{B54B4B52-BC86-4BDD-B619-4C42EC9D9CE8}" type="presOf" srcId="{3695B6C1-EA48-4570-9AFC-57FF9AFF8143}" destId="{EE62505E-F54E-4DA9-8AD2-6F34C822AEC3}" srcOrd="0" destOrd="0" presId="urn:microsoft.com/office/officeart/2005/8/layout/hList1"/>
    <dgm:cxn modelId="{8665E453-43C5-4272-A077-0A798886EF78}" type="presOf" srcId="{448F7C33-F19C-4BA1-90D9-13A158DF166E}" destId="{17DE1DFF-E253-40BC-88F8-8D8878203ECD}" srcOrd="0" destOrd="0" presId="urn:microsoft.com/office/officeart/2005/8/layout/hList1"/>
    <dgm:cxn modelId="{E72DAD56-527D-40F5-AB13-20A345474752}" srcId="{448F7C33-F19C-4BA1-90D9-13A158DF166E}" destId="{C6F3E625-A7B0-45EE-9103-A0BB400A882A}" srcOrd="9" destOrd="0" parTransId="{30630B83-896E-4701-BE59-F426C2837BC9}" sibTransId="{6A4CB13F-2296-4314-9F86-53F1A2ADD358}"/>
    <dgm:cxn modelId="{0D2E5557-AD60-4B00-BDCC-473344B52EAF}" type="presOf" srcId="{F9412BCB-DA4B-4736-B310-7BE16F863B00}" destId="{EE62505E-F54E-4DA9-8AD2-6F34C822AEC3}" srcOrd="0" destOrd="4" presId="urn:microsoft.com/office/officeart/2005/8/layout/hList1"/>
    <dgm:cxn modelId="{5FB9DE57-FCF9-4837-8854-28F05BE2BFEA}" srcId="{EC34D313-DE9A-494D-BD79-317061EC8D7B}" destId="{B6E6B4F2-69DC-45D4-8B93-86470353F325}" srcOrd="3" destOrd="0" parTransId="{E9C461AB-40B0-492C-9943-E6EC0919AA2D}" sibTransId="{D26EBDF2-9341-4961-A296-C89C7434DB85}"/>
    <dgm:cxn modelId="{B5061558-E12D-4259-BB7A-A4BD4320011B}" srcId="{448F7C33-F19C-4BA1-90D9-13A158DF166E}" destId="{620F8112-143B-4AF6-BAEF-D0E1875088FF}" srcOrd="7" destOrd="0" parTransId="{1F1C4F55-1F53-4E00-9DBD-E5D4B74F3C64}" sibTransId="{84CB29D9-5B8D-4EDC-A360-CDBEE22AB2C2}"/>
    <dgm:cxn modelId="{BE2C9B7B-8652-4D9B-B98D-F22A20AA5824}" type="presOf" srcId="{90A04614-1308-4D28-9BCD-52C11761842D}" destId="{0CFB3551-60C9-467D-BAD0-60849F6DB940}" srcOrd="0" destOrd="8" presId="urn:microsoft.com/office/officeart/2005/8/layout/hList1"/>
    <dgm:cxn modelId="{B663267E-A22F-4C1E-BDAF-DA4577C75671}" srcId="{4B18B80F-5B11-4A86-B29D-2B3D8337759D}" destId="{41EA97FB-747D-4E3E-8FE1-93F4F3535B37}" srcOrd="7" destOrd="0" parTransId="{82163B9C-36BF-4069-9F32-0F3A32CE1560}" sibTransId="{43ABB119-CF85-45C9-9BB6-B8FE91280E05}"/>
    <dgm:cxn modelId="{5B36A981-6FCB-4BEB-B452-A8CC086CEC84}" type="presOf" srcId="{DF781E4D-4C63-4517-A936-C475992B0BF4}" destId="{B6D555D6-86E2-4EB5-830E-B441BFABD4F8}" srcOrd="0" destOrd="4" presId="urn:microsoft.com/office/officeart/2005/8/layout/hList1"/>
    <dgm:cxn modelId="{C1295C8A-AB0E-4553-9766-94EA7F7E511B}" srcId="{8A255159-3377-4EEC-823E-37B5C01C3830}" destId="{448F7C33-F19C-4BA1-90D9-13A158DF166E}" srcOrd="2" destOrd="0" parTransId="{E3143A60-4601-4948-B4D2-17F79F206A80}" sibTransId="{9DB6BE34-B160-4A52-84C7-D2A89B9BBB6D}"/>
    <dgm:cxn modelId="{0F6C4394-D414-408F-8506-60ED8F92AF4A}" type="presOf" srcId="{C6F3E625-A7B0-45EE-9103-A0BB400A882A}" destId="{B6D555D6-86E2-4EB5-830E-B441BFABD4F8}" srcOrd="0" destOrd="9" presId="urn:microsoft.com/office/officeart/2005/8/layout/hList1"/>
    <dgm:cxn modelId="{CCA01B9A-3771-4B9A-AFF1-4A7B34474EC7}" srcId="{448F7C33-F19C-4BA1-90D9-13A158DF166E}" destId="{8D1D6F1B-9706-4A64-8F43-ABB8CDD4581F}" srcOrd="1" destOrd="0" parTransId="{FBC8EF4B-BD35-4463-8034-C0642260D8C5}" sibTransId="{DA1DCF6F-1F83-43A7-8C40-276ECCBC1A2B}"/>
    <dgm:cxn modelId="{ABD6E29B-2E0E-4D25-A2B6-3037407DFF92}" srcId="{448F7C33-F19C-4BA1-90D9-13A158DF166E}" destId="{71378CC3-FF5F-4502-9771-EA524B39CE49}" srcOrd="0" destOrd="0" parTransId="{68CDE79B-7D80-4A67-A765-BF6BC6AD9C7E}" sibTransId="{109249AA-4D75-4A84-B337-154BD9033C93}"/>
    <dgm:cxn modelId="{15D01EA8-1C98-4CA9-95F9-12E40AFF710F}" type="presOf" srcId="{766B21D4-CAD7-46F1-893D-E3BC799E7602}" destId="{EE62505E-F54E-4DA9-8AD2-6F34C822AEC3}" srcOrd="0" destOrd="2" presId="urn:microsoft.com/office/officeart/2005/8/layout/hList1"/>
    <dgm:cxn modelId="{6F12CAAD-D2F3-44AB-9DB1-ECCC7071680C}" srcId="{448F7C33-F19C-4BA1-90D9-13A158DF166E}" destId="{26217B7F-4E23-42B3-8162-3EC0A3159A36}" srcOrd="6" destOrd="0" parTransId="{4E9B5522-FA14-48C9-A49E-7365AE012F92}" sibTransId="{F59B87DC-2E93-402A-9691-D852C6FF5BF4}"/>
    <dgm:cxn modelId="{4A485BB0-D04F-43F3-B66A-FBD37171D05F}" type="presOf" srcId="{620F8112-143B-4AF6-BAEF-D0E1875088FF}" destId="{B6D555D6-86E2-4EB5-830E-B441BFABD4F8}" srcOrd="0" destOrd="7" presId="urn:microsoft.com/office/officeart/2005/8/layout/hList1"/>
    <dgm:cxn modelId="{4BB6BFB0-928E-4E7F-AA6A-C96EB3574C26}" srcId="{448F7C33-F19C-4BA1-90D9-13A158DF166E}" destId="{FF555E18-4BBA-4DE0-9D6A-1BEF0BE20EE9}" srcOrd="3" destOrd="0" parTransId="{5AE972EE-52EC-4D86-9307-72239FD4BEA3}" sibTransId="{CB46EDC6-8D35-48CE-BFCA-D82F4B40C1E9}"/>
    <dgm:cxn modelId="{4C1EF5B3-47E6-4D56-B0C5-CF2056E64882}" type="presOf" srcId="{71378CC3-FF5F-4502-9771-EA524B39CE49}" destId="{B6D555D6-86E2-4EB5-830E-B441BFABD4F8}" srcOrd="0" destOrd="0" presId="urn:microsoft.com/office/officeart/2005/8/layout/hList1"/>
    <dgm:cxn modelId="{426BBDB4-1961-4A74-A2EF-BA07BF071BCE}" srcId="{448F7C33-F19C-4BA1-90D9-13A158DF166E}" destId="{DF781E4D-4C63-4517-A936-C475992B0BF4}" srcOrd="4" destOrd="0" parTransId="{7C15C9D1-A8F7-4DC2-8E6A-CAE5D848E326}" sibTransId="{2BE4E582-0F20-44D7-9007-8556DDF5B86A}"/>
    <dgm:cxn modelId="{64C9BAB6-58FA-400F-80AB-3464815F5A61}" type="presOf" srcId="{6C8924DC-7000-48FA-9B9D-A465C2F7C9B4}" destId="{0CFB3551-60C9-467D-BAD0-60849F6DB940}" srcOrd="0" destOrd="4" presId="urn:microsoft.com/office/officeart/2005/8/layout/hList1"/>
    <dgm:cxn modelId="{D8EF34BA-79E7-4844-BE77-187EC67FF04D}" type="presOf" srcId="{7F198FD7-0D67-46CF-B4DD-034CC45196BC}" destId="{B6D555D6-86E2-4EB5-830E-B441BFABD4F8}" srcOrd="0" destOrd="5" presId="urn:microsoft.com/office/officeart/2005/8/layout/hList1"/>
    <dgm:cxn modelId="{E80062BA-7970-45F7-995E-3E7D58F1DA63}" type="presOf" srcId="{341BFC80-2570-4ECC-BEB9-6F35D743BAE5}" destId="{0CFB3551-60C9-467D-BAD0-60849F6DB940}" srcOrd="0" destOrd="2" presId="urn:microsoft.com/office/officeart/2005/8/layout/hList1"/>
    <dgm:cxn modelId="{732F55C3-B921-4ACB-AD88-F7AEDD483810}" srcId="{4B18B80F-5B11-4A86-B29D-2B3D8337759D}" destId="{36A75577-0679-4EC4-9101-4B5BC5BEA4A3}" srcOrd="0" destOrd="0" parTransId="{145C7E7B-8958-4E5E-AE4B-6BF185554267}" sibTransId="{60D96E7B-DE17-4E59-97AA-9B03F97E1D3C}"/>
    <dgm:cxn modelId="{8DB4E7C3-8E8D-43C2-8CF8-1EC1DD008B8A}" type="presOf" srcId="{8D1D6F1B-9706-4A64-8F43-ABB8CDD4581F}" destId="{B6D555D6-86E2-4EB5-830E-B441BFABD4F8}" srcOrd="0" destOrd="1" presId="urn:microsoft.com/office/officeart/2005/8/layout/hList1"/>
    <dgm:cxn modelId="{29C422C7-2FF3-4454-95E9-E207C389B0DA}" type="presOf" srcId="{FF555E18-4BBA-4DE0-9D6A-1BEF0BE20EE9}" destId="{B6D555D6-86E2-4EB5-830E-B441BFABD4F8}" srcOrd="0" destOrd="3" presId="urn:microsoft.com/office/officeart/2005/8/layout/hList1"/>
    <dgm:cxn modelId="{96B0B2CA-CF49-4E0F-B782-C310A6666CEF}" type="presOf" srcId="{EC34D313-DE9A-494D-BD79-317061EC8D7B}" destId="{3EFFFA38-4471-4604-B49F-7467CF9B8759}" srcOrd="0" destOrd="0" presId="urn:microsoft.com/office/officeart/2005/8/layout/hList1"/>
    <dgm:cxn modelId="{920A23CD-B240-4BE4-9D7A-BA5D60505461}" type="presOf" srcId="{C7AADC72-35E3-4493-A675-1E44088B14C2}" destId="{0CFB3551-60C9-467D-BAD0-60849F6DB940}" srcOrd="0" destOrd="1" presId="urn:microsoft.com/office/officeart/2005/8/layout/hList1"/>
    <dgm:cxn modelId="{2F2EF0CD-D50D-4542-AE1C-3A4481B768A1}" srcId="{8A255159-3377-4EEC-823E-37B5C01C3830}" destId="{4B18B80F-5B11-4A86-B29D-2B3D8337759D}" srcOrd="0" destOrd="0" parTransId="{D3F132CF-ED0B-44F9-85F5-DA1BC6E9B83D}" sibTransId="{B883F12E-F707-4B49-9328-A71268BAA2FE}"/>
    <dgm:cxn modelId="{E14AA4D5-D653-4D4D-A60D-50779CB2B2C8}" srcId="{4B18B80F-5B11-4A86-B29D-2B3D8337759D}" destId="{90A04614-1308-4D28-9BCD-52C11761842D}" srcOrd="8" destOrd="0" parTransId="{B7D0EFF2-B392-4912-931A-9373C6077115}" sibTransId="{0A2D4A90-AB96-4746-B61E-CB448D3FE48A}"/>
    <dgm:cxn modelId="{DB33AEDB-2A1E-425D-9542-1CC9E49A1542}" srcId="{4B18B80F-5B11-4A86-B29D-2B3D8337759D}" destId="{4AB93380-A408-47E8-ACEB-D015D662C010}" srcOrd="6" destOrd="0" parTransId="{1AF67B8F-9CDE-4320-B304-F99B4DF0BA04}" sibTransId="{CECB28D1-4DA1-460F-81CC-0023C32AC6CA}"/>
    <dgm:cxn modelId="{FA66D9DC-F141-4E56-8EEC-F97855685CFA}" type="presOf" srcId="{8A255159-3377-4EEC-823E-37B5C01C3830}" destId="{6AFDEBBD-EF85-430B-BA1F-97C8CD10A040}" srcOrd="0" destOrd="0" presId="urn:microsoft.com/office/officeart/2005/8/layout/hList1"/>
    <dgm:cxn modelId="{AE89AFDE-CE32-44E0-AB4D-0108706EAB46}" srcId="{4B18B80F-5B11-4A86-B29D-2B3D8337759D}" destId="{6FD8AD94-7280-451C-B730-E36F32EA8F63}" srcOrd="3" destOrd="0" parTransId="{92ED3D48-6000-443F-9E73-BA0C80B20EC7}" sibTransId="{DCBA0513-C60C-4908-B38B-B7C7A2F9442F}"/>
    <dgm:cxn modelId="{4A0FCBE5-E0CC-4262-BB7E-0FAB51FAE2D2}" srcId="{EC34D313-DE9A-494D-BD79-317061EC8D7B}" destId="{EBFAE403-0712-4A88-A4C5-0AD0E7FBD6E8}" srcOrd="5" destOrd="0" parTransId="{A51524B0-7403-412B-8030-85C52F25A8F5}" sibTransId="{1C16818D-53F9-4C9A-8CB7-869F94411EF0}"/>
    <dgm:cxn modelId="{0BB2D9E5-68FF-4A2A-9BA9-FEF11C17209D}" type="presOf" srcId="{4AB93380-A408-47E8-ACEB-D015D662C010}" destId="{0CFB3551-60C9-467D-BAD0-60849F6DB940}" srcOrd="0" destOrd="6" presId="urn:microsoft.com/office/officeart/2005/8/layout/hList1"/>
    <dgm:cxn modelId="{81ECD2EC-D9CC-486B-AA2F-99B048E5AE84}" type="presOf" srcId="{4B18B80F-5B11-4A86-B29D-2B3D8337759D}" destId="{997EDAE2-43DE-486B-A16D-9BED0CF7E786}" srcOrd="0" destOrd="0" presId="urn:microsoft.com/office/officeart/2005/8/layout/hList1"/>
    <dgm:cxn modelId="{541548ED-A789-4A5B-8C6F-CD254ED6B8D3}" srcId="{EC34D313-DE9A-494D-BD79-317061EC8D7B}" destId="{766B21D4-CAD7-46F1-893D-E3BC799E7602}" srcOrd="2" destOrd="0" parTransId="{55CEEAE6-F014-42EF-80CA-6998104D8838}" sibTransId="{0A273564-60C8-4021-8831-47374960ADCD}"/>
    <dgm:cxn modelId="{CB366DF2-5D4E-4CC5-8795-A1A1C02FFF05}" type="presOf" srcId="{2DE54955-88BE-4F9C-9BAF-70B7705B3AD8}" destId="{EE62505E-F54E-4DA9-8AD2-6F34C822AEC3}" srcOrd="0" destOrd="1" presId="urn:microsoft.com/office/officeart/2005/8/layout/hList1"/>
    <dgm:cxn modelId="{A0DC87F5-4E0E-47A6-AB3B-FF9C355CC7D0}" srcId="{4B18B80F-5B11-4A86-B29D-2B3D8337759D}" destId="{341BFC80-2570-4ECC-BEB9-6F35D743BAE5}" srcOrd="2" destOrd="0" parTransId="{BF166CBA-9760-428D-BA72-C4BC90B6AFFD}" sibTransId="{101E565C-4768-4EBB-9485-14946E0F8BB6}"/>
    <dgm:cxn modelId="{82C573BB-DD1E-4931-A043-2FC33646323D}" type="presParOf" srcId="{6AFDEBBD-EF85-430B-BA1F-97C8CD10A040}" destId="{D1CAC41D-05D9-4ED6-92D3-4EDD97A3F56B}" srcOrd="0" destOrd="0" presId="urn:microsoft.com/office/officeart/2005/8/layout/hList1"/>
    <dgm:cxn modelId="{E4E29DA0-E4AF-4926-94C8-1A9E2403008B}" type="presParOf" srcId="{D1CAC41D-05D9-4ED6-92D3-4EDD97A3F56B}" destId="{997EDAE2-43DE-486B-A16D-9BED0CF7E786}" srcOrd="0" destOrd="0" presId="urn:microsoft.com/office/officeart/2005/8/layout/hList1"/>
    <dgm:cxn modelId="{503C0CAF-CA1F-468D-9E91-4949CCFF1F54}" type="presParOf" srcId="{D1CAC41D-05D9-4ED6-92D3-4EDD97A3F56B}" destId="{0CFB3551-60C9-467D-BAD0-60849F6DB940}" srcOrd="1" destOrd="0" presId="urn:microsoft.com/office/officeart/2005/8/layout/hList1"/>
    <dgm:cxn modelId="{8D449B9F-838A-4FC2-9A0E-32AAFB96E0B7}" type="presParOf" srcId="{6AFDEBBD-EF85-430B-BA1F-97C8CD10A040}" destId="{89004E61-92D9-4728-9C8F-202846B09CF1}" srcOrd="1" destOrd="0" presId="urn:microsoft.com/office/officeart/2005/8/layout/hList1"/>
    <dgm:cxn modelId="{1D39EBB1-EFB0-4A56-8B5A-00E969300986}" type="presParOf" srcId="{6AFDEBBD-EF85-430B-BA1F-97C8CD10A040}" destId="{5F795E48-DA95-4A0C-B7FF-AEFFF7CCBB0A}" srcOrd="2" destOrd="0" presId="urn:microsoft.com/office/officeart/2005/8/layout/hList1"/>
    <dgm:cxn modelId="{A57591A7-2692-48B3-8471-98C6167A9817}" type="presParOf" srcId="{5F795E48-DA95-4A0C-B7FF-AEFFF7CCBB0A}" destId="{3EFFFA38-4471-4604-B49F-7467CF9B8759}" srcOrd="0" destOrd="0" presId="urn:microsoft.com/office/officeart/2005/8/layout/hList1"/>
    <dgm:cxn modelId="{44061512-69BD-4884-9E21-F52575DEFF53}" type="presParOf" srcId="{5F795E48-DA95-4A0C-B7FF-AEFFF7CCBB0A}" destId="{EE62505E-F54E-4DA9-8AD2-6F34C822AEC3}" srcOrd="1" destOrd="0" presId="urn:microsoft.com/office/officeart/2005/8/layout/hList1"/>
    <dgm:cxn modelId="{B3ADB91D-B4AA-4572-AAEA-911DE6B6D5E2}" type="presParOf" srcId="{6AFDEBBD-EF85-430B-BA1F-97C8CD10A040}" destId="{BCF6F8E8-E265-4DB7-9B1A-6DB9BE940DCD}" srcOrd="3" destOrd="0" presId="urn:microsoft.com/office/officeart/2005/8/layout/hList1"/>
    <dgm:cxn modelId="{9580737D-20B0-46FC-B045-96C2E543EBA8}" type="presParOf" srcId="{6AFDEBBD-EF85-430B-BA1F-97C8CD10A040}" destId="{05237052-8A50-449C-B285-9C23D6856270}" srcOrd="4" destOrd="0" presId="urn:microsoft.com/office/officeart/2005/8/layout/hList1"/>
    <dgm:cxn modelId="{009FBB0C-F3AD-4AA2-97A3-3F1DA7B0465A}" type="presParOf" srcId="{05237052-8A50-449C-B285-9C23D6856270}" destId="{17DE1DFF-E253-40BC-88F8-8D8878203ECD}" srcOrd="0" destOrd="0" presId="urn:microsoft.com/office/officeart/2005/8/layout/hList1"/>
    <dgm:cxn modelId="{A09B1111-E33F-4367-B47C-697E9C5F136B}" type="presParOf" srcId="{05237052-8A50-449C-B285-9C23D6856270}" destId="{B6D555D6-86E2-4EB5-830E-B441BFABD4F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AFE4E4-0DC8-4453-93A6-320D52C64AFC}" type="doc">
      <dgm:prSet loTypeId="urn:microsoft.com/office/officeart/2005/8/layout/process3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DE"/>
        </a:p>
      </dgm:t>
    </dgm:pt>
    <dgm:pt modelId="{EE726656-020A-491F-A94B-2BEFD2E4B781}">
      <dgm:prSet phldrT="[Text]"/>
      <dgm:spPr/>
      <dgm:t>
        <a:bodyPr/>
        <a:lstStyle/>
        <a:p>
          <a:r>
            <a:rPr lang="en-US"/>
            <a:t>S4</a:t>
          </a:r>
          <a:endParaRPr lang="en-DE" dirty="0"/>
        </a:p>
      </dgm:t>
    </dgm:pt>
    <dgm:pt modelId="{1AE6C665-7779-4C4D-AA84-B90433F1EFFA}" type="parTrans" cxnId="{7E888410-50AE-4D5B-9672-B62C17688718}">
      <dgm:prSet/>
      <dgm:spPr/>
      <dgm:t>
        <a:bodyPr/>
        <a:lstStyle/>
        <a:p>
          <a:endParaRPr lang="en-DE"/>
        </a:p>
      </dgm:t>
    </dgm:pt>
    <dgm:pt modelId="{01648DCF-3F08-4D78-9741-75C7672F3FDF}" type="sibTrans" cxnId="{7E888410-50AE-4D5B-9672-B62C17688718}">
      <dgm:prSet/>
      <dgm:spPr/>
      <dgm:t>
        <a:bodyPr/>
        <a:lstStyle/>
        <a:p>
          <a:endParaRPr lang="en-DE"/>
        </a:p>
      </dgm:t>
    </dgm:pt>
    <dgm:pt modelId="{CA6FF9B7-EACC-4C17-9EDE-C2782C0F472E}">
      <dgm:prSet phldrT="[Text]"/>
      <dgm:spPr/>
      <dgm:t>
        <a:bodyPr/>
        <a:lstStyle/>
        <a:p>
          <a:r>
            <a:rPr lang="en-US" dirty="0" err="1"/>
            <a:t>myMall</a:t>
          </a:r>
          <a:endParaRPr lang="en-DE" dirty="0"/>
        </a:p>
      </dgm:t>
    </dgm:pt>
    <dgm:pt modelId="{56854DA1-3D3C-4AB9-8A3B-2E4FF17E4A1E}" type="parTrans" cxnId="{13C2FD03-9A12-425C-8603-288A4DE547F2}">
      <dgm:prSet/>
      <dgm:spPr/>
      <dgm:t>
        <a:bodyPr/>
        <a:lstStyle/>
        <a:p>
          <a:endParaRPr lang="en-DE"/>
        </a:p>
      </dgm:t>
    </dgm:pt>
    <dgm:pt modelId="{B1688827-4CC2-4731-AB4E-4A43D5C354D6}" type="sibTrans" cxnId="{13C2FD03-9A12-425C-8603-288A4DE547F2}">
      <dgm:prSet/>
      <dgm:spPr/>
      <dgm:t>
        <a:bodyPr/>
        <a:lstStyle/>
        <a:p>
          <a:endParaRPr lang="en-DE"/>
        </a:p>
      </dgm:t>
    </dgm:pt>
    <dgm:pt modelId="{9E8AA718-6577-408D-816D-49E9CEC4BBCC}">
      <dgm:prSet phldrT="[Text]"/>
      <dgm:spPr/>
      <dgm:t>
        <a:bodyPr/>
        <a:lstStyle/>
        <a:p>
          <a:r>
            <a:rPr lang="en-US" dirty="0"/>
            <a:t>S4</a:t>
          </a:r>
          <a:endParaRPr lang="en-DE" dirty="0"/>
        </a:p>
      </dgm:t>
    </dgm:pt>
    <dgm:pt modelId="{FE25DAB0-9A13-4B47-9604-1C5E887A34DC}" type="parTrans" cxnId="{52DE5AC3-CDF9-4377-AF4E-B4A73CFF417C}">
      <dgm:prSet/>
      <dgm:spPr/>
      <dgm:t>
        <a:bodyPr/>
        <a:lstStyle/>
        <a:p>
          <a:endParaRPr lang="en-DE"/>
        </a:p>
      </dgm:t>
    </dgm:pt>
    <dgm:pt modelId="{1BBC040E-5D49-4375-ACC6-9F1B1805A53A}" type="sibTrans" cxnId="{52DE5AC3-CDF9-4377-AF4E-B4A73CFF417C}">
      <dgm:prSet/>
      <dgm:spPr/>
      <dgm:t>
        <a:bodyPr/>
        <a:lstStyle/>
        <a:p>
          <a:endParaRPr lang="en-DE"/>
        </a:p>
      </dgm:t>
    </dgm:pt>
    <dgm:pt modelId="{00AB4345-F276-4C4D-836F-216C34D41076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6.Choose the item from available catalog items.</a:t>
          </a:r>
          <a:endParaRPr lang="en-DE" dirty="0"/>
        </a:p>
      </dgm:t>
    </dgm:pt>
    <dgm:pt modelId="{7774451F-DF67-4FEA-9ECD-7426BB42CB97}" type="parTrans" cxnId="{44D75325-90E9-4440-AC72-1AE3196E65D6}">
      <dgm:prSet/>
      <dgm:spPr/>
      <dgm:t>
        <a:bodyPr/>
        <a:lstStyle/>
        <a:p>
          <a:endParaRPr lang="en-DE"/>
        </a:p>
      </dgm:t>
    </dgm:pt>
    <dgm:pt modelId="{05702842-2935-4E52-827C-0FE4C30DD635}" type="sibTrans" cxnId="{44D75325-90E9-4440-AC72-1AE3196E65D6}">
      <dgm:prSet/>
      <dgm:spPr/>
      <dgm:t>
        <a:bodyPr/>
        <a:lstStyle/>
        <a:p>
          <a:endParaRPr lang="en-DE"/>
        </a:p>
      </dgm:t>
    </dgm:pt>
    <dgm:pt modelId="{0D9C165A-E66B-495F-B09B-C8954BFFAE02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Catalog item details transfers to S4.</a:t>
          </a:r>
          <a:endParaRPr lang="en-DE" dirty="0"/>
        </a:p>
      </dgm:t>
    </dgm:pt>
    <dgm:pt modelId="{53B092CA-C6E4-4C79-92F8-BD05D6EAC14F}" type="parTrans" cxnId="{EB2A474B-84C7-475A-97C7-2C1DD11C20AE}">
      <dgm:prSet/>
      <dgm:spPr/>
      <dgm:t>
        <a:bodyPr/>
        <a:lstStyle/>
        <a:p>
          <a:endParaRPr lang="en-DE"/>
        </a:p>
      </dgm:t>
    </dgm:pt>
    <dgm:pt modelId="{B48AB0EC-4D53-4EE1-8D5D-2127857428B3}" type="sibTrans" cxnId="{EB2A474B-84C7-475A-97C7-2C1DD11C20AE}">
      <dgm:prSet/>
      <dgm:spPr/>
      <dgm:t>
        <a:bodyPr/>
        <a:lstStyle/>
        <a:p>
          <a:endParaRPr lang="en-DE"/>
        </a:p>
      </dgm:t>
    </dgm:pt>
    <dgm:pt modelId="{0883B2CD-4B63-4480-94AF-68DB883851E3}">
      <dgm:prSet/>
      <dgm:spPr/>
      <dgm:t>
        <a:bodyPr/>
        <a:lstStyle/>
        <a:p>
          <a:endParaRPr lang="en-DE" dirty="0"/>
        </a:p>
      </dgm:t>
    </dgm:pt>
    <dgm:pt modelId="{FD4845AA-561F-4FDA-BA73-7C404DE68457}" type="parTrans" cxnId="{8B9EB301-7B11-44D7-B8A5-E9D1EE3EFC08}">
      <dgm:prSet/>
      <dgm:spPr/>
      <dgm:t>
        <a:bodyPr/>
        <a:lstStyle/>
        <a:p>
          <a:endParaRPr lang="en-DE"/>
        </a:p>
      </dgm:t>
    </dgm:pt>
    <dgm:pt modelId="{263BCB8E-0EBE-417A-815F-262F4050033E}" type="sibTrans" cxnId="{8B9EB301-7B11-44D7-B8A5-E9D1EE3EFC08}">
      <dgm:prSet/>
      <dgm:spPr/>
      <dgm:t>
        <a:bodyPr/>
        <a:lstStyle/>
        <a:p>
          <a:endParaRPr lang="en-DE"/>
        </a:p>
      </dgm:t>
    </dgm:pt>
    <dgm:pt modelId="{C63C6AF7-1725-44AD-AED8-49ED4D74F77F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7. Finalize shopping basket</a:t>
          </a:r>
          <a:endParaRPr lang="en-DE" dirty="0"/>
        </a:p>
      </dgm:t>
    </dgm:pt>
    <dgm:pt modelId="{A83980AC-6B3E-4C54-B613-3C6E7C02B68C}" type="parTrans" cxnId="{91BB80C7-6BF1-4D33-9284-15D6E21314F3}">
      <dgm:prSet/>
      <dgm:spPr/>
      <dgm:t>
        <a:bodyPr/>
        <a:lstStyle/>
        <a:p>
          <a:endParaRPr lang="en-DE"/>
        </a:p>
      </dgm:t>
    </dgm:pt>
    <dgm:pt modelId="{26CF52B8-F005-4F21-9F80-75056BC2D560}" type="sibTrans" cxnId="{91BB80C7-6BF1-4D33-9284-15D6E21314F3}">
      <dgm:prSet/>
      <dgm:spPr/>
      <dgm:t>
        <a:bodyPr/>
        <a:lstStyle/>
        <a:p>
          <a:endParaRPr lang="en-DE"/>
        </a:p>
      </dgm:t>
    </dgm:pt>
    <dgm:pt modelId="{50140AA6-F91B-4A02-8B0F-3F5A58D73573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2.Click on create.</a:t>
          </a:r>
          <a:endParaRPr lang="en-DE" dirty="0"/>
        </a:p>
      </dgm:t>
    </dgm:pt>
    <dgm:pt modelId="{35DB6114-03EC-474B-9EEA-FAB75BBCE52D}" type="parTrans" cxnId="{8B8C25F0-C75D-4399-9FF5-D58C1D358FF1}">
      <dgm:prSet/>
      <dgm:spPr/>
      <dgm:t>
        <a:bodyPr/>
        <a:lstStyle/>
        <a:p>
          <a:endParaRPr lang="en-DE"/>
        </a:p>
      </dgm:t>
    </dgm:pt>
    <dgm:pt modelId="{AAED14DC-0838-4040-8C86-9A5F2E850681}" type="sibTrans" cxnId="{8B8C25F0-C75D-4399-9FF5-D58C1D358FF1}">
      <dgm:prSet/>
      <dgm:spPr/>
      <dgm:t>
        <a:bodyPr/>
        <a:lstStyle/>
        <a:p>
          <a:endParaRPr lang="en-DE"/>
        </a:p>
      </dgm:t>
    </dgm:pt>
    <dgm:pt modelId="{B626ED20-4086-4105-9A95-DF8AFDF5AE17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5.Choose relevant </a:t>
          </a:r>
          <a:r>
            <a:rPr lang="en-US" dirty="0" err="1"/>
            <a:t>myMall</a:t>
          </a:r>
          <a:r>
            <a:rPr lang="en-US" dirty="0"/>
            <a:t> webservice. </a:t>
          </a:r>
          <a:endParaRPr lang="en-DE" dirty="0"/>
        </a:p>
      </dgm:t>
    </dgm:pt>
    <dgm:pt modelId="{6F680B21-4CCC-48DC-A332-CB73C4C0E09F}" type="parTrans" cxnId="{9D5D4944-6917-44C4-A383-E18ED1082BBF}">
      <dgm:prSet/>
      <dgm:spPr/>
      <dgm:t>
        <a:bodyPr/>
        <a:lstStyle/>
        <a:p>
          <a:endParaRPr lang="en-DE"/>
        </a:p>
      </dgm:t>
    </dgm:pt>
    <dgm:pt modelId="{96A87E1B-C731-4728-87E0-497BC3DF2742}" type="sibTrans" cxnId="{9D5D4944-6917-44C4-A383-E18ED1082BBF}">
      <dgm:prSet/>
      <dgm:spPr/>
      <dgm:t>
        <a:bodyPr/>
        <a:lstStyle/>
        <a:p>
          <a:endParaRPr lang="en-DE"/>
        </a:p>
      </dgm:t>
    </dgm:pt>
    <dgm:pt modelId="{7DF8A650-E649-497B-9CE3-C26C297AB7B0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Adding multiple items are possible.</a:t>
          </a:r>
          <a:endParaRPr lang="en-DE" dirty="0"/>
        </a:p>
      </dgm:t>
    </dgm:pt>
    <dgm:pt modelId="{882C3C3F-DF9F-4D1C-A498-C58018E6A30F}" type="parTrans" cxnId="{0BE28543-F67C-4E94-8B0D-476E946BBDFB}">
      <dgm:prSet/>
      <dgm:spPr/>
      <dgm:t>
        <a:bodyPr/>
        <a:lstStyle/>
        <a:p>
          <a:endParaRPr lang="en-DE"/>
        </a:p>
      </dgm:t>
    </dgm:pt>
    <dgm:pt modelId="{F1EEACC4-909A-4E98-B545-75127BC5D1E5}" type="sibTrans" cxnId="{0BE28543-F67C-4E94-8B0D-476E946BBDFB}">
      <dgm:prSet/>
      <dgm:spPr/>
      <dgm:t>
        <a:bodyPr/>
        <a:lstStyle/>
        <a:p>
          <a:endParaRPr lang="en-DE"/>
        </a:p>
      </dgm:t>
    </dgm:pt>
    <dgm:pt modelId="{F6467D40-BB26-48E6-89F6-CA5E4802AFEA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endParaRPr lang="en-DE" dirty="0"/>
        </a:p>
      </dgm:t>
    </dgm:pt>
    <dgm:pt modelId="{423EA482-5679-4BB8-A8A8-59A5BABB1A79}" type="parTrans" cxnId="{5058F834-2E4F-4DDB-99C5-5850FE4F8F8C}">
      <dgm:prSet/>
      <dgm:spPr/>
      <dgm:t>
        <a:bodyPr/>
        <a:lstStyle/>
        <a:p>
          <a:endParaRPr lang="en-DE"/>
        </a:p>
      </dgm:t>
    </dgm:pt>
    <dgm:pt modelId="{8BE67F4C-DDC3-417B-AA31-B0991E84ADD7}" type="sibTrans" cxnId="{5058F834-2E4F-4DDB-99C5-5850FE4F8F8C}">
      <dgm:prSet/>
      <dgm:spPr/>
      <dgm:t>
        <a:bodyPr/>
        <a:lstStyle/>
        <a:p>
          <a:endParaRPr lang="en-DE"/>
        </a:p>
      </dgm:t>
    </dgm:pt>
    <dgm:pt modelId="{6639A40A-D4D4-4F0B-A82C-1B2B7596FB3F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endParaRPr lang="en-DE" dirty="0"/>
        </a:p>
      </dgm:t>
    </dgm:pt>
    <dgm:pt modelId="{590F448E-9454-49AD-807B-C6601AAAB4BB}" type="parTrans" cxnId="{1D8D6CB7-8EF2-4CEF-87AC-1B39E3C3B94C}">
      <dgm:prSet/>
      <dgm:spPr/>
      <dgm:t>
        <a:bodyPr/>
        <a:lstStyle/>
        <a:p>
          <a:endParaRPr lang="en-DE"/>
        </a:p>
      </dgm:t>
    </dgm:pt>
    <dgm:pt modelId="{13972F92-3707-4572-9BA6-3A2B161281AC}" type="sibTrans" cxnId="{1D8D6CB7-8EF2-4CEF-87AC-1B39E3C3B94C}">
      <dgm:prSet/>
      <dgm:spPr/>
      <dgm:t>
        <a:bodyPr/>
        <a:lstStyle/>
        <a:p>
          <a:endParaRPr lang="en-DE"/>
        </a:p>
      </dgm:t>
    </dgm:pt>
    <dgm:pt modelId="{F32A1E24-6E6B-45B8-A77A-7EDCA9518734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IFA to Business Partner of supplier mapped automatically.</a:t>
          </a:r>
          <a:endParaRPr lang="en-DE" dirty="0"/>
        </a:p>
      </dgm:t>
    </dgm:pt>
    <dgm:pt modelId="{549AA2AE-4A00-4700-92FE-E5874F0F1FB7}" type="parTrans" cxnId="{D12167F8-E699-4209-907F-CEDE202B7932}">
      <dgm:prSet/>
      <dgm:spPr/>
      <dgm:t>
        <a:bodyPr/>
        <a:lstStyle/>
        <a:p>
          <a:endParaRPr lang="en-DE"/>
        </a:p>
      </dgm:t>
    </dgm:pt>
    <dgm:pt modelId="{C792FB41-258C-480D-B4CC-884AA4677A58}" type="sibTrans" cxnId="{D12167F8-E699-4209-907F-CEDE202B7932}">
      <dgm:prSet/>
      <dgm:spPr/>
      <dgm:t>
        <a:bodyPr/>
        <a:lstStyle/>
        <a:p>
          <a:endParaRPr lang="en-DE"/>
        </a:p>
      </dgm:t>
    </dgm:pt>
    <dgm:pt modelId="{C7586295-B8E6-4431-AA0C-702D4CDAF620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endParaRPr lang="en-DE" dirty="0"/>
        </a:p>
      </dgm:t>
    </dgm:pt>
    <dgm:pt modelId="{3C62C9DE-EDA5-4BCA-9B7A-9214EF2B13C8}" type="parTrans" cxnId="{E44BBF08-4EAE-484A-B09A-BD5E190531BF}">
      <dgm:prSet/>
      <dgm:spPr/>
      <dgm:t>
        <a:bodyPr/>
        <a:lstStyle/>
        <a:p>
          <a:endParaRPr lang="en-DE"/>
        </a:p>
      </dgm:t>
    </dgm:pt>
    <dgm:pt modelId="{20615A0A-8B11-47E3-A419-7AE7B626951B}" type="sibTrans" cxnId="{E44BBF08-4EAE-484A-B09A-BD5E190531BF}">
      <dgm:prSet/>
      <dgm:spPr/>
      <dgm:t>
        <a:bodyPr/>
        <a:lstStyle/>
        <a:p>
          <a:endParaRPr lang="en-DE"/>
        </a:p>
      </dgm:t>
    </dgm:pt>
    <dgm:pt modelId="{2193D6EC-E93C-4608-A408-2EAFCA7D8D13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/>
            <a:t>Complete the PR.</a:t>
          </a:r>
          <a:endParaRPr lang="en-DE" dirty="0"/>
        </a:p>
      </dgm:t>
    </dgm:pt>
    <dgm:pt modelId="{3B5622A3-DE49-43A2-A1E7-AB9FA659C196}" type="parTrans" cxnId="{1D80E592-4DA7-4EDA-8C26-B2837CF0A973}">
      <dgm:prSet/>
      <dgm:spPr/>
      <dgm:t>
        <a:bodyPr/>
        <a:lstStyle/>
        <a:p>
          <a:endParaRPr lang="en-DE"/>
        </a:p>
      </dgm:t>
    </dgm:pt>
    <dgm:pt modelId="{806BE736-4AF6-4752-B091-E024F4DFF23D}" type="sibTrans" cxnId="{1D80E592-4DA7-4EDA-8C26-B2837CF0A973}">
      <dgm:prSet/>
      <dgm:spPr/>
      <dgm:t>
        <a:bodyPr/>
        <a:lstStyle/>
        <a:p>
          <a:endParaRPr lang="en-DE"/>
        </a:p>
      </dgm:t>
    </dgm:pt>
    <dgm:pt modelId="{353E5BC2-4F51-4216-9064-BCAF11BF270F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1.Go to manage Purchase Requisition Professional </a:t>
          </a:r>
          <a:r>
            <a:rPr lang="en-US" dirty="0" err="1"/>
            <a:t>fiori</a:t>
          </a:r>
          <a:r>
            <a:rPr lang="en-US" dirty="0"/>
            <a:t> app</a:t>
          </a:r>
          <a:endParaRPr lang="en-DE" dirty="0"/>
        </a:p>
      </dgm:t>
    </dgm:pt>
    <dgm:pt modelId="{01FBCC8B-5F6B-496A-8495-CF5A4C9694A5}" type="sibTrans" cxnId="{AF024B36-8B90-4F96-A732-489D1C5A5EAF}">
      <dgm:prSet/>
      <dgm:spPr/>
      <dgm:t>
        <a:bodyPr/>
        <a:lstStyle/>
        <a:p>
          <a:endParaRPr lang="en-DE"/>
        </a:p>
      </dgm:t>
    </dgm:pt>
    <dgm:pt modelId="{479CB15C-73FE-46BE-BCC7-360777C41CC8}" type="parTrans" cxnId="{AF024B36-8B90-4F96-A732-489D1C5A5EAF}">
      <dgm:prSet/>
      <dgm:spPr/>
      <dgm:t>
        <a:bodyPr/>
        <a:lstStyle/>
        <a:p>
          <a:endParaRPr lang="en-DE"/>
        </a:p>
      </dgm:t>
    </dgm:pt>
    <dgm:pt modelId="{4415E19B-514C-4A1E-B11F-672D8ADF10FE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3.Click on create at line-item level</a:t>
          </a:r>
          <a:endParaRPr lang="en-DE" dirty="0"/>
        </a:p>
      </dgm:t>
    </dgm:pt>
    <dgm:pt modelId="{2BDF982C-13AD-4FC4-93DC-FC888836A1BD}" type="parTrans" cxnId="{EFC9BAE2-513E-4110-ABF3-9EC953110A73}">
      <dgm:prSet/>
      <dgm:spPr/>
      <dgm:t>
        <a:bodyPr/>
        <a:lstStyle/>
        <a:p>
          <a:endParaRPr lang="en-DE"/>
        </a:p>
      </dgm:t>
    </dgm:pt>
    <dgm:pt modelId="{2ABE3725-6FB1-45E0-A778-B287619AF127}" type="sibTrans" cxnId="{EFC9BAE2-513E-4110-ABF3-9EC953110A73}">
      <dgm:prSet/>
      <dgm:spPr/>
      <dgm:t>
        <a:bodyPr/>
        <a:lstStyle/>
        <a:p>
          <a:endParaRPr lang="en-DE"/>
        </a:p>
      </dgm:t>
    </dgm:pt>
    <dgm:pt modelId="{07024D3D-20FD-447E-84C3-D68199EED946}">
      <dgm:prSet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/>
            <a:t>4.Select Items from </a:t>
          </a:r>
          <a:r>
            <a:rPr lang="en-US" dirty="0" err="1"/>
            <a:t>from</a:t>
          </a:r>
          <a:r>
            <a:rPr lang="en-US" dirty="0"/>
            <a:t> external catalogs.</a:t>
          </a:r>
          <a:endParaRPr lang="en-DE" dirty="0"/>
        </a:p>
      </dgm:t>
    </dgm:pt>
    <dgm:pt modelId="{3DEC7128-85AD-41AC-B73D-9A2646814164}" type="parTrans" cxnId="{E147353A-F0EB-4A03-997B-9EB366FFEBE3}">
      <dgm:prSet/>
      <dgm:spPr/>
      <dgm:t>
        <a:bodyPr/>
        <a:lstStyle/>
        <a:p>
          <a:endParaRPr lang="en-DE"/>
        </a:p>
      </dgm:t>
    </dgm:pt>
    <dgm:pt modelId="{72C5DB07-2F43-4940-A01D-246DD51E2872}" type="sibTrans" cxnId="{E147353A-F0EB-4A03-997B-9EB366FFEBE3}">
      <dgm:prSet/>
      <dgm:spPr/>
      <dgm:t>
        <a:bodyPr/>
        <a:lstStyle/>
        <a:p>
          <a:endParaRPr lang="en-DE"/>
        </a:p>
      </dgm:t>
    </dgm:pt>
    <dgm:pt modelId="{3F4ED73F-91CA-4C8B-B606-B2440D2E5021}" type="pres">
      <dgm:prSet presAssocID="{E9AFE4E4-0DC8-4453-93A6-320D52C64AFC}" presName="linearFlow" presStyleCnt="0">
        <dgm:presLayoutVars>
          <dgm:dir/>
          <dgm:animLvl val="lvl"/>
          <dgm:resizeHandles val="exact"/>
        </dgm:presLayoutVars>
      </dgm:prSet>
      <dgm:spPr/>
    </dgm:pt>
    <dgm:pt modelId="{3AD24F1C-5974-4978-A76E-8625494041E4}" type="pres">
      <dgm:prSet presAssocID="{EE726656-020A-491F-A94B-2BEFD2E4B781}" presName="composite" presStyleCnt="0"/>
      <dgm:spPr/>
    </dgm:pt>
    <dgm:pt modelId="{2234302C-203D-4618-B05F-621479168BE9}" type="pres">
      <dgm:prSet presAssocID="{EE726656-020A-491F-A94B-2BEFD2E4B78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41CC606-CC35-4BFD-B8AC-B53D35DABC80}" type="pres">
      <dgm:prSet presAssocID="{EE726656-020A-491F-A94B-2BEFD2E4B781}" presName="parSh" presStyleLbl="node1" presStyleIdx="0" presStyleCnt="3"/>
      <dgm:spPr/>
    </dgm:pt>
    <dgm:pt modelId="{2B3E2DE4-7087-40AE-B084-DF0A67564986}" type="pres">
      <dgm:prSet presAssocID="{EE726656-020A-491F-A94B-2BEFD2E4B781}" presName="desTx" presStyleLbl="fgAcc1" presStyleIdx="0" presStyleCnt="3">
        <dgm:presLayoutVars>
          <dgm:bulletEnabled val="1"/>
        </dgm:presLayoutVars>
      </dgm:prSet>
      <dgm:spPr/>
    </dgm:pt>
    <dgm:pt modelId="{DE2B60C5-49DC-43F7-8AFF-E7FFFFE0793D}" type="pres">
      <dgm:prSet presAssocID="{01648DCF-3F08-4D78-9741-75C7672F3FDF}" presName="sibTrans" presStyleLbl="sibTrans2D1" presStyleIdx="0" presStyleCnt="2"/>
      <dgm:spPr/>
    </dgm:pt>
    <dgm:pt modelId="{D781F997-D0F0-46E5-8938-45BB2888ADC1}" type="pres">
      <dgm:prSet presAssocID="{01648DCF-3F08-4D78-9741-75C7672F3FDF}" presName="connTx" presStyleLbl="sibTrans2D1" presStyleIdx="0" presStyleCnt="2"/>
      <dgm:spPr/>
    </dgm:pt>
    <dgm:pt modelId="{EB041DD1-3563-43D9-824F-F0A3C0BEF055}" type="pres">
      <dgm:prSet presAssocID="{CA6FF9B7-EACC-4C17-9EDE-C2782C0F472E}" presName="composite" presStyleCnt="0"/>
      <dgm:spPr/>
    </dgm:pt>
    <dgm:pt modelId="{492000F3-59E7-4FD0-9751-2C385F8F50CA}" type="pres">
      <dgm:prSet presAssocID="{CA6FF9B7-EACC-4C17-9EDE-C2782C0F472E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2D63547-56AF-4075-93F4-AE5265948B5A}" type="pres">
      <dgm:prSet presAssocID="{CA6FF9B7-EACC-4C17-9EDE-C2782C0F472E}" presName="parSh" presStyleLbl="node1" presStyleIdx="1" presStyleCnt="3"/>
      <dgm:spPr/>
    </dgm:pt>
    <dgm:pt modelId="{29762B9C-331D-4B74-80C4-4F89966230E7}" type="pres">
      <dgm:prSet presAssocID="{CA6FF9B7-EACC-4C17-9EDE-C2782C0F472E}" presName="desTx" presStyleLbl="fgAcc1" presStyleIdx="1" presStyleCnt="3">
        <dgm:presLayoutVars>
          <dgm:bulletEnabled val="1"/>
        </dgm:presLayoutVars>
      </dgm:prSet>
      <dgm:spPr/>
    </dgm:pt>
    <dgm:pt modelId="{6AFBA903-53F3-47B0-AC99-23F2C9EDB197}" type="pres">
      <dgm:prSet presAssocID="{B1688827-4CC2-4731-AB4E-4A43D5C354D6}" presName="sibTrans" presStyleLbl="sibTrans2D1" presStyleIdx="1" presStyleCnt="2"/>
      <dgm:spPr/>
    </dgm:pt>
    <dgm:pt modelId="{0F3026B9-86BC-43B2-A752-2857329D6446}" type="pres">
      <dgm:prSet presAssocID="{B1688827-4CC2-4731-AB4E-4A43D5C354D6}" presName="connTx" presStyleLbl="sibTrans2D1" presStyleIdx="1" presStyleCnt="2"/>
      <dgm:spPr/>
    </dgm:pt>
    <dgm:pt modelId="{D2F5DD62-FD76-4D71-8677-1EFC13BF0BD3}" type="pres">
      <dgm:prSet presAssocID="{9E8AA718-6577-408D-816D-49E9CEC4BBCC}" presName="composite" presStyleCnt="0"/>
      <dgm:spPr/>
    </dgm:pt>
    <dgm:pt modelId="{05C8DF0D-7DDD-47AE-AF28-661105767865}" type="pres">
      <dgm:prSet presAssocID="{9E8AA718-6577-408D-816D-49E9CEC4BBCC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8DAC886-29AE-42A2-B224-7A0F6816511B}" type="pres">
      <dgm:prSet presAssocID="{9E8AA718-6577-408D-816D-49E9CEC4BBCC}" presName="parSh" presStyleLbl="node1" presStyleIdx="2" presStyleCnt="3"/>
      <dgm:spPr/>
    </dgm:pt>
    <dgm:pt modelId="{E614CA63-0E93-4B74-9248-42B8241CE101}" type="pres">
      <dgm:prSet presAssocID="{9E8AA718-6577-408D-816D-49E9CEC4BBCC}" presName="desTx" presStyleLbl="fgAcc1" presStyleIdx="2" presStyleCnt="3">
        <dgm:presLayoutVars>
          <dgm:bulletEnabled val="1"/>
        </dgm:presLayoutVars>
      </dgm:prSet>
      <dgm:spPr/>
    </dgm:pt>
  </dgm:ptLst>
  <dgm:cxnLst>
    <dgm:cxn modelId="{E0D62F00-58C4-453D-8B1E-CFC4C43DA423}" type="presOf" srcId="{0883B2CD-4B63-4480-94AF-68DB883851E3}" destId="{29762B9C-331D-4B74-80C4-4F89966230E7}" srcOrd="0" destOrd="3" presId="urn:microsoft.com/office/officeart/2005/8/layout/process3"/>
    <dgm:cxn modelId="{8B9EB301-7B11-44D7-B8A5-E9D1EE3EFC08}" srcId="{CA6FF9B7-EACC-4C17-9EDE-C2782C0F472E}" destId="{0883B2CD-4B63-4480-94AF-68DB883851E3}" srcOrd="3" destOrd="0" parTransId="{FD4845AA-561F-4FDA-BA73-7C404DE68457}" sibTransId="{263BCB8E-0EBE-417A-815F-262F4050033E}"/>
    <dgm:cxn modelId="{91508C02-1F49-4EC8-A550-9D106DD5A504}" type="presOf" srcId="{50140AA6-F91B-4A02-8B0F-3F5A58D73573}" destId="{2B3E2DE4-7087-40AE-B084-DF0A67564986}" srcOrd="0" destOrd="1" presId="urn:microsoft.com/office/officeart/2005/8/layout/process3"/>
    <dgm:cxn modelId="{9A75CA02-A3AB-49E7-9A26-97AD3A631FDD}" type="presOf" srcId="{7DF8A650-E649-497B-9CE3-C26C297AB7B0}" destId="{29762B9C-331D-4B74-80C4-4F89966230E7}" srcOrd="0" destOrd="1" presId="urn:microsoft.com/office/officeart/2005/8/layout/process3"/>
    <dgm:cxn modelId="{13C2FD03-9A12-425C-8603-288A4DE547F2}" srcId="{E9AFE4E4-0DC8-4453-93A6-320D52C64AFC}" destId="{CA6FF9B7-EACC-4C17-9EDE-C2782C0F472E}" srcOrd="1" destOrd="0" parTransId="{56854DA1-3D3C-4AB9-8A3B-2E4FF17E4A1E}" sibTransId="{B1688827-4CC2-4731-AB4E-4A43D5C354D6}"/>
    <dgm:cxn modelId="{E44BBF08-4EAE-484A-B09A-BD5E190531BF}" srcId="{9E8AA718-6577-408D-816D-49E9CEC4BBCC}" destId="{C7586295-B8E6-4431-AA0C-702D4CDAF620}" srcOrd="5" destOrd="0" parTransId="{3C62C9DE-EDA5-4BCA-9B7A-9214EF2B13C8}" sibTransId="{20615A0A-8B11-47E3-A419-7AE7B626951B}"/>
    <dgm:cxn modelId="{7E888410-50AE-4D5B-9672-B62C17688718}" srcId="{E9AFE4E4-0DC8-4453-93A6-320D52C64AFC}" destId="{EE726656-020A-491F-A94B-2BEFD2E4B781}" srcOrd="0" destOrd="0" parTransId="{1AE6C665-7779-4C4D-AA84-B90433F1EFFA}" sibTransId="{01648DCF-3F08-4D78-9741-75C7672F3FDF}"/>
    <dgm:cxn modelId="{0C29F611-CEFF-41CA-8E29-EFD01880D162}" type="presOf" srcId="{9E8AA718-6577-408D-816D-49E9CEC4BBCC}" destId="{05C8DF0D-7DDD-47AE-AF28-661105767865}" srcOrd="0" destOrd="0" presId="urn:microsoft.com/office/officeart/2005/8/layout/process3"/>
    <dgm:cxn modelId="{8C4B3015-FC71-456B-A606-9B360471F84D}" type="presOf" srcId="{F32A1E24-6E6B-45B8-A77A-7EDCA9518734}" destId="{E614CA63-0E93-4B74-9248-42B8241CE101}" srcOrd="0" destOrd="3" presId="urn:microsoft.com/office/officeart/2005/8/layout/process3"/>
    <dgm:cxn modelId="{D73A7622-A6AE-455F-AC6D-AA1FCBEC033B}" type="presOf" srcId="{07024D3D-20FD-447E-84C3-D68199EED946}" destId="{2B3E2DE4-7087-40AE-B084-DF0A67564986}" srcOrd="0" destOrd="3" presId="urn:microsoft.com/office/officeart/2005/8/layout/process3"/>
    <dgm:cxn modelId="{F0630024-A177-4A44-8E0A-6D111D4869EC}" type="presOf" srcId="{C63C6AF7-1725-44AD-AED8-49ED4D74F77F}" destId="{29762B9C-331D-4B74-80C4-4F89966230E7}" srcOrd="0" destOrd="2" presId="urn:microsoft.com/office/officeart/2005/8/layout/process3"/>
    <dgm:cxn modelId="{44D75325-90E9-4440-AC72-1AE3196E65D6}" srcId="{CA6FF9B7-EACC-4C17-9EDE-C2782C0F472E}" destId="{00AB4345-F276-4C4D-836F-216C34D41076}" srcOrd="0" destOrd="0" parTransId="{7774451F-DF67-4FEA-9ECD-7426BB42CB97}" sibTransId="{05702842-2935-4E52-827C-0FE4C30DD635}"/>
    <dgm:cxn modelId="{F4542D2F-33B7-4BAD-9FA5-FCCFB268F847}" type="presOf" srcId="{B1688827-4CC2-4731-AB4E-4A43D5C354D6}" destId="{0F3026B9-86BC-43B2-A752-2857329D6446}" srcOrd="1" destOrd="0" presId="urn:microsoft.com/office/officeart/2005/8/layout/process3"/>
    <dgm:cxn modelId="{5058F834-2E4F-4DDB-99C5-5850FE4F8F8C}" srcId="{9E8AA718-6577-408D-816D-49E9CEC4BBCC}" destId="{F6467D40-BB26-48E6-89F6-CA5E4802AFEA}" srcOrd="0" destOrd="0" parTransId="{423EA482-5679-4BB8-A8A8-59A5BABB1A79}" sibTransId="{8BE67F4C-DDC3-417B-AA31-B0991E84ADD7}"/>
    <dgm:cxn modelId="{AF024B36-8B90-4F96-A732-489D1C5A5EAF}" srcId="{EE726656-020A-491F-A94B-2BEFD2E4B781}" destId="{353E5BC2-4F51-4216-9064-BCAF11BF270F}" srcOrd="0" destOrd="0" parTransId="{479CB15C-73FE-46BE-BCC7-360777C41CC8}" sibTransId="{01FBCC8B-5F6B-496A-8495-CF5A4C9694A5}"/>
    <dgm:cxn modelId="{55BDEA38-41AD-48B8-8833-8EE596C1C416}" type="presOf" srcId="{B626ED20-4086-4105-9A95-DF8AFDF5AE17}" destId="{2B3E2DE4-7087-40AE-B084-DF0A67564986}" srcOrd="0" destOrd="4" presId="urn:microsoft.com/office/officeart/2005/8/layout/process3"/>
    <dgm:cxn modelId="{E147353A-F0EB-4A03-997B-9EB366FFEBE3}" srcId="{EE726656-020A-491F-A94B-2BEFD2E4B781}" destId="{07024D3D-20FD-447E-84C3-D68199EED946}" srcOrd="3" destOrd="0" parTransId="{3DEC7128-85AD-41AC-B73D-9A2646814164}" sibTransId="{72C5DB07-2F43-4940-A01D-246DD51E2872}"/>
    <dgm:cxn modelId="{630C383F-D020-4FAD-917C-621087DF5834}" type="presOf" srcId="{0D9C165A-E66B-495F-B09B-C8954BFFAE02}" destId="{E614CA63-0E93-4B74-9248-42B8241CE101}" srcOrd="0" destOrd="2" presId="urn:microsoft.com/office/officeart/2005/8/layout/process3"/>
    <dgm:cxn modelId="{85BCD95C-73DC-486B-A500-325B95917520}" type="presOf" srcId="{CA6FF9B7-EACC-4C17-9EDE-C2782C0F472E}" destId="{52D63547-56AF-4075-93F4-AE5265948B5A}" srcOrd="1" destOrd="0" presId="urn:microsoft.com/office/officeart/2005/8/layout/process3"/>
    <dgm:cxn modelId="{C4062D60-7F35-4A95-A0C8-980BBC7DBB35}" type="presOf" srcId="{C7586295-B8E6-4431-AA0C-702D4CDAF620}" destId="{E614CA63-0E93-4B74-9248-42B8241CE101}" srcOrd="0" destOrd="5" presId="urn:microsoft.com/office/officeart/2005/8/layout/process3"/>
    <dgm:cxn modelId="{EBFF2463-14D3-48E4-9F32-8A34AB3804BF}" type="presOf" srcId="{EE726656-020A-491F-A94B-2BEFD2E4B781}" destId="{2234302C-203D-4618-B05F-621479168BE9}" srcOrd="0" destOrd="0" presId="urn:microsoft.com/office/officeart/2005/8/layout/process3"/>
    <dgm:cxn modelId="{0BE28543-F67C-4E94-8B0D-476E946BBDFB}" srcId="{CA6FF9B7-EACC-4C17-9EDE-C2782C0F472E}" destId="{7DF8A650-E649-497B-9CE3-C26C297AB7B0}" srcOrd="1" destOrd="0" parTransId="{882C3C3F-DF9F-4D1C-A498-C58018E6A30F}" sibTransId="{F1EEACC4-909A-4E98-B545-75127BC5D1E5}"/>
    <dgm:cxn modelId="{9D5D4944-6917-44C4-A383-E18ED1082BBF}" srcId="{EE726656-020A-491F-A94B-2BEFD2E4B781}" destId="{B626ED20-4086-4105-9A95-DF8AFDF5AE17}" srcOrd="4" destOrd="0" parTransId="{6F680B21-4CCC-48DC-A332-CB73C4C0E09F}" sibTransId="{96A87E1B-C731-4728-87E0-497BC3DF2742}"/>
    <dgm:cxn modelId="{BF0C8248-58EE-4514-9D97-6719710AD9D4}" type="presOf" srcId="{B1688827-4CC2-4731-AB4E-4A43D5C354D6}" destId="{6AFBA903-53F3-47B0-AC99-23F2C9EDB197}" srcOrd="0" destOrd="0" presId="urn:microsoft.com/office/officeart/2005/8/layout/process3"/>
    <dgm:cxn modelId="{EB2A474B-84C7-475A-97C7-2C1DD11C20AE}" srcId="{9E8AA718-6577-408D-816D-49E9CEC4BBCC}" destId="{0D9C165A-E66B-495F-B09B-C8954BFFAE02}" srcOrd="2" destOrd="0" parTransId="{53B092CA-C6E4-4C79-92F8-BD05D6EAC14F}" sibTransId="{B48AB0EC-4D53-4EE1-8D5D-2127857428B3}"/>
    <dgm:cxn modelId="{9C98CA80-3428-4B15-A874-F93466AA1DBF}" type="presOf" srcId="{4415E19B-514C-4A1E-B11F-672D8ADF10FE}" destId="{2B3E2DE4-7087-40AE-B084-DF0A67564986}" srcOrd="0" destOrd="2" presId="urn:microsoft.com/office/officeart/2005/8/layout/process3"/>
    <dgm:cxn modelId="{6A4B8B8D-4687-4304-974D-C93840309BF7}" type="presOf" srcId="{00AB4345-F276-4C4D-836F-216C34D41076}" destId="{29762B9C-331D-4B74-80C4-4F89966230E7}" srcOrd="0" destOrd="0" presId="urn:microsoft.com/office/officeart/2005/8/layout/process3"/>
    <dgm:cxn modelId="{1D80E592-4DA7-4EDA-8C26-B2837CF0A973}" srcId="{9E8AA718-6577-408D-816D-49E9CEC4BBCC}" destId="{2193D6EC-E93C-4608-A408-2EAFCA7D8D13}" srcOrd="4" destOrd="0" parTransId="{3B5622A3-DE49-43A2-A1E7-AB9FA659C196}" sibTransId="{806BE736-4AF6-4752-B091-E024F4DFF23D}"/>
    <dgm:cxn modelId="{55E44393-E351-432E-A583-1713862650DC}" type="presOf" srcId="{01648DCF-3F08-4D78-9741-75C7672F3FDF}" destId="{D781F997-D0F0-46E5-8938-45BB2888ADC1}" srcOrd="1" destOrd="0" presId="urn:microsoft.com/office/officeart/2005/8/layout/process3"/>
    <dgm:cxn modelId="{FF150894-C0D4-4E4E-B8A8-46C91E03DCE4}" type="presOf" srcId="{9E8AA718-6577-408D-816D-49E9CEC4BBCC}" destId="{E8DAC886-29AE-42A2-B224-7A0F6816511B}" srcOrd="1" destOrd="0" presId="urn:microsoft.com/office/officeart/2005/8/layout/process3"/>
    <dgm:cxn modelId="{E42380A5-650A-4A2C-A067-16B8D55F757B}" type="presOf" srcId="{EE726656-020A-491F-A94B-2BEFD2E4B781}" destId="{D41CC606-CC35-4BFD-B8AC-B53D35DABC80}" srcOrd="1" destOrd="0" presId="urn:microsoft.com/office/officeart/2005/8/layout/process3"/>
    <dgm:cxn modelId="{761E7DA6-EB25-456E-8E38-92941327324C}" type="presOf" srcId="{353E5BC2-4F51-4216-9064-BCAF11BF270F}" destId="{2B3E2DE4-7087-40AE-B084-DF0A67564986}" srcOrd="0" destOrd="0" presId="urn:microsoft.com/office/officeart/2005/8/layout/process3"/>
    <dgm:cxn modelId="{554159A7-6E0B-4D9A-BF3B-87819CF9D69B}" type="presOf" srcId="{2193D6EC-E93C-4608-A408-2EAFCA7D8D13}" destId="{E614CA63-0E93-4B74-9248-42B8241CE101}" srcOrd="0" destOrd="4" presId="urn:microsoft.com/office/officeart/2005/8/layout/process3"/>
    <dgm:cxn modelId="{1D8D6CB7-8EF2-4CEF-87AC-1B39E3C3B94C}" srcId="{9E8AA718-6577-408D-816D-49E9CEC4BBCC}" destId="{6639A40A-D4D4-4F0B-A82C-1B2B7596FB3F}" srcOrd="1" destOrd="0" parTransId="{590F448E-9454-49AD-807B-C6601AAAB4BB}" sibTransId="{13972F92-3707-4572-9BA6-3A2B161281AC}"/>
    <dgm:cxn modelId="{52DE5AC3-CDF9-4377-AF4E-B4A73CFF417C}" srcId="{E9AFE4E4-0DC8-4453-93A6-320D52C64AFC}" destId="{9E8AA718-6577-408D-816D-49E9CEC4BBCC}" srcOrd="2" destOrd="0" parTransId="{FE25DAB0-9A13-4B47-9604-1C5E887A34DC}" sibTransId="{1BBC040E-5D49-4375-ACC6-9F1B1805A53A}"/>
    <dgm:cxn modelId="{91BB80C7-6BF1-4D33-9284-15D6E21314F3}" srcId="{CA6FF9B7-EACC-4C17-9EDE-C2782C0F472E}" destId="{C63C6AF7-1725-44AD-AED8-49ED4D74F77F}" srcOrd="2" destOrd="0" parTransId="{A83980AC-6B3E-4C54-B613-3C6E7C02B68C}" sibTransId="{26CF52B8-F005-4F21-9F80-75056BC2D560}"/>
    <dgm:cxn modelId="{E04D5DC9-E9F4-4ACF-A90D-6E581F6B6BF7}" type="presOf" srcId="{6639A40A-D4D4-4F0B-A82C-1B2B7596FB3F}" destId="{E614CA63-0E93-4B74-9248-42B8241CE101}" srcOrd="0" destOrd="1" presId="urn:microsoft.com/office/officeart/2005/8/layout/process3"/>
    <dgm:cxn modelId="{CEB66CD1-8318-4F5E-B6FF-EF4D9BBCD0A6}" type="presOf" srcId="{01648DCF-3F08-4D78-9741-75C7672F3FDF}" destId="{DE2B60C5-49DC-43F7-8AFF-E7FFFFE0793D}" srcOrd="0" destOrd="0" presId="urn:microsoft.com/office/officeart/2005/8/layout/process3"/>
    <dgm:cxn modelId="{49F987D1-3F4C-4F1C-93EA-9D13F7D77CE0}" type="presOf" srcId="{F6467D40-BB26-48E6-89F6-CA5E4802AFEA}" destId="{E614CA63-0E93-4B74-9248-42B8241CE101}" srcOrd="0" destOrd="0" presId="urn:microsoft.com/office/officeart/2005/8/layout/process3"/>
    <dgm:cxn modelId="{EFC9BAE2-513E-4110-ABF3-9EC953110A73}" srcId="{EE726656-020A-491F-A94B-2BEFD2E4B781}" destId="{4415E19B-514C-4A1E-B11F-672D8ADF10FE}" srcOrd="2" destOrd="0" parTransId="{2BDF982C-13AD-4FC4-93DC-FC888836A1BD}" sibTransId="{2ABE3725-6FB1-45E0-A778-B287619AF127}"/>
    <dgm:cxn modelId="{7030C4EE-4BBB-4406-AA6B-AE48B8BC975A}" type="presOf" srcId="{E9AFE4E4-0DC8-4453-93A6-320D52C64AFC}" destId="{3F4ED73F-91CA-4C8B-B606-B2440D2E5021}" srcOrd="0" destOrd="0" presId="urn:microsoft.com/office/officeart/2005/8/layout/process3"/>
    <dgm:cxn modelId="{8B8C25F0-C75D-4399-9FF5-D58C1D358FF1}" srcId="{EE726656-020A-491F-A94B-2BEFD2E4B781}" destId="{50140AA6-F91B-4A02-8B0F-3F5A58D73573}" srcOrd="1" destOrd="0" parTransId="{35DB6114-03EC-474B-9EEA-FAB75BBCE52D}" sibTransId="{AAED14DC-0838-4040-8C86-9A5F2E850681}"/>
    <dgm:cxn modelId="{D4DFF1F1-593D-4B18-9E65-CF22B201456F}" type="presOf" srcId="{CA6FF9B7-EACC-4C17-9EDE-C2782C0F472E}" destId="{492000F3-59E7-4FD0-9751-2C385F8F50CA}" srcOrd="0" destOrd="0" presId="urn:microsoft.com/office/officeart/2005/8/layout/process3"/>
    <dgm:cxn modelId="{D12167F8-E699-4209-907F-CEDE202B7932}" srcId="{9E8AA718-6577-408D-816D-49E9CEC4BBCC}" destId="{F32A1E24-6E6B-45B8-A77A-7EDCA9518734}" srcOrd="3" destOrd="0" parTransId="{549AA2AE-4A00-4700-92FE-E5874F0F1FB7}" sibTransId="{C792FB41-258C-480D-B4CC-884AA4677A58}"/>
    <dgm:cxn modelId="{8238F59D-6A69-43C8-A4D6-74213F6B70B0}" type="presParOf" srcId="{3F4ED73F-91CA-4C8B-B606-B2440D2E5021}" destId="{3AD24F1C-5974-4978-A76E-8625494041E4}" srcOrd="0" destOrd="0" presId="urn:microsoft.com/office/officeart/2005/8/layout/process3"/>
    <dgm:cxn modelId="{BF9CBBDA-6E74-4AF4-9DF3-F048F2F3A43F}" type="presParOf" srcId="{3AD24F1C-5974-4978-A76E-8625494041E4}" destId="{2234302C-203D-4618-B05F-621479168BE9}" srcOrd="0" destOrd="0" presId="urn:microsoft.com/office/officeart/2005/8/layout/process3"/>
    <dgm:cxn modelId="{08D030A8-3C50-45B2-BEE4-0A1384B9EDFC}" type="presParOf" srcId="{3AD24F1C-5974-4978-A76E-8625494041E4}" destId="{D41CC606-CC35-4BFD-B8AC-B53D35DABC80}" srcOrd="1" destOrd="0" presId="urn:microsoft.com/office/officeart/2005/8/layout/process3"/>
    <dgm:cxn modelId="{86A187BB-B11D-44A9-853C-76BBB060D664}" type="presParOf" srcId="{3AD24F1C-5974-4978-A76E-8625494041E4}" destId="{2B3E2DE4-7087-40AE-B084-DF0A67564986}" srcOrd="2" destOrd="0" presId="urn:microsoft.com/office/officeart/2005/8/layout/process3"/>
    <dgm:cxn modelId="{6B76F411-2F96-4433-A214-EC043F35CA87}" type="presParOf" srcId="{3F4ED73F-91CA-4C8B-B606-B2440D2E5021}" destId="{DE2B60C5-49DC-43F7-8AFF-E7FFFFE0793D}" srcOrd="1" destOrd="0" presId="urn:microsoft.com/office/officeart/2005/8/layout/process3"/>
    <dgm:cxn modelId="{A9D22209-6460-4BE4-8C05-2DE486413D42}" type="presParOf" srcId="{DE2B60C5-49DC-43F7-8AFF-E7FFFFE0793D}" destId="{D781F997-D0F0-46E5-8938-45BB2888ADC1}" srcOrd="0" destOrd="0" presId="urn:microsoft.com/office/officeart/2005/8/layout/process3"/>
    <dgm:cxn modelId="{4836D017-22EC-4A52-9A38-AD51F43A905C}" type="presParOf" srcId="{3F4ED73F-91CA-4C8B-B606-B2440D2E5021}" destId="{EB041DD1-3563-43D9-824F-F0A3C0BEF055}" srcOrd="2" destOrd="0" presId="urn:microsoft.com/office/officeart/2005/8/layout/process3"/>
    <dgm:cxn modelId="{97861314-5D2B-4C00-B512-2E6E48DD182A}" type="presParOf" srcId="{EB041DD1-3563-43D9-824F-F0A3C0BEF055}" destId="{492000F3-59E7-4FD0-9751-2C385F8F50CA}" srcOrd="0" destOrd="0" presId="urn:microsoft.com/office/officeart/2005/8/layout/process3"/>
    <dgm:cxn modelId="{3A136989-5605-40F8-A072-E2A96E26B91F}" type="presParOf" srcId="{EB041DD1-3563-43D9-824F-F0A3C0BEF055}" destId="{52D63547-56AF-4075-93F4-AE5265948B5A}" srcOrd="1" destOrd="0" presId="urn:microsoft.com/office/officeart/2005/8/layout/process3"/>
    <dgm:cxn modelId="{C39A1629-3BDF-4CA1-8FBC-CBB312491859}" type="presParOf" srcId="{EB041DD1-3563-43D9-824F-F0A3C0BEF055}" destId="{29762B9C-331D-4B74-80C4-4F89966230E7}" srcOrd="2" destOrd="0" presId="urn:microsoft.com/office/officeart/2005/8/layout/process3"/>
    <dgm:cxn modelId="{0719B5FB-2A74-4675-8388-45D3C06E7E0E}" type="presParOf" srcId="{3F4ED73F-91CA-4C8B-B606-B2440D2E5021}" destId="{6AFBA903-53F3-47B0-AC99-23F2C9EDB197}" srcOrd="3" destOrd="0" presId="urn:microsoft.com/office/officeart/2005/8/layout/process3"/>
    <dgm:cxn modelId="{E95CBCA0-FFD9-4A24-B625-7B32FFA76B33}" type="presParOf" srcId="{6AFBA903-53F3-47B0-AC99-23F2C9EDB197}" destId="{0F3026B9-86BC-43B2-A752-2857329D6446}" srcOrd="0" destOrd="0" presId="urn:microsoft.com/office/officeart/2005/8/layout/process3"/>
    <dgm:cxn modelId="{E89CF1F8-3DA5-4836-BEE4-5FD8C866C205}" type="presParOf" srcId="{3F4ED73F-91CA-4C8B-B606-B2440D2E5021}" destId="{D2F5DD62-FD76-4D71-8677-1EFC13BF0BD3}" srcOrd="4" destOrd="0" presId="urn:microsoft.com/office/officeart/2005/8/layout/process3"/>
    <dgm:cxn modelId="{2E9B989E-DCF6-4572-9C0E-3B2BD7F6625C}" type="presParOf" srcId="{D2F5DD62-FD76-4D71-8677-1EFC13BF0BD3}" destId="{05C8DF0D-7DDD-47AE-AF28-661105767865}" srcOrd="0" destOrd="0" presId="urn:microsoft.com/office/officeart/2005/8/layout/process3"/>
    <dgm:cxn modelId="{6D3F1533-D894-46F5-B085-73FA5E1EBF96}" type="presParOf" srcId="{D2F5DD62-FD76-4D71-8677-1EFC13BF0BD3}" destId="{E8DAC886-29AE-42A2-B224-7A0F6816511B}" srcOrd="1" destOrd="0" presId="urn:microsoft.com/office/officeart/2005/8/layout/process3"/>
    <dgm:cxn modelId="{164FE132-7AEF-4F9F-8DB4-2B069429E26D}" type="presParOf" srcId="{D2F5DD62-FD76-4D71-8677-1EFC13BF0BD3}" destId="{E614CA63-0E93-4B74-9248-42B8241CE10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2F0D9-A8F9-4E12-BF4D-F977FDEA992D}">
      <dsp:nvSpPr>
        <dsp:cNvPr id="0" name=""/>
        <dsp:cNvSpPr/>
      </dsp:nvSpPr>
      <dsp:spPr>
        <a:xfrm>
          <a:off x="1148" y="944773"/>
          <a:ext cx="2359839" cy="94393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myMall</a:t>
          </a:r>
          <a:endParaRPr lang="en-DE" sz="3400" kern="1200" dirty="0"/>
        </a:p>
      </dsp:txBody>
      <dsp:txXfrm>
        <a:off x="473116" y="944773"/>
        <a:ext cx="1415904" cy="943935"/>
      </dsp:txXfrm>
    </dsp:sp>
    <dsp:sp modelId="{04757A55-C598-4001-A59B-73D4DFE0C01C}">
      <dsp:nvSpPr>
        <dsp:cNvPr id="0" name=""/>
        <dsp:cNvSpPr/>
      </dsp:nvSpPr>
      <dsp:spPr>
        <a:xfrm>
          <a:off x="2054209" y="1025008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Create Requirement (SC)</a:t>
          </a:r>
          <a:endParaRPr lang="en-DE" sz="1400" kern="1200" dirty="0"/>
        </a:p>
      </dsp:txBody>
      <dsp:txXfrm>
        <a:off x="2445942" y="1025008"/>
        <a:ext cx="1175201" cy="783466"/>
      </dsp:txXfrm>
    </dsp:sp>
    <dsp:sp modelId="{B743E59F-37A4-49A9-A573-997C65C92A5B}">
      <dsp:nvSpPr>
        <dsp:cNvPr id="0" name=""/>
        <dsp:cNvSpPr/>
      </dsp:nvSpPr>
      <dsp:spPr>
        <a:xfrm>
          <a:off x="8496" y="2006880"/>
          <a:ext cx="2359839" cy="943935"/>
        </a:xfrm>
        <a:prstGeom prst="chevron">
          <a:avLst/>
        </a:prstGeom>
        <a:solidFill>
          <a:schemeClr val="accent3">
            <a:hueOff val="275609"/>
            <a:satOff val="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u="none" kern="12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BTP</a:t>
          </a:r>
          <a:endParaRPr lang="en-DE" sz="3400" u="none" kern="1200" dirty="0">
            <a:solidFill>
              <a:schemeClr val="tx1"/>
            </a:solidFill>
          </a:endParaRPr>
        </a:p>
      </dsp:txBody>
      <dsp:txXfrm>
        <a:off x="480464" y="2006880"/>
        <a:ext cx="1415904" cy="943935"/>
      </dsp:txXfrm>
    </dsp:sp>
    <dsp:sp modelId="{84F07CFB-1489-4575-974A-DD997AFA57EC}">
      <dsp:nvSpPr>
        <dsp:cNvPr id="0" name=""/>
        <dsp:cNvSpPr/>
      </dsp:nvSpPr>
      <dsp:spPr>
        <a:xfrm>
          <a:off x="2054209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112211"/>
            <a:satOff val="-2645"/>
            <a:lumOff val="-24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12211"/>
              <a:satOff val="-2645"/>
              <a:lumOff val="-2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Automatic e-mail notification trigger</a:t>
          </a:r>
          <a:endParaRPr lang="en-DE" sz="1400" kern="1200" dirty="0"/>
        </a:p>
      </dsp:txBody>
      <dsp:txXfrm>
        <a:off x="2445942" y="2101095"/>
        <a:ext cx="1175201" cy="783466"/>
      </dsp:txXfrm>
    </dsp:sp>
    <dsp:sp modelId="{A0D7599F-0BC1-4FA2-86D6-DCBC4BAF27EC}">
      <dsp:nvSpPr>
        <dsp:cNvPr id="0" name=""/>
        <dsp:cNvSpPr/>
      </dsp:nvSpPr>
      <dsp:spPr>
        <a:xfrm>
          <a:off x="3738663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224422"/>
            <a:satOff val="-5291"/>
            <a:lumOff val="-48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24422"/>
              <a:satOff val="-5291"/>
              <a:lumOff val="-4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Complete Requirement (PR) </a:t>
          </a:r>
          <a:endParaRPr lang="en-DE" sz="1400" kern="1200" dirty="0"/>
        </a:p>
      </dsp:txBody>
      <dsp:txXfrm>
        <a:off x="4130396" y="2101095"/>
        <a:ext cx="1175201" cy="783466"/>
      </dsp:txXfrm>
    </dsp:sp>
    <dsp:sp modelId="{BF118FA9-F2CB-4560-9678-BEC0215F915A}">
      <dsp:nvSpPr>
        <dsp:cNvPr id="0" name=""/>
        <dsp:cNvSpPr/>
      </dsp:nvSpPr>
      <dsp:spPr>
        <a:xfrm>
          <a:off x="5423116" y="2101095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336633"/>
            <a:satOff val="-7936"/>
            <a:lumOff val="-73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336633"/>
              <a:satOff val="-7936"/>
              <a:lumOff val="-7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Approve the PR/PO</a:t>
          </a:r>
          <a:endParaRPr lang="en-DE" sz="1400" kern="1200" dirty="0"/>
        </a:p>
      </dsp:txBody>
      <dsp:txXfrm>
        <a:off x="5814849" y="2101095"/>
        <a:ext cx="1175201" cy="783466"/>
      </dsp:txXfrm>
    </dsp:sp>
    <dsp:sp modelId="{387FA288-2E32-43AF-AB0A-C5AF99F811E9}">
      <dsp:nvSpPr>
        <dsp:cNvPr id="0" name=""/>
        <dsp:cNvSpPr/>
      </dsp:nvSpPr>
      <dsp:spPr>
        <a:xfrm>
          <a:off x="1148" y="3096947"/>
          <a:ext cx="2359839" cy="943935"/>
        </a:xfrm>
        <a:prstGeom prst="chevron">
          <a:avLst/>
        </a:prstGeom>
        <a:solidFill>
          <a:schemeClr val="accent3">
            <a:hueOff val="551219"/>
            <a:satOff val="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21590" rIns="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S4 HANA</a:t>
          </a:r>
          <a:endParaRPr lang="en-DE" sz="3400" kern="1200" dirty="0">
            <a:solidFill>
              <a:schemeClr val="tx1"/>
            </a:solidFill>
          </a:endParaRPr>
        </a:p>
      </dsp:txBody>
      <dsp:txXfrm>
        <a:off x="473116" y="3096947"/>
        <a:ext cx="1415904" cy="943935"/>
      </dsp:txXfrm>
    </dsp:sp>
    <dsp:sp modelId="{4B9CE843-8655-4849-BB08-36C9E41CC3BF}">
      <dsp:nvSpPr>
        <dsp:cNvPr id="0" name=""/>
        <dsp:cNvSpPr/>
      </dsp:nvSpPr>
      <dsp:spPr>
        <a:xfrm>
          <a:off x="2054209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448845"/>
            <a:satOff val="-10581"/>
            <a:lumOff val="-97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448845"/>
              <a:satOff val="-10581"/>
              <a:lumOff val="-9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 </a:t>
          </a:r>
          <a:r>
            <a:rPr lang="en-US" sz="1400" u="none" kern="1200" dirty="0">
              <a:solidFill>
                <a:schemeClr val="bg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</a:t>
          </a:r>
          <a:endParaRPr lang="en-DE" sz="1400" u="none" kern="1200" dirty="0">
            <a:solidFill>
              <a:schemeClr val="bg1"/>
            </a:solidFill>
          </a:endParaRPr>
        </a:p>
      </dsp:txBody>
      <dsp:txXfrm>
        <a:off x="2445942" y="3177182"/>
        <a:ext cx="1175201" cy="783466"/>
      </dsp:txXfrm>
    </dsp:sp>
    <dsp:sp modelId="{C53B604C-502C-4B29-934D-C46B97BC0DA8}">
      <dsp:nvSpPr>
        <dsp:cNvPr id="0" name=""/>
        <dsp:cNvSpPr/>
      </dsp:nvSpPr>
      <dsp:spPr>
        <a:xfrm>
          <a:off x="3738663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561056"/>
            <a:satOff val="-13227"/>
            <a:lumOff val="-121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561056"/>
              <a:satOff val="-13227"/>
              <a:lumOff val="-12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  PO</a:t>
          </a:r>
          <a:endParaRPr lang="en-DE" sz="1400" kern="1200" dirty="0"/>
        </a:p>
      </dsp:txBody>
      <dsp:txXfrm>
        <a:off x="4130396" y="3177182"/>
        <a:ext cx="1175201" cy="783466"/>
      </dsp:txXfrm>
    </dsp:sp>
    <dsp:sp modelId="{5F5857B5-B63F-41D0-8BB3-E52B081DDA3E}">
      <dsp:nvSpPr>
        <dsp:cNvPr id="0" name=""/>
        <dsp:cNvSpPr/>
      </dsp:nvSpPr>
      <dsp:spPr>
        <a:xfrm>
          <a:off x="5423116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673267"/>
            <a:satOff val="-15872"/>
            <a:lumOff val="-146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673267"/>
              <a:satOff val="-15872"/>
              <a:lumOff val="-1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Send PO to Supplier (Automatic)</a:t>
          </a:r>
          <a:endParaRPr lang="en-DE" sz="1400" kern="1200" dirty="0"/>
        </a:p>
      </dsp:txBody>
      <dsp:txXfrm>
        <a:off x="5814849" y="3177182"/>
        <a:ext cx="1175201" cy="783466"/>
      </dsp:txXfrm>
    </dsp:sp>
    <dsp:sp modelId="{6C91782B-61C1-476E-8A3B-032F89925329}">
      <dsp:nvSpPr>
        <dsp:cNvPr id="0" name=""/>
        <dsp:cNvSpPr/>
      </dsp:nvSpPr>
      <dsp:spPr>
        <a:xfrm>
          <a:off x="7107570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785478"/>
            <a:satOff val="-18518"/>
            <a:lumOff val="-170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785478"/>
              <a:satOff val="-18518"/>
              <a:lumOff val="-17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Post Goods Receipt</a:t>
          </a:r>
          <a:endParaRPr lang="en-DE" sz="1400" kern="1200" dirty="0"/>
        </a:p>
      </dsp:txBody>
      <dsp:txXfrm>
        <a:off x="7499303" y="3177182"/>
        <a:ext cx="1175201" cy="783466"/>
      </dsp:txXfrm>
    </dsp:sp>
    <dsp:sp modelId="{266BFE30-3157-4BF9-A124-9E187B8C3258}">
      <dsp:nvSpPr>
        <dsp:cNvPr id="0" name=""/>
        <dsp:cNvSpPr/>
      </dsp:nvSpPr>
      <dsp:spPr>
        <a:xfrm>
          <a:off x="8792024" y="3177182"/>
          <a:ext cx="1958667" cy="783466"/>
        </a:xfrm>
        <a:prstGeom prst="chevron">
          <a:avLst/>
        </a:prstGeom>
        <a:solidFill>
          <a:schemeClr val="accent3">
            <a:tint val="40000"/>
            <a:alpha val="90000"/>
            <a:hueOff val="897689"/>
            <a:satOff val="-21163"/>
            <a:lumOff val="-194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897689"/>
              <a:satOff val="-21163"/>
              <a:lumOff val="-19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Reverse the GR</a:t>
          </a:r>
          <a:endParaRPr lang="en-DE" sz="1400" kern="1200" dirty="0"/>
        </a:p>
      </dsp:txBody>
      <dsp:txXfrm>
        <a:off x="9183757" y="3177182"/>
        <a:ext cx="1175201" cy="783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EDAE2-43DE-486B-A16D-9BED0CF7E786}">
      <dsp:nvSpPr>
        <dsp:cNvPr id="0" name=""/>
        <dsp:cNvSpPr/>
      </dsp:nvSpPr>
      <dsp:spPr>
        <a:xfrm>
          <a:off x="3014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myMall</a:t>
          </a:r>
          <a:r>
            <a:rPr lang="en-US" sz="1200" b="1" kern="1200" dirty="0"/>
            <a:t> to S4 Interface :  </a:t>
          </a:r>
          <a:r>
            <a:rPr lang="en-US" sz="1200" kern="1200" dirty="0" err="1"/>
            <a:t>myMall</a:t>
          </a:r>
          <a:r>
            <a:rPr lang="en-US" sz="1200" kern="1200" dirty="0"/>
            <a:t> to S4 inbound connection is not working- </a:t>
          </a:r>
          <a:r>
            <a:rPr lang="en-US" sz="1200" b="1" kern="1200" dirty="0">
              <a:solidFill>
                <a:srgbClr val="FFFF00"/>
              </a:solidFill>
            </a:rPr>
            <a:t>Resolved</a:t>
          </a:r>
          <a:endParaRPr lang="en-DE" sz="1200" kern="1200" dirty="0"/>
        </a:p>
      </dsp:txBody>
      <dsp:txXfrm>
        <a:off x="3014" y="92549"/>
        <a:ext cx="2938908" cy="1175563"/>
      </dsp:txXfrm>
    </dsp:sp>
    <dsp:sp modelId="{0CFB3551-60C9-467D-BAD0-60849F6DB940}">
      <dsp:nvSpPr>
        <dsp:cNvPr id="0" name=""/>
        <dsp:cNvSpPr/>
      </dsp:nvSpPr>
      <dsp:spPr>
        <a:xfrm>
          <a:off x="3014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21.10:</a:t>
          </a:r>
          <a:r>
            <a:rPr lang="en-US" sz="900" b="0" i="0" kern="1200" dirty="0"/>
            <a:t> Issue is reported to the interface team.</a:t>
          </a:r>
          <a:endParaRPr lang="en-DE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22.10:</a:t>
          </a:r>
          <a:r>
            <a:rPr lang="en-US" sz="900" b="0" i="0" kern="1200" dirty="0"/>
            <a:t> </a:t>
          </a:r>
          <a:r>
            <a:rPr lang="en-US" sz="900" b="0" i="0" kern="1200" dirty="0" err="1"/>
            <a:t>RFC_Azure</a:t>
          </a:r>
          <a:r>
            <a:rPr lang="en-US" sz="900" b="0" i="0" kern="1200" dirty="0"/>
            <a:t> SNC is updated, but the issue is not resolved.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23.10:</a:t>
          </a:r>
          <a:r>
            <a:rPr lang="en-US" sz="900" b="0" i="0" kern="1200" dirty="0"/>
            <a:t> Investigation is still ongoing from the EAI side and basis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24.10:</a:t>
          </a:r>
          <a:r>
            <a:rPr lang="en-US" sz="900" b="0" i="0" kern="1200" dirty="0"/>
            <a:t> Investigation is still ongoing from the EAI side and basis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25.10:</a:t>
          </a:r>
          <a:r>
            <a:rPr lang="en-US" sz="900" b="0" i="0" kern="1200" dirty="0"/>
            <a:t> Defect 8500011844 in Solman was created and assigned to </a:t>
          </a:r>
          <a:r>
            <a:rPr lang="en-US" sz="900" b="0" i="0" kern="1200" dirty="0" err="1"/>
            <a:t>Hima</a:t>
          </a:r>
          <a:r>
            <a:rPr lang="en-US" sz="900" b="0" i="0" kern="1200" dirty="0"/>
            <a:t> (Infosys).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28.10:</a:t>
          </a:r>
          <a:r>
            <a:rPr lang="en-US" sz="900" b="0" i="0" kern="1200" dirty="0"/>
            <a:t> Ticket 6000120884 was created to assign the </a:t>
          </a:r>
          <a:r>
            <a:rPr lang="en-US" sz="900" b="0" i="0" kern="1200" dirty="0" err="1"/>
            <a:t>myMall</a:t>
          </a:r>
          <a:r>
            <a:rPr lang="en-US" sz="900" b="0" i="0" kern="1200" dirty="0"/>
            <a:t> to the RFC_AZURE user.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29.10:</a:t>
          </a:r>
          <a:r>
            <a:rPr lang="en-US" sz="900" b="0" i="0" kern="1200" dirty="0"/>
            <a:t> Even after assigning the role, the issue is not resolved, so basis (Norbert) will raise a high priority incident to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30.10</a:t>
          </a:r>
          <a:r>
            <a:rPr lang="en-US" sz="900" b="0" i="0" kern="1200" dirty="0"/>
            <a:t> : 404 Error : need to  change SMICM Parameter change for server port 5 - done but issue is not resolved, Stan from interface side still checking it.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dirty="0"/>
            <a:t>05.10 : </a:t>
          </a:r>
          <a:r>
            <a:rPr lang="en-US" sz="900" b="0" i="0" kern="1200" dirty="0"/>
            <a:t>Issue is resolved after changing the port 5 and activating the </a:t>
          </a:r>
          <a:r>
            <a:rPr lang="en-US" sz="900" kern="1200" dirty="0"/>
            <a:t>ICF node /</a:t>
          </a:r>
          <a:r>
            <a:rPr lang="en-US" sz="900" kern="1200" dirty="0" err="1"/>
            <a:t>default_host</a:t>
          </a:r>
          <a:r>
            <a:rPr lang="en-US" sz="900" kern="1200" dirty="0"/>
            <a:t>/sap/</a:t>
          </a:r>
          <a:r>
            <a:rPr lang="en-US" sz="900" kern="1200" dirty="0" err="1"/>
            <a:t>bc</a:t>
          </a:r>
          <a:r>
            <a:rPr lang="en-US" sz="900" kern="1200" dirty="0"/>
            <a:t>/soap/</a:t>
          </a:r>
          <a:r>
            <a:rPr lang="en-US" sz="900" kern="1200" dirty="0" err="1"/>
            <a:t>rfc</a:t>
          </a:r>
          <a:r>
            <a:rPr lang="en-US" sz="900" kern="1200" dirty="0"/>
            <a:t> in S4 line, old messages were cleared.</a:t>
          </a:r>
          <a:endParaRPr lang="en-US" sz="900" b="0" i="0" kern="1200" dirty="0"/>
        </a:p>
      </dsp:txBody>
      <dsp:txXfrm>
        <a:off x="3014" y="1268113"/>
        <a:ext cx="2938908" cy="3122437"/>
      </dsp:txXfrm>
    </dsp:sp>
    <dsp:sp modelId="{3EFFFA38-4471-4604-B49F-7467CF9B8759}">
      <dsp:nvSpPr>
        <dsp:cNvPr id="0" name=""/>
        <dsp:cNvSpPr/>
      </dsp:nvSpPr>
      <dsp:spPr>
        <a:xfrm>
          <a:off x="3353370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BTP Workflow not triggering</a:t>
          </a:r>
          <a:r>
            <a:rPr lang="en-US" sz="1200" kern="1200" dirty="0"/>
            <a:t>- </a:t>
          </a:r>
          <a:r>
            <a:rPr lang="en-US" sz="1200" b="1" kern="1200" dirty="0">
              <a:solidFill>
                <a:srgbClr val="FFFF00"/>
              </a:solidFill>
            </a:rPr>
            <a:t>Resolved</a:t>
          </a:r>
          <a:endParaRPr lang="en-DE" sz="2100" kern="1200" dirty="0"/>
        </a:p>
      </dsp:txBody>
      <dsp:txXfrm>
        <a:off x="3353370" y="92549"/>
        <a:ext cx="2938908" cy="1175563"/>
      </dsp:txXfrm>
    </dsp:sp>
    <dsp:sp modelId="{EE62505E-F54E-4DA9-8AD2-6F34C822AEC3}">
      <dsp:nvSpPr>
        <dsp:cNvPr id="0" name=""/>
        <dsp:cNvSpPr/>
      </dsp:nvSpPr>
      <dsp:spPr>
        <a:xfrm>
          <a:off x="3353370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21.10:</a:t>
          </a:r>
          <a:r>
            <a:rPr lang="en-US" sz="900" kern="1200" dirty="0"/>
            <a:t> BTP team is checking the issue.</a:t>
          </a:r>
          <a:endParaRPr lang="en-DE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22.10:</a:t>
          </a:r>
          <a:r>
            <a:rPr lang="en-US" sz="900" kern="1200" dirty="0"/>
            <a:t> Version mismatch (missing decision table) found.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23.10:</a:t>
          </a:r>
          <a:r>
            <a:rPr lang="en-US" sz="900" kern="1200" dirty="0"/>
            <a:t> Problem with deployment of an artifact on SAP Build Process Automation where the workflow deployment is stuck for an unknown reason. High priority ticket 1082584/2024 is raised to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24.10:</a:t>
          </a:r>
          <a:r>
            <a:rPr lang="en-US" sz="900" kern="1200" dirty="0"/>
            <a:t> BTP Platform team is following up with SAP.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25.10:</a:t>
          </a:r>
          <a:r>
            <a:rPr lang="en-US" sz="900" kern="1200" dirty="0"/>
            <a:t> Issue got escalated and we are waiting for a fast resolution from SAP/BTP side.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28.10:</a:t>
          </a:r>
          <a:r>
            <a:rPr lang="en-US" sz="900" kern="1200" dirty="0"/>
            <a:t> BTP workflow, mail notification, and automatic PO creation worked during the smoke test. PO 4500103924 was created via OCI.</a:t>
          </a:r>
        </a:p>
      </dsp:txBody>
      <dsp:txXfrm>
        <a:off x="3353370" y="1268113"/>
        <a:ext cx="2938908" cy="3122437"/>
      </dsp:txXfrm>
    </dsp:sp>
    <dsp:sp modelId="{17DE1DFF-E253-40BC-88F8-8D8878203ECD}">
      <dsp:nvSpPr>
        <dsp:cNvPr id="0" name=""/>
        <dsp:cNvSpPr/>
      </dsp:nvSpPr>
      <dsp:spPr>
        <a:xfrm>
          <a:off x="6703726" y="92549"/>
          <a:ext cx="2938908" cy="117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S4 to </a:t>
          </a:r>
          <a:r>
            <a:rPr lang="en-US" sz="1100" b="1" kern="1200" dirty="0" err="1"/>
            <a:t>myMall</a:t>
          </a:r>
          <a:r>
            <a:rPr lang="en-US" sz="1100" b="1" kern="1200" dirty="0"/>
            <a:t> connection (OCI) Connection- </a:t>
          </a:r>
          <a:r>
            <a:rPr lang="en-US" sz="1100" b="0" kern="1200" dirty="0"/>
            <a:t>Connection is working fine but Supplier (IFA) field value mapping  IFA to BP is required </a:t>
          </a:r>
          <a:r>
            <a:rPr lang="en-US" sz="1100" b="0" kern="1200" dirty="0">
              <a:solidFill>
                <a:srgbClr val="FFFF00"/>
              </a:solidFill>
            </a:rPr>
            <a:t> (New requirement): Workaround is available.</a:t>
          </a:r>
          <a:endParaRPr lang="en-DE" sz="1100" kern="1200" dirty="0"/>
        </a:p>
      </dsp:txBody>
      <dsp:txXfrm>
        <a:off x="6703726" y="92549"/>
        <a:ext cx="2938908" cy="1175563"/>
      </dsp:txXfrm>
    </dsp:sp>
    <dsp:sp modelId="{B6D555D6-86E2-4EB5-830E-B441BFABD4F8}">
      <dsp:nvSpPr>
        <dsp:cNvPr id="0" name=""/>
        <dsp:cNvSpPr/>
      </dsp:nvSpPr>
      <dsp:spPr>
        <a:xfrm>
          <a:off x="6703726" y="1268113"/>
          <a:ext cx="2938908" cy="3122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21.10:</a:t>
          </a:r>
          <a:r>
            <a:rPr lang="en-US" sz="800" b="0" i="0" kern="1200" dirty="0"/>
            <a:t> Received a 404 Forbidden error while transferring items from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to S4. Reason: OData service update was not completed; it started working after some time.</a:t>
          </a:r>
          <a:endParaRPr lang="en-DE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22.10:</a:t>
          </a:r>
          <a:r>
            <a:rPr lang="en-US" sz="800" b="0" i="0" kern="1200" dirty="0"/>
            <a:t> OCI value mapping issue: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is sending the supplier IFA number to S4, and the requester has to change it to the BP number manually.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23.10:</a:t>
          </a:r>
          <a:r>
            <a:rPr lang="en-US" sz="800" b="0" i="0" kern="1200" dirty="0"/>
            <a:t> Supplier field mapping for OCI from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to S4 needs to be adjusted with BP.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24.10:</a:t>
          </a:r>
          <a:r>
            <a:rPr lang="en-US" sz="800" b="0" i="0" kern="1200" dirty="0"/>
            <a:t> Incident INC41584398 was raised to the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 team to adjust the mapping.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25.10:</a:t>
          </a:r>
          <a:r>
            <a:rPr lang="en-US" sz="800" b="0" i="0" kern="1200" dirty="0"/>
            <a:t> As per WPS, it is not possible via standard field value mapping; they have suggested to use the custom field ZZW_VENDOR_IFA.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28.10:</a:t>
          </a:r>
          <a:r>
            <a:rPr lang="en-US" sz="800" b="0" i="0" kern="1200" dirty="0"/>
            <a:t> After maintaining the custom field ZZW_VENDOR_IFA in </a:t>
          </a:r>
          <a:r>
            <a:rPr lang="en-US" sz="800" b="0" i="0" kern="1200" dirty="0" err="1"/>
            <a:t>myMall</a:t>
          </a:r>
          <a:r>
            <a:rPr lang="en-US" sz="800" b="0" i="0" kern="1200" dirty="0"/>
            <a:t>, the issue was not resolved as this custom field doesn’t transfer to S4.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29.10:</a:t>
          </a:r>
          <a:r>
            <a:rPr lang="en-US" sz="800" b="0" i="0" kern="1200" dirty="0"/>
            <a:t> Checking with development for field mapping; most probably, an enhancement will be needed for OCI value mapping.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30.10</a:t>
          </a:r>
          <a:r>
            <a:rPr lang="en-US" sz="800" b="0" i="0" kern="1200" dirty="0"/>
            <a:t> : </a:t>
          </a:r>
          <a:r>
            <a:rPr lang="en-US" sz="800" kern="1200" dirty="0"/>
            <a:t>Need to enhance the logic in S4 side by implementing the BADI.</a:t>
          </a:r>
          <a:endParaRPr lang="en-US" sz="800" b="0" i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05.10 </a:t>
          </a:r>
          <a:r>
            <a:rPr lang="en-US" sz="800" b="0" i="0" kern="1200" dirty="0"/>
            <a:t>:Project-REQ: 6000121549/INC 6000121626  is created and assigned to development team but it can’t be handled under bugfix, so feature &amp; story is requested by Dev team.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1" i="0" kern="1200" dirty="0"/>
            <a:t>06.10 : </a:t>
          </a:r>
          <a:r>
            <a:rPr lang="en-US" sz="800" b="0" i="0" kern="1200" dirty="0"/>
            <a:t>Story SX-91313 is created to development team under OCI feature  SX-91234 enhancement.</a:t>
          </a:r>
        </a:p>
      </dsp:txBody>
      <dsp:txXfrm>
        <a:off x="6703726" y="1268113"/>
        <a:ext cx="2938908" cy="3122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1CC606-CC35-4BFD-B8AC-B53D35DABC80}">
      <dsp:nvSpPr>
        <dsp:cNvPr id="0" name=""/>
        <dsp:cNvSpPr/>
      </dsp:nvSpPr>
      <dsp:spPr>
        <a:xfrm>
          <a:off x="3995" y="137180"/>
          <a:ext cx="1816640" cy="5183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S4</a:t>
          </a:r>
          <a:endParaRPr lang="en-DE" sz="1200" kern="1200" dirty="0"/>
        </a:p>
      </dsp:txBody>
      <dsp:txXfrm>
        <a:off x="3995" y="137180"/>
        <a:ext cx="1816640" cy="345600"/>
      </dsp:txXfrm>
    </dsp:sp>
    <dsp:sp modelId="{2B3E2DE4-7087-40AE-B084-DF0A67564986}">
      <dsp:nvSpPr>
        <dsp:cNvPr id="0" name=""/>
        <dsp:cNvSpPr/>
      </dsp:nvSpPr>
      <dsp:spPr>
        <a:xfrm>
          <a:off x="376078" y="482780"/>
          <a:ext cx="1816640" cy="228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1.Go to manage Purchase Requisition Professional </a:t>
          </a:r>
          <a:r>
            <a:rPr lang="en-US" sz="1200" kern="1200" dirty="0" err="1"/>
            <a:t>fiori</a:t>
          </a:r>
          <a:r>
            <a:rPr lang="en-US" sz="1200" kern="1200" dirty="0"/>
            <a:t> app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2.Click on create.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3.Click on create at line-item level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4.Select Items from </a:t>
          </a:r>
          <a:r>
            <a:rPr lang="en-US" sz="1200" kern="1200" dirty="0" err="1"/>
            <a:t>from</a:t>
          </a:r>
          <a:r>
            <a:rPr lang="en-US" sz="1200" kern="1200" dirty="0"/>
            <a:t> external catalogs.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5.Choose relevant </a:t>
          </a:r>
          <a:r>
            <a:rPr lang="en-US" sz="1200" kern="1200" dirty="0" err="1"/>
            <a:t>myMall</a:t>
          </a:r>
          <a:r>
            <a:rPr lang="en-US" sz="1200" kern="1200" dirty="0"/>
            <a:t> webservice. </a:t>
          </a:r>
          <a:endParaRPr lang="en-DE" sz="1200" kern="1200" dirty="0"/>
        </a:p>
      </dsp:txBody>
      <dsp:txXfrm>
        <a:off x="429286" y="535988"/>
        <a:ext cx="1710224" cy="2183184"/>
      </dsp:txXfrm>
    </dsp:sp>
    <dsp:sp modelId="{DE2B60C5-49DC-43F7-8AFF-E7FFFFE0793D}">
      <dsp:nvSpPr>
        <dsp:cNvPr id="0" name=""/>
        <dsp:cNvSpPr/>
      </dsp:nvSpPr>
      <dsp:spPr>
        <a:xfrm>
          <a:off x="2096032" y="83835"/>
          <a:ext cx="583839" cy="4522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/>
        </a:p>
      </dsp:txBody>
      <dsp:txXfrm>
        <a:off x="2096032" y="174293"/>
        <a:ext cx="448152" cy="271374"/>
      </dsp:txXfrm>
    </dsp:sp>
    <dsp:sp modelId="{52D63547-56AF-4075-93F4-AE5265948B5A}">
      <dsp:nvSpPr>
        <dsp:cNvPr id="0" name=""/>
        <dsp:cNvSpPr/>
      </dsp:nvSpPr>
      <dsp:spPr>
        <a:xfrm>
          <a:off x="2922220" y="137180"/>
          <a:ext cx="1816640" cy="518399"/>
        </a:xfrm>
        <a:prstGeom prst="roundRect">
          <a:avLst>
            <a:gd name="adj" fmla="val 10000"/>
          </a:avLst>
        </a:prstGeom>
        <a:solidFill>
          <a:schemeClr val="accent3">
            <a:hueOff val="275609"/>
            <a:satOff val="0"/>
            <a:lumOff val="-29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myMall</a:t>
          </a:r>
          <a:endParaRPr lang="en-DE" sz="1200" kern="1200" dirty="0"/>
        </a:p>
      </dsp:txBody>
      <dsp:txXfrm>
        <a:off x="2922220" y="137180"/>
        <a:ext cx="1816640" cy="345600"/>
      </dsp:txXfrm>
    </dsp:sp>
    <dsp:sp modelId="{29762B9C-331D-4B74-80C4-4F89966230E7}">
      <dsp:nvSpPr>
        <dsp:cNvPr id="0" name=""/>
        <dsp:cNvSpPr/>
      </dsp:nvSpPr>
      <dsp:spPr>
        <a:xfrm>
          <a:off x="3294303" y="482780"/>
          <a:ext cx="1816640" cy="228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5609"/>
              <a:satOff val="0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6.Choose the item from available catalog items.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Adding multiple items are possible.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1200" kern="1200" dirty="0"/>
            <a:t>7. Finalize shopping basket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DE" sz="1200" kern="1200" dirty="0"/>
        </a:p>
      </dsp:txBody>
      <dsp:txXfrm>
        <a:off x="3347511" y="535988"/>
        <a:ext cx="1710224" cy="2183184"/>
      </dsp:txXfrm>
    </dsp:sp>
    <dsp:sp modelId="{6AFBA903-53F3-47B0-AC99-23F2C9EDB197}">
      <dsp:nvSpPr>
        <dsp:cNvPr id="0" name=""/>
        <dsp:cNvSpPr/>
      </dsp:nvSpPr>
      <dsp:spPr>
        <a:xfrm>
          <a:off x="5014257" y="83835"/>
          <a:ext cx="583839" cy="4522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551219"/>
            <a:satOff val="0"/>
            <a:lumOff val="-588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000" kern="1200"/>
        </a:p>
      </dsp:txBody>
      <dsp:txXfrm>
        <a:off x="5014257" y="174293"/>
        <a:ext cx="448152" cy="271374"/>
      </dsp:txXfrm>
    </dsp:sp>
    <dsp:sp modelId="{E8DAC886-29AE-42A2-B224-7A0F6816511B}">
      <dsp:nvSpPr>
        <dsp:cNvPr id="0" name=""/>
        <dsp:cNvSpPr/>
      </dsp:nvSpPr>
      <dsp:spPr>
        <a:xfrm>
          <a:off x="5840445" y="137180"/>
          <a:ext cx="1816640" cy="518399"/>
        </a:xfrm>
        <a:prstGeom prst="roundRect">
          <a:avLst>
            <a:gd name="adj" fmla="val 10000"/>
          </a:avLst>
        </a:prstGeom>
        <a:solidFill>
          <a:schemeClr val="accent3">
            <a:hueOff val="551219"/>
            <a:satOff val="0"/>
            <a:lumOff val="-58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S4</a:t>
          </a:r>
          <a:endParaRPr lang="en-DE" sz="1200" kern="1200" dirty="0"/>
        </a:p>
      </dsp:txBody>
      <dsp:txXfrm>
        <a:off x="5840445" y="137180"/>
        <a:ext cx="1816640" cy="345600"/>
      </dsp:txXfrm>
    </dsp:sp>
    <dsp:sp modelId="{E614CA63-0E93-4B74-9248-42B8241CE101}">
      <dsp:nvSpPr>
        <dsp:cNvPr id="0" name=""/>
        <dsp:cNvSpPr/>
      </dsp:nvSpPr>
      <dsp:spPr>
        <a:xfrm>
          <a:off x="6212528" y="482780"/>
          <a:ext cx="1816640" cy="228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551219"/>
              <a:satOff val="0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Catalog item details transfers to S4.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IFA to Business Partner of supplier mapped automatically.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200" kern="1200" dirty="0"/>
            <a:t>Complete the PR.</a:t>
          </a:r>
          <a:endParaRPr lang="en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en-DE" sz="1200" kern="1200" dirty="0"/>
        </a:p>
      </dsp:txBody>
      <dsp:txXfrm>
        <a:off x="6265736" y="535988"/>
        <a:ext cx="1710224" cy="2183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11/26/2024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904" y="597943"/>
            <a:ext cx="1141867" cy="1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42055" y="0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11/26/2024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117475" y="671513"/>
            <a:ext cx="6565900" cy="3694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3222" y="4967227"/>
            <a:ext cx="5994800" cy="429893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9535825"/>
            <a:ext cx="43248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42055" y="9535825"/>
            <a:ext cx="1755620" cy="3908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62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Tx/>
              <a:buNone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24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796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60-FD3E-591C-EDF0-E80F33C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9FB03D-ADFD-7403-9271-34E6A9E6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C1D29C-8144-C550-B3A2-29D9A98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E70D4C-D9EA-1428-5489-ACC94677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301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60-FD3E-591C-EDF0-E80F33CB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9FB03D-ADFD-7403-9271-34E6A9E6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C1D29C-8144-C550-B3A2-29D9A98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E70D4C-D9EA-1428-5489-ACC94677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13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D643-FFD6-0F55-AAB3-8EDF6DF1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C8F760-60B7-B1D1-5338-4F544B9C8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475" y="671513"/>
            <a:ext cx="6565900" cy="3694112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8A5295F-DBB0-0AC0-8CCD-432529A16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2110C4-2284-A92A-9B7E-798877FDE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270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vert="horz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70DE8838-31D9-C642-DEB4-3F58514298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87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5C1C3F67-382F-07D6-EE21-C5965BF30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1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5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1D6035DC-0382-A35D-A6CF-1C926020B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5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pic>
        <p:nvPicPr>
          <p:cNvPr id="6" name="Marcador de Posição da Imagem 8" descr="Uma imagem com azul, Saturação de cores, Azul elétrico, captura de ecrã&#10;&#10;Descrição gerada automaticamente">
            <a:extLst>
              <a:ext uri="{FF2B5EF4-FFF2-40B4-BE49-F238E27FC236}">
                <a16:creationId xmlns:a16="http://schemas.microsoft.com/office/drawing/2014/main" id="{987E51E3-72A3-7AAC-F3CF-18EEC80FC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-5" y="0"/>
            <a:ext cx="121920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62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90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3233F74-64E2-979F-AE77-CCDE0519D4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2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749F11AA-3049-C6CE-38C7-1170C944F8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7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CB67303-6251-0F53-7616-F4295E0D41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87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Pr>
        <a:solidFill>
          <a:srgbClr val="000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41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C483EF4-B0F3-9DF8-929C-E73101064F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8571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C483EF4-B0F3-9DF8-929C-E73101064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E85E7B1C-7C59-C51C-8FD1-536DDC76EB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buClr>
                <a:srgbClr val="00BEDC"/>
              </a:buClr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buClr>
                <a:srgbClr val="00BEDC"/>
              </a:buClr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6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7FD5AAC-7932-3045-AD0F-BFF2BFCC27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85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7FD5AAC-7932-3045-AD0F-BFF2BFCC27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4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C958BC9-E8AA-BB49-2514-085CE54BA8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7485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C958BC9-E8AA-BB49-2514-085CE54BA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10445859" cy="576000"/>
          </a:xfrm>
        </p:spPr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CF2E49-AF61-A0B6-1BC5-6D8192E7C71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23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BA1DB2C-2D65-80A3-F2B9-6CD2CBF44E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988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BA1DB2C-2D65-80A3-F2B9-6CD2CBF44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9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606C141-1512-A34C-D3C1-A7152EA18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499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37" imgH="737" progId="TCLayout.ActiveDocument.1">
                  <p:embed/>
                </p:oleObj>
              </mc:Choice>
              <mc:Fallback>
                <p:oleObj name="think-cell Slide" r:id="rId3" imgW="737" imgH="73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606C141-1512-A34C-D3C1-A7152EA18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EAEE99BD-28E7-FE5E-FA77-0D47A3BA42F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33255">
                  <a:alpha val="90000"/>
                </a:srgbClr>
              </a:gs>
              <a:gs pos="99000">
                <a:srgbClr val="0E0E3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315EF87-8232-406F-3929-2791AF0D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A29C7FB6-EEF3-CCFA-F90F-B44B5967F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217BFFA-CD11-26FB-EB1B-CAB5E139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Imagem 11" descr="Uma imagem com texto&#10;&#10;Descrição gerada automaticamente">
            <a:extLst>
              <a:ext uri="{FF2B5EF4-FFF2-40B4-BE49-F238E27FC236}">
                <a16:creationId xmlns:a16="http://schemas.microsoft.com/office/drawing/2014/main" id="{0A0127EB-6D54-2C8F-08B0-DF83F9477FF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881" y="434578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6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3ADA6C66-7966-F4E1-9B33-7A9DAAADC6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0385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3ADA6C66-7966-F4E1-9B33-7A9DAAADC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8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F307510-1CD4-7DA5-F914-34C4C89D9A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3787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F307510-1CD4-7DA5-F914-34C4C89D9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Imagem 2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64BA73B-5A07-47C4-996D-44A95DD148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39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5AF8D565-19AD-F232-35A2-0E008502A9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321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5AF8D565-19AD-F232-35A2-0E008502A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66D69E8-0F49-9540-3607-3071D9A7055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6473163-8190-ACF8-B633-B4CE16DE4D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818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6473163-8190-ACF8-B633-B4CE16DE4D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F420FD94-5F7C-ACE7-A20F-8ED98461B4E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1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E5E1C249-86B5-BD71-75E1-77E3E2E21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82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E5E1C249-86B5-BD71-75E1-77E3E2E21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C1EFE4E-D7FD-552C-9E95-0FCF239BCB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69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E2BCC471-28E7-B7EA-D275-D070DA543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917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E2BCC471-28E7-B7EA-D275-D070DA543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332B548D-F9E2-2F34-4BFC-0F1BAEC4C92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04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6340933C-FAE6-57C7-ED97-22A6C2F91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861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6340933C-FAE6-57C7-ED97-22A6C2F9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78C58A62-0120-A9FF-7B12-7C83E28E629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3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550997B-C79C-51D5-4CAB-2F2F0BEE75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427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550997B-C79C-51D5-4CAB-2F2F0BEE7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A6CCB8F0-0618-7671-C46E-BF41202819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11BDBF6-878D-2DD2-1307-8F917772EC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316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11BDBF6-878D-2DD2-1307-8F917772E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rgbClr val="00002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Imagem 1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91CC009F-904A-3B34-CD8E-992B614954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9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82C904B-D4AC-EDB0-D560-B841D38E5A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06180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82C904B-D4AC-EDB0-D560-B841D38E5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BEDC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BEDC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97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C4093E6-4FDF-8AED-2D7C-E73D45025E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9221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3" imgH="664" progId="TCLayout.ActiveDocument.1">
                  <p:embed/>
                </p:oleObj>
              </mc:Choice>
              <mc:Fallback>
                <p:oleObj name="think-cell Slide" r:id="rId3" imgW="663" imgH="66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C4093E6-4FDF-8AED-2D7C-E73D45025E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m 5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C00B2712-58A8-5D13-7EC3-D8C35F7F3DA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39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61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370CE-4195-F5B6-3915-43595757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7CEB39-130A-9C62-17A4-98E9C74AB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9D4EA4-2D1D-9297-012C-595079EC0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7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985D4A8C-D534-8BF3-8009-C3A8417E6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576509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663" imgH="664" progId="TCLayout.ActiveDocument.1">
                  <p:embed/>
                </p:oleObj>
              </mc:Choice>
              <mc:Fallback>
                <p:oleObj name="think-cell Slide" r:id="rId31" imgW="663" imgH="66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985D4A8C-D534-8BF3-8009-C3A8417E6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2024 | SHERPA X | YYYY-MM-DD | Status: Draft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Imagem 10" descr="Uma imagem com Tipo de letra, Gráficos, texto, captura de ecrã&#10;&#10;Descrição gerada automaticamente">
            <a:extLst>
              <a:ext uri="{FF2B5EF4-FFF2-40B4-BE49-F238E27FC236}">
                <a16:creationId xmlns:a16="http://schemas.microsoft.com/office/drawing/2014/main" id="{678730AC-955A-7342-222C-98CEDEC2B97E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5045" y="478800"/>
            <a:ext cx="755792" cy="7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4" r:id="rId13"/>
    <p:sldLayoutId id="2147483850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9" r:id="rId27"/>
    <p:sldLayoutId id="2147483851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0028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rgbClr val="00BEDC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1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9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6" Type="http://schemas.openxmlformats.org/officeDocument/2006/relationships/image" Target="../media/image17.emf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8DAADCC-244F-3787-8285-68A15EC186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DAADCC-244F-3787-8285-68A15EC186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BAE356D-A802-CBD8-E9C9-52770DA4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Procure-2-Receipt (P2R) </a:t>
            </a:r>
            <a:r>
              <a:rPr lang="de-DE" dirty="0" err="1"/>
              <a:t>Indirect</a:t>
            </a:r>
            <a:r>
              <a:rPr lang="de-DE" dirty="0"/>
              <a:t> </a:t>
            </a:r>
            <a:br>
              <a:rPr lang="de-DE" dirty="0"/>
            </a:br>
            <a:r>
              <a:rPr lang="en-US" sz="2000" b="0" dirty="0">
                <a:solidFill>
                  <a:schemeClr val="tx1"/>
                </a:solidFill>
              </a:rPr>
              <a:t>Indirect X | </a:t>
            </a:r>
            <a:r>
              <a:rPr lang="en-US" b="0" dirty="0"/>
              <a:t>Objectives</a:t>
            </a:r>
            <a:endParaRPr lang="en-DE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755A0-4B63-5D3F-5144-EEB4150729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B66B-9D4A-B1ED-2C44-048AB32CA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" name="Basic ring" descr="Mindmap wheel">
            <a:extLst>
              <a:ext uri="{FF2B5EF4-FFF2-40B4-BE49-F238E27FC236}">
                <a16:creationId xmlns:a16="http://schemas.microsoft.com/office/drawing/2014/main" id="{04DCAA9A-255A-2A10-C0DD-5C0A114E5AFC}"/>
              </a:ext>
            </a:extLst>
          </p:cNvPr>
          <p:cNvSpPr/>
          <p:nvPr/>
        </p:nvSpPr>
        <p:spPr bwMode="gray">
          <a:xfrm>
            <a:off x="4154568" y="202606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C1B6"/>
          </a:solidFill>
          <a:ln>
            <a:noFill/>
          </a:ln>
          <a:effectLst/>
        </p:spPr>
        <p:txBody>
          <a:bodyPr wrap="square" lIns="468000" tIns="180000" rIns="468000" bIns="180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400" b="1">
                <a:solidFill>
                  <a:schemeClr val="tx1"/>
                </a:solidFill>
                <a:latin typeface="+mn-lt"/>
              </a:rPr>
              <a:t>Aspiration: 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en-US" sz="2400" b="1">
                <a:solidFill>
                  <a:schemeClr val="tx1"/>
                </a:solidFill>
                <a:latin typeface="+mn-lt"/>
              </a:rPr>
              <a:t>Indirect X is a leaner, less complex and more user-friendly solution</a:t>
            </a:r>
          </a:p>
        </p:txBody>
      </p:sp>
      <p:sp>
        <p:nvSpPr>
          <p:cNvPr id="16" name="Content 1" descr="Sample content">
            <a:extLst>
              <a:ext uri="{FF2B5EF4-FFF2-40B4-BE49-F238E27FC236}">
                <a16:creationId xmlns:a16="http://schemas.microsoft.com/office/drawing/2014/main" id="{A4931828-81C4-5D4B-E226-6280B49178BA}"/>
              </a:ext>
            </a:extLst>
          </p:cNvPr>
          <p:cNvSpPr txBox="1"/>
          <p:nvPr/>
        </p:nvSpPr>
        <p:spPr bwMode="gray">
          <a:xfrm>
            <a:off x="410400" y="1701910"/>
            <a:ext cx="2448000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 dirty="0">
                <a:solidFill>
                  <a:srgbClr val="00C1B6"/>
                </a:solidFill>
                <a:latin typeface="+mn-lt"/>
                <a:ea typeface="Arial Unicode MS"/>
              </a:rPr>
              <a:t>(Gen) AI capabilities </a:t>
            </a:r>
            <a:r>
              <a:rPr lang="en-US" dirty="0">
                <a:solidFill>
                  <a:schemeClr val="tx1"/>
                </a:solidFill>
                <a:latin typeface="+mn-lt"/>
                <a:ea typeface="Arial Unicode MS"/>
              </a:rPr>
              <a:t>Decision guidance for requesters and approvers </a:t>
            </a:r>
          </a:p>
        </p:txBody>
      </p:sp>
      <p:sp>
        <p:nvSpPr>
          <p:cNvPr id="17" name="Image area 1" descr="Sample image">
            <a:extLst>
              <a:ext uri="{FF2B5EF4-FFF2-40B4-BE49-F238E27FC236}">
                <a16:creationId xmlns:a16="http://schemas.microsoft.com/office/drawing/2014/main" id="{D4520BDC-1D8A-ABB2-C2B7-85B8427A8BCF}"/>
              </a:ext>
            </a:extLst>
          </p:cNvPr>
          <p:cNvSpPr>
            <a:spLocks noChangeAspect="1"/>
          </p:cNvSpPr>
          <p:nvPr/>
        </p:nvSpPr>
        <p:spPr bwMode="gray">
          <a:xfrm>
            <a:off x="2858400" y="1701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18" name="Line 1">
            <a:extLst>
              <a:ext uri="{FF2B5EF4-FFF2-40B4-BE49-F238E27FC236}">
                <a16:creationId xmlns:a16="http://schemas.microsoft.com/office/drawing/2014/main" id="{E5C2A928-BD46-47AA-4518-B49991A28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4010023" y="224191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19" name="Content 2" descr="Sample content">
            <a:extLst>
              <a:ext uri="{FF2B5EF4-FFF2-40B4-BE49-F238E27FC236}">
                <a16:creationId xmlns:a16="http://schemas.microsoft.com/office/drawing/2014/main" id="{09EBC4A3-0118-4FED-CB7C-1B04BB67CAFC}"/>
              </a:ext>
            </a:extLst>
          </p:cNvPr>
          <p:cNvSpPr txBox="1"/>
          <p:nvPr/>
        </p:nvSpPr>
        <p:spPr bwMode="gray">
          <a:xfrm>
            <a:off x="342163" y="3397510"/>
            <a:ext cx="1868237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Integration</a:t>
            </a:r>
          </a:p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myMall &amp; Indirect X seamlessly integrated</a:t>
            </a:r>
          </a:p>
        </p:txBody>
      </p:sp>
      <p:sp>
        <p:nvSpPr>
          <p:cNvPr id="20" name="Image area 2" descr="Sample image">
            <a:extLst>
              <a:ext uri="{FF2B5EF4-FFF2-40B4-BE49-F238E27FC236}">
                <a16:creationId xmlns:a16="http://schemas.microsoft.com/office/drawing/2014/main" id="{AF4DA86E-4CA7-9ECC-6712-5B722B16323B}"/>
              </a:ext>
            </a:extLst>
          </p:cNvPr>
          <p:cNvSpPr>
            <a:spLocks noChangeAspect="1"/>
          </p:cNvSpPr>
          <p:nvPr/>
        </p:nvSpPr>
        <p:spPr bwMode="gray">
          <a:xfrm>
            <a:off x="2210400" y="33975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cxnSp>
        <p:nvCxnSpPr>
          <p:cNvPr id="21" name="Line 2">
            <a:extLst>
              <a:ext uri="{FF2B5EF4-FFF2-40B4-BE49-F238E27FC236}">
                <a16:creationId xmlns:a16="http://schemas.microsoft.com/office/drawing/2014/main" id="{98605B6D-54D4-7D59-AA11-38E6DD95D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H="1">
            <a:off x="3382027" y="3910830"/>
            <a:ext cx="918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22" name="Content 3" descr="Sample content">
            <a:extLst>
              <a:ext uri="{FF2B5EF4-FFF2-40B4-BE49-F238E27FC236}">
                <a16:creationId xmlns:a16="http://schemas.microsoft.com/office/drawing/2014/main" id="{B2389653-33D6-557E-3486-2B8B1286E126}"/>
              </a:ext>
            </a:extLst>
          </p:cNvPr>
          <p:cNvSpPr txBox="1"/>
          <p:nvPr/>
        </p:nvSpPr>
        <p:spPr bwMode="gray">
          <a:xfrm>
            <a:off x="410400" y="5193910"/>
            <a:ext cx="2448000" cy="1044000"/>
          </a:xfrm>
          <a:prstGeom prst="rect">
            <a:avLst/>
          </a:prstGeom>
          <a:noFill/>
        </p:spPr>
        <p:txBody>
          <a:bodyPr wrap="square" lIns="0" tIns="0" rIns="143925" bIns="0" rtlCol="0" anchor="ctr" anchorCtr="0">
            <a:noAutofit/>
          </a:bodyPr>
          <a:lstStyle/>
          <a:p>
            <a:pPr algn="r"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Usability</a:t>
            </a:r>
          </a:p>
          <a:p>
            <a:pPr algn="r" fontAlgn="t">
              <a:spcAft>
                <a:spcPts val="200"/>
              </a:spcAft>
              <a:buClr>
                <a:srgbClr val="ADBECB"/>
              </a:buClr>
              <a:buSzPct val="90000"/>
              <a:defRPr/>
            </a:pPr>
            <a:r>
              <a:rPr lang="en-US" sz="1800" kern="0">
                <a:ea typeface="ＭＳ Ｐゴシック"/>
              </a:rPr>
              <a:t>Modern UI </a:t>
            </a:r>
            <a:r>
              <a:rPr lang="en-US">
                <a:ea typeface="Arial Unicode MS"/>
              </a:rPr>
              <a:t>consistent</a:t>
            </a:r>
            <a:r>
              <a:rPr lang="en-US" sz="1800" kern="0">
                <a:ea typeface="ＭＳ Ｐゴシック"/>
              </a:rPr>
              <a:t> from </a:t>
            </a: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Procure2Receipt</a:t>
            </a:r>
            <a:r>
              <a:rPr lang="en-US" sz="1800" kern="0">
                <a:ea typeface="ＭＳ Ｐゴシック"/>
              </a:rPr>
              <a:t> for improved UX</a:t>
            </a:r>
          </a:p>
        </p:txBody>
      </p:sp>
      <p:sp>
        <p:nvSpPr>
          <p:cNvPr id="23" name="Image area 3" descr="Sample image">
            <a:extLst>
              <a:ext uri="{FF2B5EF4-FFF2-40B4-BE49-F238E27FC236}">
                <a16:creationId xmlns:a16="http://schemas.microsoft.com/office/drawing/2014/main" id="{B22CCBFA-849C-9786-221F-008B77827FD4}"/>
              </a:ext>
            </a:extLst>
          </p:cNvPr>
          <p:cNvSpPr>
            <a:spLocks noChangeAspect="1"/>
          </p:cNvSpPr>
          <p:nvPr/>
        </p:nvSpPr>
        <p:spPr bwMode="gray">
          <a:xfrm>
            <a:off x="2858400" y="5193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24" name="Line 3">
            <a:extLst>
              <a:ext uri="{FF2B5EF4-FFF2-40B4-BE49-F238E27FC236}">
                <a16:creationId xmlns:a16="http://schemas.microsoft.com/office/drawing/2014/main" id="{0DB5F69E-FC2C-9257-8853-BB467B12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V="1">
            <a:off x="4010023" y="527023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25" name="Content 4" descr="Sample content">
            <a:extLst>
              <a:ext uri="{FF2B5EF4-FFF2-40B4-BE49-F238E27FC236}">
                <a16:creationId xmlns:a16="http://schemas.microsoft.com/office/drawing/2014/main" id="{AE68556B-15DC-FAF0-B5AF-91E7EE7ED0DC}"/>
              </a:ext>
            </a:extLst>
          </p:cNvPr>
          <p:cNvSpPr txBox="1">
            <a:spLocks/>
          </p:cNvSpPr>
          <p:nvPr/>
        </p:nvSpPr>
        <p:spPr bwMode="gray">
          <a:xfrm>
            <a:off x="9339581" y="1701910"/>
            <a:ext cx="2448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Automation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High E2E automation of Procure2Receipt process</a:t>
            </a:r>
          </a:p>
        </p:txBody>
      </p:sp>
      <p:sp>
        <p:nvSpPr>
          <p:cNvPr id="26" name="Image area 4" descr="Sample image">
            <a:extLst>
              <a:ext uri="{FF2B5EF4-FFF2-40B4-BE49-F238E27FC236}">
                <a16:creationId xmlns:a16="http://schemas.microsoft.com/office/drawing/2014/main" id="{AAF8C282-2A38-5386-0935-E26529637565}"/>
              </a:ext>
            </a:extLst>
          </p:cNvPr>
          <p:cNvSpPr>
            <a:spLocks noChangeAspect="1"/>
          </p:cNvSpPr>
          <p:nvPr/>
        </p:nvSpPr>
        <p:spPr bwMode="gray">
          <a:xfrm>
            <a:off x="8294400" y="1701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27" name="Line 4">
            <a:extLst>
              <a:ext uri="{FF2B5EF4-FFF2-40B4-BE49-F238E27FC236}">
                <a16:creationId xmlns:a16="http://schemas.microsoft.com/office/drawing/2014/main" id="{FABFB763-9395-7A31-E185-7DAD02C12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7371979" y="224191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  <p:sp>
        <p:nvSpPr>
          <p:cNvPr id="28" name="Content 5" descr="Sample content">
            <a:extLst>
              <a:ext uri="{FF2B5EF4-FFF2-40B4-BE49-F238E27FC236}">
                <a16:creationId xmlns:a16="http://schemas.microsoft.com/office/drawing/2014/main" id="{09CC997B-B0B6-B1B6-417A-11D48CBF5B8D}"/>
              </a:ext>
            </a:extLst>
          </p:cNvPr>
          <p:cNvSpPr txBox="1"/>
          <p:nvPr/>
        </p:nvSpPr>
        <p:spPr bwMode="gray">
          <a:xfrm>
            <a:off x="9987581" y="3397510"/>
            <a:ext cx="1800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SHERPA X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Indirect X is embedded in SX ecosystem</a:t>
            </a:r>
          </a:p>
        </p:txBody>
      </p:sp>
      <p:sp>
        <p:nvSpPr>
          <p:cNvPr id="29" name="Image area 5" descr="Sample image">
            <a:extLst>
              <a:ext uri="{FF2B5EF4-FFF2-40B4-BE49-F238E27FC236}">
                <a16:creationId xmlns:a16="http://schemas.microsoft.com/office/drawing/2014/main" id="{257C8FA3-0EAB-839A-105C-66ED3E5F9F1F}"/>
              </a:ext>
            </a:extLst>
          </p:cNvPr>
          <p:cNvSpPr>
            <a:spLocks noChangeAspect="1"/>
          </p:cNvSpPr>
          <p:nvPr/>
        </p:nvSpPr>
        <p:spPr bwMode="gray">
          <a:xfrm>
            <a:off x="8942400" y="33975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cxnSp>
        <p:nvCxnSpPr>
          <p:cNvPr id="30" name="Line 5">
            <a:extLst>
              <a:ext uri="{FF2B5EF4-FFF2-40B4-BE49-F238E27FC236}">
                <a16:creationId xmlns:a16="http://schemas.microsoft.com/office/drawing/2014/main" id="{A0EB9CA3-58D9-92B4-E9A9-488197C48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7898400" y="3910831"/>
            <a:ext cx="91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31" name="Content 6" descr="Sample content">
            <a:extLst>
              <a:ext uri="{FF2B5EF4-FFF2-40B4-BE49-F238E27FC236}">
                <a16:creationId xmlns:a16="http://schemas.microsoft.com/office/drawing/2014/main" id="{EF9D7C38-EE8B-E56D-08A2-CB910ABF1C8F}"/>
              </a:ext>
            </a:extLst>
          </p:cNvPr>
          <p:cNvSpPr txBox="1"/>
          <p:nvPr/>
        </p:nvSpPr>
        <p:spPr bwMode="gray">
          <a:xfrm>
            <a:off x="9339581" y="5193910"/>
            <a:ext cx="2448000" cy="1044000"/>
          </a:xfrm>
          <a:prstGeom prst="rect">
            <a:avLst/>
          </a:prstGeom>
          <a:noFill/>
        </p:spPr>
        <p:txBody>
          <a:bodyPr wrap="square" lIns="143925" tIns="0" rIns="0" bIns="0" rtlCol="0" anchor="ctr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Reduced </a:t>
            </a:r>
            <a:r>
              <a:rPr lang="en-US" b="1">
                <a:solidFill>
                  <a:srgbClr val="00C1B6"/>
                </a:solidFill>
                <a:ea typeface="Arial Unicode MS"/>
              </a:rPr>
              <a:t>C</a:t>
            </a:r>
            <a:r>
              <a:rPr lang="en-US" b="1">
                <a:solidFill>
                  <a:srgbClr val="00C1B6"/>
                </a:solidFill>
                <a:latin typeface="+mn-lt"/>
                <a:ea typeface="Arial Unicode MS"/>
              </a:rPr>
              <a:t>omplexity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>
                <a:solidFill>
                  <a:schemeClr val="tx1"/>
                </a:solidFill>
                <a:latin typeface="+mn-lt"/>
                <a:ea typeface="Arial Unicode MS"/>
              </a:rPr>
              <a:t>Aligned complexity reduction compared to today’s processes</a:t>
            </a:r>
          </a:p>
        </p:txBody>
      </p:sp>
      <p:sp>
        <p:nvSpPr>
          <p:cNvPr id="32" name="Image area 6" descr="Sample image">
            <a:extLst>
              <a:ext uri="{FF2B5EF4-FFF2-40B4-BE49-F238E27FC236}">
                <a16:creationId xmlns:a16="http://schemas.microsoft.com/office/drawing/2014/main" id="{0575ACF4-745E-44FD-22C5-F28562A18D51}"/>
              </a:ext>
            </a:extLst>
          </p:cNvPr>
          <p:cNvSpPr>
            <a:spLocks noChangeAspect="1"/>
          </p:cNvSpPr>
          <p:nvPr/>
        </p:nvSpPr>
        <p:spPr bwMode="gray">
          <a:xfrm>
            <a:off x="8294400" y="5193910"/>
            <a:ext cx="1044000" cy="1044000"/>
          </a:xfrm>
          <a:prstGeom prst="ellipse">
            <a:avLst/>
          </a:prstGeom>
          <a:solidFill>
            <a:srgbClr val="66667E"/>
          </a:solidFill>
          <a:ln w="22225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sz="1799">
              <a:solidFill>
                <a:srgbClr val="F3F3F0"/>
              </a:solidFill>
              <a:latin typeface="+mn-lt"/>
              <a:ea typeface="Arial Unicode MS"/>
            </a:endParaRPr>
          </a:p>
        </p:txBody>
      </p:sp>
      <p:sp>
        <p:nvSpPr>
          <p:cNvPr id="33" name="Line 6">
            <a:extLst>
              <a:ext uri="{FF2B5EF4-FFF2-40B4-BE49-F238E27FC236}">
                <a16:creationId xmlns:a16="http://schemas.microsoft.com/office/drawing/2014/main" id="{4A7899CC-1258-E0F1-BED1-8B1213CF0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 flipV="1">
            <a:off x="7353979" y="527023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>
              <a:latin typeface="+mn-lt"/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1509325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B59FD2C-9A2B-A2AD-2783-7EF83F0412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B59FD2C-9A2B-A2AD-2783-7EF83F0412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6">
            <a:extLst>
              <a:ext uri="{FF2B5EF4-FFF2-40B4-BE49-F238E27FC236}">
                <a16:creationId xmlns:a16="http://schemas.microsoft.com/office/drawing/2014/main" id="{248AB438-91D5-1220-790F-D74C3BAC7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724" y="478800"/>
            <a:ext cx="9183673" cy="576000"/>
          </a:xfrm>
        </p:spPr>
        <p:txBody>
          <a:bodyPr vert="horz"/>
          <a:lstStyle/>
          <a:p>
            <a:r>
              <a:rPr lang="de-DE">
                <a:solidFill>
                  <a:srgbClr val="FFFFFF"/>
                </a:solidFill>
              </a:rPr>
              <a:t>Procure-2-Receipt (P2R) | </a:t>
            </a:r>
            <a:r>
              <a:rPr lang="de-DE"/>
              <a:t>Indirect</a:t>
            </a:r>
            <a:br>
              <a:rPr lang="de-DE">
                <a:solidFill>
                  <a:srgbClr val="FFFFFF"/>
                </a:solidFill>
              </a:rPr>
            </a:br>
            <a:r>
              <a:rPr lang="de-DE" b="0">
                <a:solidFill>
                  <a:srgbClr val="FFFFFF"/>
                </a:solidFill>
              </a:rPr>
              <a:t>Situation and </a:t>
            </a:r>
            <a:r>
              <a:rPr lang="de-DE" b="0" err="1">
                <a:solidFill>
                  <a:srgbClr val="FFFFFF"/>
                </a:solidFill>
              </a:rPr>
              <a:t>implications</a:t>
            </a:r>
            <a:r>
              <a:rPr lang="de-DE" b="0">
                <a:solidFill>
                  <a:srgbClr val="FFFFFF"/>
                </a:solidFill>
              </a:rPr>
              <a:t> </a:t>
            </a:r>
            <a:r>
              <a:rPr lang="de-DE" b="0" err="1">
                <a:solidFill>
                  <a:srgbClr val="FFFFFF"/>
                </a:solidFill>
              </a:rPr>
              <a:t>for</a:t>
            </a:r>
            <a:r>
              <a:rPr lang="de-DE" b="0">
                <a:solidFill>
                  <a:srgbClr val="FFFFFF"/>
                </a:solidFill>
              </a:rPr>
              <a:t> </a:t>
            </a:r>
            <a:r>
              <a:rPr lang="de-DE" b="0" err="1">
                <a:solidFill>
                  <a:srgbClr val="FFFFFF"/>
                </a:solidFill>
              </a:rPr>
              <a:t>companies</a:t>
            </a:r>
            <a:r>
              <a:rPr lang="de-DE" b="0">
                <a:solidFill>
                  <a:srgbClr val="FFFFFF"/>
                </a:solidFill>
              </a:rPr>
              <a:t> / </a:t>
            </a:r>
            <a:r>
              <a:rPr lang="de-DE" b="0" err="1">
                <a:solidFill>
                  <a:srgbClr val="FFFFFF"/>
                </a:solidFill>
              </a:rPr>
              <a:t>increments</a:t>
            </a:r>
            <a:endParaRPr lang="de-DE" b="0">
              <a:solidFill>
                <a:srgbClr val="FFFFFF"/>
              </a:solidFill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AFC0C09-3319-1E9B-5D97-7CA22E7A3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39D8F-556B-17D8-FDD5-95B85507B872}"/>
              </a:ext>
            </a:extLst>
          </p:cNvPr>
          <p:cNvSpPr txBox="1"/>
          <p:nvPr/>
        </p:nvSpPr>
        <p:spPr>
          <a:xfrm>
            <a:off x="741215" y="1942891"/>
            <a:ext cx="8315699" cy="38371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15888" tIns="71963" rIns="71963" bIns="71963" rtlCol="0">
            <a:spAutoFit/>
          </a:bodyPr>
          <a:lstStyle/>
          <a:p>
            <a:pPr algn="l"/>
            <a:endParaRPr lang="de-DE" sz="100" b="1" dirty="0"/>
          </a:p>
          <a:p>
            <a:pPr algn="l"/>
            <a:r>
              <a:rPr lang="de-DE" sz="1799" b="1" dirty="0"/>
              <a:t>Company / Accounting Unit (AUN)	Sherpa-X Business Type (BT)</a:t>
            </a:r>
            <a:r>
              <a:rPr lang="de-DE" sz="1999" b="1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SRE Germany ARE 426q / AUN 3003		BT | </a:t>
            </a:r>
            <a:r>
              <a:rPr lang="de-DE" sz="1599" dirty="0" err="1"/>
              <a:t>Governance</a:t>
            </a:r>
            <a:r>
              <a:rPr lang="de-DE" sz="1599" dirty="0"/>
              <a:t> </a:t>
            </a:r>
            <a:r>
              <a:rPr lang="de-DE" sz="1599" dirty="0" err="1"/>
              <a:t>Foundation</a:t>
            </a:r>
            <a:endParaRPr lang="de-DE" sz="1599" dirty="0"/>
          </a:p>
          <a:p>
            <a:pPr>
              <a:spcBef>
                <a:spcPts val="600"/>
              </a:spcBef>
            </a:pPr>
            <a:r>
              <a:rPr lang="de-DE" sz="1199" dirty="0"/>
              <a:t>	</a:t>
            </a:r>
          </a:p>
          <a:p>
            <a:pPr>
              <a:spcBef>
                <a:spcPts val="600"/>
              </a:spcBef>
            </a:pPr>
            <a:r>
              <a:rPr lang="de-DE" sz="1599" dirty="0" err="1"/>
              <a:t>Denmark</a:t>
            </a:r>
            <a:r>
              <a:rPr lang="de-DE" sz="1599" dirty="0"/>
              <a:t> Mobility ARE 526w / AUN 3012	BT | Project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		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Romania Factory </a:t>
            </a:r>
            <a:r>
              <a:rPr lang="de-DE" sz="1599" dirty="0" err="1"/>
              <a:t>Buzias</a:t>
            </a:r>
            <a:r>
              <a:rPr lang="de-DE" sz="1599" dirty="0"/>
              <a:t> ARE 539d / AUN 3014	BT | </a:t>
            </a:r>
            <a:r>
              <a:rPr lang="de-DE" sz="1599" dirty="0" err="1"/>
              <a:t>Product</a:t>
            </a:r>
            <a:endParaRPr lang="de-DE" sz="1599" dirty="0"/>
          </a:p>
          <a:p>
            <a:pPr>
              <a:spcBef>
                <a:spcPts val="600"/>
              </a:spcBef>
            </a:pPr>
            <a:endParaRPr lang="de-DE" sz="1599" dirty="0"/>
          </a:p>
          <a:p>
            <a:pPr>
              <a:spcBef>
                <a:spcPts val="600"/>
              </a:spcBef>
            </a:pPr>
            <a:r>
              <a:rPr lang="de-DE" sz="1599" dirty="0"/>
              <a:t>		</a:t>
            </a:r>
          </a:p>
          <a:p>
            <a:pPr>
              <a:spcBef>
                <a:spcPts val="600"/>
              </a:spcBef>
            </a:pPr>
            <a:r>
              <a:rPr lang="de-DE" sz="1599" dirty="0"/>
              <a:t>Next47 ARE „UK“		 		BT | </a:t>
            </a:r>
            <a:r>
              <a:rPr lang="de-DE" sz="1599" dirty="0" err="1"/>
              <a:t>Governance</a:t>
            </a:r>
            <a:r>
              <a:rPr lang="de-DE" sz="1599" dirty="0"/>
              <a:t> </a:t>
            </a:r>
            <a:r>
              <a:rPr lang="de-DE" sz="1599" dirty="0" err="1"/>
              <a:t>Foundation</a:t>
            </a:r>
            <a:r>
              <a:rPr lang="de-DE" sz="1599" dirty="0"/>
              <a:t>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3AAFED5-B9E0-4EA4-62D7-9EB4BEC8496D}"/>
              </a:ext>
            </a:extLst>
          </p:cNvPr>
          <p:cNvCxnSpPr>
            <a:cxnSpLocks/>
          </p:cNvCxnSpPr>
          <p:nvPr/>
        </p:nvCxnSpPr>
        <p:spPr>
          <a:xfrm>
            <a:off x="837234" y="2555660"/>
            <a:ext cx="8097760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9">
            <a:extLst>
              <a:ext uri="{FF2B5EF4-FFF2-40B4-BE49-F238E27FC236}">
                <a16:creationId xmlns:a16="http://schemas.microsoft.com/office/drawing/2014/main" id="{4CA16FC9-4854-6BDD-C8A6-425688607C6B}"/>
              </a:ext>
            </a:extLst>
          </p:cNvPr>
          <p:cNvCxnSpPr>
            <a:cxnSpLocks/>
          </p:cNvCxnSpPr>
          <p:nvPr/>
        </p:nvCxnSpPr>
        <p:spPr>
          <a:xfrm>
            <a:off x="837234" y="3709548"/>
            <a:ext cx="8097760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8A1B06-6375-B671-D922-F6F96222B902}"/>
              </a:ext>
            </a:extLst>
          </p:cNvPr>
          <p:cNvSpPr txBox="1"/>
          <p:nvPr/>
        </p:nvSpPr>
        <p:spPr>
          <a:xfrm>
            <a:off x="9389417" y="2884864"/>
            <a:ext cx="269095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 err="1"/>
              <a:t>OneSRM</a:t>
            </a:r>
            <a:r>
              <a:rPr lang="en-US" dirty="0"/>
              <a:t> enabled: </a:t>
            </a:r>
            <a:br>
              <a:rPr lang="en-US" dirty="0"/>
            </a:br>
            <a:r>
              <a:rPr lang="en-US" dirty="0"/>
              <a:t>“Use current Standard”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71E015-4F59-B00B-26A9-79C341FD201D}"/>
              </a:ext>
            </a:extLst>
          </p:cNvPr>
          <p:cNvSpPr txBox="1"/>
          <p:nvPr/>
        </p:nvSpPr>
        <p:spPr>
          <a:xfrm>
            <a:off x="9387835" y="3888446"/>
            <a:ext cx="257774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u="sng"/>
              <a:t>Not</a:t>
            </a:r>
            <a:r>
              <a:rPr lang="en-US"/>
              <a:t> </a:t>
            </a:r>
            <a:r>
              <a:rPr lang="en-US" err="1"/>
              <a:t>OneSRM</a:t>
            </a:r>
            <a:r>
              <a:rPr lang="en-US"/>
              <a:t> enabled: “Start incremental North Star journey”</a:t>
            </a:r>
          </a:p>
        </p:txBody>
      </p:sp>
      <p:pic>
        <p:nvPicPr>
          <p:cNvPr id="29" name="Graphic 6" descr="Table outline">
            <a:extLst>
              <a:ext uri="{FF2B5EF4-FFF2-40B4-BE49-F238E27FC236}">
                <a16:creationId xmlns:a16="http://schemas.microsoft.com/office/drawing/2014/main" id="{AAA737F9-6F6E-938D-B23A-A8A7C90AE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3FE051-CBC9-1BCC-D47D-03C7565B3CE8}"/>
              </a:ext>
            </a:extLst>
          </p:cNvPr>
          <p:cNvSpPr/>
          <p:nvPr/>
        </p:nvSpPr>
        <p:spPr>
          <a:xfrm>
            <a:off x="741214" y="3741676"/>
            <a:ext cx="11224363" cy="1130903"/>
          </a:xfrm>
          <a:prstGeom prst="rect">
            <a:avLst/>
          </a:prstGeom>
          <a:noFill/>
          <a:ln w="133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E3AB2-C9A5-E08A-B381-70D7091485C7}"/>
              </a:ext>
            </a:extLst>
          </p:cNvPr>
          <p:cNvSpPr txBox="1"/>
          <p:nvPr/>
        </p:nvSpPr>
        <p:spPr>
          <a:xfrm>
            <a:off x="5958351" y="4123384"/>
            <a:ext cx="33952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Focus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52DCAD93-02FB-82F3-8411-2657DCD784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900"/>
              <a:t>Restricted | © Siemens 2023 | SHERPA X Governance Foundation | Release 1320 P2R Indirect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46CA7-4846-910C-B720-111F049B0C27}"/>
              </a:ext>
            </a:extLst>
          </p:cNvPr>
          <p:cNvCxnSpPr/>
          <p:nvPr/>
        </p:nvCxnSpPr>
        <p:spPr>
          <a:xfrm flipV="1">
            <a:off x="741214" y="4872579"/>
            <a:ext cx="8272157" cy="896850"/>
          </a:xfrm>
          <a:prstGeom prst="line">
            <a:avLst/>
          </a:prstGeom>
          <a:ln w="349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37AB4D-C712-5AB9-0780-894AB3BCFAD4}"/>
              </a:ext>
            </a:extLst>
          </p:cNvPr>
          <p:cNvCxnSpPr>
            <a:cxnSpLocks/>
          </p:cNvCxnSpPr>
          <p:nvPr/>
        </p:nvCxnSpPr>
        <p:spPr>
          <a:xfrm flipV="1">
            <a:off x="735162" y="3178750"/>
            <a:ext cx="8374005" cy="520225"/>
          </a:xfrm>
          <a:prstGeom prst="line">
            <a:avLst/>
          </a:prstGeom>
          <a:ln w="349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13F014-EB33-085B-1A93-6458A9153731}"/>
              </a:ext>
            </a:extLst>
          </p:cNvPr>
          <p:cNvSpPr/>
          <p:nvPr/>
        </p:nvSpPr>
        <p:spPr>
          <a:xfrm>
            <a:off x="8386347" y="2899954"/>
            <a:ext cx="670567" cy="54255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15" name="Arrow: Right 24">
            <a:extLst>
              <a:ext uri="{FF2B5EF4-FFF2-40B4-BE49-F238E27FC236}">
                <a16:creationId xmlns:a16="http://schemas.microsoft.com/office/drawing/2014/main" id="{FDC8E9D1-62B3-4CEC-CFEE-1693351E03F5}"/>
              </a:ext>
            </a:extLst>
          </p:cNvPr>
          <p:cNvSpPr/>
          <p:nvPr/>
        </p:nvSpPr>
        <p:spPr>
          <a:xfrm>
            <a:off x="8400598" y="4102107"/>
            <a:ext cx="670567" cy="54255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Objekt 80" hidden="1">
            <a:extLst>
              <a:ext uri="{FF2B5EF4-FFF2-40B4-BE49-F238E27FC236}">
                <a16:creationId xmlns:a16="http://schemas.microsoft.com/office/drawing/2014/main" id="{1D2AEAE8-2002-4CBB-BE07-8FF8598407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663" imgH="664" progId="TCLayout.ActiveDocument.1">
                  <p:embed/>
                </p:oleObj>
              </mc:Choice>
              <mc:Fallback>
                <p:oleObj name="think-cell Folie" r:id="rId5" imgW="663" imgH="664" progId="TCLayout.ActiveDocument.1">
                  <p:embed/>
                  <p:pic>
                    <p:nvPicPr>
                      <p:cNvPr id="81" name="Objekt 80" hidden="1">
                        <a:extLst>
                          <a:ext uri="{FF2B5EF4-FFF2-40B4-BE49-F238E27FC236}">
                            <a16:creationId xmlns:a16="http://schemas.microsoft.com/office/drawing/2014/main" id="{1D2AEAE8-2002-4CBB-BE07-8FF8598407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Tabelle 2">
            <a:extLst>
              <a:ext uri="{FF2B5EF4-FFF2-40B4-BE49-F238E27FC236}">
                <a16:creationId xmlns:a16="http://schemas.microsoft.com/office/drawing/2014/main" id="{C8AF444F-B8E0-42E3-B73B-95CF1D7246D7}"/>
              </a:ext>
            </a:extLst>
          </p:cNvPr>
          <p:cNvGraphicFramePr>
            <a:graphicFrameLocks noGrp="1"/>
          </p:cNvGraphicFramePr>
          <p:nvPr/>
        </p:nvGraphicFramePr>
        <p:xfrm>
          <a:off x="439967" y="2926031"/>
          <a:ext cx="10879761" cy="195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0197644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81319711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00949553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14343642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5174764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4348019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83672306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41625579"/>
                    </a:ext>
                  </a:extLst>
                </a:gridCol>
                <a:gridCol w="1128669">
                  <a:extLst>
                    <a:ext uri="{9D8B030D-6E8A-4147-A177-3AD203B41FA5}">
                      <a16:colId xmlns:a16="http://schemas.microsoft.com/office/drawing/2014/main" val="67566192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 baseline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2023/ 2024</a:t>
                      </a:r>
                      <a:endParaRPr lang="en-US" sz="11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28.08.-15.09.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18.09.-06.10.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09.10.-27.10.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30.10.- 17.11.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27.11.-15.12.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18.12.-05.01.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08.01.-26.01.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29.01.-16.02.</a:t>
                      </a:r>
                    </a:p>
                  </a:txBody>
                  <a:tcPr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b="0" i="0" kern="120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26.02.-15.03.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b="0" i="0" kern="120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18.03.-05.04.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08.04.-26.04.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29.04.-17.05.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27.05.-14.06.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17.06.-05.07.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08.07.- 26.07.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noProof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29.07.-16.08.</a:t>
                      </a: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noProof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0" marT="0" marB="0" anchor="ctr">
                    <a:solidFill>
                      <a:srgbClr val="999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SAP Re-leases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Waves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Sprints</a:t>
                      </a:r>
                    </a:p>
                  </a:txBody>
                  <a:tcPr marL="36000" marR="0" marT="0" marB="0" anchor="ctr">
                    <a:solidFill>
                      <a:srgbClr val="00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i="1" kern="1200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1" noProof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ED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" name="TextBox 122">
            <a:extLst>
              <a:ext uri="{FF2B5EF4-FFF2-40B4-BE49-F238E27FC236}">
                <a16:creationId xmlns:a16="http://schemas.microsoft.com/office/drawing/2014/main" id="{474F4F28-216B-4EAD-9109-45DCFD76EAB7}"/>
              </a:ext>
            </a:extLst>
          </p:cNvPr>
          <p:cNvSpPr txBox="1"/>
          <p:nvPr/>
        </p:nvSpPr>
        <p:spPr>
          <a:xfrm>
            <a:off x="234459" y="1372327"/>
            <a:ext cx="1171231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/>
              <a:t>We plan with two Major Releases (1310 and 1320) and four Minor Releases (1221, 1222, 1311, 1312)</a:t>
            </a:r>
          </a:p>
        </p:txBody>
      </p:sp>
      <p:sp>
        <p:nvSpPr>
          <p:cNvPr id="80" name="Rechteck 79" hidden="1">
            <a:extLst>
              <a:ext uri="{FF2B5EF4-FFF2-40B4-BE49-F238E27FC236}">
                <a16:creationId xmlns:a16="http://schemas.microsoft.com/office/drawing/2014/main" id="{DA305A4C-AA1F-441C-BC2A-F402E564538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endParaRPr lang="en-US" sz="200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1E7E4A-4D23-4896-AE34-124697D8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SHERPA X Release Master Plan ERP-Core Systems / Scenarios</a:t>
            </a:r>
            <a:br>
              <a:rPr lang="en-US" dirty="0"/>
            </a:br>
            <a:r>
              <a:rPr lang="en-US" b="0" dirty="0"/>
              <a:t>SAP Releases 2022 and 2023, Releases &amp; Feature Packs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A198B7-286F-4540-98B3-B7076F0F78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SHERPA X | 2023-11 | Status: Published</a:t>
            </a:r>
          </a:p>
        </p:txBody>
      </p:sp>
      <p:sp>
        <p:nvSpPr>
          <p:cNvPr id="28" name="Foliennummernplatzhalter 27">
            <a:extLst>
              <a:ext uri="{FF2B5EF4-FFF2-40B4-BE49-F238E27FC236}">
                <a16:creationId xmlns:a16="http://schemas.microsoft.com/office/drawing/2014/main" id="{41D530FA-9E42-A454-4EF4-1B8CA0C1C2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8" name="Eingekerbter Richtungspfeil 97">
            <a:extLst>
              <a:ext uri="{FF2B5EF4-FFF2-40B4-BE49-F238E27FC236}">
                <a16:creationId xmlns:a16="http://schemas.microsoft.com/office/drawing/2014/main" id="{7C8D8B9C-9198-4884-B9B0-F82A1AF40D2E}"/>
              </a:ext>
            </a:extLst>
          </p:cNvPr>
          <p:cNvSpPr/>
          <p:nvPr/>
        </p:nvSpPr>
        <p:spPr bwMode="auto">
          <a:xfrm>
            <a:off x="3265860" y="3855788"/>
            <a:ext cx="2439557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8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9" name="Eingekerbter Richtungspfeil 102">
            <a:extLst>
              <a:ext uri="{FF2B5EF4-FFF2-40B4-BE49-F238E27FC236}">
                <a16:creationId xmlns:a16="http://schemas.microsoft.com/office/drawing/2014/main" id="{C2C3B769-C319-4EC4-9D63-987C53F3AB8F}"/>
              </a:ext>
            </a:extLst>
          </p:cNvPr>
          <p:cNvSpPr/>
          <p:nvPr/>
        </p:nvSpPr>
        <p:spPr bwMode="auto">
          <a:xfrm>
            <a:off x="985138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0" name="Eingekerbter Richtungspfeil 104">
            <a:extLst>
              <a:ext uri="{FF2B5EF4-FFF2-40B4-BE49-F238E27FC236}">
                <a16:creationId xmlns:a16="http://schemas.microsoft.com/office/drawing/2014/main" id="{DAD87F72-FC19-4E2B-83C2-20258F61B8C2}"/>
              </a:ext>
            </a:extLst>
          </p:cNvPr>
          <p:cNvSpPr/>
          <p:nvPr/>
        </p:nvSpPr>
        <p:spPr bwMode="auto">
          <a:xfrm>
            <a:off x="213207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1" name="Eingekerbter Richtungspfeil 105">
            <a:extLst>
              <a:ext uri="{FF2B5EF4-FFF2-40B4-BE49-F238E27FC236}">
                <a16:creationId xmlns:a16="http://schemas.microsoft.com/office/drawing/2014/main" id="{CD4EFBFC-3E7D-4551-A869-905255659D00}"/>
              </a:ext>
            </a:extLst>
          </p:cNvPr>
          <p:cNvSpPr/>
          <p:nvPr/>
        </p:nvSpPr>
        <p:spPr bwMode="auto">
          <a:xfrm>
            <a:off x="1558606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41" name="Eingekerbter Richtungspfeil 67">
            <a:extLst>
              <a:ext uri="{FF2B5EF4-FFF2-40B4-BE49-F238E27FC236}">
                <a16:creationId xmlns:a16="http://schemas.microsoft.com/office/drawing/2014/main" id="{AAECA475-0531-40CD-AB08-1554806E1A1B}"/>
              </a:ext>
            </a:extLst>
          </p:cNvPr>
          <p:cNvSpPr/>
          <p:nvPr/>
        </p:nvSpPr>
        <p:spPr bwMode="auto">
          <a:xfrm>
            <a:off x="5557919" y="3855788"/>
            <a:ext cx="2440427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9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5" name="Cube 62">
            <a:extLst>
              <a:ext uri="{FF2B5EF4-FFF2-40B4-BE49-F238E27FC236}">
                <a16:creationId xmlns:a16="http://schemas.microsoft.com/office/drawing/2014/main" id="{2C6BC9F3-B5BC-4174-8B1F-4083390F311A}"/>
              </a:ext>
            </a:extLst>
          </p:cNvPr>
          <p:cNvSpPr/>
          <p:nvPr/>
        </p:nvSpPr>
        <p:spPr>
          <a:xfrm>
            <a:off x="156393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2211</a:t>
            </a:r>
            <a:endParaRPr lang="de-DE" sz="1200"/>
          </a:p>
        </p:txBody>
      </p:sp>
      <p:sp>
        <p:nvSpPr>
          <p:cNvPr id="86" name="Cube 62">
            <a:extLst>
              <a:ext uri="{FF2B5EF4-FFF2-40B4-BE49-F238E27FC236}">
                <a16:creationId xmlns:a16="http://schemas.microsoft.com/office/drawing/2014/main" id="{9B548C99-3575-405E-8A75-8C8BB26151C5}"/>
              </a:ext>
            </a:extLst>
          </p:cNvPr>
          <p:cNvSpPr/>
          <p:nvPr/>
        </p:nvSpPr>
        <p:spPr>
          <a:xfrm>
            <a:off x="2142151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2212</a:t>
            </a:r>
            <a:endParaRPr lang="de-DE" sz="1200"/>
          </a:p>
        </p:txBody>
      </p:sp>
      <p:sp>
        <p:nvSpPr>
          <p:cNvPr id="87" name="Cube 62">
            <a:extLst>
              <a:ext uri="{FF2B5EF4-FFF2-40B4-BE49-F238E27FC236}">
                <a16:creationId xmlns:a16="http://schemas.microsoft.com/office/drawing/2014/main" id="{92335708-ED59-4DB0-A08E-F4E2A28B36BB}"/>
              </a:ext>
            </a:extLst>
          </p:cNvPr>
          <p:cNvSpPr/>
          <p:nvPr/>
        </p:nvSpPr>
        <p:spPr>
          <a:xfrm>
            <a:off x="2720369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2213</a:t>
            </a:r>
            <a:endParaRPr lang="de-DE" sz="1200"/>
          </a:p>
        </p:txBody>
      </p:sp>
      <p:sp>
        <p:nvSpPr>
          <p:cNvPr id="89" name="Cube 62">
            <a:extLst>
              <a:ext uri="{FF2B5EF4-FFF2-40B4-BE49-F238E27FC236}">
                <a16:creationId xmlns:a16="http://schemas.microsoft.com/office/drawing/2014/main" id="{8853437D-AB59-4C8C-ACD7-E2B4E4F53722}"/>
              </a:ext>
            </a:extLst>
          </p:cNvPr>
          <p:cNvSpPr/>
          <p:nvPr/>
        </p:nvSpPr>
        <p:spPr>
          <a:xfrm>
            <a:off x="98571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2210</a:t>
            </a:r>
            <a:endParaRPr lang="de-DE" sz="1200"/>
          </a:p>
        </p:txBody>
      </p:sp>
      <p:sp>
        <p:nvSpPr>
          <p:cNvPr id="92" name="Cube 62">
            <a:extLst>
              <a:ext uri="{FF2B5EF4-FFF2-40B4-BE49-F238E27FC236}">
                <a16:creationId xmlns:a16="http://schemas.microsoft.com/office/drawing/2014/main" id="{0817ACCC-3A38-43FA-8FFD-4C4C8985F595}"/>
              </a:ext>
            </a:extLst>
          </p:cNvPr>
          <p:cNvSpPr/>
          <p:nvPr/>
        </p:nvSpPr>
        <p:spPr>
          <a:xfrm>
            <a:off x="3298587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2214</a:t>
            </a:r>
            <a:endParaRPr lang="de-DE" sz="1200"/>
          </a:p>
        </p:txBody>
      </p:sp>
      <p:sp>
        <p:nvSpPr>
          <p:cNvPr id="93" name="Cube 62">
            <a:extLst>
              <a:ext uri="{FF2B5EF4-FFF2-40B4-BE49-F238E27FC236}">
                <a16:creationId xmlns:a16="http://schemas.microsoft.com/office/drawing/2014/main" id="{2307BD32-735F-4B7D-8A1B-FB709FA558EE}"/>
              </a:ext>
            </a:extLst>
          </p:cNvPr>
          <p:cNvSpPr/>
          <p:nvPr/>
        </p:nvSpPr>
        <p:spPr>
          <a:xfrm>
            <a:off x="387680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2215</a:t>
            </a:r>
            <a:endParaRPr lang="de-DE" sz="1200"/>
          </a:p>
        </p:txBody>
      </p:sp>
      <p:sp>
        <p:nvSpPr>
          <p:cNvPr id="95" name="Cube 62">
            <a:extLst>
              <a:ext uri="{FF2B5EF4-FFF2-40B4-BE49-F238E27FC236}">
                <a16:creationId xmlns:a16="http://schemas.microsoft.com/office/drawing/2014/main" id="{3BE47820-B7E7-4D0F-A4B6-3EE3D7CA5619}"/>
              </a:ext>
            </a:extLst>
          </p:cNvPr>
          <p:cNvSpPr/>
          <p:nvPr/>
        </p:nvSpPr>
        <p:spPr>
          <a:xfrm>
            <a:off x="5039132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>
                <a:solidFill>
                  <a:srgbClr val="C00000"/>
                </a:solidFill>
              </a:rPr>
              <a:t>2301</a:t>
            </a:r>
            <a:endParaRPr lang="de-DE" sz="1200">
              <a:solidFill>
                <a:srgbClr val="C00000"/>
              </a:solidFill>
            </a:endParaRPr>
          </a:p>
        </p:txBody>
      </p:sp>
      <p:sp>
        <p:nvSpPr>
          <p:cNvPr id="96" name="Cube 62">
            <a:extLst>
              <a:ext uri="{FF2B5EF4-FFF2-40B4-BE49-F238E27FC236}">
                <a16:creationId xmlns:a16="http://schemas.microsoft.com/office/drawing/2014/main" id="{DBC1C262-42E0-4C7E-9A79-41938785F56A}"/>
              </a:ext>
            </a:extLst>
          </p:cNvPr>
          <p:cNvSpPr/>
          <p:nvPr/>
        </p:nvSpPr>
        <p:spPr>
          <a:xfrm>
            <a:off x="563602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>
                <a:solidFill>
                  <a:srgbClr val="C00000"/>
                </a:solidFill>
              </a:rPr>
              <a:t>2302</a:t>
            </a:r>
            <a:endParaRPr lang="de-DE" sz="1200">
              <a:solidFill>
                <a:srgbClr val="C00000"/>
              </a:solidFill>
            </a:endParaRPr>
          </a:p>
        </p:txBody>
      </p:sp>
      <p:sp>
        <p:nvSpPr>
          <p:cNvPr id="97" name="Cube 62">
            <a:extLst>
              <a:ext uri="{FF2B5EF4-FFF2-40B4-BE49-F238E27FC236}">
                <a16:creationId xmlns:a16="http://schemas.microsoft.com/office/drawing/2014/main" id="{F362C9BB-9001-4465-9F1F-DF2E809BE7E3}"/>
              </a:ext>
            </a:extLst>
          </p:cNvPr>
          <p:cNvSpPr/>
          <p:nvPr/>
        </p:nvSpPr>
        <p:spPr>
          <a:xfrm>
            <a:off x="621424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2303</a:t>
            </a:r>
            <a:endParaRPr lang="de-DE" sz="1200"/>
          </a:p>
        </p:txBody>
      </p:sp>
      <p:sp>
        <p:nvSpPr>
          <p:cNvPr id="100" name="Cube 62">
            <a:extLst>
              <a:ext uri="{FF2B5EF4-FFF2-40B4-BE49-F238E27FC236}">
                <a16:creationId xmlns:a16="http://schemas.microsoft.com/office/drawing/2014/main" id="{736D395A-9B4D-4579-BA35-41EA269241FF}"/>
              </a:ext>
            </a:extLst>
          </p:cNvPr>
          <p:cNvSpPr/>
          <p:nvPr/>
        </p:nvSpPr>
        <p:spPr>
          <a:xfrm>
            <a:off x="6792461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2304</a:t>
            </a:r>
            <a:endParaRPr lang="de-DE" sz="1200"/>
          </a:p>
        </p:txBody>
      </p:sp>
      <p:sp>
        <p:nvSpPr>
          <p:cNvPr id="101" name="Cube 62">
            <a:extLst>
              <a:ext uri="{FF2B5EF4-FFF2-40B4-BE49-F238E27FC236}">
                <a16:creationId xmlns:a16="http://schemas.microsoft.com/office/drawing/2014/main" id="{0D26543C-EF62-4FE8-A2F7-41CDB31ECB40}"/>
              </a:ext>
            </a:extLst>
          </p:cNvPr>
          <p:cNvSpPr/>
          <p:nvPr/>
        </p:nvSpPr>
        <p:spPr>
          <a:xfrm>
            <a:off x="7370679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2305</a:t>
            </a:r>
            <a:endParaRPr lang="de-DE" sz="1200"/>
          </a:p>
        </p:txBody>
      </p:sp>
      <p:sp>
        <p:nvSpPr>
          <p:cNvPr id="102" name="Cube 62">
            <a:extLst>
              <a:ext uri="{FF2B5EF4-FFF2-40B4-BE49-F238E27FC236}">
                <a16:creationId xmlns:a16="http://schemas.microsoft.com/office/drawing/2014/main" id="{AC87155D-9277-4453-B2DE-7DC18F1FCA87}"/>
              </a:ext>
            </a:extLst>
          </p:cNvPr>
          <p:cNvSpPr/>
          <p:nvPr/>
        </p:nvSpPr>
        <p:spPr>
          <a:xfrm>
            <a:off x="7948897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2306</a:t>
            </a:r>
            <a:endParaRPr lang="de-DE" sz="1200"/>
          </a:p>
        </p:txBody>
      </p:sp>
      <p:sp>
        <p:nvSpPr>
          <p:cNvPr id="103" name="Cube 62">
            <a:extLst>
              <a:ext uri="{FF2B5EF4-FFF2-40B4-BE49-F238E27FC236}">
                <a16:creationId xmlns:a16="http://schemas.microsoft.com/office/drawing/2014/main" id="{F1BD57B0-9247-45BC-B5FA-3673D3E85837}"/>
              </a:ext>
            </a:extLst>
          </p:cNvPr>
          <p:cNvSpPr/>
          <p:nvPr/>
        </p:nvSpPr>
        <p:spPr>
          <a:xfrm>
            <a:off x="8527115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pPr algn="l"/>
            <a:r>
              <a:rPr lang="de-DE" sz="1100"/>
              <a:t>2307</a:t>
            </a:r>
            <a:endParaRPr lang="de-DE" sz="1200"/>
          </a:p>
        </p:txBody>
      </p:sp>
      <p:sp>
        <p:nvSpPr>
          <p:cNvPr id="104" name="Cube 62">
            <a:extLst>
              <a:ext uri="{FF2B5EF4-FFF2-40B4-BE49-F238E27FC236}">
                <a16:creationId xmlns:a16="http://schemas.microsoft.com/office/drawing/2014/main" id="{B60FB520-D0B6-4E2C-8A16-F4603797F471}"/>
              </a:ext>
            </a:extLst>
          </p:cNvPr>
          <p:cNvSpPr/>
          <p:nvPr/>
        </p:nvSpPr>
        <p:spPr>
          <a:xfrm>
            <a:off x="9105333" y="4994913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r>
              <a:rPr lang="de-DE" sz="1100"/>
              <a:t>2308</a:t>
            </a:r>
          </a:p>
        </p:txBody>
      </p:sp>
      <p:sp>
        <p:nvSpPr>
          <p:cNvPr id="189" name="Flussdiagramm: Verbinder 123">
            <a:extLst>
              <a:ext uri="{FF2B5EF4-FFF2-40B4-BE49-F238E27FC236}">
                <a16:creationId xmlns:a16="http://schemas.microsoft.com/office/drawing/2014/main" id="{9DDC67F9-93B5-44F5-B63D-BDD16DA6B549}"/>
              </a:ext>
            </a:extLst>
          </p:cNvPr>
          <p:cNvSpPr/>
          <p:nvPr/>
        </p:nvSpPr>
        <p:spPr bwMode="auto">
          <a:xfrm>
            <a:off x="3162685" y="2679647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sp>
        <p:nvSpPr>
          <p:cNvPr id="192" name="Textfeld 125">
            <a:extLst>
              <a:ext uri="{FF2B5EF4-FFF2-40B4-BE49-F238E27FC236}">
                <a16:creationId xmlns:a16="http://schemas.microsoft.com/office/drawing/2014/main" id="{CFD4100A-6B15-4C0F-8F2F-2C9C45415E83}"/>
              </a:ext>
            </a:extLst>
          </p:cNvPr>
          <p:cNvSpPr txBox="1"/>
          <p:nvPr/>
        </p:nvSpPr>
        <p:spPr>
          <a:xfrm>
            <a:off x="2966577" y="2143655"/>
            <a:ext cx="583493" cy="461665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1221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16.11.</a:t>
            </a:r>
          </a:p>
        </p:txBody>
      </p:sp>
      <p:sp>
        <p:nvSpPr>
          <p:cNvPr id="193" name="Textfeld 126">
            <a:extLst>
              <a:ext uri="{FF2B5EF4-FFF2-40B4-BE49-F238E27FC236}">
                <a16:creationId xmlns:a16="http://schemas.microsoft.com/office/drawing/2014/main" id="{56496237-289C-45D7-9F4B-D3B6CEFD57FE}"/>
              </a:ext>
            </a:extLst>
          </p:cNvPr>
          <p:cNvSpPr txBox="1"/>
          <p:nvPr/>
        </p:nvSpPr>
        <p:spPr>
          <a:xfrm>
            <a:off x="5094509" y="2143654"/>
            <a:ext cx="590069" cy="461665"/>
          </a:xfrm>
          <a:prstGeom prst="rect">
            <a:avLst/>
          </a:prstGeom>
          <a:solidFill>
            <a:srgbClr val="000028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1222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20.02.***</a:t>
            </a:r>
          </a:p>
        </p:txBody>
      </p:sp>
      <p:sp>
        <p:nvSpPr>
          <p:cNvPr id="196" name="Textfeld 130">
            <a:extLst>
              <a:ext uri="{FF2B5EF4-FFF2-40B4-BE49-F238E27FC236}">
                <a16:creationId xmlns:a16="http://schemas.microsoft.com/office/drawing/2014/main" id="{2A5038B0-88C8-4ED4-BCE3-9E2E0771CB4D}"/>
              </a:ext>
            </a:extLst>
          </p:cNvPr>
          <p:cNvSpPr txBox="1"/>
          <p:nvPr/>
        </p:nvSpPr>
        <p:spPr>
          <a:xfrm>
            <a:off x="7277998" y="1915079"/>
            <a:ext cx="682879" cy="738664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Major 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Release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1310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ea typeface="Arial Unicode MS" panose="020B0604020202020204" pitchFamily="34" charset="-128"/>
                <a:cs typeface="Arial Unicode MS" panose="020B0604020202020204" pitchFamily="34" charset="-128"/>
              </a:rPr>
              <a:t>11./12.05.</a:t>
            </a:r>
            <a:endParaRPr lang="de-DE" sz="1200" b="1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97" name="Flussdiagramm: Verbinder 132">
            <a:extLst>
              <a:ext uri="{FF2B5EF4-FFF2-40B4-BE49-F238E27FC236}">
                <a16:creationId xmlns:a16="http://schemas.microsoft.com/office/drawing/2014/main" id="{608061DE-A82B-4CDB-930F-FA897CF28110}"/>
              </a:ext>
            </a:extLst>
          </p:cNvPr>
          <p:cNvSpPr/>
          <p:nvPr/>
        </p:nvSpPr>
        <p:spPr bwMode="auto">
          <a:xfrm>
            <a:off x="8333876" y="2684541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  <a:prstDash val="solid"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198" name="Flussdiagramm: Verbinder 133">
            <a:extLst>
              <a:ext uri="{FF2B5EF4-FFF2-40B4-BE49-F238E27FC236}">
                <a16:creationId xmlns:a16="http://schemas.microsoft.com/office/drawing/2014/main" id="{8C49F112-067D-437D-A746-E449D78AA642}"/>
              </a:ext>
            </a:extLst>
          </p:cNvPr>
          <p:cNvSpPr/>
          <p:nvPr/>
        </p:nvSpPr>
        <p:spPr bwMode="auto">
          <a:xfrm>
            <a:off x="9036603" y="2152970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  <a:prstDash val="solid"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200" name="Textfeld 135">
            <a:extLst>
              <a:ext uri="{FF2B5EF4-FFF2-40B4-BE49-F238E27FC236}">
                <a16:creationId xmlns:a16="http://schemas.microsoft.com/office/drawing/2014/main" id="{36230AD8-26EF-46A0-B2C6-A4F5E732F6FF}"/>
              </a:ext>
            </a:extLst>
          </p:cNvPr>
          <p:cNvSpPr txBox="1"/>
          <p:nvPr/>
        </p:nvSpPr>
        <p:spPr>
          <a:xfrm>
            <a:off x="8091879" y="2124691"/>
            <a:ext cx="668669" cy="461665"/>
          </a:xfrm>
          <a:prstGeom prst="rect">
            <a:avLst/>
          </a:prstGeom>
          <a:solidFill>
            <a:srgbClr val="000028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1311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13.06.</a:t>
            </a:r>
          </a:p>
        </p:txBody>
      </p:sp>
      <p:sp>
        <p:nvSpPr>
          <p:cNvPr id="204" name="Textfeld 130">
            <a:extLst>
              <a:ext uri="{FF2B5EF4-FFF2-40B4-BE49-F238E27FC236}">
                <a16:creationId xmlns:a16="http://schemas.microsoft.com/office/drawing/2014/main" id="{EC46D95C-12E9-499E-999C-B227689E514B}"/>
              </a:ext>
            </a:extLst>
          </p:cNvPr>
          <p:cNvSpPr txBox="1"/>
          <p:nvPr/>
        </p:nvSpPr>
        <p:spPr>
          <a:xfrm>
            <a:off x="10629017" y="1918466"/>
            <a:ext cx="682880" cy="738664"/>
          </a:xfrm>
          <a:prstGeom prst="rect">
            <a:avLst/>
          </a:prstGeom>
          <a:solidFill>
            <a:srgbClr val="000028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Major 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Release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1320</a:t>
            </a:r>
          </a:p>
          <a:p>
            <a:pPr algn="ctr">
              <a:spcBef>
                <a:spcPts val="0"/>
              </a:spcBef>
            </a:pPr>
            <a:r>
              <a:rPr lang="de-DE" sz="1200" b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19./20.10.</a:t>
            </a:r>
          </a:p>
        </p:txBody>
      </p:sp>
      <p:sp>
        <p:nvSpPr>
          <p:cNvPr id="205" name="Textfeld 135">
            <a:extLst>
              <a:ext uri="{FF2B5EF4-FFF2-40B4-BE49-F238E27FC236}">
                <a16:creationId xmlns:a16="http://schemas.microsoft.com/office/drawing/2014/main" id="{800294BD-4CB8-4940-A29D-31B20486B976}"/>
              </a:ext>
            </a:extLst>
          </p:cNvPr>
          <p:cNvSpPr txBox="1"/>
          <p:nvPr/>
        </p:nvSpPr>
        <p:spPr>
          <a:xfrm>
            <a:off x="9195859" y="1849261"/>
            <a:ext cx="583494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Minor Rel.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1312**</a:t>
            </a:r>
          </a:p>
          <a:p>
            <a:pPr algn="ctr">
              <a:spcBef>
                <a:spcPts val="0"/>
              </a:spcBef>
            </a:pPr>
            <a:r>
              <a:rPr lang="de-DE" sz="10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08.08.</a:t>
            </a:r>
          </a:p>
        </p:txBody>
      </p:sp>
      <p:sp>
        <p:nvSpPr>
          <p:cNvPr id="206" name="Eingekerbter Richtungspfeil 111">
            <a:extLst>
              <a:ext uri="{FF2B5EF4-FFF2-40B4-BE49-F238E27FC236}">
                <a16:creationId xmlns:a16="http://schemas.microsoft.com/office/drawing/2014/main" id="{21918DCB-33E2-42AD-97CA-8354AC9804E2}"/>
              </a:ext>
            </a:extLst>
          </p:cNvPr>
          <p:cNvSpPr/>
          <p:nvPr/>
        </p:nvSpPr>
        <p:spPr bwMode="auto">
          <a:xfrm>
            <a:off x="9974947" y="3881956"/>
            <a:ext cx="1446378" cy="396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87BE"/>
            </a:solidFill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r">
              <a:lnSpc>
                <a:spcPct val="110000"/>
              </a:lnSpc>
              <a:spcBef>
                <a:spcPct val="0"/>
              </a:spcBef>
            </a:pPr>
            <a:endParaRPr lang="en-US" sz="700" b="1" i="1" kern="0">
              <a:solidFill>
                <a:srgbClr val="00AF8E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74" name="Eingekerbter Richtungspfeil 56">
            <a:extLst>
              <a:ext uri="{FF2B5EF4-FFF2-40B4-BE49-F238E27FC236}">
                <a16:creationId xmlns:a16="http://schemas.microsoft.com/office/drawing/2014/main" id="{75D9F601-5506-47DC-BFF8-3B9084BB5CC9}"/>
              </a:ext>
            </a:extLst>
          </p:cNvPr>
          <p:cNvSpPr/>
          <p:nvPr/>
        </p:nvSpPr>
        <p:spPr bwMode="auto">
          <a:xfrm>
            <a:off x="972930" y="3855788"/>
            <a:ext cx="2440429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7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C2277-9E05-448B-B1D4-88F50BDD7442}"/>
              </a:ext>
            </a:extLst>
          </p:cNvPr>
          <p:cNvSpPr txBox="1"/>
          <p:nvPr/>
        </p:nvSpPr>
        <p:spPr>
          <a:xfrm>
            <a:off x="10904924" y="4003941"/>
            <a:ext cx="4845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rgbClr val="00557C"/>
                </a:solidFill>
              </a:rPr>
              <a:t>Deploy</a:t>
            </a:r>
          </a:p>
        </p:txBody>
      </p:sp>
      <p:sp>
        <p:nvSpPr>
          <p:cNvPr id="90" name="Eingekerbter Richtungspfeil 102">
            <a:extLst>
              <a:ext uri="{FF2B5EF4-FFF2-40B4-BE49-F238E27FC236}">
                <a16:creationId xmlns:a16="http://schemas.microsoft.com/office/drawing/2014/main" id="{56856C44-5BE8-48A0-9629-6E8B3D56CE31}"/>
              </a:ext>
            </a:extLst>
          </p:cNvPr>
          <p:cNvSpPr/>
          <p:nvPr/>
        </p:nvSpPr>
        <p:spPr bwMode="auto">
          <a:xfrm>
            <a:off x="270222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91" name="Eingekerbter Richtungspfeil 104">
            <a:extLst>
              <a:ext uri="{FF2B5EF4-FFF2-40B4-BE49-F238E27FC236}">
                <a16:creationId xmlns:a16="http://schemas.microsoft.com/office/drawing/2014/main" id="{B58AEBE1-FE0C-4DA0-9EA4-0AF237FF7BF0}"/>
              </a:ext>
            </a:extLst>
          </p:cNvPr>
          <p:cNvSpPr/>
          <p:nvPr/>
        </p:nvSpPr>
        <p:spPr bwMode="auto">
          <a:xfrm>
            <a:off x="3849162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6" name="Eingekerbter Richtungspfeil 105">
            <a:extLst>
              <a:ext uri="{FF2B5EF4-FFF2-40B4-BE49-F238E27FC236}">
                <a16:creationId xmlns:a16="http://schemas.microsoft.com/office/drawing/2014/main" id="{1C634BDD-8238-4BD2-B63A-876B53E1A860}"/>
              </a:ext>
            </a:extLst>
          </p:cNvPr>
          <p:cNvSpPr/>
          <p:nvPr/>
        </p:nvSpPr>
        <p:spPr bwMode="auto">
          <a:xfrm>
            <a:off x="3275693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7" name="Eingekerbter Richtungspfeil 102">
            <a:extLst>
              <a:ext uri="{FF2B5EF4-FFF2-40B4-BE49-F238E27FC236}">
                <a16:creationId xmlns:a16="http://schemas.microsoft.com/office/drawing/2014/main" id="{7AE0B2D9-C214-4EA0-A755-2855A2BE5046}"/>
              </a:ext>
            </a:extLst>
          </p:cNvPr>
          <p:cNvSpPr/>
          <p:nvPr/>
        </p:nvSpPr>
        <p:spPr bwMode="auto">
          <a:xfrm>
            <a:off x="4447420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8" name="Eingekerbter Richtungspfeil 104">
            <a:extLst>
              <a:ext uri="{FF2B5EF4-FFF2-40B4-BE49-F238E27FC236}">
                <a16:creationId xmlns:a16="http://schemas.microsoft.com/office/drawing/2014/main" id="{9DF5CA0C-493D-4222-9314-46101AB5C92C}"/>
              </a:ext>
            </a:extLst>
          </p:cNvPr>
          <p:cNvSpPr/>
          <p:nvPr/>
        </p:nvSpPr>
        <p:spPr bwMode="auto">
          <a:xfrm>
            <a:off x="5594357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09" name="Eingekerbter Richtungspfeil 105">
            <a:extLst>
              <a:ext uri="{FF2B5EF4-FFF2-40B4-BE49-F238E27FC236}">
                <a16:creationId xmlns:a16="http://schemas.microsoft.com/office/drawing/2014/main" id="{7BA76028-95E8-46F2-A895-4A9E604E5302}"/>
              </a:ext>
            </a:extLst>
          </p:cNvPr>
          <p:cNvSpPr/>
          <p:nvPr/>
        </p:nvSpPr>
        <p:spPr bwMode="auto">
          <a:xfrm>
            <a:off x="5020888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0" name="Eingekerbter Richtungspfeil 102">
            <a:extLst>
              <a:ext uri="{FF2B5EF4-FFF2-40B4-BE49-F238E27FC236}">
                <a16:creationId xmlns:a16="http://schemas.microsoft.com/office/drawing/2014/main" id="{769B36C8-9671-4279-8810-6FAFC068746D}"/>
              </a:ext>
            </a:extLst>
          </p:cNvPr>
          <p:cNvSpPr/>
          <p:nvPr/>
        </p:nvSpPr>
        <p:spPr bwMode="auto">
          <a:xfrm>
            <a:off x="6188804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1" name="Eingekerbter Richtungspfeil 104">
            <a:extLst>
              <a:ext uri="{FF2B5EF4-FFF2-40B4-BE49-F238E27FC236}">
                <a16:creationId xmlns:a16="http://schemas.microsoft.com/office/drawing/2014/main" id="{D8EA8A25-AC9E-4274-B7C0-2F003EF8F643}"/>
              </a:ext>
            </a:extLst>
          </p:cNvPr>
          <p:cNvSpPr/>
          <p:nvPr/>
        </p:nvSpPr>
        <p:spPr bwMode="auto">
          <a:xfrm>
            <a:off x="734488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2" name="Eingekerbter Richtungspfeil 105">
            <a:extLst>
              <a:ext uri="{FF2B5EF4-FFF2-40B4-BE49-F238E27FC236}">
                <a16:creationId xmlns:a16="http://schemas.microsoft.com/office/drawing/2014/main" id="{8DD1619D-4C53-4CB5-80B5-550EEFC4676F}"/>
              </a:ext>
            </a:extLst>
          </p:cNvPr>
          <p:cNvSpPr/>
          <p:nvPr/>
        </p:nvSpPr>
        <p:spPr bwMode="auto">
          <a:xfrm>
            <a:off x="6771416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3" name="Eingekerbter Richtungspfeil 102">
            <a:extLst>
              <a:ext uri="{FF2B5EF4-FFF2-40B4-BE49-F238E27FC236}">
                <a16:creationId xmlns:a16="http://schemas.microsoft.com/office/drawing/2014/main" id="{0996D621-E0BC-4777-A8E0-AFF3B53F340D}"/>
              </a:ext>
            </a:extLst>
          </p:cNvPr>
          <p:cNvSpPr/>
          <p:nvPr/>
        </p:nvSpPr>
        <p:spPr bwMode="auto">
          <a:xfrm>
            <a:off x="7918354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S1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4" name="Eingekerbter Richtungspfeil 104">
            <a:extLst>
              <a:ext uri="{FF2B5EF4-FFF2-40B4-BE49-F238E27FC236}">
                <a16:creationId xmlns:a16="http://schemas.microsoft.com/office/drawing/2014/main" id="{E618B59A-9CAB-4752-8A94-E40954BA8533}"/>
              </a:ext>
            </a:extLst>
          </p:cNvPr>
          <p:cNvSpPr/>
          <p:nvPr/>
        </p:nvSpPr>
        <p:spPr bwMode="auto">
          <a:xfrm>
            <a:off x="9065291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S3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5" name="Eingekerbter Richtungspfeil 105">
            <a:extLst>
              <a:ext uri="{FF2B5EF4-FFF2-40B4-BE49-F238E27FC236}">
                <a16:creationId xmlns:a16="http://schemas.microsoft.com/office/drawing/2014/main" id="{E89AB1F5-41CA-4755-BBFE-A36B577FC317}"/>
              </a:ext>
            </a:extLst>
          </p:cNvPr>
          <p:cNvSpPr/>
          <p:nvPr/>
        </p:nvSpPr>
        <p:spPr bwMode="auto">
          <a:xfrm>
            <a:off x="8491822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S2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6" name="Eingekerbter Richtungspfeil 102">
            <a:extLst>
              <a:ext uri="{FF2B5EF4-FFF2-40B4-BE49-F238E27FC236}">
                <a16:creationId xmlns:a16="http://schemas.microsoft.com/office/drawing/2014/main" id="{BC956C55-F2EC-4891-B8AE-2EB101B59D62}"/>
              </a:ext>
            </a:extLst>
          </p:cNvPr>
          <p:cNvSpPr/>
          <p:nvPr/>
        </p:nvSpPr>
        <p:spPr bwMode="auto">
          <a:xfrm>
            <a:off x="9640795" y="4380452"/>
            <a:ext cx="720000" cy="435600"/>
          </a:xfrm>
          <a:prstGeom prst="chevron">
            <a:avLst/>
          </a:prstGeom>
          <a:solidFill>
            <a:srgbClr val="00BEDC"/>
          </a:solidFill>
          <a:ln w="19050">
            <a:solidFill>
              <a:srgbClr val="00BEDC"/>
            </a:solidFill>
          </a:ln>
          <a:effectLst/>
        </p:spPr>
        <p:txBody>
          <a:bodyPr wrap="square" lIns="0" tIns="54000" rIns="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0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</a:rPr>
              <a:t>S4</a:t>
            </a:r>
            <a:endParaRPr lang="en-US" sz="1000" b="1" kern="0">
              <a:solidFill>
                <a:schemeClr val="bg1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22" name="Textfeld 125">
            <a:extLst>
              <a:ext uri="{FF2B5EF4-FFF2-40B4-BE49-F238E27FC236}">
                <a16:creationId xmlns:a16="http://schemas.microsoft.com/office/drawing/2014/main" id="{508ABFE8-C94B-4381-909D-8CC32EEC4573}"/>
              </a:ext>
            </a:extLst>
          </p:cNvPr>
          <p:cNvSpPr txBox="1"/>
          <p:nvPr/>
        </p:nvSpPr>
        <p:spPr>
          <a:xfrm>
            <a:off x="8706212" y="2424528"/>
            <a:ext cx="900004" cy="272415"/>
          </a:xfrm>
          <a:prstGeom prst="wedgeRoundRectCallout">
            <a:avLst>
              <a:gd name="adj1" fmla="val -32815"/>
              <a:gd name="adj2" fmla="val 120221"/>
              <a:gd name="adj3" fmla="val 16667"/>
            </a:avLst>
          </a:prstGeom>
          <a:solidFill>
            <a:srgbClr val="000028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r>
              <a:rPr lang="en-US"/>
              <a:t>Realization</a:t>
            </a:r>
          </a:p>
          <a:p>
            <a:r>
              <a:rPr lang="en-US"/>
              <a:t> Freeze</a:t>
            </a:r>
          </a:p>
        </p:txBody>
      </p:sp>
      <p:sp>
        <p:nvSpPr>
          <p:cNvPr id="124" name="Textfeld 320">
            <a:extLst>
              <a:ext uri="{FF2B5EF4-FFF2-40B4-BE49-F238E27FC236}">
                <a16:creationId xmlns:a16="http://schemas.microsoft.com/office/drawing/2014/main" id="{20D5848F-8493-4D3C-8E61-29882323BFBB}"/>
              </a:ext>
            </a:extLst>
          </p:cNvPr>
          <p:cNvSpPr txBox="1"/>
          <p:nvPr/>
        </p:nvSpPr>
        <p:spPr>
          <a:xfrm>
            <a:off x="207833" y="5041470"/>
            <a:ext cx="75104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>
                <a:solidFill>
                  <a:schemeClr val="accent1"/>
                </a:solidFill>
                <a:latin typeface="+mn-lt"/>
                <a:cs typeface="Verdana"/>
              </a:rPr>
              <a:t>Feature Packs</a:t>
            </a:r>
          </a:p>
        </p:txBody>
      </p:sp>
      <p:sp>
        <p:nvSpPr>
          <p:cNvPr id="125" name="Textfeld 320">
            <a:extLst>
              <a:ext uri="{FF2B5EF4-FFF2-40B4-BE49-F238E27FC236}">
                <a16:creationId xmlns:a16="http://schemas.microsoft.com/office/drawing/2014/main" id="{73B54E62-D639-4312-8467-CFEA904BD3D4}"/>
              </a:ext>
            </a:extLst>
          </p:cNvPr>
          <p:cNvSpPr txBox="1"/>
          <p:nvPr/>
        </p:nvSpPr>
        <p:spPr>
          <a:xfrm>
            <a:off x="207833" y="2423195"/>
            <a:ext cx="864000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>
                <a:solidFill>
                  <a:srgbClr val="AA32BE"/>
                </a:solidFill>
                <a:latin typeface="+mn-lt"/>
                <a:cs typeface="Verdana"/>
              </a:rPr>
              <a:t>Releases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2A4828E0-2AD9-455A-8C3C-B00171DB3784}"/>
              </a:ext>
            </a:extLst>
          </p:cNvPr>
          <p:cNvSpPr/>
          <p:nvPr/>
        </p:nvSpPr>
        <p:spPr>
          <a:xfrm>
            <a:off x="7261327" y="2721486"/>
            <a:ext cx="490838" cy="148169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Deploy</a:t>
            </a:r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CA4854DF-149F-4BD9-81A7-900C26AA2615}"/>
              </a:ext>
            </a:extLst>
          </p:cNvPr>
          <p:cNvSpPr/>
          <p:nvPr/>
        </p:nvSpPr>
        <p:spPr>
          <a:xfrm>
            <a:off x="6098599" y="2721485"/>
            <a:ext cx="1144057" cy="149951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/>
              <a:t> </a:t>
            </a:r>
            <a:r>
              <a:rPr lang="de-DE" sz="800">
                <a:solidFill>
                  <a:schemeClr val="bg1"/>
                </a:solidFill>
              </a:rPr>
              <a:t>User Acceptance Test</a:t>
            </a:r>
          </a:p>
        </p:txBody>
      </p:sp>
      <p:sp>
        <p:nvSpPr>
          <p:cNvPr id="194" name="Flussdiagramm: Verbinder 127">
            <a:extLst>
              <a:ext uri="{FF2B5EF4-FFF2-40B4-BE49-F238E27FC236}">
                <a16:creationId xmlns:a16="http://schemas.microsoft.com/office/drawing/2014/main" id="{B7284EDA-4FFC-4B5E-9F1D-45C8AEFCCAA7}"/>
              </a:ext>
            </a:extLst>
          </p:cNvPr>
          <p:cNvSpPr/>
          <p:nvPr/>
        </p:nvSpPr>
        <p:spPr bwMode="auto">
          <a:xfrm>
            <a:off x="7659031" y="2689960"/>
            <a:ext cx="180000" cy="180000"/>
          </a:xfrm>
          <a:prstGeom prst="flowChartConnector">
            <a:avLst/>
          </a:prstGeom>
          <a:solidFill>
            <a:srgbClr val="AA32BE"/>
          </a:solidFill>
          <a:ln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F5C4A0A6-A5F5-4B76-8370-F06544A35BBE}"/>
              </a:ext>
            </a:extLst>
          </p:cNvPr>
          <p:cNvSpPr/>
          <p:nvPr/>
        </p:nvSpPr>
        <p:spPr>
          <a:xfrm>
            <a:off x="6001775" y="2705428"/>
            <a:ext cx="180000" cy="173933"/>
          </a:xfrm>
          <a:prstGeom prst="diamond">
            <a:avLst/>
          </a:prstGeom>
          <a:solidFill>
            <a:srgbClr val="CCC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BF330F16-6083-49FD-BEE7-493FA925B8D4}"/>
              </a:ext>
            </a:extLst>
          </p:cNvPr>
          <p:cNvSpPr/>
          <p:nvPr/>
        </p:nvSpPr>
        <p:spPr>
          <a:xfrm>
            <a:off x="10159546" y="2720926"/>
            <a:ext cx="966941" cy="138614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Deploy</a:t>
            </a:r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D060BA1C-EE60-4D6F-A317-021AD333DB53}"/>
              </a:ext>
            </a:extLst>
          </p:cNvPr>
          <p:cNvSpPr/>
          <p:nvPr/>
        </p:nvSpPr>
        <p:spPr>
          <a:xfrm>
            <a:off x="8898871" y="2721378"/>
            <a:ext cx="1235177" cy="140400"/>
          </a:xfrm>
          <a:prstGeom prst="rect">
            <a:avLst/>
          </a:prstGeom>
          <a:solidFill>
            <a:srgbClr val="CCC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de-DE" sz="800">
                <a:solidFill>
                  <a:schemeClr val="bg1"/>
                </a:solidFill>
              </a:rPr>
              <a:t> User Acceptance Test</a:t>
            </a:r>
          </a:p>
        </p:txBody>
      </p:sp>
      <p:sp>
        <p:nvSpPr>
          <p:cNvPr id="130" name="Raute 129">
            <a:extLst>
              <a:ext uri="{FF2B5EF4-FFF2-40B4-BE49-F238E27FC236}">
                <a16:creationId xmlns:a16="http://schemas.microsoft.com/office/drawing/2014/main" id="{D037D3F9-B798-4412-9A13-4B08B4042A5B}"/>
              </a:ext>
            </a:extLst>
          </p:cNvPr>
          <p:cNvSpPr/>
          <p:nvPr/>
        </p:nvSpPr>
        <p:spPr>
          <a:xfrm>
            <a:off x="8833809" y="2704237"/>
            <a:ext cx="180000" cy="173933"/>
          </a:xfrm>
          <a:prstGeom prst="diamond">
            <a:avLst/>
          </a:prstGeom>
          <a:solidFill>
            <a:srgbClr val="CCC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02" name="Flussdiagramm: Verbinder 127">
            <a:extLst>
              <a:ext uri="{FF2B5EF4-FFF2-40B4-BE49-F238E27FC236}">
                <a16:creationId xmlns:a16="http://schemas.microsoft.com/office/drawing/2014/main" id="{A87FBABC-41C5-4828-8857-02C214BF21DE}"/>
              </a:ext>
            </a:extLst>
          </p:cNvPr>
          <p:cNvSpPr/>
          <p:nvPr/>
        </p:nvSpPr>
        <p:spPr bwMode="auto">
          <a:xfrm>
            <a:off x="11100418" y="2700628"/>
            <a:ext cx="180000" cy="180000"/>
          </a:xfrm>
          <a:prstGeom prst="flowChartConnector">
            <a:avLst/>
          </a:prstGeom>
          <a:solidFill>
            <a:srgbClr val="AA32BE"/>
          </a:solidFill>
          <a:ln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ea typeface="Arial Unicode MS" panose="020B0604020202020204" pitchFamily="34" charset="-128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0F5D071B-90CE-42EB-9DF8-5F840927B57B}"/>
              </a:ext>
            </a:extLst>
          </p:cNvPr>
          <p:cNvCxnSpPr>
            <a:cxnSpLocks/>
          </p:cNvCxnSpPr>
          <p:nvPr/>
        </p:nvCxnSpPr>
        <p:spPr>
          <a:xfrm>
            <a:off x="8768898" y="2904138"/>
            <a:ext cx="2569008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A5B81BA-F8FB-40D6-94A7-5A6797841FEC}"/>
              </a:ext>
            </a:extLst>
          </p:cNvPr>
          <p:cNvCxnSpPr>
            <a:cxnSpLocks/>
          </p:cNvCxnSpPr>
          <p:nvPr/>
        </p:nvCxnSpPr>
        <p:spPr>
          <a:xfrm flipV="1">
            <a:off x="11337906" y="1902564"/>
            <a:ext cx="0" cy="988709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51FBBBF-EE22-4B4A-91E6-DC5A270A7D2D}"/>
              </a:ext>
            </a:extLst>
          </p:cNvPr>
          <p:cNvCxnSpPr>
            <a:cxnSpLocks/>
          </p:cNvCxnSpPr>
          <p:nvPr/>
        </p:nvCxnSpPr>
        <p:spPr>
          <a:xfrm flipH="1">
            <a:off x="10569353" y="1902564"/>
            <a:ext cx="778078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649A581-11C4-4F46-B0BF-F2A106C5A155}"/>
              </a:ext>
            </a:extLst>
          </p:cNvPr>
          <p:cNvCxnSpPr/>
          <p:nvPr/>
        </p:nvCxnSpPr>
        <p:spPr>
          <a:xfrm>
            <a:off x="10569353" y="1901897"/>
            <a:ext cx="0" cy="75913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DC363EA-EA7F-41CC-A085-5ECE96F5A7F3}"/>
              </a:ext>
            </a:extLst>
          </p:cNvPr>
          <p:cNvCxnSpPr/>
          <p:nvPr/>
        </p:nvCxnSpPr>
        <p:spPr>
          <a:xfrm flipV="1">
            <a:off x="8778423" y="2376795"/>
            <a:ext cx="0" cy="527343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74DF05F-DCC7-4C1E-8732-1A3A227A66EB}"/>
              </a:ext>
            </a:extLst>
          </p:cNvPr>
          <p:cNvCxnSpPr/>
          <p:nvPr/>
        </p:nvCxnSpPr>
        <p:spPr>
          <a:xfrm>
            <a:off x="8774077" y="2376795"/>
            <a:ext cx="661621" cy="0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49B6AF6-E394-43EA-AA22-32C18E051FFB}"/>
              </a:ext>
            </a:extLst>
          </p:cNvPr>
          <p:cNvCxnSpPr>
            <a:cxnSpLocks/>
          </p:cNvCxnSpPr>
          <p:nvPr/>
        </p:nvCxnSpPr>
        <p:spPr>
          <a:xfrm>
            <a:off x="9454748" y="2376795"/>
            <a:ext cx="0" cy="284899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AEE80586-F16F-482E-B8DF-D60C2267120E}"/>
              </a:ext>
            </a:extLst>
          </p:cNvPr>
          <p:cNvCxnSpPr>
            <a:cxnSpLocks/>
          </p:cNvCxnSpPr>
          <p:nvPr/>
        </p:nvCxnSpPr>
        <p:spPr>
          <a:xfrm flipV="1">
            <a:off x="9461869" y="2645375"/>
            <a:ext cx="1107484" cy="10817"/>
          </a:xfrm>
          <a:prstGeom prst="line">
            <a:avLst/>
          </a:prstGeom>
          <a:ln w="9525">
            <a:solidFill>
              <a:srgbClr val="9999A9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feld 125">
            <a:extLst>
              <a:ext uri="{FF2B5EF4-FFF2-40B4-BE49-F238E27FC236}">
                <a16:creationId xmlns:a16="http://schemas.microsoft.com/office/drawing/2014/main" id="{F5C6FF81-D91A-4E51-881F-9E1D9418150E}"/>
              </a:ext>
            </a:extLst>
          </p:cNvPr>
          <p:cNvSpPr txBox="1"/>
          <p:nvPr/>
        </p:nvSpPr>
        <p:spPr>
          <a:xfrm>
            <a:off x="5627030" y="2409678"/>
            <a:ext cx="900004" cy="272415"/>
          </a:xfrm>
          <a:prstGeom prst="wedgeRoundRectCallout">
            <a:avLst>
              <a:gd name="adj1" fmla="val -32815"/>
              <a:gd name="adj2" fmla="val 120221"/>
              <a:gd name="adj3" fmla="val 16667"/>
            </a:avLst>
          </a:prstGeom>
          <a:solidFill>
            <a:schemeClr val="bg1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r>
              <a:rPr lang="en-US"/>
              <a:t>Realization</a:t>
            </a:r>
          </a:p>
          <a:p>
            <a:r>
              <a:rPr lang="en-US"/>
              <a:t> Freeze</a:t>
            </a:r>
          </a:p>
        </p:txBody>
      </p: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2E5F9944-35B8-450B-B7B1-9C8662632164}"/>
              </a:ext>
            </a:extLst>
          </p:cNvPr>
          <p:cNvGrpSpPr/>
          <p:nvPr/>
        </p:nvGrpSpPr>
        <p:grpSpPr>
          <a:xfrm>
            <a:off x="5790842" y="1901897"/>
            <a:ext cx="2226108" cy="1001574"/>
            <a:chOff x="9891759" y="1902564"/>
            <a:chExt cx="2226108" cy="1001574"/>
          </a:xfrm>
        </p:grpSpPr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63924E23-E237-4442-8BC4-E2B9E0DDAD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1759" y="2894703"/>
              <a:ext cx="2226108" cy="9435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r Verbinder 133">
              <a:extLst>
                <a:ext uri="{FF2B5EF4-FFF2-40B4-BE49-F238E27FC236}">
                  <a16:creationId xmlns:a16="http://schemas.microsoft.com/office/drawing/2014/main" id="{68CF949C-3EBE-42A1-A782-D899EEDA54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17867" y="1902564"/>
              <a:ext cx="0" cy="988709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r Verbinder 134">
              <a:extLst>
                <a:ext uri="{FF2B5EF4-FFF2-40B4-BE49-F238E27FC236}">
                  <a16:creationId xmlns:a16="http://schemas.microsoft.com/office/drawing/2014/main" id="{99C15B6C-A690-48E2-AFB2-7E6573613D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9789" y="1902564"/>
              <a:ext cx="778078" cy="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CE175216-4457-45FA-B8D8-E9D2EB4413DF}"/>
                </a:ext>
              </a:extLst>
            </p:cNvPr>
            <p:cNvCxnSpPr/>
            <p:nvPr/>
          </p:nvCxnSpPr>
          <p:spPr>
            <a:xfrm>
              <a:off x="11320542" y="1902564"/>
              <a:ext cx="0" cy="75913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Gerader Verbinder 136">
              <a:extLst>
                <a:ext uri="{FF2B5EF4-FFF2-40B4-BE49-F238E27FC236}">
                  <a16:creationId xmlns:a16="http://schemas.microsoft.com/office/drawing/2014/main" id="{DDC36B73-4BD6-4F97-9198-B4161D492CC3}"/>
                </a:ext>
              </a:extLst>
            </p:cNvPr>
            <p:cNvCxnSpPr/>
            <p:nvPr/>
          </p:nvCxnSpPr>
          <p:spPr>
            <a:xfrm flipV="1">
              <a:off x="9891759" y="2376795"/>
              <a:ext cx="0" cy="527343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78F5994C-C914-4945-A223-6214AA9EF418}"/>
                </a:ext>
              </a:extLst>
            </p:cNvPr>
            <p:cNvCxnSpPr/>
            <p:nvPr/>
          </p:nvCxnSpPr>
          <p:spPr>
            <a:xfrm>
              <a:off x="9906463" y="2376795"/>
              <a:ext cx="661621" cy="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r Verbinder 138">
              <a:extLst>
                <a:ext uri="{FF2B5EF4-FFF2-40B4-BE49-F238E27FC236}">
                  <a16:creationId xmlns:a16="http://schemas.microsoft.com/office/drawing/2014/main" id="{3CA2E21F-D54B-4872-AE91-4F50A1A40962}"/>
                </a:ext>
              </a:extLst>
            </p:cNvPr>
            <p:cNvCxnSpPr>
              <a:cxnSpLocks/>
            </p:cNvCxnSpPr>
            <p:nvPr/>
          </p:nvCxnSpPr>
          <p:spPr>
            <a:xfrm>
              <a:off x="10568084" y="2376795"/>
              <a:ext cx="0" cy="284899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AE05A073-5461-4904-9F36-4C671AC483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75205" y="2646042"/>
              <a:ext cx="745337" cy="10150"/>
            </a:xfrm>
            <a:prstGeom prst="line">
              <a:avLst/>
            </a:prstGeom>
            <a:ln w="9525">
              <a:solidFill>
                <a:srgbClr val="9999A9"/>
              </a:solidFill>
              <a:prstDash val="sys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B28AA0C-42C6-4A9C-AA85-657813EDAD76}"/>
              </a:ext>
            </a:extLst>
          </p:cNvPr>
          <p:cNvGrpSpPr/>
          <p:nvPr/>
        </p:nvGrpSpPr>
        <p:grpSpPr>
          <a:xfrm>
            <a:off x="1059160" y="5730468"/>
            <a:ext cx="1302849" cy="437753"/>
            <a:chOff x="2228545" y="5729685"/>
            <a:chExt cx="1302849" cy="43775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91B28F-6ABA-43D2-947D-F80FF597DBD3}"/>
                </a:ext>
              </a:extLst>
            </p:cNvPr>
            <p:cNvGrpSpPr/>
            <p:nvPr/>
          </p:nvGrpSpPr>
          <p:grpSpPr>
            <a:xfrm>
              <a:off x="2359396" y="5794673"/>
              <a:ext cx="1041147" cy="307777"/>
              <a:chOff x="2390669" y="5793363"/>
              <a:chExt cx="1041147" cy="307777"/>
            </a:xfrm>
          </p:grpSpPr>
          <p:sp>
            <p:nvSpPr>
              <p:cNvPr id="143" name="Flussdiagramm: Verbinder 132">
                <a:extLst>
                  <a:ext uri="{FF2B5EF4-FFF2-40B4-BE49-F238E27FC236}">
                    <a16:creationId xmlns:a16="http://schemas.microsoft.com/office/drawing/2014/main" id="{CD22B261-1441-4269-84A3-1E327F3FC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90669" y="5974752"/>
                <a:ext cx="108000" cy="108000"/>
              </a:xfrm>
              <a:prstGeom prst="flowChartConnector">
                <a:avLst/>
              </a:prstGeom>
              <a:solidFill>
                <a:schemeClr val="bg1"/>
              </a:solidFill>
              <a:ln w="19050">
                <a:solidFill>
                  <a:srgbClr val="AA32BE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</a:pPr>
                <a:endParaRPr lang="de-DE" sz="1799">
                  <a:solidFill>
                    <a:srgbClr val="EB780A"/>
                  </a:solidFill>
                  <a:ea typeface="Arial Unicode MS" panose="020B0604020202020204" pitchFamily="34" charset="-128"/>
                </a:endParaRPr>
              </a:p>
            </p:txBody>
          </p:sp>
          <p:sp>
            <p:nvSpPr>
              <p:cNvPr id="146" name="Flussdiagramm: Verbinder 127">
                <a:extLst>
                  <a:ext uri="{FF2B5EF4-FFF2-40B4-BE49-F238E27FC236}">
                    <a16:creationId xmlns:a16="http://schemas.microsoft.com/office/drawing/2014/main" id="{90ED120D-ACFE-4101-9C25-73E088E546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90669" y="5825253"/>
                <a:ext cx="108000" cy="108000"/>
              </a:xfrm>
              <a:prstGeom prst="flowChartConnector">
                <a:avLst/>
              </a:prstGeom>
              <a:solidFill>
                <a:srgbClr val="AA32BE"/>
              </a:solidFill>
              <a:ln>
                <a:solidFill>
                  <a:srgbClr val="AA32BE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</a:pPr>
                <a:endParaRPr lang="de-DE" sz="1799">
                  <a:ea typeface="Arial Unicode MS" panose="020B0604020202020204" pitchFamily="34" charset="-128"/>
                </a:endParaRPr>
              </a:p>
            </p:txBody>
          </p:sp>
          <p:sp>
            <p:nvSpPr>
              <p:cNvPr id="152" name="Textfeld 200">
                <a:extLst>
                  <a:ext uri="{FF2B5EF4-FFF2-40B4-BE49-F238E27FC236}">
                    <a16:creationId xmlns:a16="http://schemas.microsoft.com/office/drawing/2014/main" id="{3A627230-B0E0-42FC-BF39-6A4A0ECA9739}"/>
                  </a:ext>
                </a:extLst>
              </p:cNvPr>
              <p:cNvSpPr txBox="1"/>
              <p:nvPr/>
            </p:nvSpPr>
            <p:spPr>
              <a:xfrm>
                <a:off x="2607872" y="5793363"/>
                <a:ext cx="8239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000" i="1"/>
                  <a:t>Major Release</a:t>
                </a:r>
              </a:p>
              <a:p>
                <a:pPr algn="l"/>
                <a:r>
                  <a:rPr lang="en-US" sz="1000" i="1"/>
                  <a:t>Minor Release</a:t>
                </a:r>
              </a:p>
            </p:txBody>
          </p:sp>
        </p:grpSp>
        <p:sp>
          <p:nvSpPr>
            <p:cNvPr id="153" name="Rechteck 201">
              <a:extLst>
                <a:ext uri="{FF2B5EF4-FFF2-40B4-BE49-F238E27FC236}">
                  <a16:creationId xmlns:a16="http://schemas.microsoft.com/office/drawing/2014/main" id="{EB21645A-C0B5-4F8E-BE00-2F338463E6A3}"/>
                </a:ext>
              </a:extLst>
            </p:cNvPr>
            <p:cNvSpPr/>
            <p:nvPr/>
          </p:nvSpPr>
          <p:spPr>
            <a:xfrm>
              <a:off x="2228545" y="5729685"/>
              <a:ext cx="1302849" cy="437753"/>
            </a:xfrm>
            <a:prstGeom prst="rect">
              <a:avLst/>
            </a:prstGeom>
            <a:noFill/>
            <a:ln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/>
            </a:p>
          </p:txBody>
        </p:sp>
      </p:grpSp>
      <p:sp>
        <p:nvSpPr>
          <p:cNvPr id="5" name="Eingekerbter Richtungspfeil 49">
            <a:extLst>
              <a:ext uri="{FF2B5EF4-FFF2-40B4-BE49-F238E27FC236}">
                <a16:creationId xmlns:a16="http://schemas.microsoft.com/office/drawing/2014/main" id="{316A0826-2F60-B693-DEE9-8743F16ECAE7}"/>
              </a:ext>
            </a:extLst>
          </p:cNvPr>
          <p:cNvSpPr/>
          <p:nvPr/>
        </p:nvSpPr>
        <p:spPr bwMode="auto">
          <a:xfrm>
            <a:off x="4761680" y="3323278"/>
            <a:ext cx="6772712" cy="432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557C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rgbClr val="00557C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SAP Rel. 2023</a:t>
            </a:r>
            <a:endParaRPr lang="en-US" sz="1200" b="1" kern="0">
              <a:solidFill>
                <a:srgbClr val="FF0000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Eingekerbter Richtungspfeil 63">
            <a:extLst>
              <a:ext uri="{FF2B5EF4-FFF2-40B4-BE49-F238E27FC236}">
                <a16:creationId xmlns:a16="http://schemas.microsoft.com/office/drawing/2014/main" id="{DE79AF23-D7ED-CE7E-D297-FDB9EA6B818F}"/>
              </a:ext>
            </a:extLst>
          </p:cNvPr>
          <p:cNvSpPr/>
          <p:nvPr/>
        </p:nvSpPr>
        <p:spPr bwMode="auto">
          <a:xfrm>
            <a:off x="985138" y="3323278"/>
            <a:ext cx="3925220" cy="432000"/>
          </a:xfrm>
          <a:prstGeom prst="chevron">
            <a:avLst/>
          </a:prstGeom>
          <a:solidFill>
            <a:schemeClr val="tx1"/>
          </a:solidFill>
          <a:ln w="19050">
            <a:solidFill>
              <a:srgbClr val="00557C"/>
            </a:solidFill>
          </a:ln>
          <a:effectLst/>
        </p:spPr>
        <p:txBody>
          <a:bodyPr wrap="square" lIns="36000" tIns="54000" rIns="36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rgbClr val="00557C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SAP Rel. 2022</a:t>
            </a:r>
            <a:endParaRPr lang="en-US" sz="1200" b="1" kern="0">
              <a:solidFill>
                <a:srgbClr val="00557C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FA09F81-4F15-98C4-60EA-A58B2BE57FDD}"/>
              </a:ext>
            </a:extLst>
          </p:cNvPr>
          <p:cNvCxnSpPr>
            <a:cxnSpLocks/>
          </p:cNvCxnSpPr>
          <p:nvPr/>
        </p:nvCxnSpPr>
        <p:spPr>
          <a:xfrm>
            <a:off x="4427311" y="2898753"/>
            <a:ext cx="0" cy="2512049"/>
          </a:xfrm>
          <a:prstGeom prst="line">
            <a:avLst/>
          </a:prstGeom>
          <a:ln w="9525">
            <a:solidFill>
              <a:srgbClr val="7030A0"/>
            </a:solidFill>
            <a:prstDash val="sys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125">
            <a:extLst>
              <a:ext uri="{FF2B5EF4-FFF2-40B4-BE49-F238E27FC236}">
                <a16:creationId xmlns:a16="http://schemas.microsoft.com/office/drawing/2014/main" id="{66776F9E-8157-89DD-C49F-04243A0303CD}"/>
              </a:ext>
            </a:extLst>
          </p:cNvPr>
          <p:cNvSpPr txBox="1"/>
          <p:nvPr/>
        </p:nvSpPr>
        <p:spPr>
          <a:xfrm>
            <a:off x="4546199" y="4931859"/>
            <a:ext cx="515285" cy="540068"/>
          </a:xfrm>
          <a:prstGeom prst="wedgeRoundRectCallout">
            <a:avLst>
              <a:gd name="adj1" fmla="val -31048"/>
              <a:gd name="adj2" fmla="val 12225"/>
              <a:gd name="adj3" fmla="val 16667"/>
            </a:avLst>
          </a:prstGeom>
          <a:solidFill>
            <a:schemeClr val="bg1"/>
          </a:solidFill>
          <a:ln w="19050"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999A9"/>
                </a:solidFill>
                <a:cs typeface="Verdana"/>
              </a:defRPr>
            </a:lvl1pPr>
          </a:lstStyle>
          <a:p>
            <a:pPr algn="l"/>
            <a:r>
              <a:rPr lang="en-US">
                <a:solidFill>
                  <a:srgbClr val="7030A0"/>
                </a:solidFill>
              </a:rPr>
              <a:t>Start Upgrade</a:t>
            </a:r>
            <a:br>
              <a:rPr lang="en-US">
                <a:solidFill>
                  <a:srgbClr val="7030A0"/>
                </a:solidFill>
              </a:rPr>
            </a:br>
            <a:r>
              <a:rPr lang="en-US">
                <a:solidFill>
                  <a:srgbClr val="7030A0"/>
                </a:solidFill>
              </a:rPr>
              <a:t>SAP </a:t>
            </a:r>
          </a:p>
          <a:p>
            <a:pPr algn="l"/>
            <a:r>
              <a:rPr lang="en-US">
                <a:solidFill>
                  <a:srgbClr val="7030A0"/>
                </a:solidFill>
              </a:rPr>
              <a:t>Release</a:t>
            </a:r>
          </a:p>
        </p:txBody>
      </p:sp>
      <p:sp>
        <p:nvSpPr>
          <p:cNvPr id="190" name="Flussdiagramm: Verbinder 124">
            <a:extLst>
              <a:ext uri="{FF2B5EF4-FFF2-40B4-BE49-F238E27FC236}">
                <a16:creationId xmlns:a16="http://schemas.microsoft.com/office/drawing/2014/main" id="{8BE69A1C-3461-49A2-A0FB-E731A943EADD}"/>
              </a:ext>
            </a:extLst>
          </p:cNvPr>
          <p:cNvSpPr/>
          <p:nvPr/>
        </p:nvSpPr>
        <p:spPr bwMode="auto">
          <a:xfrm>
            <a:off x="5506178" y="2679539"/>
            <a:ext cx="180000" cy="18000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AA32BE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de-DE" sz="1799">
              <a:solidFill>
                <a:srgbClr val="EB780A"/>
              </a:solidFill>
              <a:ea typeface="Arial Unicode MS" panose="020B0604020202020204" pitchFamily="34" charset="-128"/>
            </a:endParaRPr>
          </a:p>
        </p:txBody>
      </p:sp>
      <p:sp>
        <p:nvSpPr>
          <p:cNvPr id="36" name="Eingekerbter Richtungspfeil 67">
            <a:extLst>
              <a:ext uri="{FF2B5EF4-FFF2-40B4-BE49-F238E27FC236}">
                <a16:creationId xmlns:a16="http://schemas.microsoft.com/office/drawing/2014/main" id="{43CF1365-3E10-BA4F-442E-AB25F4712E88}"/>
              </a:ext>
            </a:extLst>
          </p:cNvPr>
          <p:cNvSpPr/>
          <p:nvPr/>
        </p:nvSpPr>
        <p:spPr bwMode="auto">
          <a:xfrm>
            <a:off x="7846968" y="3855788"/>
            <a:ext cx="2507021" cy="432000"/>
          </a:xfrm>
          <a:prstGeom prst="chevron">
            <a:avLst/>
          </a:prstGeom>
          <a:solidFill>
            <a:srgbClr val="0087BE"/>
          </a:solidFill>
          <a:ln w="19050">
            <a:solidFill>
              <a:srgbClr val="0087BE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de-DE" sz="1200" b="1" ker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Wave 10</a:t>
            </a:r>
            <a:endParaRPr lang="en-US" sz="1200" b="1" kern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3" name="Eingekerbter Richtungspfeil 111">
            <a:extLst>
              <a:ext uri="{FF2B5EF4-FFF2-40B4-BE49-F238E27FC236}">
                <a16:creationId xmlns:a16="http://schemas.microsoft.com/office/drawing/2014/main" id="{75CC941B-94DA-4FAC-9FCD-5FD0B71D83F1}"/>
              </a:ext>
            </a:extLst>
          </p:cNvPr>
          <p:cNvSpPr/>
          <p:nvPr/>
        </p:nvSpPr>
        <p:spPr bwMode="auto">
          <a:xfrm>
            <a:off x="9983730" y="4167689"/>
            <a:ext cx="896696" cy="102453"/>
          </a:xfrm>
          <a:prstGeom prst="chevron">
            <a:avLst/>
          </a:prstGeom>
          <a:solidFill>
            <a:schemeClr val="tx1"/>
          </a:solidFill>
          <a:ln w="19050">
            <a:noFill/>
          </a:ln>
          <a:effectLst/>
        </p:spPr>
        <p:txBody>
          <a:bodyPr wrap="square" lIns="0" tIns="0" rIns="0" bIns="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700" b="1" i="1" kern="0">
              <a:solidFill>
                <a:srgbClr val="FF9000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CED89D8-95F3-AA48-9297-EC42B1F4D96A}"/>
              </a:ext>
            </a:extLst>
          </p:cNvPr>
          <p:cNvSpPr txBox="1"/>
          <p:nvPr/>
        </p:nvSpPr>
        <p:spPr>
          <a:xfrm>
            <a:off x="2991509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20.-24.11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B8597361-AF1A-EC8D-46D4-9180C3855717}"/>
              </a:ext>
            </a:extLst>
          </p:cNvPr>
          <p:cNvSpPr txBox="1"/>
          <p:nvPr/>
        </p:nvSpPr>
        <p:spPr>
          <a:xfrm>
            <a:off x="5313055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19.-23.02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00B4B54D-4A70-356A-208B-9555E91645EA}"/>
              </a:ext>
            </a:extLst>
          </p:cNvPr>
          <p:cNvSpPr txBox="1"/>
          <p:nvPr/>
        </p:nvSpPr>
        <p:spPr>
          <a:xfrm>
            <a:off x="7627243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20.-27.05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3854AE7-3095-C028-E4BD-C896A1D578ED}"/>
              </a:ext>
            </a:extLst>
          </p:cNvPr>
          <p:cNvSpPr txBox="1"/>
          <p:nvPr/>
        </p:nvSpPr>
        <p:spPr>
          <a:xfrm>
            <a:off x="9974947" y="3235054"/>
            <a:ext cx="53700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19.-23.08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594E1F22-12C2-0AAB-1A30-CD3524465B7A}"/>
              </a:ext>
            </a:extLst>
          </p:cNvPr>
          <p:cNvSpPr txBox="1"/>
          <p:nvPr/>
        </p:nvSpPr>
        <p:spPr>
          <a:xfrm>
            <a:off x="30959" y="3166019"/>
            <a:ext cx="5047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  <a:highlight>
                  <a:srgbClr val="FFFF00"/>
                </a:highlight>
              </a:rPr>
              <a:t>Planning Weeks</a:t>
            </a:r>
          </a:p>
        </p:txBody>
      </p:sp>
      <p:sp>
        <p:nvSpPr>
          <p:cNvPr id="16" name="Gleichschenkliges Dreieck 15">
            <a:extLst>
              <a:ext uri="{FF2B5EF4-FFF2-40B4-BE49-F238E27FC236}">
                <a16:creationId xmlns:a16="http://schemas.microsoft.com/office/drawing/2014/main" id="{1B73B66E-68ED-5B05-C427-B8E2E91E069F}"/>
              </a:ext>
            </a:extLst>
          </p:cNvPr>
          <p:cNvSpPr/>
          <p:nvPr/>
        </p:nvSpPr>
        <p:spPr>
          <a:xfrm>
            <a:off x="3185693" y="3063020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A035D4E3-E0F2-1545-214D-7858F27AB8FE}"/>
              </a:ext>
            </a:extLst>
          </p:cNvPr>
          <p:cNvSpPr/>
          <p:nvPr/>
        </p:nvSpPr>
        <p:spPr>
          <a:xfrm>
            <a:off x="5487160" y="3055648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1" name="Gleichschenkliges Dreieck 20">
            <a:extLst>
              <a:ext uri="{FF2B5EF4-FFF2-40B4-BE49-F238E27FC236}">
                <a16:creationId xmlns:a16="http://schemas.microsoft.com/office/drawing/2014/main" id="{002BCB67-5E2E-7B05-A402-4F591A9A69D1}"/>
              </a:ext>
            </a:extLst>
          </p:cNvPr>
          <p:cNvSpPr/>
          <p:nvPr/>
        </p:nvSpPr>
        <p:spPr>
          <a:xfrm>
            <a:off x="7788393" y="3075312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3" name="Gleichschenkliges Dreieck 22">
            <a:extLst>
              <a:ext uri="{FF2B5EF4-FFF2-40B4-BE49-F238E27FC236}">
                <a16:creationId xmlns:a16="http://schemas.microsoft.com/office/drawing/2014/main" id="{F0FEDC6D-0ABA-5438-E61A-C0307ADF26DC}"/>
              </a:ext>
            </a:extLst>
          </p:cNvPr>
          <p:cNvSpPr/>
          <p:nvPr/>
        </p:nvSpPr>
        <p:spPr>
          <a:xfrm>
            <a:off x="10113796" y="3067622"/>
            <a:ext cx="180000" cy="181415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D37AE32-B5CF-6D75-D5C2-A4F4015FBF0E}"/>
              </a:ext>
            </a:extLst>
          </p:cNvPr>
          <p:cNvSpPr txBox="1"/>
          <p:nvPr/>
        </p:nvSpPr>
        <p:spPr>
          <a:xfrm>
            <a:off x="949219" y="3232501"/>
            <a:ext cx="64280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</a:rPr>
              <a:t>28.08.-1.09</a:t>
            </a:r>
          </a:p>
        </p:txBody>
      </p:sp>
      <p:sp>
        <p:nvSpPr>
          <p:cNvPr id="30" name="Cube 62">
            <a:extLst>
              <a:ext uri="{FF2B5EF4-FFF2-40B4-BE49-F238E27FC236}">
                <a16:creationId xmlns:a16="http://schemas.microsoft.com/office/drawing/2014/main" id="{03DD8DCE-7BB8-168D-2B14-9F4AA1BE36DA}"/>
              </a:ext>
            </a:extLst>
          </p:cNvPr>
          <p:cNvSpPr/>
          <p:nvPr/>
        </p:nvSpPr>
        <p:spPr>
          <a:xfrm>
            <a:off x="9683551" y="4973975"/>
            <a:ext cx="515285" cy="405230"/>
          </a:xfrm>
          <a:prstGeom prst="cub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1"/>
          <a:lstStyle/>
          <a:p>
            <a:r>
              <a:rPr lang="de-DE" sz="1100"/>
              <a:t>2309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E90DE7F-9AFB-04E0-D3B3-A04327C728A2}"/>
              </a:ext>
            </a:extLst>
          </p:cNvPr>
          <p:cNvSpPr txBox="1"/>
          <p:nvPr/>
        </p:nvSpPr>
        <p:spPr>
          <a:xfrm>
            <a:off x="5296338" y="5066723"/>
            <a:ext cx="267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>
                <a:solidFill>
                  <a:srgbClr val="C00000"/>
                </a:solidFill>
              </a:rPr>
              <a:t>*</a:t>
            </a:r>
            <a:endParaRPr lang="de-DE" sz="110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61CBC3E-3CB5-17E4-07B5-1F8D081D5BC0}"/>
              </a:ext>
            </a:extLst>
          </p:cNvPr>
          <p:cNvSpPr txBox="1"/>
          <p:nvPr/>
        </p:nvSpPr>
        <p:spPr>
          <a:xfrm>
            <a:off x="5892323" y="5084597"/>
            <a:ext cx="267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>
                <a:solidFill>
                  <a:srgbClr val="C00000"/>
                </a:solidFill>
              </a:rPr>
              <a:t>*</a:t>
            </a:r>
            <a:endParaRPr lang="de-DE" sz="1100"/>
          </a:p>
        </p:txBody>
      </p:sp>
    </p:spTree>
    <p:extLst>
      <p:ext uri="{BB962C8B-B14F-4D97-AF65-F5344CB8AC3E}">
        <p14:creationId xmlns:p14="http://schemas.microsoft.com/office/powerpoint/2010/main" val="365719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B59FD2C-9A2B-A2AD-2783-7EF83F0412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B59FD2C-9A2B-A2AD-2783-7EF83F0412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Flowchart: Manual Operation 30">
            <a:extLst>
              <a:ext uri="{FF2B5EF4-FFF2-40B4-BE49-F238E27FC236}">
                <a16:creationId xmlns:a16="http://schemas.microsoft.com/office/drawing/2014/main" id="{39BCCAC1-02C8-519A-EC00-74DA33C99D19}"/>
              </a:ext>
            </a:extLst>
          </p:cNvPr>
          <p:cNvSpPr/>
          <p:nvPr/>
        </p:nvSpPr>
        <p:spPr>
          <a:xfrm rot="5400000">
            <a:off x="137367" y="3506874"/>
            <a:ext cx="3825948" cy="631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5662"/>
              <a:gd name="connsiteY0" fmla="*/ 0 h 10000"/>
              <a:gd name="connsiteX1" fmla="*/ 15662 w 15662"/>
              <a:gd name="connsiteY1" fmla="*/ 563 h 10000"/>
              <a:gd name="connsiteX2" fmla="*/ 8000 w 15662"/>
              <a:gd name="connsiteY2" fmla="*/ 10000 h 10000"/>
              <a:gd name="connsiteX3" fmla="*/ 2000 w 15662"/>
              <a:gd name="connsiteY3" fmla="*/ 10000 h 10000"/>
              <a:gd name="connsiteX4" fmla="*/ 0 w 15662"/>
              <a:gd name="connsiteY4" fmla="*/ 0 h 10000"/>
              <a:gd name="connsiteX0" fmla="*/ 0 w 18813"/>
              <a:gd name="connsiteY0" fmla="*/ 0 h 9437"/>
              <a:gd name="connsiteX1" fmla="*/ 18813 w 18813"/>
              <a:gd name="connsiteY1" fmla="*/ 0 h 9437"/>
              <a:gd name="connsiteX2" fmla="*/ 11151 w 18813"/>
              <a:gd name="connsiteY2" fmla="*/ 9437 h 9437"/>
              <a:gd name="connsiteX3" fmla="*/ 5151 w 18813"/>
              <a:gd name="connsiteY3" fmla="*/ 9437 h 9437"/>
              <a:gd name="connsiteX4" fmla="*/ 0 w 18813"/>
              <a:gd name="connsiteY4" fmla="*/ 0 h 9437"/>
              <a:gd name="connsiteX0" fmla="*/ 0 w 10364"/>
              <a:gd name="connsiteY0" fmla="*/ 0 h 10000"/>
              <a:gd name="connsiteX1" fmla="*/ 10364 w 10364"/>
              <a:gd name="connsiteY1" fmla="*/ 0 h 10000"/>
              <a:gd name="connsiteX2" fmla="*/ 5927 w 10364"/>
              <a:gd name="connsiteY2" fmla="*/ 10000 h 10000"/>
              <a:gd name="connsiteX3" fmla="*/ 2738 w 10364"/>
              <a:gd name="connsiteY3" fmla="*/ 10000 h 10000"/>
              <a:gd name="connsiteX4" fmla="*/ 0 w 10364"/>
              <a:gd name="connsiteY4" fmla="*/ 0 h 10000"/>
              <a:gd name="connsiteX0" fmla="*/ 0 w 10364"/>
              <a:gd name="connsiteY0" fmla="*/ 0 h 10000"/>
              <a:gd name="connsiteX1" fmla="*/ 10364 w 10364"/>
              <a:gd name="connsiteY1" fmla="*/ 0 h 10000"/>
              <a:gd name="connsiteX2" fmla="*/ 5927 w 10364"/>
              <a:gd name="connsiteY2" fmla="*/ 10000 h 10000"/>
              <a:gd name="connsiteX3" fmla="*/ 3952 w 10364"/>
              <a:gd name="connsiteY3" fmla="*/ 9851 h 10000"/>
              <a:gd name="connsiteX4" fmla="*/ 0 w 10364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4" h="10000">
                <a:moveTo>
                  <a:pt x="0" y="0"/>
                </a:moveTo>
                <a:lnTo>
                  <a:pt x="10364" y="0"/>
                </a:lnTo>
                <a:lnTo>
                  <a:pt x="5927" y="10000"/>
                </a:lnTo>
                <a:lnTo>
                  <a:pt x="3952" y="9851"/>
                </a:lnTo>
                <a:lnTo>
                  <a:pt x="0" y="0"/>
                </a:lnTo>
                <a:close/>
              </a:path>
            </a:pathLst>
          </a:custGeom>
          <a:solidFill>
            <a:srgbClr val="00C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FCEAB-525F-3927-90F3-31A3624FC5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AFC0C09-3319-1E9B-5D97-7CA22E7A3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3168A5-68A3-8F3D-7185-51431ADB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>
                <a:solidFill>
                  <a:schemeClr val="tx1"/>
                </a:solidFill>
              </a:rPr>
              <a:t>Procure-2-Receipt (P2R) </a:t>
            </a:r>
            <a:r>
              <a:rPr lang="de-DE" dirty="0" err="1"/>
              <a:t>Indirect</a:t>
            </a:r>
            <a:r>
              <a:rPr lang="de-DE" dirty="0"/>
              <a:t> </a:t>
            </a:r>
            <a:br>
              <a:rPr lang="de-DE" dirty="0"/>
            </a:br>
            <a:r>
              <a:rPr lang="de-DE" b="0" dirty="0"/>
              <a:t>Pilot GoLive „</a:t>
            </a:r>
            <a:r>
              <a:rPr lang="de-DE" b="0" dirty="0" err="1"/>
              <a:t>Buzias</a:t>
            </a:r>
            <a:r>
              <a:rPr lang="de-DE" b="0" dirty="0"/>
              <a:t>“: </a:t>
            </a:r>
            <a:r>
              <a:rPr lang="en-US" b="0" dirty="0"/>
              <a:t>New Global Solution “Indirect X”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4B72C0-A53D-354D-E5D2-652D1D8D5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132" y="3064563"/>
            <a:ext cx="1796034" cy="15750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1C3006-060E-91C5-64CC-E003A2043D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5249" y="1929333"/>
            <a:ext cx="9004657" cy="3806325"/>
          </a:xfrm>
          <a:prstGeom prst="rect">
            <a:avLst/>
          </a:prstGeom>
          <a:ln>
            <a:solidFill>
              <a:srgbClr val="00C1E0"/>
            </a:solidFill>
          </a:ln>
        </p:spPr>
      </p:pic>
      <p:grpSp>
        <p:nvGrpSpPr>
          <p:cNvPr id="22" name="Gruppieren 141">
            <a:extLst>
              <a:ext uri="{FF2B5EF4-FFF2-40B4-BE49-F238E27FC236}">
                <a16:creationId xmlns:a16="http://schemas.microsoft.com/office/drawing/2014/main" id="{511F8757-12EC-D915-426D-82B5F23D1C60}"/>
              </a:ext>
            </a:extLst>
          </p:cNvPr>
          <p:cNvGrpSpPr/>
          <p:nvPr/>
        </p:nvGrpSpPr>
        <p:grpSpPr>
          <a:xfrm>
            <a:off x="6579173" y="6270774"/>
            <a:ext cx="2842113" cy="454130"/>
            <a:chOff x="5802505" y="353744"/>
            <a:chExt cx="2842113" cy="454130"/>
          </a:xfrm>
        </p:grpSpPr>
        <p:sp>
          <p:nvSpPr>
            <p:cNvPr id="23" name="Rechteck 142">
              <a:extLst>
                <a:ext uri="{FF2B5EF4-FFF2-40B4-BE49-F238E27FC236}">
                  <a16:creationId xmlns:a16="http://schemas.microsoft.com/office/drawing/2014/main" id="{DCB385BC-C31E-428E-119B-5A3FB5EA50D7}"/>
                </a:ext>
              </a:extLst>
            </p:cNvPr>
            <p:cNvSpPr/>
            <p:nvPr/>
          </p:nvSpPr>
          <p:spPr>
            <a:xfrm>
              <a:off x="5923311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4" name="Rechteck 143">
              <a:extLst>
                <a:ext uri="{FF2B5EF4-FFF2-40B4-BE49-F238E27FC236}">
                  <a16:creationId xmlns:a16="http://schemas.microsoft.com/office/drawing/2014/main" id="{93F1BE89-3BF4-E687-7530-6C5A48E9AD49}"/>
                </a:ext>
              </a:extLst>
            </p:cNvPr>
            <p:cNvSpPr/>
            <p:nvPr/>
          </p:nvSpPr>
          <p:spPr>
            <a:xfrm>
              <a:off x="6894849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0064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5" name="TextBox 88">
              <a:extLst>
                <a:ext uri="{FF2B5EF4-FFF2-40B4-BE49-F238E27FC236}">
                  <a16:creationId xmlns:a16="http://schemas.microsoft.com/office/drawing/2014/main" id="{0B1F67C8-11F4-09D1-157C-167E70BBD499}"/>
                </a:ext>
              </a:extLst>
            </p:cNvPr>
            <p:cNvSpPr txBox="1"/>
            <p:nvPr/>
          </p:nvSpPr>
          <p:spPr>
            <a:xfrm>
              <a:off x="5882715" y="585512"/>
              <a:ext cx="853787" cy="2095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myMall</a:t>
              </a:r>
            </a:p>
          </p:txBody>
        </p:sp>
        <p:sp>
          <p:nvSpPr>
            <p:cNvPr id="26" name="TextBox 89">
              <a:extLst>
                <a:ext uri="{FF2B5EF4-FFF2-40B4-BE49-F238E27FC236}">
                  <a16:creationId xmlns:a16="http://schemas.microsoft.com/office/drawing/2014/main" id="{148F36C4-8E12-C5C0-9BE4-3D3932652D74}"/>
                </a:ext>
              </a:extLst>
            </p:cNvPr>
            <p:cNvSpPr txBox="1"/>
            <p:nvPr/>
          </p:nvSpPr>
          <p:spPr>
            <a:xfrm>
              <a:off x="6749659" y="577705"/>
              <a:ext cx="1033887" cy="2301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SAP (S4/BTP)</a:t>
              </a:r>
            </a:p>
          </p:txBody>
        </p:sp>
        <p:sp>
          <p:nvSpPr>
            <p:cNvPr id="27" name="TextBox 90">
              <a:extLst>
                <a:ext uri="{FF2B5EF4-FFF2-40B4-BE49-F238E27FC236}">
                  <a16:creationId xmlns:a16="http://schemas.microsoft.com/office/drawing/2014/main" id="{D83AE399-4402-BDC6-39DA-1EE279C7AD72}"/>
                </a:ext>
              </a:extLst>
            </p:cNvPr>
            <p:cNvSpPr txBox="1"/>
            <p:nvPr/>
          </p:nvSpPr>
          <p:spPr>
            <a:xfrm>
              <a:off x="7800648" y="572677"/>
              <a:ext cx="737203" cy="1666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sz="105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SCM Star</a:t>
              </a:r>
            </a:p>
          </p:txBody>
        </p:sp>
        <p:sp>
          <p:nvSpPr>
            <p:cNvPr id="28" name="Rechteck 149">
              <a:extLst>
                <a:ext uri="{FF2B5EF4-FFF2-40B4-BE49-F238E27FC236}">
                  <a16:creationId xmlns:a16="http://schemas.microsoft.com/office/drawing/2014/main" id="{1F55CC7D-5B01-0C46-16CE-BE7DAC7905C2}"/>
                </a:ext>
              </a:extLst>
            </p:cNvPr>
            <p:cNvSpPr/>
            <p:nvPr/>
          </p:nvSpPr>
          <p:spPr>
            <a:xfrm>
              <a:off x="7799045" y="445873"/>
              <a:ext cx="731375" cy="108000"/>
            </a:xfrm>
            <a:prstGeom prst="rect">
              <a:avLst/>
            </a:prstGeom>
            <a:noFill/>
            <a:ln w="38100">
              <a:solidFill>
                <a:srgbClr val="EC66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  <p:sp>
          <p:nvSpPr>
            <p:cNvPr id="29" name="Rechteck 150">
              <a:extLst>
                <a:ext uri="{FF2B5EF4-FFF2-40B4-BE49-F238E27FC236}">
                  <a16:creationId xmlns:a16="http://schemas.microsoft.com/office/drawing/2014/main" id="{45BBBB0A-BF11-94FA-5391-D46D4E7705B3}"/>
                </a:ext>
              </a:extLst>
            </p:cNvPr>
            <p:cNvSpPr/>
            <p:nvPr/>
          </p:nvSpPr>
          <p:spPr>
            <a:xfrm>
              <a:off x="5802505" y="353744"/>
              <a:ext cx="2842113" cy="4216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de-DE"/>
            </a:p>
          </p:txBody>
        </p:sp>
      </p:grpSp>
      <p:sp>
        <p:nvSpPr>
          <p:cNvPr id="30" name="Textfeld 14">
            <a:extLst>
              <a:ext uri="{FF2B5EF4-FFF2-40B4-BE49-F238E27FC236}">
                <a16:creationId xmlns:a16="http://schemas.microsoft.com/office/drawing/2014/main" id="{2902457B-4E8D-3F46-B2CB-75361C405680}"/>
              </a:ext>
            </a:extLst>
          </p:cNvPr>
          <p:cNvSpPr txBox="1"/>
          <p:nvPr/>
        </p:nvSpPr>
        <p:spPr>
          <a:xfrm>
            <a:off x="6586244" y="6025409"/>
            <a:ext cx="23759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Workflow </a:t>
            </a:r>
            <a:r>
              <a:rPr lang="de-DE" sz="1400" dirty="0" err="1"/>
              <a:t>Steps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87232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003170-E275-EF9C-2413-CAE87B142AC3}"/>
              </a:ext>
            </a:extLst>
          </p:cNvPr>
          <p:cNvSpPr txBox="1"/>
          <p:nvPr/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0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A blue circle with a cursor and a white text&#10;&#10;Description automatically generated">
            <a:extLst>
              <a:ext uri="{FF2B5EF4-FFF2-40B4-BE49-F238E27FC236}">
                <a16:creationId xmlns:a16="http://schemas.microsoft.com/office/drawing/2014/main" id="{42512254-E88D-C3EE-F717-B71986757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8596" y="1578911"/>
            <a:ext cx="3020254" cy="30584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BEDC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BF0D6-5E16-6CF4-14FB-4450D5D60D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059160" y="6310800"/>
            <a:ext cx="9216000" cy="547200"/>
          </a:xfrm>
        </p:spPr>
        <p:txBody>
          <a:bodyPr vert="horz" lIns="0" tIns="0" rIns="0" bIns="6120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9573C-7F22-5AC8-72C6-35E1E3C5A9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1162" y="6310800"/>
            <a:ext cx="648000" cy="547200"/>
          </a:xfrm>
        </p:spPr>
        <p:txBody>
          <a:bodyPr vert="horz" lIns="0" tIns="0" rIns="0" bIns="6120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0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2CE4-1EEB-0116-5F20-4DEC06C9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: Indirect X Process Steps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AC856-E312-2C5C-F472-026DF94FB1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6ED5-AA95-4E1B-C35F-21D3D8114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924C55F-4D50-CB72-0490-DFBCC151BA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9245183"/>
              </p:ext>
            </p:extLst>
          </p:nvPr>
        </p:nvGraphicFramePr>
        <p:xfrm>
          <a:off x="1059160" y="1153885"/>
          <a:ext cx="10751840" cy="4985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330076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2CE4-1EEB-0116-5F20-4DEC06C9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1320: Hypercare Support issues (Indirect X)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AC856-E312-2C5C-F472-026DF94FB1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6ED5-AA95-4E1B-C35F-21D3D8114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1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A664BDB-3945-A7E0-B0A4-E66E3657A7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225508"/>
              </p:ext>
            </p:extLst>
          </p:nvPr>
        </p:nvGraphicFramePr>
        <p:xfrm>
          <a:off x="1155700" y="1333500"/>
          <a:ext cx="9645650" cy="4483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482684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0D3EB-A0F3-326A-B5BD-85034727C5E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59160" y="6310800"/>
            <a:ext cx="9216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1340E-C90A-453F-8C7F-882038D283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37AE14-B9BE-6A5D-E288-D7AE229968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969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7B8-A558-F51F-2827-63DE6D0E75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2400" y="1702799"/>
            <a:ext cx="9252000" cy="4104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Back Up Slide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58FCE-7A8C-E3E5-F11C-5A3DB635E9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59160" y="6310800"/>
            <a:ext cx="9216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8412-5B4B-A4BD-AB48-56C8C02D09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11162" y="6310800"/>
            <a:ext cx="648000" cy="54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15EBE321-CBB1-4E91-BD14-37C8D44326F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4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27FC-A15F-CAE2-6013-FD06B6D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46DF39B-EFC4-4DEC-0B2C-9E737354E0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46DF39B-EFC4-4DEC-0B2C-9E737354E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2D9E9B-7732-FEB0-26A7-7413B811E3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A3B756E-65D6-8DB0-C482-156808C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570202" cy="575700"/>
          </a:xfrm>
        </p:spPr>
        <p:txBody>
          <a:bodyPr vert="horz"/>
          <a:lstStyle/>
          <a:p>
            <a:r>
              <a:rPr lang="de-DE" dirty="0"/>
              <a:t>Procure-2-Receipt (P2R) | </a:t>
            </a:r>
            <a:r>
              <a:rPr lang="de-DE" dirty="0" err="1">
                <a:solidFill>
                  <a:schemeClr val="accent2"/>
                </a:solidFill>
              </a:rPr>
              <a:t>Indirect</a:t>
            </a:r>
            <a:br>
              <a:rPr lang="de-DE" dirty="0"/>
            </a:br>
            <a:r>
              <a:rPr lang="de-DE" b="0" dirty="0" err="1"/>
              <a:t>Simplified</a:t>
            </a:r>
            <a:r>
              <a:rPr lang="de-DE" b="0" dirty="0"/>
              <a:t> </a:t>
            </a:r>
            <a:r>
              <a:rPr lang="en-US" b="0" dirty="0"/>
              <a:t>Architecture overview</a:t>
            </a:r>
            <a:endParaRPr lang="de-DE" b="0" dirty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180D4563-3C72-3327-8DCC-152A0BF08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grpSp>
        <p:nvGrpSpPr>
          <p:cNvPr id="5" name="SAGD, Siemens, check, haken, termin, date, Kalender, calender">
            <a:extLst>
              <a:ext uri="{FF2B5EF4-FFF2-40B4-BE49-F238E27FC236}">
                <a16:creationId xmlns:a16="http://schemas.microsoft.com/office/drawing/2014/main" id="{D177C89F-5970-56DD-7A51-7B0894360D32}"/>
              </a:ext>
            </a:extLst>
          </p:cNvPr>
          <p:cNvGrpSpPr/>
          <p:nvPr/>
        </p:nvGrpSpPr>
        <p:grpSpPr>
          <a:xfrm>
            <a:off x="10713235" y="3770388"/>
            <a:ext cx="667939" cy="608793"/>
            <a:chOff x="4737100" y="7678738"/>
            <a:chExt cx="755650" cy="671512"/>
          </a:xfrm>
          <a:solidFill>
            <a:schemeClr val="accent1"/>
          </a:solidFill>
        </p:grpSpPr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57E9B73C-A3F2-4E71-4C5D-FA4C7578C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100" y="7678738"/>
              <a:ext cx="755650" cy="161925"/>
            </a:xfrm>
            <a:custGeom>
              <a:avLst/>
              <a:gdLst>
                <a:gd name="T0" fmla="*/ 476 w 476"/>
                <a:gd name="T1" fmla="*/ 38 h 102"/>
                <a:gd name="T2" fmla="*/ 476 w 476"/>
                <a:gd name="T3" fmla="*/ 102 h 102"/>
                <a:gd name="T4" fmla="*/ 0 w 476"/>
                <a:gd name="T5" fmla="*/ 102 h 102"/>
                <a:gd name="T6" fmla="*/ 0 w 476"/>
                <a:gd name="T7" fmla="*/ 38 h 102"/>
                <a:gd name="T8" fmla="*/ 77 w 476"/>
                <a:gd name="T9" fmla="*/ 38 h 102"/>
                <a:gd name="T10" fmla="*/ 77 w 476"/>
                <a:gd name="T11" fmla="*/ 0 h 102"/>
                <a:gd name="T12" fmla="*/ 116 w 476"/>
                <a:gd name="T13" fmla="*/ 0 h 102"/>
                <a:gd name="T14" fmla="*/ 116 w 476"/>
                <a:gd name="T15" fmla="*/ 38 h 102"/>
                <a:gd name="T16" fmla="*/ 360 w 476"/>
                <a:gd name="T17" fmla="*/ 38 h 102"/>
                <a:gd name="T18" fmla="*/ 360 w 476"/>
                <a:gd name="T19" fmla="*/ 0 h 102"/>
                <a:gd name="T20" fmla="*/ 399 w 476"/>
                <a:gd name="T21" fmla="*/ 0 h 102"/>
                <a:gd name="T22" fmla="*/ 399 w 476"/>
                <a:gd name="T23" fmla="*/ 38 h 102"/>
                <a:gd name="T24" fmla="*/ 476 w 476"/>
                <a:gd name="T25" fmla="*/ 3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02">
                  <a:moveTo>
                    <a:pt x="476" y="38"/>
                  </a:moveTo>
                  <a:lnTo>
                    <a:pt x="476" y="102"/>
                  </a:lnTo>
                  <a:lnTo>
                    <a:pt x="0" y="102"/>
                  </a:lnTo>
                  <a:lnTo>
                    <a:pt x="0" y="38"/>
                  </a:lnTo>
                  <a:lnTo>
                    <a:pt x="77" y="38"/>
                  </a:lnTo>
                  <a:lnTo>
                    <a:pt x="77" y="0"/>
                  </a:lnTo>
                  <a:lnTo>
                    <a:pt x="116" y="0"/>
                  </a:lnTo>
                  <a:lnTo>
                    <a:pt x="116" y="38"/>
                  </a:lnTo>
                  <a:lnTo>
                    <a:pt x="360" y="38"/>
                  </a:lnTo>
                  <a:lnTo>
                    <a:pt x="360" y="0"/>
                  </a:lnTo>
                  <a:lnTo>
                    <a:pt x="399" y="0"/>
                  </a:lnTo>
                  <a:lnTo>
                    <a:pt x="399" y="38"/>
                  </a:lnTo>
                  <a:lnTo>
                    <a:pt x="476" y="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8" name="Freeform 105">
              <a:extLst>
                <a:ext uri="{FF2B5EF4-FFF2-40B4-BE49-F238E27FC236}">
                  <a16:creationId xmlns:a16="http://schemas.microsoft.com/office/drawing/2014/main" id="{0F6EB9CA-FACD-8957-0923-A3F6AF9C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9" name="Freeform 106">
              <a:extLst>
                <a:ext uri="{FF2B5EF4-FFF2-40B4-BE49-F238E27FC236}">
                  <a16:creationId xmlns:a16="http://schemas.microsoft.com/office/drawing/2014/main" id="{6ED7A193-E3AA-2978-8460-BD561EB24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100" y="7881938"/>
              <a:ext cx="755650" cy="468312"/>
            </a:xfrm>
            <a:custGeom>
              <a:avLst/>
              <a:gdLst>
                <a:gd name="T0" fmla="*/ 0 w 476"/>
                <a:gd name="T1" fmla="*/ 0 h 295"/>
                <a:gd name="T2" fmla="*/ 0 w 476"/>
                <a:gd name="T3" fmla="*/ 295 h 295"/>
                <a:gd name="T4" fmla="*/ 476 w 476"/>
                <a:gd name="T5" fmla="*/ 295 h 295"/>
                <a:gd name="T6" fmla="*/ 476 w 476"/>
                <a:gd name="T7" fmla="*/ 0 h 295"/>
                <a:gd name="T8" fmla="*/ 0 w 476"/>
                <a:gd name="T9" fmla="*/ 0 h 295"/>
                <a:gd name="T10" fmla="*/ 450 w 476"/>
                <a:gd name="T11" fmla="*/ 270 h 295"/>
                <a:gd name="T12" fmla="*/ 26 w 476"/>
                <a:gd name="T13" fmla="*/ 270 h 295"/>
                <a:gd name="T14" fmla="*/ 26 w 476"/>
                <a:gd name="T15" fmla="*/ 26 h 295"/>
                <a:gd name="T16" fmla="*/ 450 w 476"/>
                <a:gd name="T17" fmla="*/ 26 h 295"/>
                <a:gd name="T18" fmla="*/ 450 w 476"/>
                <a:gd name="T19" fmla="*/ 27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6" h="295">
                  <a:moveTo>
                    <a:pt x="0" y="0"/>
                  </a:moveTo>
                  <a:lnTo>
                    <a:pt x="0" y="295"/>
                  </a:lnTo>
                  <a:lnTo>
                    <a:pt x="476" y="295"/>
                  </a:lnTo>
                  <a:lnTo>
                    <a:pt x="476" y="0"/>
                  </a:lnTo>
                  <a:lnTo>
                    <a:pt x="0" y="0"/>
                  </a:lnTo>
                  <a:close/>
                  <a:moveTo>
                    <a:pt x="450" y="270"/>
                  </a:moveTo>
                  <a:lnTo>
                    <a:pt x="26" y="270"/>
                  </a:lnTo>
                  <a:lnTo>
                    <a:pt x="26" y="26"/>
                  </a:lnTo>
                  <a:lnTo>
                    <a:pt x="450" y="26"/>
                  </a:lnTo>
                  <a:lnTo>
                    <a:pt x="450" y="2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1" name="Freeform 107">
              <a:extLst>
                <a:ext uri="{FF2B5EF4-FFF2-40B4-BE49-F238E27FC236}">
                  <a16:creationId xmlns:a16="http://schemas.microsoft.com/office/drawing/2014/main" id="{4063C52C-0FD4-AD03-45EC-01DD9868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2" name="Freeform 108">
              <a:extLst>
                <a:ext uri="{FF2B5EF4-FFF2-40B4-BE49-F238E27FC236}">
                  <a16:creationId xmlns:a16="http://schemas.microsoft.com/office/drawing/2014/main" id="{C5361903-DD06-15C2-2B93-BC6EF7617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3360AC-4C1D-1A48-4114-A555F639A583}"/>
              </a:ext>
            </a:extLst>
          </p:cNvPr>
          <p:cNvSpPr/>
          <p:nvPr/>
        </p:nvSpPr>
        <p:spPr>
          <a:xfrm>
            <a:off x="4563120" y="1474904"/>
            <a:ext cx="2476872" cy="146979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SAP S4 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AIF (myMall)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FLP</a:t>
            </a:r>
          </a:p>
          <a:p>
            <a:pPr marL="357188" indent="-260350" algn="l">
              <a:buFontTx/>
              <a:buChar char="-"/>
            </a:pPr>
            <a:r>
              <a:rPr lang="de-DE" sz="1400" dirty="0"/>
              <a:t>PR / PO / GR (System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records</a:t>
            </a:r>
            <a:r>
              <a:rPr lang="de-DE" sz="1400" dirty="0"/>
              <a:t>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9CB919-97CE-3771-1A44-8F9D596EF70B}"/>
              </a:ext>
            </a:extLst>
          </p:cNvPr>
          <p:cNvSpPr/>
          <p:nvPr/>
        </p:nvSpPr>
        <p:spPr>
          <a:xfrm>
            <a:off x="8851037" y="2130863"/>
            <a:ext cx="1935332" cy="101205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SAT</a:t>
            </a:r>
            <a:endParaRPr lang="de-DE" sz="1400" b="1" dirty="0"/>
          </a:p>
          <a:p>
            <a:pPr algn="ctr"/>
            <a:r>
              <a:rPr lang="de-DE" sz="1400" dirty="0" err="1"/>
              <a:t>Approver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08090F1-4A31-89EF-B462-5E842216BFA3}"/>
              </a:ext>
            </a:extLst>
          </p:cNvPr>
          <p:cNvSpPr/>
          <p:nvPr/>
        </p:nvSpPr>
        <p:spPr>
          <a:xfrm>
            <a:off x="8837322" y="3733274"/>
            <a:ext cx="1935332" cy="11959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SCM STAR</a:t>
            </a:r>
          </a:p>
          <a:p>
            <a:pPr algn="ctr"/>
            <a:r>
              <a:rPr lang="de-DE" sz="1400" dirty="0"/>
              <a:t>RFQ </a:t>
            </a:r>
            <a:r>
              <a:rPr lang="de-DE" sz="1400" dirty="0" err="1"/>
              <a:t>processing</a:t>
            </a:r>
            <a:endParaRPr lang="de-DE" sz="1400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46BADE9-D0C3-4F6D-CF35-08D5A2257239}"/>
              </a:ext>
            </a:extLst>
          </p:cNvPr>
          <p:cNvSpPr/>
          <p:nvPr/>
        </p:nvSpPr>
        <p:spPr>
          <a:xfrm>
            <a:off x="4545539" y="3733275"/>
            <a:ext cx="2494453" cy="119596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SAP BTP 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PA </a:t>
            </a:r>
            <a:r>
              <a:rPr lang="de-DE" sz="1400" dirty="0" err="1"/>
              <a:t>forms</a:t>
            </a:r>
            <a:r>
              <a:rPr lang="de-DE" sz="1400" dirty="0"/>
              <a:t>**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FLP</a:t>
            </a:r>
          </a:p>
          <a:p>
            <a:pPr marL="357188" indent="-217488" algn="l">
              <a:buFontTx/>
              <a:buChar char="-"/>
            </a:pPr>
            <a:r>
              <a:rPr lang="de-DE" sz="1400" dirty="0"/>
              <a:t>Apps (PO Change)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47B06B4-6D94-6C82-5548-D0DA6C6925BA}"/>
              </a:ext>
            </a:extLst>
          </p:cNvPr>
          <p:cNvSpPr/>
          <p:nvPr/>
        </p:nvSpPr>
        <p:spPr>
          <a:xfrm>
            <a:off x="603854" y="1713577"/>
            <a:ext cx="1935332" cy="123112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 sz="1600" b="1" dirty="0"/>
              <a:t>myMall</a:t>
            </a:r>
          </a:p>
          <a:p>
            <a:pPr marL="357188" indent="-217488" algn="l">
              <a:buFontTx/>
              <a:buChar char="-"/>
            </a:pPr>
            <a:r>
              <a:rPr lang="de-DE" sz="1400" dirty="0" err="1"/>
              <a:t>Catalogs</a:t>
            </a:r>
            <a:endParaRPr lang="de-DE" sz="1400" dirty="0"/>
          </a:p>
          <a:p>
            <a:pPr marL="357188" indent="-217488" algn="l">
              <a:buFontTx/>
              <a:buChar char="-"/>
            </a:pPr>
            <a:r>
              <a:rPr lang="de-DE" sz="1400" dirty="0"/>
              <a:t>Shopping </a:t>
            </a:r>
            <a:r>
              <a:rPr lang="de-DE" sz="1400" dirty="0" err="1"/>
              <a:t>Cart</a:t>
            </a:r>
            <a:endParaRPr lang="de-DE" sz="1400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12FA145-A31D-EE2A-0E95-15B48350FC08}"/>
              </a:ext>
            </a:extLst>
          </p:cNvPr>
          <p:cNvCxnSpPr/>
          <p:nvPr/>
        </p:nvCxnSpPr>
        <p:spPr>
          <a:xfrm>
            <a:off x="2539186" y="2057593"/>
            <a:ext cx="2023934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47F05FA4-6C49-B729-F65C-ED6EB9E0ADFF}"/>
              </a:ext>
            </a:extLst>
          </p:cNvPr>
          <p:cNvSpPr txBox="1"/>
          <p:nvPr/>
        </p:nvSpPr>
        <p:spPr>
          <a:xfrm>
            <a:off x="2858137" y="1791476"/>
            <a:ext cx="1606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 </a:t>
            </a:r>
            <a:r>
              <a:rPr lang="de-DE" sz="1400" dirty="0" err="1"/>
              <a:t>creation</a:t>
            </a:r>
            <a:endParaRPr lang="de-DE" sz="1400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C1983F1-F54F-7700-B8D1-D537D7840FB0}"/>
              </a:ext>
            </a:extLst>
          </p:cNvPr>
          <p:cNvCxnSpPr>
            <a:cxnSpLocks/>
          </p:cNvCxnSpPr>
          <p:nvPr/>
        </p:nvCxnSpPr>
        <p:spPr>
          <a:xfrm flipH="1">
            <a:off x="2539186" y="2712998"/>
            <a:ext cx="2006353" cy="0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9894AF1F-6F3F-AFCC-CD34-625B3037618A}"/>
              </a:ext>
            </a:extLst>
          </p:cNvPr>
          <p:cNvSpPr txBox="1"/>
          <p:nvPr/>
        </p:nvSpPr>
        <p:spPr>
          <a:xfrm>
            <a:off x="2858137" y="2763672"/>
            <a:ext cx="16068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PR, PO, GR </a:t>
            </a:r>
            <a:r>
              <a:rPr lang="de-DE" sz="1400" dirty="0" err="1"/>
              <a:t>feedback</a:t>
            </a:r>
            <a:endParaRPr lang="de-DE" sz="1400" dirty="0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ED3931B-E0C1-8929-EE29-DA81C9739A60}"/>
              </a:ext>
            </a:extLst>
          </p:cNvPr>
          <p:cNvCxnSpPr>
            <a:cxnSpLocks/>
          </p:cNvCxnSpPr>
          <p:nvPr/>
        </p:nvCxnSpPr>
        <p:spPr>
          <a:xfrm>
            <a:off x="5113538" y="2955608"/>
            <a:ext cx="0" cy="777666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C94353B5-3224-74DC-BC8D-83E98BB4F166}"/>
              </a:ext>
            </a:extLst>
          </p:cNvPr>
          <p:cNvSpPr txBox="1"/>
          <p:nvPr/>
        </p:nvSpPr>
        <p:spPr>
          <a:xfrm>
            <a:off x="4366474" y="3155415"/>
            <a:ext cx="9533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/>
              <a:t>PR / PO </a:t>
            </a:r>
            <a:br>
              <a:rPr lang="de-DE" sz="1400" dirty="0"/>
            </a:br>
            <a:r>
              <a:rPr lang="de-DE" sz="1400" dirty="0" err="1"/>
              <a:t>events</a:t>
            </a:r>
            <a:endParaRPr lang="de-DE" sz="14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27206BF-E242-22AC-4C2B-559073406EBD}"/>
              </a:ext>
            </a:extLst>
          </p:cNvPr>
          <p:cNvSpPr txBox="1"/>
          <p:nvPr/>
        </p:nvSpPr>
        <p:spPr>
          <a:xfrm>
            <a:off x="6304572" y="3157614"/>
            <a:ext cx="9533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Various</a:t>
            </a:r>
            <a:r>
              <a:rPr lang="de-DE" sz="1400" dirty="0"/>
              <a:t> APIs*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338811A1-CB3B-1AFA-A8C8-61DCD7D3EE48}"/>
              </a:ext>
            </a:extLst>
          </p:cNvPr>
          <p:cNvCxnSpPr>
            <a:cxnSpLocks/>
          </p:cNvCxnSpPr>
          <p:nvPr/>
        </p:nvCxnSpPr>
        <p:spPr>
          <a:xfrm flipV="1">
            <a:off x="7032863" y="2586588"/>
            <a:ext cx="1804460" cy="150916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2B3515C0-0C8A-41AD-2C84-E44243676E8F}"/>
              </a:ext>
            </a:extLst>
          </p:cNvPr>
          <p:cNvSpPr txBox="1"/>
          <p:nvPr/>
        </p:nvSpPr>
        <p:spPr>
          <a:xfrm>
            <a:off x="7674689" y="2350689"/>
            <a:ext cx="1606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Get</a:t>
            </a:r>
            <a:r>
              <a:rPr lang="de-DE" sz="1400" dirty="0"/>
              <a:t> SAT GIDs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0CB2987-A58A-BFA0-6E4E-4E4E53F98CB0}"/>
              </a:ext>
            </a:extLst>
          </p:cNvPr>
          <p:cNvCxnSpPr>
            <a:cxnSpLocks/>
          </p:cNvCxnSpPr>
          <p:nvPr/>
        </p:nvCxnSpPr>
        <p:spPr>
          <a:xfrm>
            <a:off x="7039992" y="4472403"/>
            <a:ext cx="179733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27FFB60F-D85B-4F66-55D7-A3273B7E1B6D}"/>
              </a:ext>
            </a:extLst>
          </p:cNvPr>
          <p:cNvSpPr txBox="1"/>
          <p:nvPr/>
        </p:nvSpPr>
        <p:spPr>
          <a:xfrm>
            <a:off x="7229353" y="4556127"/>
            <a:ext cx="173066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1400" dirty="0" err="1"/>
              <a:t>Initiate</a:t>
            </a:r>
            <a:r>
              <a:rPr lang="de-DE" sz="1400" dirty="0"/>
              <a:t> RFQ</a:t>
            </a:r>
          </a:p>
          <a:p>
            <a:pPr algn="l"/>
            <a:r>
              <a:rPr lang="de-DE" sz="1400" dirty="0" err="1"/>
              <a:t>Get</a:t>
            </a:r>
            <a:r>
              <a:rPr lang="de-DE" sz="1400" dirty="0"/>
              <a:t> RFQ </a:t>
            </a:r>
            <a:r>
              <a:rPr lang="de-DE" sz="1400" dirty="0" err="1"/>
              <a:t>results</a:t>
            </a:r>
            <a:endParaRPr lang="de-DE" sz="14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B8CE64C9-95FE-8E35-1DE4-772531EE82CA}"/>
              </a:ext>
            </a:extLst>
          </p:cNvPr>
          <p:cNvSpPr txBox="1"/>
          <p:nvPr/>
        </p:nvSpPr>
        <p:spPr>
          <a:xfrm>
            <a:off x="523551" y="5587102"/>
            <a:ext cx="1114489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tabLst>
                <a:tab pos="352425" algn="l"/>
              </a:tabLst>
            </a:pPr>
            <a:r>
              <a:rPr lang="de-DE" sz="1400" dirty="0"/>
              <a:t>*) 	PR </a:t>
            </a:r>
            <a:r>
              <a:rPr lang="de-DE" sz="1400" dirty="0" err="1"/>
              <a:t>change</a:t>
            </a:r>
            <a:r>
              <a:rPr lang="de-DE" sz="1400" dirty="0"/>
              <a:t>, PR release, PO </a:t>
            </a:r>
            <a:r>
              <a:rPr lang="de-DE" sz="1400" dirty="0" err="1"/>
              <a:t>creation</a:t>
            </a:r>
            <a:r>
              <a:rPr lang="de-DE" sz="1400" dirty="0"/>
              <a:t>, PO </a:t>
            </a:r>
            <a:r>
              <a:rPr lang="de-DE" sz="1400" dirty="0" err="1"/>
              <a:t>change</a:t>
            </a:r>
            <a:r>
              <a:rPr lang="de-DE" sz="1400" dirty="0"/>
              <a:t>, PO release, Asset </a:t>
            </a:r>
            <a:r>
              <a:rPr lang="de-DE" sz="1400" dirty="0" err="1"/>
              <a:t>creation</a:t>
            </a:r>
            <a:r>
              <a:rPr lang="de-DE" sz="1400" dirty="0"/>
              <a:t>, GET </a:t>
            </a:r>
            <a:r>
              <a:rPr lang="de-DE" sz="1400" dirty="0" err="1"/>
              <a:t>calls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supplier, </a:t>
            </a:r>
            <a:r>
              <a:rPr lang="de-DE" sz="1400" dirty="0" err="1"/>
              <a:t>value</a:t>
            </a:r>
            <a:r>
              <a:rPr lang="de-DE" sz="1400" dirty="0"/>
              <a:t> </a:t>
            </a:r>
            <a:r>
              <a:rPr lang="de-DE" sz="1400" dirty="0" err="1"/>
              <a:t>helps</a:t>
            </a:r>
            <a:r>
              <a:rPr lang="de-DE" sz="1400" dirty="0"/>
              <a:t>, </a:t>
            </a:r>
            <a:br>
              <a:rPr lang="de-DE" sz="1400" dirty="0"/>
            </a:br>
            <a:r>
              <a:rPr lang="de-DE" sz="1400" dirty="0"/>
              <a:t>    	</a:t>
            </a:r>
            <a:r>
              <a:rPr lang="de-DE" sz="1400" dirty="0" err="1"/>
              <a:t>user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, etc. </a:t>
            </a:r>
          </a:p>
          <a:p>
            <a:pPr algn="l">
              <a:tabLst>
                <a:tab pos="352425" algn="l"/>
              </a:tabLst>
            </a:pPr>
            <a:r>
              <a:rPr lang="de-DE" sz="1400" dirty="0"/>
              <a:t>**) 	</a:t>
            </a:r>
            <a:r>
              <a:rPr lang="de-DE" sz="1400" dirty="0" err="1"/>
              <a:t>Requester</a:t>
            </a:r>
            <a:r>
              <a:rPr lang="de-DE" sz="1400" dirty="0"/>
              <a:t> </a:t>
            </a:r>
            <a:r>
              <a:rPr lang="de-DE" sz="1400" dirty="0" err="1"/>
              <a:t>completion</a:t>
            </a:r>
            <a:r>
              <a:rPr lang="de-DE" sz="1400" dirty="0"/>
              <a:t>, Supplier </a:t>
            </a:r>
            <a:r>
              <a:rPr lang="de-DE" sz="1400" dirty="0" err="1"/>
              <a:t>selection</a:t>
            </a:r>
            <a:r>
              <a:rPr lang="de-DE" sz="1400" dirty="0"/>
              <a:t>, </a:t>
            </a:r>
            <a:r>
              <a:rPr lang="de-DE" sz="1400" dirty="0" err="1"/>
              <a:t>Purchaser</a:t>
            </a:r>
            <a:r>
              <a:rPr lang="de-DE" sz="1400" dirty="0"/>
              <a:t>, Asset Expert, </a:t>
            </a:r>
            <a:r>
              <a:rPr lang="de-DE" sz="1400" dirty="0" err="1"/>
              <a:t>Func</a:t>
            </a:r>
            <a:r>
              <a:rPr lang="de-DE" sz="1400" dirty="0"/>
              <a:t>/</a:t>
            </a:r>
            <a:r>
              <a:rPr lang="de-DE" sz="1400" dirty="0" err="1"/>
              <a:t>Comm</a:t>
            </a:r>
            <a:r>
              <a:rPr lang="de-DE" sz="1400" dirty="0"/>
              <a:t> </a:t>
            </a:r>
            <a:r>
              <a:rPr lang="de-DE" sz="1400" dirty="0" err="1"/>
              <a:t>approver</a:t>
            </a:r>
            <a:r>
              <a:rPr lang="de-DE" sz="1400" dirty="0"/>
              <a:t>, Support</a:t>
            </a:r>
          </a:p>
        </p:txBody>
      </p:sp>
      <p:cxnSp>
        <p:nvCxnSpPr>
          <p:cNvPr id="19" name="Gerade Verbindung mit Pfeil 32">
            <a:extLst>
              <a:ext uri="{FF2B5EF4-FFF2-40B4-BE49-F238E27FC236}">
                <a16:creationId xmlns:a16="http://schemas.microsoft.com/office/drawing/2014/main" id="{E8A92DB4-537C-7766-EF9D-2BA013E60053}"/>
              </a:ext>
            </a:extLst>
          </p:cNvPr>
          <p:cNvCxnSpPr>
            <a:cxnSpLocks/>
          </p:cNvCxnSpPr>
          <p:nvPr/>
        </p:nvCxnSpPr>
        <p:spPr>
          <a:xfrm flipV="1">
            <a:off x="6215964" y="2944698"/>
            <a:ext cx="0" cy="788576"/>
          </a:xfrm>
          <a:prstGeom prst="straightConnector1">
            <a:avLst/>
          </a:prstGeom>
          <a:ln w="3810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0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F48-FF97-7F1E-22FB-B46536BF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OCI Punchout Process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98CAE-D3CB-694B-26B6-8D10B5DA4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CCC41-E49F-969F-A018-F29AC615C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946133B-461A-841D-7323-F50EA8FF31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0949180"/>
              </p:ext>
            </p:extLst>
          </p:nvPr>
        </p:nvGraphicFramePr>
        <p:xfrm>
          <a:off x="1739485" y="2142628"/>
          <a:ext cx="8033165" cy="2909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187285-E5F5-919B-9139-3F5E2AFCB4C4}"/>
              </a:ext>
            </a:extLst>
          </p:cNvPr>
          <p:cNvSpPr txBox="1"/>
          <p:nvPr/>
        </p:nvSpPr>
        <p:spPr>
          <a:xfrm>
            <a:off x="615535" y="1251814"/>
            <a:ext cx="994867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Requester can create the PR in S4 by using the OCI catalog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myMall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from SAP S4 HANA system. </a:t>
            </a:r>
            <a:endParaRPr lang="en-DE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/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206934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1079-918F-E311-350C-EC5FA3BC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OCI Process Steps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68CDD-E590-5692-E04E-E7B51AB09E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5CA2D-1F6E-A012-9A2A-8A08DDC3A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D901A02-1699-9CC1-E78B-281C14189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59" y="1481723"/>
            <a:ext cx="9462753" cy="1972419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6FA769F-01E8-6AD8-1F7E-77E232AAC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59" y="4005623"/>
            <a:ext cx="5808897" cy="164461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B3B8E48-EC5C-0136-1574-2BD866E45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617" y="4005623"/>
            <a:ext cx="3327295" cy="16446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ABDB58-DDB4-592E-A464-7D2F9EE41A82}"/>
              </a:ext>
            </a:extLst>
          </p:cNvPr>
          <p:cNvSpPr txBox="1"/>
          <p:nvPr/>
        </p:nvSpPr>
        <p:spPr>
          <a:xfrm>
            <a:off x="2338691" y="2076743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2386B1-0421-1CEE-1BF8-246578E8D7E9}"/>
              </a:ext>
            </a:extLst>
          </p:cNvPr>
          <p:cNvSpPr txBox="1"/>
          <p:nvPr/>
        </p:nvSpPr>
        <p:spPr>
          <a:xfrm>
            <a:off x="7482191" y="5237777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5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626917-7B8A-62DD-4056-07459EF7B8E6}"/>
              </a:ext>
            </a:extLst>
          </p:cNvPr>
          <p:cNvSpPr txBox="1"/>
          <p:nvPr/>
        </p:nvSpPr>
        <p:spPr>
          <a:xfrm>
            <a:off x="5463960" y="5237777"/>
            <a:ext cx="203200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8D7CB3-5274-9D0B-6A11-D8A8E14B891F}"/>
              </a:ext>
            </a:extLst>
          </p:cNvPr>
          <p:cNvSpPr txBox="1"/>
          <p:nvPr/>
        </p:nvSpPr>
        <p:spPr>
          <a:xfrm>
            <a:off x="5988050" y="4692651"/>
            <a:ext cx="234950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A4076A-4FA4-27BA-7FE8-ED39C361DA73}"/>
              </a:ext>
            </a:extLst>
          </p:cNvPr>
          <p:cNvSpPr txBox="1"/>
          <p:nvPr/>
        </p:nvSpPr>
        <p:spPr>
          <a:xfrm>
            <a:off x="9298291" y="3068059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246959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F747-785F-0729-63FA-1D1810EE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231D4-96DD-4904-1959-3B56ACFF43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E6E6F-476A-D263-8EDF-AC0F52E897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C4F2A-EDDA-AE58-1F8B-CEFE8D63B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78" y="1562303"/>
            <a:ext cx="8197748" cy="37333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00E134-5081-90E3-2864-6E6A4B976E42}"/>
              </a:ext>
            </a:extLst>
          </p:cNvPr>
          <p:cNvSpPr txBox="1"/>
          <p:nvPr/>
        </p:nvSpPr>
        <p:spPr>
          <a:xfrm>
            <a:off x="8811357" y="1559141"/>
            <a:ext cx="29260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Go to manage Purchase Requisition Professional </a:t>
            </a:r>
            <a:r>
              <a:rPr lang="en-US" dirty="0" err="1"/>
              <a:t>fiori</a:t>
            </a:r>
            <a:r>
              <a:rPr lang="en-US" dirty="0"/>
              <a:t> app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Click on create.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Click on create at line-item level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Select Items from  external catalogs.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Choose relevant </a:t>
            </a:r>
            <a:r>
              <a:rPr lang="en-US" dirty="0" err="1"/>
              <a:t>myMall</a:t>
            </a:r>
            <a:r>
              <a:rPr lang="en-US" dirty="0"/>
              <a:t> webservice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Choose the item from available catalog items.</a:t>
            </a:r>
            <a:endParaRPr lang="en-DE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Finalize shopping basket</a:t>
            </a:r>
            <a:endParaRPr lang="en-DE" dirty="0"/>
          </a:p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2174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BB1A-4F6C-21A4-585D-305A714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Steps Continue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E3029-09BF-EE25-183B-89F1A8D5E5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1FAEE-5FF2-2157-4E9F-76BFAAC1D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Picture 8" descr="A screenshot of a web page&#10;&#10;Description automatically generated">
            <a:extLst>
              <a:ext uri="{FF2B5EF4-FFF2-40B4-BE49-F238E27FC236}">
                <a16:creationId xmlns:a16="http://schemas.microsoft.com/office/drawing/2014/main" id="{CA247965-6AA7-CDAB-4968-4A3B8D7C1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977" y="2400403"/>
            <a:ext cx="3166257" cy="2050287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E60E267-EB35-9116-8DB4-DA2A3951E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39" y="1860905"/>
            <a:ext cx="3211554" cy="2031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794D1D-EA53-19F9-09CA-4E14BB9BE378}"/>
              </a:ext>
            </a:extLst>
          </p:cNvPr>
          <p:cNvSpPr txBox="1"/>
          <p:nvPr/>
        </p:nvSpPr>
        <p:spPr>
          <a:xfrm>
            <a:off x="6478891" y="2442446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7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E25DC6-E3CD-CF0A-6F7F-65DC52962A7B}"/>
              </a:ext>
            </a:extLst>
          </p:cNvPr>
          <p:cNvSpPr txBox="1"/>
          <p:nvPr/>
        </p:nvSpPr>
        <p:spPr>
          <a:xfrm>
            <a:off x="2196705" y="3479800"/>
            <a:ext cx="283859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6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DE" dirty="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076B3-2E0E-0821-21DC-8624FCD55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389" y="2719445"/>
            <a:ext cx="4506011" cy="35530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8D4C5AA-1AF9-BDB2-9C21-C2EDB20897CE}"/>
              </a:ext>
            </a:extLst>
          </p:cNvPr>
          <p:cNvSpPr/>
          <p:nvPr/>
        </p:nvSpPr>
        <p:spPr>
          <a:xfrm>
            <a:off x="4084773" y="4028440"/>
            <a:ext cx="571500" cy="298450"/>
          </a:xfrm>
          <a:prstGeom prst="rect">
            <a:avLst/>
          </a:prstGeom>
          <a:noFill/>
          <a:ln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79BB85-92D3-6FAD-1F92-9CAB558808CF}"/>
              </a:ext>
            </a:extLst>
          </p:cNvPr>
          <p:cNvCxnSpPr>
            <a:cxnSpLocks/>
          </p:cNvCxnSpPr>
          <p:nvPr/>
        </p:nvCxnSpPr>
        <p:spPr>
          <a:xfrm flipV="1">
            <a:off x="4656273" y="2719445"/>
            <a:ext cx="2547116" cy="1308995"/>
          </a:xfrm>
          <a:prstGeom prst="line">
            <a:avLst/>
          </a:prstGeom>
          <a:ln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0D86C7-7CB8-CC95-EA89-33A82D1300BB}"/>
              </a:ext>
            </a:extLst>
          </p:cNvPr>
          <p:cNvCxnSpPr>
            <a:cxnSpLocks/>
          </p:cNvCxnSpPr>
          <p:nvPr/>
        </p:nvCxnSpPr>
        <p:spPr>
          <a:xfrm>
            <a:off x="4656273" y="4312644"/>
            <a:ext cx="2547116" cy="1959834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200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634A-6D42-7B98-F386-EDF19892B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S4 Item Details after punchout</a:t>
            </a: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59D58-5220-E278-CFA7-9171A6DCB7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69AC3-F13C-953E-4EF0-3B95EC7404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FB9E0-4F8E-0DC3-0288-9730178BE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46" y="1032989"/>
            <a:ext cx="9515028" cy="4082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34A07F-5C75-EEBC-5397-6767C84F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38" y="5246289"/>
            <a:ext cx="9531536" cy="84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14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24F6-E315-2CB9-85A7-934B8F61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myMall</a:t>
            </a:r>
            <a:r>
              <a:rPr lang="en-US" dirty="0"/>
              <a:t> and S4 fields</a:t>
            </a:r>
            <a:br>
              <a:rPr lang="en-US" dirty="0"/>
            </a:br>
            <a:br>
              <a:rPr lang="en-US" dirty="0"/>
            </a:br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B6A6E-47E5-BA0C-CD04-70E8CC2F70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CA99B-D5CC-87B1-EAED-A3122D2BDF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1D2FAA-46C2-6208-A2B8-CBE8A0600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947233"/>
              </p:ext>
            </p:extLst>
          </p:nvPr>
        </p:nvGraphicFramePr>
        <p:xfrm>
          <a:off x="553822" y="1054800"/>
          <a:ext cx="9913140" cy="482736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416075">
                  <a:extLst>
                    <a:ext uri="{9D8B030D-6E8A-4147-A177-3AD203B41FA5}">
                      <a16:colId xmlns:a16="http://schemas.microsoft.com/office/drawing/2014/main" val="2008486854"/>
                    </a:ext>
                  </a:extLst>
                </a:gridCol>
                <a:gridCol w="3183131">
                  <a:extLst>
                    <a:ext uri="{9D8B030D-6E8A-4147-A177-3AD203B41FA5}">
                      <a16:colId xmlns:a16="http://schemas.microsoft.com/office/drawing/2014/main" val="964560068"/>
                    </a:ext>
                  </a:extLst>
                </a:gridCol>
                <a:gridCol w="1863857">
                  <a:extLst>
                    <a:ext uri="{9D8B030D-6E8A-4147-A177-3AD203B41FA5}">
                      <a16:colId xmlns:a16="http://schemas.microsoft.com/office/drawing/2014/main" val="2102560272"/>
                    </a:ext>
                  </a:extLst>
                </a:gridCol>
                <a:gridCol w="3450077">
                  <a:extLst>
                    <a:ext uri="{9D8B030D-6E8A-4147-A177-3AD203B41FA5}">
                      <a16:colId xmlns:a16="http://schemas.microsoft.com/office/drawing/2014/main" val="1132900224"/>
                    </a:ext>
                  </a:extLst>
                </a:gridCol>
              </a:tblGrid>
              <a:tr h="291002">
                <a:tc>
                  <a:txBody>
                    <a:bodyPr/>
                    <a:lstStyle/>
                    <a:p>
                      <a:r>
                        <a:rPr lang="en-US" sz="700" dirty="0" err="1"/>
                        <a:t>myMall</a:t>
                      </a:r>
                      <a:r>
                        <a:rPr lang="en-US" sz="700" dirty="0"/>
                        <a:t> Fields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Name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S4 Fields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190717"/>
                  </a:ext>
                </a:extLst>
              </a:tr>
              <a:tr h="218072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 description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 Description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Mina pix Wave </a:t>
                      </a:r>
                      <a:r>
                        <a:rPr lang="en-US" sz="7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Albastru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198040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 note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Item Text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Mina pix Wave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974722"/>
                  </a:ext>
                </a:extLst>
              </a:tr>
              <a:tr h="289421"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 group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 group</a:t>
                      </a:r>
                      <a:endParaRPr lang="en-DE" sz="700" dirty="0"/>
                    </a:p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405060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Quantity / unit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Price Unit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335922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 price / currency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Valuation Price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444604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Manufacturer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673027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Manufacturer article no.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687354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Fixed Supplier 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Business Partner number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90976"/>
                  </a:ext>
                </a:extLst>
              </a:tr>
              <a:tr h="289421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 article no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 Material Number</a:t>
                      </a:r>
                      <a:endParaRPr lang="en-DE" sz="700" dirty="0"/>
                    </a:p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AUS-002295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1100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 time in days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Planned delivery time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360528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ECLASS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678996"/>
                  </a:ext>
                </a:extLst>
              </a:tr>
              <a:tr h="361599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Organization data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Catalog Item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494568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Requisition Date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2387194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 Date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30747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Goods Receipt is Expected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Yes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39635"/>
                  </a:ext>
                </a:extLst>
              </a:tr>
              <a:tr h="278924"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Non-valuated Goods Receipt is Expected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No</a:t>
                      </a:r>
                      <a:endParaRPr lang="en-DE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421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316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27FC-A15F-CAE2-6013-FD06B6D1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C46DF39B-EFC4-4DEC-0B2C-9E737354E0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C46DF39B-EFC4-4DEC-0B2C-9E737354E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C2D9E9B-7732-FEB0-26A7-7413B811E3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52501" y="6337384"/>
            <a:ext cx="8762454" cy="48425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A3B756E-65D6-8DB0-C482-156808C2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570202" cy="575700"/>
          </a:xfrm>
        </p:spPr>
        <p:txBody>
          <a:bodyPr vert="horz"/>
          <a:lstStyle/>
          <a:p>
            <a:r>
              <a:rPr lang="de-DE"/>
              <a:t>Procure-2-Receipt (P2R) | </a:t>
            </a:r>
            <a:r>
              <a:rPr lang="de-DE" err="1">
                <a:solidFill>
                  <a:schemeClr val="accent2"/>
                </a:solidFill>
              </a:rPr>
              <a:t>Indirect</a:t>
            </a:r>
            <a:br>
              <a:rPr lang="de-DE"/>
            </a:br>
            <a:r>
              <a:rPr lang="en-US" b="0"/>
              <a:t>PR/PO Release Strategy – Interaction between BTP-PA and S4</a:t>
            </a:r>
            <a:endParaRPr lang="de-DE" b="0"/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180D4563-3C72-3327-8DCC-152A0BF08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EDBF21E-7437-23C5-5476-652DADFB8614}"/>
              </a:ext>
            </a:extLst>
          </p:cNvPr>
          <p:cNvSpPr txBox="1"/>
          <p:nvPr/>
        </p:nvSpPr>
        <p:spPr>
          <a:xfrm>
            <a:off x="443882" y="5015037"/>
            <a:ext cx="11345663" cy="13223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Use </a:t>
            </a:r>
            <a:r>
              <a:rPr lang="de-DE" err="1"/>
              <a:t>full</a:t>
            </a:r>
            <a:r>
              <a:rPr lang="de-DE"/>
              <a:t> </a:t>
            </a:r>
            <a:r>
              <a:rPr lang="de-DE" err="1"/>
              <a:t>flexibility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BTP-PA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define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kind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workflows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on S4 </a:t>
            </a:r>
            <a:r>
              <a:rPr lang="de-DE" err="1"/>
              <a:t>documents</a:t>
            </a:r>
            <a:r>
              <a:rPr lang="de-DE"/>
              <a:t> PR and PO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S4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customized</a:t>
            </a:r>
            <a:r>
              <a:rPr lang="de-DE"/>
              <a:t> </a:t>
            </a:r>
            <a:r>
              <a:rPr lang="de-DE" err="1"/>
              <a:t>within</a:t>
            </a:r>
            <a:r>
              <a:rPr lang="de-DE"/>
              <a:t> SAP </a:t>
            </a:r>
            <a:r>
              <a:rPr lang="de-DE" err="1"/>
              <a:t>standard</a:t>
            </a:r>
            <a:r>
              <a:rPr lang="de-DE"/>
              <a:t> and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start</a:t>
            </a:r>
            <a:r>
              <a:rPr lang="de-DE"/>
              <a:t> and end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workflow</a:t>
            </a:r>
            <a:r>
              <a:rPr lang="de-DE"/>
              <a:t> </a:t>
            </a:r>
            <a:r>
              <a:rPr lang="de-DE" err="1"/>
              <a:t>represented</a:t>
            </a:r>
            <a:r>
              <a:rPr lang="de-DE"/>
              <a:t> in Release </a:t>
            </a:r>
            <a:r>
              <a:rPr lang="de-DE" err="1"/>
              <a:t>Strategy</a:t>
            </a:r>
            <a:endParaRPr lang="de-DE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/>
              <a:t>Users will not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impacted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because</a:t>
            </a:r>
            <a:r>
              <a:rPr lang="de-DE"/>
              <a:t> release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controlled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BTP-PA in </a:t>
            </a:r>
            <a:r>
              <a:rPr lang="de-DE" err="1"/>
              <a:t>background</a:t>
            </a:r>
            <a:endParaRPr lang="de-DE"/>
          </a:p>
        </p:txBody>
      </p:sp>
      <p:grpSp>
        <p:nvGrpSpPr>
          <p:cNvPr id="5" name="SAGD, Siemens, check, haken, termin, date, Kalender, calender">
            <a:extLst>
              <a:ext uri="{FF2B5EF4-FFF2-40B4-BE49-F238E27FC236}">
                <a16:creationId xmlns:a16="http://schemas.microsoft.com/office/drawing/2014/main" id="{D177C89F-5970-56DD-7A51-7B0894360D32}"/>
              </a:ext>
            </a:extLst>
          </p:cNvPr>
          <p:cNvGrpSpPr/>
          <p:nvPr/>
        </p:nvGrpSpPr>
        <p:grpSpPr>
          <a:xfrm>
            <a:off x="10713235" y="3960388"/>
            <a:ext cx="667939" cy="608793"/>
            <a:chOff x="4737100" y="7678738"/>
            <a:chExt cx="755650" cy="671512"/>
          </a:xfrm>
          <a:solidFill>
            <a:schemeClr val="accent1"/>
          </a:solidFill>
        </p:grpSpPr>
        <p:sp>
          <p:nvSpPr>
            <p:cNvPr id="7" name="Freeform 104">
              <a:extLst>
                <a:ext uri="{FF2B5EF4-FFF2-40B4-BE49-F238E27FC236}">
                  <a16:creationId xmlns:a16="http://schemas.microsoft.com/office/drawing/2014/main" id="{57E9B73C-A3F2-4E71-4C5D-FA4C7578C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100" y="7678738"/>
              <a:ext cx="755650" cy="161925"/>
            </a:xfrm>
            <a:custGeom>
              <a:avLst/>
              <a:gdLst>
                <a:gd name="T0" fmla="*/ 476 w 476"/>
                <a:gd name="T1" fmla="*/ 38 h 102"/>
                <a:gd name="T2" fmla="*/ 476 w 476"/>
                <a:gd name="T3" fmla="*/ 102 h 102"/>
                <a:gd name="T4" fmla="*/ 0 w 476"/>
                <a:gd name="T5" fmla="*/ 102 h 102"/>
                <a:gd name="T6" fmla="*/ 0 w 476"/>
                <a:gd name="T7" fmla="*/ 38 h 102"/>
                <a:gd name="T8" fmla="*/ 77 w 476"/>
                <a:gd name="T9" fmla="*/ 38 h 102"/>
                <a:gd name="T10" fmla="*/ 77 w 476"/>
                <a:gd name="T11" fmla="*/ 0 h 102"/>
                <a:gd name="T12" fmla="*/ 116 w 476"/>
                <a:gd name="T13" fmla="*/ 0 h 102"/>
                <a:gd name="T14" fmla="*/ 116 w 476"/>
                <a:gd name="T15" fmla="*/ 38 h 102"/>
                <a:gd name="T16" fmla="*/ 360 w 476"/>
                <a:gd name="T17" fmla="*/ 38 h 102"/>
                <a:gd name="T18" fmla="*/ 360 w 476"/>
                <a:gd name="T19" fmla="*/ 0 h 102"/>
                <a:gd name="T20" fmla="*/ 399 w 476"/>
                <a:gd name="T21" fmla="*/ 0 h 102"/>
                <a:gd name="T22" fmla="*/ 399 w 476"/>
                <a:gd name="T23" fmla="*/ 38 h 102"/>
                <a:gd name="T24" fmla="*/ 476 w 476"/>
                <a:gd name="T25" fmla="*/ 3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02">
                  <a:moveTo>
                    <a:pt x="476" y="38"/>
                  </a:moveTo>
                  <a:lnTo>
                    <a:pt x="476" y="102"/>
                  </a:lnTo>
                  <a:lnTo>
                    <a:pt x="0" y="102"/>
                  </a:lnTo>
                  <a:lnTo>
                    <a:pt x="0" y="38"/>
                  </a:lnTo>
                  <a:lnTo>
                    <a:pt x="77" y="38"/>
                  </a:lnTo>
                  <a:lnTo>
                    <a:pt x="77" y="0"/>
                  </a:lnTo>
                  <a:lnTo>
                    <a:pt x="116" y="0"/>
                  </a:lnTo>
                  <a:lnTo>
                    <a:pt x="116" y="38"/>
                  </a:lnTo>
                  <a:lnTo>
                    <a:pt x="360" y="38"/>
                  </a:lnTo>
                  <a:lnTo>
                    <a:pt x="360" y="0"/>
                  </a:lnTo>
                  <a:lnTo>
                    <a:pt x="399" y="0"/>
                  </a:lnTo>
                  <a:lnTo>
                    <a:pt x="399" y="38"/>
                  </a:lnTo>
                  <a:lnTo>
                    <a:pt x="476" y="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8" name="Freeform 105">
              <a:extLst>
                <a:ext uri="{FF2B5EF4-FFF2-40B4-BE49-F238E27FC236}">
                  <a16:creationId xmlns:a16="http://schemas.microsoft.com/office/drawing/2014/main" id="{0F6EB9CA-FACD-8957-0923-A3F6AF9C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9" name="Freeform 106">
              <a:extLst>
                <a:ext uri="{FF2B5EF4-FFF2-40B4-BE49-F238E27FC236}">
                  <a16:creationId xmlns:a16="http://schemas.microsoft.com/office/drawing/2014/main" id="{6ED7A193-E3AA-2978-8460-BD561EB24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7100" y="7881938"/>
              <a:ext cx="755650" cy="468312"/>
            </a:xfrm>
            <a:custGeom>
              <a:avLst/>
              <a:gdLst>
                <a:gd name="T0" fmla="*/ 0 w 476"/>
                <a:gd name="T1" fmla="*/ 0 h 295"/>
                <a:gd name="T2" fmla="*/ 0 w 476"/>
                <a:gd name="T3" fmla="*/ 295 h 295"/>
                <a:gd name="T4" fmla="*/ 476 w 476"/>
                <a:gd name="T5" fmla="*/ 295 h 295"/>
                <a:gd name="T6" fmla="*/ 476 w 476"/>
                <a:gd name="T7" fmla="*/ 0 h 295"/>
                <a:gd name="T8" fmla="*/ 0 w 476"/>
                <a:gd name="T9" fmla="*/ 0 h 295"/>
                <a:gd name="T10" fmla="*/ 450 w 476"/>
                <a:gd name="T11" fmla="*/ 270 h 295"/>
                <a:gd name="T12" fmla="*/ 26 w 476"/>
                <a:gd name="T13" fmla="*/ 270 h 295"/>
                <a:gd name="T14" fmla="*/ 26 w 476"/>
                <a:gd name="T15" fmla="*/ 26 h 295"/>
                <a:gd name="T16" fmla="*/ 450 w 476"/>
                <a:gd name="T17" fmla="*/ 26 h 295"/>
                <a:gd name="T18" fmla="*/ 450 w 476"/>
                <a:gd name="T19" fmla="*/ 27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6" h="295">
                  <a:moveTo>
                    <a:pt x="0" y="0"/>
                  </a:moveTo>
                  <a:lnTo>
                    <a:pt x="0" y="295"/>
                  </a:lnTo>
                  <a:lnTo>
                    <a:pt x="476" y="295"/>
                  </a:lnTo>
                  <a:lnTo>
                    <a:pt x="476" y="0"/>
                  </a:lnTo>
                  <a:lnTo>
                    <a:pt x="0" y="0"/>
                  </a:lnTo>
                  <a:close/>
                  <a:moveTo>
                    <a:pt x="450" y="270"/>
                  </a:moveTo>
                  <a:lnTo>
                    <a:pt x="26" y="270"/>
                  </a:lnTo>
                  <a:lnTo>
                    <a:pt x="26" y="26"/>
                  </a:lnTo>
                  <a:lnTo>
                    <a:pt x="450" y="26"/>
                  </a:lnTo>
                  <a:lnTo>
                    <a:pt x="450" y="2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1" name="Freeform 107">
              <a:extLst>
                <a:ext uri="{FF2B5EF4-FFF2-40B4-BE49-F238E27FC236}">
                  <a16:creationId xmlns:a16="http://schemas.microsoft.com/office/drawing/2014/main" id="{4063C52C-0FD4-AD03-45EC-01DD9868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  <p:sp>
          <p:nvSpPr>
            <p:cNvPr id="12" name="Freeform 108">
              <a:extLst>
                <a:ext uri="{FF2B5EF4-FFF2-40B4-BE49-F238E27FC236}">
                  <a16:creationId xmlns:a16="http://schemas.microsoft.com/office/drawing/2014/main" id="{C5361903-DD06-15C2-2B93-BC6EF7617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713" y="7983538"/>
              <a:ext cx="352425" cy="265112"/>
            </a:xfrm>
            <a:custGeom>
              <a:avLst/>
              <a:gdLst>
                <a:gd name="T0" fmla="*/ 222 w 222"/>
                <a:gd name="T1" fmla="*/ 23 h 167"/>
                <a:gd name="T2" fmla="*/ 77 w 222"/>
                <a:gd name="T3" fmla="*/ 167 h 167"/>
                <a:gd name="T4" fmla="*/ 0 w 222"/>
                <a:gd name="T5" fmla="*/ 90 h 167"/>
                <a:gd name="T6" fmla="*/ 23 w 222"/>
                <a:gd name="T7" fmla="*/ 67 h 167"/>
                <a:gd name="T8" fmla="*/ 73 w 222"/>
                <a:gd name="T9" fmla="*/ 110 h 167"/>
                <a:gd name="T10" fmla="*/ 198 w 222"/>
                <a:gd name="T11" fmla="*/ 0 h 167"/>
                <a:gd name="T12" fmla="*/ 222 w 222"/>
                <a:gd name="T13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2" h="167">
                  <a:moveTo>
                    <a:pt x="222" y="23"/>
                  </a:moveTo>
                  <a:lnTo>
                    <a:pt x="77" y="167"/>
                  </a:lnTo>
                  <a:lnTo>
                    <a:pt x="0" y="90"/>
                  </a:lnTo>
                  <a:lnTo>
                    <a:pt x="23" y="67"/>
                  </a:lnTo>
                  <a:lnTo>
                    <a:pt x="73" y="110"/>
                  </a:lnTo>
                  <a:lnTo>
                    <a:pt x="198" y="0"/>
                  </a:lnTo>
                  <a:lnTo>
                    <a:pt x="222" y="2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de-DE" sz="1799"/>
            </a:p>
          </p:txBody>
        </p:sp>
      </p:grp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2B694DC-9E81-7B54-08ED-8194C39B886D}"/>
              </a:ext>
            </a:extLst>
          </p:cNvPr>
          <p:cNvSpPr/>
          <p:nvPr/>
        </p:nvSpPr>
        <p:spPr>
          <a:xfrm>
            <a:off x="1147126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1 (</a:t>
            </a:r>
            <a:r>
              <a:rPr lang="de-DE" sz="1600" err="1"/>
              <a:t>Purchaser</a:t>
            </a:r>
            <a:r>
              <a:rPr lang="de-DE" sz="1600"/>
              <a:t>)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13360AC-4C1D-1A48-4114-A555F639A583}"/>
              </a:ext>
            </a:extLst>
          </p:cNvPr>
          <p:cNvSpPr/>
          <p:nvPr/>
        </p:nvSpPr>
        <p:spPr>
          <a:xfrm>
            <a:off x="3222593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2 (Expert 1)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9CB919-97CE-3771-1A44-8F9D596EF70B}"/>
              </a:ext>
            </a:extLst>
          </p:cNvPr>
          <p:cNvSpPr/>
          <p:nvPr/>
        </p:nvSpPr>
        <p:spPr>
          <a:xfrm>
            <a:off x="5301362" y="1571346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3 (Expert 2)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08090F1-4A31-89EF-B462-5E842216BFA3}"/>
              </a:ext>
            </a:extLst>
          </p:cNvPr>
          <p:cNvSpPr/>
          <p:nvPr/>
        </p:nvSpPr>
        <p:spPr>
          <a:xfrm>
            <a:off x="7779626" y="1585558"/>
            <a:ext cx="1935332" cy="1012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de-DE" sz="1600"/>
              <a:t>Workflow </a:t>
            </a:r>
            <a:r>
              <a:rPr lang="de-DE" sz="1600" err="1"/>
              <a:t>Step</a:t>
            </a:r>
            <a:r>
              <a:rPr lang="de-DE" sz="1600"/>
              <a:t> N (Commercial </a:t>
            </a:r>
            <a:r>
              <a:rPr lang="de-DE" sz="1600" err="1"/>
              <a:t>Approver</a:t>
            </a:r>
            <a:r>
              <a:rPr lang="de-DE" sz="1600"/>
              <a:t>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1205A17-A541-FE60-A92D-05D465C4791E}"/>
              </a:ext>
            </a:extLst>
          </p:cNvPr>
          <p:cNvSpPr/>
          <p:nvPr/>
        </p:nvSpPr>
        <p:spPr>
          <a:xfrm>
            <a:off x="2769832" y="3281703"/>
            <a:ext cx="5433134" cy="4594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de-DE"/>
              <a:t>1-step Release </a:t>
            </a:r>
            <a:r>
              <a:rPr lang="de-DE" err="1"/>
              <a:t>Strategy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technical</a:t>
            </a:r>
            <a:r>
              <a:rPr lang="de-DE"/>
              <a:t> </a:t>
            </a:r>
            <a:r>
              <a:rPr lang="de-DE" err="1"/>
              <a:t>purpose</a:t>
            </a:r>
            <a:r>
              <a:rPr lang="de-DE"/>
              <a:t> </a:t>
            </a:r>
            <a:r>
              <a:rPr lang="de-DE" err="1"/>
              <a:t>only</a:t>
            </a:r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D757487-642A-9252-3B0F-141B553B79F8}"/>
              </a:ext>
            </a:extLst>
          </p:cNvPr>
          <p:cNvSpPr txBox="1"/>
          <p:nvPr/>
        </p:nvSpPr>
        <p:spPr>
          <a:xfrm>
            <a:off x="135882" y="1919794"/>
            <a:ext cx="108028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BTP-PA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4319D2B-0F1F-99F1-2CFD-EAA0AC1D645F}"/>
              </a:ext>
            </a:extLst>
          </p:cNvPr>
          <p:cNvSpPr txBox="1"/>
          <p:nvPr/>
        </p:nvSpPr>
        <p:spPr>
          <a:xfrm>
            <a:off x="170829" y="3735824"/>
            <a:ext cx="9198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SAP S4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D4102BF-6BB8-EB37-A91D-B9EAF96376A4}"/>
              </a:ext>
            </a:extLst>
          </p:cNvPr>
          <p:cNvSpPr txBox="1"/>
          <p:nvPr/>
        </p:nvSpPr>
        <p:spPr>
          <a:xfrm>
            <a:off x="7350195" y="1954169"/>
            <a:ext cx="42943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/>
              <a:t>…</a:t>
            </a: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5B9636B7-520A-75C5-DBF5-BFA3AA3602F0}"/>
              </a:ext>
            </a:extLst>
          </p:cNvPr>
          <p:cNvSpPr/>
          <p:nvPr/>
        </p:nvSpPr>
        <p:spPr>
          <a:xfrm rot="10800000">
            <a:off x="1146918" y="2661711"/>
            <a:ext cx="8568037" cy="537296"/>
          </a:xfrm>
          <a:prstGeom prst="trapezoid">
            <a:avLst>
              <a:gd name="adj" fmla="val 287826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0CFCA892-11B1-58B0-E345-9B7BF2FEC0CC}"/>
              </a:ext>
            </a:extLst>
          </p:cNvPr>
          <p:cNvGraphicFramePr>
            <a:graphicFrameLocks noGrp="1"/>
          </p:cNvGraphicFramePr>
          <p:nvPr/>
        </p:nvGraphicFramePr>
        <p:xfrm>
          <a:off x="9828457" y="1537706"/>
          <a:ext cx="2105405" cy="3022600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2105405">
                  <a:extLst>
                    <a:ext uri="{9D8B030D-6E8A-4147-A177-3AD203B41FA5}">
                      <a16:colId xmlns:a16="http://schemas.microsoft.com/office/drawing/2014/main" val="610259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Control and execution of individual workflows per unit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1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12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Submit PR/PO for processing, document result and follow-up (e.g. printout)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942698"/>
                  </a:ext>
                </a:extLst>
              </a:tr>
            </a:tbl>
          </a:graphicData>
        </a:graphic>
      </p:graphicFrame>
      <p:pic>
        <p:nvPicPr>
          <p:cNvPr id="26" name="Grafik 25">
            <a:extLst>
              <a:ext uri="{FF2B5EF4-FFF2-40B4-BE49-F238E27FC236}">
                <a16:creationId xmlns:a16="http://schemas.microsoft.com/office/drawing/2014/main" id="{6CD2DC9B-CC8C-77A7-E12E-80F74F92F6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4787" y="3736771"/>
            <a:ext cx="4930567" cy="708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03F28F-291E-7336-5C16-A92F167E7B11}"/>
              </a:ext>
            </a:extLst>
          </p:cNvPr>
          <p:cNvSpPr txBox="1"/>
          <p:nvPr/>
        </p:nvSpPr>
        <p:spPr>
          <a:xfrm>
            <a:off x="69850" y="6444460"/>
            <a:ext cx="9636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   </a:t>
            </a:r>
            <a:r>
              <a:rPr lang="en-US" sz="1050" dirty="0"/>
              <a:t>Page </a:t>
            </a:r>
            <a:fld id="{15EBE321-CBB1-4E91-BD14-37C8D44326FB}" type="slidenum">
              <a:rPr lang="en-US" sz="1050" smtClean="0"/>
              <a:pPr/>
              <a:t>17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59052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2E72-1398-59C4-AA24-96A4CFCC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42391B85-29D2-FDD4-F861-321A607BF2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1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99" imgH="299" progId="TCLayout.ActiveDocument.1">
                  <p:embed/>
                </p:oleObj>
              </mc:Choice>
              <mc:Fallback>
                <p:oleObj name="think-cell Slide" r:id="rId4" imgW="299" imgH="299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42391B85-29D2-FDD4-F861-321A607BF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1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BB0229A-90BA-A8B7-BFA0-7273980A7A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25810" y="6357666"/>
            <a:ext cx="9216000" cy="547200"/>
          </a:xfrm>
        </p:spPr>
        <p:txBody>
          <a:bodyPr/>
          <a:lstStyle/>
          <a:p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2024 | SHERPA X | Governance Foundation Roll-out Management | P2P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F5C6164-C8ED-AE50-EE00-CCCEB182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67" y="480336"/>
            <a:ext cx="9058230" cy="575700"/>
          </a:xfrm>
        </p:spPr>
        <p:txBody>
          <a:bodyPr vert="horz"/>
          <a:lstStyle/>
          <a:p>
            <a:r>
              <a:rPr lang="en-US"/>
              <a:t>Procure-2-Receipt (P2R) | </a:t>
            </a:r>
            <a:r>
              <a:rPr lang="en-US">
                <a:solidFill>
                  <a:schemeClr val="accent2"/>
                </a:solidFill>
              </a:rPr>
              <a:t>Indirect</a:t>
            </a:r>
            <a:br>
              <a:rPr lang="en-US"/>
            </a:br>
            <a:r>
              <a:rPr lang="en-US" b="0"/>
              <a:t>Interaction BTP-PA Workflow step and S4 Fiori app usage</a:t>
            </a:r>
            <a:endParaRPr lang="de-DE" b="0"/>
          </a:p>
        </p:txBody>
      </p:sp>
      <p:pic>
        <p:nvPicPr>
          <p:cNvPr id="4" name="Graphic 6" descr="Table outline">
            <a:extLst>
              <a:ext uri="{FF2B5EF4-FFF2-40B4-BE49-F238E27FC236}">
                <a16:creationId xmlns:a16="http://schemas.microsoft.com/office/drawing/2014/main" id="{2045C7BA-839C-EC0A-38DE-207F74EEBC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544" y="360210"/>
            <a:ext cx="813180" cy="81318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A6931E9-E20E-89F3-8C09-6A7D7B6835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544" y="1624614"/>
            <a:ext cx="6574230" cy="4217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8CC0D5A-7756-674E-5A7B-463A009D94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262" y="2743200"/>
            <a:ext cx="6339934" cy="344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75291631-5663-F87A-AC06-C1A24CD274BE}"/>
              </a:ext>
            </a:extLst>
          </p:cNvPr>
          <p:cNvSpPr/>
          <p:nvPr/>
        </p:nvSpPr>
        <p:spPr>
          <a:xfrm>
            <a:off x="2272123" y="2572282"/>
            <a:ext cx="621437" cy="1420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D30E64A2-5933-2011-C215-6544F75D541D}"/>
              </a:ext>
            </a:extLst>
          </p:cNvPr>
          <p:cNvSpPr/>
          <p:nvPr/>
        </p:nvSpPr>
        <p:spPr>
          <a:xfrm rot="1652877">
            <a:off x="2891244" y="3129787"/>
            <a:ext cx="2548931" cy="17552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EAA64E-73B5-DD0B-EACE-6E2197293690}"/>
              </a:ext>
            </a:extLst>
          </p:cNvPr>
          <p:cNvSpPr/>
          <p:nvPr/>
        </p:nvSpPr>
        <p:spPr>
          <a:xfrm>
            <a:off x="4156084" y="5573028"/>
            <a:ext cx="923463" cy="2695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CE7C42A-FF5F-5BB1-5719-5A5CD48058D1}"/>
              </a:ext>
            </a:extLst>
          </p:cNvPr>
          <p:cNvSpPr/>
          <p:nvPr/>
        </p:nvSpPr>
        <p:spPr>
          <a:xfrm>
            <a:off x="8167327" y="3239556"/>
            <a:ext cx="442481" cy="199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FFA6E15-0469-1EF5-DAE8-04BB699BCD96}"/>
              </a:ext>
            </a:extLst>
          </p:cNvPr>
          <p:cNvSpPr/>
          <p:nvPr/>
        </p:nvSpPr>
        <p:spPr>
          <a:xfrm>
            <a:off x="1817067" y="2441172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576E585-C65E-777F-1119-7C8FF1A8FC5A}"/>
              </a:ext>
            </a:extLst>
          </p:cNvPr>
          <p:cNvSpPr/>
          <p:nvPr/>
        </p:nvSpPr>
        <p:spPr>
          <a:xfrm>
            <a:off x="7690570" y="3136959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2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0530FC6-BD84-42DA-8882-466622E8A12F}"/>
              </a:ext>
            </a:extLst>
          </p:cNvPr>
          <p:cNvSpPr/>
          <p:nvPr/>
        </p:nvSpPr>
        <p:spPr>
          <a:xfrm>
            <a:off x="3679327" y="5505651"/>
            <a:ext cx="404261" cy="404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de-DE"/>
              <a:t>3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6B84F72-B016-D6E2-A31F-3EF570117DAD}"/>
              </a:ext>
            </a:extLst>
          </p:cNvPr>
          <p:cNvSpPr txBox="1"/>
          <p:nvPr/>
        </p:nvSpPr>
        <p:spPr>
          <a:xfrm>
            <a:off x="7055319" y="1610175"/>
            <a:ext cx="4711232" cy="73866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arenR"/>
            </a:pPr>
            <a:r>
              <a:rPr lang="de-DE" sz="1600" dirty="0"/>
              <a:t>Check BTP-PA form and jump </a:t>
            </a:r>
            <a:r>
              <a:rPr lang="de-DE" sz="1600" dirty="0" err="1"/>
              <a:t>to</a:t>
            </a:r>
            <a:r>
              <a:rPr lang="de-DE" sz="1600" dirty="0"/>
              <a:t> S4 Fiori </a:t>
            </a:r>
            <a:r>
              <a:rPr lang="de-DE" sz="1600" dirty="0" err="1"/>
              <a:t>app</a:t>
            </a:r>
            <a:endParaRPr lang="de-DE" sz="1600" dirty="0"/>
          </a:p>
          <a:p>
            <a:pPr marL="342900" indent="-342900" algn="l">
              <a:buAutoNum type="arabicParenR"/>
            </a:pPr>
            <a:r>
              <a:rPr lang="de-DE" sz="1600" dirty="0"/>
              <a:t>Update </a:t>
            </a:r>
            <a:r>
              <a:rPr lang="de-DE" sz="1600" dirty="0" err="1"/>
              <a:t>document</a:t>
            </a:r>
            <a:r>
              <a:rPr lang="de-DE" sz="1600" dirty="0"/>
              <a:t> in S4 </a:t>
            </a:r>
            <a:r>
              <a:rPr lang="de-DE" sz="1600" dirty="0" err="1"/>
              <a:t>fiori</a:t>
            </a:r>
            <a:r>
              <a:rPr lang="de-DE" sz="1600" dirty="0"/>
              <a:t> </a:t>
            </a:r>
            <a:r>
              <a:rPr lang="de-DE" sz="1600" dirty="0" err="1"/>
              <a:t>app</a:t>
            </a:r>
            <a:endParaRPr lang="de-DE" sz="1600" dirty="0"/>
          </a:p>
          <a:p>
            <a:pPr marL="342900" indent="-342900" algn="l">
              <a:buAutoNum type="arabicParenR"/>
            </a:pPr>
            <a:r>
              <a:rPr lang="de-DE" sz="1600" dirty="0" err="1"/>
              <a:t>Approve</a:t>
            </a:r>
            <a:r>
              <a:rPr lang="de-DE" sz="1600" dirty="0"/>
              <a:t> / </a:t>
            </a:r>
            <a:r>
              <a:rPr lang="de-DE" sz="1600" dirty="0" err="1"/>
              <a:t>Reject</a:t>
            </a:r>
            <a:r>
              <a:rPr lang="de-DE" sz="1600" dirty="0"/>
              <a:t> BTP-PA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9EA81-ABDF-38CD-B433-308212479B6E}"/>
              </a:ext>
            </a:extLst>
          </p:cNvPr>
          <p:cNvSpPr txBox="1"/>
          <p:nvPr/>
        </p:nvSpPr>
        <p:spPr>
          <a:xfrm>
            <a:off x="236896" y="6458590"/>
            <a:ext cx="447238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/>
              <a:t>Page </a:t>
            </a:r>
            <a:fld id="{15EBE321-CBB1-4E91-BD14-37C8D44326FB}" type="slidenum">
              <a:rPr lang="en-US" sz="1100" smtClean="0"/>
              <a:pPr/>
              <a:t>18</a:t>
            </a:fld>
            <a:endParaRPr lang="en-US" sz="1100" dirty="0"/>
          </a:p>
          <a:p>
            <a:pPr algn="l"/>
            <a:endParaRPr lang="en-DE" dirty="0" err="1"/>
          </a:p>
        </p:txBody>
      </p:sp>
    </p:spTree>
    <p:extLst>
      <p:ext uri="{BB962C8B-B14F-4D97-AF65-F5344CB8AC3E}">
        <p14:creationId xmlns:p14="http://schemas.microsoft.com/office/powerpoint/2010/main" val="2050224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381F-0A68-10D0-3D32-783D9570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6EC1A-767D-B651-93AB-6E6FA6A557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2024 | SHERPA X | YYYY-MM-DD | Status: Draft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D2D3A-AA19-DA55-F7C9-591FE91D5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006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IBAQEBAQEBAQEBAQEBAQMAAAAAAAAAAwAAAAMAAAAA/////wUAwgsAAAAAAAAAAAAAIAD///////////////8AAAD///////////////8DAAAAAgD///////8DAAAAAwD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4p3LgjslFVKrBVSNVNYvy4EAAAAAAADAAAAAAADAAAAAwADAAYA////////BQAAAAMAEAALuVvwJwZGkUWt2Q0g6bZoegQAAAABAAMAAAACAAMAAAAEAAMAAAAAAAMAAAAEAAMAAAAAAAMAAAAEAAMAAAAAAP///////wMAAAAAAP///////wMAAAAAAP///////wQAAwD///////8FAAAABAAQAAtGU9E4Top8ToyYFdAqtkV7BAAAAAIAAwAAAAMAAwAAAAEAAwAAAAMA////////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incuCOyUVUqsFVI1U1i/LgNEYXRhABsAAAAETGlua2VkU2hhcGVEYXRhAAUAAAAAAAJOYW1lABkAAABMaW5rZWRTaGFwZXNEYXRhUHJvcGVydHkAEFZlcnNpb24AAAAAAAlMYXN0V3JpdGUACdOK6pABAAAAAQD/////xgDGAAAABV9pZAAQAAAABLlb8CcGRpFFrdkNIOm2aHoDRGF0YQBTAAAACFByZXNlbnRhdGlvblNjYW5uZWRGb3JMaW5rZWRTaGFwZXMAAAJOdW1iZXJGb3JtYXRTZXBhcmF0b3JNb2RlAAoAAABBdXRvbWF0aWMAAAJOYW1lACQAAABMaW5rZWRTaGFwZVByZXNlbnRhdGlvblNldHRpbmdzRGF0YQAQVmVyc2lvbgAAAAAACUxhc3RXcml0ZQAo04rqkAEAAAACAP////+DAIMAAAAFX2lkABAAAAAERlPROE6KfE6MmBXQKrZFewNEYXRhABsAAAAETGlua2VkU2hhcGVEYXRhAAUAAAAAAAJOYW1lABkAAABMaW5rZWRTaGFwZXNEYXRhUHJvcGVydHkAEFZlcnNpb24AAQAAAAlMYXN0V3JpdGUAKNOK6p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hCwAAAAAAAAAAAAAgAf///////////////wAAAP///////////////wUAAAAD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AD///////8DAAEBAwAAAAMA////////JQAGTGlua2VkU2hhcGVQcmVzZW50YXRpb25TZXR0aW5nc0RhdGFfMAQAAAABAAUAAAAAAAUAAAACAAQAAQEDAAAABAD///////8aAAZMaW5rZWRTaGFwZXNEYXRhUHJvcGVydHlfMQQAAAAC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75186850218477"/>
  <p:tag name="EMPOWERCHARTSPROPERTIES_A_LENGTH" val="24576"/>
  <p:tag name="THINKCELLUNDODONOTDELETE" val="0"/>
  <p:tag name="EE4P_STYLE_ID" val="66bdbc8e-f81c-4748-99cc-bf771adff048"/>
  <p:tag name="EE4P_AGENDAWIZARD" val="&lt;ee4p&gt;&lt;layouts&gt;&lt;layout name=&quot;Meeting Dark&quot; id=&quot;3_12&quot;&gt;&lt;standard&gt;&lt;textframe horizontalAnchor=&quot;1&quot; marginBottom=&quot;5&quot; marginLeft=&quot;0&quot; marginRight=&quot;0&quot; marginTop=&quot;5&quot; orientation=&quot;1&quot; verticalAnchor=&quot;1&quot; /&gt;&lt;font name=&quot;Arial&quot; bold=&quot;0&quot; italic=&quot;0&quot; color=&quot;#9999a9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culture=&quot;en&quot; fontSize=&quot;18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/&gt;&lt;column field=&quot;responsible&quot; label=&quot;Presenter&quot; label_de=&quot;Verantwortlicher&quot; visible=&quot;1&quot; checked=&quot;1&quot; leftSpacing=&quot;10&quot; rightDistribute=&quot;1&quot; dock=&quot;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cultures&gt;&lt;culture name=&quot;en&quot; /&gt;&lt;culture name=&quot;de&quot; /&gt;&lt;/cultures&gt;&lt;position left=&quot;32.31496&quot; top=&quot;111.375&quot; width=&quot;895.8102&quot; height=&quot;374.0877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|10.5|11|12|14|16|18&quot; allowedTimeFormatIds=&quot;1|2|3&quot; slideLayout=&quot;11&quot; customLayoutName=&quot;Table of contents / Agenda&quot; customLayoutIndex=&quot;&quot; showBreak=&quot;1&quot; singleAgendaSlideSelected=&quot;0&quot; backupSlideTitle=&quot;Backup: %agendaName%&quot; topMargin=&quot;0&quot; leftMargin=&quot;0&quot; allowedLevels=&quot;4&quot; twelveHoursFormatAmPm=&quot;a.m./p.m.&quot; twelveHoursFormat=&quot;{0:hh:mm tt} – {1:hh:mm tt}&quot; minutesFormat=&quot;{0}′&quot; itemNoFormats=&quot;{1}¦{1}.{2}¦{3:alphaLC}¦{3:alphaLC}.{4:alphaLC}&quot; /&gt;&lt;headings bottomMinSpacing=&quot;5&quot; bottomMaxSpacing=&quot;5&quot;&gt;&lt;element field=&quot;topic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responsible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freecolumn&quot; value=&quot;%freecolumn%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timeslot&quot; type=&quot;autoshape&quot; autoShapeType=&quot;1&quot;&gt;&lt;position top=&quot;0&quot; /&gt;&lt;textframe marginTop=&quot;7&quot; /&gt;&lt;paragraphformat alignment=&quot;1&quot; /&gt;&lt;font bold=&quot;1&quot; size=&quot;18&quot; color=&quot;#9999a9&quot; /&gt;&lt;/element&gt;&lt;element field=&quot;pageno&quot; type=&quot;autoshape&quot; autoShapeType=&quot;1&quot;&gt;&lt;position top=&quot;0&quot; /&gt;&lt;textframe marginTop=&quot;7&quot; /&gt;&lt;paragraphformat alignment=&quot;3&quot; /&gt;&lt;font bold=&quot;1&quot; size=&quot;18&quot; color=&quot;#9999a9&quot; /&gt;&lt;/element&gt;&lt;/headings&gt;&lt;!-- Agenda item formats --&gt;&lt;cases&gt;&lt;case level=&quot;1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1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&gt;&lt;paragraphformat alignment=&quot;1&quot; /&gt;&lt;font bold=&quot;1&quot; color=&quot;#9999a9&quot; /&gt;&lt;/element&gt;&lt;element field=&quot;responsible&quot; type=&quot;autoshape&quot; autoShapeType=&quot;1&quot;&gt;&lt;paragraphformat alignment=&quot;1&quot; /&gt;&lt;font bold=&quot;1&quot; color=&quot;#9999a9&quot; /&gt;&lt;/element&gt;&lt;element field=&quot;freecolumn&quot; type=&quot;autoshape&quot; autoShapeType=&quot;1&quot;&gt;&lt;paragraphformat alignment=&quot;1&quot; /&gt;&lt;font bold=&quot;1&quot; color=&quot;#9999a9&quot; /&gt;&lt;/element&gt;&lt;element field=&quot;timeslot&quot; type=&quot;autoshape&quot; autoShapeType=&quot;1&quot;&gt;&lt;font bold=&quot;1&quot; color=&quot;#9999a9&quot; /&gt;&lt;paragraphformat alignment=&quot;1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2&quot; selected=&quot;0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/element&gt;&lt;element field=&quot;responsible&quot; type=&quot;autoshape&quot; autoShapeType=&quot;1&quot; indent=&quot;(level-1)*20*scale*fontScale&quot; indentType=&quot;1&quot;&gt;&lt;paragraphformat alignment=&quot;1&quot; /&gt;&lt;/element&gt;&lt;element field=&quot;freecolumn&quot; type=&quot;autoshape&quot; autoShapeType=&quot;1&quot; indent=&quot;(level-1)*20*scale*fontScale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1&quot; /&gt;&lt;/element&gt;&lt;/case&gt;&lt;case level=&quot;2&quot; selected=&quot;1&quot; break=&quot;0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20*scale*fontScale&quot; indentType=&quot;2&quot;&gt;&lt;paragraphformat alignment=&quot;1&quot; /&gt;&lt;font bold=&quot;1&quot; color=&quot;#9999a9&quot; /&gt;&lt;/element&gt;&lt;element field=&quot;responsible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freecolumn&quot; type=&quot;autoshape&quot; autoShapeType=&quot;1&quot; indent=&quot;(level-1)*20*scale*fontScale&quot; indentType=&quot;1&quot;&gt;&lt;paragraphformat alignment=&quot;1&quot; /&gt;&lt;font bold=&quot;1&quot; color=&quot;#9999a9&quot; /&gt;&lt;/element&gt;&lt;element field=&quot;timeslot&quot; type=&quot;autoshape&quot; autoShapeType=&quot;1&quot;&gt;&lt;paragraphformat alignment=&quot;1&quot; /&gt;&lt;font bold=&quot;1&quot; color=&quot;#9999a9&quot; /&gt;&lt;/element&gt;&lt;element field=&quot;pageno&quot; type=&quot;autoshape&quot; autoShapeType=&quot;1&quot;&gt;&lt;paragraphformat alignment=&quot;1&quot; /&gt;&lt;font bold=&quot;1&quot; color=&quot;#9999a9&quot; /&gt;&lt;/element&gt;&lt;/case&gt;&lt;case level=&quot;1&quot; selected=&quot;0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italic=&quot;1&quot; /&gt;&lt;/element&gt;&lt;element field=&quot;responsible&quot; type=&quot;autoshape&quot; autoShapeType=&quot;1&quot; indent=&quot;(level-1)*(itemSingleHeight+topicLeftSpacing)&quot; indentType=&quot;1&quot;&gt;&lt;paragraphformat alignment=&quot;1&quot; /&gt;&lt;font italic=&quot;1&quot; /&gt;&lt;/element&gt;&lt;element field=&quot;freecolumn&quot; type=&quot;autoshape&quot; autoShapeType=&quot;1&quot; indent=&quot;(level-1)*(itemSingleHeight+topicLeftSpacing)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1&quot; /&gt;&lt;font italic=&quot;1&quot; /&gt;&lt;/element&gt;&lt;/case&gt;&lt;case level=&quot;1&quot; selected=&quot;1&quot; break=&quot;1&quot; topMinSpacing=&quot;5&quot; topMaxSpacing=&quot;5&quot; bottomMinSpacing=&quot;5&quot; bottomMaxSpacing=&quot;5&quot;&gt;&lt;element type=&quot;line&quot; filter=&quot;4&quot; value=&quot;&quot;&gt;&lt;position left=&quot;0&quot; top=&quot;-5*scale*fontScale&quot; width=&quot;agendaWidth&quot; height=&quot;0&quot; /&gt;&lt;line style=&quot;1&quot; dashStyle=&quot;1&quot; foreColor=&quot;#66667e&quot; transparency=&quot;0&quot; visible=&quot;1&quot; weight=&quot;1&quot; /&gt;&lt;/element&gt;&lt;element field=&quot;topic&quot; type=&quot;autoshape&quot; autoShapeType=&quot;1&quot; indent=&quot;(level-1)*(itemSingleHeight+topicLeftSpacing)&quot; indentType=&quot;2&quot;&gt;&lt;paragraphformat alignment=&quot;1&quot; /&gt;&lt;font bold=&quot;1&quot; italic=&quot;1&quot; color=&quot;#9999a9&quot; /&gt;&lt;/element&gt;&lt;element field=&quot;responsible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freecolumn&quot; type=&quot;autoshape&quot; autoShapeType=&quot;1&quot; indent=&quot;(level-1)*(itemSingleHeight+topicLeftSpacing)&quot; indentType=&quot;1&quot;&gt;&lt;paragraphformat alignment=&quot;1&quot; /&gt;&lt;font bold=&quot;1&quot; italic=&quot;1&quot; color=&quot;#9999a9&quot; /&gt;&lt;/element&gt;&lt;element field=&quot;timeslot&quot; type=&quot;autoshape&quot; autoShapeType=&quot;1&quot;&gt;&lt;paragraphformat alignment=&quot;1&quot; /&gt;&lt;font bold=&quot;1&quot; italic=&quot;1&quot; color=&quot;#9999a9&quot; /&gt;&lt;/element&gt;&lt;element field=&quot;pageno&quot; type=&quot;autoshape&quot; autoShapeType=&quot;1&quot;&gt;&lt;paragraphformat alignment=&quot;1&quot; /&gt;&lt;font bold=&quot;1&quot; italic=&quot;1&quot; color=&quot;#9999a9&quot; /&gt;&lt;/element&gt;&lt;/case&gt;&lt;/cases&gt;&lt;elements&gt;&lt;element type=&quot;line&quot; value=&quot;&quot; headingsMode=&quot;1&quot;&gt;&lt;position left=&quot;0&quot; top=&quot;33.92811*scale*fontScale&quot; width=&quot;agendaWidth&quot; height=&quot;0&quot; /&gt;&lt;line style=&quot;1&quot; dashStyle=&quot;1&quot; foreColor=&quot;#9999a9&quot; transparency=&quot;0&quot; visible=&quot;1&quot; weight=&quot;2.25&quot; /&gt;&lt;/element&gt;&lt;/elements&gt;&lt;/layout&gt;&lt;/layouts&gt;&lt;contents&gt;&lt;agenda name=&quot;New Agenda&quot; title=&quot;Agenda&quot; subtitle=&quot;&quot; culture=&quot;en&quot; sizingModeId=&quot;2&quot; fontSize=&quot;18&quot; fontSizeAuto=&quot;1&quot; startTime=&quot;540&quot; timeFormatId=&quot;2&quot; startItemNo=&quot;1&quot; createSingleAgendaSlide=&quot;1&quot; createSeparatingSlides=&quot;1&quot; createBackupSlide=&quot;1&quot; layoutId=&quot;3_12&quot; hideSeparatingSlides=&quot;0&quot; createSections=&quot;0&quot; singleSlideId=&quot;cba4674d-90a8-4163-8d0b-1fbf0dfa4e09&quot; backupSlideId=&quot;d9bc18b2-fbf5-4bc4-bbaa-1587c6fc66a7&quot;&gt;&lt;columns leftSpacing=&quot;0&quot; rightSpacing=&quot;0&quot;&gt;&lt;column field=&quot;itemno&quot; label=&quot;No.&quot; checked=&quot;0&quot; leftSpacing=&quot;0&quot; rightSpacing=&quot;0&quot; dock=&quot;1&quot; fixedWidth=&quot;20&quot; /&gt;&lt;column field=&quot;topic&quot; label=&quot;Topic&quot; label_de=&quot;Thema&quot; leftSpacing=&quot;0&quot; rightDistribute=&quot;1&quot; dock=&quot;1&quot; rightSpacing=&quot;241.1961&quot; /&gt;&lt;column field=&quot;responsible&quot; label=&quot;Presenter&quot; label_de=&quot;Verantwortlicher&quot; visible=&quot;1&quot; checked=&quot;1&quot; leftSpacing=&quot;10&quot; rightDistribute=&quot;1&quot; dock=&quot;1&quot; rightSpacing=&quot;241.1961&quot; /&gt;&lt;column field=&quot;freecolumn&quot; label=&quot;Information / decision / action&quot; label_de=&quot;Information / Entscheidung / Aktion&quot; visible=&quot;1&quot; checked=&quot;0&quot; leftSpacing=&quot;10&quot; rightDistribute=&quot;1&quot; dock=&quot;1&quot; /&gt;&lt;column field=&quot;timeslot&quot; label=&quot;Time slot&quot; label_de=&quot;Zeit&quot; visible=&quot;1&quot; checked=&quot;1&quot; leftSpacing=&quot;10&quot; rightSpacing=&quot;40&quot; dock=&quot;2&quot; /&gt;&lt;column field=&quot;pageno&quot; label=&quot;Page No.&quot; label_de=&quot;Seite&quot; visible=&quot;1&quot; checked=&quot;0&quot; leftSpacing=&quot;10&quot; rightSpacing=&quot;0&quot; dock=&quot;2&quot; /&gt;&lt;/columns&gt;&lt;items&gt;&lt;item duration=&quot;30&quot; id=&quot;c9b5273f-5562-46db-8ca6-fe22c247083b&quot; parentId=&quot;&quot; level=&quot;1&quot; generateAgendaSlide=&quot;1&quot; showAgendaItem=&quot;1&quot; isBreak=&quot;0&quot; agendaSlideId=&quot;4c57500e-d9da-47e8-8d4e-33d9f8a0e185&quot; topic=&quot;Thema &quot; responsible=&quot;drgw&quot; /&gt;&lt;item duration=&quot;30&quot; id=&quot;e28244ac-5222-4b2d-bdf7-35be78f651ef&quot; parentId=&quot;&quot; level=&quot;1&quot; generateAgendaSlide=&quot;1&quot; showAgendaItem=&quot;1&quot; isBreak=&quot;0&quot; topic=&quot;Thema 2&quot; agendaSlideId=&quot;9ee1ed86-fe09-4cc8-ae1c-a3118e6270d1&quot; /&gt;&lt;/items&gt;&lt;/agenda&gt;&lt;/contents&gt;&lt;/ee4p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5.Tmj1.43bayGT.jhL.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Deep Blue | 0 0 40">
      <a:srgbClr val="000028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Light Sand | 243 243 240">
      <a:srgbClr val="F3F3F0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No color">
      <a:srgbClr val="FFFFFF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39245121655340AC16813AC5B6D7E4" ma:contentTypeVersion="15" ma:contentTypeDescription="Create a new document." ma:contentTypeScope="" ma:versionID="58424ed9589533d381ea9af47ab74575">
  <xsd:schema xmlns:xsd="http://www.w3.org/2001/XMLSchema" xmlns:xs="http://www.w3.org/2001/XMLSchema" xmlns:p="http://schemas.microsoft.com/office/2006/metadata/properties" xmlns:ns2="4697dd4f-b273-4ab7-9c5e-4ece0a0fe4fa" xmlns:ns3="b7313ddf-ae2e-42e2-82d4-c89584ce8844" xmlns:ns4="56810815-8df0-4f10-8da7-34164765fbe3" targetNamespace="http://schemas.microsoft.com/office/2006/metadata/properties" ma:root="true" ma:fieldsID="f220881482fe586d2d3e2016d9f4e2a8" ns2:_="" ns3:_="" ns4:_="">
    <xsd:import namespace="4697dd4f-b273-4ab7-9c5e-4ece0a0fe4fa"/>
    <xsd:import namespace="b7313ddf-ae2e-42e2-82d4-c89584ce8844"/>
    <xsd:import namespace="56810815-8df0-4f10-8da7-34164765fb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7dd4f-b273-4ab7-9c5e-4ece0a0fe4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3ddf-ae2e-42e2-82d4-c89584ce88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0815-8df0-4f10-8da7-34164765fbe3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73dbfdae-fdc0-4114-88d4-4800aae6cac1}" ma:internalName="TaxCatchAll" ma:showField="CatchAllData" ma:web="b7313ddf-ae2e-42e2-82d4-c89584ce88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7313ddf-ae2e-42e2-82d4-c89584ce8844">
      <UserInfo>
        <DisplayName>Klink, Andreas (CF R 5 1 2)</DisplayName>
        <AccountId>3859</AccountId>
        <AccountType/>
      </UserInfo>
    </SharedWithUsers>
    <TaxCatchAll xmlns="56810815-8df0-4f10-8da7-34164765fbe3" xsi:nil="true"/>
    <lcf76f155ced4ddcb4097134ff3c332f xmlns="4697dd4f-b273-4ab7-9c5e-4ece0a0fe4f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08863E-7529-4BA5-9071-3840E5A5E7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840A8E-FCD9-4A65-9C29-73DDB48842E8}">
  <ds:schemaRefs>
    <ds:schemaRef ds:uri="4697dd4f-b273-4ab7-9c5e-4ece0a0fe4fa"/>
    <ds:schemaRef ds:uri="56810815-8df0-4f10-8da7-34164765fbe3"/>
    <ds:schemaRef ds:uri="b7313ddf-ae2e-42e2-82d4-c89584ce88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CC27C01-EA5E-4EFE-992D-64064D32C2A4}">
  <ds:schemaRefs>
    <ds:schemaRef ds:uri="http://purl.org/dc/terms/"/>
    <ds:schemaRef ds:uri="56810815-8df0-4f10-8da7-34164765fbe3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b7313ddf-ae2e-42e2-82d4-c89584ce8844"/>
    <ds:schemaRef ds:uri="4697dd4f-b273-4ab7-9c5e-4ece0a0fe4fa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9d258917-277f-42cd-a3cd-14c4e9ee58bc}" enabled="1" method="Privilege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1978</Words>
  <Application>Microsoft Office PowerPoint</Application>
  <PresentationFormat>Widescreen</PresentationFormat>
  <Paragraphs>336</Paragraphs>
  <Slides>19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ＭＳ Ｐゴシック</vt:lpstr>
      <vt:lpstr>Arial</vt:lpstr>
      <vt:lpstr>Arial Unicode MS</vt:lpstr>
      <vt:lpstr>Wingdings</vt:lpstr>
      <vt:lpstr>Siemens 2022</vt:lpstr>
      <vt:lpstr>think-cell Slide</vt:lpstr>
      <vt:lpstr>think-cell Folie</vt:lpstr>
      <vt:lpstr>Procure-2-Receipt (P2R) Indirect  Indirect X | Objectives</vt:lpstr>
      <vt:lpstr>Procure-2-Receipt (P2R) | Indirect Situation and implications for companies / increments</vt:lpstr>
      <vt:lpstr>SHERPA X Release Master Plan ERP-Core Systems / Scenarios SAP Releases 2022 and 2023, Releases &amp; Feature Packs</vt:lpstr>
      <vt:lpstr>Procure-2-Receipt (P2R) Indirect  Pilot GoLive „Buzias“: New Global Solution “Indirect X”</vt:lpstr>
      <vt:lpstr>PowerPoint Presentation</vt:lpstr>
      <vt:lpstr>Demo : Indirect X Process Steps</vt:lpstr>
      <vt:lpstr>1320: Hypercare Support issues (Indirect X)</vt:lpstr>
      <vt:lpstr>PowerPoint Presentation</vt:lpstr>
      <vt:lpstr>PowerPoint Presentation</vt:lpstr>
      <vt:lpstr>Procure-2-Receipt (P2R) | Indirect Simplified Architecture overview</vt:lpstr>
      <vt:lpstr>OCI Punchout Process</vt:lpstr>
      <vt:lpstr>OCI Process Steps</vt:lpstr>
      <vt:lpstr>PowerPoint Presentation</vt:lpstr>
      <vt:lpstr>Process Steps Continue</vt:lpstr>
      <vt:lpstr>S4 Item Details after punchout</vt:lpstr>
      <vt:lpstr>myMall and S4 fields  </vt:lpstr>
      <vt:lpstr>Procure-2-Receipt (P2R) | Indirect PR/PO Release Strategy – Interaction between BTP-PA and S4</vt:lpstr>
      <vt:lpstr>Procure-2-Receipt (P2R) | Indirect Interaction BTP-PA Workflow step and S4 Fiori app usage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Dias Nogueira, Joana (IT GH UX)</dc:creator>
  <cp:keywords>Template</cp:keywords>
  <dc:description>Version 3.0.8
September 2020</dc:description>
  <cp:lastModifiedBy>Gautam, Ajit (IT ECP PLG P)</cp:lastModifiedBy>
  <cp:revision>12</cp:revision>
  <dcterms:created xsi:type="dcterms:W3CDTF">2022-01-11T16:58:54Z</dcterms:created>
  <dcterms:modified xsi:type="dcterms:W3CDTF">2024-11-26T08:10:22Z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0x010100D039245121655340AC16813AC5B6D7E4</vt:lpwstr>
  </property>
  <property fmtid="{D5CDD505-2E9C-101B-9397-08002B2CF9AE}" pid="3" name="Order">
    <vt:r8>14000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  <property fmtid="{D5CDD505-2E9C-101B-9397-08002B2CF9AE}" pid="9" name="MSIP_Label_9d258917-277f-42cd-a3cd-14c4e9ee58bc_Enabled">
    <vt:lpwstr>true</vt:lpwstr>
  </property>
  <property fmtid="{D5CDD505-2E9C-101B-9397-08002B2CF9AE}" pid="10" name="MSIP_Label_9d258917-277f-42cd-a3cd-14c4e9ee58bc_SetDate">
    <vt:lpwstr>2023-04-25T13:50:56Z</vt:lpwstr>
  </property>
  <property fmtid="{D5CDD505-2E9C-101B-9397-08002B2CF9AE}" pid="11" name="MSIP_Label_9d258917-277f-42cd-a3cd-14c4e9ee58bc_Method">
    <vt:lpwstr>Privileged</vt:lpwstr>
  </property>
  <property fmtid="{D5CDD505-2E9C-101B-9397-08002B2CF9AE}" pid="12" name="MSIP_Label_9d258917-277f-42cd-a3cd-14c4e9ee58bc_Name">
    <vt:lpwstr>restricted</vt:lpwstr>
  </property>
  <property fmtid="{D5CDD505-2E9C-101B-9397-08002B2CF9AE}" pid="13" name="MSIP_Label_9d258917-277f-42cd-a3cd-14c4e9ee58bc_SiteId">
    <vt:lpwstr>38ae3bcd-9579-4fd4-adda-b42e1495d55a</vt:lpwstr>
  </property>
  <property fmtid="{D5CDD505-2E9C-101B-9397-08002B2CF9AE}" pid="14" name="MSIP_Label_9d258917-277f-42cd-a3cd-14c4e9ee58bc_ActionId">
    <vt:lpwstr>9238be06-0cf2-45e5-b7cd-03a85b8114a1</vt:lpwstr>
  </property>
  <property fmtid="{D5CDD505-2E9C-101B-9397-08002B2CF9AE}" pid="15" name="MSIP_Label_9d258917-277f-42cd-a3cd-14c4e9ee58bc_ContentBits">
    <vt:lpwstr>0</vt:lpwstr>
  </property>
  <property fmtid="{D5CDD505-2E9C-101B-9397-08002B2CF9AE}" pid="16" name="Document_Confidentiality">
    <vt:lpwstr>Restricted</vt:lpwstr>
  </property>
</Properties>
</file>