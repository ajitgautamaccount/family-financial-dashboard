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1.xml" ContentType="application/vnd.openxmlformats-officedocument.presentationml.notesSlide+xml"/>
  <Override PartName="/ppt/tags/tag42.xml" ContentType="application/vnd.openxmlformats-officedocument.presentationml.tags+xml"/>
  <Override PartName="/ppt/notesSlides/notesSlide2.xml" ContentType="application/vnd.openxmlformats-officedocument.presentationml.notesSlide+xml"/>
  <Override PartName="/ppt/tags/tag43.xml" ContentType="application/vnd.openxmlformats-officedocument.presentationml.tags+xml"/>
  <Override PartName="/ppt/notesSlides/notesSlide3.xml" ContentType="application/vnd.openxmlformats-officedocument.presentationml.notesSlide+xml"/>
  <Override PartName="/ppt/tags/tag4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7.xml" ContentType="application/vnd.openxmlformats-officedocument.presentationml.tags+xml"/>
  <Override PartName="/ppt/notesSlides/notesSlide9.xml" ContentType="application/vnd.openxmlformats-officedocument.presentationml.notesSlide+xml"/>
  <Override PartName="/ppt/tags/tag48.xml" ContentType="application/vnd.openxmlformats-officedocument.presentationml.tags+xml"/>
  <Override PartName="/ppt/notesSlides/notesSlide10.xml" ContentType="application/vnd.openxmlformats-officedocument.presentationml.notesSlide+xml"/>
  <Override PartName="/ppt/tags/tag49.xml" ContentType="application/vnd.openxmlformats-officedocument.presentationml.tags+xml"/>
  <Override PartName="/ppt/notesSlides/notesSlide11.xml" ContentType="application/vnd.openxmlformats-officedocument.presentationml.notesSlide+xml"/>
  <Override PartName="/ppt/tags/tag50.xml" ContentType="application/vnd.openxmlformats-officedocument.presentationml.tags+xml"/>
  <Override PartName="/ppt/notesSlides/notesSlide12.xml" ContentType="application/vnd.openxmlformats-officedocument.presentationml.notesSlide+xml"/>
  <Override PartName="/ppt/tags/tag51.xml" ContentType="application/vnd.openxmlformats-officedocument.presentationml.tags+xml"/>
  <Override PartName="/ppt/notesSlides/notesSlide13.xml" ContentType="application/vnd.openxmlformats-officedocument.presentationml.notesSlide+xml"/>
  <Override PartName="/ppt/tags/tag52.xml" ContentType="application/vnd.openxmlformats-officedocument.presentationml.tags+xml"/>
  <Override PartName="/ppt/notesSlides/notesSlide14.xml" ContentType="application/vnd.openxmlformats-officedocument.presentationml.notesSlide+xml"/>
  <Override PartName="/ppt/tags/tag53.xml" ContentType="application/vnd.openxmlformats-officedocument.presentationml.tags+xml"/>
  <Override PartName="/ppt/notesSlides/notesSlide15.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6.xml" ContentType="application/vnd.openxmlformats-officedocument.presentationml.notesSlide+xml"/>
  <Override PartName="/ppt/tags/tag62.xml" ContentType="application/vnd.openxmlformats-officedocument.presentationml.tags+xml"/>
  <Override PartName="/ppt/notesSlides/notesSlide17.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18" r:id="rId6"/>
    <p:sldMasterId id="2147483852" r:id="rId7"/>
    <p:sldMasterId id="2147483859" r:id="rId8"/>
  </p:sldMasterIdLst>
  <p:notesMasterIdLst>
    <p:notesMasterId r:id="rId47"/>
  </p:notesMasterIdLst>
  <p:handoutMasterIdLst>
    <p:handoutMasterId r:id="rId48"/>
  </p:handoutMasterIdLst>
  <p:sldIdLst>
    <p:sldId id="2147375810" r:id="rId9"/>
    <p:sldId id="2147481384" r:id="rId10"/>
    <p:sldId id="2147483539" r:id="rId11"/>
    <p:sldId id="2147481349" r:id="rId12"/>
    <p:sldId id="2147478626" r:id="rId13"/>
    <p:sldId id="2147483541" r:id="rId14"/>
    <p:sldId id="2147483542" r:id="rId15"/>
    <p:sldId id="2147478619" r:id="rId16"/>
    <p:sldId id="2147483510" r:id="rId17"/>
    <p:sldId id="2147483559" r:id="rId18"/>
    <p:sldId id="2147483540" r:id="rId19"/>
    <p:sldId id="2147483544" r:id="rId20"/>
    <p:sldId id="2147483563" r:id="rId21"/>
    <p:sldId id="2147483562" r:id="rId22"/>
    <p:sldId id="2147483565" r:id="rId23"/>
    <p:sldId id="2147483567" r:id="rId24"/>
    <p:sldId id="2147483566" r:id="rId25"/>
    <p:sldId id="2147483551" r:id="rId26"/>
    <p:sldId id="2147483560" r:id="rId27"/>
    <p:sldId id="2147483558" r:id="rId28"/>
    <p:sldId id="2147483529" r:id="rId29"/>
    <p:sldId id="2147483534" r:id="rId30"/>
    <p:sldId id="2147483552" r:id="rId31"/>
    <p:sldId id="2147483553" r:id="rId32"/>
    <p:sldId id="2147483554" r:id="rId33"/>
    <p:sldId id="2147483557" r:id="rId34"/>
    <p:sldId id="2147483545" r:id="rId35"/>
    <p:sldId id="2147483543" r:id="rId36"/>
    <p:sldId id="2147483547" r:id="rId37"/>
    <p:sldId id="2147480601" r:id="rId38"/>
    <p:sldId id="2147483548" r:id="rId39"/>
    <p:sldId id="2147483556" r:id="rId40"/>
    <p:sldId id="2147483538" r:id="rId41"/>
    <p:sldId id="2147481455" r:id="rId42"/>
    <p:sldId id="2147483550" r:id="rId43"/>
    <p:sldId id="2147483561" r:id="rId44"/>
    <p:sldId id="2147483555" r:id="rId45"/>
    <p:sldId id="2147481485" r:id="rId46"/>
  </p:sldIdLst>
  <p:sldSz cx="12192000" cy="6858000"/>
  <p:notesSz cx="6797675" cy="9926638"/>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54C40375-7982-4021-A058-E3583A92EF4B}">
          <p14:sldIdLst>
            <p14:sldId id="2147375810"/>
            <p14:sldId id="2147481384"/>
            <p14:sldId id="2147483539"/>
            <p14:sldId id="2147481349"/>
            <p14:sldId id="2147478626"/>
            <p14:sldId id="2147483541"/>
            <p14:sldId id="2147483542"/>
            <p14:sldId id="2147478619"/>
            <p14:sldId id="2147483510"/>
            <p14:sldId id="2147483559"/>
            <p14:sldId id="2147483540"/>
            <p14:sldId id="2147483544"/>
            <p14:sldId id="2147483563"/>
            <p14:sldId id="2147483562"/>
            <p14:sldId id="2147483565"/>
            <p14:sldId id="2147483567"/>
            <p14:sldId id="2147483566"/>
            <p14:sldId id="2147483551"/>
            <p14:sldId id="2147483560"/>
            <p14:sldId id="2147483558"/>
            <p14:sldId id="2147483529"/>
            <p14:sldId id="2147483534"/>
            <p14:sldId id="2147483552"/>
            <p14:sldId id="2147483553"/>
            <p14:sldId id="2147483554"/>
            <p14:sldId id="2147483557"/>
            <p14:sldId id="2147483545"/>
            <p14:sldId id="2147483543"/>
            <p14:sldId id="2147483547"/>
            <p14:sldId id="2147480601"/>
            <p14:sldId id="2147483548"/>
            <p14:sldId id="2147483556"/>
            <p14:sldId id="2147483538"/>
            <p14:sldId id="2147481455"/>
            <p14:sldId id="2147483550"/>
            <p14:sldId id="2147483561"/>
            <p14:sldId id="2147483555"/>
            <p14:sldId id="2147481485"/>
          </p14:sldIdLst>
        </p14:section>
      </p14:sectionLst>
    </p:ext>
    <p:ext uri="{EFAFB233-063F-42B5-8137-9DF3F51BA10A}">
      <p15:sldGuideLst xmlns:p15="http://schemas.microsoft.com/office/powerpoint/2012/main">
        <p15:guide id="1" pos="3840" userDrawn="1">
          <p15:clr>
            <a:srgbClr val="A4A3A4"/>
          </p15:clr>
        </p15:guide>
        <p15:guide id="2" orient="horz" pos="94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2FAA66-D4A5-8B9C-5DC2-588FA31B960E}" name="Choo, Abigail (IT GH UX)" initials="CA(GU" userId="S::abigail.choo@siemens.com::0ef13bf5-39f8-4d96-bbc8-2b57ba21772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nny Welle" initials="DW" lastIdx="1" clrIdx="0">
    <p:extLst>
      <p:ext uri="{19B8F6BF-5375-455C-9EA6-DF929625EA0E}">
        <p15:presenceInfo xmlns:p15="http://schemas.microsoft.com/office/powerpoint/2012/main" userId="S::denwelle1@publicisgroupe.net::08b00602-60fa-48c3-96fb-06a947b67cd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1E0"/>
    <a:srgbClr val="BA11C5"/>
    <a:srgbClr val="1E1E43"/>
    <a:srgbClr val="00D7A0"/>
    <a:srgbClr val="805CFF"/>
    <a:srgbClr val="F3F2F1"/>
    <a:srgbClr val="EA6CEB"/>
    <a:srgbClr val="73B456"/>
    <a:srgbClr val="00FA00"/>
    <a:srgbClr val="3332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E3FDE45-AF77-4B5C-9715-49D594BDF05E}" styleName="Light Style 1 - Accent 2">
    <a:wholeTbl>
      <a:tcTxStyle>
        <a:fontRef idx="minor">
          <a:scrgbClr r="0" g="0" b="0"/>
        </a:fontRef>
        <a:schemeClr val="tx1"/>
      </a:tcTxStyle>
      <a:tcStyle>
        <a:tcBdr>
          <a:left>
            <a:ln>
              <a:noFill/>
            </a:ln>
          </a:left>
          <a:right>
            <a:ln>
              <a:noFill/>
            </a:ln>
          </a:right>
          <a:top>
            <a:ln>
              <a:noFill/>
            </a:ln>
          </a:top>
          <a:bottom>
            <a:ln w="12700" cmpd="sng">
              <a:solidFill>
                <a:schemeClr val="accent6">
                  <a:alpha val="15000"/>
                </a:schemeClr>
              </a:solidFill>
            </a:ln>
          </a:bottom>
          <a:insideH>
            <a:ln w="12700" cmpd="sng">
              <a:solidFill>
                <a:schemeClr val="accent6">
                  <a:alpha val="15000"/>
                </a:schemeClr>
              </a:solidFill>
            </a:ln>
          </a:insideH>
          <a:insideV>
            <a:ln>
              <a:noFill/>
            </a:ln>
          </a:insideV>
        </a:tcBdr>
        <a:fill>
          <a:noFill/>
        </a:fill>
      </a:tcStyle>
    </a:wholeTbl>
    <a:band1H>
      <a:tcStyle>
        <a:tcBdr>
          <a:bottom>
            <a:ln w="12700" cmpd="sng">
              <a:solidFill>
                <a:schemeClr val="accent6">
                  <a:alpha val="15000"/>
                </a:schemeClr>
              </a:solidFill>
            </a:ln>
          </a:bottom>
        </a:tcBdr>
        <a:fill>
          <a:solidFill>
            <a:schemeClr val="accent6">
              <a:alpha val="5000"/>
            </a:schemeClr>
          </a:solidFill>
        </a:fill>
      </a:tcStyle>
    </a:band1H>
    <a:band2H>
      <a:tcStyle>
        <a:tcBdr>
          <a:bottom>
            <a:ln w="12700" cmpd="sng">
              <a:solidFill>
                <a:schemeClr val="accent6">
                  <a:alpha val="15000"/>
                </a:schemeClr>
              </a:solidFill>
            </a:ln>
          </a:bottom>
        </a:tcBdr>
      </a:tcStyle>
    </a:band2H>
    <a:band1V>
      <a:tcStyle>
        <a:tcBdr/>
        <a:fill>
          <a:solidFill>
            <a:schemeClr val="accent6">
              <a:alpha val="5000"/>
            </a:schemeClr>
          </a:solidFill>
        </a:fill>
      </a:tcStyle>
    </a:band1V>
    <a:lastCol>
      <a:tcTxStyle b="on"/>
      <a:tcStyle>
        <a:tcBdr/>
      </a:tcStyle>
    </a:lastCol>
    <a:firstCol>
      <a:tcTxStyle b="on"/>
      <a:tcStyle>
        <a:tcBdr/>
      </a:tcStyle>
    </a:firstCol>
    <a:lastRow>
      <a:tcTxStyle b="on"/>
      <a:tcStyle>
        <a:tcBdr>
          <a:bottom>
            <a:ln w="28575" cmpd="sng">
              <a:solidFill>
                <a:schemeClr val="dk1"/>
              </a:solidFill>
            </a:ln>
          </a:bottom>
        </a:tcBdr>
        <a:fill>
          <a:noFill/>
        </a:fill>
      </a:tcStyle>
    </a:lastRow>
    <a:firstRow>
      <a:tcTxStyle b="on"/>
      <a:tcStyle>
        <a:tcBdr>
          <a:bottom>
            <a:ln w="28575" cmpd="sng">
              <a:solidFill>
                <a:schemeClr val="dk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6D9F66E-5EB9-4882-86FB-DCBF35E3C3E4}" styleName="Mittlere Formatvorlage 4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5758FB7-9AC5-4552-8A53-C91805E547FA}" styleName="Designformatvorlage 1 - Akz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10" d="100"/>
          <a:sy n="110" d="100"/>
        </p:scale>
        <p:origin x="2683" y="182"/>
      </p:cViewPr>
      <p:guideLst>
        <p:guide pos="3840"/>
        <p:guide orient="horz" pos="942"/>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notesMaster" Target="notesMasters/notesMaster1.xml"/><Relationship Id="rId50" Type="http://schemas.openxmlformats.org/officeDocument/2006/relationships/commentAuthors" Target="commentAuthors.xml"/><Relationship Id="rId55" Type="http://schemas.microsoft.com/office/2018/10/relationships/authors" Target="author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heme" Target="theme/theme1.xml"/><Relationship Id="rId5" Type="http://schemas.openxmlformats.org/officeDocument/2006/relationships/customXml" Target="../customXml/item5.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handoutMaster" Target="handoutMasters/handoutMaster1.xml"/><Relationship Id="rId8" Type="http://schemas.openxmlformats.org/officeDocument/2006/relationships/slideMaster" Target="slideMasters/slideMaster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a:extLst>
              <a:ext uri="{FF2B5EF4-FFF2-40B4-BE49-F238E27FC236}">
                <a16:creationId xmlns:a16="http://schemas.microsoft.com/office/drawing/2014/main" id="{9A8492AF-21D1-4EA9-B88E-2B2469E5B0BF}"/>
              </a:ext>
            </a:extLst>
          </p:cNvPr>
          <p:cNvSpPr>
            <a:spLocks noGrp="1"/>
          </p:cNvSpPr>
          <p:nvPr>
            <p:ph type="hdr" sz="quarter"/>
          </p:nvPr>
        </p:nvSpPr>
        <p:spPr>
          <a:xfrm>
            <a:off x="0" y="0"/>
            <a:ext cx="4324820" cy="390813"/>
          </a:xfrm>
          <a:prstGeom prst="rect">
            <a:avLst/>
          </a:prstGeom>
        </p:spPr>
        <p:txBody>
          <a:bodyPr vert="horz" lIns="91440" tIns="45720" rIns="91440" bIns="45720" rtlCol="0"/>
          <a:lstStyle>
            <a:lvl1pPr algn="l">
              <a:defRPr sz="1200"/>
            </a:lvl1pPr>
          </a:lstStyle>
          <a:p>
            <a:endParaRPr lang="en-US" sz="1050" b="1"/>
          </a:p>
        </p:txBody>
      </p:sp>
      <p:sp>
        <p:nvSpPr>
          <p:cNvPr id="3" name="Date">
            <a:extLst>
              <a:ext uri="{FF2B5EF4-FFF2-40B4-BE49-F238E27FC236}">
                <a16:creationId xmlns:a16="http://schemas.microsoft.com/office/drawing/2014/main" id="{F2C5CF11-9AB8-4366-83D6-4A911EAE67AA}"/>
              </a:ext>
            </a:extLst>
          </p:cNvPr>
          <p:cNvSpPr>
            <a:spLocks noGrp="1"/>
          </p:cNvSpPr>
          <p:nvPr>
            <p:ph type="dt" sz="quarter" idx="1"/>
          </p:nvPr>
        </p:nvSpPr>
        <p:spPr>
          <a:xfrm>
            <a:off x="5042055" y="0"/>
            <a:ext cx="1755620" cy="390813"/>
          </a:xfrm>
          <a:prstGeom prst="rect">
            <a:avLst/>
          </a:prstGeom>
        </p:spPr>
        <p:txBody>
          <a:bodyPr vert="horz" lIns="91440" tIns="45720" rIns="91440" bIns="45720" rtlCol="0"/>
          <a:lstStyle>
            <a:lvl1pPr algn="r">
              <a:defRPr sz="1200"/>
            </a:lvl1pPr>
          </a:lstStyle>
          <a:p>
            <a:fld id="{FEF1F2B9-B350-4061-A6D1-2A3340A8623F}" type="datetimeFigureOut">
              <a:rPr lang="en-US" sz="1050" smtClean="0"/>
              <a:t>1/31/2025</a:t>
            </a:fld>
            <a:endParaRPr lang="en-US" sz="1050"/>
          </a:p>
        </p:txBody>
      </p:sp>
      <p:sp>
        <p:nvSpPr>
          <p:cNvPr id="4" name="Footer Placeholder">
            <a:extLst>
              <a:ext uri="{FF2B5EF4-FFF2-40B4-BE49-F238E27FC236}">
                <a16:creationId xmlns:a16="http://schemas.microsoft.com/office/drawing/2014/main" id="{9797856F-D8D3-4EDB-AD63-B3F84321424C}"/>
              </a:ext>
            </a:extLst>
          </p:cNvPr>
          <p:cNvSpPr>
            <a:spLocks noGrp="1"/>
          </p:cNvSpPr>
          <p:nvPr>
            <p:ph type="ftr" sz="quarter" idx="2"/>
          </p:nvPr>
        </p:nvSpPr>
        <p:spPr>
          <a:xfrm>
            <a:off x="0" y="9535825"/>
            <a:ext cx="4324820" cy="390813"/>
          </a:xfrm>
          <a:prstGeom prst="rect">
            <a:avLst/>
          </a:prstGeom>
        </p:spPr>
        <p:txBody>
          <a:bodyPr vert="horz" lIns="91440" tIns="45720" rIns="91440" bIns="45720" rtlCol="0" anchor="b"/>
          <a:lstStyle>
            <a:lvl1pPr algn="l">
              <a:defRPr sz="1200"/>
            </a:lvl1pPr>
          </a:lstStyle>
          <a:p>
            <a:endParaRPr lang="en-US" sz="1050"/>
          </a:p>
        </p:txBody>
      </p:sp>
      <p:sp>
        <p:nvSpPr>
          <p:cNvPr id="5" name="Slide Number Placeholder">
            <a:extLst>
              <a:ext uri="{FF2B5EF4-FFF2-40B4-BE49-F238E27FC236}">
                <a16:creationId xmlns:a16="http://schemas.microsoft.com/office/drawing/2014/main" id="{DA566997-7A2F-418F-AC55-BAC678F9F134}"/>
              </a:ext>
            </a:extLst>
          </p:cNvPr>
          <p:cNvSpPr>
            <a:spLocks noGrp="1"/>
          </p:cNvSpPr>
          <p:nvPr>
            <p:ph type="sldNum" sz="quarter" idx="3"/>
          </p:nvPr>
        </p:nvSpPr>
        <p:spPr>
          <a:xfrm>
            <a:off x="5042055" y="9535825"/>
            <a:ext cx="1755620" cy="390813"/>
          </a:xfrm>
          <a:prstGeom prst="rect">
            <a:avLst/>
          </a:prstGeom>
        </p:spPr>
        <p:txBody>
          <a:bodyPr vert="horz" lIns="91440" tIns="45720" rIns="91440" bIns="45720" rtlCol="0" anchor="b"/>
          <a:lstStyle>
            <a:lvl1pPr algn="r">
              <a:defRPr sz="1200"/>
            </a:lvl1pPr>
          </a:lstStyle>
          <a:p>
            <a:r>
              <a:rPr lang="en-US" sz="1050" b="1">
                <a:solidFill>
                  <a:schemeClr val="accent2"/>
                </a:solidFill>
              </a:rPr>
              <a:t>Hand out</a:t>
            </a:r>
            <a:r>
              <a:rPr lang="en-US" sz="1050">
                <a:solidFill>
                  <a:schemeClr val="accent2"/>
                </a:solidFill>
              </a:rPr>
              <a:t> </a:t>
            </a:r>
            <a:fld id="{C92BABF8-1341-4DCB-864A-D83C08BEEAE4}" type="slidenum">
              <a:rPr lang="en-US" sz="1050" smtClean="0"/>
              <a:t>‹#›</a:t>
            </a:fld>
            <a:endParaRPr lang="en-US" sz="1050"/>
          </a:p>
        </p:txBody>
      </p:sp>
      <p:pic>
        <p:nvPicPr>
          <p:cNvPr id="6" name="Siemens logo">
            <a:extLst>
              <a:ext uri="{FF2B5EF4-FFF2-40B4-BE49-F238E27FC236}">
                <a16:creationId xmlns:a16="http://schemas.microsoft.com/office/drawing/2014/main" id="{C5A460D9-E760-498F-8A06-286EB0B001C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27904" y="597943"/>
            <a:ext cx="1141867" cy="198845"/>
          </a:xfrm>
          <a:prstGeom prst="rect">
            <a:avLst/>
          </a:prstGeom>
        </p:spPr>
      </p:pic>
    </p:spTree>
    <p:extLst>
      <p:ext uri="{BB962C8B-B14F-4D97-AF65-F5344CB8AC3E}">
        <p14:creationId xmlns:p14="http://schemas.microsoft.com/office/powerpoint/2010/main" val="1359783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4324820" cy="390813"/>
          </a:xfrm>
          <a:prstGeom prst="rect">
            <a:avLst/>
          </a:prstGeom>
        </p:spPr>
        <p:txBody>
          <a:bodyPr vert="horz" lIns="91440" tIns="45720" rIns="91440" bIns="45720" rtlCol="0"/>
          <a:lstStyle>
            <a:lvl1pPr algn="l">
              <a:defRPr sz="1050" b="1"/>
            </a:lvl1pPr>
          </a:lstStyle>
          <a:p>
            <a:endParaRPr lang="en-US"/>
          </a:p>
        </p:txBody>
      </p:sp>
      <p:sp>
        <p:nvSpPr>
          <p:cNvPr id="3" name="Date"/>
          <p:cNvSpPr>
            <a:spLocks noGrp="1"/>
          </p:cNvSpPr>
          <p:nvPr>
            <p:ph type="dt" idx="1"/>
          </p:nvPr>
        </p:nvSpPr>
        <p:spPr>
          <a:xfrm>
            <a:off x="5042055" y="0"/>
            <a:ext cx="1755620" cy="390813"/>
          </a:xfrm>
          <a:prstGeom prst="rect">
            <a:avLst/>
          </a:prstGeom>
        </p:spPr>
        <p:txBody>
          <a:bodyPr vert="horz" lIns="91440" tIns="45720" rIns="91440" bIns="45720" rtlCol="0"/>
          <a:lstStyle>
            <a:lvl1pPr algn="r">
              <a:defRPr sz="1050"/>
            </a:lvl1pPr>
          </a:lstStyle>
          <a:p>
            <a:fld id="{76FBC1AF-E4C9-412F-9B6D-66CD520F95DB}" type="datetimeFigureOut">
              <a:rPr lang="en-US" smtClean="0"/>
              <a:pPr/>
              <a:t>1/31/2025</a:t>
            </a:fld>
            <a:endParaRPr lang="en-US"/>
          </a:p>
        </p:txBody>
      </p:sp>
      <p:sp>
        <p:nvSpPr>
          <p:cNvPr id="4" name="Slide Image Placeholder"/>
          <p:cNvSpPr>
            <a:spLocks noGrp="1" noRot="1" noChangeAspect="1"/>
          </p:cNvSpPr>
          <p:nvPr>
            <p:ph type="sldImg" idx="2"/>
          </p:nvPr>
        </p:nvSpPr>
        <p:spPr>
          <a:xfrm>
            <a:off x="117475" y="671513"/>
            <a:ext cx="6565900" cy="36941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p:cNvSpPr>
            <a:spLocks noGrp="1"/>
          </p:cNvSpPr>
          <p:nvPr>
            <p:ph type="body" sz="quarter" idx="3"/>
          </p:nvPr>
        </p:nvSpPr>
        <p:spPr>
          <a:xfrm>
            <a:off x="403222" y="4967227"/>
            <a:ext cx="5994800" cy="429893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 level</a:t>
            </a:r>
          </a:p>
          <a:p>
            <a:pPr lvl="8"/>
            <a:r>
              <a:rPr lang="en-US"/>
              <a:t>Ninth level</a:t>
            </a:r>
          </a:p>
        </p:txBody>
      </p:sp>
      <p:sp>
        <p:nvSpPr>
          <p:cNvPr id="6" name="Footer Placeholder"/>
          <p:cNvSpPr>
            <a:spLocks noGrp="1"/>
          </p:cNvSpPr>
          <p:nvPr>
            <p:ph type="ftr" sz="quarter" idx="4"/>
          </p:nvPr>
        </p:nvSpPr>
        <p:spPr>
          <a:xfrm>
            <a:off x="0" y="9535825"/>
            <a:ext cx="4324820" cy="390813"/>
          </a:xfrm>
          <a:prstGeom prst="rect">
            <a:avLst/>
          </a:prstGeom>
        </p:spPr>
        <p:txBody>
          <a:bodyPr vert="horz" lIns="91440" tIns="45720" rIns="91440" bIns="45720" rtlCol="0" anchor="b"/>
          <a:lstStyle>
            <a:lvl1pPr algn="l">
              <a:defRPr sz="1050"/>
            </a:lvl1pPr>
          </a:lstStyle>
          <a:p>
            <a:endParaRPr lang="en-US"/>
          </a:p>
        </p:txBody>
      </p:sp>
      <p:sp>
        <p:nvSpPr>
          <p:cNvPr id="7" name="Slide Number Placeholder"/>
          <p:cNvSpPr>
            <a:spLocks noGrp="1"/>
          </p:cNvSpPr>
          <p:nvPr>
            <p:ph type="sldNum" sz="quarter" idx="5"/>
          </p:nvPr>
        </p:nvSpPr>
        <p:spPr>
          <a:xfrm>
            <a:off x="5042055" y="9535825"/>
            <a:ext cx="1755620" cy="390813"/>
          </a:xfrm>
          <a:prstGeom prst="rect">
            <a:avLst/>
          </a:prstGeom>
        </p:spPr>
        <p:txBody>
          <a:bodyPr vert="horz" lIns="91440" tIns="45720" rIns="91440" bIns="45720" rtlCol="0" anchor="b"/>
          <a:lstStyle>
            <a:lvl1pPr algn="r">
              <a:defRPr sz="1050"/>
            </a:lvl1pPr>
          </a:lstStyle>
          <a:p>
            <a:r>
              <a:rPr lang="en-US" b="1">
                <a:solidFill>
                  <a:schemeClr val="accent2"/>
                </a:solidFill>
              </a:rPr>
              <a:t>Notes</a:t>
            </a:r>
            <a:r>
              <a:rPr lang="en-US"/>
              <a:t> </a:t>
            </a:r>
            <a:fld id="{E76C657F-0E32-4130-ADDA-66B81138A76A}" type="slidenum">
              <a:rPr lang="en-US" smtClean="0"/>
              <a:pPr/>
              <a:t>‹#›</a:t>
            </a:fld>
            <a:endParaRPr lang="en-US"/>
          </a:p>
        </p:txBody>
      </p:sp>
    </p:spTree>
    <p:extLst>
      <p:ext uri="{BB962C8B-B14F-4D97-AF65-F5344CB8AC3E}">
        <p14:creationId xmlns:p14="http://schemas.microsoft.com/office/powerpoint/2010/main" val="527306072"/>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600"/>
      </a:spcAft>
      <a:defRPr sz="1200" kern="1200">
        <a:solidFill>
          <a:schemeClr val="tx1"/>
        </a:solidFill>
        <a:latin typeface="+mn-lt"/>
        <a:ea typeface="+mn-ea"/>
        <a:cs typeface="+mn-cs"/>
      </a:defRPr>
    </a:lvl1pPr>
    <a:lvl2pPr marL="14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2pPr>
    <a:lvl3pPr marL="28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3pPr>
    <a:lvl4pPr marL="43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576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6pPr>
    <a:lvl7pPr marL="86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7pPr>
    <a:lvl8pPr marL="100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8pPr>
    <a:lvl9pPr marL="115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7F59A-9F59-AC6B-870D-4493CFD10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875F8-8749-9697-005A-14A3EFD7E304}"/>
              </a:ext>
            </a:extLst>
          </p:cNvPr>
          <p:cNvSpPr>
            <a:spLocks noGrp="1" noRot="1" noChangeAspect="1"/>
          </p:cNvSpPr>
          <p:nvPr>
            <p:ph type="sldImg"/>
          </p:nvPr>
        </p:nvSpPr>
        <p:spPr>
          <a:xfrm>
            <a:off x="117475" y="671513"/>
            <a:ext cx="6565900" cy="3694112"/>
          </a:xfrm>
        </p:spPr>
      </p:sp>
      <p:sp>
        <p:nvSpPr>
          <p:cNvPr id="3" name="Notes Placeholder 2">
            <a:extLst>
              <a:ext uri="{FF2B5EF4-FFF2-40B4-BE49-F238E27FC236}">
                <a16:creationId xmlns:a16="http://schemas.microsoft.com/office/drawing/2014/main" id="{4933B682-08F9-957B-E87E-64758B871A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380847-ABAD-A86C-092F-970CEE44536E}"/>
              </a:ext>
            </a:extLst>
          </p:cNvPr>
          <p:cNvSpPr>
            <a:spLocks noGrp="1"/>
          </p:cNvSpPr>
          <p:nvPr>
            <p:ph type="sldNum" sz="quarter" idx="5"/>
          </p:nvPr>
        </p:nvSpPr>
        <p:spPr/>
        <p:txBody>
          <a:bodyPr/>
          <a:lstStyle/>
          <a:p>
            <a:fld id="{9E16B14C-4943-4A40-B48C-A2993C4E91E2}" type="slidenum">
              <a:rPr lang="en-US" smtClean="0"/>
              <a:t>3</a:t>
            </a:fld>
            <a:endParaRPr lang="en-US"/>
          </a:p>
        </p:txBody>
      </p:sp>
    </p:spTree>
    <p:extLst>
      <p:ext uri="{BB962C8B-B14F-4D97-AF65-F5344CB8AC3E}">
        <p14:creationId xmlns:p14="http://schemas.microsoft.com/office/powerpoint/2010/main" val="3676096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6</a:t>
            </a:fld>
            <a:endParaRPr lang="en-US"/>
          </a:p>
        </p:txBody>
      </p:sp>
    </p:spTree>
    <p:extLst>
      <p:ext uri="{BB962C8B-B14F-4D97-AF65-F5344CB8AC3E}">
        <p14:creationId xmlns:p14="http://schemas.microsoft.com/office/powerpoint/2010/main" val="4254183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F2272A1B-E576-4803-93C7-FA8F3DA105A5}" type="slidenum">
              <a:rPr lang="en-US" smtClean="0"/>
              <a:t>9</a:t>
            </a:fld>
            <a:endParaRPr lang="en-US"/>
          </a:p>
        </p:txBody>
      </p:sp>
    </p:spTree>
    <p:extLst>
      <p:ext uri="{BB962C8B-B14F-4D97-AF65-F5344CB8AC3E}">
        <p14:creationId xmlns:p14="http://schemas.microsoft.com/office/powerpoint/2010/main" val="650932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42D7C-A6FA-2A14-10A3-369E0D638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2487A-6B86-F7AE-E5EB-7C3C5F0E3914}"/>
              </a:ext>
            </a:extLst>
          </p:cNvPr>
          <p:cNvSpPr>
            <a:spLocks noGrp="1" noRot="1" noChangeAspect="1"/>
          </p:cNvSpPr>
          <p:nvPr>
            <p:ph type="sldImg"/>
          </p:nvPr>
        </p:nvSpPr>
        <p:spPr>
          <a:xfrm>
            <a:off x="117475" y="671513"/>
            <a:ext cx="6565900" cy="3694112"/>
          </a:xfrm>
        </p:spPr>
      </p:sp>
      <p:sp>
        <p:nvSpPr>
          <p:cNvPr id="3" name="Notes Placeholder 2">
            <a:extLst>
              <a:ext uri="{FF2B5EF4-FFF2-40B4-BE49-F238E27FC236}">
                <a16:creationId xmlns:a16="http://schemas.microsoft.com/office/drawing/2014/main" id="{27291E84-2B3D-7766-C958-8A1E8742D6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F4AF0E-F176-F767-071D-7B901616C840}"/>
              </a:ext>
            </a:extLst>
          </p:cNvPr>
          <p:cNvSpPr>
            <a:spLocks noGrp="1"/>
          </p:cNvSpPr>
          <p:nvPr>
            <p:ph type="sldNum" sz="quarter" idx="5"/>
          </p:nvPr>
        </p:nvSpPr>
        <p:spPr/>
        <p:txBody>
          <a:bodyPr/>
          <a:lstStyle/>
          <a:p>
            <a:fld id="{9E16B14C-4943-4A40-B48C-A2993C4E91E2}" type="slidenum">
              <a:rPr lang="en-US" smtClean="0"/>
              <a:t>12</a:t>
            </a:fld>
            <a:endParaRPr lang="en-US"/>
          </a:p>
        </p:txBody>
      </p:sp>
    </p:spTree>
    <p:extLst>
      <p:ext uri="{BB962C8B-B14F-4D97-AF65-F5344CB8AC3E}">
        <p14:creationId xmlns:p14="http://schemas.microsoft.com/office/powerpoint/2010/main" val="1030461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13</a:t>
            </a:fld>
            <a:endParaRPr lang="en-US"/>
          </a:p>
        </p:txBody>
      </p:sp>
    </p:spTree>
    <p:extLst>
      <p:ext uri="{BB962C8B-B14F-4D97-AF65-F5344CB8AC3E}">
        <p14:creationId xmlns:p14="http://schemas.microsoft.com/office/powerpoint/2010/main" val="2787522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348CA-C139-4D3F-A115-F1F41DF24A12}"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9827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348CA-C139-4D3F-A115-F1F41DF24A12}"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6914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21</a:t>
            </a:fld>
            <a:endParaRPr lang="en-US"/>
          </a:p>
        </p:txBody>
      </p:sp>
    </p:spTree>
    <p:extLst>
      <p:ext uri="{BB962C8B-B14F-4D97-AF65-F5344CB8AC3E}">
        <p14:creationId xmlns:p14="http://schemas.microsoft.com/office/powerpoint/2010/main" val="3319855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994BD-BFCD-1DEE-410E-2DA378DA3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4DE81-CD32-C12E-5E72-97E747C8B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C0CBF-F73E-FCD9-550B-E5EDE47483CA}"/>
              </a:ext>
            </a:extLst>
          </p:cNvPr>
          <p:cNvSpPr>
            <a:spLocks noGrp="1"/>
          </p:cNvSpPr>
          <p:nvPr>
            <p:ph type="body" idx="1"/>
          </p:nvPr>
        </p:nvSpPr>
        <p:spPr/>
        <p:txBody>
          <a:bodyPr/>
          <a:lstStyle/>
          <a:p>
            <a:endParaRPr lang="en-DE"/>
          </a:p>
        </p:txBody>
      </p:sp>
      <p:sp>
        <p:nvSpPr>
          <p:cNvPr id="4" name="Slide Number Placeholder 3">
            <a:extLst>
              <a:ext uri="{FF2B5EF4-FFF2-40B4-BE49-F238E27FC236}">
                <a16:creationId xmlns:a16="http://schemas.microsoft.com/office/drawing/2014/main" id="{DDC3BB6C-72F1-55D2-E220-6172DCF986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348CA-C139-4D3F-A115-F1F41DF24A12}"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84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348CA-C139-4D3F-A115-F1F41DF24A12}"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983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348CA-C139-4D3F-A115-F1F41DF24A12}"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9827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D375F-FF12-9D9F-8D96-092E9A6E83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2FA72-FD2D-D01B-12E8-C338879027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B405D-60C8-2291-81C7-76EBD2D3816F}"/>
              </a:ext>
            </a:extLst>
          </p:cNvPr>
          <p:cNvSpPr>
            <a:spLocks noGrp="1"/>
          </p:cNvSpPr>
          <p:nvPr>
            <p:ph type="body" idx="1"/>
          </p:nvPr>
        </p:nvSpPr>
        <p:spPr/>
        <p:txBody>
          <a:bodyPr/>
          <a:lstStyle/>
          <a:p>
            <a:endParaRPr lang="en-DE"/>
          </a:p>
        </p:txBody>
      </p:sp>
      <p:sp>
        <p:nvSpPr>
          <p:cNvPr id="4" name="Slide Number Placeholder 3">
            <a:extLst>
              <a:ext uri="{FF2B5EF4-FFF2-40B4-BE49-F238E27FC236}">
                <a16:creationId xmlns:a16="http://schemas.microsoft.com/office/drawing/2014/main" id="{2A3EC346-322C-94E9-F2B5-03587C192B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348CA-C139-4D3F-A115-F1F41DF24A12}"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94966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7BD3-4249-DE1D-1B5F-2E77CEAAB2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14196-95EB-0BD3-0D78-F54B992F825F}"/>
              </a:ext>
            </a:extLst>
          </p:cNvPr>
          <p:cNvSpPr>
            <a:spLocks noGrp="1" noRot="1" noChangeAspect="1"/>
          </p:cNvSpPr>
          <p:nvPr>
            <p:ph type="sldImg"/>
          </p:nvPr>
        </p:nvSpPr>
        <p:spPr>
          <a:xfrm>
            <a:off x="117475" y="671513"/>
            <a:ext cx="6565900" cy="3694112"/>
          </a:xfrm>
        </p:spPr>
      </p:sp>
      <p:sp>
        <p:nvSpPr>
          <p:cNvPr id="3" name="Notes Placeholder 2">
            <a:extLst>
              <a:ext uri="{FF2B5EF4-FFF2-40B4-BE49-F238E27FC236}">
                <a16:creationId xmlns:a16="http://schemas.microsoft.com/office/drawing/2014/main" id="{0AC333C1-EBD6-4F7C-A400-0C0B36AA45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90E5F9-6BD0-1BB4-8BDA-286F2BC90114}"/>
              </a:ext>
            </a:extLst>
          </p:cNvPr>
          <p:cNvSpPr>
            <a:spLocks noGrp="1"/>
          </p:cNvSpPr>
          <p:nvPr>
            <p:ph type="sldNum" sz="quarter" idx="5"/>
          </p:nvPr>
        </p:nvSpPr>
        <p:spPr/>
        <p:txBody>
          <a:bodyPr/>
          <a:lstStyle/>
          <a:p>
            <a:fld id="{9E16B14C-4943-4A40-B48C-A2993C4E91E2}" type="slidenum">
              <a:rPr lang="en-US" smtClean="0"/>
              <a:t>27</a:t>
            </a:fld>
            <a:endParaRPr lang="en-US"/>
          </a:p>
        </p:txBody>
      </p:sp>
    </p:spTree>
    <p:extLst>
      <p:ext uri="{BB962C8B-B14F-4D97-AF65-F5344CB8AC3E}">
        <p14:creationId xmlns:p14="http://schemas.microsoft.com/office/powerpoint/2010/main" val="3524630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7DE3B-739D-72BD-FBC5-0B28DB1C6A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C0AFDD-E5A2-2B79-632E-DE6EB7E1469B}"/>
              </a:ext>
            </a:extLst>
          </p:cNvPr>
          <p:cNvSpPr>
            <a:spLocks noGrp="1" noRot="1" noChangeAspect="1"/>
          </p:cNvSpPr>
          <p:nvPr>
            <p:ph type="sldImg"/>
          </p:nvPr>
        </p:nvSpPr>
        <p:spPr>
          <a:xfrm>
            <a:off x="117475" y="671513"/>
            <a:ext cx="6565900" cy="3694112"/>
          </a:xfrm>
        </p:spPr>
      </p:sp>
      <p:sp>
        <p:nvSpPr>
          <p:cNvPr id="3" name="Notes Placeholder 2">
            <a:extLst>
              <a:ext uri="{FF2B5EF4-FFF2-40B4-BE49-F238E27FC236}">
                <a16:creationId xmlns:a16="http://schemas.microsoft.com/office/drawing/2014/main" id="{634BBAB8-28BF-FD41-CEC1-34B33578C5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C3A78A-A40C-7921-5C7E-36EE14064127}"/>
              </a:ext>
            </a:extLst>
          </p:cNvPr>
          <p:cNvSpPr>
            <a:spLocks noGrp="1"/>
          </p:cNvSpPr>
          <p:nvPr>
            <p:ph type="sldNum" sz="quarter" idx="5"/>
          </p:nvPr>
        </p:nvSpPr>
        <p:spPr/>
        <p:txBody>
          <a:bodyPr/>
          <a:lstStyle/>
          <a:p>
            <a:fld id="{9E16B14C-4943-4A40-B48C-A2993C4E91E2}" type="slidenum">
              <a:rPr lang="en-US" smtClean="0"/>
              <a:t>29</a:t>
            </a:fld>
            <a:endParaRPr lang="en-US"/>
          </a:p>
        </p:txBody>
      </p:sp>
    </p:spTree>
    <p:extLst>
      <p:ext uri="{BB962C8B-B14F-4D97-AF65-F5344CB8AC3E}">
        <p14:creationId xmlns:p14="http://schemas.microsoft.com/office/powerpoint/2010/main" val="756123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19125"/>
            <a:ext cx="6048375" cy="3402013"/>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30</a:t>
            </a:fld>
            <a:endParaRPr lang="en-US"/>
          </a:p>
        </p:txBody>
      </p:sp>
    </p:spTree>
    <p:extLst>
      <p:ext uri="{BB962C8B-B14F-4D97-AF65-F5344CB8AC3E}">
        <p14:creationId xmlns:p14="http://schemas.microsoft.com/office/powerpoint/2010/main" val="24856106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19125"/>
            <a:ext cx="6048375" cy="340201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434DAF-1810-471E-9F43-C07090D7FCE9}" type="slidenum">
              <a:rPr kumimoji="0" lang="de-CH"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CH"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509340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348CA-C139-4D3F-A115-F1F41DF24A12}"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21819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0.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0.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0.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6.jpe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6.jpe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6.jpe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6.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9.svg"/><Relationship Id="rId2" Type="http://schemas.openxmlformats.org/officeDocument/2006/relationships/slideMaster" Target="../slideMasters/slideMaster3.xml"/><Relationship Id="rId1" Type="http://schemas.openxmlformats.org/officeDocument/2006/relationships/tags" Target="../tags/tag23.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3.xml"/><Relationship Id="rId1" Type="http://schemas.openxmlformats.org/officeDocument/2006/relationships/tags" Target="../tags/tag2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2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3.xml"/><Relationship Id="rId1" Type="http://schemas.openxmlformats.org/officeDocument/2006/relationships/tags" Target="../tags/tag2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19.png"/><Relationship Id="rId2" Type="http://schemas.openxmlformats.org/officeDocument/2006/relationships/slideMaster" Target="../slideMasters/slideMaster3.xml"/><Relationship Id="rId1" Type="http://schemas.openxmlformats.org/officeDocument/2006/relationships/tags" Target="../tags/tag2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0.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3.xml"/><Relationship Id="rId1" Type="http://schemas.openxmlformats.org/officeDocument/2006/relationships/tags" Target="../tags/tag2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8.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29.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30.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0.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3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31.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3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32.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3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3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3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35.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3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3.xml"/><Relationship Id="rId1" Type="http://schemas.openxmlformats.org/officeDocument/2006/relationships/tags" Target="../tags/tag3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37.bin"/><Relationship Id="rId7"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38.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vert="horz"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Governance Foundation Roll-out Management | P2P</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70DE8838-31D9-C642-DEB4-3F58514298C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24681878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Governance Foundation Roll-out Management | P2P</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5C1C3F67-382F-07D6-EE21-C5965BF300A1}"/>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42206162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6FD70AD7-1356-4F56-BCF5-60206B8893D8}"/>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Governance Foundation Roll-out Management | P2P</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1D6035DC-0382-A35D-A6CF-1C926020B37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24310594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BC751AD9-F368-4030-BEF3-878CBEED0E5B}"/>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Governance Foundation Roll-out Management | P2P</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987E51E3-72A3-7AAC-F3CF-18EEC80FCCCB}"/>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27299624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2024 | SHERPA X | Governance Foundation Roll-out Management | P2P</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0800908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a:t>Restricted | © Siemens 2024 | SHERPA X | Governance Foundation Roll-out Management | P2P</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647319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title color 80pt">
    <p:bg>
      <p:bgPr>
        <a:blipFill>
          <a:blip r:embed="rId2"/>
          <a:stretch>
            <a:fillRect/>
          </a:stretch>
        </a:blip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63233F74-64E2-979F-AE77-CCDE0519D42E}"/>
              </a:ext>
            </a:extLst>
          </p:cNvPr>
          <p:cNvSpPr/>
          <p:nvPr userDrawn="1"/>
        </p:nvSpPr>
        <p:spPr>
          <a:xfrm>
            <a:off x="0" y="0"/>
            <a:ext cx="12192000" cy="6858000"/>
          </a:xfrm>
          <a:prstGeom prst="rect">
            <a:avLst/>
          </a:prstGeom>
          <a:solidFill>
            <a:srgbClr val="00002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bg1"/>
              </a:solidFill>
            </a:endParaRPr>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bg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2024 | SHERPA X | Governance Foundation Roll-out Management | P2P</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8" name="Siemens Logo" descr="Siemens logo">
            <a:extLst>
              <a:ext uri="{FF2B5EF4-FFF2-40B4-BE49-F238E27FC236}">
                <a16:creationId xmlns:a16="http://schemas.microsoft.com/office/drawing/2014/main" id="{749F11AA-3049-C6CE-38C7-1170C944F85B}"/>
              </a:ext>
              <a:ext uri="{C183D7F6-B498-43B3-948B-1728B52AA6E4}">
                <adec:decorative xmlns:adec="http://schemas.microsoft.com/office/drawing/2017/decorative" val="0"/>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36992787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title color 60p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bg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bg1"/>
                </a:solidFill>
              </a:defRPr>
            </a:lvl1pPr>
          </a:lstStyle>
          <a:p>
            <a:r>
              <a:rPr lang="en-US"/>
              <a:t>Restricted | © Siemens 2024 | SHERPA X | Governance Foundation Roll-out Management | P2P</a:t>
            </a:r>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2" name="Siemens Logo" descr="Siemens logo">
            <a:extLst>
              <a:ext uri="{FF2B5EF4-FFF2-40B4-BE49-F238E27FC236}">
                <a16:creationId xmlns:a16="http://schemas.microsoft.com/office/drawing/2014/main" id="{4CB67303-6251-0F53-7616-F4295E0D418E}"/>
              </a:ext>
              <a:ext uri="{C183D7F6-B498-43B3-948B-1728B52AA6E4}">
                <adec:decorative xmlns:adec="http://schemas.microsoft.com/office/drawing/2017/decorative" val="0"/>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42435878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title color 40pt">
    <p:bg>
      <p:bgPr>
        <a:solidFill>
          <a:srgbClr val="000028"/>
        </a:solid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bg1"/>
                </a:solidFill>
              </a:defRPr>
            </a:lvl1pPr>
          </a:lstStyle>
          <a:p>
            <a:r>
              <a:rPr lang="en-US"/>
              <a:t>Chapter divider, </a:t>
            </a:r>
            <a:br>
              <a:rPr lang="en-US"/>
            </a:br>
            <a:r>
              <a:rPr lang="en-US"/>
              <a:t>Arial Regular, 40 </a:t>
            </a:r>
            <a:r>
              <a:rPr lang="en-US" err="1"/>
              <a:t>pt</a:t>
            </a:r>
            <a:r>
              <a:rPr lang="en-US"/>
              <a:t>, </a:t>
            </a:r>
            <a:br>
              <a:rPr lang="en-US"/>
            </a:br>
            <a:r>
              <a:rPr lang="en-US"/>
              <a:t>extra long headlines,</a:t>
            </a:r>
            <a:br>
              <a:rPr lang="en-US"/>
            </a:br>
            <a:r>
              <a:rPr lang="en-US"/>
              <a:t>4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lvl1pPr>
              <a:defRPr>
                <a:solidFill>
                  <a:schemeClr val="bg1"/>
                </a:solidFill>
              </a:defRPr>
            </a:lvl1pPr>
          </a:lstStyle>
          <a:p>
            <a:r>
              <a:rPr lang="en-US"/>
              <a:t>Restricted | © Siemens 2024 | SHERPA X | Governance Foundation Roll-out Management | P2P</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2" name="Siemens Logo" descr="Siemens logo">
            <a:extLst>
              <a:ext uri="{FF2B5EF4-FFF2-40B4-BE49-F238E27FC236}">
                <a16:creationId xmlns:a16="http://schemas.microsoft.com/office/drawing/2014/main" id="{093F1C66-A27F-2AB3-F693-F2ACB9A2476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Tree>
    <p:extLst>
      <p:ext uri="{BB962C8B-B14F-4D97-AF65-F5344CB8AC3E}">
        <p14:creationId xmlns:p14="http://schemas.microsoft.com/office/powerpoint/2010/main" val="24632415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ex / Agenda ligh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C483EF4-B0F3-9DF8-929C-E73101064F1B}"/>
              </a:ext>
            </a:extLst>
          </p:cNvPr>
          <p:cNvGraphicFramePr>
            <a:graphicFrameLocks noChangeAspect="1"/>
          </p:cNvGraphicFramePr>
          <p:nvPr userDrawn="1">
            <p:custDataLst>
              <p:tags r:id="rId1"/>
            </p:custDataLst>
            <p:extLst>
              <p:ext uri="{D42A27DB-BD31-4B8C-83A1-F6EECF244321}">
                <p14:modId xmlns:p14="http://schemas.microsoft.com/office/powerpoint/2010/main" val="1680427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EC483EF4-B0F3-9DF8-929C-E73101064F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482900" cy="576000"/>
          </a:xfrm>
        </p:spPr>
        <p:txBody>
          <a:bodyPr vert="horz"/>
          <a:lstStyle>
            <a:lvl1pPr>
              <a:defRPr>
                <a:solidFill>
                  <a:srgbClr val="000028"/>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7199311" cy="4751387"/>
          </a:xfrm>
        </p:spPr>
        <p:txBody>
          <a:bodyPr/>
          <a:lstStyle>
            <a:lvl1pPr defTabSz="360000">
              <a:spcAft>
                <a:spcPts val="900"/>
              </a:spcAft>
              <a:buClr>
                <a:srgbClr val="00BEDC"/>
              </a:buClr>
              <a:tabLst>
                <a:tab pos="7200000" algn="r"/>
              </a:tabLst>
              <a:defRPr/>
            </a:lvl1pPr>
            <a:lvl2pPr defTabSz="360000">
              <a:spcAft>
                <a:spcPts val="900"/>
              </a:spcAft>
              <a:buClr>
                <a:srgbClr val="00BEDC"/>
              </a:buClr>
              <a:tabLst>
                <a:tab pos="7200000" algn="r"/>
              </a:tabLst>
              <a:defRPr/>
            </a:lvl2pPr>
            <a:lvl3pPr marL="180000" defTabSz="360000">
              <a:spcAft>
                <a:spcPts val="900"/>
              </a:spcAft>
              <a:buClr>
                <a:srgbClr val="00BEDC"/>
              </a:buClr>
              <a:tabLst>
                <a:tab pos="7200000" algn="r"/>
              </a:tabLst>
              <a:defRPr b="1"/>
            </a:lvl3pPr>
            <a:lvl4pPr marL="360000" defTabSz="360000">
              <a:spcAft>
                <a:spcPts val="900"/>
              </a:spcAft>
              <a:buClr>
                <a:srgbClr val="00BEDC"/>
              </a:buClr>
              <a:tabLst>
                <a:tab pos="7200000" algn="r"/>
              </a:tabLst>
              <a:defRPr/>
            </a:lvl4pPr>
            <a:lvl5pPr marL="360000" defTabSz="360000">
              <a:spcAft>
                <a:spcPts val="900"/>
              </a:spcAft>
              <a:buClr>
                <a:srgbClr val="00BEDC"/>
              </a:buClr>
              <a:tabLst>
                <a:tab pos="7200000" algn="r"/>
              </a:tabLst>
              <a:defRPr b="1"/>
            </a:lvl5pPr>
            <a:lvl6pPr marL="180000" defTabSz="360000">
              <a:spcAft>
                <a:spcPts val="600"/>
              </a:spcAft>
              <a:buClr>
                <a:srgbClr val="00BEDC"/>
              </a:buClr>
              <a:tabLst>
                <a:tab pos="7200000" algn="r"/>
              </a:tabLst>
              <a:defRPr sz="1600"/>
            </a:lvl6pPr>
            <a:lvl7pPr marL="180000" defTabSz="360000">
              <a:spcAft>
                <a:spcPts val="600"/>
              </a:spcAft>
              <a:buClr>
                <a:srgbClr val="00BEDC"/>
              </a:buClr>
              <a:tabLst>
                <a:tab pos="7200000" algn="r"/>
              </a:tabLst>
              <a:defRPr sz="1600" b="1"/>
            </a:lvl7pPr>
            <a:lvl8pPr marL="360000" defTabSz="360000">
              <a:spcAft>
                <a:spcPts val="600"/>
              </a:spcAft>
              <a:buClr>
                <a:srgbClr val="00BEDC"/>
              </a:buClr>
              <a:tabLst>
                <a:tab pos="7200000" algn="r"/>
              </a:tabLst>
              <a:defRPr sz="1600"/>
            </a:lvl8pPr>
            <a:lvl9pPr marL="360000" defTabSz="360000">
              <a:spcAft>
                <a:spcPts val="600"/>
              </a:spcAft>
              <a:buClr>
                <a:srgbClr val="00BEDC"/>
              </a:buClr>
              <a:tabLst>
                <a:tab pos="720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Governance Foundation Roll-out Management | P2P</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4188266721"/>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20" pos="4794">
          <p15:clr>
            <a:srgbClr val="65CE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dex / Agenda dark">
    <p:bg>
      <p:bgRef idx="1001">
        <a:schemeClr val="bg2"/>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7FD5AAC-7932-3045-AD0F-BFF2BFCC2739}"/>
              </a:ext>
            </a:extLst>
          </p:cNvPr>
          <p:cNvGraphicFramePr>
            <a:graphicFrameLocks noChangeAspect="1"/>
          </p:cNvGraphicFramePr>
          <p:nvPr userDrawn="1">
            <p:custDataLst>
              <p:tags r:id="rId1"/>
            </p:custDataLst>
            <p:extLst>
              <p:ext uri="{D42A27DB-BD31-4B8C-83A1-F6EECF244321}">
                <p14:modId xmlns:p14="http://schemas.microsoft.com/office/powerpoint/2010/main" val="37099016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6" name="Object 5" hidden="1">
                        <a:extLst>
                          <a:ext uri="{FF2B5EF4-FFF2-40B4-BE49-F238E27FC236}">
                            <a16:creationId xmlns:a16="http://schemas.microsoft.com/office/drawing/2014/main" id="{07FD5AAC-7932-3045-AD0F-BFF2BFCC27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482900" cy="576000"/>
          </a:xfrm>
        </p:spPr>
        <p:txBody>
          <a:bodyPr vert="horz"/>
          <a:lstStyle>
            <a:lvl1pPr>
              <a:defRPr>
                <a:solidFill>
                  <a:schemeClr val="tx1"/>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5903912" cy="4751387"/>
          </a:xfrm>
        </p:spPr>
        <p:txBody>
          <a:bodyPr/>
          <a:lstStyle>
            <a:lvl1pPr>
              <a:spcAft>
                <a:spcPts val="900"/>
              </a:spcAft>
              <a:tabLst>
                <a:tab pos="5902325" algn="r"/>
              </a:tabLst>
              <a:defRPr/>
            </a:lvl1pPr>
            <a:lvl2pPr>
              <a:spcAft>
                <a:spcPts val="900"/>
              </a:spcAft>
              <a:buClr>
                <a:schemeClr val="tx1"/>
              </a:buClr>
              <a:tabLst>
                <a:tab pos="5902325" algn="r"/>
              </a:tabLst>
              <a:defRPr/>
            </a:lvl2pPr>
            <a:lvl3pPr marL="180000">
              <a:spcAft>
                <a:spcPts val="900"/>
              </a:spcAft>
              <a:buClr>
                <a:schemeClr val="tx1"/>
              </a:buClr>
              <a:tabLst>
                <a:tab pos="5902325" algn="r"/>
              </a:tabLst>
              <a:defRPr b="1"/>
            </a:lvl3pPr>
            <a:lvl4pPr marL="360000">
              <a:spcAft>
                <a:spcPts val="900"/>
              </a:spcAft>
              <a:buClr>
                <a:schemeClr val="tx1"/>
              </a:buClr>
              <a:tabLst>
                <a:tab pos="5902325" algn="r"/>
              </a:tabLst>
              <a:defRPr/>
            </a:lvl4pPr>
            <a:lvl5pPr marL="360000">
              <a:spcAft>
                <a:spcPts val="900"/>
              </a:spcAft>
              <a:buClr>
                <a:schemeClr val="tx1"/>
              </a:buClr>
              <a:tabLst>
                <a:tab pos="5902325" algn="r"/>
              </a:tabLst>
              <a:defRPr b="1"/>
            </a:lvl5pPr>
            <a:lvl6pPr marL="180000">
              <a:spcAft>
                <a:spcPts val="600"/>
              </a:spcAft>
              <a:buClr>
                <a:schemeClr val="tx1"/>
              </a:buClr>
              <a:tabLst>
                <a:tab pos="5902325" algn="r"/>
              </a:tabLst>
              <a:defRPr sz="1600"/>
            </a:lvl6pPr>
            <a:lvl7pPr marL="180000">
              <a:spcAft>
                <a:spcPts val="600"/>
              </a:spcAft>
              <a:buClr>
                <a:schemeClr val="tx1"/>
              </a:buClr>
              <a:tabLst>
                <a:tab pos="5902325" algn="r"/>
              </a:tabLst>
              <a:defRPr sz="1600" b="1"/>
            </a:lvl7pPr>
            <a:lvl8pPr marL="360000">
              <a:spcAft>
                <a:spcPts val="600"/>
              </a:spcAft>
              <a:buClr>
                <a:schemeClr val="tx1"/>
              </a:buClr>
              <a:tabLst>
                <a:tab pos="5902325" algn="r"/>
              </a:tabLst>
              <a:defRPr sz="1600"/>
            </a:lvl8pPr>
            <a:lvl9pPr marL="360000">
              <a:spcAft>
                <a:spcPts val="600"/>
              </a:spcAft>
              <a:buClr>
                <a:schemeClr val="tx1"/>
              </a:buClr>
              <a:tabLst>
                <a:tab pos="5902325"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2" descr="Agenda text frame">
            <a:extLst>
              <a:ext uri="{FF2B5EF4-FFF2-40B4-BE49-F238E27FC236}">
                <a16:creationId xmlns:a16="http://schemas.microsoft.com/office/drawing/2014/main" id="{F3AAF44F-3461-47E2-8680-A8CD08522059}"/>
              </a:ext>
            </a:extLst>
          </p:cNvPr>
          <p:cNvSpPr>
            <a:spLocks noGrp="1"/>
          </p:cNvSpPr>
          <p:nvPr>
            <p:ph type="body" sz="quarter" idx="13"/>
          </p:nvPr>
        </p:nvSpPr>
        <p:spPr bwMode="black">
          <a:xfrm>
            <a:off x="6743700" y="1414463"/>
            <a:ext cx="5043488" cy="4751387"/>
          </a:xfrm>
        </p:spPr>
        <p:txBody>
          <a:bodyPr/>
          <a:lstStyle>
            <a:lvl1pPr>
              <a:spcAft>
                <a:spcPts val="900"/>
              </a:spcAft>
              <a:tabLst>
                <a:tab pos="5040000" algn="r"/>
              </a:tabLst>
              <a:defRPr/>
            </a:lvl1pPr>
            <a:lvl2pPr>
              <a:spcAft>
                <a:spcPts val="900"/>
              </a:spcAft>
              <a:buClr>
                <a:schemeClr val="tx1"/>
              </a:buClr>
              <a:tabLst>
                <a:tab pos="5040000" algn="r"/>
              </a:tabLst>
              <a:defRPr/>
            </a:lvl2pPr>
            <a:lvl3pPr marL="180000">
              <a:spcAft>
                <a:spcPts val="900"/>
              </a:spcAft>
              <a:buClr>
                <a:schemeClr val="tx1"/>
              </a:buClr>
              <a:tabLst>
                <a:tab pos="5040000" algn="r"/>
              </a:tabLst>
              <a:defRPr b="1"/>
            </a:lvl3pPr>
            <a:lvl4pPr marL="360000">
              <a:spcAft>
                <a:spcPts val="900"/>
              </a:spcAft>
              <a:buClr>
                <a:schemeClr val="tx1"/>
              </a:buClr>
              <a:tabLst>
                <a:tab pos="5040000" algn="r"/>
              </a:tabLst>
              <a:defRPr/>
            </a:lvl4pPr>
            <a:lvl5pPr marL="360000">
              <a:spcAft>
                <a:spcPts val="900"/>
              </a:spcAft>
              <a:buClr>
                <a:schemeClr val="tx1"/>
              </a:buClr>
              <a:tabLst>
                <a:tab pos="5040000" algn="r"/>
              </a:tabLst>
              <a:defRPr b="1"/>
            </a:lvl5pPr>
            <a:lvl6pPr marL="180000">
              <a:spcAft>
                <a:spcPts val="600"/>
              </a:spcAft>
              <a:buClr>
                <a:schemeClr val="tx1"/>
              </a:buClr>
              <a:tabLst>
                <a:tab pos="5040000" algn="r"/>
              </a:tabLst>
              <a:defRPr sz="1600"/>
            </a:lvl6pPr>
            <a:lvl7pPr marL="180000">
              <a:spcAft>
                <a:spcPts val="600"/>
              </a:spcAft>
              <a:buClr>
                <a:schemeClr val="tx1"/>
              </a:buClr>
              <a:tabLst>
                <a:tab pos="5040000" algn="r"/>
              </a:tabLst>
              <a:defRPr sz="1600" b="1"/>
            </a:lvl7pPr>
            <a:lvl8pPr marL="360000">
              <a:spcAft>
                <a:spcPts val="600"/>
              </a:spcAft>
              <a:buClr>
                <a:schemeClr val="tx1"/>
              </a:buClr>
              <a:tabLst>
                <a:tab pos="5040000" algn="r"/>
              </a:tabLst>
              <a:defRPr sz="1600"/>
            </a:lvl8pPr>
            <a:lvl9pPr marL="360000">
              <a:spcAft>
                <a:spcPts val="600"/>
              </a:spcAft>
              <a:buClr>
                <a:schemeClr val="tx1"/>
              </a:buClr>
              <a:tabLst>
                <a:tab pos="504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AB400EC0-C78D-42DD-85FB-5ED577185C17}"/>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Governance Foundation Roll-out Management | P2P</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635414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C958BC9-E8AA-BB49-2514-085CE54BA82C}"/>
              </a:ext>
            </a:extLst>
          </p:cNvPr>
          <p:cNvGraphicFramePr>
            <a:graphicFrameLocks noChangeAspect="1"/>
          </p:cNvGraphicFramePr>
          <p:nvPr userDrawn="1">
            <p:custDataLst>
              <p:tags r:id="rId1"/>
            </p:custDataLst>
            <p:extLst>
              <p:ext uri="{D42A27DB-BD31-4B8C-83A1-F6EECF244321}">
                <p14:modId xmlns:p14="http://schemas.microsoft.com/office/powerpoint/2010/main" val="37007348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1C958BC9-E8AA-BB49-2514-085CE54BA8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1" y="478800"/>
            <a:ext cx="9482900" cy="576000"/>
          </a:xfrm>
        </p:spPr>
        <p:txBody>
          <a:bodyPr vert="horz"/>
          <a:lstStyle>
            <a:lvl1pPr>
              <a:defRPr>
                <a:solidFill>
                  <a:srgbClr val="000028"/>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Governance Foundation Roll-out Management | P2P</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826723537"/>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0BA1DB2C-2D65-80A3-F2B9-6CD2CBF44EC1}"/>
              </a:ext>
            </a:extLst>
          </p:cNvPr>
          <p:cNvGraphicFramePr>
            <a:graphicFrameLocks noChangeAspect="1"/>
          </p:cNvGraphicFramePr>
          <p:nvPr userDrawn="1">
            <p:custDataLst>
              <p:tags r:id="rId1"/>
            </p:custDataLst>
            <p:extLst>
              <p:ext uri="{D42A27DB-BD31-4B8C-83A1-F6EECF244321}">
                <p14:modId xmlns:p14="http://schemas.microsoft.com/office/powerpoint/2010/main" val="8142868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0BA1DB2C-2D65-80A3-F2B9-6CD2CBF44EC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1" y="478800"/>
            <a:ext cx="9482900" cy="576000"/>
          </a:xfrm>
        </p:spPr>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Siemens 2024 | SHERPA X | Governance Foundation Roll-out Management | P2P</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1950096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606C141-1512-A34C-D3C1-A7152EA18082}"/>
              </a:ext>
            </a:extLst>
          </p:cNvPr>
          <p:cNvGraphicFramePr>
            <a:graphicFrameLocks noChangeAspect="1"/>
          </p:cNvGraphicFramePr>
          <p:nvPr userDrawn="1">
            <p:custDataLst>
              <p:tags r:id="rId1"/>
            </p:custDataLst>
            <p:extLst>
              <p:ext uri="{D42A27DB-BD31-4B8C-83A1-F6EECF244321}">
                <p14:modId xmlns:p14="http://schemas.microsoft.com/office/powerpoint/2010/main" val="13929305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4" name="Object 3" hidden="1">
                        <a:extLst>
                          <a:ext uri="{FF2B5EF4-FFF2-40B4-BE49-F238E27FC236}">
                            <a16:creationId xmlns:a16="http://schemas.microsoft.com/office/drawing/2014/main" id="{5606C141-1512-A34C-D3C1-A7152EA180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ângulo 2">
            <a:extLst>
              <a:ext uri="{FF2B5EF4-FFF2-40B4-BE49-F238E27FC236}">
                <a16:creationId xmlns:a16="http://schemas.microsoft.com/office/drawing/2014/main" id="{EAEE99BD-28E7-FE5E-FA77-0D47A3BA42F5}"/>
              </a:ext>
            </a:extLst>
          </p:cNvPr>
          <p:cNvSpPr/>
          <p:nvPr userDrawn="1"/>
        </p:nvSpPr>
        <p:spPr>
          <a:xfrm>
            <a:off x="0" y="0"/>
            <a:ext cx="12192000" cy="6858000"/>
          </a:xfrm>
          <a:prstGeom prst="rect">
            <a:avLst/>
          </a:prstGeom>
          <a:gradFill flip="none" rotWithShape="1">
            <a:gsLst>
              <a:gs pos="0">
                <a:srgbClr val="333255">
                  <a:alpha val="90000"/>
                </a:srgbClr>
              </a:gs>
              <a:gs pos="99000">
                <a:srgbClr val="0E0E35"/>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tx1"/>
              </a:solidFill>
            </a:endParaRPr>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635188" y="6418800"/>
            <a:ext cx="1152000" cy="183168"/>
          </a:xfrm>
          <a:prstGeom prst="rect">
            <a:avLst/>
          </a:prstGeom>
        </p:spPr>
      </p:pic>
      <p:sp>
        <p:nvSpPr>
          <p:cNvPr id="8" name="Title Placeholder">
            <a:extLst>
              <a:ext uri="{FF2B5EF4-FFF2-40B4-BE49-F238E27FC236}">
                <a16:creationId xmlns:a16="http://schemas.microsoft.com/office/drawing/2014/main" id="{4315EF87-8232-406F-3929-2791AF0DD62F}"/>
              </a:ext>
            </a:extLst>
          </p:cNvPr>
          <p:cNvSpPr>
            <a:spLocks noGrp="1"/>
          </p:cNvSpPr>
          <p:nvPr>
            <p:ph type="title"/>
          </p:nvPr>
        </p:nvSpPr>
        <p:spPr>
          <a:xfrm>
            <a:off x="410401" y="478800"/>
            <a:ext cx="9482900" cy="576000"/>
          </a:xfrm>
          <a:prstGeom prst="rect">
            <a:avLst/>
          </a:prstGeom>
        </p:spPr>
        <p:txBody>
          <a:bodyPr vert="horz" lIns="0" tIns="0" rIns="324000" bIns="14400" rtlCol="0" anchor="t" anchorCtr="0">
            <a:noAutofit/>
          </a:bodyPr>
          <a:lstStyle>
            <a:lvl1pPr>
              <a:defRPr>
                <a:solidFill>
                  <a:schemeClr val="tx1"/>
                </a:solidFill>
              </a:defRPr>
            </a:lvl1pPr>
          </a:lstStyle>
          <a:p>
            <a:r>
              <a:rPr lang="en-US"/>
              <a:t>Click to edit Master title style</a:t>
            </a:r>
          </a:p>
        </p:txBody>
      </p:sp>
      <p:sp>
        <p:nvSpPr>
          <p:cNvPr id="10" name="Footer Placeholder">
            <a:extLst>
              <a:ext uri="{FF2B5EF4-FFF2-40B4-BE49-F238E27FC236}">
                <a16:creationId xmlns:a16="http://schemas.microsoft.com/office/drawing/2014/main" id="{A29C7FB6-EEF3-CCFA-F90F-B44B5967F6B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Governance Foundation Roll-out Management | P2P</a:t>
            </a:r>
          </a:p>
        </p:txBody>
      </p:sp>
      <p:sp>
        <p:nvSpPr>
          <p:cNvPr id="13" name="Slide Number Placeholder">
            <a:extLst>
              <a:ext uri="{FF2B5EF4-FFF2-40B4-BE49-F238E27FC236}">
                <a16:creationId xmlns:a16="http://schemas.microsoft.com/office/drawing/2014/main" id="{E217BFFA-CD11-26FB-EB1B-CAB5E139BBD3}"/>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5" name="Picture 4" descr="A blue and black square with white text&#10;&#10;Description automatically generated">
            <a:extLst>
              <a:ext uri="{FF2B5EF4-FFF2-40B4-BE49-F238E27FC236}">
                <a16:creationId xmlns:a16="http://schemas.microsoft.com/office/drawing/2014/main" id="{6FB82981-AB59-DB6F-30F8-D55A60C92624}"/>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9974614" y="486113"/>
            <a:ext cx="1808231" cy="1055177"/>
          </a:xfrm>
          <a:prstGeom prst="rect">
            <a:avLst/>
          </a:prstGeom>
        </p:spPr>
      </p:pic>
    </p:spTree>
    <p:extLst>
      <p:ext uri="{BB962C8B-B14F-4D97-AF65-F5344CB8AC3E}">
        <p14:creationId xmlns:p14="http://schemas.microsoft.com/office/powerpoint/2010/main" val="1715366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ADA6C66-7966-F4E1-9B33-7A9DAAADC6B0}"/>
              </a:ext>
            </a:extLst>
          </p:cNvPr>
          <p:cNvGraphicFramePr>
            <a:graphicFrameLocks noChangeAspect="1"/>
          </p:cNvGraphicFramePr>
          <p:nvPr userDrawn="1">
            <p:custDataLst>
              <p:tags r:id="rId1"/>
            </p:custDataLst>
            <p:extLst>
              <p:ext uri="{D42A27DB-BD31-4B8C-83A1-F6EECF244321}">
                <p14:modId xmlns:p14="http://schemas.microsoft.com/office/powerpoint/2010/main" val="3920385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3ADA6C66-7966-F4E1-9B33-7A9DAAADC6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Color Stage">
            <a:extLst>
              <a:ext uri="{FF2B5EF4-FFF2-40B4-BE49-F238E27FC236}">
                <a16:creationId xmlns:a16="http://schemas.microsoft.com/office/drawing/2014/main" id="{B8172AC2-E83F-4EFD-B70E-DE91E64651D8}"/>
              </a:ext>
            </a:extLst>
          </p:cNvPr>
          <p:cNvSpPr/>
          <p:nvPr userDrawn="1"/>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pPr>
              <a:lnSpc>
                <a:spcPct val="100000"/>
              </a:lnSpc>
            </a:pPr>
            <a:r>
              <a:rPr lang="en-US"/>
              <a:t>Restricted | © Siemens 2024 | SHERPA X | Governance Foundation Roll-out Management | P2P</a:t>
            </a:r>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54358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bleed color Light Sand">
    <p:bg>
      <p:bgRef idx="1001">
        <a:schemeClr val="bg2"/>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F307510-1CD4-7DA5-F914-34C4C89D9AE5}"/>
              </a:ext>
            </a:extLst>
          </p:cNvPr>
          <p:cNvGraphicFramePr>
            <a:graphicFrameLocks noChangeAspect="1"/>
          </p:cNvGraphicFramePr>
          <p:nvPr userDrawn="1">
            <p:custDataLst>
              <p:tags r:id="rId1"/>
            </p:custDataLst>
            <p:extLst>
              <p:ext uri="{D42A27DB-BD31-4B8C-83A1-F6EECF244321}">
                <p14:modId xmlns:p14="http://schemas.microsoft.com/office/powerpoint/2010/main" val="2993787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7" name="Object 6" hidden="1">
                        <a:extLst>
                          <a:ext uri="{FF2B5EF4-FFF2-40B4-BE49-F238E27FC236}">
                            <a16:creationId xmlns:a16="http://schemas.microsoft.com/office/drawing/2014/main" id="{BF307510-1CD4-7DA5-F914-34C4C89D9A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pic>
        <p:nvPicPr>
          <p:cNvPr id="8" name="Siemens Logo" descr="Siemens logo">
            <a:extLst>
              <a:ext uri="{FF2B5EF4-FFF2-40B4-BE49-F238E27FC236}">
                <a16:creationId xmlns:a16="http://schemas.microsoft.com/office/drawing/2014/main" id="{1AC59AB3-8DAC-43B8-977E-A91337DC0825}"/>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lvl1pPr>
              <a:defRPr>
                <a:solidFill>
                  <a:schemeClr val="tx2"/>
                </a:solidFill>
              </a:defRPr>
            </a:lvl1pPr>
          </a:lstStyle>
          <a:p>
            <a:r>
              <a:rPr lang="en-US"/>
              <a:t>Restricted | © Siemens 2024 | SHERPA X | Governance Foundation Roll-out Management | P2P</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9399391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AF8D565-19AD-F232-35A2-0E008502A9B8}"/>
              </a:ext>
            </a:extLst>
          </p:cNvPr>
          <p:cNvGraphicFramePr>
            <a:graphicFrameLocks noChangeAspect="1"/>
          </p:cNvGraphicFramePr>
          <p:nvPr userDrawn="1">
            <p:custDataLst>
              <p:tags r:id="rId1"/>
            </p:custDataLst>
            <p:extLst>
              <p:ext uri="{D42A27DB-BD31-4B8C-83A1-F6EECF244321}">
                <p14:modId xmlns:p14="http://schemas.microsoft.com/office/powerpoint/2010/main" val="2521321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5AF8D565-19AD-F232-35A2-0E008502A9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91EB517C-C8FD-4E2E-B744-DB952E96B478}"/>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pPr>
              <a:lnSpc>
                <a:spcPct val="100000"/>
              </a:lnSpc>
            </a:pPr>
            <a:r>
              <a:rPr lang="en-US"/>
              <a:t>Restricted | © Siemens 2024 | SHERPA X | Governance Foundation Roll-out Management | P2P</a:t>
            </a:r>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688999255"/>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6473163-8190-ACF8-B633-B4CE16DE4D2C}"/>
              </a:ext>
            </a:extLst>
          </p:cNvPr>
          <p:cNvGraphicFramePr>
            <a:graphicFrameLocks noChangeAspect="1"/>
          </p:cNvGraphicFramePr>
          <p:nvPr userDrawn="1">
            <p:custDataLst>
              <p:tags r:id="rId1"/>
            </p:custDataLst>
            <p:extLst>
              <p:ext uri="{D42A27DB-BD31-4B8C-83A1-F6EECF244321}">
                <p14:modId xmlns:p14="http://schemas.microsoft.com/office/powerpoint/2010/main" val="2367818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E6473163-8190-ACF8-B633-B4CE16DE4D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pPr>
              <a:lnSpc>
                <a:spcPct val="100000"/>
              </a:lnSpc>
            </a:pPr>
            <a:r>
              <a:rPr lang="en-US"/>
              <a:t>Restricted | © Siemens 2024 | SHERPA X | Governance Foundation Roll-out Management | P2P</a:t>
            </a:r>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337718613"/>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E5E1C249-86B5-BD71-75E1-77E3E2E21FCA}"/>
              </a:ext>
            </a:extLst>
          </p:cNvPr>
          <p:cNvGraphicFramePr>
            <a:graphicFrameLocks noChangeAspect="1"/>
          </p:cNvGraphicFramePr>
          <p:nvPr userDrawn="1">
            <p:custDataLst>
              <p:tags r:id="rId1"/>
            </p:custDataLst>
            <p:extLst>
              <p:ext uri="{D42A27DB-BD31-4B8C-83A1-F6EECF244321}">
                <p14:modId xmlns:p14="http://schemas.microsoft.com/office/powerpoint/2010/main" val="1037826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E5E1C249-86B5-BD71-75E1-77E3E2E21F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pPr>
              <a:lnSpc>
                <a:spcPct val="100000"/>
              </a:lnSpc>
            </a:pPr>
            <a:r>
              <a:rPr lang="en-US"/>
              <a:t>Restricted | © Siemens 2024 | SHERPA X | Governance Foundation Roll-out Management | P2P</a:t>
            </a:r>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748669398"/>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E2BCC471-28E7-B7EA-D275-D070DA543391}"/>
              </a:ext>
            </a:extLst>
          </p:cNvPr>
          <p:cNvGraphicFramePr>
            <a:graphicFrameLocks noChangeAspect="1"/>
          </p:cNvGraphicFramePr>
          <p:nvPr userDrawn="1">
            <p:custDataLst>
              <p:tags r:id="rId1"/>
            </p:custDataLst>
            <p:extLst>
              <p:ext uri="{D42A27DB-BD31-4B8C-83A1-F6EECF244321}">
                <p14:modId xmlns:p14="http://schemas.microsoft.com/office/powerpoint/2010/main" val="2857917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E2BCC471-28E7-B7EA-D275-D070DA5433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p:nvPr>
        </p:nvSpPr>
        <p:spPr bwMode="black">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pPr>
              <a:lnSpc>
                <a:spcPct val="100000"/>
              </a:lnSpc>
            </a:pPr>
            <a:r>
              <a:rPr lang="en-US"/>
              <a:t>Restricted | © Siemens 2024 | SHERPA X | Governance Foundation Roll-out Management | P2P</a:t>
            </a:r>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282204816"/>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6340933C-FAE6-57C7-ED97-22A6C2F91A08}"/>
              </a:ext>
            </a:extLst>
          </p:cNvPr>
          <p:cNvGraphicFramePr>
            <a:graphicFrameLocks noChangeAspect="1"/>
          </p:cNvGraphicFramePr>
          <p:nvPr userDrawn="1">
            <p:custDataLst>
              <p:tags r:id="rId1"/>
            </p:custDataLst>
            <p:extLst>
              <p:ext uri="{D42A27DB-BD31-4B8C-83A1-F6EECF244321}">
                <p14:modId xmlns:p14="http://schemas.microsoft.com/office/powerpoint/2010/main" val="22108613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6340933C-FAE6-57C7-ED97-22A6C2F91A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p:nvPr>
        </p:nvSpPr>
        <p:spPr bwMode="black">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p:nvPr>
        </p:nvSpPr>
        <p:spPr bwMode="black">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pPr>
              <a:lnSpc>
                <a:spcPct val="100000"/>
              </a:lnSpc>
            </a:pPr>
            <a:r>
              <a:rPr lang="en-US"/>
              <a:t>Restricted | © Siemens 2024 | SHERPA X | Governance Foundation Roll-out Management | P2P</a:t>
            </a:r>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264473087"/>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F550997B-C79C-51D5-4CAB-2F2F0BEE7514}"/>
              </a:ext>
            </a:extLst>
          </p:cNvPr>
          <p:cNvGraphicFramePr>
            <a:graphicFrameLocks noChangeAspect="1"/>
          </p:cNvGraphicFramePr>
          <p:nvPr userDrawn="1">
            <p:custDataLst>
              <p:tags r:id="rId1"/>
            </p:custDataLst>
            <p:extLst>
              <p:ext uri="{D42A27DB-BD31-4B8C-83A1-F6EECF244321}">
                <p14:modId xmlns:p14="http://schemas.microsoft.com/office/powerpoint/2010/main" val="4210427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0" name="Object 9" hidden="1">
                        <a:extLst>
                          <a:ext uri="{FF2B5EF4-FFF2-40B4-BE49-F238E27FC236}">
                            <a16:creationId xmlns:a16="http://schemas.microsoft.com/office/drawing/2014/main" id="{F550997B-C79C-51D5-4CAB-2F2F0BEE75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E568133C-15D2-4F33-802E-DF15E7891829}"/>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a:t>Thematic picture</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F468BE17-5D03-45C2-9D37-CF354AAA9589}"/>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pPr>
              <a:lnSpc>
                <a:spcPct val="100000"/>
              </a:lnSpc>
            </a:pPr>
            <a:r>
              <a:rPr lang="en-US"/>
              <a:t>Restricted | © Siemens 2024 | SHERPA X | Governance Foundation Roll-out Management | P2P</a:t>
            </a:r>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836728447"/>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11BDBF6-878D-2DD2-1307-8F917772EC0F}"/>
              </a:ext>
            </a:extLst>
          </p:cNvPr>
          <p:cNvGraphicFramePr>
            <a:graphicFrameLocks noChangeAspect="1"/>
          </p:cNvGraphicFramePr>
          <p:nvPr userDrawn="1">
            <p:custDataLst>
              <p:tags r:id="rId1"/>
            </p:custDataLst>
            <p:extLst>
              <p:ext uri="{D42A27DB-BD31-4B8C-83A1-F6EECF244321}">
                <p14:modId xmlns:p14="http://schemas.microsoft.com/office/powerpoint/2010/main" val="2668316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611BDBF6-878D-2DD2-1307-8F917772EC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endParaRPr lang="en-US"/>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pPr>
              <a:lnSpc>
                <a:spcPct val="100000"/>
              </a:lnSpc>
            </a:pPr>
            <a:r>
              <a:rPr lang="en-US"/>
              <a:t>Restricted | © Siemens 2024 | SHERPA X | Governance Foundation Roll-out Management | P2P</a:t>
            </a:r>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327695934"/>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F82C904B-D4AC-EDB0-D560-B841D38E5A7B}"/>
              </a:ext>
            </a:extLst>
          </p:cNvPr>
          <p:cNvGraphicFramePr>
            <a:graphicFrameLocks noChangeAspect="1"/>
          </p:cNvGraphicFramePr>
          <p:nvPr userDrawn="1">
            <p:custDataLst>
              <p:tags r:id="rId1"/>
            </p:custDataLst>
            <p:extLst>
              <p:ext uri="{D42A27DB-BD31-4B8C-83A1-F6EECF244321}">
                <p14:modId xmlns:p14="http://schemas.microsoft.com/office/powerpoint/2010/main" val="41206180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F82C904B-D4AC-EDB0-D560-B841D38E5A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descr="Slide headline">
            <a:extLst>
              <a:ext uri="{FF2B5EF4-FFF2-40B4-BE49-F238E27FC236}">
                <a16:creationId xmlns:a16="http://schemas.microsoft.com/office/drawing/2014/main" id="{9F2A455C-53B1-4792-8EA9-F00926C48E39}"/>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p:nvPr>
        </p:nvSpPr>
        <p:spPr bwMode="black">
          <a:xfrm>
            <a:off x="4299176"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p:nvPr>
        </p:nvSpPr>
        <p:spPr bwMode="blackWhite">
          <a:xfrm>
            <a:off x="8187189" y="1414462"/>
            <a:ext cx="3600000" cy="4392000"/>
          </a:xfrm>
          <a:prstGeom prst="rect">
            <a:avLst/>
          </a:prstGeom>
          <a:solidFill>
            <a:srgbClr val="00BEDC"/>
          </a:solidFill>
          <a:ln w="19050">
            <a:solidFill>
              <a:srgbClr val="009999"/>
            </a:solidFill>
          </a:ln>
        </p:spPr>
        <p:txBody>
          <a:bodyPr lIns="216000" tIns="144000" rIns="216000" bIns="144000">
            <a:noAutofit/>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vl6pPr>
              <a:buClr>
                <a:schemeClr val="tx1"/>
              </a:buClr>
              <a:defRPr>
                <a:solidFill>
                  <a:schemeClr val="tx1"/>
                </a:solidFill>
              </a:defRPr>
            </a:lvl6pPr>
            <a:lvl7pPr>
              <a:buClr>
                <a:schemeClr val="tx1"/>
              </a:buClr>
              <a:defRPr>
                <a:solidFill>
                  <a:schemeClr val="tx1"/>
                </a:solidFill>
              </a:defRPr>
            </a:lvl7pPr>
            <a:lvl8pPr>
              <a:buClr>
                <a:schemeClr val="tx1"/>
              </a:buClr>
              <a:defRPr>
                <a:solidFill>
                  <a:schemeClr val="tx1"/>
                </a:solidFill>
              </a:defRPr>
            </a:lvl8pPr>
            <a:lvl9pPr>
              <a:buClr>
                <a:schemeClr val="tx1"/>
              </a:buCl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E5DDD55C-5C17-4BCD-A9BB-FE8A69DC48DE}"/>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pPr>
              <a:lnSpc>
                <a:spcPct val="100000"/>
              </a:lnSpc>
            </a:pPr>
            <a:r>
              <a:rPr lang="en-US"/>
              <a:t>Restricted | © Siemens 2024 | SHERPA X | Governance Foundation Roll-out Management | P2P</a:t>
            </a:r>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912894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B813CE-4DD6-4EAD-800B-047C0542F19B}"/>
              </a:ext>
            </a:extLst>
          </p:cNvPr>
          <p:cNvSpPr>
            <a:spLocks noGrp="1"/>
          </p:cNvSpPr>
          <p:nvPr>
            <p:ph type="title"/>
          </p:nvPr>
        </p:nvSpPr>
        <p:spPr>
          <a:xfrm>
            <a:off x="410400" y="-540000"/>
            <a:ext cx="9863997" cy="360000"/>
          </a:xfrm>
        </p:spPr>
        <p:txBody>
          <a:bodyPr/>
          <a:lstStyle>
            <a:lvl1pPr>
              <a:defRPr b="0">
                <a:solidFill>
                  <a:schemeClr val="accent1">
                    <a:alpha val="0"/>
                  </a:schemeClr>
                </a:solidFill>
              </a:defRPr>
            </a:lvl1pPr>
          </a:lstStyle>
          <a:p>
            <a:r>
              <a:rPr lang="en-US"/>
              <a:t>Click to edit Master title style</a:t>
            </a:r>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1" name="Quote marks">
            <a:extLst>
              <a:ext uri="{FF2B5EF4-FFF2-40B4-BE49-F238E27FC236}">
                <a16:creationId xmlns:a16="http://schemas.microsoft.com/office/drawing/2014/main" id="{916E4245-F21C-4EAB-8B26-FEA21C26067F}"/>
              </a:ext>
              <a:ext uri="{C183D7F6-B498-43B3-948B-1728B52AA6E4}">
                <adec:decorative xmlns:adec="http://schemas.microsoft.com/office/drawing/2017/decorative" val="1"/>
              </a:ext>
            </a:extLst>
          </p:cNvPr>
          <p:cNvSpPr/>
          <p:nvPr userDrawn="1"/>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8" name="Siemens Logo" descr="Siemens logo">
            <a:extLst>
              <a:ext uri="{FF2B5EF4-FFF2-40B4-BE49-F238E27FC236}">
                <a16:creationId xmlns:a16="http://schemas.microsoft.com/office/drawing/2014/main" id="{AF2E271F-5AF7-408E-9752-03D1D6448EAA}"/>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EC4F35EF-AC94-4800-9CB7-CA49CAFDD249}"/>
              </a:ext>
            </a:extLst>
          </p:cNvPr>
          <p:cNvSpPr>
            <a:spLocks noGrp="1"/>
          </p:cNvSpPr>
          <p:nvPr>
            <p:ph type="ftr" sz="quarter" idx="13"/>
          </p:nvPr>
        </p:nvSpPr>
        <p:spPr bwMode="black"/>
        <p:txBody>
          <a:bodyPr/>
          <a:lstStyle/>
          <a:p>
            <a:pPr>
              <a:lnSpc>
                <a:spcPct val="100000"/>
              </a:lnSpc>
            </a:pPr>
            <a:r>
              <a:rPr lang="en-US"/>
              <a:t>Restricted | © Siemens 2024 | SHERPA X | Governance Foundation Roll-out Management | P2P</a:t>
            </a:r>
          </a:p>
        </p:txBody>
      </p:sp>
      <p:sp>
        <p:nvSpPr>
          <p:cNvPr id="3" name="Slide Number Placeholder">
            <a:extLst>
              <a:ext uri="{FF2B5EF4-FFF2-40B4-BE49-F238E27FC236}">
                <a16:creationId xmlns:a16="http://schemas.microsoft.com/office/drawing/2014/main" id="{CCC7FBE7-01B9-4EC8-8BE1-F416F7C5B7AA}"/>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7571979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ligh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C4093E6-4FDF-8AED-2D7C-E73D45025E6B}"/>
              </a:ext>
            </a:extLst>
          </p:cNvPr>
          <p:cNvGraphicFramePr>
            <a:graphicFrameLocks noChangeAspect="1"/>
          </p:cNvGraphicFramePr>
          <p:nvPr userDrawn="1">
            <p:custDataLst>
              <p:tags r:id="rId1"/>
            </p:custDataLst>
            <p:extLst>
              <p:ext uri="{D42A27DB-BD31-4B8C-83A1-F6EECF244321}">
                <p14:modId xmlns:p14="http://schemas.microsoft.com/office/powerpoint/2010/main" val="2629221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DC4093E6-4FDF-8AED-2D7C-E73D45025E6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2"/>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2" name="Quote marks">
            <a:extLst>
              <a:ext uri="{FF2B5EF4-FFF2-40B4-BE49-F238E27FC236}">
                <a16:creationId xmlns:a16="http://schemas.microsoft.com/office/drawing/2014/main" id="{58EF2AB0-A78A-44C9-9A7D-F20D9ED854E0}"/>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6AEDD147-ACC0-4A9C-9043-90612765C0FA}"/>
              </a:ext>
            </a:extLst>
          </p:cNvPr>
          <p:cNvSpPr>
            <a:spLocks noGrp="1"/>
          </p:cNvSpPr>
          <p:nvPr>
            <p:ph type="ftr" sz="quarter" idx="13"/>
          </p:nvPr>
        </p:nvSpPr>
        <p:spPr bwMode="black"/>
        <p:txBody>
          <a:bodyPr/>
          <a:lstStyle/>
          <a:p>
            <a:pPr>
              <a:lnSpc>
                <a:spcPct val="100000"/>
              </a:lnSpc>
            </a:pPr>
            <a:r>
              <a:rPr lang="en-US"/>
              <a:t>Restricted | © Siemens 2024 | SHERPA X | Governance Foundation Roll-out Management | P2P</a:t>
            </a:r>
          </a:p>
        </p:txBody>
      </p:sp>
      <p:sp>
        <p:nvSpPr>
          <p:cNvPr id="3" name="Slide Number Placeholder">
            <a:extLst>
              <a:ext uri="{FF2B5EF4-FFF2-40B4-BE49-F238E27FC236}">
                <a16:creationId xmlns:a16="http://schemas.microsoft.com/office/drawing/2014/main" id="{4131F54F-C70B-4435-91E6-F995F83E6C69}"/>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443039653"/>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a:t>Contact</a:t>
            </a:r>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a:t>Click to edit the contact</a:t>
            </a:r>
          </a:p>
          <a:p>
            <a:pPr lvl="1"/>
            <a:r>
              <a:rPr lang="en-US"/>
              <a:t>Name etc.</a:t>
            </a:r>
          </a:p>
          <a:p>
            <a:pPr lvl="2"/>
            <a:r>
              <a:rPr lang="en-US"/>
              <a:t>Skills etc.</a:t>
            </a:r>
          </a:p>
          <a:p>
            <a:pPr lvl="3"/>
            <a:r>
              <a:rPr lang="en-US"/>
              <a:t>Name etc. sublevel</a:t>
            </a:r>
          </a:p>
          <a:p>
            <a:pPr lvl="4"/>
            <a:r>
              <a:rPr lang="en-US"/>
              <a:t>Skills etc. sublevel</a:t>
            </a:r>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a:t>Restricted | © Siemens 2024 | SHERPA X | Governance Foundation Roll-out Management | P2P</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4315616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_Free Conten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B67FB6-D967-58C6-28C8-C6BC5ACA09BC}"/>
              </a:ext>
            </a:extLst>
          </p:cNvPr>
          <p:cNvGraphicFramePr>
            <a:graphicFrameLocks noChangeAspect="1"/>
          </p:cNvGraphicFramePr>
          <p:nvPr userDrawn="1">
            <p:custDataLst>
              <p:tags r:id="rId1"/>
            </p:custDataLst>
            <p:extLst>
              <p:ext uri="{D42A27DB-BD31-4B8C-83A1-F6EECF244321}">
                <p14:modId xmlns:p14="http://schemas.microsoft.com/office/powerpoint/2010/main" val="5047397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4" name="Object 3" hidden="1">
                        <a:extLst>
                          <a:ext uri="{FF2B5EF4-FFF2-40B4-BE49-F238E27FC236}">
                            <a16:creationId xmlns:a16="http://schemas.microsoft.com/office/drawing/2014/main" id="{53B67FB6-D967-58C6-28C8-C6BC5ACA09B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635188" y="6418800"/>
            <a:ext cx="1152000" cy="183168"/>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468315451"/>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a:t>Restricted | © Siemens 2024 | SHERPA X DEPA | 2024-01</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3134470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Deep Blue 4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a:t>Title chart, </a:t>
            </a:r>
            <a:br>
              <a:rPr lang="en-US"/>
            </a:br>
            <a:r>
              <a:rPr lang="en-US"/>
              <a:t>Arial Regular, 40 pt, </a:t>
            </a:r>
            <a:br>
              <a:rPr lang="en-US"/>
            </a:br>
            <a:r>
              <a:rPr lang="en-US"/>
              <a:t>extra long headlines,</a:t>
            </a:r>
            <a:br>
              <a:rPr lang="en-US"/>
            </a:br>
            <a:r>
              <a:rPr lang="en-US"/>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pt</a:t>
            </a:r>
          </a:p>
        </p:txBody>
      </p:sp>
      <p:pic>
        <p:nvPicPr>
          <p:cNvPr id="7" name="Siemens Logo" descr="Siemens logo">
            <a:extLst>
              <a:ext uri="{FF2B5EF4-FFF2-40B4-BE49-F238E27FC236}">
                <a16:creationId xmlns:a16="http://schemas.microsoft.com/office/drawing/2014/main" id="{BC293230-94BC-41FA-A2D9-E9259B125F8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r>
              <a:rPr lang="en-US"/>
              <a:t>Restricted | © Siemens 2024 | SCM FE | Indirect X </a:t>
            </a:r>
          </a:p>
        </p:txBody>
      </p:sp>
    </p:spTree>
    <p:extLst>
      <p:ext uri="{BB962C8B-B14F-4D97-AF65-F5344CB8AC3E}">
        <p14:creationId xmlns:p14="http://schemas.microsoft.com/office/powerpoint/2010/main" val="36056405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a:t>Title chart, </a:t>
            </a:r>
            <a:br>
              <a:rPr lang="en-US"/>
            </a:br>
            <a:r>
              <a:rPr lang="en-US"/>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r>
              <a:rPr lang="en-US"/>
              <a:t>Restricted | © Siemens 2024 | SCM FE | Indirect X </a:t>
            </a:r>
          </a:p>
        </p:txBody>
      </p:sp>
    </p:spTree>
    <p:extLst>
      <p:ext uri="{BB962C8B-B14F-4D97-AF65-F5344CB8AC3E}">
        <p14:creationId xmlns:p14="http://schemas.microsoft.com/office/powerpoint/2010/main" val="3987219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r>
              <a:rPr lang="en-US"/>
              <a:t>Restricted | © Siemens 2024 | SCM FE | Indirect X </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8287607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mask&amp;blur Siemens Xcelerator 60pt (motif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a:t>Title chart, </a:t>
            </a:r>
            <a:br>
              <a:rPr lang="en-US"/>
            </a:br>
            <a:r>
              <a:rPr lang="en-US"/>
              <a:t>Arial Regular, 60 </a:t>
            </a:r>
            <a:r>
              <a:rPr lang="en-US" err="1"/>
              <a:t>pt</a:t>
            </a:r>
            <a:r>
              <a:rPr lang="en-US"/>
              <a:t>,</a:t>
            </a:r>
            <a:br>
              <a:rPr lang="en-US"/>
            </a:br>
            <a:r>
              <a:rPr lang="en-US"/>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19621204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_Free Conten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B67FB6-D967-58C6-28C8-C6BC5ACA09BC}"/>
              </a:ext>
            </a:extLst>
          </p:cNvPr>
          <p:cNvGraphicFramePr>
            <a:graphicFrameLocks noChangeAspect="1"/>
          </p:cNvGraphicFramePr>
          <p:nvPr userDrawn="1">
            <p:custDataLst>
              <p:tags r:id="rId1"/>
            </p:custDataLst>
            <p:extLst>
              <p:ext uri="{D42A27DB-BD31-4B8C-83A1-F6EECF244321}">
                <p14:modId xmlns:p14="http://schemas.microsoft.com/office/powerpoint/2010/main" val="4112206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4" name="Object 3" hidden="1">
                        <a:extLst>
                          <a:ext uri="{FF2B5EF4-FFF2-40B4-BE49-F238E27FC236}">
                            <a16:creationId xmlns:a16="http://schemas.microsoft.com/office/drawing/2014/main" id="{53B67FB6-D967-58C6-28C8-C6BC5ACA09B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635188" y="6418800"/>
            <a:ext cx="1152000" cy="183168"/>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hasCustomPrompt="1"/>
          </p:nvPr>
        </p:nvSpPr>
        <p:spPr/>
        <p:txBody>
          <a:bodyPr vert="horz"/>
          <a:lstStyle/>
          <a:p>
            <a:r>
              <a:rPr lang="en-US"/>
              <a:t>Click to edit Master title style</a:t>
            </a:r>
          </a:p>
        </p:txBody>
      </p:sp>
      <p:pic>
        <p:nvPicPr>
          <p:cNvPr id="11" name="Imagem 3">
            <a:extLst>
              <a:ext uri="{FF2B5EF4-FFF2-40B4-BE49-F238E27FC236}">
                <a16:creationId xmlns:a16="http://schemas.microsoft.com/office/drawing/2014/main" id="{72AC1DB3-47D0-F68E-7004-2AE8A0AA2C26}"/>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25240"/>
            <a:ext cx="720000" cy="720000"/>
          </a:xfrm>
          <a:prstGeom prst="rect">
            <a:avLst/>
          </a:prstGeom>
        </p:spPr>
      </p:pic>
      <p:sp>
        <p:nvSpPr>
          <p:cNvPr id="3" name="Rechteck 2">
            <a:extLst>
              <a:ext uri="{FF2B5EF4-FFF2-40B4-BE49-F238E27FC236}">
                <a16:creationId xmlns:a16="http://schemas.microsoft.com/office/drawing/2014/main" id="{50074EEC-61A7-9F7B-79E7-880198440BD6}"/>
              </a:ext>
            </a:extLst>
          </p:cNvPr>
          <p:cNvSpPr/>
          <p:nvPr userDrawn="1"/>
        </p:nvSpPr>
        <p:spPr>
          <a:xfrm>
            <a:off x="0" y="0"/>
            <a:ext cx="4073507" cy="6858000"/>
          </a:xfrm>
          <a:prstGeom prst="rect">
            <a:avLst/>
          </a:prstGeom>
          <a:solidFill>
            <a:srgbClr val="0000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algn="l"/>
            <a:endParaRPr lang="en-US"/>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lvl1pPr>
              <a:defRPr>
                <a:solidFill>
                  <a:schemeClr val="bg1"/>
                </a:solidFill>
              </a:defRPr>
            </a:lvl1pPr>
          </a:lstStyle>
          <a:p>
            <a:r>
              <a:rPr lang="en-US"/>
              <a:t>Restricted | © Siemens 2023 | SHERPA X BT GF | 2023-04-20</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lvl1pPr>
              <a:defRPr>
                <a:solidFill>
                  <a:schemeClr val="bg1"/>
                </a:solidFill>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797121904"/>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vert="horz"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70DE8838-31D9-C642-DEB4-3F58514298C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11408869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5C1C3F67-382F-07D6-EE21-C5965BF300A1}"/>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11046342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6FD70AD7-1356-4F56-BCF5-60206B8893D8}"/>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1D6035DC-0382-A35D-A6CF-1C926020B373}"/>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37585846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BC751AD9-F368-4030-BEF3-878CBEED0E5B}"/>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987E51E3-72A3-7AAC-F3CF-18EEC80FCCCB}"/>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38462596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2024 | SHERPA X | YYYY-MM-DD | Status: Draft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7860907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a:t>Restricted | © Siemens 2024 | SHERPA X | YYYY-MM-DD | Status: Draft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29228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hapter title color 80pt">
    <p:bg>
      <p:bgPr>
        <a:blipFill>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63233F74-64E2-979F-AE77-CCDE0519D42E}"/>
              </a:ext>
            </a:extLst>
          </p:cNvPr>
          <p:cNvSpPr/>
          <p:nvPr userDrawn="1"/>
        </p:nvSpPr>
        <p:spPr>
          <a:xfrm>
            <a:off x="0" y="0"/>
            <a:ext cx="12192000" cy="6858000"/>
          </a:xfrm>
          <a:prstGeom prst="rect">
            <a:avLst/>
          </a:prstGeom>
          <a:solidFill>
            <a:srgbClr val="00002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bg1"/>
              </a:solidFill>
            </a:endParaRPr>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bg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8" name="Siemens Logo" descr="Siemens logo">
            <a:extLst>
              <a:ext uri="{FF2B5EF4-FFF2-40B4-BE49-F238E27FC236}">
                <a16:creationId xmlns:a16="http://schemas.microsoft.com/office/drawing/2014/main" id="{749F11AA-3049-C6CE-38C7-1170C944F85B}"/>
              </a:ext>
              <a:ext uri="{C183D7F6-B498-43B3-948B-1728B52AA6E4}">
                <adec:decorative xmlns:adec="http://schemas.microsoft.com/office/drawing/2017/decorative" val="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5728347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ter title color 60p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bg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bg1"/>
                </a:solidFill>
              </a:defRPr>
            </a:lvl1p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2" name="Siemens Logo" descr="Siemens logo">
            <a:extLst>
              <a:ext uri="{FF2B5EF4-FFF2-40B4-BE49-F238E27FC236}">
                <a16:creationId xmlns:a16="http://schemas.microsoft.com/office/drawing/2014/main" id="{4CB67303-6251-0F53-7616-F4295E0D418E}"/>
              </a:ext>
              <a:ext uri="{C183D7F6-B498-43B3-948B-1728B52AA6E4}">
                <adec:decorative xmlns:adec="http://schemas.microsoft.com/office/drawing/2017/decorative" val="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3447002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ter title color 40pt">
    <p:bg>
      <p:bgPr>
        <a:solidFill>
          <a:srgbClr val="000028"/>
        </a:solid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bg1"/>
                </a:solidFill>
              </a:defRPr>
            </a:lvl1pPr>
          </a:lstStyle>
          <a:p>
            <a:r>
              <a:rPr lang="en-US"/>
              <a:t>Chapter divider, </a:t>
            </a:r>
            <a:br>
              <a:rPr lang="en-US"/>
            </a:br>
            <a:r>
              <a:rPr lang="en-US"/>
              <a:t>Arial Regular, 40 </a:t>
            </a:r>
            <a:r>
              <a:rPr lang="en-US" err="1"/>
              <a:t>pt</a:t>
            </a:r>
            <a:r>
              <a:rPr lang="en-US"/>
              <a:t>, </a:t>
            </a:r>
            <a:br>
              <a:rPr lang="en-US"/>
            </a:br>
            <a:r>
              <a:rPr lang="en-US"/>
              <a:t>extra long headlines,</a:t>
            </a:r>
            <a:br>
              <a:rPr lang="en-US"/>
            </a:br>
            <a:r>
              <a:rPr lang="en-US"/>
              <a:t>4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CCD0B8A8-7DE9-432C-82EA-6468E4BB565F}"/>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lvl1pPr>
              <a:defRPr>
                <a:solidFill>
                  <a:schemeClr val="bg1"/>
                </a:solidFill>
              </a:defRPr>
            </a:lvl1p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8249278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dex / Agenda ligh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C483EF4-B0F3-9DF8-929C-E73101064F1B}"/>
              </a:ext>
            </a:extLst>
          </p:cNvPr>
          <p:cNvGraphicFramePr>
            <a:graphicFrameLocks noChangeAspect="1"/>
          </p:cNvGraphicFramePr>
          <p:nvPr userDrawn="1">
            <p:custDataLst>
              <p:tags r:id="rId1"/>
            </p:custDataLst>
            <p:extLst>
              <p:ext uri="{D42A27DB-BD31-4B8C-83A1-F6EECF244321}">
                <p14:modId xmlns:p14="http://schemas.microsoft.com/office/powerpoint/2010/main" val="2188571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EC483EF4-B0F3-9DF8-929C-E73101064F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Imagem 10" descr="Uma imagem com Tipo de letra, Gráficos, texto, captura de ecrã&#10;&#10;Descrição gerada automaticamente">
            <a:extLst>
              <a:ext uri="{FF2B5EF4-FFF2-40B4-BE49-F238E27FC236}">
                <a16:creationId xmlns:a16="http://schemas.microsoft.com/office/drawing/2014/main" id="{E85E7B1C-7C59-C51C-8FD1-536DDC76EB10}"/>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vert="horz"/>
          <a:lstStyle>
            <a:lvl1pPr>
              <a:defRPr>
                <a:solidFill>
                  <a:srgbClr val="000028"/>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7199311" cy="4751387"/>
          </a:xfrm>
        </p:spPr>
        <p:txBody>
          <a:bodyPr/>
          <a:lstStyle>
            <a:lvl1pPr defTabSz="360000">
              <a:spcAft>
                <a:spcPts val="900"/>
              </a:spcAft>
              <a:buClr>
                <a:srgbClr val="00BEDC"/>
              </a:buClr>
              <a:tabLst>
                <a:tab pos="7200000" algn="r"/>
              </a:tabLst>
              <a:defRPr/>
            </a:lvl1pPr>
            <a:lvl2pPr defTabSz="360000">
              <a:spcAft>
                <a:spcPts val="900"/>
              </a:spcAft>
              <a:buClr>
                <a:srgbClr val="00BEDC"/>
              </a:buClr>
              <a:tabLst>
                <a:tab pos="7200000" algn="r"/>
              </a:tabLst>
              <a:defRPr/>
            </a:lvl2pPr>
            <a:lvl3pPr marL="180000" defTabSz="360000">
              <a:spcAft>
                <a:spcPts val="900"/>
              </a:spcAft>
              <a:buClr>
                <a:srgbClr val="00BEDC"/>
              </a:buClr>
              <a:tabLst>
                <a:tab pos="7200000" algn="r"/>
              </a:tabLst>
              <a:defRPr b="1"/>
            </a:lvl3pPr>
            <a:lvl4pPr marL="360000" defTabSz="360000">
              <a:spcAft>
                <a:spcPts val="900"/>
              </a:spcAft>
              <a:buClr>
                <a:srgbClr val="00BEDC"/>
              </a:buClr>
              <a:tabLst>
                <a:tab pos="7200000" algn="r"/>
              </a:tabLst>
              <a:defRPr/>
            </a:lvl4pPr>
            <a:lvl5pPr marL="360000" defTabSz="360000">
              <a:spcAft>
                <a:spcPts val="900"/>
              </a:spcAft>
              <a:buClr>
                <a:srgbClr val="00BEDC"/>
              </a:buClr>
              <a:tabLst>
                <a:tab pos="7200000" algn="r"/>
              </a:tabLst>
              <a:defRPr b="1"/>
            </a:lvl5pPr>
            <a:lvl6pPr marL="180000" defTabSz="360000">
              <a:spcAft>
                <a:spcPts val="600"/>
              </a:spcAft>
              <a:buClr>
                <a:srgbClr val="00BEDC"/>
              </a:buClr>
              <a:tabLst>
                <a:tab pos="7200000" algn="r"/>
              </a:tabLst>
              <a:defRPr sz="1600"/>
            </a:lvl6pPr>
            <a:lvl7pPr marL="180000" defTabSz="360000">
              <a:spcAft>
                <a:spcPts val="600"/>
              </a:spcAft>
              <a:buClr>
                <a:srgbClr val="00BEDC"/>
              </a:buClr>
              <a:tabLst>
                <a:tab pos="7200000" algn="r"/>
              </a:tabLst>
              <a:defRPr sz="1600" b="1"/>
            </a:lvl7pPr>
            <a:lvl8pPr marL="360000" defTabSz="360000">
              <a:spcAft>
                <a:spcPts val="600"/>
              </a:spcAft>
              <a:buClr>
                <a:srgbClr val="00BEDC"/>
              </a:buClr>
              <a:tabLst>
                <a:tab pos="7200000" algn="r"/>
              </a:tabLst>
              <a:defRPr sz="1600"/>
            </a:lvl8pPr>
            <a:lvl9pPr marL="360000" defTabSz="360000">
              <a:spcAft>
                <a:spcPts val="600"/>
              </a:spcAft>
              <a:buClr>
                <a:srgbClr val="00BEDC"/>
              </a:buClr>
              <a:tabLst>
                <a:tab pos="720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802566184"/>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20" pos="4794">
          <p15:clr>
            <a:srgbClr val="65CEFF"/>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ndex / Agenda dark">
    <p:bg>
      <p:bgRef idx="1001">
        <a:schemeClr val="bg2"/>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7FD5AAC-7932-3045-AD0F-BFF2BFCC2739}"/>
              </a:ext>
            </a:extLst>
          </p:cNvPr>
          <p:cNvGraphicFramePr>
            <a:graphicFrameLocks noChangeAspect="1"/>
          </p:cNvGraphicFramePr>
          <p:nvPr userDrawn="1">
            <p:custDataLst>
              <p:tags r:id="rId1"/>
            </p:custDataLst>
            <p:extLst>
              <p:ext uri="{D42A27DB-BD31-4B8C-83A1-F6EECF244321}">
                <p14:modId xmlns:p14="http://schemas.microsoft.com/office/powerpoint/2010/main" val="1628597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6" name="Object 5" hidden="1">
                        <a:extLst>
                          <a:ext uri="{FF2B5EF4-FFF2-40B4-BE49-F238E27FC236}">
                            <a16:creationId xmlns:a16="http://schemas.microsoft.com/office/drawing/2014/main" id="{07FD5AAC-7932-3045-AD0F-BFF2BFCC27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vert="horz"/>
          <a:lstStyle>
            <a:lvl1pPr>
              <a:defRPr>
                <a:solidFill>
                  <a:schemeClr val="tx1"/>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5903912" cy="4751387"/>
          </a:xfrm>
        </p:spPr>
        <p:txBody>
          <a:bodyPr/>
          <a:lstStyle>
            <a:lvl1pPr>
              <a:spcAft>
                <a:spcPts val="900"/>
              </a:spcAft>
              <a:tabLst>
                <a:tab pos="5902325" algn="r"/>
              </a:tabLst>
              <a:defRPr/>
            </a:lvl1pPr>
            <a:lvl2pPr>
              <a:spcAft>
                <a:spcPts val="900"/>
              </a:spcAft>
              <a:buClr>
                <a:schemeClr val="tx1"/>
              </a:buClr>
              <a:tabLst>
                <a:tab pos="5902325" algn="r"/>
              </a:tabLst>
              <a:defRPr/>
            </a:lvl2pPr>
            <a:lvl3pPr marL="180000">
              <a:spcAft>
                <a:spcPts val="900"/>
              </a:spcAft>
              <a:buClr>
                <a:schemeClr val="tx1"/>
              </a:buClr>
              <a:tabLst>
                <a:tab pos="5902325" algn="r"/>
              </a:tabLst>
              <a:defRPr b="1"/>
            </a:lvl3pPr>
            <a:lvl4pPr marL="360000">
              <a:spcAft>
                <a:spcPts val="900"/>
              </a:spcAft>
              <a:buClr>
                <a:schemeClr val="tx1"/>
              </a:buClr>
              <a:tabLst>
                <a:tab pos="5902325" algn="r"/>
              </a:tabLst>
              <a:defRPr/>
            </a:lvl4pPr>
            <a:lvl5pPr marL="360000">
              <a:spcAft>
                <a:spcPts val="900"/>
              </a:spcAft>
              <a:buClr>
                <a:schemeClr val="tx1"/>
              </a:buClr>
              <a:tabLst>
                <a:tab pos="5902325" algn="r"/>
              </a:tabLst>
              <a:defRPr b="1"/>
            </a:lvl5pPr>
            <a:lvl6pPr marL="180000">
              <a:spcAft>
                <a:spcPts val="600"/>
              </a:spcAft>
              <a:buClr>
                <a:schemeClr val="tx1"/>
              </a:buClr>
              <a:tabLst>
                <a:tab pos="5902325" algn="r"/>
              </a:tabLst>
              <a:defRPr sz="1600"/>
            </a:lvl6pPr>
            <a:lvl7pPr marL="180000">
              <a:spcAft>
                <a:spcPts val="600"/>
              </a:spcAft>
              <a:buClr>
                <a:schemeClr val="tx1"/>
              </a:buClr>
              <a:tabLst>
                <a:tab pos="5902325" algn="r"/>
              </a:tabLst>
              <a:defRPr sz="1600" b="1"/>
            </a:lvl7pPr>
            <a:lvl8pPr marL="360000">
              <a:spcAft>
                <a:spcPts val="600"/>
              </a:spcAft>
              <a:buClr>
                <a:schemeClr val="tx1"/>
              </a:buClr>
              <a:tabLst>
                <a:tab pos="5902325" algn="r"/>
              </a:tabLst>
              <a:defRPr sz="1600"/>
            </a:lvl8pPr>
            <a:lvl9pPr marL="360000">
              <a:spcAft>
                <a:spcPts val="600"/>
              </a:spcAft>
              <a:buClr>
                <a:schemeClr val="tx1"/>
              </a:buClr>
              <a:tabLst>
                <a:tab pos="5902325"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2" descr="Agenda text frame">
            <a:extLst>
              <a:ext uri="{FF2B5EF4-FFF2-40B4-BE49-F238E27FC236}">
                <a16:creationId xmlns:a16="http://schemas.microsoft.com/office/drawing/2014/main" id="{F3AAF44F-3461-47E2-8680-A8CD08522059}"/>
              </a:ext>
            </a:extLst>
          </p:cNvPr>
          <p:cNvSpPr>
            <a:spLocks noGrp="1"/>
          </p:cNvSpPr>
          <p:nvPr>
            <p:ph type="body" sz="quarter" idx="13"/>
          </p:nvPr>
        </p:nvSpPr>
        <p:spPr bwMode="black">
          <a:xfrm>
            <a:off x="6743700" y="1414463"/>
            <a:ext cx="5043488" cy="4751387"/>
          </a:xfrm>
        </p:spPr>
        <p:txBody>
          <a:bodyPr/>
          <a:lstStyle>
            <a:lvl1pPr>
              <a:spcAft>
                <a:spcPts val="900"/>
              </a:spcAft>
              <a:tabLst>
                <a:tab pos="5040000" algn="r"/>
              </a:tabLst>
              <a:defRPr/>
            </a:lvl1pPr>
            <a:lvl2pPr>
              <a:spcAft>
                <a:spcPts val="900"/>
              </a:spcAft>
              <a:buClr>
                <a:schemeClr val="tx1"/>
              </a:buClr>
              <a:tabLst>
                <a:tab pos="5040000" algn="r"/>
              </a:tabLst>
              <a:defRPr/>
            </a:lvl2pPr>
            <a:lvl3pPr marL="180000">
              <a:spcAft>
                <a:spcPts val="900"/>
              </a:spcAft>
              <a:buClr>
                <a:schemeClr val="tx1"/>
              </a:buClr>
              <a:tabLst>
                <a:tab pos="5040000" algn="r"/>
              </a:tabLst>
              <a:defRPr b="1"/>
            </a:lvl3pPr>
            <a:lvl4pPr marL="360000">
              <a:spcAft>
                <a:spcPts val="900"/>
              </a:spcAft>
              <a:buClr>
                <a:schemeClr val="tx1"/>
              </a:buClr>
              <a:tabLst>
                <a:tab pos="5040000" algn="r"/>
              </a:tabLst>
              <a:defRPr/>
            </a:lvl4pPr>
            <a:lvl5pPr marL="360000">
              <a:spcAft>
                <a:spcPts val="900"/>
              </a:spcAft>
              <a:buClr>
                <a:schemeClr val="tx1"/>
              </a:buClr>
              <a:tabLst>
                <a:tab pos="5040000" algn="r"/>
              </a:tabLst>
              <a:defRPr b="1"/>
            </a:lvl5pPr>
            <a:lvl6pPr marL="180000">
              <a:spcAft>
                <a:spcPts val="600"/>
              </a:spcAft>
              <a:buClr>
                <a:schemeClr val="tx1"/>
              </a:buClr>
              <a:tabLst>
                <a:tab pos="5040000" algn="r"/>
              </a:tabLst>
              <a:defRPr sz="1600"/>
            </a:lvl6pPr>
            <a:lvl7pPr marL="180000">
              <a:spcAft>
                <a:spcPts val="600"/>
              </a:spcAft>
              <a:buClr>
                <a:schemeClr val="tx1"/>
              </a:buClr>
              <a:tabLst>
                <a:tab pos="5040000" algn="r"/>
              </a:tabLst>
              <a:defRPr sz="1600" b="1"/>
            </a:lvl7pPr>
            <a:lvl8pPr marL="360000">
              <a:spcAft>
                <a:spcPts val="600"/>
              </a:spcAft>
              <a:buClr>
                <a:schemeClr val="tx1"/>
              </a:buClr>
              <a:tabLst>
                <a:tab pos="5040000" algn="r"/>
              </a:tabLst>
              <a:defRPr sz="1600"/>
            </a:lvl8pPr>
            <a:lvl9pPr marL="360000">
              <a:spcAft>
                <a:spcPts val="600"/>
              </a:spcAft>
              <a:buClr>
                <a:schemeClr val="tx1"/>
              </a:buClr>
              <a:tabLst>
                <a:tab pos="504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AB400EC0-C78D-42DD-85FB-5ED577185C17}"/>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3641040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C958BC9-E8AA-BB49-2514-085CE54BA82C}"/>
              </a:ext>
            </a:extLst>
          </p:cNvPr>
          <p:cNvGraphicFramePr>
            <a:graphicFrameLocks noChangeAspect="1"/>
          </p:cNvGraphicFramePr>
          <p:nvPr userDrawn="1">
            <p:custDataLst>
              <p:tags r:id="rId1"/>
            </p:custDataLst>
            <p:extLst>
              <p:ext uri="{D42A27DB-BD31-4B8C-83A1-F6EECF244321}">
                <p14:modId xmlns:p14="http://schemas.microsoft.com/office/powerpoint/2010/main" val="3337485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1C958BC9-E8AA-BB49-2514-085CE54BA8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10445859" cy="576000"/>
          </a:xfrm>
        </p:spPr>
        <p:txBody>
          <a:bodyPr vert="horz"/>
          <a:lstStyle>
            <a:lvl1pPr>
              <a:defRPr>
                <a:solidFill>
                  <a:srgbClr val="000028"/>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3" name="Imagem 2" descr="Uma imagem com Tipo de letra, Gráficos, texto, captura de ecrã&#10;&#10;Descrição gerada automaticamente">
            <a:extLst>
              <a:ext uri="{FF2B5EF4-FFF2-40B4-BE49-F238E27FC236}">
                <a16:creationId xmlns:a16="http://schemas.microsoft.com/office/drawing/2014/main" id="{F4CF2E49-AF61-A0B6-1BC5-6D8192E7C710}"/>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1021732177"/>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0BA1DB2C-2D65-80A3-F2B9-6CD2CBF44EC1}"/>
              </a:ext>
            </a:extLst>
          </p:cNvPr>
          <p:cNvGraphicFramePr>
            <a:graphicFrameLocks noChangeAspect="1"/>
          </p:cNvGraphicFramePr>
          <p:nvPr userDrawn="1">
            <p:custDataLst>
              <p:tags r:id="rId1"/>
            </p:custDataLst>
            <p:extLst>
              <p:ext uri="{D42A27DB-BD31-4B8C-83A1-F6EECF244321}">
                <p14:modId xmlns:p14="http://schemas.microsoft.com/office/powerpoint/2010/main" val="41079887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0BA1DB2C-2D65-80A3-F2B9-6CD2CBF44EC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97" cy="576000"/>
          </a:xfrm>
        </p:spPr>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9039295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7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606C141-1512-A34C-D3C1-A7152EA18082}"/>
              </a:ext>
            </a:extLst>
          </p:cNvPr>
          <p:cNvGraphicFramePr>
            <a:graphicFrameLocks noChangeAspect="1"/>
          </p:cNvGraphicFramePr>
          <p:nvPr userDrawn="1">
            <p:custDataLst>
              <p:tags r:id="rId1"/>
            </p:custDataLst>
            <p:extLst>
              <p:ext uri="{D42A27DB-BD31-4B8C-83A1-F6EECF244321}">
                <p14:modId xmlns:p14="http://schemas.microsoft.com/office/powerpoint/2010/main" val="5244997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4" name="Object 3" hidden="1">
                        <a:extLst>
                          <a:ext uri="{FF2B5EF4-FFF2-40B4-BE49-F238E27FC236}">
                            <a16:creationId xmlns:a16="http://schemas.microsoft.com/office/drawing/2014/main" id="{5606C141-1512-A34C-D3C1-A7152EA180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ângulo 2">
            <a:extLst>
              <a:ext uri="{FF2B5EF4-FFF2-40B4-BE49-F238E27FC236}">
                <a16:creationId xmlns:a16="http://schemas.microsoft.com/office/drawing/2014/main" id="{EAEE99BD-28E7-FE5E-FA77-0D47A3BA42F5}"/>
              </a:ext>
            </a:extLst>
          </p:cNvPr>
          <p:cNvSpPr/>
          <p:nvPr userDrawn="1"/>
        </p:nvSpPr>
        <p:spPr>
          <a:xfrm>
            <a:off x="0" y="0"/>
            <a:ext cx="12192000" cy="6858000"/>
          </a:xfrm>
          <a:prstGeom prst="rect">
            <a:avLst/>
          </a:prstGeom>
          <a:gradFill flip="none" rotWithShape="1">
            <a:gsLst>
              <a:gs pos="0">
                <a:srgbClr val="333255">
                  <a:alpha val="90000"/>
                </a:srgbClr>
              </a:gs>
              <a:gs pos="99000">
                <a:srgbClr val="0E0E35"/>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tx1"/>
              </a:solidFill>
            </a:endParaRPr>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635188" y="6418800"/>
            <a:ext cx="1152000" cy="183168"/>
          </a:xfrm>
          <a:prstGeom prst="rect">
            <a:avLst/>
          </a:prstGeom>
        </p:spPr>
      </p:pic>
      <p:sp>
        <p:nvSpPr>
          <p:cNvPr id="8" name="Title Placeholder">
            <a:extLst>
              <a:ext uri="{FF2B5EF4-FFF2-40B4-BE49-F238E27FC236}">
                <a16:creationId xmlns:a16="http://schemas.microsoft.com/office/drawing/2014/main" id="{4315EF87-8232-406F-3929-2791AF0DD62F}"/>
              </a:ext>
            </a:extLst>
          </p:cNvPr>
          <p:cNvSpPr>
            <a:spLocks noGrp="1"/>
          </p:cNvSpPr>
          <p:nvPr>
            <p:ph type="title"/>
          </p:nvPr>
        </p:nvSpPr>
        <p:spPr>
          <a:xfrm>
            <a:off x="410400" y="478800"/>
            <a:ext cx="9863997" cy="576000"/>
          </a:xfrm>
          <a:prstGeom prst="rect">
            <a:avLst/>
          </a:prstGeom>
        </p:spPr>
        <p:txBody>
          <a:bodyPr vert="horz" lIns="0" tIns="0" rIns="324000" bIns="14400" rtlCol="0" anchor="t" anchorCtr="0">
            <a:noAutofit/>
          </a:bodyPr>
          <a:lstStyle>
            <a:lvl1pPr>
              <a:defRPr>
                <a:solidFill>
                  <a:schemeClr val="tx1"/>
                </a:solidFill>
              </a:defRPr>
            </a:lvl1pPr>
          </a:lstStyle>
          <a:p>
            <a:r>
              <a:rPr lang="en-US"/>
              <a:t>Click to edit Master title style</a:t>
            </a:r>
          </a:p>
        </p:txBody>
      </p:sp>
      <p:sp>
        <p:nvSpPr>
          <p:cNvPr id="10" name="Footer Placeholder">
            <a:extLst>
              <a:ext uri="{FF2B5EF4-FFF2-40B4-BE49-F238E27FC236}">
                <a16:creationId xmlns:a16="http://schemas.microsoft.com/office/drawing/2014/main" id="{A29C7FB6-EEF3-CCFA-F90F-B44B5967F6B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YYYY-MM-DD | Status: Draft</a:t>
            </a:r>
          </a:p>
        </p:txBody>
      </p:sp>
      <p:sp>
        <p:nvSpPr>
          <p:cNvPr id="13" name="Slide Number Placeholder">
            <a:extLst>
              <a:ext uri="{FF2B5EF4-FFF2-40B4-BE49-F238E27FC236}">
                <a16:creationId xmlns:a16="http://schemas.microsoft.com/office/drawing/2014/main" id="{E217BFFA-CD11-26FB-EB1B-CAB5E139BBD3}"/>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4" name="Imagem 11" descr="Uma imagem com texto&#10;&#10;Descrição gerada automaticamente">
            <a:extLst>
              <a:ext uri="{FF2B5EF4-FFF2-40B4-BE49-F238E27FC236}">
                <a16:creationId xmlns:a16="http://schemas.microsoft.com/office/drawing/2014/main" id="{0A0127EB-6D54-2C8F-08B0-DF83F9477FF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10936757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ADA6C66-7966-F4E1-9B33-7A9DAAADC6B0}"/>
              </a:ext>
            </a:extLst>
          </p:cNvPr>
          <p:cNvGraphicFramePr>
            <a:graphicFrameLocks noChangeAspect="1"/>
          </p:cNvGraphicFramePr>
          <p:nvPr userDrawn="1">
            <p:custDataLst>
              <p:tags r:id="rId1"/>
            </p:custDataLst>
            <p:extLst>
              <p:ext uri="{D42A27DB-BD31-4B8C-83A1-F6EECF244321}">
                <p14:modId xmlns:p14="http://schemas.microsoft.com/office/powerpoint/2010/main" val="3920385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3ADA6C66-7966-F4E1-9B33-7A9DAAADC6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Color Stage">
            <a:extLst>
              <a:ext uri="{FF2B5EF4-FFF2-40B4-BE49-F238E27FC236}">
                <a16:creationId xmlns:a16="http://schemas.microsoft.com/office/drawing/2014/main" id="{B8172AC2-E83F-4EFD-B70E-DE91E64651D8}"/>
              </a:ext>
            </a:extLst>
          </p:cNvPr>
          <p:cNvSpPr/>
          <p:nvPr userDrawn="1"/>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2605440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ull bleed color Light Sand">
    <p:bg>
      <p:bgRef idx="1001">
        <a:schemeClr val="bg2"/>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F307510-1CD4-7DA5-F914-34C4C89D9AE5}"/>
              </a:ext>
            </a:extLst>
          </p:cNvPr>
          <p:cNvGraphicFramePr>
            <a:graphicFrameLocks noChangeAspect="1"/>
          </p:cNvGraphicFramePr>
          <p:nvPr userDrawn="1">
            <p:custDataLst>
              <p:tags r:id="rId1"/>
            </p:custDataLst>
            <p:extLst>
              <p:ext uri="{D42A27DB-BD31-4B8C-83A1-F6EECF244321}">
                <p14:modId xmlns:p14="http://schemas.microsoft.com/office/powerpoint/2010/main" val="2993787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7" name="Object 6" hidden="1">
                        <a:extLst>
                          <a:ext uri="{FF2B5EF4-FFF2-40B4-BE49-F238E27FC236}">
                            <a16:creationId xmlns:a16="http://schemas.microsoft.com/office/drawing/2014/main" id="{BF307510-1CD4-7DA5-F914-34C4C89D9A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pic>
        <p:nvPicPr>
          <p:cNvPr id="8" name="Siemens Logo" descr="Siemens logo">
            <a:extLst>
              <a:ext uri="{FF2B5EF4-FFF2-40B4-BE49-F238E27FC236}">
                <a16:creationId xmlns:a16="http://schemas.microsoft.com/office/drawing/2014/main" id="{1AC59AB3-8DAC-43B8-977E-A91337DC0825}"/>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lvl1pPr>
              <a:defRPr>
                <a:solidFill>
                  <a:schemeClr val="tx2"/>
                </a:solidFill>
              </a:defRPr>
            </a:lvl1p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a:t>Page </a:t>
            </a:r>
            <a:fld id="{15EBE321-CBB1-4E91-BD14-37C8D44326FB}" type="slidenum">
              <a:rPr lang="en-US" smtClean="0"/>
              <a:pPr/>
              <a:t>‹#›</a:t>
            </a:fld>
            <a:endParaRPr lang="en-US"/>
          </a:p>
        </p:txBody>
      </p:sp>
      <p:pic>
        <p:nvPicPr>
          <p:cNvPr id="3" name="Imagem 2" descr="Uma imagem com Tipo de letra, Gráficos, texto, captura de ecrã&#10;&#10;Descrição gerada automaticamente">
            <a:extLst>
              <a:ext uri="{FF2B5EF4-FFF2-40B4-BE49-F238E27FC236}">
                <a16:creationId xmlns:a16="http://schemas.microsoft.com/office/drawing/2014/main" id="{964BA73B-5A07-47C4-996D-44A95DD14808}"/>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4570994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AF8D565-19AD-F232-35A2-0E008502A9B8}"/>
              </a:ext>
            </a:extLst>
          </p:cNvPr>
          <p:cNvGraphicFramePr>
            <a:graphicFrameLocks noChangeAspect="1"/>
          </p:cNvGraphicFramePr>
          <p:nvPr userDrawn="1">
            <p:custDataLst>
              <p:tags r:id="rId1"/>
            </p:custDataLst>
            <p:extLst>
              <p:ext uri="{D42A27DB-BD31-4B8C-83A1-F6EECF244321}">
                <p14:modId xmlns:p14="http://schemas.microsoft.com/office/powerpoint/2010/main" val="2521321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5AF8D565-19AD-F232-35A2-0E008502A9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91EB517C-C8FD-4E2E-B744-DB952E96B478}"/>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66D69E8-0F49-9540-3607-3071D9A70559}"/>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558620706"/>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6473163-8190-ACF8-B633-B4CE16DE4D2C}"/>
              </a:ext>
            </a:extLst>
          </p:cNvPr>
          <p:cNvGraphicFramePr>
            <a:graphicFrameLocks noChangeAspect="1"/>
          </p:cNvGraphicFramePr>
          <p:nvPr userDrawn="1">
            <p:custDataLst>
              <p:tags r:id="rId1"/>
            </p:custDataLst>
            <p:extLst>
              <p:ext uri="{D42A27DB-BD31-4B8C-83A1-F6EECF244321}">
                <p14:modId xmlns:p14="http://schemas.microsoft.com/office/powerpoint/2010/main" val="2367818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E6473163-8190-ACF8-B633-B4CE16DE4D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F420FD94-5F7C-ACE7-A20F-8ED98461B4E5}"/>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1461237848"/>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E5E1C249-86B5-BD71-75E1-77E3E2E21FCA}"/>
              </a:ext>
            </a:extLst>
          </p:cNvPr>
          <p:cNvGraphicFramePr>
            <a:graphicFrameLocks noChangeAspect="1"/>
          </p:cNvGraphicFramePr>
          <p:nvPr userDrawn="1">
            <p:custDataLst>
              <p:tags r:id="rId1"/>
            </p:custDataLst>
            <p:extLst>
              <p:ext uri="{D42A27DB-BD31-4B8C-83A1-F6EECF244321}">
                <p14:modId xmlns:p14="http://schemas.microsoft.com/office/powerpoint/2010/main" val="1037826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E5E1C249-86B5-BD71-75E1-77E3E2E21F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C1EFE4E-D7FD-552C-9E95-0FCF239BCB96}"/>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518026899"/>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E2BCC471-28E7-B7EA-D275-D070DA543391}"/>
              </a:ext>
            </a:extLst>
          </p:cNvPr>
          <p:cNvGraphicFramePr>
            <a:graphicFrameLocks noChangeAspect="1"/>
          </p:cNvGraphicFramePr>
          <p:nvPr userDrawn="1">
            <p:custDataLst>
              <p:tags r:id="rId1"/>
            </p:custDataLst>
            <p:extLst>
              <p:ext uri="{D42A27DB-BD31-4B8C-83A1-F6EECF244321}">
                <p14:modId xmlns:p14="http://schemas.microsoft.com/office/powerpoint/2010/main" val="2857917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E2BCC471-28E7-B7EA-D275-D070DA5433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p:nvPr>
        </p:nvSpPr>
        <p:spPr bwMode="black">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32B548D-F9E2-2F34-4BFC-0F1BAEC4C924}"/>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3961730582"/>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6340933C-FAE6-57C7-ED97-22A6C2F91A08}"/>
              </a:ext>
            </a:extLst>
          </p:cNvPr>
          <p:cNvGraphicFramePr>
            <a:graphicFrameLocks noChangeAspect="1"/>
          </p:cNvGraphicFramePr>
          <p:nvPr userDrawn="1">
            <p:custDataLst>
              <p:tags r:id="rId1"/>
            </p:custDataLst>
            <p:extLst>
              <p:ext uri="{D42A27DB-BD31-4B8C-83A1-F6EECF244321}">
                <p14:modId xmlns:p14="http://schemas.microsoft.com/office/powerpoint/2010/main" val="22108613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6340933C-FAE6-57C7-ED97-22A6C2F91A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p:nvPr>
        </p:nvSpPr>
        <p:spPr bwMode="black">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p:nvPr>
        </p:nvSpPr>
        <p:spPr bwMode="black">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78C58A62-0120-A9FF-7B12-7C83E28E629A}"/>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3465244740"/>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F550997B-C79C-51D5-4CAB-2F2F0BEE7514}"/>
              </a:ext>
            </a:extLst>
          </p:cNvPr>
          <p:cNvGraphicFramePr>
            <a:graphicFrameLocks noChangeAspect="1"/>
          </p:cNvGraphicFramePr>
          <p:nvPr userDrawn="1">
            <p:custDataLst>
              <p:tags r:id="rId1"/>
            </p:custDataLst>
            <p:extLst>
              <p:ext uri="{D42A27DB-BD31-4B8C-83A1-F6EECF244321}">
                <p14:modId xmlns:p14="http://schemas.microsoft.com/office/powerpoint/2010/main" val="4210427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0" name="Object 9" hidden="1">
                        <a:extLst>
                          <a:ext uri="{FF2B5EF4-FFF2-40B4-BE49-F238E27FC236}">
                            <a16:creationId xmlns:a16="http://schemas.microsoft.com/office/drawing/2014/main" id="{F550997B-C79C-51D5-4CAB-2F2F0BEE75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E568133C-15D2-4F33-802E-DF15E7891829}"/>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a:t>Thematic picture</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F468BE17-5D03-45C2-9D37-CF354AAA9589}"/>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6" name="Imagem 5" descr="Uma imagem com Tipo de letra, Gráficos, texto, captura de ecrã&#10;&#10;Descrição gerada automaticamente">
            <a:extLst>
              <a:ext uri="{FF2B5EF4-FFF2-40B4-BE49-F238E27FC236}">
                <a16:creationId xmlns:a16="http://schemas.microsoft.com/office/drawing/2014/main" id="{A6CCB8F0-0618-7671-C46E-BF4120281962}"/>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530692971"/>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11BDBF6-878D-2DD2-1307-8F917772EC0F}"/>
              </a:ext>
            </a:extLst>
          </p:cNvPr>
          <p:cNvGraphicFramePr>
            <a:graphicFrameLocks noChangeAspect="1"/>
          </p:cNvGraphicFramePr>
          <p:nvPr userDrawn="1">
            <p:custDataLst>
              <p:tags r:id="rId1"/>
            </p:custDataLst>
            <p:extLst>
              <p:ext uri="{D42A27DB-BD31-4B8C-83A1-F6EECF244321}">
                <p14:modId xmlns:p14="http://schemas.microsoft.com/office/powerpoint/2010/main" val="2668316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611BDBF6-878D-2DD2-1307-8F917772EC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endParaRPr lang="en-US"/>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91CC009F-904A-3B34-CD8E-992B6149546C}"/>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1882601851"/>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F82C904B-D4AC-EDB0-D560-B841D38E5A7B}"/>
              </a:ext>
            </a:extLst>
          </p:cNvPr>
          <p:cNvGraphicFramePr>
            <a:graphicFrameLocks noChangeAspect="1"/>
          </p:cNvGraphicFramePr>
          <p:nvPr userDrawn="1">
            <p:custDataLst>
              <p:tags r:id="rId1"/>
            </p:custDataLst>
            <p:extLst>
              <p:ext uri="{D42A27DB-BD31-4B8C-83A1-F6EECF244321}">
                <p14:modId xmlns:p14="http://schemas.microsoft.com/office/powerpoint/2010/main" val="41206180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F82C904B-D4AC-EDB0-D560-B841D38E5A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descr="Slide headline">
            <a:extLst>
              <a:ext uri="{FF2B5EF4-FFF2-40B4-BE49-F238E27FC236}">
                <a16:creationId xmlns:a16="http://schemas.microsoft.com/office/drawing/2014/main" id="{9F2A455C-53B1-4792-8EA9-F00926C48E39}"/>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p:nvPr>
        </p:nvSpPr>
        <p:spPr bwMode="black">
          <a:xfrm>
            <a:off x="4299176"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p:nvPr>
        </p:nvSpPr>
        <p:spPr bwMode="blackWhite">
          <a:xfrm>
            <a:off x="8187189" y="1414462"/>
            <a:ext cx="3600000" cy="4392000"/>
          </a:xfrm>
          <a:prstGeom prst="rect">
            <a:avLst/>
          </a:prstGeom>
          <a:solidFill>
            <a:srgbClr val="00BEDC"/>
          </a:solidFill>
          <a:ln w="19050">
            <a:solidFill>
              <a:srgbClr val="009999"/>
            </a:solidFill>
          </a:ln>
        </p:spPr>
        <p:txBody>
          <a:bodyPr lIns="216000" tIns="144000" rIns="216000" bIns="144000">
            <a:noAutofit/>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vl6pPr>
              <a:buClr>
                <a:schemeClr val="tx1"/>
              </a:buClr>
              <a:defRPr>
                <a:solidFill>
                  <a:schemeClr val="tx1"/>
                </a:solidFill>
              </a:defRPr>
            </a:lvl6pPr>
            <a:lvl7pPr>
              <a:buClr>
                <a:schemeClr val="tx1"/>
              </a:buClr>
              <a:defRPr>
                <a:solidFill>
                  <a:schemeClr val="tx1"/>
                </a:solidFill>
              </a:defRPr>
            </a:lvl7pPr>
            <a:lvl8pPr>
              <a:buClr>
                <a:schemeClr val="tx1"/>
              </a:buClr>
              <a:defRPr>
                <a:solidFill>
                  <a:schemeClr val="tx1"/>
                </a:solidFill>
              </a:defRPr>
            </a:lvl8pPr>
            <a:lvl9pPr>
              <a:buClr>
                <a:schemeClr val="tx1"/>
              </a:buCl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E5DDD55C-5C17-4BCD-A9BB-FE8A69DC48DE}"/>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6172089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B813CE-4DD6-4EAD-800B-047C0542F19B}"/>
              </a:ext>
            </a:extLst>
          </p:cNvPr>
          <p:cNvSpPr>
            <a:spLocks noGrp="1"/>
          </p:cNvSpPr>
          <p:nvPr>
            <p:ph type="title"/>
          </p:nvPr>
        </p:nvSpPr>
        <p:spPr>
          <a:xfrm>
            <a:off x="410400" y="-540000"/>
            <a:ext cx="9863997" cy="360000"/>
          </a:xfrm>
        </p:spPr>
        <p:txBody>
          <a:bodyPr/>
          <a:lstStyle>
            <a:lvl1pPr>
              <a:defRPr b="0">
                <a:solidFill>
                  <a:schemeClr val="accent1">
                    <a:alpha val="0"/>
                  </a:schemeClr>
                </a:solidFill>
              </a:defRPr>
            </a:lvl1pPr>
          </a:lstStyle>
          <a:p>
            <a:r>
              <a:rPr lang="en-US"/>
              <a:t>Click to edit Master title style</a:t>
            </a:r>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1" name="Quote marks">
            <a:extLst>
              <a:ext uri="{FF2B5EF4-FFF2-40B4-BE49-F238E27FC236}">
                <a16:creationId xmlns:a16="http://schemas.microsoft.com/office/drawing/2014/main" id="{916E4245-F21C-4EAB-8B26-FEA21C26067F}"/>
              </a:ext>
              <a:ext uri="{C183D7F6-B498-43B3-948B-1728B52AA6E4}">
                <adec:decorative xmlns:adec="http://schemas.microsoft.com/office/drawing/2017/decorative" val="1"/>
              </a:ext>
            </a:extLst>
          </p:cNvPr>
          <p:cNvSpPr/>
          <p:nvPr userDrawn="1"/>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8" name="Siemens Logo" descr="Siemens logo">
            <a:extLst>
              <a:ext uri="{FF2B5EF4-FFF2-40B4-BE49-F238E27FC236}">
                <a16:creationId xmlns:a16="http://schemas.microsoft.com/office/drawing/2014/main" id="{AF2E271F-5AF7-408E-9752-03D1D6448EAA}"/>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EC4F35EF-AC94-4800-9CB7-CA49CAFDD249}"/>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3" name="Slide Number Placeholder">
            <a:extLst>
              <a:ext uri="{FF2B5EF4-FFF2-40B4-BE49-F238E27FC236}">
                <a16:creationId xmlns:a16="http://schemas.microsoft.com/office/drawing/2014/main" id="{CCC7FBE7-01B9-4EC8-8BE1-F416F7C5B7AA}"/>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416078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ligh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C4093E6-4FDF-8AED-2D7C-E73D45025E6B}"/>
              </a:ext>
            </a:extLst>
          </p:cNvPr>
          <p:cNvGraphicFramePr>
            <a:graphicFrameLocks noChangeAspect="1"/>
          </p:cNvGraphicFramePr>
          <p:nvPr userDrawn="1">
            <p:custDataLst>
              <p:tags r:id="rId1"/>
            </p:custDataLst>
            <p:extLst>
              <p:ext uri="{D42A27DB-BD31-4B8C-83A1-F6EECF244321}">
                <p14:modId xmlns:p14="http://schemas.microsoft.com/office/powerpoint/2010/main" val="2629221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DC4093E6-4FDF-8AED-2D7C-E73D45025E6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2"/>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2" name="Quote marks">
            <a:extLst>
              <a:ext uri="{FF2B5EF4-FFF2-40B4-BE49-F238E27FC236}">
                <a16:creationId xmlns:a16="http://schemas.microsoft.com/office/drawing/2014/main" id="{58EF2AB0-A78A-44C9-9A7D-F20D9ED854E0}"/>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6AEDD147-ACC0-4A9C-9043-90612765C0FA}"/>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3" name="Slide Number Placeholder">
            <a:extLst>
              <a:ext uri="{FF2B5EF4-FFF2-40B4-BE49-F238E27FC236}">
                <a16:creationId xmlns:a16="http://schemas.microsoft.com/office/drawing/2014/main" id="{4131F54F-C70B-4435-91E6-F995F83E6C69}"/>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6" name="Imagem 5" descr="Uma imagem com Tipo de letra, Gráficos, texto, captura de ecrã&#10;&#10;Descrição gerada automaticamente">
            <a:extLst>
              <a:ext uri="{FF2B5EF4-FFF2-40B4-BE49-F238E27FC236}">
                <a16:creationId xmlns:a16="http://schemas.microsoft.com/office/drawing/2014/main" id="{C00B2712-58A8-5D13-7EC3-D8C35F7F3DA7}"/>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808725768"/>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a:t>Contact</a:t>
            </a:r>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a:t>Click to edit the contact</a:t>
            </a:r>
          </a:p>
          <a:p>
            <a:pPr lvl="1"/>
            <a:r>
              <a:rPr lang="en-US"/>
              <a:t>Name etc.</a:t>
            </a:r>
          </a:p>
          <a:p>
            <a:pPr lvl="2"/>
            <a:r>
              <a:rPr lang="en-US"/>
              <a:t>Skills etc.</a:t>
            </a:r>
          </a:p>
          <a:p>
            <a:pPr lvl="3"/>
            <a:r>
              <a:rPr lang="en-US"/>
              <a:t>Name etc. sublevel</a:t>
            </a:r>
          </a:p>
          <a:p>
            <a:pPr lvl="4"/>
            <a:r>
              <a:rPr lang="en-US"/>
              <a:t>Skills etc. sublevel</a:t>
            </a:r>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8958434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7370CE-4195-F5B6-3915-43595757C98C}"/>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267CEB39-130A-9C62-17A4-98E9C74ABFF4}"/>
              </a:ext>
            </a:extLst>
          </p:cNvPr>
          <p:cNvSpPr>
            <a:spLocks noGrp="1"/>
          </p:cNvSpPr>
          <p:nvPr>
            <p:ph type="ftr" sz="quarter" idx="10"/>
          </p:nvPr>
        </p:nvSpPr>
        <p:spPr/>
        <p:txBody>
          <a:bodyPr/>
          <a:lstStyle/>
          <a:p>
            <a:r>
              <a:rPr lang="en-US"/>
              <a:t>Restricted | © Siemens 2024 | SHERPA X | YYYY-MM-DD | Status: Draft</a:t>
            </a:r>
          </a:p>
        </p:txBody>
      </p:sp>
      <p:sp>
        <p:nvSpPr>
          <p:cNvPr id="4" name="Foliennummernplatzhalter 3">
            <a:extLst>
              <a:ext uri="{FF2B5EF4-FFF2-40B4-BE49-F238E27FC236}">
                <a16:creationId xmlns:a16="http://schemas.microsoft.com/office/drawing/2014/main" id="{8F9D4EA4-2D1D-9297-012C-595079EC04E8}"/>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6191859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a:t>Restricted | © Siemens 2024 | SHERPA X DEPA | 2024-01</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29476816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slideLayout" Target="../slideLayouts/slideLayout32.xml"/><Relationship Id="rId7" Type="http://schemas.openxmlformats.org/officeDocument/2006/relationships/tags" Target="../tags/tag20.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theme" Target="../theme/theme2.xml"/><Relationship Id="rId5" Type="http://schemas.openxmlformats.org/officeDocument/2006/relationships/slideLayout" Target="../slideLayouts/slideLayout34.xml"/><Relationship Id="rId4" Type="http://schemas.openxmlformats.org/officeDocument/2006/relationships/slideLayout" Target="../slideLayouts/slideLayout33.xml"/><Relationship Id="rId9" Type="http://schemas.openxmlformats.org/officeDocument/2006/relationships/image" Target="../media/image11.emf"/></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34" Type="http://schemas.openxmlformats.org/officeDocument/2006/relationships/image" Target="../media/image15.png"/><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image" Target="../media/image1.emf"/><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oleObject" Target="../embeddings/oleObject21.bin"/><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tags" Target="../tags/tag22.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theme" Target="../theme/theme3.xml"/><Relationship Id="rId8"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985D4A8C-D534-8BF3-8009-C3A8417E6051}"/>
              </a:ext>
            </a:extLst>
          </p:cNvPr>
          <p:cNvGraphicFramePr>
            <a:graphicFrameLocks noChangeAspect="1"/>
          </p:cNvGraphicFramePr>
          <p:nvPr userDrawn="1">
            <p:custDataLst>
              <p:tags r:id="rId31"/>
            </p:custDataLst>
            <p:extLst>
              <p:ext uri="{D42A27DB-BD31-4B8C-83A1-F6EECF244321}">
                <p14:modId xmlns:p14="http://schemas.microsoft.com/office/powerpoint/2010/main" val="36717634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663" imgH="664" progId="TCLayout.ActiveDocument.1">
                  <p:embed/>
                </p:oleObj>
              </mc:Choice>
              <mc:Fallback>
                <p:oleObj name="think-cell Slide" r:id="rId32" imgW="663" imgH="664" progId="TCLayout.ActiveDocument.1">
                  <p:embed/>
                  <p:pic>
                    <p:nvPicPr>
                      <p:cNvPr id="7" name="Object 6" hidden="1">
                        <a:extLst>
                          <a:ext uri="{FF2B5EF4-FFF2-40B4-BE49-F238E27FC236}">
                            <a16:creationId xmlns:a16="http://schemas.microsoft.com/office/drawing/2014/main" id="{985D4A8C-D534-8BF3-8009-C3A8417E6051}"/>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1" y="478800"/>
            <a:ext cx="9465120" cy="576000"/>
          </a:xfrm>
          <a:prstGeom prst="rect">
            <a:avLst/>
          </a:prstGeom>
        </p:spPr>
        <p:txBody>
          <a:bodyPr vert="horz" lIns="0" tIns="0" rIns="324000" bIns="14400" rtlCol="0" anchor="t" anchorCtr="0">
            <a:noAutofit/>
          </a:bodyPr>
          <a:lstStyle/>
          <a:p>
            <a:r>
              <a:rPr lang="en-US"/>
              <a:t>Click to edit Master title style</a:t>
            </a:r>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a:t>Restricted | © Siemens 2024 | SHERPA X | Governance Foundation Roll-out Management | P2P</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a:t>Page </a:t>
            </a:r>
            <a:fld id="{15EBE321-CBB1-4E91-BD14-37C8D44326FB}" type="slidenum">
              <a:rPr lang="en-US" smtClean="0"/>
              <a:pPr/>
              <a:t>‹#›</a:t>
            </a:fld>
            <a:endParaRPr lang="en-US"/>
          </a:p>
        </p:txBody>
      </p:sp>
      <p:pic>
        <p:nvPicPr>
          <p:cNvPr id="9" name="Picture 8" descr="A blue and black square with white text&#10;&#10;Description automatically generated">
            <a:extLst>
              <a:ext uri="{FF2B5EF4-FFF2-40B4-BE49-F238E27FC236}">
                <a16:creationId xmlns:a16="http://schemas.microsoft.com/office/drawing/2014/main" id="{5F1F289C-3B15-2388-047F-450DE86EFFA0}"/>
              </a:ext>
            </a:extLst>
          </p:cNvPr>
          <p:cNvPicPr>
            <a:picLocks noChangeAspect="1"/>
          </p:cNvPicPr>
          <p:nvPr userDrawn="1"/>
        </p:nvPicPr>
        <p:blipFill>
          <a:blip r:embed="rId34" cstate="screen">
            <a:extLst>
              <a:ext uri="{28A0092B-C50C-407E-A947-70E740481C1C}">
                <a14:useLocalDpi xmlns:a14="http://schemas.microsoft.com/office/drawing/2010/main"/>
              </a:ext>
            </a:extLst>
          </a:blip>
          <a:stretch>
            <a:fillRect/>
          </a:stretch>
        </p:blipFill>
        <p:spPr>
          <a:xfrm>
            <a:off x="9974614" y="486113"/>
            <a:ext cx="1808231" cy="1055177"/>
          </a:xfrm>
          <a:prstGeom prst="rect">
            <a:avLst/>
          </a:prstGeom>
        </p:spPr>
      </p:pic>
    </p:spTree>
    <p:extLst>
      <p:ext uri="{BB962C8B-B14F-4D97-AF65-F5344CB8AC3E}">
        <p14:creationId xmlns:p14="http://schemas.microsoft.com/office/powerpoint/2010/main" val="1200065000"/>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4" r:id="rId13"/>
    <p:sldLayoutId id="2147483850" r:id="rId14"/>
    <p:sldLayoutId id="2147483835" r:id="rId15"/>
    <p:sldLayoutId id="2147483836" r:id="rId16"/>
    <p:sldLayoutId id="2147483837" r:id="rId17"/>
    <p:sldLayoutId id="2147483838" r:id="rId18"/>
    <p:sldLayoutId id="2147483839" r:id="rId19"/>
    <p:sldLayoutId id="2147483840" r:id="rId20"/>
    <p:sldLayoutId id="2147483841" r:id="rId21"/>
    <p:sldLayoutId id="2147483842" r:id="rId22"/>
    <p:sldLayoutId id="2147483843" r:id="rId23"/>
    <p:sldLayoutId id="2147483844" r:id="rId24"/>
    <p:sldLayoutId id="2147483845" r:id="rId25"/>
    <p:sldLayoutId id="2147483846" r:id="rId26"/>
    <p:sldLayoutId id="2147483849" r:id="rId27"/>
    <p:sldLayoutId id="2147483851" r:id="rId28"/>
    <p:sldLayoutId id="2147483858" r:id="rId29"/>
  </p:sldLayoutIdLst>
  <p:hf hdr="0" dt="0"/>
  <p:txStyles>
    <p:titleStyle>
      <a:lvl1pPr algn="l" defTabSz="914400" rtl="0" eaLnBrk="1" latinLnBrk="0" hangingPunct="1">
        <a:lnSpc>
          <a:spcPct val="90000"/>
        </a:lnSpc>
        <a:spcBef>
          <a:spcPct val="0"/>
        </a:spcBef>
        <a:buNone/>
        <a:defRPr sz="2000" b="1" kern="1200">
          <a:solidFill>
            <a:srgbClr val="000028"/>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 userDrawn="1">
          <p15:clr>
            <a:srgbClr val="F26B43"/>
          </p15:clr>
        </p15:guide>
        <p15:guide id="2" pos="742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FB36896-7F25-1D44-BD23-672AE8BBD402}"/>
              </a:ext>
            </a:extLst>
          </p:cNvPr>
          <p:cNvGraphicFramePr>
            <a:graphicFrameLocks noChangeAspect="1"/>
          </p:cNvGraphicFramePr>
          <p:nvPr userDrawn="1">
            <p:custDataLst>
              <p:tags r:id="rId7"/>
            </p:custDataLst>
            <p:extLst>
              <p:ext uri="{D42A27DB-BD31-4B8C-83A1-F6EECF244321}">
                <p14:modId xmlns:p14="http://schemas.microsoft.com/office/powerpoint/2010/main" val="40579607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86" imgH="486" progId="TCLayout.ActiveDocument.1">
                  <p:embed/>
                </p:oleObj>
              </mc:Choice>
              <mc:Fallback>
                <p:oleObj name="think-cell Slide" r:id="rId8" imgW="486" imgH="486" progId="TCLayout.ActiveDocument.1">
                  <p:embed/>
                  <p:pic>
                    <p:nvPicPr>
                      <p:cNvPr id="7" name="think-cell data - do not delete" hidden="1">
                        <a:extLst>
                          <a:ext uri="{FF2B5EF4-FFF2-40B4-BE49-F238E27FC236}">
                            <a16:creationId xmlns:a16="http://schemas.microsoft.com/office/drawing/2014/main" id="{EFB36896-7F25-1D44-BD23-672AE8BBD402}"/>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a:t>Click to edit Master title style</a:t>
            </a:r>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a:t>Restricted | © Siemens 2024 | SCM FE | Indirect X </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152443588"/>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985D4A8C-D534-8BF3-8009-C3A8417E6051}"/>
              </a:ext>
            </a:extLst>
          </p:cNvPr>
          <p:cNvGraphicFramePr>
            <a:graphicFrameLocks noChangeAspect="1"/>
          </p:cNvGraphicFramePr>
          <p:nvPr userDrawn="1">
            <p:custDataLst>
              <p:tags r:id="rId31"/>
            </p:custDataLst>
            <p:extLst>
              <p:ext uri="{D42A27DB-BD31-4B8C-83A1-F6EECF244321}">
                <p14:modId xmlns:p14="http://schemas.microsoft.com/office/powerpoint/2010/main" val="2576509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663" imgH="664" progId="TCLayout.ActiveDocument.1">
                  <p:embed/>
                </p:oleObj>
              </mc:Choice>
              <mc:Fallback>
                <p:oleObj name="think-cell Slide" r:id="rId32" imgW="663" imgH="664" progId="TCLayout.ActiveDocument.1">
                  <p:embed/>
                  <p:pic>
                    <p:nvPicPr>
                      <p:cNvPr id="7" name="Object 6" hidden="1">
                        <a:extLst>
                          <a:ext uri="{FF2B5EF4-FFF2-40B4-BE49-F238E27FC236}">
                            <a16:creationId xmlns:a16="http://schemas.microsoft.com/office/drawing/2014/main" id="{985D4A8C-D534-8BF3-8009-C3A8417E6051}"/>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a:t>Click to edit Master title style</a:t>
            </a:r>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a:t>Restricted | © Siemens 2024 | SHERPA X | YYYY-MM-DD | Status: Draft</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a:t>Page </a:t>
            </a:r>
            <a:fld id="{15EBE321-CBB1-4E91-BD14-37C8D44326FB}" type="slidenum">
              <a:rPr lang="en-US" smtClean="0"/>
              <a:pPr/>
              <a:t>‹#›</a:t>
            </a:fld>
            <a:endParaRPr lang="en-US"/>
          </a:p>
        </p:txBody>
      </p:sp>
      <p:pic>
        <p:nvPicPr>
          <p:cNvPr id="4" name="Imagem 10" descr="Uma imagem com Tipo de letra, Gráficos, texto, captura de ecrã&#10;&#10;Descrição gerada automaticamente">
            <a:extLst>
              <a:ext uri="{FF2B5EF4-FFF2-40B4-BE49-F238E27FC236}">
                <a16:creationId xmlns:a16="http://schemas.microsoft.com/office/drawing/2014/main" id="{678730AC-955A-7342-222C-98CEDEC2B97E}"/>
              </a:ext>
            </a:extLst>
          </p:cNvPr>
          <p:cNvPicPr>
            <a:picLocks noChangeAspect="1"/>
          </p:cNvPicPr>
          <p:nvPr userDrawn="1"/>
        </p:nvPicPr>
        <p:blipFill>
          <a:blip r:embed="rId34"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841271043"/>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 id="2147483871" r:id="rId12"/>
    <p:sldLayoutId id="2147483872" r:id="rId13"/>
    <p:sldLayoutId id="2147483873" r:id="rId14"/>
    <p:sldLayoutId id="2147483874" r:id="rId15"/>
    <p:sldLayoutId id="2147483875" r:id="rId16"/>
    <p:sldLayoutId id="2147483876" r:id="rId17"/>
    <p:sldLayoutId id="2147483877" r:id="rId18"/>
    <p:sldLayoutId id="2147483878" r:id="rId19"/>
    <p:sldLayoutId id="2147483879" r:id="rId20"/>
    <p:sldLayoutId id="2147483880" r:id="rId21"/>
    <p:sldLayoutId id="2147483881" r:id="rId22"/>
    <p:sldLayoutId id="2147483882" r:id="rId23"/>
    <p:sldLayoutId id="2147483883" r:id="rId24"/>
    <p:sldLayoutId id="2147483884" r:id="rId25"/>
    <p:sldLayoutId id="2147483885" r:id="rId26"/>
    <p:sldLayoutId id="2147483886" r:id="rId27"/>
    <p:sldLayoutId id="2147483887" r:id="rId28"/>
    <p:sldLayoutId id="2147483888" r:id="rId29"/>
  </p:sldLayoutIdLst>
  <p:hf hdr="0" dt="0"/>
  <p:txStyles>
    <p:titleStyle>
      <a:lvl1pPr algn="l" defTabSz="914400" rtl="0" eaLnBrk="1" latinLnBrk="0" hangingPunct="1">
        <a:lnSpc>
          <a:spcPct val="90000"/>
        </a:lnSpc>
        <a:spcBef>
          <a:spcPct val="0"/>
        </a:spcBef>
        <a:buNone/>
        <a:defRPr sz="2000" b="1" kern="1200">
          <a:solidFill>
            <a:srgbClr val="000028"/>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xml"/><Relationship Id="rId1" Type="http://schemas.openxmlformats.org/officeDocument/2006/relationships/tags" Target="../tags/tag39.xml"/><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oleObject" Target="../embeddings/oleObject39.bin"/><Relationship Id="rId7" Type="http://schemas.openxmlformats.org/officeDocument/2006/relationships/image" Target="../media/image22.png"/><Relationship Id="rId2" Type="http://schemas.openxmlformats.org/officeDocument/2006/relationships/slideLayout" Target="../slideLayouts/slideLayout13.xml"/><Relationship Id="rId1" Type="http://schemas.openxmlformats.org/officeDocument/2006/relationships/tags" Target="../tags/tag40.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41.xml"/><Relationship Id="rId5" Type="http://schemas.openxmlformats.org/officeDocument/2006/relationships/image" Target="../media/image24.emf"/><Relationship Id="rId4" Type="http://schemas.openxmlformats.org/officeDocument/2006/relationships/oleObject" Target="../embeddings/oleObject40.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13.xml"/><Relationship Id="rId1" Type="http://schemas.openxmlformats.org/officeDocument/2006/relationships/tags" Target="../tags/tag42.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3.xml"/><Relationship Id="rId5" Type="http://schemas.openxmlformats.org/officeDocument/2006/relationships/image" Target="../media/image24.emf"/><Relationship Id="rId4" Type="http://schemas.openxmlformats.org/officeDocument/2006/relationships/oleObject" Target="../embeddings/oleObject42.bin"/></Relationships>
</file>

<file path=ppt/slides/_rels/slide10.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44.xml"/><Relationship Id="rId5" Type="http://schemas.openxmlformats.org/officeDocument/2006/relationships/image" Target="../media/image24.emf"/><Relationship Id="rId4" Type="http://schemas.openxmlformats.org/officeDocument/2006/relationships/oleObject" Target="../embeddings/oleObject40.bin"/></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4.xml"/><Relationship Id="rId1" Type="http://schemas.openxmlformats.org/officeDocument/2006/relationships/tags" Target="../tags/tag45.xml"/><Relationship Id="rId5" Type="http://schemas.openxmlformats.org/officeDocument/2006/relationships/image" Target="../media/image34.emf"/><Relationship Id="rId4" Type="http://schemas.openxmlformats.org/officeDocument/2006/relationships/oleObject" Target="../embeddings/oleObject43.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4.xml"/><Relationship Id="rId1" Type="http://schemas.openxmlformats.org/officeDocument/2006/relationships/tags" Target="../tags/tag46.x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44.bin"/></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32.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png"/><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4.xml"/><Relationship Id="rId1" Type="http://schemas.openxmlformats.org/officeDocument/2006/relationships/tags" Target="../tags/tag47.xml"/><Relationship Id="rId5" Type="http://schemas.openxmlformats.org/officeDocument/2006/relationships/image" Target="../media/image34.emf"/><Relationship Id="rId4" Type="http://schemas.openxmlformats.org/officeDocument/2006/relationships/oleObject" Target="../embeddings/oleObject43.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4.xml"/><Relationship Id="rId1" Type="http://schemas.openxmlformats.org/officeDocument/2006/relationships/tags" Target="../tags/tag48.xml"/><Relationship Id="rId5" Type="http://schemas.openxmlformats.org/officeDocument/2006/relationships/image" Target="../media/image34.emf"/><Relationship Id="rId4" Type="http://schemas.openxmlformats.org/officeDocument/2006/relationships/oleObject" Target="../embeddings/oleObject45.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41.png"/><Relationship Id="rId2" Type="http://schemas.openxmlformats.org/officeDocument/2006/relationships/slideLayout" Target="../slideLayouts/slideLayout34.xml"/><Relationship Id="rId1" Type="http://schemas.openxmlformats.org/officeDocument/2006/relationships/tags" Target="../tags/tag49.xml"/><Relationship Id="rId6" Type="http://schemas.openxmlformats.org/officeDocument/2006/relationships/image" Target="../media/image40.png"/><Relationship Id="rId5" Type="http://schemas.openxmlformats.org/officeDocument/2006/relationships/image" Target="../media/image34.emf"/><Relationship Id="rId4" Type="http://schemas.openxmlformats.org/officeDocument/2006/relationships/oleObject" Target="../embeddings/oleObject43.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43.png"/><Relationship Id="rId2" Type="http://schemas.openxmlformats.org/officeDocument/2006/relationships/slideLayout" Target="../slideLayouts/slideLayout34.xml"/><Relationship Id="rId1" Type="http://schemas.openxmlformats.org/officeDocument/2006/relationships/tags" Target="../tags/tag50.xml"/><Relationship Id="rId6" Type="http://schemas.openxmlformats.org/officeDocument/2006/relationships/image" Target="../media/image42.png"/><Relationship Id="rId5" Type="http://schemas.openxmlformats.org/officeDocument/2006/relationships/image" Target="../media/image34.emf"/><Relationship Id="rId4" Type="http://schemas.openxmlformats.org/officeDocument/2006/relationships/oleObject" Target="../embeddings/oleObject43.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2.xml"/><Relationship Id="rId1" Type="http://schemas.openxmlformats.org/officeDocument/2006/relationships/tags" Target="../tags/tag51.xml"/><Relationship Id="rId5" Type="http://schemas.openxmlformats.org/officeDocument/2006/relationships/image" Target="../media/image24.emf"/><Relationship Id="rId4" Type="http://schemas.openxmlformats.org/officeDocument/2006/relationships/oleObject" Target="../embeddings/oleObject40.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52.xml"/><Relationship Id="rId5" Type="http://schemas.openxmlformats.org/officeDocument/2006/relationships/image" Target="../media/image24.emf"/><Relationship Id="rId4" Type="http://schemas.openxmlformats.org/officeDocument/2006/relationships/oleObject" Target="../embeddings/oleObject40.bin"/></Relationships>
</file>

<file path=ppt/slides/_rels/slide30.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svg"/><Relationship Id="rId3" Type="http://schemas.openxmlformats.org/officeDocument/2006/relationships/notesSlide" Target="../notesSlides/notesSlide15.xml"/><Relationship Id="rId7" Type="http://schemas.openxmlformats.org/officeDocument/2006/relationships/image" Target="../media/image46.svg"/><Relationship Id="rId12" Type="http://schemas.openxmlformats.org/officeDocument/2006/relationships/image" Target="../media/image51.png"/><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tags" Target="../tags/tag53.xml"/><Relationship Id="rId6" Type="http://schemas.openxmlformats.org/officeDocument/2006/relationships/image" Target="../media/image45.png"/><Relationship Id="rId11" Type="http://schemas.openxmlformats.org/officeDocument/2006/relationships/image" Target="../media/image50.svg"/><Relationship Id="rId5" Type="http://schemas.openxmlformats.org/officeDocument/2006/relationships/image" Target="../media/image44.emf"/><Relationship Id="rId15" Type="http://schemas.openxmlformats.org/officeDocument/2006/relationships/image" Target="../media/image54.svg"/><Relationship Id="rId10" Type="http://schemas.openxmlformats.org/officeDocument/2006/relationships/image" Target="../media/image49.png"/><Relationship Id="rId4" Type="http://schemas.openxmlformats.org/officeDocument/2006/relationships/oleObject" Target="../embeddings/oleObject46.bin"/><Relationship Id="rId9" Type="http://schemas.openxmlformats.org/officeDocument/2006/relationships/image" Target="../media/image48.svg"/><Relationship Id="rId14" Type="http://schemas.openxmlformats.org/officeDocument/2006/relationships/image" Target="../media/image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8" Type="http://schemas.openxmlformats.org/officeDocument/2006/relationships/tags" Target="../tags/tag61.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image" Target="../media/image56.emf"/><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oleObject" Target="../embeddings/oleObject47.bin"/><Relationship Id="rId5" Type="http://schemas.openxmlformats.org/officeDocument/2006/relationships/tags" Target="../tags/tag58.xml"/><Relationship Id="rId10" Type="http://schemas.openxmlformats.org/officeDocument/2006/relationships/notesSlide" Target="../notesSlides/notesSlide16.xml"/><Relationship Id="rId4" Type="http://schemas.openxmlformats.org/officeDocument/2006/relationships/tags" Target="../tags/tag57.xml"/><Relationship Id="rId9"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4.xml"/><Relationship Id="rId1" Type="http://schemas.openxmlformats.org/officeDocument/2006/relationships/tags" Target="../tags/tag62.xml"/><Relationship Id="rId6" Type="http://schemas.openxmlformats.org/officeDocument/2006/relationships/image" Target="../media/image57.png"/><Relationship Id="rId5" Type="http://schemas.openxmlformats.org/officeDocument/2006/relationships/image" Target="../media/image34.emf"/><Relationship Id="rId4" Type="http://schemas.openxmlformats.org/officeDocument/2006/relationships/oleObject" Target="../embeddings/oleObject48.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tags" Target="../tags/tag65.xml"/><Relationship Id="rId7" Type="http://schemas.openxmlformats.org/officeDocument/2006/relationships/slideLayout" Target="../slideLayouts/slideLayout63.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FE5E87D9-D96E-02ED-2860-CF20738780D1}"/>
              </a:ext>
            </a:extLst>
          </p:cNvPr>
          <p:cNvGraphicFramePr>
            <a:graphicFrameLocks noChangeAspect="1"/>
          </p:cNvGraphicFramePr>
          <p:nvPr>
            <p:custDataLst>
              <p:tags r:id="rId1"/>
            </p:custDataLst>
            <p:extLst>
              <p:ext uri="{D42A27DB-BD31-4B8C-83A1-F6EECF244321}">
                <p14:modId xmlns:p14="http://schemas.microsoft.com/office/powerpoint/2010/main" val="22270196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FE5E87D9-D96E-02ED-2860-CF20738780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CEAFF82B-A512-DDF5-1E85-194B4DE95B62}"/>
              </a:ext>
            </a:extLst>
          </p:cNvPr>
          <p:cNvSpPr>
            <a:spLocks noGrp="1"/>
          </p:cNvSpPr>
          <p:nvPr>
            <p:ph type="title"/>
          </p:nvPr>
        </p:nvSpPr>
        <p:spPr>
          <a:xfrm>
            <a:off x="410400" y="3780000"/>
            <a:ext cx="11087053" cy="984885"/>
          </a:xfrm>
        </p:spPr>
        <p:txBody>
          <a:bodyPr vert="horz"/>
          <a:lstStyle/>
          <a:p>
            <a:r>
              <a:rPr lang="en-US" sz="3200" b="1"/>
              <a:t>SHERPA X Governance Foundation FY25</a:t>
            </a:r>
            <a:br>
              <a:rPr lang="en-US" sz="3200" b="1"/>
            </a:br>
            <a:r>
              <a:rPr lang="en-US" sz="3200" b="1"/>
              <a:t>Fit-2-Standard Workshop P2P SRE Direct X</a:t>
            </a:r>
          </a:p>
        </p:txBody>
      </p:sp>
      <p:sp>
        <p:nvSpPr>
          <p:cNvPr id="2" name="Subtitle 1">
            <a:extLst>
              <a:ext uri="{FF2B5EF4-FFF2-40B4-BE49-F238E27FC236}">
                <a16:creationId xmlns:a16="http://schemas.microsoft.com/office/drawing/2014/main" id="{F15B4910-1E5D-D300-19F5-8E8488AABA10}"/>
              </a:ext>
            </a:extLst>
          </p:cNvPr>
          <p:cNvSpPr>
            <a:spLocks noGrp="1"/>
          </p:cNvSpPr>
          <p:nvPr>
            <p:ph type="subTitle" idx="1"/>
          </p:nvPr>
        </p:nvSpPr>
        <p:spPr/>
        <p:txBody>
          <a:bodyPr/>
          <a:lstStyle/>
          <a:p>
            <a:r>
              <a:rPr lang="en-US"/>
              <a:t>4th February 2025</a:t>
            </a:r>
          </a:p>
        </p:txBody>
      </p:sp>
      <p:sp>
        <p:nvSpPr>
          <p:cNvPr id="4" name="TextBox 3">
            <a:extLst>
              <a:ext uri="{FF2B5EF4-FFF2-40B4-BE49-F238E27FC236}">
                <a16:creationId xmlns:a16="http://schemas.microsoft.com/office/drawing/2014/main" id="{93776537-1331-D804-B6D3-489C2FE6E572}"/>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2025-01-27</a:t>
            </a:r>
            <a:endParaRPr lang="en-DE"/>
          </a:p>
        </p:txBody>
      </p:sp>
    </p:spTree>
    <p:extLst>
      <p:ext uri="{BB962C8B-B14F-4D97-AF65-F5344CB8AC3E}">
        <p14:creationId xmlns:p14="http://schemas.microsoft.com/office/powerpoint/2010/main" val="3253167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3B55E21-177E-7F16-0FEF-E827635BB2EB}"/>
              </a:ext>
            </a:extLst>
          </p:cNvPr>
          <p:cNvGraphicFramePr>
            <a:graphicFrameLocks noChangeAspect="1"/>
          </p:cNvGraphicFramePr>
          <p:nvPr>
            <p:custDataLst>
              <p:tags r:id="rId1"/>
            </p:custDataLst>
            <p:extLst>
              <p:ext uri="{D42A27DB-BD31-4B8C-83A1-F6EECF244321}">
                <p14:modId xmlns:p14="http://schemas.microsoft.com/office/powerpoint/2010/main" val="17936743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3" name="Object 2" hidden="1">
                        <a:extLst>
                          <a:ext uri="{FF2B5EF4-FFF2-40B4-BE49-F238E27FC236}">
                            <a16:creationId xmlns:a16="http://schemas.microsoft.com/office/drawing/2014/main" id="{B3B55E21-177E-7F16-0FEF-E827635BB2E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022B79A0-F97A-ABE2-5A0B-19FDBFD2620D}"/>
              </a:ext>
            </a:extLst>
          </p:cNvPr>
          <p:cNvSpPr>
            <a:spLocks noGrp="1"/>
          </p:cNvSpPr>
          <p:nvPr>
            <p:ph type="sldNum" sz="quarter" idx="11"/>
          </p:nvPr>
        </p:nvSpPr>
        <p:spPr/>
        <p:txBody>
          <a:bodyPr/>
          <a:lstStyle/>
          <a:p>
            <a:r>
              <a:rPr lang="en-US"/>
              <a:t>Page </a:t>
            </a:r>
            <a:fld id="{15EBE321-CBB1-4E91-BD14-37C8D44326FB}" type="slidenum">
              <a:rPr lang="en-US" smtClean="0"/>
              <a:pPr/>
              <a:t>2</a:t>
            </a:fld>
            <a:endParaRPr lang="en-US"/>
          </a:p>
        </p:txBody>
      </p:sp>
      <p:sp>
        <p:nvSpPr>
          <p:cNvPr id="17" name="Title 16">
            <a:extLst>
              <a:ext uri="{FF2B5EF4-FFF2-40B4-BE49-F238E27FC236}">
                <a16:creationId xmlns:a16="http://schemas.microsoft.com/office/drawing/2014/main" id="{A6C241F9-495B-83AB-476C-F95A570868EF}"/>
              </a:ext>
            </a:extLst>
          </p:cNvPr>
          <p:cNvSpPr>
            <a:spLocks noGrp="1"/>
          </p:cNvSpPr>
          <p:nvPr>
            <p:ph type="title"/>
          </p:nvPr>
        </p:nvSpPr>
        <p:spPr/>
        <p:txBody>
          <a:bodyPr vert="horz"/>
          <a:lstStyle/>
          <a:p>
            <a:r>
              <a:rPr lang="de-DE"/>
              <a:t>SHERPA X </a:t>
            </a:r>
            <a:r>
              <a:rPr lang="de-DE" err="1"/>
              <a:t>Governance</a:t>
            </a:r>
            <a:r>
              <a:rPr lang="de-DE"/>
              <a:t> </a:t>
            </a:r>
            <a:r>
              <a:rPr lang="de-DE" err="1"/>
              <a:t>Foundation</a:t>
            </a:r>
            <a:r>
              <a:rPr lang="de-DE"/>
              <a:t> FY 2025/2026</a:t>
            </a:r>
            <a:br>
              <a:rPr lang="de-DE"/>
            </a:br>
            <a:r>
              <a:rPr lang="de-DE" b="0"/>
              <a:t>Working </a:t>
            </a:r>
            <a:r>
              <a:rPr lang="de-DE" b="0" err="1"/>
              <a:t>Assumptions</a:t>
            </a:r>
            <a:r>
              <a:rPr lang="de-DE" b="0"/>
              <a:t> and Workshop </a:t>
            </a:r>
            <a:r>
              <a:rPr lang="de-DE" b="0" i="0" u="none" strike="noStrike" err="1">
                <a:solidFill>
                  <a:srgbClr val="FFFFFF"/>
                </a:solidFill>
                <a:effectLst/>
                <a:latin typeface="Arial" panose="020B0604020202020204" pitchFamily="34" charset="0"/>
              </a:rPr>
              <a:t>Etiquette</a:t>
            </a:r>
            <a:endParaRPr lang="de-DE" b="0"/>
          </a:p>
        </p:txBody>
      </p:sp>
      <p:sp>
        <p:nvSpPr>
          <p:cNvPr id="7" name="TextBox 6">
            <a:extLst>
              <a:ext uri="{FF2B5EF4-FFF2-40B4-BE49-F238E27FC236}">
                <a16:creationId xmlns:a16="http://schemas.microsoft.com/office/drawing/2014/main" id="{82D751D6-3A93-E9DB-10F8-F7701E66B4B1}"/>
              </a:ext>
            </a:extLst>
          </p:cNvPr>
          <p:cNvSpPr txBox="1"/>
          <p:nvPr/>
        </p:nvSpPr>
        <p:spPr>
          <a:xfrm>
            <a:off x="326038" y="1635007"/>
            <a:ext cx="11382790" cy="1441420"/>
          </a:xfrm>
          <a:prstGeom prst="rect">
            <a:avLst/>
          </a:prstGeom>
          <a:noFill/>
        </p:spPr>
        <p:txBody>
          <a:bodyPr wrap="square">
            <a:spAutoFit/>
          </a:bodyPr>
          <a:lstStyle/>
          <a:p>
            <a:pPr marL="285750" marR="0" lvl="0" indent="-285750" algn="l" defTabSz="914400" rtl="0" eaLnBrk="1" fontAlgn="auto" latinLnBrk="0" hangingPunct="1">
              <a:lnSpc>
                <a:spcPct val="110000"/>
              </a:lnSpc>
              <a:spcBef>
                <a:spcPts val="600"/>
              </a:spcBef>
              <a:spcAft>
                <a:spcPts val="0"/>
              </a:spcAft>
              <a:buClr>
                <a:srgbClr val="00557C"/>
              </a:buClr>
              <a:buSzTx/>
              <a:buFont typeface="Wingdings" panose="05000000000000000000" pitchFamily="2" charset="2"/>
              <a:buChar char="§"/>
              <a:tabLst/>
              <a:defRPr/>
            </a:pPr>
            <a:r>
              <a:rPr kumimoji="0" lang="en-US" b="0" i="0" u="none" strike="noStrike" kern="1200" cap="none" spc="0" normalizeH="0" baseline="0" noProof="0">
                <a:ln>
                  <a:noFill/>
                </a:ln>
                <a:effectLst/>
                <a:uLnTx/>
                <a:uFillTx/>
                <a:latin typeface="Arial"/>
                <a:ea typeface="Arial Unicode MS" panose="020B0604020202020204" pitchFamily="34" charset="-128"/>
                <a:cs typeface="Arial Unicode MS" panose="020B0604020202020204" pitchFamily="34" charset="-128"/>
              </a:rPr>
              <a:t>Keep in mind that a SHERPA X Template introduction means harmonization and standardization of processes and tools</a:t>
            </a:r>
            <a:endParaRPr lang="en-US">
              <a:latin typeface="Arial"/>
              <a:ea typeface="Arial Unicode MS" panose="020B0604020202020204" pitchFamily="34" charset="-128"/>
              <a:cs typeface="Arial Unicode MS" panose="020B0604020202020204" pitchFamily="34" charset="-128"/>
            </a:endParaRPr>
          </a:p>
          <a:p>
            <a:pPr marL="285750" marR="0" lvl="0" indent="-285750" algn="l" defTabSz="914400" rtl="0" eaLnBrk="1" fontAlgn="auto" latinLnBrk="0" hangingPunct="1">
              <a:lnSpc>
                <a:spcPct val="110000"/>
              </a:lnSpc>
              <a:spcBef>
                <a:spcPts val="600"/>
              </a:spcBef>
              <a:spcAft>
                <a:spcPts val="0"/>
              </a:spcAft>
              <a:buClr>
                <a:srgbClr val="00557C"/>
              </a:buClr>
              <a:buSzTx/>
              <a:buFont typeface="Wingdings" panose="05000000000000000000" pitchFamily="2" charset="2"/>
              <a:buChar char="§"/>
              <a:tabLst/>
              <a:defRPr/>
            </a:pPr>
            <a:r>
              <a:rPr kumimoji="0" lang="en-US" b="0" i="0" u="none" strike="noStrike" kern="1200" cap="none" spc="0" normalizeH="0" baseline="0" noProof="0">
                <a:ln>
                  <a:noFill/>
                </a:ln>
                <a:effectLst/>
                <a:uLnTx/>
                <a:uFillTx/>
                <a:latin typeface="Arial"/>
                <a:ea typeface="Arial Unicode MS" panose="020B0604020202020204" pitchFamily="34" charset="-128"/>
                <a:cs typeface="Arial Unicode MS" panose="020B0604020202020204" pitchFamily="34" charset="-128"/>
              </a:rPr>
              <a:t>The workshops are being performed for several Companies according to scope statement</a:t>
            </a:r>
          </a:p>
          <a:p>
            <a:pPr marL="285750" marR="0" lvl="0" indent="-285750" algn="l" defTabSz="914400" rtl="0" eaLnBrk="1" fontAlgn="auto" latinLnBrk="0" hangingPunct="1">
              <a:lnSpc>
                <a:spcPct val="110000"/>
              </a:lnSpc>
              <a:spcBef>
                <a:spcPts val="600"/>
              </a:spcBef>
              <a:spcAft>
                <a:spcPts val="0"/>
              </a:spcAft>
              <a:buClr>
                <a:srgbClr val="00557C"/>
              </a:buClr>
              <a:buSzTx/>
              <a:buFont typeface="Wingdings" panose="05000000000000000000" pitchFamily="2" charset="2"/>
              <a:buChar char="§"/>
              <a:tabLst/>
              <a:defRPr/>
            </a:pPr>
            <a:r>
              <a:rPr kumimoji="0" lang="en-US" b="0" i="0" u="none" strike="noStrike" kern="1200" cap="none" spc="0" normalizeH="0" baseline="0" noProof="0">
                <a:ln>
                  <a:noFill/>
                </a:ln>
                <a:effectLst/>
                <a:uLnTx/>
                <a:uFillTx/>
                <a:latin typeface="Arial"/>
                <a:ea typeface="Arial Unicode MS" panose="020B0604020202020204" pitchFamily="34" charset="-128"/>
                <a:cs typeface="Arial Unicode MS" panose="020B0604020202020204" pitchFamily="34" charset="-128"/>
              </a:rPr>
              <a:t>Open topics have to be kept and monitored in our open item list</a:t>
            </a:r>
          </a:p>
        </p:txBody>
      </p:sp>
      <p:grpSp>
        <p:nvGrpSpPr>
          <p:cNvPr id="27" name="Group 26">
            <a:extLst>
              <a:ext uri="{FF2B5EF4-FFF2-40B4-BE49-F238E27FC236}">
                <a16:creationId xmlns:a16="http://schemas.microsoft.com/office/drawing/2014/main" id="{82F270E4-36E2-BB93-7B09-906225D3B7D8}"/>
              </a:ext>
            </a:extLst>
          </p:cNvPr>
          <p:cNvGrpSpPr/>
          <p:nvPr/>
        </p:nvGrpSpPr>
        <p:grpSpPr>
          <a:xfrm>
            <a:off x="537025" y="3781574"/>
            <a:ext cx="2430932" cy="2136519"/>
            <a:chOff x="631295" y="3781574"/>
            <a:chExt cx="2430932" cy="2136519"/>
          </a:xfrm>
        </p:grpSpPr>
        <p:pic>
          <p:nvPicPr>
            <p:cNvPr id="14" name="Graphic 7" descr="Voice with solid fill">
              <a:extLst>
                <a:ext uri="{FF2B5EF4-FFF2-40B4-BE49-F238E27FC236}">
                  <a16:creationId xmlns:a16="http://schemas.microsoft.com/office/drawing/2014/main" id="{FE017A29-C29B-096D-BF1E-9675CAD23F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80662" y="3781574"/>
              <a:ext cx="1325895" cy="1325895"/>
            </a:xfrm>
            <a:prstGeom prst="rect">
              <a:avLst/>
            </a:prstGeom>
          </p:spPr>
        </p:pic>
        <p:sp>
          <p:nvSpPr>
            <p:cNvPr id="15" name="Rechteck 9">
              <a:extLst>
                <a:ext uri="{FF2B5EF4-FFF2-40B4-BE49-F238E27FC236}">
                  <a16:creationId xmlns:a16="http://schemas.microsoft.com/office/drawing/2014/main" id="{1B49D408-FDA4-3B63-33DB-5692E521F7B5}"/>
                </a:ext>
              </a:extLst>
            </p:cNvPr>
            <p:cNvSpPr>
              <a:spLocks/>
            </p:cNvSpPr>
            <p:nvPr/>
          </p:nvSpPr>
          <p:spPr>
            <a:xfrm>
              <a:off x="631295" y="3836415"/>
              <a:ext cx="2430932" cy="2081678"/>
            </a:xfrm>
            <a:prstGeom prst="rect">
              <a:avLst/>
            </a:prstGeom>
            <a:noFill/>
            <a:ln>
              <a:solidFill>
                <a:srgbClr val="9999A9"/>
              </a:solid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defRPr/>
              </a:pPr>
              <a:endParaRPr lang="en-US" sz="1799">
                <a:solidFill>
                  <a:prstClr val="white"/>
                </a:solidFill>
                <a:latin typeface="Arial"/>
              </a:endParaRPr>
            </a:p>
          </p:txBody>
        </p:sp>
        <p:sp>
          <p:nvSpPr>
            <p:cNvPr id="16" name="TextBox 11">
              <a:extLst>
                <a:ext uri="{FF2B5EF4-FFF2-40B4-BE49-F238E27FC236}">
                  <a16:creationId xmlns:a16="http://schemas.microsoft.com/office/drawing/2014/main" id="{F0A39426-370F-1C3C-C37A-26962CC7D460}"/>
                </a:ext>
              </a:extLst>
            </p:cNvPr>
            <p:cNvSpPr txBox="1"/>
            <p:nvPr/>
          </p:nvSpPr>
          <p:spPr>
            <a:xfrm>
              <a:off x="743149" y="5046993"/>
              <a:ext cx="2192043" cy="692497"/>
            </a:xfrm>
            <a:prstGeom prst="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rgbClr val="41AAAA"/>
                  </a:solidFill>
                </a14:hiddenFill>
              </a:ext>
              <a:ext uri="{91240B29-F687-4F45-9708-019B960494DF}">
                <a14:hiddenLine xmlns:a14="http://schemas.microsoft.com/office/drawing/2010/main" w="9525" cap="flat" cmpd="sng" algn="ctr">
                  <a:solidFill>
                    <a:srgbClr val="00646E"/>
                  </a:solidFill>
                  <a:prstDash val="solid"/>
                  <a:round/>
                  <a:headEnd type="none" w="med" len="med"/>
                  <a:tailEnd type="none" w="med" len="med"/>
                </a14:hiddenLine>
              </a:ext>
            </a:extLst>
          </p:spPr>
          <p:txBody>
            <a:bodyPr wrap="square" lIns="0" tIns="0" rIns="0" bIns="0" rtlCol="0" anchor="ctr">
              <a:spAutoFit/>
            </a:bodyPr>
            <a:lstStyle/>
            <a:p>
              <a:pPr algn="ctr" defTabSz="910592">
                <a:spcBef>
                  <a:spcPts val="600"/>
                </a:spcBef>
                <a:defRPr/>
              </a:pPr>
              <a:r>
                <a:rPr lang="en-US" sz="2000" b="1">
                  <a:latin typeface="Arial"/>
                  <a:cs typeface="Arial" pitchFamily="34" charset="0"/>
                </a:rPr>
                <a:t>Session will</a:t>
              </a:r>
            </a:p>
            <a:p>
              <a:pPr algn="ctr" defTabSz="910592">
                <a:spcBef>
                  <a:spcPts val="600"/>
                </a:spcBef>
                <a:defRPr/>
              </a:pPr>
              <a:r>
                <a:rPr lang="en-US" sz="2000" b="1">
                  <a:latin typeface="Arial"/>
                  <a:cs typeface="Arial" pitchFamily="34" charset="0"/>
                </a:rPr>
                <a:t>be recorded</a:t>
              </a:r>
            </a:p>
          </p:txBody>
        </p:sp>
      </p:grpSp>
      <p:grpSp>
        <p:nvGrpSpPr>
          <p:cNvPr id="28" name="Group 27">
            <a:extLst>
              <a:ext uri="{FF2B5EF4-FFF2-40B4-BE49-F238E27FC236}">
                <a16:creationId xmlns:a16="http://schemas.microsoft.com/office/drawing/2014/main" id="{E24BE308-9315-085A-ED72-6D3A9BACFEC9}"/>
              </a:ext>
            </a:extLst>
          </p:cNvPr>
          <p:cNvGrpSpPr/>
          <p:nvPr/>
        </p:nvGrpSpPr>
        <p:grpSpPr>
          <a:xfrm>
            <a:off x="3450649" y="3781574"/>
            <a:ext cx="2430932" cy="2136519"/>
            <a:chOff x="3372705" y="3781574"/>
            <a:chExt cx="2430932" cy="2136519"/>
          </a:xfrm>
        </p:grpSpPr>
        <p:pic>
          <p:nvPicPr>
            <p:cNvPr id="18" name="Graphic 7" descr="Voice with solid fill">
              <a:extLst>
                <a:ext uri="{FF2B5EF4-FFF2-40B4-BE49-F238E27FC236}">
                  <a16:creationId xmlns:a16="http://schemas.microsoft.com/office/drawing/2014/main" id="{3AD14BA5-F469-7800-A4AA-49F85F5991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22072" y="3781574"/>
              <a:ext cx="1325895" cy="1325895"/>
            </a:xfrm>
            <a:prstGeom prst="rect">
              <a:avLst/>
            </a:prstGeom>
          </p:spPr>
        </p:pic>
        <p:sp>
          <p:nvSpPr>
            <p:cNvPr id="19" name="Rechteck 9">
              <a:extLst>
                <a:ext uri="{FF2B5EF4-FFF2-40B4-BE49-F238E27FC236}">
                  <a16:creationId xmlns:a16="http://schemas.microsoft.com/office/drawing/2014/main" id="{124F5260-BC8C-401A-DF8C-46874BE63E19}"/>
                </a:ext>
              </a:extLst>
            </p:cNvPr>
            <p:cNvSpPr>
              <a:spLocks/>
            </p:cNvSpPr>
            <p:nvPr/>
          </p:nvSpPr>
          <p:spPr>
            <a:xfrm>
              <a:off x="3372705" y="3836415"/>
              <a:ext cx="2430932" cy="2081678"/>
            </a:xfrm>
            <a:prstGeom prst="rect">
              <a:avLst/>
            </a:prstGeom>
            <a:noFill/>
            <a:ln>
              <a:solidFill>
                <a:srgbClr val="9999A9"/>
              </a:solid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defRPr/>
              </a:pPr>
              <a:endParaRPr lang="en-US" sz="1799">
                <a:solidFill>
                  <a:prstClr val="white"/>
                </a:solidFill>
                <a:latin typeface="Arial"/>
              </a:endParaRPr>
            </a:p>
          </p:txBody>
        </p:sp>
        <p:sp>
          <p:nvSpPr>
            <p:cNvPr id="20" name="TextBox 11">
              <a:extLst>
                <a:ext uri="{FF2B5EF4-FFF2-40B4-BE49-F238E27FC236}">
                  <a16:creationId xmlns:a16="http://schemas.microsoft.com/office/drawing/2014/main" id="{3F19B565-A04E-CF27-06AB-D6861F7D6325}"/>
                </a:ext>
              </a:extLst>
            </p:cNvPr>
            <p:cNvSpPr txBox="1"/>
            <p:nvPr/>
          </p:nvSpPr>
          <p:spPr>
            <a:xfrm>
              <a:off x="3484559" y="4931577"/>
              <a:ext cx="2192043" cy="923330"/>
            </a:xfrm>
            <a:prstGeom prst="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rgbClr val="41AAAA"/>
                  </a:solidFill>
                </a14:hiddenFill>
              </a:ext>
              <a:ext uri="{91240B29-F687-4F45-9708-019B960494DF}">
                <a14:hiddenLine xmlns:a14="http://schemas.microsoft.com/office/drawing/2010/main" w="9525" cap="flat" cmpd="sng" algn="ctr">
                  <a:solidFill>
                    <a:srgbClr val="00646E"/>
                  </a:solidFill>
                  <a:prstDash val="solid"/>
                  <a:round/>
                  <a:headEnd type="none" w="med" len="med"/>
                  <a:tailEnd type="none" w="med" len="med"/>
                </a14:hiddenLine>
              </a:ext>
            </a:extLst>
          </p:spPr>
          <p:txBody>
            <a:bodyPr wrap="square" lIns="0" tIns="0" rIns="0" bIns="0" rtlCol="0" anchor="ctr">
              <a:spAutoFit/>
            </a:bodyPr>
            <a:lstStyle/>
            <a:p>
              <a:pPr algn="ctr" defTabSz="910592">
                <a:spcBef>
                  <a:spcPts val="600"/>
                </a:spcBef>
                <a:defRPr/>
              </a:pPr>
              <a:r>
                <a:rPr lang="en-US" sz="2000" b="1">
                  <a:latin typeface="Arial"/>
                  <a:cs typeface="Arial" pitchFamily="34" charset="0"/>
                </a:rPr>
                <a:t>Mute yourselves when you are not talking</a:t>
              </a:r>
            </a:p>
          </p:txBody>
        </p:sp>
      </p:grpSp>
      <p:grpSp>
        <p:nvGrpSpPr>
          <p:cNvPr id="29" name="Group 28">
            <a:extLst>
              <a:ext uri="{FF2B5EF4-FFF2-40B4-BE49-F238E27FC236}">
                <a16:creationId xmlns:a16="http://schemas.microsoft.com/office/drawing/2014/main" id="{8A4B6FF5-3DB8-0B78-DA66-C6FB911814D9}"/>
              </a:ext>
            </a:extLst>
          </p:cNvPr>
          <p:cNvGrpSpPr/>
          <p:nvPr/>
        </p:nvGrpSpPr>
        <p:grpSpPr>
          <a:xfrm>
            <a:off x="6364273" y="3840630"/>
            <a:ext cx="2430932" cy="2081678"/>
            <a:chOff x="6097632" y="3840630"/>
            <a:chExt cx="2430932" cy="2081678"/>
          </a:xfrm>
        </p:grpSpPr>
        <p:sp>
          <p:nvSpPr>
            <p:cNvPr id="21" name="TextBox 20">
              <a:extLst>
                <a:ext uri="{FF2B5EF4-FFF2-40B4-BE49-F238E27FC236}">
                  <a16:creationId xmlns:a16="http://schemas.microsoft.com/office/drawing/2014/main" id="{C6817756-E954-77BB-2EE8-84FD22FE7826}"/>
                </a:ext>
              </a:extLst>
            </p:cNvPr>
            <p:cNvSpPr txBox="1"/>
            <p:nvPr/>
          </p:nvSpPr>
          <p:spPr>
            <a:xfrm>
              <a:off x="6207289" y="4962346"/>
              <a:ext cx="2192043" cy="923330"/>
            </a:xfrm>
            <a:prstGeom prst="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rgbClr val="41AAAA"/>
                  </a:solidFill>
                </a14:hiddenFill>
              </a:ext>
              <a:ext uri="{91240B29-F687-4F45-9708-019B960494DF}">
                <a14:hiddenLine xmlns:a14="http://schemas.microsoft.com/office/drawing/2010/main" w="9525" cap="flat" cmpd="sng" algn="ctr">
                  <a:solidFill>
                    <a:srgbClr val="00646E"/>
                  </a:solidFill>
                  <a:prstDash val="solid"/>
                  <a:round/>
                  <a:headEnd type="none" w="med" len="med"/>
                  <a:tailEnd type="none" w="med" len="med"/>
                </a14:hiddenLine>
              </a:ext>
            </a:extLst>
          </p:spPr>
          <p:txBody>
            <a:bodyPr wrap="square" lIns="0" tIns="0" rIns="0" bIns="0" rtlCol="0" anchor="ctr">
              <a:spAutoFit/>
            </a:bodyPr>
            <a:lstStyle/>
            <a:p>
              <a:pPr algn="ctr" defTabSz="910592">
                <a:spcBef>
                  <a:spcPts val="600"/>
                </a:spcBef>
                <a:defRPr/>
              </a:pPr>
              <a:r>
                <a:rPr lang="en-US" sz="2000" b="1">
                  <a:latin typeface="Arial"/>
                  <a:cs typeface="Arial" pitchFamily="34" charset="0"/>
                </a:rPr>
                <a:t>Input: use the raise hand functionality</a:t>
              </a:r>
              <a:endParaRPr lang="en-US" sz="1600">
                <a:latin typeface="Arial"/>
                <a:cs typeface="Arial" pitchFamily="34" charset="0"/>
              </a:endParaRPr>
            </a:p>
          </p:txBody>
        </p:sp>
        <p:pic>
          <p:nvPicPr>
            <p:cNvPr id="22" name="Graphic 21" descr="Checklist outline">
              <a:extLst>
                <a:ext uri="{FF2B5EF4-FFF2-40B4-BE49-F238E27FC236}">
                  <a16:creationId xmlns:a16="http://schemas.microsoft.com/office/drawing/2014/main" id="{784B80D7-ADE5-988A-2D2B-C762870DFE7B}"/>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741706" y="3855273"/>
              <a:ext cx="1123208" cy="1123208"/>
            </a:xfrm>
            <a:prstGeom prst="rect">
              <a:avLst/>
            </a:prstGeom>
          </p:spPr>
        </p:pic>
        <p:sp>
          <p:nvSpPr>
            <p:cNvPr id="23" name="Rechteck 9">
              <a:extLst>
                <a:ext uri="{FF2B5EF4-FFF2-40B4-BE49-F238E27FC236}">
                  <a16:creationId xmlns:a16="http://schemas.microsoft.com/office/drawing/2014/main" id="{72E10837-0540-B47A-A1BE-3353ADFA96B9}"/>
                </a:ext>
              </a:extLst>
            </p:cNvPr>
            <p:cNvSpPr>
              <a:spLocks/>
            </p:cNvSpPr>
            <p:nvPr/>
          </p:nvSpPr>
          <p:spPr>
            <a:xfrm>
              <a:off x="6097632" y="3840630"/>
              <a:ext cx="2430932" cy="2081678"/>
            </a:xfrm>
            <a:prstGeom prst="rect">
              <a:avLst/>
            </a:prstGeom>
            <a:noFill/>
            <a:ln>
              <a:solidFill>
                <a:srgbClr val="9999A9"/>
              </a:solid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defRPr/>
              </a:pPr>
              <a:endParaRPr lang="en-US" sz="1799">
                <a:solidFill>
                  <a:prstClr val="white"/>
                </a:solidFill>
                <a:latin typeface="Arial"/>
              </a:endParaRPr>
            </a:p>
          </p:txBody>
        </p:sp>
      </p:grpSp>
      <p:grpSp>
        <p:nvGrpSpPr>
          <p:cNvPr id="30" name="Group 29">
            <a:extLst>
              <a:ext uri="{FF2B5EF4-FFF2-40B4-BE49-F238E27FC236}">
                <a16:creationId xmlns:a16="http://schemas.microsoft.com/office/drawing/2014/main" id="{16082608-009B-E406-DCF8-18FC2EADA6FA}"/>
              </a:ext>
            </a:extLst>
          </p:cNvPr>
          <p:cNvGrpSpPr/>
          <p:nvPr/>
        </p:nvGrpSpPr>
        <p:grpSpPr>
          <a:xfrm>
            <a:off x="9277896" y="3836415"/>
            <a:ext cx="2430932" cy="2081678"/>
            <a:chOff x="9277896" y="3836415"/>
            <a:chExt cx="2430932" cy="2081678"/>
          </a:xfrm>
        </p:grpSpPr>
        <p:sp>
          <p:nvSpPr>
            <p:cNvPr id="24" name="Rechteck 9">
              <a:extLst>
                <a:ext uri="{FF2B5EF4-FFF2-40B4-BE49-F238E27FC236}">
                  <a16:creationId xmlns:a16="http://schemas.microsoft.com/office/drawing/2014/main" id="{FCA44CCC-6BBE-F84C-DC87-57F47CE6F6B4}"/>
                </a:ext>
              </a:extLst>
            </p:cNvPr>
            <p:cNvSpPr>
              <a:spLocks/>
            </p:cNvSpPr>
            <p:nvPr/>
          </p:nvSpPr>
          <p:spPr>
            <a:xfrm>
              <a:off x="9277896" y="3836415"/>
              <a:ext cx="2430932" cy="2081678"/>
            </a:xfrm>
            <a:prstGeom prst="rect">
              <a:avLst/>
            </a:prstGeom>
            <a:noFill/>
            <a:ln>
              <a:solidFill>
                <a:srgbClr val="9999A9"/>
              </a:solid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p>
              <a:pPr>
                <a:defRPr/>
              </a:pPr>
              <a:endParaRPr lang="en-US" sz="1799">
                <a:solidFill>
                  <a:prstClr val="white"/>
                </a:solidFill>
                <a:latin typeface="Arial"/>
              </a:endParaRPr>
            </a:p>
          </p:txBody>
        </p:sp>
        <p:sp>
          <p:nvSpPr>
            <p:cNvPr id="25" name="TextBox 24">
              <a:extLst>
                <a:ext uri="{FF2B5EF4-FFF2-40B4-BE49-F238E27FC236}">
                  <a16:creationId xmlns:a16="http://schemas.microsoft.com/office/drawing/2014/main" id="{F3B64E1E-363B-9157-FD4D-B397C4E59454}"/>
                </a:ext>
              </a:extLst>
            </p:cNvPr>
            <p:cNvSpPr txBox="1"/>
            <p:nvPr/>
          </p:nvSpPr>
          <p:spPr>
            <a:xfrm>
              <a:off x="9397340" y="5071659"/>
              <a:ext cx="2192043" cy="615553"/>
            </a:xfrm>
            <a:prstGeom prst="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rgbClr val="41AAAA"/>
                  </a:solidFill>
                </a14:hiddenFill>
              </a:ext>
              <a:ext uri="{91240B29-F687-4F45-9708-019B960494DF}">
                <a14:hiddenLine xmlns:a14="http://schemas.microsoft.com/office/drawing/2010/main" w="9525" cap="flat" cmpd="sng" algn="ctr">
                  <a:solidFill>
                    <a:srgbClr val="00646E"/>
                  </a:solidFill>
                  <a:prstDash val="solid"/>
                  <a:round/>
                  <a:headEnd type="none" w="med" len="med"/>
                  <a:tailEnd type="none" w="med" len="med"/>
                </a14:hiddenLine>
              </a:ext>
            </a:extLst>
          </p:spPr>
          <p:txBody>
            <a:bodyPr wrap="square" lIns="0" tIns="0" rIns="0" bIns="0" rtlCol="0" anchor="ctr">
              <a:spAutoFit/>
            </a:bodyPr>
            <a:lstStyle/>
            <a:p>
              <a:pPr algn="ctr" defTabSz="910592">
                <a:spcBef>
                  <a:spcPts val="600"/>
                </a:spcBef>
                <a:defRPr/>
              </a:pPr>
              <a:r>
                <a:rPr lang="en-US" sz="2000" b="1">
                  <a:latin typeface="Arial"/>
                  <a:cs typeface="Arial" pitchFamily="34" charset="0"/>
                </a:rPr>
                <a:t>Input: keep it short and crisp</a:t>
              </a:r>
              <a:endParaRPr lang="en-US" sz="1600">
                <a:latin typeface="Arial"/>
                <a:cs typeface="Arial" pitchFamily="34" charset="0"/>
              </a:endParaRPr>
            </a:p>
          </p:txBody>
        </p:sp>
        <p:pic>
          <p:nvPicPr>
            <p:cNvPr id="26" name="Graphic 25" descr="Checklist outline">
              <a:extLst>
                <a:ext uri="{FF2B5EF4-FFF2-40B4-BE49-F238E27FC236}">
                  <a16:creationId xmlns:a16="http://schemas.microsoft.com/office/drawing/2014/main" id="{A7F83050-8CDB-212A-6471-F32088375AE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931757" y="3869323"/>
              <a:ext cx="1123208" cy="1123208"/>
            </a:xfrm>
            <a:prstGeom prst="rect">
              <a:avLst/>
            </a:prstGeom>
          </p:spPr>
        </p:pic>
      </p:grpSp>
      <p:sp>
        <p:nvSpPr>
          <p:cNvPr id="31" name="Footer Placeholder 2">
            <a:extLst>
              <a:ext uri="{FF2B5EF4-FFF2-40B4-BE49-F238E27FC236}">
                <a16:creationId xmlns:a16="http://schemas.microsoft.com/office/drawing/2014/main" id="{59DD4340-FB31-F183-C9A1-7708D62DCD77}"/>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4" name="TextBox 3">
            <a:extLst>
              <a:ext uri="{FF2B5EF4-FFF2-40B4-BE49-F238E27FC236}">
                <a16:creationId xmlns:a16="http://schemas.microsoft.com/office/drawing/2014/main" id="{6DD8F869-AEE4-F224-C277-810838265F09}"/>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2025-01-17</a:t>
            </a:r>
            <a:endParaRPr lang="en-DE" err="1"/>
          </a:p>
        </p:txBody>
      </p:sp>
    </p:spTree>
    <p:extLst>
      <p:ext uri="{BB962C8B-B14F-4D97-AF65-F5344CB8AC3E}">
        <p14:creationId xmlns:p14="http://schemas.microsoft.com/office/powerpoint/2010/main" val="4103260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40331-8133-FB54-B2DC-BB0D132F1C1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6297DCE-37EC-F614-2DB8-B39D16A76D3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6" name="think-cell data - do not delete" hidden="1">
                        <a:extLst>
                          <a:ext uri="{FF2B5EF4-FFF2-40B4-BE49-F238E27FC236}">
                            <a16:creationId xmlns:a16="http://schemas.microsoft.com/office/drawing/2014/main" id="{F6297DCE-37EC-F614-2DB8-B39D16A76D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8713992-33B0-B4D3-F5B8-1941C27D894D}"/>
              </a:ext>
            </a:extLst>
          </p:cNvPr>
          <p:cNvSpPr>
            <a:spLocks noGrp="1"/>
          </p:cNvSpPr>
          <p:nvPr>
            <p:ph type="title"/>
          </p:nvPr>
        </p:nvSpPr>
        <p:spPr/>
        <p:txBody>
          <a:bodyPr vert="horz"/>
          <a:lstStyle/>
          <a:p>
            <a:r>
              <a:rPr lang="en-US"/>
              <a:t>SHERPA X Governance Foundation FY 2025</a:t>
            </a:r>
            <a:br>
              <a:rPr lang="en-US"/>
            </a:br>
            <a:r>
              <a:rPr lang="en-US" b="0"/>
              <a:t>Fit-2-Standard Workshop Agenda</a:t>
            </a:r>
          </a:p>
        </p:txBody>
      </p:sp>
      <p:sp>
        <p:nvSpPr>
          <p:cNvPr id="3" name="Footer Placeholder 2">
            <a:extLst>
              <a:ext uri="{FF2B5EF4-FFF2-40B4-BE49-F238E27FC236}">
                <a16:creationId xmlns:a16="http://schemas.microsoft.com/office/drawing/2014/main" id="{B38CB566-BFDB-AE85-AC04-6C798FE8EFA0}"/>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14" name="Slide Number Placeholder 13">
            <a:extLst>
              <a:ext uri="{FF2B5EF4-FFF2-40B4-BE49-F238E27FC236}">
                <a16:creationId xmlns:a16="http://schemas.microsoft.com/office/drawing/2014/main" id="{E9EBA30E-9DFE-C606-8DE7-0C7BA3359621}"/>
              </a:ext>
            </a:extLst>
          </p:cNvPr>
          <p:cNvSpPr>
            <a:spLocks noGrp="1"/>
          </p:cNvSpPr>
          <p:nvPr>
            <p:ph type="sldNum" sz="quarter" idx="11"/>
          </p:nvPr>
        </p:nvSpPr>
        <p:spPr/>
        <p:txBody>
          <a:bodyPr/>
          <a:lstStyle/>
          <a:p>
            <a:r>
              <a:rPr lang="en-US"/>
              <a:t>Page </a:t>
            </a:r>
            <a:fld id="{15EBE321-CBB1-4E91-BD14-37C8D44326FB}" type="slidenum">
              <a:rPr lang="en-US" smtClean="0"/>
              <a:pPr/>
              <a:t>3</a:t>
            </a:fld>
            <a:endParaRPr lang="en-US"/>
          </a:p>
        </p:txBody>
      </p:sp>
      <p:graphicFrame>
        <p:nvGraphicFramePr>
          <p:cNvPr id="4" name="Table">
            <a:extLst>
              <a:ext uri="{FF2B5EF4-FFF2-40B4-BE49-F238E27FC236}">
                <a16:creationId xmlns:a16="http://schemas.microsoft.com/office/drawing/2014/main" id="{BB943A09-CE59-49A3-061A-D996436C1AFE}"/>
              </a:ext>
            </a:extLst>
          </p:cNvPr>
          <p:cNvGraphicFramePr>
            <a:graphicFrameLocks/>
          </p:cNvGraphicFramePr>
          <p:nvPr>
            <p:extLst>
              <p:ext uri="{D42A27DB-BD31-4B8C-83A1-F6EECF244321}">
                <p14:modId xmlns:p14="http://schemas.microsoft.com/office/powerpoint/2010/main" val="1448689379"/>
              </p:ext>
            </p:extLst>
          </p:nvPr>
        </p:nvGraphicFramePr>
        <p:xfrm>
          <a:off x="421509" y="1212102"/>
          <a:ext cx="11348982" cy="4514675"/>
        </p:xfrm>
        <a:graphic>
          <a:graphicData uri="http://schemas.openxmlformats.org/drawingml/2006/table">
            <a:tbl>
              <a:tblPr firstRow="1">
                <a:tableStyleId>{0E3FDE45-AF77-4B5C-9715-49D594BDF05E}</a:tableStyleId>
              </a:tblPr>
              <a:tblGrid>
                <a:gridCol w="4627146">
                  <a:extLst>
                    <a:ext uri="{9D8B030D-6E8A-4147-A177-3AD203B41FA5}">
                      <a16:colId xmlns:a16="http://schemas.microsoft.com/office/drawing/2014/main" val="424987503"/>
                    </a:ext>
                  </a:extLst>
                </a:gridCol>
                <a:gridCol w="5935090">
                  <a:extLst>
                    <a:ext uri="{9D8B030D-6E8A-4147-A177-3AD203B41FA5}">
                      <a16:colId xmlns:a16="http://schemas.microsoft.com/office/drawing/2014/main" val="1303975626"/>
                    </a:ext>
                  </a:extLst>
                </a:gridCol>
                <a:gridCol w="786746">
                  <a:extLst>
                    <a:ext uri="{9D8B030D-6E8A-4147-A177-3AD203B41FA5}">
                      <a16:colId xmlns:a16="http://schemas.microsoft.com/office/drawing/2014/main" val="1928288268"/>
                    </a:ext>
                  </a:extLst>
                </a:gridCol>
              </a:tblGrid>
              <a:tr h="532357">
                <a:tc>
                  <a:txBody>
                    <a:bodyPr/>
                    <a:lstStyle/>
                    <a:p>
                      <a:pPr rtl="0">
                        <a:spcBef>
                          <a:spcPct val="0"/>
                        </a:spcBef>
                        <a:buFont typeface="Wingdings" charset="0"/>
                        <a:buNone/>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spcBef>
                          <a:spcPct val="0"/>
                        </a:spcBef>
                        <a:buFont typeface="Wingdings" charset="0"/>
                        <a:buNone/>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338105"/>
                  </a:ext>
                </a:extLst>
              </a:tr>
              <a:tr h="5323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i="0" kern="1200">
                          <a:solidFill>
                            <a:schemeClr val="tx1"/>
                          </a:solidFill>
                          <a:latin typeface="+mn-lt"/>
                          <a:ea typeface="Arial Unicode MS"/>
                          <a:cs typeface="+mn-cs"/>
                        </a:rPr>
                        <a:t>1. Introduction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Purpose of this Workshop</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Scope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Sherpa X Organization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Workstream Organization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Release Plan and Increments P2R Direct X FY25</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i="0" kern="1200">
                        <a:solidFill>
                          <a:schemeClr val="tx1"/>
                        </a:solidFill>
                        <a:latin typeface="+mn-lt"/>
                        <a:ea typeface="Arial Unicode MS"/>
                        <a:cs typeface="+mn-cs"/>
                      </a:endParaRPr>
                    </a:p>
                  </a:txBody>
                  <a:tcPr marL="71963" marR="71963" marT="35981" marB="35981" anchor="ctr">
                    <a:lnT w="12700" cap="flat" cmpd="sng" algn="ctr">
                      <a:noFill/>
                      <a:prstDash val="solid"/>
                      <a:round/>
                      <a:headEnd type="none" w="med" len="med"/>
                      <a:tailEnd type="none" w="med" len="med"/>
                    </a:lnT>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a:solidFill>
                            <a:schemeClr val="tx1"/>
                          </a:solidFill>
                          <a:latin typeface="+mn-lt"/>
                          <a:ea typeface="Arial Unicode MS"/>
                        </a:rPr>
                        <a:t>Marcus Fiegert</a:t>
                      </a:r>
                    </a:p>
                  </a:txBody>
                  <a:tcPr marL="71963" marR="71963" marT="35981" marB="35981" anchor="ctr">
                    <a:lnT w="12700" cap="flat" cmpd="sng" algn="ctr">
                      <a:noFill/>
                      <a:prstDash val="solid"/>
                      <a:round/>
                      <a:headEnd type="none" w="med" len="med"/>
                      <a:tailEnd type="none" w="med" len="med"/>
                    </a:lnT>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lnT w="12700" cap="flat" cmpd="sng" algn="ctr">
                      <a:noFill/>
                      <a:prstDash val="solid"/>
                      <a:round/>
                      <a:headEnd type="none" w="med" len="med"/>
                      <a:tailEnd type="none" w="med" len="med"/>
                    </a:lnT>
                    <a:solidFill>
                      <a:schemeClr val="accent3"/>
                    </a:solidFill>
                  </a:tcPr>
                </a:tc>
                <a:extLst>
                  <a:ext uri="{0D108BD9-81ED-4DB2-BD59-A6C34878D82A}">
                    <a16:rowId xmlns:a16="http://schemas.microsoft.com/office/drawing/2014/main" val="1502396548"/>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i="0">
                          <a:solidFill>
                            <a:schemeClr val="tx1"/>
                          </a:solidFill>
                          <a:latin typeface="+mn-lt"/>
                          <a:ea typeface="Arial Unicode MS"/>
                        </a:rPr>
                        <a:t>2. </a:t>
                      </a:r>
                      <a:r>
                        <a:rPr lang="en-US" sz="1400" i="0" kern="1200">
                          <a:solidFill>
                            <a:schemeClr val="tx1"/>
                          </a:solidFill>
                          <a:latin typeface="+mn-lt"/>
                          <a:ea typeface="Arial Unicode MS"/>
                          <a:cs typeface="+mn-cs"/>
                        </a:rPr>
                        <a:t>SRE Direct X Process and Solution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PR Direct Solution Overview (Fiori, BTP, SAT, VIM)</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SRE P2R Process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Manage Purchase Requisition</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Manage Purchase Order</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a:solidFill>
                            <a:schemeClr val="tx1"/>
                          </a:solidFill>
                          <a:latin typeface="+mn-lt"/>
                          <a:ea typeface="+mn-ea"/>
                          <a:cs typeface="+mn-cs"/>
                        </a:rPr>
                        <a:t>PO Output &amp; PO Response &amp; PO Change</a:t>
                      </a:r>
                      <a:endParaRPr lang="en-US" sz="1400" kern="1200">
                        <a:solidFill>
                          <a:schemeClr val="tx1"/>
                        </a:solidFill>
                        <a:latin typeface="+mn-lt"/>
                        <a:ea typeface="Arial Unicode MS"/>
                        <a:cs typeface="+mn-cs"/>
                      </a:endParaRPr>
                    </a:p>
                  </a:txBody>
                  <a:tcPr marL="71963" marR="71963" marT="35981" marB="35981"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a:solidFill>
                            <a:schemeClr val="tx1"/>
                          </a:solidFill>
                          <a:latin typeface="+mn-lt"/>
                          <a:ea typeface="Arial Unicode MS"/>
                        </a:rPr>
                        <a:t>Ajit Gautam / Mahmoud Abushama</a:t>
                      </a:r>
                    </a:p>
                  </a:txBody>
                  <a:tcPr marL="71963" marR="71963" marT="35981" marB="35981"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60 min</a:t>
                      </a:r>
                    </a:p>
                  </a:txBody>
                  <a:tcPr marL="71963" marR="71963" marT="35981" marB="35981" anchor="ctr">
                    <a:noFill/>
                  </a:tcPr>
                </a:tc>
                <a:extLst>
                  <a:ext uri="{0D108BD9-81ED-4DB2-BD59-A6C34878D82A}">
                    <a16:rowId xmlns:a16="http://schemas.microsoft.com/office/drawing/2014/main" val="2878702795"/>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latin typeface="+mn-lt"/>
                          <a:ea typeface="Arial Unicode MS"/>
                        </a:rPr>
                        <a:t>3. </a:t>
                      </a:r>
                      <a:r>
                        <a:rPr lang="en-US" sz="1400" i="0">
                          <a:solidFill>
                            <a:schemeClr val="tx1"/>
                          </a:solidFill>
                          <a:latin typeface="+mn-lt"/>
                          <a:ea typeface="Arial Unicode MS"/>
                        </a:rPr>
                        <a:t>Next Steps</a:t>
                      </a:r>
                      <a:endParaRPr lang="en-US" sz="1400">
                        <a:solidFill>
                          <a:schemeClr val="tx1"/>
                        </a:solidFill>
                        <a:latin typeface="+mn-lt"/>
                        <a:ea typeface="Arial Unicode MS"/>
                      </a:endParaRPr>
                    </a:p>
                  </a:txBody>
                  <a:tcPr marL="71963" marR="71963" marT="35981" marB="35981"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a:solidFill>
                            <a:schemeClr val="tx1"/>
                          </a:solidFill>
                          <a:latin typeface="+mn-lt"/>
                          <a:ea typeface="Arial Unicode MS"/>
                        </a:rPr>
                        <a:t>Marcus Fiegert</a:t>
                      </a:r>
                    </a:p>
                  </a:txBody>
                  <a:tcPr marL="71963" marR="71963" marT="35981" marB="35981"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noFill/>
                  </a:tcPr>
                </a:tc>
                <a:extLst>
                  <a:ext uri="{0D108BD9-81ED-4DB2-BD59-A6C34878D82A}">
                    <a16:rowId xmlns:a16="http://schemas.microsoft.com/office/drawing/2014/main" val="3639043448"/>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latin typeface="+mn-lt"/>
                          <a:ea typeface="Arial Unicode MS"/>
                        </a:rPr>
                        <a:t>4. </a:t>
                      </a:r>
                      <a:r>
                        <a:rPr lang="en-US" sz="1400" i="0">
                          <a:solidFill>
                            <a:schemeClr val="tx1"/>
                          </a:solidFill>
                          <a:latin typeface="+mn-lt"/>
                          <a:ea typeface="Arial Unicode MS"/>
                        </a:rPr>
                        <a:t>Q&amp;A</a:t>
                      </a:r>
                      <a:endParaRPr lang="en-US" sz="1400">
                        <a:solidFill>
                          <a:schemeClr val="tx1"/>
                        </a:solidFill>
                        <a:latin typeface="+mn-lt"/>
                        <a:ea typeface="Arial Unicode MS"/>
                      </a:endParaRPr>
                    </a:p>
                  </a:txBody>
                  <a:tcPr marL="71963" marR="71963" marT="35981" marB="35981"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a:solidFill>
                            <a:schemeClr val="tx1"/>
                          </a:solidFill>
                          <a:latin typeface="+mn-lt"/>
                          <a:ea typeface="Arial Unicode MS"/>
                        </a:rPr>
                        <a:t>All</a:t>
                      </a:r>
                    </a:p>
                  </a:txBody>
                  <a:tcPr marL="71963" marR="71963" marT="35981" marB="35981"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noFill/>
                  </a:tcPr>
                </a:tc>
                <a:extLst>
                  <a:ext uri="{0D108BD9-81ED-4DB2-BD59-A6C34878D82A}">
                    <a16:rowId xmlns:a16="http://schemas.microsoft.com/office/drawing/2014/main" val="2935511976"/>
                  </a:ext>
                </a:extLst>
              </a:tr>
            </a:tbl>
          </a:graphicData>
        </a:graphic>
      </p:graphicFrame>
      <p:sp>
        <p:nvSpPr>
          <p:cNvPr id="5" name="TextBox 4">
            <a:extLst>
              <a:ext uri="{FF2B5EF4-FFF2-40B4-BE49-F238E27FC236}">
                <a16:creationId xmlns:a16="http://schemas.microsoft.com/office/drawing/2014/main" id="{F83E3F9F-8A90-9D0B-FBF0-9B2B7FFC0355}"/>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2025-01-21</a:t>
            </a:r>
            <a:endParaRPr lang="en-DE" err="1"/>
          </a:p>
        </p:txBody>
      </p:sp>
    </p:spTree>
    <p:extLst>
      <p:ext uri="{BB962C8B-B14F-4D97-AF65-F5344CB8AC3E}">
        <p14:creationId xmlns:p14="http://schemas.microsoft.com/office/powerpoint/2010/main" val="3263118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D00461B-0174-320E-2552-9E0A034A145D}"/>
              </a:ext>
            </a:extLst>
          </p:cNvPr>
          <p:cNvGraphicFramePr>
            <a:graphicFrameLocks noChangeAspect="1"/>
          </p:cNvGraphicFramePr>
          <p:nvPr>
            <p:custDataLst>
              <p:tags r:id="rId1"/>
            </p:custDataLst>
            <p:extLst>
              <p:ext uri="{D42A27DB-BD31-4B8C-83A1-F6EECF244321}">
                <p14:modId xmlns:p14="http://schemas.microsoft.com/office/powerpoint/2010/main" val="4832341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3" name="Object 2" hidden="1">
                        <a:extLst>
                          <a:ext uri="{FF2B5EF4-FFF2-40B4-BE49-F238E27FC236}">
                            <a16:creationId xmlns:a16="http://schemas.microsoft.com/office/drawing/2014/main" id="{AD00461B-0174-320E-2552-9E0A034A14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A0E5DC4-822C-F39D-06C3-31BD95BA0819}"/>
              </a:ext>
            </a:extLst>
          </p:cNvPr>
          <p:cNvSpPr>
            <a:spLocks noGrp="1"/>
          </p:cNvSpPr>
          <p:nvPr>
            <p:ph type="title"/>
          </p:nvPr>
        </p:nvSpPr>
        <p:spPr>
          <a:xfrm>
            <a:off x="410400" y="478800"/>
            <a:ext cx="10521396" cy="576000"/>
          </a:xfrm>
        </p:spPr>
        <p:txBody>
          <a:bodyPr vert="horz"/>
          <a:lstStyle/>
          <a:p>
            <a:r>
              <a:rPr lang="en-US"/>
              <a:t>SHERPA X Governance Foundation FY 2025/2026</a:t>
            </a:r>
            <a:br>
              <a:rPr lang="en-US"/>
            </a:br>
            <a:r>
              <a:rPr lang="en-US" b="0"/>
              <a:t>Purpose of the Workshop</a:t>
            </a:r>
            <a:endParaRPr lang="en-US" b="0">
              <a:solidFill>
                <a:schemeClr val="tx1"/>
              </a:solidFill>
            </a:endParaRPr>
          </a:p>
        </p:txBody>
      </p:sp>
      <p:sp>
        <p:nvSpPr>
          <p:cNvPr id="7" name="Slide Number Placeholder 6">
            <a:extLst>
              <a:ext uri="{FF2B5EF4-FFF2-40B4-BE49-F238E27FC236}">
                <a16:creationId xmlns:a16="http://schemas.microsoft.com/office/drawing/2014/main" id="{DA4DA1B4-E7C1-94CE-C06B-D06386CDA8C3}"/>
              </a:ext>
            </a:extLst>
          </p:cNvPr>
          <p:cNvSpPr>
            <a:spLocks noGrp="1"/>
          </p:cNvSpPr>
          <p:nvPr>
            <p:ph type="sldNum" sz="quarter" idx="11"/>
          </p:nvPr>
        </p:nvSpPr>
        <p:spPr/>
        <p:txBody>
          <a:bodyPr/>
          <a:lstStyle/>
          <a:p>
            <a:r>
              <a:rPr lang="en-US"/>
              <a:t>Page </a:t>
            </a:r>
            <a:fld id="{15EBE321-CBB1-4E91-BD14-37C8D44326FB}" type="slidenum">
              <a:rPr lang="en-US" smtClean="0"/>
              <a:pPr/>
              <a:t>4</a:t>
            </a:fld>
            <a:endParaRPr lang="en-US"/>
          </a:p>
        </p:txBody>
      </p:sp>
      <p:sp>
        <p:nvSpPr>
          <p:cNvPr id="4" name="Textfeld 6">
            <a:extLst>
              <a:ext uri="{FF2B5EF4-FFF2-40B4-BE49-F238E27FC236}">
                <a16:creationId xmlns:a16="http://schemas.microsoft.com/office/drawing/2014/main" id="{705AE3A9-2A97-239B-D963-0F6365415178}"/>
              </a:ext>
            </a:extLst>
          </p:cNvPr>
          <p:cNvSpPr txBox="1"/>
          <p:nvPr/>
        </p:nvSpPr>
        <p:spPr>
          <a:xfrm>
            <a:off x="462202" y="1806669"/>
            <a:ext cx="11326144" cy="4298401"/>
          </a:xfrm>
          <a:prstGeom prst="rect">
            <a:avLst/>
          </a:prstGeom>
          <a:noFill/>
        </p:spPr>
        <p:txBody>
          <a:bodyPr wrap="square" lIns="0" tIns="0" rIns="0" bIns="0" rtlCol="0">
            <a:noAutofit/>
          </a:bodyPr>
          <a:lstStyle/>
          <a:p>
            <a:pPr>
              <a:lnSpc>
                <a:spcPct val="110000"/>
              </a:lnSpc>
            </a:pPr>
            <a:endParaRPr lang="en-US" b="1">
              <a:ea typeface="Arial Unicode MS" panose="020B0604020202020204" pitchFamily="34" charset="-128"/>
              <a:cs typeface="Arial Unicode MS" panose="020B0604020202020204" pitchFamily="34" charset="-128"/>
            </a:endParaRPr>
          </a:p>
          <a:p>
            <a:pPr>
              <a:lnSpc>
                <a:spcPct val="110000"/>
              </a:lnSpc>
            </a:pPr>
            <a:r>
              <a:rPr lang="en-US" sz="2000" b="1">
                <a:ea typeface="Arial Unicode MS" panose="020B0604020202020204" pitchFamily="34" charset="-128"/>
                <a:cs typeface="Arial Unicode MS" panose="020B0604020202020204" pitchFamily="34" charset="-128"/>
              </a:rPr>
              <a:t>Target:</a:t>
            </a:r>
          </a:p>
          <a:p>
            <a:pPr>
              <a:lnSpc>
                <a:spcPct val="110000"/>
              </a:lnSpc>
            </a:pPr>
            <a:endParaRPr lang="en-US" sz="2000" b="1">
              <a:ea typeface="Arial Unicode MS" panose="020B0604020202020204" pitchFamily="34" charset="-128"/>
              <a:cs typeface="Arial Unicode MS" panose="020B0604020202020204" pitchFamily="34" charset="-128"/>
            </a:endParaRPr>
          </a:p>
          <a:p>
            <a:pPr marL="285607" indent="-285607">
              <a:lnSpc>
                <a:spcPct val="110000"/>
              </a:lnSpc>
              <a:buClr>
                <a:schemeClr val="accent1"/>
              </a:buClr>
              <a:buFont typeface="Wingdings" panose="05000000000000000000" pitchFamily="2" charset="2"/>
              <a:buChar char="§"/>
            </a:pPr>
            <a:r>
              <a:rPr lang="en-US">
                <a:ea typeface="Arial Unicode MS" panose="020B0604020202020204" pitchFamily="34" charset="-128"/>
                <a:cs typeface="Arial Unicode MS" panose="020B0604020202020204" pitchFamily="34" charset="-128"/>
              </a:rPr>
              <a:t>Describe general approach</a:t>
            </a:r>
          </a:p>
          <a:p>
            <a:pPr marL="285607" indent="-285607">
              <a:lnSpc>
                <a:spcPct val="110000"/>
              </a:lnSpc>
              <a:buClr>
                <a:schemeClr val="accent1"/>
              </a:buClr>
              <a:buFont typeface="Wingdings" panose="05000000000000000000" pitchFamily="2" charset="2"/>
              <a:buChar char="§"/>
            </a:pPr>
            <a:endParaRPr lang="en-US">
              <a:solidFill>
                <a:srgbClr val="FF0000"/>
              </a:solidFill>
              <a:ea typeface="Arial Unicode MS" panose="020B0604020202020204" pitchFamily="34" charset="-128"/>
              <a:cs typeface="Arial Unicode MS" panose="020B0604020202020204" pitchFamily="34" charset="-128"/>
            </a:endParaRPr>
          </a:p>
          <a:p>
            <a:pPr marL="285607" indent="-285607">
              <a:lnSpc>
                <a:spcPct val="110000"/>
              </a:lnSpc>
              <a:buClr>
                <a:schemeClr val="accent1"/>
              </a:buClr>
              <a:buFont typeface="Wingdings" panose="05000000000000000000" pitchFamily="2" charset="2"/>
              <a:buChar char="§"/>
            </a:pPr>
            <a:r>
              <a:rPr lang="en-US">
                <a:ea typeface="Arial Unicode MS" panose="020B0604020202020204" pitchFamily="34" charset="-128"/>
                <a:cs typeface="Arial Unicode MS" panose="020B0604020202020204" pitchFamily="34" charset="-128"/>
              </a:rPr>
              <a:t>Identify major deviations from SHERPA X template (gaps)</a:t>
            </a:r>
          </a:p>
          <a:p>
            <a:pPr marL="285607" indent="-285607">
              <a:lnSpc>
                <a:spcPct val="110000"/>
              </a:lnSpc>
              <a:buClr>
                <a:schemeClr val="accent1"/>
              </a:buClr>
              <a:buFont typeface="Wingdings" panose="05000000000000000000" pitchFamily="2" charset="2"/>
              <a:buChar char="§"/>
            </a:pPr>
            <a:endParaRPr lang="en-US">
              <a:ea typeface="Arial Unicode MS" panose="020B0604020202020204" pitchFamily="34" charset="-128"/>
              <a:cs typeface="Arial Unicode MS" panose="020B0604020202020204" pitchFamily="34" charset="-128"/>
            </a:endParaRPr>
          </a:p>
          <a:p>
            <a:pPr marL="285607" indent="-285607">
              <a:lnSpc>
                <a:spcPct val="110000"/>
              </a:lnSpc>
              <a:buClr>
                <a:schemeClr val="accent1"/>
              </a:buClr>
              <a:buFont typeface="Wingdings" panose="05000000000000000000" pitchFamily="2" charset="2"/>
              <a:buChar char="§"/>
            </a:pPr>
            <a:r>
              <a:rPr lang="en-US">
                <a:ea typeface="Arial Unicode MS" panose="020B0604020202020204" pitchFamily="34" charset="-128"/>
                <a:cs typeface="Arial Unicode MS" panose="020B0604020202020204" pitchFamily="34" charset="-128"/>
              </a:rPr>
              <a:t>Identify major interfaces </a:t>
            </a:r>
          </a:p>
          <a:p>
            <a:pPr marL="285607" indent="-285607">
              <a:lnSpc>
                <a:spcPct val="110000"/>
              </a:lnSpc>
              <a:buClr>
                <a:schemeClr val="accent1"/>
              </a:buClr>
              <a:buFont typeface="Wingdings" panose="05000000000000000000" pitchFamily="2" charset="2"/>
              <a:buChar char="§"/>
            </a:pPr>
            <a:endParaRPr lang="en-US">
              <a:ea typeface="Arial Unicode MS" panose="020B0604020202020204" pitchFamily="34" charset="-128"/>
              <a:cs typeface="Arial Unicode MS" panose="020B0604020202020204" pitchFamily="34" charset="-128"/>
            </a:endParaRPr>
          </a:p>
          <a:p>
            <a:pPr marL="285607" indent="-285607">
              <a:lnSpc>
                <a:spcPct val="110000"/>
              </a:lnSpc>
              <a:buClr>
                <a:schemeClr val="accent1"/>
              </a:buClr>
              <a:buFont typeface="Wingdings" panose="05000000000000000000" pitchFamily="2" charset="2"/>
              <a:buChar char="§"/>
            </a:pPr>
            <a:r>
              <a:rPr lang="en-US">
                <a:ea typeface="Arial Unicode MS" panose="020B0604020202020204" pitchFamily="34" charset="-128"/>
                <a:cs typeface="Arial Unicode MS" panose="020B0604020202020204" pitchFamily="34" charset="-128"/>
              </a:rPr>
              <a:t>Identify focus areas for next steps</a:t>
            </a:r>
          </a:p>
          <a:p>
            <a:pPr marL="285607" indent="-285607">
              <a:lnSpc>
                <a:spcPct val="110000"/>
              </a:lnSpc>
              <a:buClr>
                <a:schemeClr val="accent1"/>
              </a:buClr>
              <a:buFont typeface="Wingdings" panose="05000000000000000000" pitchFamily="2" charset="2"/>
              <a:buChar char="§"/>
            </a:pPr>
            <a:endParaRPr lang="en-US">
              <a:ea typeface="Arial Unicode MS" panose="020B0604020202020204" pitchFamily="34" charset="-128"/>
              <a:cs typeface="Arial Unicode MS" panose="020B0604020202020204" pitchFamily="34" charset="-128"/>
            </a:endParaRPr>
          </a:p>
          <a:p>
            <a:pPr marL="285607" indent="-285607">
              <a:lnSpc>
                <a:spcPct val="110000"/>
              </a:lnSpc>
              <a:buClr>
                <a:schemeClr val="accent1"/>
              </a:buClr>
              <a:buFont typeface="Wingdings" panose="05000000000000000000" pitchFamily="2" charset="2"/>
              <a:buChar char="§"/>
            </a:pPr>
            <a:r>
              <a:rPr lang="en-US">
                <a:ea typeface="Arial Unicode MS" panose="020B0604020202020204" pitchFamily="34" charset="-128"/>
                <a:cs typeface="Arial Unicode MS" panose="020B0604020202020204" pitchFamily="34" charset="-128"/>
              </a:rPr>
              <a:t>Knowledge ramp-up of customer</a:t>
            </a:r>
          </a:p>
          <a:p>
            <a:pPr>
              <a:lnSpc>
                <a:spcPct val="110000"/>
              </a:lnSpc>
            </a:pPr>
            <a:endParaRPr lang="en-US" sz="1399">
              <a:ea typeface="Arial Unicode MS" panose="020B0604020202020204" pitchFamily="34" charset="-128"/>
              <a:cs typeface="Arial Unicode MS" panose="020B0604020202020204" pitchFamily="34" charset="-128"/>
            </a:endParaRPr>
          </a:p>
          <a:p>
            <a:pPr>
              <a:lnSpc>
                <a:spcPct val="110000"/>
              </a:lnSpc>
            </a:pPr>
            <a:endParaRPr lang="en-US" sz="1399">
              <a:ea typeface="Arial Unicode MS" panose="020B0604020202020204" pitchFamily="34" charset="-128"/>
              <a:cs typeface="Arial Unicode MS" panose="020B0604020202020204" pitchFamily="34" charset="-128"/>
            </a:endParaRPr>
          </a:p>
        </p:txBody>
      </p:sp>
      <p:pic>
        <p:nvPicPr>
          <p:cNvPr id="11" name="Grafik 11" descr="Kreis mit Pfeil nach links mit einfarbiger Füllung">
            <a:extLst>
              <a:ext uri="{FF2B5EF4-FFF2-40B4-BE49-F238E27FC236}">
                <a16:creationId xmlns:a16="http://schemas.microsoft.com/office/drawing/2014/main" id="{82766416-CA5B-B892-7140-DC16D48CDE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603635" y="5957060"/>
            <a:ext cx="403029" cy="403029"/>
          </a:xfrm>
          <a:prstGeom prst="rect">
            <a:avLst/>
          </a:prstGeom>
        </p:spPr>
      </p:pic>
      <p:sp>
        <p:nvSpPr>
          <p:cNvPr id="12" name="Footer Placeholder 2">
            <a:extLst>
              <a:ext uri="{FF2B5EF4-FFF2-40B4-BE49-F238E27FC236}">
                <a16:creationId xmlns:a16="http://schemas.microsoft.com/office/drawing/2014/main" id="{1744F7D8-7410-CE06-6C3A-C32918066C22}"/>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8" name="TextBox 7">
            <a:extLst>
              <a:ext uri="{FF2B5EF4-FFF2-40B4-BE49-F238E27FC236}">
                <a16:creationId xmlns:a16="http://schemas.microsoft.com/office/drawing/2014/main" id="{EAC98546-5664-E1B3-53DF-BA10D9D065A7}"/>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2025-01-21</a:t>
            </a:r>
            <a:endParaRPr lang="en-DE" err="1"/>
          </a:p>
        </p:txBody>
      </p:sp>
    </p:spTree>
    <p:extLst>
      <p:ext uri="{BB962C8B-B14F-4D97-AF65-F5344CB8AC3E}">
        <p14:creationId xmlns:p14="http://schemas.microsoft.com/office/powerpoint/2010/main" val="386268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710C4-382D-5E12-4D97-B1E75FCA882A}"/>
              </a:ext>
            </a:extLst>
          </p:cNvPr>
          <p:cNvSpPr>
            <a:spLocks noGrp="1"/>
          </p:cNvSpPr>
          <p:nvPr>
            <p:ph type="title"/>
          </p:nvPr>
        </p:nvSpPr>
        <p:spPr/>
        <p:txBody>
          <a:bodyPr/>
          <a:lstStyle/>
          <a:p>
            <a:r>
              <a:rPr lang="en-US"/>
              <a:t>What is SRE Direct X?</a:t>
            </a:r>
            <a:endParaRPr lang="en-DE"/>
          </a:p>
        </p:txBody>
      </p:sp>
      <p:sp>
        <p:nvSpPr>
          <p:cNvPr id="3" name="Footer Placeholder 2">
            <a:extLst>
              <a:ext uri="{FF2B5EF4-FFF2-40B4-BE49-F238E27FC236}">
                <a16:creationId xmlns:a16="http://schemas.microsoft.com/office/drawing/2014/main" id="{5D300A43-11DA-8C46-63BE-1C3FC35DD5B7}"/>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4" name="Slide Number Placeholder 3">
            <a:extLst>
              <a:ext uri="{FF2B5EF4-FFF2-40B4-BE49-F238E27FC236}">
                <a16:creationId xmlns:a16="http://schemas.microsoft.com/office/drawing/2014/main" id="{95B7E88F-7AC8-81A1-AAB4-EDB0BEA7C539}"/>
              </a:ext>
            </a:extLst>
          </p:cNvPr>
          <p:cNvSpPr>
            <a:spLocks noGrp="1"/>
          </p:cNvSpPr>
          <p:nvPr>
            <p:ph type="sldNum" sz="quarter" idx="11"/>
          </p:nvPr>
        </p:nvSpPr>
        <p:spPr/>
        <p:txBody>
          <a:bodyPr/>
          <a:lstStyle/>
          <a:p>
            <a:r>
              <a:rPr lang="en-US"/>
              <a:t>Page </a:t>
            </a:r>
            <a:fld id="{15EBE321-CBB1-4E91-BD14-37C8D44326FB}" type="slidenum">
              <a:rPr lang="en-US" smtClean="0"/>
              <a:pPr/>
              <a:t>5</a:t>
            </a:fld>
            <a:endParaRPr lang="en-US"/>
          </a:p>
        </p:txBody>
      </p:sp>
      <p:sp>
        <p:nvSpPr>
          <p:cNvPr id="6" name="Rectangle 5">
            <a:extLst>
              <a:ext uri="{FF2B5EF4-FFF2-40B4-BE49-F238E27FC236}">
                <a16:creationId xmlns:a16="http://schemas.microsoft.com/office/drawing/2014/main" id="{054BBC9B-A6C0-8427-335E-D4DCB2C2B66A}"/>
              </a:ext>
            </a:extLst>
          </p:cNvPr>
          <p:cNvSpPr/>
          <p:nvPr/>
        </p:nvSpPr>
        <p:spPr>
          <a:xfrm>
            <a:off x="328474" y="1713390"/>
            <a:ext cx="11452194" cy="42257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285750" indent="-285750" algn="l">
              <a:spcAft>
                <a:spcPts val="1200"/>
              </a:spcAft>
              <a:buFont typeface="Arial" panose="020B0604020202020204" pitchFamily="34" charset="0"/>
              <a:buChar char="•"/>
            </a:pPr>
            <a:r>
              <a:rPr lang="en-US"/>
              <a:t>P2R Direct Procurement Template in SAP S/4 under BT Governance Foundation (GF)</a:t>
            </a:r>
          </a:p>
          <a:p>
            <a:pPr marL="285750" indent="-285750" algn="l">
              <a:spcAft>
                <a:spcPts val="1200"/>
              </a:spcAft>
              <a:buFont typeface="Arial" panose="020B0604020202020204" pitchFamily="34" charset="0"/>
              <a:buChar char="•"/>
            </a:pPr>
            <a:r>
              <a:rPr lang="en-US"/>
              <a:t>Purpose is the Building / Construction Project/Service business of SRE</a:t>
            </a:r>
          </a:p>
          <a:p>
            <a:pPr marL="285750" indent="-285750" algn="l">
              <a:spcAft>
                <a:spcPts val="1200"/>
              </a:spcAft>
              <a:buFont typeface="Arial" panose="020B0604020202020204" pitchFamily="34" charset="0"/>
              <a:buChar char="•"/>
            </a:pPr>
            <a:r>
              <a:rPr lang="en-US"/>
              <a:t>For the avoidance of doubts, beside this template, there is a further P2R Procurement Solution in GF called </a:t>
            </a:r>
            <a:r>
              <a:rPr lang="en-US" u="sng"/>
              <a:t>In</a:t>
            </a:r>
            <a:r>
              <a:rPr lang="en-US"/>
              <a:t>direct X which is out of scope of this workstream.</a:t>
            </a:r>
          </a:p>
          <a:p>
            <a:pPr marL="285750" indent="-285750" algn="l">
              <a:spcAft>
                <a:spcPts val="1200"/>
              </a:spcAft>
              <a:buFont typeface="Arial" panose="020B0604020202020204" pitchFamily="34" charset="0"/>
              <a:buChar char="•"/>
            </a:pPr>
            <a:endParaRPr lang="en-US"/>
          </a:p>
          <a:p>
            <a:pPr marL="285750" indent="-285750" algn="l">
              <a:spcAft>
                <a:spcPts val="1200"/>
              </a:spcAft>
              <a:buFont typeface="Arial" panose="020B0604020202020204" pitchFamily="34" charset="0"/>
              <a:buChar char="•"/>
            </a:pPr>
            <a:endParaRPr lang="en-US"/>
          </a:p>
          <a:p>
            <a:pPr marL="285750" indent="-285750" algn="l">
              <a:spcAft>
                <a:spcPts val="1200"/>
              </a:spcAft>
              <a:buFont typeface="Arial" panose="020B0604020202020204" pitchFamily="34" charset="0"/>
              <a:buChar char="•"/>
            </a:pPr>
            <a:endParaRPr lang="en-US"/>
          </a:p>
          <a:p>
            <a:pPr algn="l">
              <a:spcAft>
                <a:spcPts val="1200"/>
              </a:spcAft>
            </a:pPr>
            <a:endParaRPr lang="en-US"/>
          </a:p>
          <a:p>
            <a:pPr marL="285750" indent="-285750" algn="l">
              <a:spcAft>
                <a:spcPts val="1200"/>
              </a:spcAft>
              <a:buFont typeface="Arial" panose="020B0604020202020204" pitchFamily="34" charset="0"/>
              <a:buChar char="•"/>
            </a:pPr>
            <a:r>
              <a:rPr lang="en-US"/>
              <a:t>For SRE Direct X the first Go-Live is for ARE / AUN 426Q / 3003 planned for May 2025 (R.1410).</a:t>
            </a:r>
          </a:p>
          <a:p>
            <a:pPr marL="285750" indent="-285750" algn="l">
              <a:spcAft>
                <a:spcPts val="1200"/>
              </a:spcAft>
              <a:buFont typeface="Arial" panose="020B0604020202020204" pitchFamily="34" charset="0"/>
              <a:buChar char="•"/>
            </a:pPr>
            <a:r>
              <a:rPr lang="en-US"/>
              <a:t>This call refers to the extension to further ARE / AUN for release R.1420 planned for October 2025.</a:t>
            </a:r>
          </a:p>
          <a:p>
            <a:pPr algn="l">
              <a:spcAft>
                <a:spcPts val="1200"/>
              </a:spcAft>
            </a:pPr>
            <a:endParaRPr lang="en-US"/>
          </a:p>
          <a:p>
            <a:pPr algn="l"/>
            <a:endParaRPr lang="en-DE"/>
          </a:p>
        </p:txBody>
      </p:sp>
      <p:sp>
        <p:nvSpPr>
          <p:cNvPr id="5" name="Rectangle 4">
            <a:extLst>
              <a:ext uri="{FF2B5EF4-FFF2-40B4-BE49-F238E27FC236}">
                <a16:creationId xmlns:a16="http://schemas.microsoft.com/office/drawing/2014/main" id="{FD54C0B3-81CE-9B7D-F347-FBAA2F1A4739}"/>
              </a:ext>
            </a:extLst>
          </p:cNvPr>
          <p:cNvSpPr/>
          <p:nvPr/>
        </p:nvSpPr>
        <p:spPr>
          <a:xfrm>
            <a:off x="4846794" y="3383107"/>
            <a:ext cx="1748558" cy="422405"/>
          </a:xfrm>
          <a:prstGeom prst="rect">
            <a:avLst/>
          </a:prstGeom>
          <a:noFill/>
          <a:ln w="25400">
            <a:solidFill>
              <a:srgbClr val="00BEDC"/>
            </a:solidFill>
          </a:ln>
        </p:spPr>
        <p:txBody>
          <a:bodyPr wrap="square" lIns="72000" tIns="72000" rIns="72000" bIns="72000" rtlCol="0">
            <a:spAutoFit/>
          </a:bodyPr>
          <a:lstStyle/>
          <a:p>
            <a:pPr algn="ctr"/>
            <a:r>
              <a:rPr lang="en-US" b="1">
                <a:solidFill>
                  <a:srgbClr val="00BEDC"/>
                </a:solidFill>
              </a:rPr>
              <a:t>GF P2P P2R</a:t>
            </a:r>
            <a:endParaRPr lang="en-DE" b="1">
              <a:solidFill>
                <a:srgbClr val="00BEDC"/>
              </a:solidFill>
            </a:endParaRPr>
          </a:p>
        </p:txBody>
      </p:sp>
      <p:sp>
        <p:nvSpPr>
          <p:cNvPr id="7" name="Rectangle 6">
            <a:extLst>
              <a:ext uri="{FF2B5EF4-FFF2-40B4-BE49-F238E27FC236}">
                <a16:creationId xmlns:a16="http://schemas.microsoft.com/office/drawing/2014/main" id="{87E3C7B9-EE10-96E2-FE95-E5307DB0E7C7}"/>
              </a:ext>
            </a:extLst>
          </p:cNvPr>
          <p:cNvSpPr/>
          <p:nvPr/>
        </p:nvSpPr>
        <p:spPr>
          <a:xfrm>
            <a:off x="3530318" y="4216880"/>
            <a:ext cx="1748559" cy="422405"/>
          </a:xfrm>
          <a:prstGeom prst="rect">
            <a:avLst/>
          </a:prstGeom>
          <a:noFill/>
          <a:ln w="25400">
            <a:solidFill>
              <a:srgbClr val="00BEDC"/>
            </a:solidFill>
          </a:ln>
        </p:spPr>
        <p:txBody>
          <a:bodyPr wrap="square" lIns="72000" tIns="72000" rIns="72000" bIns="72000" rtlCol="0">
            <a:spAutoFit/>
          </a:bodyPr>
          <a:lstStyle/>
          <a:p>
            <a:pPr algn="ctr"/>
            <a:r>
              <a:rPr lang="en-US" b="1">
                <a:solidFill>
                  <a:srgbClr val="00BEDC"/>
                </a:solidFill>
              </a:rPr>
              <a:t>(SRE) Direct X</a:t>
            </a:r>
            <a:endParaRPr lang="en-DE" b="1">
              <a:solidFill>
                <a:srgbClr val="00BEDC"/>
              </a:solidFill>
            </a:endParaRPr>
          </a:p>
        </p:txBody>
      </p:sp>
      <p:sp>
        <p:nvSpPr>
          <p:cNvPr id="8" name="Rectangle 7">
            <a:extLst>
              <a:ext uri="{FF2B5EF4-FFF2-40B4-BE49-F238E27FC236}">
                <a16:creationId xmlns:a16="http://schemas.microsoft.com/office/drawing/2014/main" id="{30E19268-264E-6E23-75FF-418A298E4D7B}"/>
              </a:ext>
            </a:extLst>
          </p:cNvPr>
          <p:cNvSpPr/>
          <p:nvPr/>
        </p:nvSpPr>
        <p:spPr>
          <a:xfrm>
            <a:off x="6054571" y="4216880"/>
            <a:ext cx="1748558" cy="422405"/>
          </a:xfrm>
          <a:prstGeom prst="rect">
            <a:avLst/>
          </a:prstGeom>
          <a:noFill/>
          <a:ln w="25400">
            <a:solidFill>
              <a:srgbClr val="00BEDC"/>
            </a:solidFill>
          </a:ln>
        </p:spPr>
        <p:txBody>
          <a:bodyPr wrap="square" lIns="72000" tIns="72000" rIns="72000" bIns="72000" rtlCol="0">
            <a:spAutoFit/>
          </a:bodyPr>
          <a:lstStyle/>
          <a:p>
            <a:pPr algn="ctr"/>
            <a:r>
              <a:rPr lang="en-US" b="1">
                <a:solidFill>
                  <a:srgbClr val="00BEDC"/>
                </a:solidFill>
              </a:rPr>
              <a:t>Indirect X</a:t>
            </a:r>
            <a:endParaRPr lang="en-DE" b="1">
              <a:solidFill>
                <a:srgbClr val="00BEDC"/>
              </a:solidFill>
            </a:endParaRPr>
          </a:p>
        </p:txBody>
      </p:sp>
      <p:cxnSp>
        <p:nvCxnSpPr>
          <p:cNvPr id="12" name="Connector: Elbow 11">
            <a:extLst>
              <a:ext uri="{FF2B5EF4-FFF2-40B4-BE49-F238E27FC236}">
                <a16:creationId xmlns:a16="http://schemas.microsoft.com/office/drawing/2014/main" id="{8C981ECA-F7D3-2D96-8F7C-304E30F0020D}"/>
              </a:ext>
            </a:extLst>
          </p:cNvPr>
          <p:cNvCxnSpPr>
            <a:stCxn id="5" idx="2"/>
            <a:endCxn id="7" idx="0"/>
          </p:cNvCxnSpPr>
          <p:nvPr/>
        </p:nvCxnSpPr>
        <p:spPr>
          <a:xfrm rot="5400000">
            <a:off x="4857152" y="3352959"/>
            <a:ext cx="411368" cy="1316475"/>
          </a:xfrm>
          <a:prstGeom prst="bentConnector3">
            <a:avLst/>
          </a:prstGeom>
          <a:ln w="25400">
            <a:solidFill>
              <a:srgbClr val="00BEDC"/>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E673CCBD-DF9A-C376-4497-0377909AAD59}"/>
              </a:ext>
            </a:extLst>
          </p:cNvPr>
          <p:cNvCxnSpPr>
            <a:cxnSpLocks/>
            <a:stCxn id="5" idx="2"/>
            <a:endCxn id="8" idx="0"/>
          </p:cNvCxnSpPr>
          <p:nvPr/>
        </p:nvCxnSpPr>
        <p:spPr>
          <a:xfrm rot="16200000" flipH="1">
            <a:off x="6119277" y="3407307"/>
            <a:ext cx="411368" cy="1207777"/>
          </a:xfrm>
          <a:prstGeom prst="bentConnector3">
            <a:avLst>
              <a:gd name="adj1" fmla="val 50000"/>
            </a:avLst>
          </a:prstGeom>
          <a:ln w="25400">
            <a:solidFill>
              <a:srgbClr val="00BEDC"/>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6D2DA74-7F78-1F08-F501-33BC4E778B9F}"/>
              </a:ext>
            </a:extLst>
          </p:cNvPr>
          <p:cNvSpPr/>
          <p:nvPr/>
        </p:nvSpPr>
        <p:spPr>
          <a:xfrm>
            <a:off x="3410645" y="4098133"/>
            <a:ext cx="1976930" cy="640747"/>
          </a:xfrm>
          <a:prstGeom prst="rect">
            <a:avLst/>
          </a:prstGeom>
          <a:noFill/>
          <a:ln w="25400">
            <a:solidFill>
              <a:srgbClr val="FF9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DE"/>
          </a:p>
        </p:txBody>
      </p:sp>
      <p:sp>
        <p:nvSpPr>
          <p:cNvPr id="17" name="TextBox 16">
            <a:extLst>
              <a:ext uri="{FF2B5EF4-FFF2-40B4-BE49-F238E27FC236}">
                <a16:creationId xmlns:a16="http://schemas.microsoft.com/office/drawing/2014/main" id="{6D96F7EF-BF8F-D1A2-CEE5-E80BE525465D}"/>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2025-01-22</a:t>
            </a:r>
            <a:endParaRPr lang="en-DE" err="1"/>
          </a:p>
        </p:txBody>
      </p:sp>
    </p:spTree>
    <p:extLst>
      <p:ext uri="{BB962C8B-B14F-4D97-AF65-F5344CB8AC3E}">
        <p14:creationId xmlns:p14="http://schemas.microsoft.com/office/powerpoint/2010/main" val="2444884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A5CB6-E8C9-DB36-1390-60A160595ABC}"/>
              </a:ext>
            </a:extLst>
          </p:cNvPr>
          <p:cNvSpPr>
            <a:spLocks noGrp="1"/>
          </p:cNvSpPr>
          <p:nvPr>
            <p:ph type="title"/>
          </p:nvPr>
        </p:nvSpPr>
        <p:spPr/>
        <p:txBody>
          <a:bodyPr/>
          <a:lstStyle/>
          <a:p>
            <a:endParaRPr lang="en-DE"/>
          </a:p>
        </p:txBody>
      </p:sp>
      <p:sp>
        <p:nvSpPr>
          <p:cNvPr id="3" name="Footer Placeholder 2">
            <a:extLst>
              <a:ext uri="{FF2B5EF4-FFF2-40B4-BE49-F238E27FC236}">
                <a16:creationId xmlns:a16="http://schemas.microsoft.com/office/drawing/2014/main" id="{6564B42C-7448-48C5-0535-122B5612ADA2}"/>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9AD36D17-AD70-412D-E97C-5E68D6C96FDA}"/>
              </a:ext>
            </a:extLst>
          </p:cNvPr>
          <p:cNvSpPr>
            <a:spLocks noGrp="1"/>
          </p:cNvSpPr>
          <p:nvPr>
            <p:ph type="sldNum" sz="quarter" idx="11"/>
          </p:nvPr>
        </p:nvSpPr>
        <p:spPr/>
        <p:txBody>
          <a:bodyPr/>
          <a:lstStyle/>
          <a:p>
            <a:r>
              <a:rPr lang="en-US"/>
              <a:t>Page </a:t>
            </a:r>
            <a:fld id="{15EBE321-CBB1-4E91-BD14-37C8D44326FB}" type="slidenum">
              <a:rPr lang="en-US" smtClean="0"/>
              <a:pPr/>
              <a:t>6</a:t>
            </a:fld>
            <a:endParaRPr lang="en-US"/>
          </a:p>
        </p:txBody>
      </p:sp>
      <p:pic>
        <p:nvPicPr>
          <p:cNvPr id="6" name="Picture 5">
            <a:extLst>
              <a:ext uri="{FF2B5EF4-FFF2-40B4-BE49-F238E27FC236}">
                <a16:creationId xmlns:a16="http://schemas.microsoft.com/office/drawing/2014/main" id="{3AC4D70F-4EAC-AAE7-BCDD-F7F45B80F6B4}"/>
              </a:ext>
            </a:extLst>
          </p:cNvPr>
          <p:cNvPicPr>
            <a:picLocks noChangeAspect="1"/>
          </p:cNvPicPr>
          <p:nvPr/>
        </p:nvPicPr>
        <p:blipFill>
          <a:blip r:embed="rId3"/>
          <a:stretch>
            <a:fillRect/>
          </a:stretch>
        </p:blipFill>
        <p:spPr>
          <a:xfrm>
            <a:off x="26229" y="0"/>
            <a:ext cx="12139541" cy="6858000"/>
          </a:xfrm>
          <a:prstGeom prst="rect">
            <a:avLst/>
          </a:prstGeom>
        </p:spPr>
      </p:pic>
      <p:sp>
        <p:nvSpPr>
          <p:cNvPr id="7" name="TextBox 6">
            <a:extLst>
              <a:ext uri="{FF2B5EF4-FFF2-40B4-BE49-F238E27FC236}">
                <a16:creationId xmlns:a16="http://schemas.microsoft.com/office/drawing/2014/main" id="{05070B53-CE1C-227F-6520-B5FA8421BD6D}"/>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2025-01-21</a:t>
            </a:r>
            <a:endParaRPr lang="en-DE" err="1"/>
          </a:p>
        </p:txBody>
      </p:sp>
      <p:sp>
        <p:nvSpPr>
          <p:cNvPr id="8" name="Rectangle 7">
            <a:extLst>
              <a:ext uri="{FF2B5EF4-FFF2-40B4-BE49-F238E27FC236}">
                <a16:creationId xmlns:a16="http://schemas.microsoft.com/office/drawing/2014/main" id="{65DF99BA-15D4-1148-EA5B-848383BE70D7}"/>
              </a:ext>
            </a:extLst>
          </p:cNvPr>
          <p:cNvSpPr/>
          <p:nvPr/>
        </p:nvSpPr>
        <p:spPr>
          <a:xfrm>
            <a:off x="6664411" y="1390650"/>
            <a:ext cx="1499286" cy="5007600"/>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DE"/>
          </a:p>
        </p:txBody>
      </p:sp>
    </p:spTree>
    <p:extLst>
      <p:ext uri="{BB962C8B-B14F-4D97-AF65-F5344CB8AC3E}">
        <p14:creationId xmlns:p14="http://schemas.microsoft.com/office/powerpoint/2010/main" val="356569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052F0-5237-CA25-0919-D765D78E9B46}"/>
              </a:ext>
            </a:extLst>
          </p:cNvPr>
          <p:cNvSpPr>
            <a:spLocks noGrp="1"/>
          </p:cNvSpPr>
          <p:nvPr>
            <p:ph type="title"/>
          </p:nvPr>
        </p:nvSpPr>
        <p:spPr/>
        <p:txBody>
          <a:bodyPr/>
          <a:lstStyle/>
          <a:p>
            <a:endParaRPr lang="en-DE"/>
          </a:p>
        </p:txBody>
      </p:sp>
      <p:sp>
        <p:nvSpPr>
          <p:cNvPr id="3" name="Footer Placeholder 2">
            <a:extLst>
              <a:ext uri="{FF2B5EF4-FFF2-40B4-BE49-F238E27FC236}">
                <a16:creationId xmlns:a16="http://schemas.microsoft.com/office/drawing/2014/main" id="{C6EC170A-ADBF-F18F-D87E-5C826DE4555F}"/>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FA4794A2-28B5-1462-4FFC-55A562ADD3A3}"/>
              </a:ext>
            </a:extLst>
          </p:cNvPr>
          <p:cNvSpPr>
            <a:spLocks noGrp="1"/>
          </p:cNvSpPr>
          <p:nvPr>
            <p:ph type="sldNum" sz="quarter" idx="11"/>
          </p:nvPr>
        </p:nvSpPr>
        <p:spPr/>
        <p:txBody>
          <a:bodyPr/>
          <a:lstStyle/>
          <a:p>
            <a:r>
              <a:rPr lang="en-US"/>
              <a:t>Page </a:t>
            </a:r>
            <a:fld id="{15EBE321-CBB1-4E91-BD14-37C8D44326FB}" type="slidenum">
              <a:rPr lang="en-US" smtClean="0"/>
              <a:pPr/>
              <a:t>7</a:t>
            </a:fld>
            <a:endParaRPr lang="en-US"/>
          </a:p>
        </p:txBody>
      </p:sp>
      <p:pic>
        <p:nvPicPr>
          <p:cNvPr id="6" name="Picture 5">
            <a:extLst>
              <a:ext uri="{FF2B5EF4-FFF2-40B4-BE49-F238E27FC236}">
                <a16:creationId xmlns:a16="http://schemas.microsoft.com/office/drawing/2014/main" id="{9B2FA721-38FB-AC25-6865-7E5F28AB88CA}"/>
              </a:ext>
            </a:extLst>
          </p:cNvPr>
          <p:cNvPicPr>
            <a:picLocks noChangeAspect="1"/>
          </p:cNvPicPr>
          <p:nvPr/>
        </p:nvPicPr>
        <p:blipFill>
          <a:blip r:embed="rId2"/>
          <a:stretch>
            <a:fillRect/>
          </a:stretch>
        </p:blipFill>
        <p:spPr>
          <a:xfrm>
            <a:off x="18202" y="28100"/>
            <a:ext cx="12155596" cy="6801799"/>
          </a:xfrm>
          <a:prstGeom prst="rect">
            <a:avLst/>
          </a:prstGeom>
        </p:spPr>
      </p:pic>
      <p:sp>
        <p:nvSpPr>
          <p:cNvPr id="7" name="Oval 6">
            <a:extLst>
              <a:ext uri="{FF2B5EF4-FFF2-40B4-BE49-F238E27FC236}">
                <a16:creationId xmlns:a16="http://schemas.microsoft.com/office/drawing/2014/main" id="{B98F274C-1AA5-B661-64F8-EBA3F9AD3597}"/>
              </a:ext>
            </a:extLst>
          </p:cNvPr>
          <p:cNvSpPr/>
          <p:nvPr/>
        </p:nvSpPr>
        <p:spPr>
          <a:xfrm>
            <a:off x="1750979" y="3657601"/>
            <a:ext cx="1906621" cy="389106"/>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DE"/>
          </a:p>
        </p:txBody>
      </p:sp>
      <p:sp>
        <p:nvSpPr>
          <p:cNvPr id="8" name="Oval 7">
            <a:extLst>
              <a:ext uri="{FF2B5EF4-FFF2-40B4-BE49-F238E27FC236}">
                <a16:creationId xmlns:a16="http://schemas.microsoft.com/office/drawing/2014/main" id="{CC9E4179-6EB5-D171-54CB-EA217D4C64BB}"/>
              </a:ext>
            </a:extLst>
          </p:cNvPr>
          <p:cNvSpPr/>
          <p:nvPr/>
        </p:nvSpPr>
        <p:spPr>
          <a:xfrm>
            <a:off x="1750978" y="1941896"/>
            <a:ext cx="1906621" cy="1093134"/>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DE"/>
          </a:p>
        </p:txBody>
      </p:sp>
      <p:sp>
        <p:nvSpPr>
          <p:cNvPr id="10" name="TextBox 9">
            <a:extLst>
              <a:ext uri="{FF2B5EF4-FFF2-40B4-BE49-F238E27FC236}">
                <a16:creationId xmlns:a16="http://schemas.microsoft.com/office/drawing/2014/main" id="{515F4D17-BCF5-2B4A-DA3A-79AFDD34FE1F}"/>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2025-01-21</a:t>
            </a:r>
            <a:endParaRPr lang="en-DE" err="1"/>
          </a:p>
        </p:txBody>
      </p:sp>
    </p:spTree>
    <p:extLst>
      <p:ext uri="{BB962C8B-B14F-4D97-AF65-F5344CB8AC3E}">
        <p14:creationId xmlns:p14="http://schemas.microsoft.com/office/powerpoint/2010/main" val="1806150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72E3D-C5CF-C9E5-01AD-3E8A126F1070}"/>
              </a:ext>
            </a:extLst>
          </p:cNvPr>
          <p:cNvSpPr>
            <a:spLocks noGrp="1"/>
          </p:cNvSpPr>
          <p:nvPr>
            <p:ph type="title"/>
          </p:nvPr>
        </p:nvSpPr>
        <p:spPr/>
        <p:txBody>
          <a:bodyPr/>
          <a:lstStyle/>
          <a:p>
            <a:r>
              <a:rPr lang="en-US"/>
              <a:t>SRE Direct Rollout Team Organization</a:t>
            </a:r>
            <a:endParaRPr lang="en-DE"/>
          </a:p>
        </p:txBody>
      </p:sp>
      <p:sp>
        <p:nvSpPr>
          <p:cNvPr id="3" name="Footer Placeholder 2">
            <a:extLst>
              <a:ext uri="{FF2B5EF4-FFF2-40B4-BE49-F238E27FC236}">
                <a16:creationId xmlns:a16="http://schemas.microsoft.com/office/drawing/2014/main" id="{DFCB66A6-7159-5330-933B-179C125F5BA1}"/>
              </a:ext>
            </a:extLst>
          </p:cNvPr>
          <p:cNvSpPr>
            <a:spLocks noGrp="1"/>
          </p:cNvSpPr>
          <p:nvPr>
            <p:ph type="ftr" sz="quarter" idx="10"/>
          </p:nvPr>
        </p:nvSpPr>
        <p:spPr/>
        <p:txBody>
          <a:bodyPr/>
          <a:lstStyle/>
          <a:p>
            <a:pPr>
              <a:lnSpc>
                <a:spcPct val="100000"/>
              </a:lnSpc>
            </a:pPr>
            <a:r>
              <a:rPr lang="en-US"/>
              <a:t>Restricted | © Siemens 2024 | SHERPA X | 2024-09-23 | Status: Draft</a:t>
            </a:r>
          </a:p>
        </p:txBody>
      </p:sp>
      <p:sp>
        <p:nvSpPr>
          <p:cNvPr id="4" name="Slide Number Placeholder 3">
            <a:extLst>
              <a:ext uri="{FF2B5EF4-FFF2-40B4-BE49-F238E27FC236}">
                <a16:creationId xmlns:a16="http://schemas.microsoft.com/office/drawing/2014/main" id="{C3E343CA-0867-E74A-5AD6-04EE0CA72DF6}"/>
              </a:ext>
            </a:extLst>
          </p:cNvPr>
          <p:cNvSpPr>
            <a:spLocks noGrp="1"/>
          </p:cNvSpPr>
          <p:nvPr>
            <p:ph type="sldNum" sz="quarter" idx="11"/>
          </p:nvPr>
        </p:nvSpPr>
        <p:spPr/>
        <p:txBody>
          <a:bodyPr/>
          <a:lstStyle/>
          <a:p>
            <a:r>
              <a:rPr lang="en-US"/>
              <a:t>Page </a:t>
            </a:r>
            <a:fld id="{15EBE321-CBB1-4E91-BD14-37C8D44326FB}" type="slidenum">
              <a:rPr lang="en-US" smtClean="0"/>
              <a:pPr/>
              <a:t>8</a:t>
            </a:fld>
            <a:endParaRPr lang="en-US"/>
          </a:p>
        </p:txBody>
      </p:sp>
      <p:sp>
        <p:nvSpPr>
          <p:cNvPr id="6" name="TextBox 5">
            <a:extLst>
              <a:ext uri="{FF2B5EF4-FFF2-40B4-BE49-F238E27FC236}">
                <a16:creationId xmlns:a16="http://schemas.microsoft.com/office/drawing/2014/main" id="{7ADDE35E-3939-B5C0-B21E-9B5723FA87C4}"/>
              </a:ext>
            </a:extLst>
          </p:cNvPr>
          <p:cNvSpPr txBox="1"/>
          <p:nvPr/>
        </p:nvSpPr>
        <p:spPr>
          <a:xfrm>
            <a:off x="575363" y="1627997"/>
            <a:ext cx="10553080" cy="699404"/>
          </a:xfrm>
          <a:prstGeom prst="rect">
            <a:avLst/>
          </a:prstGeom>
          <a:noFill/>
          <a:ln w="25400">
            <a:solidFill>
              <a:srgbClr val="00BEDC"/>
            </a:solidFill>
          </a:ln>
        </p:spPr>
        <p:txBody>
          <a:bodyPr wrap="square" lIns="72000" tIns="72000" rIns="72000" bIns="72000" rtlCol="0">
            <a:spAutoFit/>
          </a:bodyPr>
          <a:lstStyle/>
          <a:p>
            <a:pPr algn="l"/>
            <a:r>
              <a:rPr lang="en-US" b="1" dirty="0">
                <a:solidFill>
                  <a:srgbClr val="00BEDC"/>
                </a:solidFill>
              </a:rPr>
              <a:t>SRE Lead</a:t>
            </a:r>
          </a:p>
          <a:p>
            <a:pPr marL="285750" indent="-285750" algn="l">
              <a:buFont typeface="Arial" panose="020B0604020202020204" pitchFamily="34" charset="0"/>
              <a:buChar char="•"/>
            </a:pPr>
            <a:r>
              <a:rPr lang="en-US" i="1" dirty="0">
                <a:solidFill>
                  <a:schemeClr val="accent2"/>
                </a:solidFill>
              </a:rPr>
              <a:t>Gergana Popgavrilova-Dimitrov (SRE SCM FE) [Deputy: Florian Schmid (SRE SCM FE)]</a:t>
            </a:r>
            <a:endParaRPr lang="en-DE" i="1" dirty="0">
              <a:solidFill>
                <a:schemeClr val="accent2"/>
              </a:solidFill>
            </a:endParaRPr>
          </a:p>
        </p:txBody>
      </p:sp>
      <p:sp>
        <p:nvSpPr>
          <p:cNvPr id="7" name="TextBox 6">
            <a:extLst>
              <a:ext uri="{FF2B5EF4-FFF2-40B4-BE49-F238E27FC236}">
                <a16:creationId xmlns:a16="http://schemas.microsoft.com/office/drawing/2014/main" id="{D1C52B45-FE76-9BEB-0DA5-FCDEFA98A75A}"/>
              </a:ext>
            </a:extLst>
          </p:cNvPr>
          <p:cNvSpPr txBox="1"/>
          <p:nvPr/>
        </p:nvSpPr>
        <p:spPr>
          <a:xfrm>
            <a:off x="575362" y="2488852"/>
            <a:ext cx="10553078" cy="2361398"/>
          </a:xfrm>
          <a:prstGeom prst="rect">
            <a:avLst/>
          </a:prstGeom>
          <a:noFill/>
          <a:ln w="25400">
            <a:solidFill>
              <a:srgbClr val="00BEDC"/>
            </a:solidFill>
          </a:ln>
        </p:spPr>
        <p:txBody>
          <a:bodyPr wrap="square" lIns="72000" tIns="72000" rIns="72000" bIns="72000" rtlCol="0">
            <a:spAutoFit/>
          </a:bodyPr>
          <a:lstStyle>
            <a:defPPr>
              <a:defRPr lang="en-US"/>
            </a:defPPr>
            <a:lvl1pPr>
              <a:defRPr/>
            </a:lvl1pPr>
          </a:lstStyle>
          <a:p>
            <a:r>
              <a:rPr lang="en-US" b="1" dirty="0">
                <a:solidFill>
                  <a:srgbClr val="00BEDC"/>
                </a:solidFill>
              </a:rPr>
              <a:t>Sherpa X Rollout Team</a:t>
            </a:r>
          </a:p>
          <a:p>
            <a:pPr marL="285750" indent="-285750">
              <a:buFont typeface="Arial" panose="020B0604020202020204" pitchFamily="34" charset="0"/>
              <a:buChar char="•"/>
            </a:pPr>
            <a:r>
              <a:rPr lang="en-US" i="1" u="sng" dirty="0">
                <a:solidFill>
                  <a:schemeClr val="accent2"/>
                </a:solidFill>
              </a:rPr>
              <a:t>Ajit Gautam (IT ECP PLG P)</a:t>
            </a:r>
          </a:p>
          <a:p>
            <a:pPr marL="285750" indent="-285750">
              <a:buFont typeface="Arial" panose="020B0604020202020204" pitchFamily="34" charset="0"/>
              <a:buChar char="•"/>
            </a:pPr>
            <a:r>
              <a:rPr lang="en-US" i="1" dirty="0">
                <a:solidFill>
                  <a:schemeClr val="accent2"/>
                </a:solidFill>
              </a:rPr>
              <a:t>Himadri Dinodia (IT ECP PLG P)</a:t>
            </a:r>
          </a:p>
          <a:p>
            <a:pPr marL="285750" indent="-285750">
              <a:buFont typeface="Arial" panose="020B0604020202020204" pitchFamily="34" charset="0"/>
              <a:buChar char="•"/>
            </a:pPr>
            <a:r>
              <a:rPr lang="en-US" i="1" dirty="0">
                <a:solidFill>
                  <a:schemeClr val="accent2"/>
                </a:solidFill>
              </a:rPr>
              <a:t>Marcus Fiegert (IT ECP PLG P)</a:t>
            </a:r>
          </a:p>
          <a:p>
            <a:pPr marL="285750" indent="-285750">
              <a:buFont typeface="Arial" panose="020B0604020202020204" pitchFamily="34" charset="0"/>
              <a:buChar char="•"/>
            </a:pPr>
            <a:r>
              <a:rPr lang="en-US" i="1" dirty="0">
                <a:solidFill>
                  <a:schemeClr val="accent2"/>
                </a:solidFill>
              </a:rPr>
              <a:t>Elvira Del Castillo (Accenture)</a:t>
            </a:r>
          </a:p>
          <a:p>
            <a:pPr marL="285750" indent="-285750">
              <a:buFont typeface="Arial" panose="020B0604020202020204" pitchFamily="34" charset="0"/>
              <a:buChar char="•"/>
            </a:pPr>
            <a:r>
              <a:rPr lang="en-US" i="1" dirty="0">
                <a:solidFill>
                  <a:schemeClr val="accent2"/>
                </a:solidFill>
              </a:rPr>
              <a:t>Mahmoud Abushama (Accenture)</a:t>
            </a:r>
          </a:p>
          <a:p>
            <a:pPr marL="285750" indent="-285750">
              <a:buFont typeface="Arial" panose="020B0604020202020204" pitchFamily="34" charset="0"/>
              <a:buChar char="•"/>
            </a:pPr>
            <a:r>
              <a:rPr lang="en-US" i="1" dirty="0">
                <a:solidFill>
                  <a:schemeClr val="accent2"/>
                </a:solidFill>
              </a:rPr>
              <a:t>Andre Vicente (Accenture)</a:t>
            </a:r>
          </a:p>
          <a:p>
            <a:pPr marL="285750" indent="-285750">
              <a:buFont typeface="Arial" panose="020B0604020202020204" pitchFamily="34" charset="0"/>
              <a:buChar char="•"/>
            </a:pPr>
            <a:r>
              <a:rPr lang="en-US" i="1" dirty="0">
                <a:solidFill>
                  <a:schemeClr val="accent2"/>
                </a:solidFill>
              </a:rPr>
              <a:t>Harish Velamkanni (Accenture)</a:t>
            </a:r>
            <a:endParaRPr lang="en-DE" i="1" dirty="0">
              <a:solidFill>
                <a:schemeClr val="accent2"/>
              </a:solidFill>
            </a:endParaRPr>
          </a:p>
        </p:txBody>
      </p:sp>
      <p:sp>
        <p:nvSpPr>
          <p:cNvPr id="9" name="TextBox 8">
            <a:extLst>
              <a:ext uri="{FF2B5EF4-FFF2-40B4-BE49-F238E27FC236}">
                <a16:creationId xmlns:a16="http://schemas.microsoft.com/office/drawing/2014/main" id="{EF18FDDF-FB78-2FB5-4D2E-726221BAF636}"/>
              </a:ext>
            </a:extLst>
          </p:cNvPr>
          <p:cNvSpPr txBox="1"/>
          <p:nvPr/>
        </p:nvSpPr>
        <p:spPr>
          <a:xfrm>
            <a:off x="575362" y="5008348"/>
            <a:ext cx="10553078" cy="699404"/>
          </a:xfrm>
          <a:prstGeom prst="rect">
            <a:avLst/>
          </a:prstGeom>
          <a:noFill/>
          <a:ln w="25400">
            <a:solidFill>
              <a:srgbClr val="00BEDC"/>
            </a:solidFill>
            <a:prstDash val="dash"/>
          </a:ln>
        </p:spPr>
        <p:txBody>
          <a:bodyPr wrap="square" lIns="72000" tIns="72000" rIns="72000" bIns="72000" rtlCol="0">
            <a:spAutoFit/>
          </a:bodyPr>
          <a:lstStyle>
            <a:defPPr>
              <a:defRPr lang="en-US"/>
            </a:defPPr>
            <a:lvl1pPr>
              <a:defRPr/>
            </a:lvl1pPr>
          </a:lstStyle>
          <a:p>
            <a:r>
              <a:rPr lang="en-US" b="1">
                <a:solidFill>
                  <a:srgbClr val="00BEDC"/>
                </a:solidFill>
              </a:rPr>
              <a:t>Scrum Master</a:t>
            </a:r>
          </a:p>
          <a:p>
            <a:pPr marL="285750" indent="-285750">
              <a:buFont typeface="Arial" panose="020B0604020202020204" pitchFamily="34" charset="0"/>
              <a:buChar char="•"/>
            </a:pPr>
            <a:r>
              <a:rPr lang="en-US" i="1">
                <a:solidFill>
                  <a:schemeClr val="accent2"/>
                </a:solidFill>
              </a:rPr>
              <a:t>Ismail Khan (GBS ASP PS IN SM)</a:t>
            </a:r>
          </a:p>
        </p:txBody>
      </p:sp>
      <p:sp>
        <p:nvSpPr>
          <p:cNvPr id="17" name="TextBox 16">
            <a:extLst>
              <a:ext uri="{FF2B5EF4-FFF2-40B4-BE49-F238E27FC236}">
                <a16:creationId xmlns:a16="http://schemas.microsoft.com/office/drawing/2014/main" id="{149257BE-8FB8-4598-EB56-FD5B10EE768B}"/>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2025-01-28</a:t>
            </a:r>
            <a:endParaRPr lang="en-DE"/>
          </a:p>
        </p:txBody>
      </p:sp>
    </p:spTree>
    <p:extLst>
      <p:ext uri="{BB962C8B-B14F-4D97-AF65-F5344CB8AC3E}">
        <p14:creationId xmlns:p14="http://schemas.microsoft.com/office/powerpoint/2010/main" val="1410915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B08F2E-6514-3851-3148-CFB7DA38ACFF}"/>
              </a:ext>
            </a:extLst>
          </p:cNvPr>
          <p:cNvGraphicFramePr>
            <a:graphicFrameLocks noChangeAspect="1"/>
          </p:cNvGraphicFramePr>
          <p:nvPr>
            <p:custDataLst>
              <p:tags r:id="rId1"/>
            </p:custDataLst>
            <p:extLst>
              <p:ext uri="{D42A27DB-BD31-4B8C-83A1-F6EECF244321}">
                <p14:modId xmlns:p14="http://schemas.microsoft.com/office/powerpoint/2010/main" val="19275288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A7B08F2E-6514-3851-3148-CFB7DA38ACF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02483961-2D14-7D73-B24D-CB136D920807}"/>
              </a:ext>
            </a:extLst>
          </p:cNvPr>
          <p:cNvSpPr/>
          <p:nvPr/>
        </p:nvSpPr>
        <p:spPr>
          <a:xfrm>
            <a:off x="1270078" y="1368491"/>
            <a:ext cx="8296914" cy="4751111"/>
          </a:xfrm>
          <a:prstGeom prst="rect">
            <a:avLst/>
          </a:prstGeom>
          <a:noFill/>
          <a:ln w="38100">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p>
        </p:txBody>
      </p:sp>
      <p:sp>
        <p:nvSpPr>
          <p:cNvPr id="2" name="Title 1">
            <a:extLst>
              <a:ext uri="{FF2B5EF4-FFF2-40B4-BE49-F238E27FC236}">
                <a16:creationId xmlns:a16="http://schemas.microsoft.com/office/drawing/2014/main" id="{A905FAD7-CE0C-74AA-65C4-02DE4CEF3F1F}"/>
              </a:ext>
            </a:extLst>
          </p:cNvPr>
          <p:cNvSpPr>
            <a:spLocks noGrp="1"/>
          </p:cNvSpPr>
          <p:nvPr>
            <p:ph type="title"/>
          </p:nvPr>
        </p:nvSpPr>
        <p:spPr/>
        <p:txBody>
          <a:bodyPr vert="horz"/>
          <a:lstStyle/>
          <a:p>
            <a:r>
              <a:rPr lang="de-DE">
                <a:solidFill>
                  <a:schemeClr val="tx1"/>
                </a:solidFill>
              </a:rPr>
              <a:t>SRE </a:t>
            </a:r>
            <a:r>
              <a:rPr lang="de-DE" err="1">
                <a:solidFill>
                  <a:schemeClr val="tx1"/>
                </a:solidFill>
              </a:rPr>
              <a:t>Direct</a:t>
            </a:r>
            <a:r>
              <a:rPr lang="de-DE">
                <a:solidFill>
                  <a:schemeClr val="tx1"/>
                </a:solidFill>
              </a:rPr>
              <a:t> X</a:t>
            </a:r>
            <a:br>
              <a:rPr lang="de-DE"/>
            </a:br>
            <a:r>
              <a:rPr lang="de-DE" b="0" err="1"/>
              <a:t>Our</a:t>
            </a:r>
            <a:r>
              <a:rPr lang="de-DE" b="0"/>
              <a:t> </a:t>
            </a:r>
            <a:r>
              <a:rPr lang="en-US" sz="2000" b="0">
                <a:solidFill>
                  <a:schemeClr val="tx1"/>
                </a:solidFill>
              </a:rPr>
              <a:t>Incremental North Star journey</a:t>
            </a:r>
            <a:endParaRPr lang="en-DE" b="0"/>
          </a:p>
        </p:txBody>
      </p:sp>
      <p:sp>
        <p:nvSpPr>
          <p:cNvPr id="3" name="Footer Placeholder 2">
            <a:extLst>
              <a:ext uri="{FF2B5EF4-FFF2-40B4-BE49-F238E27FC236}">
                <a16:creationId xmlns:a16="http://schemas.microsoft.com/office/drawing/2014/main" id="{42EE7657-A737-6E40-93B7-42F2AB3C48D7}"/>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4" name="Slide Number Placeholder 3">
            <a:extLst>
              <a:ext uri="{FF2B5EF4-FFF2-40B4-BE49-F238E27FC236}">
                <a16:creationId xmlns:a16="http://schemas.microsoft.com/office/drawing/2014/main" id="{F125FAD7-439E-E358-E2ED-6091E8443B6E}"/>
              </a:ext>
            </a:extLst>
          </p:cNvPr>
          <p:cNvSpPr>
            <a:spLocks noGrp="1"/>
          </p:cNvSpPr>
          <p:nvPr>
            <p:ph type="sldNum" sz="quarter" idx="11"/>
          </p:nvPr>
        </p:nvSpPr>
        <p:spPr/>
        <p:txBody>
          <a:bodyPr/>
          <a:lstStyle/>
          <a:p>
            <a:r>
              <a:rPr lang="en-US"/>
              <a:t>Page </a:t>
            </a:r>
            <a:fld id="{15EBE321-CBB1-4E91-BD14-37C8D44326FB}" type="slidenum">
              <a:rPr lang="en-US" smtClean="0"/>
              <a:pPr/>
              <a:t>9</a:t>
            </a:fld>
            <a:endParaRPr lang="en-US"/>
          </a:p>
        </p:txBody>
      </p:sp>
      <p:sp>
        <p:nvSpPr>
          <p:cNvPr id="11" name="Freeform 48">
            <a:extLst>
              <a:ext uri="{FF2B5EF4-FFF2-40B4-BE49-F238E27FC236}">
                <a16:creationId xmlns:a16="http://schemas.microsoft.com/office/drawing/2014/main" id="{236506D7-26C5-164B-D955-C4158B409C45}"/>
              </a:ext>
            </a:extLst>
          </p:cNvPr>
          <p:cNvSpPr>
            <a:spLocks/>
          </p:cNvSpPr>
          <p:nvPr/>
        </p:nvSpPr>
        <p:spPr bwMode="auto">
          <a:xfrm>
            <a:off x="2203721" y="3427310"/>
            <a:ext cx="1072197" cy="1072198"/>
          </a:xfrm>
          <a:prstGeom prst="ellipse">
            <a:avLst/>
          </a:prstGeom>
          <a:solidFill>
            <a:srgbClr val="333353"/>
          </a:solidFill>
          <a:ln>
            <a:noFill/>
          </a:ln>
        </p:spPr>
        <p:txBody>
          <a:bodyPr vert="horz" wrap="square" lIns="0" tIns="0" rIns="0" bIns="0" numCol="1" anchor="ctr" anchorCtr="0" compatLnSpc="1">
            <a:prstTxWarp prst="textNoShape">
              <a:avLst/>
            </a:prstTxWarp>
          </a:bodyPr>
          <a:lstStyle/>
          <a:p>
            <a:pPr algn="ctr">
              <a:spcBef>
                <a:spcPts val="0"/>
              </a:spcBef>
            </a:pPr>
            <a:endParaRPr lang="en-US" b="1"/>
          </a:p>
        </p:txBody>
      </p:sp>
      <p:sp>
        <p:nvSpPr>
          <p:cNvPr id="12" name="Arc 26">
            <a:extLst>
              <a:ext uri="{FF2B5EF4-FFF2-40B4-BE49-F238E27FC236}">
                <a16:creationId xmlns:a16="http://schemas.microsoft.com/office/drawing/2014/main" id="{7CFE90DF-7443-6485-6C3C-C9BE63C1DA37}"/>
              </a:ext>
            </a:extLst>
          </p:cNvPr>
          <p:cNvSpPr>
            <a:spLocks/>
          </p:cNvSpPr>
          <p:nvPr/>
        </p:nvSpPr>
        <p:spPr bwMode="auto">
          <a:xfrm>
            <a:off x="1774893" y="2975401"/>
            <a:ext cx="1929955" cy="1929956"/>
          </a:xfrm>
          <a:prstGeom prst="arc">
            <a:avLst>
              <a:gd name="adj1" fmla="val 10837662"/>
              <a:gd name="adj2" fmla="val 21537656"/>
            </a:avLst>
          </a:prstGeom>
          <a:noFill/>
          <a:ln w="12700" cap="flat" cmpd="sng" algn="ctr">
            <a:solidFill>
              <a:srgbClr val="9999A9"/>
            </a:solidFill>
            <a:prstDash val="dash"/>
            <a:round/>
            <a:headEnd type="none" w="lg" len="lg"/>
            <a:tailEnd type="none" w="lg" len="lg"/>
          </a:ln>
          <a:effectLst/>
        </p:spPr>
        <p:txBody>
          <a:bodyPr rtlCol="0" anchor="ctr"/>
          <a:lstStyle/>
          <a:p>
            <a:pPr algn="ctr"/>
            <a:endParaRPr lang="en-US"/>
          </a:p>
        </p:txBody>
      </p:sp>
      <p:sp>
        <p:nvSpPr>
          <p:cNvPr id="13" name="Arc 1">
            <a:extLst>
              <a:ext uri="{FF2B5EF4-FFF2-40B4-BE49-F238E27FC236}">
                <a16:creationId xmlns:a16="http://schemas.microsoft.com/office/drawing/2014/main" id="{1677E725-1B62-32D8-56E8-3C9D30ECA2F0}"/>
              </a:ext>
            </a:extLst>
          </p:cNvPr>
          <p:cNvSpPr>
            <a:spLocks/>
          </p:cNvSpPr>
          <p:nvPr/>
        </p:nvSpPr>
        <p:spPr bwMode="auto">
          <a:xfrm>
            <a:off x="1774837" y="2975401"/>
            <a:ext cx="1929955" cy="1929956"/>
          </a:xfrm>
          <a:prstGeom prst="arc">
            <a:avLst>
              <a:gd name="adj1" fmla="val 21494256"/>
              <a:gd name="adj2" fmla="val 10832512"/>
            </a:avLst>
          </a:prstGeom>
          <a:noFill/>
          <a:ln w="38100" cap="flat" cmpd="sng" algn="ctr">
            <a:gradFill>
              <a:gsLst>
                <a:gs pos="0">
                  <a:srgbClr val="00FFB9"/>
                </a:gs>
                <a:gs pos="100000">
                  <a:srgbClr val="00E6DC"/>
                </a:gs>
              </a:gsLst>
              <a:lin ang="5400000" scaled="1"/>
            </a:gradFill>
            <a:prstDash val="solid"/>
            <a:round/>
            <a:headEnd type="triangle" w="lg" len="lg"/>
            <a:tailEnd type="none" w="lg" len="lg"/>
          </a:ln>
          <a:effectLst/>
        </p:spPr>
        <p:txBody>
          <a:bodyPr rtlCol="0" anchor="ctr"/>
          <a:lstStyle/>
          <a:p>
            <a:pPr algn="ctr"/>
            <a:endParaRPr lang="en-US"/>
          </a:p>
        </p:txBody>
      </p:sp>
      <p:grpSp>
        <p:nvGrpSpPr>
          <p:cNvPr id="15" name="Group 14">
            <a:extLst>
              <a:ext uri="{FF2B5EF4-FFF2-40B4-BE49-F238E27FC236}">
                <a16:creationId xmlns:a16="http://schemas.microsoft.com/office/drawing/2014/main" id="{FD8A0967-2C2D-877A-5641-AC0FC16F9291}"/>
              </a:ext>
            </a:extLst>
          </p:cNvPr>
          <p:cNvGrpSpPr>
            <a:grpSpLocks/>
          </p:cNvGrpSpPr>
          <p:nvPr/>
        </p:nvGrpSpPr>
        <p:grpSpPr>
          <a:xfrm>
            <a:off x="7152872" y="2975401"/>
            <a:ext cx="1930012" cy="1929956"/>
            <a:chOff x="6093842" y="1463088"/>
            <a:chExt cx="2356433" cy="2356364"/>
          </a:xfrm>
        </p:grpSpPr>
        <p:sp>
          <p:nvSpPr>
            <p:cNvPr id="16" name="Freeform 48">
              <a:extLst>
                <a:ext uri="{FF2B5EF4-FFF2-40B4-BE49-F238E27FC236}">
                  <a16:creationId xmlns:a16="http://schemas.microsoft.com/office/drawing/2014/main" id="{86CBBF24-C13A-BF4F-C0DC-FEBB529374BF}"/>
                </a:ext>
              </a:extLst>
            </p:cNvPr>
            <p:cNvSpPr>
              <a:spLocks/>
            </p:cNvSpPr>
            <p:nvPr/>
          </p:nvSpPr>
          <p:spPr bwMode="auto">
            <a:xfrm>
              <a:off x="6617484" y="2020236"/>
              <a:ext cx="1309091" cy="1309091"/>
            </a:xfrm>
            <a:prstGeom prst="ellipse">
              <a:avLst/>
            </a:prstGeom>
            <a:solidFill>
              <a:srgbClr val="333353"/>
            </a:solidFill>
            <a:ln>
              <a:noFill/>
            </a:ln>
          </p:spPr>
          <p:txBody>
            <a:bodyPr vert="horz" wrap="square" lIns="0" tIns="0" rIns="0" bIns="0" numCol="1" anchor="ctr" anchorCtr="0" compatLnSpc="1">
              <a:prstTxWarp prst="textNoShape">
                <a:avLst/>
              </a:prstTxWarp>
            </a:bodyPr>
            <a:lstStyle/>
            <a:p>
              <a:pPr algn="ctr">
                <a:spcBef>
                  <a:spcPts val="0"/>
                </a:spcBef>
              </a:pPr>
              <a:endParaRPr lang="en-US" b="1"/>
            </a:p>
          </p:txBody>
        </p:sp>
        <p:sp>
          <p:nvSpPr>
            <p:cNvPr id="17" name="Arc 26">
              <a:extLst>
                <a:ext uri="{FF2B5EF4-FFF2-40B4-BE49-F238E27FC236}">
                  <a16:creationId xmlns:a16="http://schemas.microsoft.com/office/drawing/2014/main" id="{3609321B-9345-56B8-592F-7B25F08E14B4}"/>
                </a:ext>
              </a:extLst>
            </p:cNvPr>
            <p:cNvSpPr>
              <a:spLocks/>
            </p:cNvSpPr>
            <p:nvPr/>
          </p:nvSpPr>
          <p:spPr bwMode="auto">
            <a:xfrm>
              <a:off x="6093911" y="1463088"/>
              <a:ext cx="2356364" cy="2356364"/>
            </a:xfrm>
            <a:prstGeom prst="arc">
              <a:avLst>
                <a:gd name="adj1" fmla="val 10837662"/>
                <a:gd name="adj2" fmla="val 21537656"/>
              </a:avLst>
            </a:prstGeom>
            <a:noFill/>
            <a:ln w="12700" cap="flat" cmpd="sng" algn="ctr">
              <a:solidFill>
                <a:srgbClr val="9999A9"/>
              </a:solidFill>
              <a:prstDash val="dash"/>
              <a:round/>
              <a:headEnd type="none" w="lg" len="lg"/>
              <a:tailEnd type="none" w="lg" len="lg"/>
            </a:ln>
            <a:effectLst/>
          </p:spPr>
          <p:txBody>
            <a:bodyPr rtlCol="0" anchor="ctr"/>
            <a:lstStyle/>
            <a:p>
              <a:pPr algn="ctr"/>
              <a:endParaRPr lang="en-US"/>
            </a:p>
          </p:txBody>
        </p:sp>
        <p:sp>
          <p:nvSpPr>
            <p:cNvPr id="18" name="Arc 1">
              <a:extLst>
                <a:ext uri="{FF2B5EF4-FFF2-40B4-BE49-F238E27FC236}">
                  <a16:creationId xmlns:a16="http://schemas.microsoft.com/office/drawing/2014/main" id="{29255469-6B63-EFBC-B24D-9F79D0A24AF1}"/>
                </a:ext>
              </a:extLst>
            </p:cNvPr>
            <p:cNvSpPr>
              <a:spLocks/>
            </p:cNvSpPr>
            <p:nvPr/>
          </p:nvSpPr>
          <p:spPr bwMode="auto">
            <a:xfrm>
              <a:off x="6093842" y="1463088"/>
              <a:ext cx="2356364" cy="2356364"/>
            </a:xfrm>
            <a:prstGeom prst="arc">
              <a:avLst>
                <a:gd name="adj1" fmla="val 21494256"/>
                <a:gd name="adj2" fmla="val 10832512"/>
              </a:avLst>
            </a:prstGeom>
            <a:noFill/>
            <a:ln w="38100" cap="flat" cmpd="sng" algn="ctr">
              <a:gradFill>
                <a:gsLst>
                  <a:gs pos="0">
                    <a:srgbClr val="00FFB9"/>
                  </a:gs>
                  <a:gs pos="100000">
                    <a:srgbClr val="00E6DC"/>
                  </a:gs>
                </a:gsLst>
                <a:lin ang="5400000" scaled="1"/>
              </a:gradFill>
              <a:prstDash val="solid"/>
              <a:round/>
              <a:headEnd type="triangle" w="lg" len="lg"/>
              <a:tailEnd type="none" w="lg" len="lg"/>
            </a:ln>
            <a:effectLst/>
          </p:spPr>
          <p:txBody>
            <a:bodyPr rtlCol="0" anchor="ctr"/>
            <a:lstStyle/>
            <a:p>
              <a:pPr algn="ctr"/>
              <a:endParaRPr lang="en-US"/>
            </a:p>
          </p:txBody>
        </p:sp>
      </p:grpSp>
      <p:sp>
        <p:nvSpPr>
          <p:cNvPr id="21" name="Arc 20">
            <a:extLst>
              <a:ext uri="{FF2B5EF4-FFF2-40B4-BE49-F238E27FC236}">
                <a16:creationId xmlns:a16="http://schemas.microsoft.com/office/drawing/2014/main" id="{6D931195-C664-E83D-5D62-303FB70AA333}"/>
              </a:ext>
            </a:extLst>
          </p:cNvPr>
          <p:cNvSpPr>
            <a:spLocks/>
          </p:cNvSpPr>
          <p:nvPr/>
        </p:nvSpPr>
        <p:spPr bwMode="auto">
          <a:xfrm>
            <a:off x="4458325" y="2975401"/>
            <a:ext cx="1929955" cy="1929956"/>
          </a:xfrm>
          <a:prstGeom prst="arc">
            <a:avLst>
              <a:gd name="adj1" fmla="val 21569410"/>
              <a:gd name="adj2" fmla="val 10843973"/>
            </a:avLst>
          </a:prstGeom>
          <a:noFill/>
          <a:ln w="12700" cap="flat" cmpd="sng" algn="ctr">
            <a:solidFill>
              <a:srgbClr val="9999A9"/>
            </a:solidFill>
            <a:prstDash val="dash"/>
            <a:round/>
            <a:headEnd type="none" w="lg" len="lg"/>
            <a:tailEnd type="none" w="lg" len="lg"/>
          </a:ln>
          <a:effectLst/>
        </p:spPr>
        <p:txBody>
          <a:bodyPr rtlCol="0" anchor="ctr"/>
          <a:lstStyle/>
          <a:p>
            <a:pPr algn="ctr"/>
            <a:endParaRPr lang="en-US"/>
          </a:p>
        </p:txBody>
      </p:sp>
      <p:sp>
        <p:nvSpPr>
          <p:cNvPr id="22" name="Freeform 48">
            <a:extLst>
              <a:ext uri="{FF2B5EF4-FFF2-40B4-BE49-F238E27FC236}">
                <a16:creationId xmlns:a16="http://schemas.microsoft.com/office/drawing/2014/main" id="{939F35D2-4109-139D-EA3A-B0A9A2902CF9}"/>
              </a:ext>
            </a:extLst>
          </p:cNvPr>
          <p:cNvSpPr>
            <a:spLocks/>
          </p:cNvSpPr>
          <p:nvPr/>
        </p:nvSpPr>
        <p:spPr bwMode="auto">
          <a:xfrm>
            <a:off x="4887204" y="3396531"/>
            <a:ext cx="1072197" cy="1072198"/>
          </a:xfrm>
          <a:prstGeom prst="ellipse">
            <a:avLst/>
          </a:prstGeom>
          <a:solidFill>
            <a:srgbClr val="333353"/>
          </a:solidFill>
          <a:ln>
            <a:noFill/>
          </a:ln>
        </p:spPr>
        <p:txBody>
          <a:bodyPr vert="horz" wrap="square" lIns="0" tIns="0" rIns="0" bIns="0" numCol="1" anchor="ctr" anchorCtr="0" compatLnSpc="1">
            <a:prstTxWarp prst="textNoShape">
              <a:avLst/>
            </a:prstTxWarp>
          </a:bodyPr>
          <a:lstStyle/>
          <a:p>
            <a:pPr algn="ctr">
              <a:spcBef>
                <a:spcPts val="0"/>
              </a:spcBef>
            </a:pPr>
            <a:endParaRPr lang="en-US" b="1"/>
          </a:p>
        </p:txBody>
      </p:sp>
      <p:sp>
        <p:nvSpPr>
          <p:cNvPr id="23" name="Arc 18">
            <a:extLst>
              <a:ext uri="{FF2B5EF4-FFF2-40B4-BE49-F238E27FC236}">
                <a16:creationId xmlns:a16="http://schemas.microsoft.com/office/drawing/2014/main" id="{0096ED2E-A55A-AC20-76E0-4DEEAFA52744}"/>
              </a:ext>
            </a:extLst>
          </p:cNvPr>
          <p:cNvSpPr>
            <a:spLocks/>
          </p:cNvSpPr>
          <p:nvPr/>
        </p:nvSpPr>
        <p:spPr bwMode="auto">
          <a:xfrm>
            <a:off x="4458327" y="2975401"/>
            <a:ext cx="1929955" cy="1929956"/>
          </a:xfrm>
          <a:prstGeom prst="arc">
            <a:avLst>
              <a:gd name="adj1" fmla="val 10765294"/>
              <a:gd name="adj2" fmla="val 81960"/>
            </a:avLst>
          </a:prstGeom>
          <a:noFill/>
          <a:ln w="38100" cap="flat" cmpd="sng" algn="ctr">
            <a:gradFill>
              <a:gsLst>
                <a:gs pos="0">
                  <a:srgbClr val="00E6DC"/>
                </a:gs>
                <a:gs pos="100000">
                  <a:srgbClr val="00FFB9"/>
                </a:gs>
              </a:gsLst>
              <a:lin ang="5400000" scaled="1"/>
            </a:gradFill>
            <a:prstDash val="solid"/>
            <a:round/>
            <a:headEnd type="none" w="lg" len="lg"/>
            <a:tailEnd type="triangle" w="lg" len="lg"/>
          </a:ln>
          <a:effectLst/>
        </p:spPr>
        <p:txBody>
          <a:bodyPr rtlCol="0" anchor="ctr"/>
          <a:lstStyle/>
          <a:p>
            <a:pPr algn="ctr"/>
            <a:endParaRPr lang="en-US"/>
          </a:p>
        </p:txBody>
      </p:sp>
      <p:sp>
        <p:nvSpPr>
          <p:cNvPr id="25" name="TextBox 24">
            <a:extLst>
              <a:ext uri="{FF2B5EF4-FFF2-40B4-BE49-F238E27FC236}">
                <a16:creationId xmlns:a16="http://schemas.microsoft.com/office/drawing/2014/main" id="{D769AF3A-1BE7-B9A9-A162-9D5F7E0DAD23}"/>
              </a:ext>
            </a:extLst>
          </p:cNvPr>
          <p:cNvSpPr txBox="1">
            <a:spLocks/>
          </p:cNvSpPr>
          <p:nvPr/>
        </p:nvSpPr>
        <p:spPr>
          <a:xfrm>
            <a:off x="2142572" y="1860462"/>
            <a:ext cx="1242711" cy="769441"/>
          </a:xfrm>
          <a:prstGeom prst="rect">
            <a:avLst/>
          </a:prstGeom>
          <a:noFill/>
        </p:spPr>
        <p:txBody>
          <a:bodyPr wrap="none" lIns="0" tIns="0" rIns="0" bIns="0" rtlCol="0">
            <a:spAutoFit/>
          </a:bodyPr>
          <a:lstStyle/>
          <a:p>
            <a:pPr algn="ctr"/>
            <a:r>
              <a:rPr lang="en-US">
                <a:solidFill>
                  <a:schemeClr val="accent1"/>
                </a:solidFill>
              </a:rPr>
              <a:t>Phase 1</a:t>
            </a:r>
          </a:p>
          <a:p>
            <a:pPr algn="ctr"/>
            <a:r>
              <a:rPr lang="en-US" altLang="de-DE" sz="1600" b="1">
                <a:solidFill>
                  <a:srgbClr val="00E6DC"/>
                </a:solidFill>
                <a:ea typeface="Arial Unicode MS"/>
              </a:rPr>
              <a:t>SRE DE ARE</a:t>
            </a:r>
            <a:br>
              <a:rPr lang="en-US" altLang="de-DE" sz="1600" b="1">
                <a:solidFill>
                  <a:srgbClr val="00E6DC"/>
                </a:solidFill>
                <a:ea typeface="Arial Unicode MS"/>
              </a:rPr>
            </a:br>
            <a:r>
              <a:rPr lang="en-US" altLang="de-DE" sz="1600" b="1">
                <a:solidFill>
                  <a:srgbClr val="00E6DC"/>
                </a:solidFill>
                <a:ea typeface="Arial Unicode MS"/>
              </a:rPr>
              <a:t>426Q / 3003</a:t>
            </a:r>
          </a:p>
        </p:txBody>
      </p:sp>
      <p:sp>
        <p:nvSpPr>
          <p:cNvPr id="26" name="TextBox 25">
            <a:extLst>
              <a:ext uri="{FF2B5EF4-FFF2-40B4-BE49-F238E27FC236}">
                <a16:creationId xmlns:a16="http://schemas.microsoft.com/office/drawing/2014/main" id="{D8384F82-8D90-1239-1236-07DFF081F3DE}"/>
              </a:ext>
            </a:extLst>
          </p:cNvPr>
          <p:cNvSpPr txBox="1">
            <a:spLocks/>
          </p:cNvSpPr>
          <p:nvPr/>
        </p:nvSpPr>
        <p:spPr>
          <a:xfrm>
            <a:off x="4028346" y="1860462"/>
            <a:ext cx="2924647" cy="1261884"/>
          </a:xfrm>
          <a:prstGeom prst="rect">
            <a:avLst/>
          </a:prstGeom>
          <a:noFill/>
        </p:spPr>
        <p:txBody>
          <a:bodyPr wrap="none" lIns="0" tIns="0" rIns="0" bIns="0" rtlCol="0">
            <a:spAutoFit/>
          </a:bodyPr>
          <a:lstStyle/>
          <a:p>
            <a:pPr algn="ctr"/>
            <a:r>
              <a:rPr lang="en-US" dirty="0">
                <a:solidFill>
                  <a:schemeClr val="accent1"/>
                </a:solidFill>
              </a:rPr>
              <a:t>Phase 2</a:t>
            </a:r>
          </a:p>
          <a:p>
            <a:pPr algn="ctr"/>
            <a:r>
              <a:rPr lang="en-US" altLang="de-DE" sz="1600" b="1" dirty="0">
                <a:solidFill>
                  <a:srgbClr val="00E6DC"/>
                </a:solidFill>
                <a:highlight>
                  <a:srgbClr val="FFFF00"/>
                </a:highlight>
                <a:ea typeface="Arial Unicode MS"/>
                <a:cs typeface="Arial" pitchFamily="34" charset="0"/>
              </a:rPr>
              <a:t>15 SRE DE ARE, SIMEA S.R.L.</a:t>
            </a:r>
            <a:br>
              <a:rPr lang="en-US" altLang="de-DE" sz="1600" b="1" dirty="0">
                <a:solidFill>
                  <a:srgbClr val="00E6DC"/>
                </a:solidFill>
                <a:highlight>
                  <a:srgbClr val="FFFF00"/>
                </a:highlight>
                <a:ea typeface="Arial Unicode MS"/>
                <a:cs typeface="Arial" pitchFamily="34" charset="0"/>
              </a:rPr>
            </a:br>
            <a:r>
              <a:rPr lang="en-US" altLang="de-DE" sz="1600" b="1" dirty="0">
                <a:solidFill>
                  <a:srgbClr val="00E6DC"/>
                </a:solidFill>
                <a:highlight>
                  <a:srgbClr val="FFFF00"/>
                </a:highlight>
                <a:ea typeface="Arial Unicode MS"/>
                <a:cs typeface="Arial" pitchFamily="34" charset="0"/>
              </a:rPr>
              <a:t>Sibiu, S' Tec. Serv. Pvt Ltd.,</a:t>
            </a:r>
            <a:br>
              <a:rPr lang="en-US" altLang="de-DE" sz="1600" b="1" dirty="0">
                <a:solidFill>
                  <a:srgbClr val="00E6DC"/>
                </a:solidFill>
                <a:highlight>
                  <a:srgbClr val="FFFF00"/>
                </a:highlight>
                <a:ea typeface="Arial Unicode MS"/>
                <a:cs typeface="Arial" pitchFamily="34" charset="0"/>
              </a:rPr>
            </a:br>
            <a:r>
              <a:rPr lang="en-US" altLang="de-DE" sz="1600" b="1" dirty="0">
                <a:solidFill>
                  <a:srgbClr val="00E6DC"/>
                </a:solidFill>
                <a:highlight>
                  <a:srgbClr val="FFFF00"/>
                </a:highlight>
                <a:ea typeface="Arial Unicode MS"/>
                <a:cs typeface="Arial" pitchFamily="34" charset="0"/>
              </a:rPr>
              <a:t>(SMO DK, RC CH)</a:t>
            </a:r>
            <a:br>
              <a:rPr lang="en-US" altLang="de-DE" sz="1600" b="1" dirty="0">
                <a:solidFill>
                  <a:srgbClr val="00E6DC"/>
                </a:solidFill>
                <a:ea typeface="Arial Unicode MS"/>
                <a:cs typeface="Arial" pitchFamily="34" charset="0"/>
              </a:rPr>
            </a:br>
            <a:endParaRPr lang="en-US" altLang="de-DE" sz="1600" b="1" dirty="0">
              <a:solidFill>
                <a:srgbClr val="00E6DC"/>
              </a:solidFill>
              <a:ea typeface="Arial Unicode MS"/>
              <a:cs typeface="Arial" pitchFamily="34" charset="0"/>
            </a:endParaRPr>
          </a:p>
        </p:txBody>
      </p:sp>
      <p:sp>
        <p:nvSpPr>
          <p:cNvPr id="28" name="TextBox 62">
            <a:extLst>
              <a:ext uri="{FF2B5EF4-FFF2-40B4-BE49-F238E27FC236}">
                <a16:creationId xmlns:a16="http://schemas.microsoft.com/office/drawing/2014/main" id="{90F70796-9C48-8835-F179-4F369E193FD7}"/>
              </a:ext>
            </a:extLst>
          </p:cNvPr>
          <p:cNvSpPr txBox="1">
            <a:spLocks/>
          </p:cNvSpPr>
          <p:nvPr/>
        </p:nvSpPr>
        <p:spPr>
          <a:xfrm>
            <a:off x="2063412" y="5294841"/>
            <a:ext cx="1401025" cy="738664"/>
          </a:xfrm>
          <a:prstGeom prst="rect">
            <a:avLst/>
          </a:prstGeom>
          <a:noFill/>
        </p:spPr>
        <p:txBody>
          <a:bodyPr wrap="none" lIns="0" tIns="0" rIns="0" bIns="0" rtlCol="0">
            <a:spAutoFit/>
          </a:bodyPr>
          <a:lstStyle/>
          <a:p>
            <a:pPr algn="ctr"/>
            <a:r>
              <a:rPr lang="en-US" sz="1600">
                <a:solidFill>
                  <a:schemeClr val="accent1"/>
                </a:solidFill>
              </a:rPr>
              <a:t>FY2025</a:t>
            </a:r>
          </a:p>
          <a:p>
            <a:pPr algn="ctr"/>
            <a:r>
              <a:rPr lang="en-US" sz="1600">
                <a:solidFill>
                  <a:schemeClr val="accent1"/>
                </a:solidFill>
              </a:rPr>
              <a:t>05/2025</a:t>
            </a:r>
          </a:p>
          <a:p>
            <a:pPr algn="ctr"/>
            <a:r>
              <a:rPr lang="en-US" sz="1600">
                <a:solidFill>
                  <a:schemeClr val="accent1"/>
                </a:solidFill>
              </a:rPr>
              <a:t>(Release 1410)</a:t>
            </a:r>
          </a:p>
        </p:txBody>
      </p:sp>
      <p:sp>
        <p:nvSpPr>
          <p:cNvPr id="29" name="TextBox 63">
            <a:extLst>
              <a:ext uri="{FF2B5EF4-FFF2-40B4-BE49-F238E27FC236}">
                <a16:creationId xmlns:a16="http://schemas.microsoft.com/office/drawing/2014/main" id="{51656796-F04B-A83E-474C-CF41D374A6BA}"/>
              </a:ext>
            </a:extLst>
          </p:cNvPr>
          <p:cNvSpPr txBox="1">
            <a:spLocks/>
          </p:cNvSpPr>
          <p:nvPr/>
        </p:nvSpPr>
        <p:spPr>
          <a:xfrm>
            <a:off x="7407399" y="1860462"/>
            <a:ext cx="1641475" cy="523220"/>
          </a:xfrm>
          <a:prstGeom prst="rect">
            <a:avLst/>
          </a:prstGeom>
          <a:noFill/>
        </p:spPr>
        <p:txBody>
          <a:bodyPr wrap="none" lIns="0" tIns="0" rIns="0" bIns="0" rtlCol="0">
            <a:spAutoFit/>
          </a:bodyPr>
          <a:lstStyle/>
          <a:p>
            <a:pPr algn="ctr"/>
            <a:r>
              <a:rPr lang="en-US">
                <a:solidFill>
                  <a:schemeClr val="accent1"/>
                </a:solidFill>
              </a:rPr>
              <a:t>Phase 3</a:t>
            </a:r>
          </a:p>
          <a:p>
            <a:pPr algn="ctr">
              <a:spcBef>
                <a:spcPts val="0"/>
              </a:spcBef>
              <a:tabLst>
                <a:tab pos="1255713" algn="r"/>
              </a:tabLst>
              <a:defRPr/>
            </a:pPr>
            <a:r>
              <a:rPr lang="en-US" altLang="de-DE" sz="1600" b="1">
                <a:solidFill>
                  <a:srgbClr val="00E6DC"/>
                </a:solidFill>
                <a:ea typeface="Arial Unicode MS"/>
                <a:cs typeface="Arial" pitchFamily="34" charset="0"/>
              </a:rPr>
              <a:t>Increments FY26</a:t>
            </a:r>
          </a:p>
        </p:txBody>
      </p:sp>
      <p:sp>
        <p:nvSpPr>
          <p:cNvPr id="30" name="TextBox 62">
            <a:extLst>
              <a:ext uri="{FF2B5EF4-FFF2-40B4-BE49-F238E27FC236}">
                <a16:creationId xmlns:a16="http://schemas.microsoft.com/office/drawing/2014/main" id="{0413C922-53CA-7843-0107-EF4CBAEAA8CA}"/>
              </a:ext>
            </a:extLst>
          </p:cNvPr>
          <p:cNvSpPr txBox="1">
            <a:spLocks/>
          </p:cNvSpPr>
          <p:nvPr/>
        </p:nvSpPr>
        <p:spPr>
          <a:xfrm>
            <a:off x="7468990" y="5294841"/>
            <a:ext cx="1332095" cy="738664"/>
          </a:xfrm>
          <a:prstGeom prst="rect">
            <a:avLst/>
          </a:prstGeom>
          <a:noFill/>
        </p:spPr>
        <p:txBody>
          <a:bodyPr wrap="none" lIns="0" tIns="0" rIns="0" bIns="0" rtlCol="0">
            <a:spAutoFit/>
          </a:bodyPr>
          <a:lstStyle/>
          <a:p>
            <a:pPr algn="ctr"/>
            <a:r>
              <a:rPr lang="en-US" sz="1600">
                <a:solidFill>
                  <a:schemeClr val="accent1"/>
                </a:solidFill>
              </a:rPr>
              <a:t>FY2026ff</a:t>
            </a:r>
            <a:br>
              <a:rPr lang="en-US" sz="1600">
                <a:solidFill>
                  <a:schemeClr val="accent1"/>
                </a:solidFill>
              </a:rPr>
            </a:br>
            <a:r>
              <a:rPr lang="en-US" sz="1600">
                <a:solidFill>
                  <a:schemeClr val="accent1"/>
                </a:solidFill>
              </a:rPr>
              <a:t>(Release 1510</a:t>
            </a:r>
            <a:br>
              <a:rPr lang="en-US" sz="1600">
                <a:solidFill>
                  <a:schemeClr val="accent1"/>
                </a:solidFill>
              </a:rPr>
            </a:br>
            <a:r>
              <a:rPr lang="en-US" sz="1600">
                <a:solidFill>
                  <a:schemeClr val="accent1"/>
                </a:solidFill>
              </a:rPr>
              <a:t>and beyond)</a:t>
            </a:r>
          </a:p>
        </p:txBody>
      </p:sp>
      <p:sp>
        <p:nvSpPr>
          <p:cNvPr id="32" name="TextBox 62">
            <a:extLst>
              <a:ext uri="{FF2B5EF4-FFF2-40B4-BE49-F238E27FC236}">
                <a16:creationId xmlns:a16="http://schemas.microsoft.com/office/drawing/2014/main" id="{1858E550-C402-30B7-ECBD-AD5CC41FB36F}"/>
              </a:ext>
            </a:extLst>
          </p:cNvPr>
          <p:cNvSpPr txBox="1">
            <a:spLocks/>
          </p:cNvSpPr>
          <p:nvPr/>
        </p:nvSpPr>
        <p:spPr>
          <a:xfrm>
            <a:off x="4695754" y="5294841"/>
            <a:ext cx="1401026" cy="738664"/>
          </a:xfrm>
          <a:prstGeom prst="rect">
            <a:avLst/>
          </a:prstGeom>
          <a:noFill/>
        </p:spPr>
        <p:txBody>
          <a:bodyPr wrap="none" lIns="0" tIns="0" rIns="0" bIns="0" rtlCol="0">
            <a:spAutoFit/>
          </a:bodyPr>
          <a:lstStyle/>
          <a:p>
            <a:pPr algn="ctr"/>
            <a:r>
              <a:rPr lang="en-US" sz="1600">
                <a:solidFill>
                  <a:schemeClr val="accent1"/>
                </a:solidFill>
              </a:rPr>
              <a:t>FY2026</a:t>
            </a:r>
          </a:p>
          <a:p>
            <a:pPr algn="ctr"/>
            <a:r>
              <a:rPr lang="en-US" sz="1600">
                <a:solidFill>
                  <a:schemeClr val="accent1"/>
                </a:solidFill>
              </a:rPr>
              <a:t>10/2025</a:t>
            </a:r>
          </a:p>
          <a:p>
            <a:pPr algn="ctr"/>
            <a:r>
              <a:rPr lang="en-US" sz="1600">
                <a:solidFill>
                  <a:schemeClr val="accent1"/>
                </a:solidFill>
              </a:rPr>
              <a:t>(Release 1420)</a:t>
            </a:r>
          </a:p>
        </p:txBody>
      </p:sp>
      <p:sp>
        <p:nvSpPr>
          <p:cNvPr id="19" name="Freeform: Shape 7">
            <a:extLst>
              <a:ext uri="{FF2B5EF4-FFF2-40B4-BE49-F238E27FC236}">
                <a16:creationId xmlns:a16="http://schemas.microsoft.com/office/drawing/2014/main" id="{517C6675-6FF2-A457-0B89-F186D4756C09}"/>
              </a:ext>
            </a:extLst>
          </p:cNvPr>
          <p:cNvSpPr/>
          <p:nvPr/>
        </p:nvSpPr>
        <p:spPr>
          <a:xfrm>
            <a:off x="7828275" y="3695115"/>
            <a:ext cx="555684" cy="491870"/>
          </a:xfrm>
          <a:custGeom>
            <a:avLst/>
            <a:gdLst>
              <a:gd name="connsiteX0" fmla="*/ 318109 w 509735"/>
              <a:gd name="connsiteY0" fmla="*/ 164450 h 451198"/>
              <a:gd name="connsiteX1" fmla="*/ 296394 w 509735"/>
              <a:gd name="connsiteY1" fmla="*/ 176986 h 451198"/>
              <a:gd name="connsiteX2" fmla="*/ 276204 w 509735"/>
              <a:gd name="connsiteY2" fmla="*/ 165327 h 451198"/>
              <a:gd name="connsiteX3" fmla="*/ 276204 w 509735"/>
              <a:gd name="connsiteY3" fmla="*/ 140256 h 451198"/>
              <a:gd name="connsiteX4" fmla="*/ 233532 w 509735"/>
              <a:gd name="connsiteY4" fmla="*/ 140256 h 451198"/>
              <a:gd name="connsiteX5" fmla="*/ 233532 w 509735"/>
              <a:gd name="connsiteY5" fmla="*/ 165327 h 451198"/>
              <a:gd name="connsiteX6" fmla="*/ 213342 w 509735"/>
              <a:gd name="connsiteY6" fmla="*/ 176986 h 451198"/>
              <a:gd name="connsiteX7" fmla="*/ 191628 w 509735"/>
              <a:gd name="connsiteY7" fmla="*/ 164450 h 451198"/>
              <a:gd name="connsiteX8" fmla="*/ 170292 w 509735"/>
              <a:gd name="connsiteY8" fmla="*/ 201405 h 451198"/>
              <a:gd name="connsiteX9" fmla="*/ 191978 w 509735"/>
              <a:gd name="connsiteY9" fmla="*/ 213926 h 451198"/>
              <a:gd name="connsiteX10" fmla="*/ 190860 w 509735"/>
              <a:gd name="connsiteY10" fmla="*/ 225600 h 451198"/>
              <a:gd name="connsiteX11" fmla="*/ 191978 w 509735"/>
              <a:gd name="connsiteY11" fmla="*/ 237273 h 451198"/>
              <a:gd name="connsiteX12" fmla="*/ 170292 w 509735"/>
              <a:gd name="connsiteY12" fmla="*/ 249794 h 451198"/>
              <a:gd name="connsiteX13" fmla="*/ 191628 w 509735"/>
              <a:gd name="connsiteY13" fmla="*/ 286750 h 451198"/>
              <a:gd name="connsiteX14" fmla="*/ 213342 w 509735"/>
              <a:gd name="connsiteY14" fmla="*/ 274213 h 451198"/>
              <a:gd name="connsiteX15" fmla="*/ 233532 w 509735"/>
              <a:gd name="connsiteY15" fmla="*/ 285873 h 451198"/>
              <a:gd name="connsiteX16" fmla="*/ 233532 w 509735"/>
              <a:gd name="connsiteY16" fmla="*/ 310944 h 451198"/>
              <a:gd name="connsiteX17" fmla="*/ 276204 w 509735"/>
              <a:gd name="connsiteY17" fmla="*/ 310944 h 451198"/>
              <a:gd name="connsiteX18" fmla="*/ 276204 w 509735"/>
              <a:gd name="connsiteY18" fmla="*/ 285873 h 451198"/>
              <a:gd name="connsiteX19" fmla="*/ 296394 w 509735"/>
              <a:gd name="connsiteY19" fmla="*/ 274213 h 451198"/>
              <a:gd name="connsiteX20" fmla="*/ 318109 w 509735"/>
              <a:gd name="connsiteY20" fmla="*/ 286750 h 451198"/>
              <a:gd name="connsiteX21" fmla="*/ 339445 w 509735"/>
              <a:gd name="connsiteY21" fmla="*/ 249794 h 451198"/>
              <a:gd name="connsiteX22" fmla="*/ 317758 w 509735"/>
              <a:gd name="connsiteY22" fmla="*/ 237273 h 451198"/>
              <a:gd name="connsiteX23" fmla="*/ 318876 w 509735"/>
              <a:gd name="connsiteY23" fmla="*/ 225600 h 451198"/>
              <a:gd name="connsiteX24" fmla="*/ 317758 w 509735"/>
              <a:gd name="connsiteY24" fmla="*/ 213926 h 451198"/>
              <a:gd name="connsiteX25" fmla="*/ 339445 w 509735"/>
              <a:gd name="connsiteY25" fmla="*/ 201405 h 451198"/>
              <a:gd name="connsiteX26" fmla="*/ 318109 w 509735"/>
              <a:gd name="connsiteY26" fmla="*/ 164450 h 451198"/>
              <a:gd name="connsiteX27" fmla="*/ 254868 w 509735"/>
              <a:gd name="connsiteY27" fmla="*/ 262176 h 451198"/>
              <a:gd name="connsiteX28" fmla="*/ 218292 w 509735"/>
              <a:gd name="connsiteY28" fmla="*/ 225600 h 451198"/>
              <a:gd name="connsiteX29" fmla="*/ 254868 w 509735"/>
              <a:gd name="connsiteY29" fmla="*/ 189024 h 451198"/>
              <a:gd name="connsiteX30" fmla="*/ 291444 w 509735"/>
              <a:gd name="connsiteY30" fmla="*/ 225600 h 451198"/>
              <a:gd name="connsiteX31" fmla="*/ 254868 w 509735"/>
              <a:gd name="connsiteY31" fmla="*/ 262176 h 451198"/>
              <a:gd name="connsiteX32" fmla="*/ 303248 w 509735"/>
              <a:gd name="connsiteY32" fmla="*/ 401963 h 451198"/>
              <a:gd name="connsiteX33" fmla="*/ 314537 w 509735"/>
              <a:gd name="connsiteY33" fmla="*/ 443117 h 451198"/>
              <a:gd name="connsiteX34" fmla="*/ 303071 w 509735"/>
              <a:gd name="connsiteY34" fmla="*/ 445940 h 451198"/>
              <a:gd name="connsiteX35" fmla="*/ 34527 w 509735"/>
              <a:gd name="connsiteY35" fmla="*/ 273802 h 451198"/>
              <a:gd name="connsiteX36" fmla="*/ 55950 w 509735"/>
              <a:gd name="connsiteY36" fmla="*/ 119667 h 451198"/>
              <a:gd name="connsiteX37" fmla="*/ 6570 w 509735"/>
              <a:gd name="connsiteY37" fmla="*/ 127972 h 451198"/>
              <a:gd name="connsiteX38" fmla="*/ 0 w 509735"/>
              <a:gd name="connsiteY38" fmla="*/ 88894 h 451198"/>
              <a:gd name="connsiteX39" fmla="*/ 114055 w 509735"/>
              <a:gd name="connsiteY39" fmla="*/ 69715 h 451198"/>
              <a:gd name="connsiteX40" fmla="*/ 150394 w 509735"/>
              <a:gd name="connsiteY40" fmla="*/ 179547 h 451198"/>
              <a:gd name="connsiteX41" fmla="*/ 112772 w 509735"/>
              <a:gd name="connsiteY41" fmla="*/ 191993 h 451198"/>
              <a:gd name="connsiteX42" fmla="*/ 94765 w 509735"/>
              <a:gd name="connsiteY42" fmla="*/ 137564 h 451198"/>
              <a:gd name="connsiteX43" fmla="*/ 76213 w 509735"/>
              <a:gd name="connsiteY43" fmla="*/ 264683 h 451198"/>
              <a:gd name="connsiteX44" fmla="*/ 293952 w 509735"/>
              <a:gd name="connsiteY44" fmla="*/ 404255 h 451198"/>
              <a:gd name="connsiteX45" fmla="*/ 303248 w 509735"/>
              <a:gd name="connsiteY45" fmla="*/ 401963 h 451198"/>
              <a:gd name="connsiteX46" fmla="*/ 509736 w 509735"/>
              <a:gd name="connsiteY46" fmla="*/ 362305 h 451198"/>
              <a:gd name="connsiteX47" fmla="*/ 395682 w 509735"/>
              <a:gd name="connsiteY47" fmla="*/ 381487 h 451198"/>
              <a:gd name="connsiteX48" fmla="*/ 359343 w 509735"/>
              <a:gd name="connsiteY48" fmla="*/ 271652 h 451198"/>
              <a:gd name="connsiteX49" fmla="*/ 396965 w 509735"/>
              <a:gd name="connsiteY49" fmla="*/ 259206 h 451198"/>
              <a:gd name="connsiteX50" fmla="*/ 415004 w 509735"/>
              <a:gd name="connsiteY50" fmla="*/ 313737 h 451198"/>
              <a:gd name="connsiteX51" fmla="*/ 433524 w 509735"/>
              <a:gd name="connsiteY51" fmla="*/ 186516 h 451198"/>
              <a:gd name="connsiteX52" fmla="*/ 215785 w 509735"/>
              <a:gd name="connsiteY52" fmla="*/ 46945 h 451198"/>
              <a:gd name="connsiteX53" fmla="*/ 206489 w 509735"/>
              <a:gd name="connsiteY53" fmla="*/ 49236 h 451198"/>
              <a:gd name="connsiteX54" fmla="*/ 195200 w 509735"/>
              <a:gd name="connsiteY54" fmla="*/ 8083 h 451198"/>
              <a:gd name="connsiteX55" fmla="*/ 206666 w 509735"/>
              <a:gd name="connsiteY55" fmla="*/ 5259 h 451198"/>
              <a:gd name="connsiteX56" fmla="*/ 475208 w 509735"/>
              <a:gd name="connsiteY56" fmla="*/ 177397 h 451198"/>
              <a:gd name="connsiteX57" fmla="*/ 453848 w 509735"/>
              <a:gd name="connsiteY57" fmla="*/ 331522 h 451198"/>
              <a:gd name="connsiteX58" fmla="*/ 503164 w 509735"/>
              <a:gd name="connsiteY58" fmla="*/ 323228 h 451198"/>
              <a:gd name="connsiteX59" fmla="*/ 509736 w 509735"/>
              <a:gd name="connsiteY59" fmla="*/ 362305 h 451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09735" h="451198">
                <a:moveTo>
                  <a:pt x="318109" y="164450"/>
                </a:moveTo>
                <a:lnTo>
                  <a:pt x="296394" y="176986"/>
                </a:lnTo>
                <a:cubicBezTo>
                  <a:pt x="290495" y="171938"/>
                  <a:pt x="283663" y="167976"/>
                  <a:pt x="276204" y="165327"/>
                </a:cubicBezTo>
                <a:lnTo>
                  <a:pt x="276204" y="140256"/>
                </a:lnTo>
                <a:lnTo>
                  <a:pt x="233532" y="140256"/>
                </a:lnTo>
                <a:lnTo>
                  <a:pt x="233532" y="165327"/>
                </a:lnTo>
                <a:cubicBezTo>
                  <a:pt x="226073" y="167976"/>
                  <a:pt x="219242" y="171938"/>
                  <a:pt x="213342" y="176986"/>
                </a:cubicBezTo>
                <a:lnTo>
                  <a:pt x="191628" y="164450"/>
                </a:lnTo>
                <a:lnTo>
                  <a:pt x="170292" y="201405"/>
                </a:lnTo>
                <a:lnTo>
                  <a:pt x="191978" y="213926"/>
                </a:lnTo>
                <a:cubicBezTo>
                  <a:pt x="191277" y="217717"/>
                  <a:pt x="190860" y="221610"/>
                  <a:pt x="190860" y="225600"/>
                </a:cubicBezTo>
                <a:cubicBezTo>
                  <a:pt x="190860" y="229590"/>
                  <a:pt x="191277" y="233482"/>
                  <a:pt x="191978" y="237273"/>
                </a:cubicBezTo>
                <a:lnTo>
                  <a:pt x="170292" y="249794"/>
                </a:lnTo>
                <a:lnTo>
                  <a:pt x="191628" y="286750"/>
                </a:lnTo>
                <a:lnTo>
                  <a:pt x="213342" y="274213"/>
                </a:lnTo>
                <a:cubicBezTo>
                  <a:pt x="219242" y="279261"/>
                  <a:pt x="226073" y="283223"/>
                  <a:pt x="233532" y="285873"/>
                </a:cubicBezTo>
                <a:lnTo>
                  <a:pt x="233532" y="310944"/>
                </a:lnTo>
                <a:lnTo>
                  <a:pt x="276204" y="310944"/>
                </a:lnTo>
                <a:lnTo>
                  <a:pt x="276204" y="285873"/>
                </a:lnTo>
                <a:cubicBezTo>
                  <a:pt x="283663" y="283223"/>
                  <a:pt x="290495" y="279261"/>
                  <a:pt x="296394" y="274213"/>
                </a:cubicBezTo>
                <a:lnTo>
                  <a:pt x="318109" y="286750"/>
                </a:lnTo>
                <a:lnTo>
                  <a:pt x="339445" y="249794"/>
                </a:lnTo>
                <a:lnTo>
                  <a:pt x="317758" y="237273"/>
                </a:lnTo>
                <a:cubicBezTo>
                  <a:pt x="318463" y="233482"/>
                  <a:pt x="318876" y="229590"/>
                  <a:pt x="318876" y="225600"/>
                </a:cubicBezTo>
                <a:cubicBezTo>
                  <a:pt x="318876" y="221610"/>
                  <a:pt x="318463" y="217717"/>
                  <a:pt x="317758" y="213926"/>
                </a:cubicBezTo>
                <a:lnTo>
                  <a:pt x="339445" y="201405"/>
                </a:lnTo>
                <a:lnTo>
                  <a:pt x="318109" y="164450"/>
                </a:lnTo>
                <a:close/>
                <a:moveTo>
                  <a:pt x="254868" y="262176"/>
                </a:moveTo>
                <a:cubicBezTo>
                  <a:pt x="234702" y="262176"/>
                  <a:pt x="218292" y="245768"/>
                  <a:pt x="218292" y="225600"/>
                </a:cubicBezTo>
                <a:cubicBezTo>
                  <a:pt x="218292" y="205432"/>
                  <a:pt x="234702" y="189024"/>
                  <a:pt x="254868" y="189024"/>
                </a:cubicBezTo>
                <a:cubicBezTo>
                  <a:pt x="275035" y="189024"/>
                  <a:pt x="291444" y="205431"/>
                  <a:pt x="291444" y="225600"/>
                </a:cubicBezTo>
                <a:cubicBezTo>
                  <a:pt x="291444" y="245768"/>
                  <a:pt x="275035" y="262176"/>
                  <a:pt x="254868" y="262176"/>
                </a:cubicBezTo>
                <a:close/>
                <a:moveTo>
                  <a:pt x="303248" y="401963"/>
                </a:moveTo>
                <a:lnTo>
                  <a:pt x="314537" y="443117"/>
                </a:lnTo>
                <a:cubicBezTo>
                  <a:pt x="310761" y="444147"/>
                  <a:pt x="306940" y="445092"/>
                  <a:pt x="303071" y="445940"/>
                </a:cubicBezTo>
                <a:cubicBezTo>
                  <a:pt x="181380" y="472561"/>
                  <a:pt x="61149" y="395495"/>
                  <a:pt x="34527" y="273802"/>
                </a:cubicBezTo>
                <a:cubicBezTo>
                  <a:pt x="22614" y="219345"/>
                  <a:pt x="31604" y="165266"/>
                  <a:pt x="55950" y="119667"/>
                </a:cubicBezTo>
                <a:lnTo>
                  <a:pt x="6570" y="127972"/>
                </a:lnTo>
                <a:lnTo>
                  <a:pt x="0" y="88894"/>
                </a:lnTo>
                <a:lnTo>
                  <a:pt x="114055" y="69715"/>
                </a:lnTo>
                <a:lnTo>
                  <a:pt x="150394" y="179547"/>
                </a:lnTo>
                <a:lnTo>
                  <a:pt x="112772" y="191993"/>
                </a:lnTo>
                <a:lnTo>
                  <a:pt x="94765" y="137564"/>
                </a:lnTo>
                <a:cubicBezTo>
                  <a:pt x="74137" y="175008"/>
                  <a:pt x="66381" y="219738"/>
                  <a:pt x="76213" y="264683"/>
                </a:cubicBezTo>
                <a:cubicBezTo>
                  <a:pt x="97764" y="363194"/>
                  <a:pt x="195441" y="425805"/>
                  <a:pt x="293952" y="404255"/>
                </a:cubicBezTo>
                <a:cubicBezTo>
                  <a:pt x="297088" y="403566"/>
                  <a:pt x="300186" y="402798"/>
                  <a:pt x="303248" y="401963"/>
                </a:cubicBezTo>
                <a:close/>
                <a:moveTo>
                  <a:pt x="509736" y="362305"/>
                </a:moveTo>
                <a:lnTo>
                  <a:pt x="395682" y="381487"/>
                </a:lnTo>
                <a:lnTo>
                  <a:pt x="359343" y="271652"/>
                </a:lnTo>
                <a:lnTo>
                  <a:pt x="396965" y="259206"/>
                </a:lnTo>
                <a:lnTo>
                  <a:pt x="415004" y="313737"/>
                </a:lnTo>
                <a:cubicBezTo>
                  <a:pt x="435657" y="276278"/>
                  <a:pt x="443363" y="231486"/>
                  <a:pt x="433524" y="186516"/>
                </a:cubicBezTo>
                <a:cubicBezTo>
                  <a:pt x="411974" y="88006"/>
                  <a:pt x="314296" y="25394"/>
                  <a:pt x="215785" y="46945"/>
                </a:cubicBezTo>
                <a:cubicBezTo>
                  <a:pt x="212649" y="47631"/>
                  <a:pt x="209551" y="48398"/>
                  <a:pt x="206489" y="49236"/>
                </a:cubicBezTo>
                <a:lnTo>
                  <a:pt x="195200" y="8083"/>
                </a:lnTo>
                <a:cubicBezTo>
                  <a:pt x="198976" y="7050"/>
                  <a:pt x="202797" y="6105"/>
                  <a:pt x="206666" y="5259"/>
                </a:cubicBezTo>
                <a:cubicBezTo>
                  <a:pt x="328357" y="-21363"/>
                  <a:pt x="448587" y="55706"/>
                  <a:pt x="475208" y="177397"/>
                </a:cubicBezTo>
                <a:cubicBezTo>
                  <a:pt x="487120" y="231841"/>
                  <a:pt x="478177" y="285930"/>
                  <a:pt x="453848" y="331522"/>
                </a:cubicBezTo>
                <a:lnTo>
                  <a:pt x="503164" y="323228"/>
                </a:lnTo>
                <a:lnTo>
                  <a:pt x="509736" y="362305"/>
                </a:lnTo>
                <a:close/>
              </a:path>
            </a:pathLst>
          </a:custGeom>
          <a:solidFill>
            <a:schemeClr val="tx1"/>
          </a:solidFill>
          <a:ln w="6096" cap="flat">
            <a:noFill/>
            <a:prstDash val="solid"/>
            <a:miter/>
          </a:ln>
        </p:spPr>
        <p:txBody>
          <a:bodyPr rtlCol="0" anchor="ctr"/>
          <a:lstStyle/>
          <a:p>
            <a:endParaRPr lang="en-US"/>
          </a:p>
        </p:txBody>
      </p:sp>
      <p:sp>
        <p:nvSpPr>
          <p:cNvPr id="33" name="Freeform: Shape 7">
            <a:extLst>
              <a:ext uri="{FF2B5EF4-FFF2-40B4-BE49-F238E27FC236}">
                <a16:creationId xmlns:a16="http://schemas.microsoft.com/office/drawing/2014/main" id="{1C297B27-301D-238F-F375-E1337459B0BA}"/>
              </a:ext>
            </a:extLst>
          </p:cNvPr>
          <p:cNvSpPr/>
          <p:nvPr/>
        </p:nvSpPr>
        <p:spPr>
          <a:xfrm>
            <a:off x="5162832" y="3702245"/>
            <a:ext cx="555684" cy="491870"/>
          </a:xfrm>
          <a:custGeom>
            <a:avLst/>
            <a:gdLst>
              <a:gd name="connsiteX0" fmla="*/ 318109 w 509735"/>
              <a:gd name="connsiteY0" fmla="*/ 164450 h 451198"/>
              <a:gd name="connsiteX1" fmla="*/ 296394 w 509735"/>
              <a:gd name="connsiteY1" fmla="*/ 176986 h 451198"/>
              <a:gd name="connsiteX2" fmla="*/ 276204 w 509735"/>
              <a:gd name="connsiteY2" fmla="*/ 165327 h 451198"/>
              <a:gd name="connsiteX3" fmla="*/ 276204 w 509735"/>
              <a:gd name="connsiteY3" fmla="*/ 140256 h 451198"/>
              <a:gd name="connsiteX4" fmla="*/ 233532 w 509735"/>
              <a:gd name="connsiteY4" fmla="*/ 140256 h 451198"/>
              <a:gd name="connsiteX5" fmla="*/ 233532 w 509735"/>
              <a:gd name="connsiteY5" fmla="*/ 165327 h 451198"/>
              <a:gd name="connsiteX6" fmla="*/ 213342 w 509735"/>
              <a:gd name="connsiteY6" fmla="*/ 176986 h 451198"/>
              <a:gd name="connsiteX7" fmla="*/ 191628 w 509735"/>
              <a:gd name="connsiteY7" fmla="*/ 164450 h 451198"/>
              <a:gd name="connsiteX8" fmla="*/ 170292 w 509735"/>
              <a:gd name="connsiteY8" fmla="*/ 201405 h 451198"/>
              <a:gd name="connsiteX9" fmla="*/ 191978 w 509735"/>
              <a:gd name="connsiteY9" fmla="*/ 213926 h 451198"/>
              <a:gd name="connsiteX10" fmla="*/ 190860 w 509735"/>
              <a:gd name="connsiteY10" fmla="*/ 225600 h 451198"/>
              <a:gd name="connsiteX11" fmla="*/ 191978 w 509735"/>
              <a:gd name="connsiteY11" fmla="*/ 237273 h 451198"/>
              <a:gd name="connsiteX12" fmla="*/ 170292 w 509735"/>
              <a:gd name="connsiteY12" fmla="*/ 249794 h 451198"/>
              <a:gd name="connsiteX13" fmla="*/ 191628 w 509735"/>
              <a:gd name="connsiteY13" fmla="*/ 286750 h 451198"/>
              <a:gd name="connsiteX14" fmla="*/ 213342 w 509735"/>
              <a:gd name="connsiteY14" fmla="*/ 274213 h 451198"/>
              <a:gd name="connsiteX15" fmla="*/ 233532 w 509735"/>
              <a:gd name="connsiteY15" fmla="*/ 285873 h 451198"/>
              <a:gd name="connsiteX16" fmla="*/ 233532 w 509735"/>
              <a:gd name="connsiteY16" fmla="*/ 310944 h 451198"/>
              <a:gd name="connsiteX17" fmla="*/ 276204 w 509735"/>
              <a:gd name="connsiteY17" fmla="*/ 310944 h 451198"/>
              <a:gd name="connsiteX18" fmla="*/ 276204 w 509735"/>
              <a:gd name="connsiteY18" fmla="*/ 285873 h 451198"/>
              <a:gd name="connsiteX19" fmla="*/ 296394 w 509735"/>
              <a:gd name="connsiteY19" fmla="*/ 274213 h 451198"/>
              <a:gd name="connsiteX20" fmla="*/ 318109 w 509735"/>
              <a:gd name="connsiteY20" fmla="*/ 286750 h 451198"/>
              <a:gd name="connsiteX21" fmla="*/ 339445 w 509735"/>
              <a:gd name="connsiteY21" fmla="*/ 249794 h 451198"/>
              <a:gd name="connsiteX22" fmla="*/ 317758 w 509735"/>
              <a:gd name="connsiteY22" fmla="*/ 237273 h 451198"/>
              <a:gd name="connsiteX23" fmla="*/ 318876 w 509735"/>
              <a:gd name="connsiteY23" fmla="*/ 225600 h 451198"/>
              <a:gd name="connsiteX24" fmla="*/ 317758 w 509735"/>
              <a:gd name="connsiteY24" fmla="*/ 213926 h 451198"/>
              <a:gd name="connsiteX25" fmla="*/ 339445 w 509735"/>
              <a:gd name="connsiteY25" fmla="*/ 201405 h 451198"/>
              <a:gd name="connsiteX26" fmla="*/ 318109 w 509735"/>
              <a:gd name="connsiteY26" fmla="*/ 164450 h 451198"/>
              <a:gd name="connsiteX27" fmla="*/ 254868 w 509735"/>
              <a:gd name="connsiteY27" fmla="*/ 262176 h 451198"/>
              <a:gd name="connsiteX28" fmla="*/ 218292 w 509735"/>
              <a:gd name="connsiteY28" fmla="*/ 225600 h 451198"/>
              <a:gd name="connsiteX29" fmla="*/ 254868 w 509735"/>
              <a:gd name="connsiteY29" fmla="*/ 189024 h 451198"/>
              <a:gd name="connsiteX30" fmla="*/ 291444 w 509735"/>
              <a:gd name="connsiteY30" fmla="*/ 225600 h 451198"/>
              <a:gd name="connsiteX31" fmla="*/ 254868 w 509735"/>
              <a:gd name="connsiteY31" fmla="*/ 262176 h 451198"/>
              <a:gd name="connsiteX32" fmla="*/ 303248 w 509735"/>
              <a:gd name="connsiteY32" fmla="*/ 401963 h 451198"/>
              <a:gd name="connsiteX33" fmla="*/ 314537 w 509735"/>
              <a:gd name="connsiteY33" fmla="*/ 443117 h 451198"/>
              <a:gd name="connsiteX34" fmla="*/ 303071 w 509735"/>
              <a:gd name="connsiteY34" fmla="*/ 445940 h 451198"/>
              <a:gd name="connsiteX35" fmla="*/ 34527 w 509735"/>
              <a:gd name="connsiteY35" fmla="*/ 273802 h 451198"/>
              <a:gd name="connsiteX36" fmla="*/ 55950 w 509735"/>
              <a:gd name="connsiteY36" fmla="*/ 119667 h 451198"/>
              <a:gd name="connsiteX37" fmla="*/ 6570 w 509735"/>
              <a:gd name="connsiteY37" fmla="*/ 127972 h 451198"/>
              <a:gd name="connsiteX38" fmla="*/ 0 w 509735"/>
              <a:gd name="connsiteY38" fmla="*/ 88894 h 451198"/>
              <a:gd name="connsiteX39" fmla="*/ 114055 w 509735"/>
              <a:gd name="connsiteY39" fmla="*/ 69715 h 451198"/>
              <a:gd name="connsiteX40" fmla="*/ 150394 w 509735"/>
              <a:gd name="connsiteY40" fmla="*/ 179547 h 451198"/>
              <a:gd name="connsiteX41" fmla="*/ 112772 w 509735"/>
              <a:gd name="connsiteY41" fmla="*/ 191993 h 451198"/>
              <a:gd name="connsiteX42" fmla="*/ 94765 w 509735"/>
              <a:gd name="connsiteY42" fmla="*/ 137564 h 451198"/>
              <a:gd name="connsiteX43" fmla="*/ 76213 w 509735"/>
              <a:gd name="connsiteY43" fmla="*/ 264683 h 451198"/>
              <a:gd name="connsiteX44" fmla="*/ 293952 w 509735"/>
              <a:gd name="connsiteY44" fmla="*/ 404255 h 451198"/>
              <a:gd name="connsiteX45" fmla="*/ 303248 w 509735"/>
              <a:gd name="connsiteY45" fmla="*/ 401963 h 451198"/>
              <a:gd name="connsiteX46" fmla="*/ 509736 w 509735"/>
              <a:gd name="connsiteY46" fmla="*/ 362305 h 451198"/>
              <a:gd name="connsiteX47" fmla="*/ 395682 w 509735"/>
              <a:gd name="connsiteY47" fmla="*/ 381487 h 451198"/>
              <a:gd name="connsiteX48" fmla="*/ 359343 w 509735"/>
              <a:gd name="connsiteY48" fmla="*/ 271652 h 451198"/>
              <a:gd name="connsiteX49" fmla="*/ 396965 w 509735"/>
              <a:gd name="connsiteY49" fmla="*/ 259206 h 451198"/>
              <a:gd name="connsiteX50" fmla="*/ 415004 w 509735"/>
              <a:gd name="connsiteY50" fmla="*/ 313737 h 451198"/>
              <a:gd name="connsiteX51" fmla="*/ 433524 w 509735"/>
              <a:gd name="connsiteY51" fmla="*/ 186516 h 451198"/>
              <a:gd name="connsiteX52" fmla="*/ 215785 w 509735"/>
              <a:gd name="connsiteY52" fmla="*/ 46945 h 451198"/>
              <a:gd name="connsiteX53" fmla="*/ 206489 w 509735"/>
              <a:gd name="connsiteY53" fmla="*/ 49236 h 451198"/>
              <a:gd name="connsiteX54" fmla="*/ 195200 w 509735"/>
              <a:gd name="connsiteY54" fmla="*/ 8083 h 451198"/>
              <a:gd name="connsiteX55" fmla="*/ 206666 w 509735"/>
              <a:gd name="connsiteY55" fmla="*/ 5259 h 451198"/>
              <a:gd name="connsiteX56" fmla="*/ 475208 w 509735"/>
              <a:gd name="connsiteY56" fmla="*/ 177397 h 451198"/>
              <a:gd name="connsiteX57" fmla="*/ 453848 w 509735"/>
              <a:gd name="connsiteY57" fmla="*/ 331522 h 451198"/>
              <a:gd name="connsiteX58" fmla="*/ 503164 w 509735"/>
              <a:gd name="connsiteY58" fmla="*/ 323228 h 451198"/>
              <a:gd name="connsiteX59" fmla="*/ 509736 w 509735"/>
              <a:gd name="connsiteY59" fmla="*/ 362305 h 451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09735" h="451198">
                <a:moveTo>
                  <a:pt x="318109" y="164450"/>
                </a:moveTo>
                <a:lnTo>
                  <a:pt x="296394" y="176986"/>
                </a:lnTo>
                <a:cubicBezTo>
                  <a:pt x="290495" y="171938"/>
                  <a:pt x="283663" y="167976"/>
                  <a:pt x="276204" y="165327"/>
                </a:cubicBezTo>
                <a:lnTo>
                  <a:pt x="276204" y="140256"/>
                </a:lnTo>
                <a:lnTo>
                  <a:pt x="233532" y="140256"/>
                </a:lnTo>
                <a:lnTo>
                  <a:pt x="233532" y="165327"/>
                </a:lnTo>
                <a:cubicBezTo>
                  <a:pt x="226073" y="167976"/>
                  <a:pt x="219242" y="171938"/>
                  <a:pt x="213342" y="176986"/>
                </a:cubicBezTo>
                <a:lnTo>
                  <a:pt x="191628" y="164450"/>
                </a:lnTo>
                <a:lnTo>
                  <a:pt x="170292" y="201405"/>
                </a:lnTo>
                <a:lnTo>
                  <a:pt x="191978" y="213926"/>
                </a:lnTo>
                <a:cubicBezTo>
                  <a:pt x="191277" y="217717"/>
                  <a:pt x="190860" y="221610"/>
                  <a:pt x="190860" y="225600"/>
                </a:cubicBezTo>
                <a:cubicBezTo>
                  <a:pt x="190860" y="229590"/>
                  <a:pt x="191277" y="233482"/>
                  <a:pt x="191978" y="237273"/>
                </a:cubicBezTo>
                <a:lnTo>
                  <a:pt x="170292" y="249794"/>
                </a:lnTo>
                <a:lnTo>
                  <a:pt x="191628" y="286750"/>
                </a:lnTo>
                <a:lnTo>
                  <a:pt x="213342" y="274213"/>
                </a:lnTo>
                <a:cubicBezTo>
                  <a:pt x="219242" y="279261"/>
                  <a:pt x="226073" y="283223"/>
                  <a:pt x="233532" y="285873"/>
                </a:cubicBezTo>
                <a:lnTo>
                  <a:pt x="233532" y="310944"/>
                </a:lnTo>
                <a:lnTo>
                  <a:pt x="276204" y="310944"/>
                </a:lnTo>
                <a:lnTo>
                  <a:pt x="276204" y="285873"/>
                </a:lnTo>
                <a:cubicBezTo>
                  <a:pt x="283663" y="283223"/>
                  <a:pt x="290495" y="279261"/>
                  <a:pt x="296394" y="274213"/>
                </a:cubicBezTo>
                <a:lnTo>
                  <a:pt x="318109" y="286750"/>
                </a:lnTo>
                <a:lnTo>
                  <a:pt x="339445" y="249794"/>
                </a:lnTo>
                <a:lnTo>
                  <a:pt x="317758" y="237273"/>
                </a:lnTo>
                <a:cubicBezTo>
                  <a:pt x="318463" y="233482"/>
                  <a:pt x="318876" y="229590"/>
                  <a:pt x="318876" y="225600"/>
                </a:cubicBezTo>
                <a:cubicBezTo>
                  <a:pt x="318876" y="221610"/>
                  <a:pt x="318463" y="217717"/>
                  <a:pt x="317758" y="213926"/>
                </a:cubicBezTo>
                <a:lnTo>
                  <a:pt x="339445" y="201405"/>
                </a:lnTo>
                <a:lnTo>
                  <a:pt x="318109" y="164450"/>
                </a:lnTo>
                <a:close/>
                <a:moveTo>
                  <a:pt x="254868" y="262176"/>
                </a:moveTo>
                <a:cubicBezTo>
                  <a:pt x="234702" y="262176"/>
                  <a:pt x="218292" y="245768"/>
                  <a:pt x="218292" y="225600"/>
                </a:cubicBezTo>
                <a:cubicBezTo>
                  <a:pt x="218292" y="205432"/>
                  <a:pt x="234702" y="189024"/>
                  <a:pt x="254868" y="189024"/>
                </a:cubicBezTo>
                <a:cubicBezTo>
                  <a:pt x="275035" y="189024"/>
                  <a:pt x="291444" y="205431"/>
                  <a:pt x="291444" y="225600"/>
                </a:cubicBezTo>
                <a:cubicBezTo>
                  <a:pt x="291444" y="245768"/>
                  <a:pt x="275035" y="262176"/>
                  <a:pt x="254868" y="262176"/>
                </a:cubicBezTo>
                <a:close/>
                <a:moveTo>
                  <a:pt x="303248" y="401963"/>
                </a:moveTo>
                <a:lnTo>
                  <a:pt x="314537" y="443117"/>
                </a:lnTo>
                <a:cubicBezTo>
                  <a:pt x="310761" y="444147"/>
                  <a:pt x="306940" y="445092"/>
                  <a:pt x="303071" y="445940"/>
                </a:cubicBezTo>
                <a:cubicBezTo>
                  <a:pt x="181380" y="472561"/>
                  <a:pt x="61149" y="395495"/>
                  <a:pt x="34527" y="273802"/>
                </a:cubicBezTo>
                <a:cubicBezTo>
                  <a:pt x="22614" y="219345"/>
                  <a:pt x="31604" y="165266"/>
                  <a:pt x="55950" y="119667"/>
                </a:cubicBezTo>
                <a:lnTo>
                  <a:pt x="6570" y="127972"/>
                </a:lnTo>
                <a:lnTo>
                  <a:pt x="0" y="88894"/>
                </a:lnTo>
                <a:lnTo>
                  <a:pt x="114055" y="69715"/>
                </a:lnTo>
                <a:lnTo>
                  <a:pt x="150394" y="179547"/>
                </a:lnTo>
                <a:lnTo>
                  <a:pt x="112772" y="191993"/>
                </a:lnTo>
                <a:lnTo>
                  <a:pt x="94765" y="137564"/>
                </a:lnTo>
                <a:cubicBezTo>
                  <a:pt x="74137" y="175008"/>
                  <a:pt x="66381" y="219738"/>
                  <a:pt x="76213" y="264683"/>
                </a:cubicBezTo>
                <a:cubicBezTo>
                  <a:pt x="97764" y="363194"/>
                  <a:pt x="195441" y="425805"/>
                  <a:pt x="293952" y="404255"/>
                </a:cubicBezTo>
                <a:cubicBezTo>
                  <a:pt x="297088" y="403566"/>
                  <a:pt x="300186" y="402798"/>
                  <a:pt x="303248" y="401963"/>
                </a:cubicBezTo>
                <a:close/>
                <a:moveTo>
                  <a:pt x="509736" y="362305"/>
                </a:moveTo>
                <a:lnTo>
                  <a:pt x="395682" y="381487"/>
                </a:lnTo>
                <a:lnTo>
                  <a:pt x="359343" y="271652"/>
                </a:lnTo>
                <a:lnTo>
                  <a:pt x="396965" y="259206"/>
                </a:lnTo>
                <a:lnTo>
                  <a:pt x="415004" y="313737"/>
                </a:lnTo>
                <a:cubicBezTo>
                  <a:pt x="435657" y="276278"/>
                  <a:pt x="443363" y="231486"/>
                  <a:pt x="433524" y="186516"/>
                </a:cubicBezTo>
                <a:cubicBezTo>
                  <a:pt x="411974" y="88006"/>
                  <a:pt x="314296" y="25394"/>
                  <a:pt x="215785" y="46945"/>
                </a:cubicBezTo>
                <a:cubicBezTo>
                  <a:pt x="212649" y="47631"/>
                  <a:pt x="209551" y="48398"/>
                  <a:pt x="206489" y="49236"/>
                </a:cubicBezTo>
                <a:lnTo>
                  <a:pt x="195200" y="8083"/>
                </a:lnTo>
                <a:cubicBezTo>
                  <a:pt x="198976" y="7050"/>
                  <a:pt x="202797" y="6105"/>
                  <a:pt x="206666" y="5259"/>
                </a:cubicBezTo>
                <a:cubicBezTo>
                  <a:pt x="328357" y="-21363"/>
                  <a:pt x="448587" y="55706"/>
                  <a:pt x="475208" y="177397"/>
                </a:cubicBezTo>
                <a:cubicBezTo>
                  <a:pt x="487120" y="231841"/>
                  <a:pt x="478177" y="285930"/>
                  <a:pt x="453848" y="331522"/>
                </a:cubicBezTo>
                <a:lnTo>
                  <a:pt x="503164" y="323228"/>
                </a:lnTo>
                <a:lnTo>
                  <a:pt x="509736" y="362305"/>
                </a:lnTo>
                <a:close/>
              </a:path>
            </a:pathLst>
          </a:custGeom>
          <a:solidFill>
            <a:schemeClr val="tx1"/>
          </a:solidFill>
          <a:ln w="6096" cap="flat">
            <a:noFill/>
            <a:prstDash val="solid"/>
            <a:miter/>
          </a:ln>
        </p:spPr>
        <p:txBody>
          <a:bodyPr rtlCol="0" anchor="ctr"/>
          <a:lstStyle/>
          <a:p>
            <a:endParaRPr lang="en-US"/>
          </a:p>
        </p:txBody>
      </p:sp>
      <p:sp>
        <p:nvSpPr>
          <p:cNvPr id="34" name="Freeform: Shape 7">
            <a:extLst>
              <a:ext uri="{FF2B5EF4-FFF2-40B4-BE49-F238E27FC236}">
                <a16:creationId xmlns:a16="http://schemas.microsoft.com/office/drawing/2014/main" id="{56CBF64E-DE3A-C064-E1EC-002032724503}"/>
              </a:ext>
            </a:extLst>
          </p:cNvPr>
          <p:cNvSpPr/>
          <p:nvPr/>
        </p:nvSpPr>
        <p:spPr>
          <a:xfrm>
            <a:off x="2469400" y="3723104"/>
            <a:ext cx="555684" cy="491870"/>
          </a:xfrm>
          <a:custGeom>
            <a:avLst/>
            <a:gdLst>
              <a:gd name="connsiteX0" fmla="*/ 318109 w 509735"/>
              <a:gd name="connsiteY0" fmla="*/ 164450 h 451198"/>
              <a:gd name="connsiteX1" fmla="*/ 296394 w 509735"/>
              <a:gd name="connsiteY1" fmla="*/ 176986 h 451198"/>
              <a:gd name="connsiteX2" fmla="*/ 276204 w 509735"/>
              <a:gd name="connsiteY2" fmla="*/ 165327 h 451198"/>
              <a:gd name="connsiteX3" fmla="*/ 276204 w 509735"/>
              <a:gd name="connsiteY3" fmla="*/ 140256 h 451198"/>
              <a:gd name="connsiteX4" fmla="*/ 233532 w 509735"/>
              <a:gd name="connsiteY4" fmla="*/ 140256 h 451198"/>
              <a:gd name="connsiteX5" fmla="*/ 233532 w 509735"/>
              <a:gd name="connsiteY5" fmla="*/ 165327 h 451198"/>
              <a:gd name="connsiteX6" fmla="*/ 213342 w 509735"/>
              <a:gd name="connsiteY6" fmla="*/ 176986 h 451198"/>
              <a:gd name="connsiteX7" fmla="*/ 191628 w 509735"/>
              <a:gd name="connsiteY7" fmla="*/ 164450 h 451198"/>
              <a:gd name="connsiteX8" fmla="*/ 170292 w 509735"/>
              <a:gd name="connsiteY8" fmla="*/ 201405 h 451198"/>
              <a:gd name="connsiteX9" fmla="*/ 191978 w 509735"/>
              <a:gd name="connsiteY9" fmla="*/ 213926 h 451198"/>
              <a:gd name="connsiteX10" fmla="*/ 190860 w 509735"/>
              <a:gd name="connsiteY10" fmla="*/ 225600 h 451198"/>
              <a:gd name="connsiteX11" fmla="*/ 191978 w 509735"/>
              <a:gd name="connsiteY11" fmla="*/ 237273 h 451198"/>
              <a:gd name="connsiteX12" fmla="*/ 170292 w 509735"/>
              <a:gd name="connsiteY12" fmla="*/ 249794 h 451198"/>
              <a:gd name="connsiteX13" fmla="*/ 191628 w 509735"/>
              <a:gd name="connsiteY13" fmla="*/ 286750 h 451198"/>
              <a:gd name="connsiteX14" fmla="*/ 213342 w 509735"/>
              <a:gd name="connsiteY14" fmla="*/ 274213 h 451198"/>
              <a:gd name="connsiteX15" fmla="*/ 233532 w 509735"/>
              <a:gd name="connsiteY15" fmla="*/ 285873 h 451198"/>
              <a:gd name="connsiteX16" fmla="*/ 233532 w 509735"/>
              <a:gd name="connsiteY16" fmla="*/ 310944 h 451198"/>
              <a:gd name="connsiteX17" fmla="*/ 276204 w 509735"/>
              <a:gd name="connsiteY17" fmla="*/ 310944 h 451198"/>
              <a:gd name="connsiteX18" fmla="*/ 276204 w 509735"/>
              <a:gd name="connsiteY18" fmla="*/ 285873 h 451198"/>
              <a:gd name="connsiteX19" fmla="*/ 296394 w 509735"/>
              <a:gd name="connsiteY19" fmla="*/ 274213 h 451198"/>
              <a:gd name="connsiteX20" fmla="*/ 318109 w 509735"/>
              <a:gd name="connsiteY20" fmla="*/ 286750 h 451198"/>
              <a:gd name="connsiteX21" fmla="*/ 339445 w 509735"/>
              <a:gd name="connsiteY21" fmla="*/ 249794 h 451198"/>
              <a:gd name="connsiteX22" fmla="*/ 317758 w 509735"/>
              <a:gd name="connsiteY22" fmla="*/ 237273 h 451198"/>
              <a:gd name="connsiteX23" fmla="*/ 318876 w 509735"/>
              <a:gd name="connsiteY23" fmla="*/ 225600 h 451198"/>
              <a:gd name="connsiteX24" fmla="*/ 317758 w 509735"/>
              <a:gd name="connsiteY24" fmla="*/ 213926 h 451198"/>
              <a:gd name="connsiteX25" fmla="*/ 339445 w 509735"/>
              <a:gd name="connsiteY25" fmla="*/ 201405 h 451198"/>
              <a:gd name="connsiteX26" fmla="*/ 318109 w 509735"/>
              <a:gd name="connsiteY26" fmla="*/ 164450 h 451198"/>
              <a:gd name="connsiteX27" fmla="*/ 254868 w 509735"/>
              <a:gd name="connsiteY27" fmla="*/ 262176 h 451198"/>
              <a:gd name="connsiteX28" fmla="*/ 218292 w 509735"/>
              <a:gd name="connsiteY28" fmla="*/ 225600 h 451198"/>
              <a:gd name="connsiteX29" fmla="*/ 254868 w 509735"/>
              <a:gd name="connsiteY29" fmla="*/ 189024 h 451198"/>
              <a:gd name="connsiteX30" fmla="*/ 291444 w 509735"/>
              <a:gd name="connsiteY30" fmla="*/ 225600 h 451198"/>
              <a:gd name="connsiteX31" fmla="*/ 254868 w 509735"/>
              <a:gd name="connsiteY31" fmla="*/ 262176 h 451198"/>
              <a:gd name="connsiteX32" fmla="*/ 303248 w 509735"/>
              <a:gd name="connsiteY32" fmla="*/ 401963 h 451198"/>
              <a:gd name="connsiteX33" fmla="*/ 314537 w 509735"/>
              <a:gd name="connsiteY33" fmla="*/ 443117 h 451198"/>
              <a:gd name="connsiteX34" fmla="*/ 303071 w 509735"/>
              <a:gd name="connsiteY34" fmla="*/ 445940 h 451198"/>
              <a:gd name="connsiteX35" fmla="*/ 34527 w 509735"/>
              <a:gd name="connsiteY35" fmla="*/ 273802 h 451198"/>
              <a:gd name="connsiteX36" fmla="*/ 55950 w 509735"/>
              <a:gd name="connsiteY36" fmla="*/ 119667 h 451198"/>
              <a:gd name="connsiteX37" fmla="*/ 6570 w 509735"/>
              <a:gd name="connsiteY37" fmla="*/ 127972 h 451198"/>
              <a:gd name="connsiteX38" fmla="*/ 0 w 509735"/>
              <a:gd name="connsiteY38" fmla="*/ 88894 h 451198"/>
              <a:gd name="connsiteX39" fmla="*/ 114055 w 509735"/>
              <a:gd name="connsiteY39" fmla="*/ 69715 h 451198"/>
              <a:gd name="connsiteX40" fmla="*/ 150394 w 509735"/>
              <a:gd name="connsiteY40" fmla="*/ 179547 h 451198"/>
              <a:gd name="connsiteX41" fmla="*/ 112772 w 509735"/>
              <a:gd name="connsiteY41" fmla="*/ 191993 h 451198"/>
              <a:gd name="connsiteX42" fmla="*/ 94765 w 509735"/>
              <a:gd name="connsiteY42" fmla="*/ 137564 h 451198"/>
              <a:gd name="connsiteX43" fmla="*/ 76213 w 509735"/>
              <a:gd name="connsiteY43" fmla="*/ 264683 h 451198"/>
              <a:gd name="connsiteX44" fmla="*/ 293952 w 509735"/>
              <a:gd name="connsiteY44" fmla="*/ 404255 h 451198"/>
              <a:gd name="connsiteX45" fmla="*/ 303248 w 509735"/>
              <a:gd name="connsiteY45" fmla="*/ 401963 h 451198"/>
              <a:gd name="connsiteX46" fmla="*/ 509736 w 509735"/>
              <a:gd name="connsiteY46" fmla="*/ 362305 h 451198"/>
              <a:gd name="connsiteX47" fmla="*/ 395682 w 509735"/>
              <a:gd name="connsiteY47" fmla="*/ 381487 h 451198"/>
              <a:gd name="connsiteX48" fmla="*/ 359343 w 509735"/>
              <a:gd name="connsiteY48" fmla="*/ 271652 h 451198"/>
              <a:gd name="connsiteX49" fmla="*/ 396965 w 509735"/>
              <a:gd name="connsiteY49" fmla="*/ 259206 h 451198"/>
              <a:gd name="connsiteX50" fmla="*/ 415004 w 509735"/>
              <a:gd name="connsiteY50" fmla="*/ 313737 h 451198"/>
              <a:gd name="connsiteX51" fmla="*/ 433524 w 509735"/>
              <a:gd name="connsiteY51" fmla="*/ 186516 h 451198"/>
              <a:gd name="connsiteX52" fmla="*/ 215785 w 509735"/>
              <a:gd name="connsiteY52" fmla="*/ 46945 h 451198"/>
              <a:gd name="connsiteX53" fmla="*/ 206489 w 509735"/>
              <a:gd name="connsiteY53" fmla="*/ 49236 h 451198"/>
              <a:gd name="connsiteX54" fmla="*/ 195200 w 509735"/>
              <a:gd name="connsiteY54" fmla="*/ 8083 h 451198"/>
              <a:gd name="connsiteX55" fmla="*/ 206666 w 509735"/>
              <a:gd name="connsiteY55" fmla="*/ 5259 h 451198"/>
              <a:gd name="connsiteX56" fmla="*/ 475208 w 509735"/>
              <a:gd name="connsiteY56" fmla="*/ 177397 h 451198"/>
              <a:gd name="connsiteX57" fmla="*/ 453848 w 509735"/>
              <a:gd name="connsiteY57" fmla="*/ 331522 h 451198"/>
              <a:gd name="connsiteX58" fmla="*/ 503164 w 509735"/>
              <a:gd name="connsiteY58" fmla="*/ 323228 h 451198"/>
              <a:gd name="connsiteX59" fmla="*/ 509736 w 509735"/>
              <a:gd name="connsiteY59" fmla="*/ 362305 h 451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09735" h="451198">
                <a:moveTo>
                  <a:pt x="318109" y="164450"/>
                </a:moveTo>
                <a:lnTo>
                  <a:pt x="296394" y="176986"/>
                </a:lnTo>
                <a:cubicBezTo>
                  <a:pt x="290495" y="171938"/>
                  <a:pt x="283663" y="167976"/>
                  <a:pt x="276204" y="165327"/>
                </a:cubicBezTo>
                <a:lnTo>
                  <a:pt x="276204" y="140256"/>
                </a:lnTo>
                <a:lnTo>
                  <a:pt x="233532" y="140256"/>
                </a:lnTo>
                <a:lnTo>
                  <a:pt x="233532" y="165327"/>
                </a:lnTo>
                <a:cubicBezTo>
                  <a:pt x="226073" y="167976"/>
                  <a:pt x="219242" y="171938"/>
                  <a:pt x="213342" y="176986"/>
                </a:cubicBezTo>
                <a:lnTo>
                  <a:pt x="191628" y="164450"/>
                </a:lnTo>
                <a:lnTo>
                  <a:pt x="170292" y="201405"/>
                </a:lnTo>
                <a:lnTo>
                  <a:pt x="191978" y="213926"/>
                </a:lnTo>
                <a:cubicBezTo>
                  <a:pt x="191277" y="217717"/>
                  <a:pt x="190860" y="221610"/>
                  <a:pt x="190860" y="225600"/>
                </a:cubicBezTo>
                <a:cubicBezTo>
                  <a:pt x="190860" y="229590"/>
                  <a:pt x="191277" y="233482"/>
                  <a:pt x="191978" y="237273"/>
                </a:cubicBezTo>
                <a:lnTo>
                  <a:pt x="170292" y="249794"/>
                </a:lnTo>
                <a:lnTo>
                  <a:pt x="191628" y="286750"/>
                </a:lnTo>
                <a:lnTo>
                  <a:pt x="213342" y="274213"/>
                </a:lnTo>
                <a:cubicBezTo>
                  <a:pt x="219242" y="279261"/>
                  <a:pt x="226073" y="283223"/>
                  <a:pt x="233532" y="285873"/>
                </a:cubicBezTo>
                <a:lnTo>
                  <a:pt x="233532" y="310944"/>
                </a:lnTo>
                <a:lnTo>
                  <a:pt x="276204" y="310944"/>
                </a:lnTo>
                <a:lnTo>
                  <a:pt x="276204" y="285873"/>
                </a:lnTo>
                <a:cubicBezTo>
                  <a:pt x="283663" y="283223"/>
                  <a:pt x="290495" y="279261"/>
                  <a:pt x="296394" y="274213"/>
                </a:cubicBezTo>
                <a:lnTo>
                  <a:pt x="318109" y="286750"/>
                </a:lnTo>
                <a:lnTo>
                  <a:pt x="339445" y="249794"/>
                </a:lnTo>
                <a:lnTo>
                  <a:pt x="317758" y="237273"/>
                </a:lnTo>
                <a:cubicBezTo>
                  <a:pt x="318463" y="233482"/>
                  <a:pt x="318876" y="229590"/>
                  <a:pt x="318876" y="225600"/>
                </a:cubicBezTo>
                <a:cubicBezTo>
                  <a:pt x="318876" y="221610"/>
                  <a:pt x="318463" y="217717"/>
                  <a:pt x="317758" y="213926"/>
                </a:cubicBezTo>
                <a:lnTo>
                  <a:pt x="339445" y="201405"/>
                </a:lnTo>
                <a:lnTo>
                  <a:pt x="318109" y="164450"/>
                </a:lnTo>
                <a:close/>
                <a:moveTo>
                  <a:pt x="254868" y="262176"/>
                </a:moveTo>
                <a:cubicBezTo>
                  <a:pt x="234702" y="262176"/>
                  <a:pt x="218292" y="245768"/>
                  <a:pt x="218292" y="225600"/>
                </a:cubicBezTo>
                <a:cubicBezTo>
                  <a:pt x="218292" y="205432"/>
                  <a:pt x="234702" y="189024"/>
                  <a:pt x="254868" y="189024"/>
                </a:cubicBezTo>
                <a:cubicBezTo>
                  <a:pt x="275035" y="189024"/>
                  <a:pt x="291444" y="205431"/>
                  <a:pt x="291444" y="225600"/>
                </a:cubicBezTo>
                <a:cubicBezTo>
                  <a:pt x="291444" y="245768"/>
                  <a:pt x="275035" y="262176"/>
                  <a:pt x="254868" y="262176"/>
                </a:cubicBezTo>
                <a:close/>
                <a:moveTo>
                  <a:pt x="303248" y="401963"/>
                </a:moveTo>
                <a:lnTo>
                  <a:pt x="314537" y="443117"/>
                </a:lnTo>
                <a:cubicBezTo>
                  <a:pt x="310761" y="444147"/>
                  <a:pt x="306940" y="445092"/>
                  <a:pt x="303071" y="445940"/>
                </a:cubicBezTo>
                <a:cubicBezTo>
                  <a:pt x="181380" y="472561"/>
                  <a:pt x="61149" y="395495"/>
                  <a:pt x="34527" y="273802"/>
                </a:cubicBezTo>
                <a:cubicBezTo>
                  <a:pt x="22614" y="219345"/>
                  <a:pt x="31604" y="165266"/>
                  <a:pt x="55950" y="119667"/>
                </a:cubicBezTo>
                <a:lnTo>
                  <a:pt x="6570" y="127972"/>
                </a:lnTo>
                <a:lnTo>
                  <a:pt x="0" y="88894"/>
                </a:lnTo>
                <a:lnTo>
                  <a:pt x="114055" y="69715"/>
                </a:lnTo>
                <a:lnTo>
                  <a:pt x="150394" y="179547"/>
                </a:lnTo>
                <a:lnTo>
                  <a:pt x="112772" y="191993"/>
                </a:lnTo>
                <a:lnTo>
                  <a:pt x="94765" y="137564"/>
                </a:lnTo>
                <a:cubicBezTo>
                  <a:pt x="74137" y="175008"/>
                  <a:pt x="66381" y="219738"/>
                  <a:pt x="76213" y="264683"/>
                </a:cubicBezTo>
                <a:cubicBezTo>
                  <a:pt x="97764" y="363194"/>
                  <a:pt x="195441" y="425805"/>
                  <a:pt x="293952" y="404255"/>
                </a:cubicBezTo>
                <a:cubicBezTo>
                  <a:pt x="297088" y="403566"/>
                  <a:pt x="300186" y="402798"/>
                  <a:pt x="303248" y="401963"/>
                </a:cubicBezTo>
                <a:close/>
                <a:moveTo>
                  <a:pt x="509736" y="362305"/>
                </a:moveTo>
                <a:lnTo>
                  <a:pt x="395682" y="381487"/>
                </a:lnTo>
                <a:lnTo>
                  <a:pt x="359343" y="271652"/>
                </a:lnTo>
                <a:lnTo>
                  <a:pt x="396965" y="259206"/>
                </a:lnTo>
                <a:lnTo>
                  <a:pt x="415004" y="313737"/>
                </a:lnTo>
                <a:cubicBezTo>
                  <a:pt x="435657" y="276278"/>
                  <a:pt x="443363" y="231486"/>
                  <a:pt x="433524" y="186516"/>
                </a:cubicBezTo>
                <a:cubicBezTo>
                  <a:pt x="411974" y="88006"/>
                  <a:pt x="314296" y="25394"/>
                  <a:pt x="215785" y="46945"/>
                </a:cubicBezTo>
                <a:cubicBezTo>
                  <a:pt x="212649" y="47631"/>
                  <a:pt x="209551" y="48398"/>
                  <a:pt x="206489" y="49236"/>
                </a:cubicBezTo>
                <a:lnTo>
                  <a:pt x="195200" y="8083"/>
                </a:lnTo>
                <a:cubicBezTo>
                  <a:pt x="198976" y="7050"/>
                  <a:pt x="202797" y="6105"/>
                  <a:pt x="206666" y="5259"/>
                </a:cubicBezTo>
                <a:cubicBezTo>
                  <a:pt x="328357" y="-21363"/>
                  <a:pt x="448587" y="55706"/>
                  <a:pt x="475208" y="177397"/>
                </a:cubicBezTo>
                <a:cubicBezTo>
                  <a:pt x="487120" y="231841"/>
                  <a:pt x="478177" y="285930"/>
                  <a:pt x="453848" y="331522"/>
                </a:cubicBezTo>
                <a:lnTo>
                  <a:pt x="503164" y="323228"/>
                </a:lnTo>
                <a:lnTo>
                  <a:pt x="509736" y="362305"/>
                </a:lnTo>
                <a:close/>
              </a:path>
            </a:pathLst>
          </a:custGeom>
          <a:solidFill>
            <a:schemeClr val="tx1"/>
          </a:solidFill>
          <a:ln w="609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2ABDF94F-8993-2966-8A8B-AB39DC85B7B6}"/>
              </a:ext>
            </a:extLst>
          </p:cNvPr>
          <p:cNvSpPr txBox="1"/>
          <p:nvPr/>
        </p:nvSpPr>
        <p:spPr>
          <a:xfrm>
            <a:off x="1827586" y="1446805"/>
            <a:ext cx="7181898" cy="276999"/>
          </a:xfrm>
          <a:prstGeom prst="rect">
            <a:avLst/>
          </a:prstGeom>
          <a:noFill/>
        </p:spPr>
        <p:txBody>
          <a:bodyPr wrap="square" lIns="0" tIns="0" rIns="0" bIns="0" rtlCol="0">
            <a:spAutoFit/>
          </a:bodyPr>
          <a:lstStyle/>
          <a:p>
            <a:pPr algn="ctr"/>
            <a:r>
              <a:rPr lang="en-GB" b="1"/>
              <a:t>Journey</a:t>
            </a:r>
          </a:p>
        </p:txBody>
      </p:sp>
      <p:sp>
        <p:nvSpPr>
          <p:cNvPr id="5" name="TextBox 4">
            <a:extLst>
              <a:ext uri="{FF2B5EF4-FFF2-40B4-BE49-F238E27FC236}">
                <a16:creationId xmlns:a16="http://schemas.microsoft.com/office/drawing/2014/main" id="{13B61879-78D3-E84C-D147-7DF5CB546389}"/>
              </a:ext>
            </a:extLst>
          </p:cNvPr>
          <p:cNvSpPr txBox="1"/>
          <p:nvPr/>
        </p:nvSpPr>
        <p:spPr>
          <a:xfrm rot="603247">
            <a:off x="7819835" y="843539"/>
            <a:ext cx="4796249" cy="276999"/>
          </a:xfrm>
          <a:prstGeom prst="rect">
            <a:avLst/>
          </a:prstGeom>
          <a:solidFill>
            <a:srgbClr val="FF9000"/>
          </a:solidFill>
        </p:spPr>
        <p:txBody>
          <a:bodyPr wrap="none" lIns="0" tIns="0" rIns="0" bIns="0" rtlCol="0">
            <a:spAutoFit/>
          </a:bodyPr>
          <a:lstStyle/>
          <a:p>
            <a:pPr algn="l"/>
            <a:r>
              <a:rPr lang="en-US" dirty="0"/>
              <a:t>To be updated by Marcus/Gergana 2025-01-27</a:t>
            </a:r>
            <a:endParaRPr lang="en-DE" dirty="0"/>
          </a:p>
        </p:txBody>
      </p:sp>
    </p:spTree>
    <p:extLst>
      <p:ext uri="{BB962C8B-B14F-4D97-AF65-F5344CB8AC3E}">
        <p14:creationId xmlns:p14="http://schemas.microsoft.com/office/powerpoint/2010/main" val="857218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6E4C9-5739-9D11-BCCD-B3A88681EFD8}"/>
              </a:ext>
            </a:extLst>
          </p:cNvPr>
          <p:cNvSpPr>
            <a:spLocks noGrp="1"/>
          </p:cNvSpPr>
          <p:nvPr>
            <p:ph type="title"/>
          </p:nvPr>
        </p:nvSpPr>
        <p:spPr/>
        <p:txBody>
          <a:bodyPr/>
          <a:lstStyle/>
          <a:p>
            <a:r>
              <a:rPr lang="en-US"/>
              <a:t>Backup: Rollout Overview</a:t>
            </a:r>
            <a:endParaRPr lang="en-DE"/>
          </a:p>
        </p:txBody>
      </p:sp>
      <p:sp>
        <p:nvSpPr>
          <p:cNvPr id="3" name="Footer Placeholder 2">
            <a:extLst>
              <a:ext uri="{FF2B5EF4-FFF2-40B4-BE49-F238E27FC236}">
                <a16:creationId xmlns:a16="http://schemas.microsoft.com/office/drawing/2014/main" id="{3BFDACDD-7686-BE63-7918-34631AF19511}"/>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D33660FF-2685-BFA2-D291-F32BEEA5EF71}"/>
              </a:ext>
            </a:extLst>
          </p:cNvPr>
          <p:cNvSpPr>
            <a:spLocks noGrp="1"/>
          </p:cNvSpPr>
          <p:nvPr>
            <p:ph type="sldNum" sz="quarter" idx="11"/>
          </p:nvPr>
        </p:nvSpPr>
        <p:spPr/>
        <p:txBody>
          <a:bodyPr/>
          <a:lstStyle/>
          <a:p>
            <a:r>
              <a:rPr lang="en-US"/>
              <a:t>Page </a:t>
            </a:r>
            <a:fld id="{15EBE321-CBB1-4E91-BD14-37C8D44326FB}" type="slidenum">
              <a:rPr lang="en-US" smtClean="0"/>
              <a:pPr/>
              <a:t>10</a:t>
            </a:fld>
            <a:endParaRPr lang="en-US"/>
          </a:p>
        </p:txBody>
      </p:sp>
      <p:pic>
        <p:nvPicPr>
          <p:cNvPr id="6" name="Picture 5">
            <a:extLst>
              <a:ext uri="{FF2B5EF4-FFF2-40B4-BE49-F238E27FC236}">
                <a16:creationId xmlns:a16="http://schemas.microsoft.com/office/drawing/2014/main" id="{3DDAB7CB-5906-1170-CE94-8D55324AA5B4}"/>
              </a:ext>
            </a:extLst>
          </p:cNvPr>
          <p:cNvPicPr>
            <a:picLocks noChangeAspect="1"/>
          </p:cNvPicPr>
          <p:nvPr/>
        </p:nvPicPr>
        <p:blipFill>
          <a:blip r:embed="rId2"/>
          <a:stretch>
            <a:fillRect/>
          </a:stretch>
        </p:blipFill>
        <p:spPr>
          <a:xfrm>
            <a:off x="495013" y="1903064"/>
            <a:ext cx="11201973" cy="3996332"/>
          </a:xfrm>
          <a:prstGeom prst="rect">
            <a:avLst/>
          </a:prstGeom>
        </p:spPr>
      </p:pic>
    </p:spTree>
    <p:extLst>
      <p:ext uri="{BB962C8B-B14F-4D97-AF65-F5344CB8AC3E}">
        <p14:creationId xmlns:p14="http://schemas.microsoft.com/office/powerpoint/2010/main" val="1187095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97D4-85B7-0210-56CF-447CA93C5F55}"/>
              </a:ext>
            </a:extLst>
          </p:cNvPr>
          <p:cNvSpPr>
            <a:spLocks noGrp="1"/>
          </p:cNvSpPr>
          <p:nvPr>
            <p:ph type="title"/>
          </p:nvPr>
        </p:nvSpPr>
        <p:spPr/>
        <p:txBody>
          <a:bodyPr/>
          <a:lstStyle/>
          <a:p>
            <a:endParaRPr lang="en-DE"/>
          </a:p>
        </p:txBody>
      </p:sp>
      <p:sp>
        <p:nvSpPr>
          <p:cNvPr id="3" name="Footer Placeholder 2">
            <a:extLst>
              <a:ext uri="{FF2B5EF4-FFF2-40B4-BE49-F238E27FC236}">
                <a16:creationId xmlns:a16="http://schemas.microsoft.com/office/drawing/2014/main" id="{853D006F-FC05-2898-B0F0-D29B3B1E07CD}"/>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277F7B3C-9B87-3D9B-C2F9-5551657732CC}"/>
              </a:ext>
            </a:extLst>
          </p:cNvPr>
          <p:cNvSpPr>
            <a:spLocks noGrp="1"/>
          </p:cNvSpPr>
          <p:nvPr>
            <p:ph type="sldNum" sz="quarter" idx="11"/>
          </p:nvPr>
        </p:nvSpPr>
        <p:spPr/>
        <p:txBody>
          <a:bodyPr/>
          <a:lstStyle/>
          <a:p>
            <a:r>
              <a:rPr lang="en-US"/>
              <a:t>Page </a:t>
            </a:r>
            <a:fld id="{15EBE321-CBB1-4E91-BD14-37C8D44326FB}" type="slidenum">
              <a:rPr lang="en-US" smtClean="0"/>
              <a:pPr/>
              <a:t>11</a:t>
            </a:fld>
            <a:endParaRPr lang="en-US"/>
          </a:p>
        </p:txBody>
      </p:sp>
      <p:pic>
        <p:nvPicPr>
          <p:cNvPr id="6" name="Picture 5">
            <a:extLst>
              <a:ext uri="{FF2B5EF4-FFF2-40B4-BE49-F238E27FC236}">
                <a16:creationId xmlns:a16="http://schemas.microsoft.com/office/drawing/2014/main" id="{1F2751F3-87A2-5B09-92BB-BCB2787B0198}"/>
              </a:ext>
            </a:extLst>
          </p:cNvPr>
          <p:cNvPicPr>
            <a:picLocks noChangeAspect="1"/>
          </p:cNvPicPr>
          <p:nvPr/>
        </p:nvPicPr>
        <p:blipFill>
          <a:blip r:embed="rId2"/>
          <a:stretch>
            <a:fillRect/>
          </a:stretch>
        </p:blipFill>
        <p:spPr>
          <a:xfrm>
            <a:off x="0" y="18650"/>
            <a:ext cx="12192000" cy="6820699"/>
          </a:xfrm>
          <a:prstGeom prst="rect">
            <a:avLst/>
          </a:prstGeom>
        </p:spPr>
      </p:pic>
      <p:sp>
        <p:nvSpPr>
          <p:cNvPr id="11" name="TextBox 10">
            <a:extLst>
              <a:ext uri="{FF2B5EF4-FFF2-40B4-BE49-F238E27FC236}">
                <a16:creationId xmlns:a16="http://schemas.microsoft.com/office/drawing/2014/main" id="{300E808A-0D4A-F13F-7198-253417332488}"/>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2025-01-17</a:t>
            </a:r>
            <a:endParaRPr lang="en-DE"/>
          </a:p>
        </p:txBody>
      </p:sp>
      <p:sp>
        <p:nvSpPr>
          <p:cNvPr id="5" name="Rectangle 4">
            <a:extLst>
              <a:ext uri="{FF2B5EF4-FFF2-40B4-BE49-F238E27FC236}">
                <a16:creationId xmlns:a16="http://schemas.microsoft.com/office/drawing/2014/main" id="{B303DB4C-17BD-03D1-2BD1-34478A3460BC}"/>
              </a:ext>
            </a:extLst>
          </p:cNvPr>
          <p:cNvSpPr/>
          <p:nvPr/>
        </p:nvSpPr>
        <p:spPr>
          <a:xfrm>
            <a:off x="272374" y="6433226"/>
            <a:ext cx="4656307" cy="311285"/>
          </a:xfrm>
          <a:prstGeom prst="rect">
            <a:avLst/>
          </a:prstGeom>
          <a:solidFill>
            <a:schemeClr val="bg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DE"/>
          </a:p>
        </p:txBody>
      </p:sp>
      <p:sp>
        <p:nvSpPr>
          <p:cNvPr id="7" name="Footer Placeholder 2">
            <a:extLst>
              <a:ext uri="{FF2B5EF4-FFF2-40B4-BE49-F238E27FC236}">
                <a16:creationId xmlns:a16="http://schemas.microsoft.com/office/drawing/2014/main" id="{388529F2-9C30-AF24-EFC5-05702139B4C0}"/>
              </a:ext>
            </a:extLst>
          </p:cNvPr>
          <p:cNvSpPr txBox="1">
            <a:spLocks/>
          </p:cNvSpPr>
          <p:nvPr/>
        </p:nvSpPr>
        <p:spPr bwMode="black">
          <a:xfrm>
            <a:off x="1042950" y="6320530"/>
            <a:ext cx="9216000" cy="547200"/>
          </a:xfrm>
          <a:prstGeom prst="rect">
            <a:avLst/>
          </a:prstGeom>
        </p:spPr>
        <p:txBody>
          <a:bodyPr vert="horz" lIns="0" tIns="0" rIns="0" bIns="61200" rtlCol="0" anchor="ctr" anchorCtr="0"/>
          <a:lstStyle>
            <a:defPPr>
              <a:defRPr lang="en-US"/>
            </a:defPPr>
            <a:lvl1pPr marL="0" algn="l" defTabSz="914400" rtl="0" eaLnBrk="1" latinLnBrk="0" hangingPunct="1">
              <a:lnSpc>
                <a:spcPct val="100000"/>
              </a:lnSpc>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atin typeface="Arial"/>
              </a:rPr>
              <a:t>Restricted | © Siemens 2025 | SHERPA X | Governance Foundation | P2P SRE Direct X</a:t>
            </a:r>
          </a:p>
        </p:txBody>
      </p:sp>
      <p:sp>
        <p:nvSpPr>
          <p:cNvPr id="8" name="Slide Number Placeholder 3">
            <a:extLst>
              <a:ext uri="{FF2B5EF4-FFF2-40B4-BE49-F238E27FC236}">
                <a16:creationId xmlns:a16="http://schemas.microsoft.com/office/drawing/2014/main" id="{66DA5277-7594-15F1-F987-C056AA1BAF2C}"/>
              </a:ext>
            </a:extLst>
          </p:cNvPr>
          <p:cNvSpPr txBox="1">
            <a:spLocks/>
          </p:cNvSpPr>
          <p:nvPr/>
        </p:nvSpPr>
        <p:spPr bwMode="black">
          <a:xfrm>
            <a:off x="394952" y="6320530"/>
            <a:ext cx="648000" cy="547200"/>
          </a:xfrm>
          <a:prstGeom prst="rect">
            <a:avLst/>
          </a:prstGeom>
        </p:spPr>
        <p:txBody>
          <a:bodyPr vert="horz" lIns="0" tIns="0" rIns="0" bIns="61200" rtlCol="0" anchor="ctr" anchorCtr="0"/>
          <a:lstStyle>
            <a:defPPr>
              <a:defRPr lang="en-US"/>
            </a:defPPr>
            <a:lvl1pPr marL="0" algn="l" defTabSz="914400" rtl="0" eaLnBrk="1" latinLnBrk="0" hangingPunct="1">
              <a:lnSpc>
                <a:spcPct val="100000"/>
              </a:lnSpc>
              <a:defRPr sz="9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Page </a:t>
            </a:r>
            <a:fld id="{15EBE321-CBB1-4E91-BD14-37C8D44326FB}" type="slidenum">
              <a:rPr lang="en-US" smtClean="0"/>
              <a:pPr/>
              <a:t>11</a:t>
            </a:fld>
            <a:endParaRPr lang="en-US"/>
          </a:p>
        </p:txBody>
      </p:sp>
    </p:spTree>
    <p:extLst>
      <p:ext uri="{BB962C8B-B14F-4D97-AF65-F5344CB8AC3E}">
        <p14:creationId xmlns:p14="http://schemas.microsoft.com/office/powerpoint/2010/main" val="407294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BCA4-2A78-3040-7567-5AE8D1E45FD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A70DFCB-6EFC-6372-DA58-E2C9E887CF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6" name="think-cell data - do not delete" hidden="1">
                        <a:extLst>
                          <a:ext uri="{FF2B5EF4-FFF2-40B4-BE49-F238E27FC236}">
                            <a16:creationId xmlns:a16="http://schemas.microsoft.com/office/drawing/2014/main" id="{EA70DFCB-6EFC-6372-DA58-E2C9E887CFD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CEB8B0E-2B83-F799-6C56-B95CA6F370F2}"/>
              </a:ext>
            </a:extLst>
          </p:cNvPr>
          <p:cNvSpPr>
            <a:spLocks noGrp="1"/>
          </p:cNvSpPr>
          <p:nvPr>
            <p:ph type="title"/>
          </p:nvPr>
        </p:nvSpPr>
        <p:spPr/>
        <p:txBody>
          <a:bodyPr vert="horz"/>
          <a:lstStyle/>
          <a:p>
            <a:r>
              <a:rPr lang="en-US"/>
              <a:t>SHERPA X Governance Foundation FY 2025</a:t>
            </a:r>
            <a:br>
              <a:rPr lang="en-US"/>
            </a:br>
            <a:r>
              <a:rPr lang="en-US" b="0"/>
              <a:t>Fit-2-Standard Workshop Agenda</a:t>
            </a:r>
          </a:p>
        </p:txBody>
      </p:sp>
      <p:sp>
        <p:nvSpPr>
          <p:cNvPr id="3" name="Footer Placeholder 2">
            <a:extLst>
              <a:ext uri="{FF2B5EF4-FFF2-40B4-BE49-F238E27FC236}">
                <a16:creationId xmlns:a16="http://schemas.microsoft.com/office/drawing/2014/main" id="{9A5887B2-A4B9-BA3A-A713-26AF47D4BD3A}"/>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14" name="Slide Number Placeholder 13">
            <a:extLst>
              <a:ext uri="{FF2B5EF4-FFF2-40B4-BE49-F238E27FC236}">
                <a16:creationId xmlns:a16="http://schemas.microsoft.com/office/drawing/2014/main" id="{C0A81E63-9765-D3C9-F5AA-79AA26420DDA}"/>
              </a:ext>
            </a:extLst>
          </p:cNvPr>
          <p:cNvSpPr>
            <a:spLocks noGrp="1"/>
          </p:cNvSpPr>
          <p:nvPr>
            <p:ph type="sldNum" sz="quarter" idx="11"/>
          </p:nvPr>
        </p:nvSpPr>
        <p:spPr/>
        <p:txBody>
          <a:bodyPr/>
          <a:lstStyle/>
          <a:p>
            <a:r>
              <a:rPr lang="en-US"/>
              <a:t>Page </a:t>
            </a:r>
            <a:fld id="{15EBE321-CBB1-4E91-BD14-37C8D44326FB}" type="slidenum">
              <a:rPr lang="en-US" smtClean="0"/>
              <a:pPr/>
              <a:t>12</a:t>
            </a:fld>
            <a:endParaRPr lang="en-US"/>
          </a:p>
        </p:txBody>
      </p:sp>
      <p:graphicFrame>
        <p:nvGraphicFramePr>
          <p:cNvPr id="4" name="Table">
            <a:extLst>
              <a:ext uri="{FF2B5EF4-FFF2-40B4-BE49-F238E27FC236}">
                <a16:creationId xmlns:a16="http://schemas.microsoft.com/office/drawing/2014/main" id="{4FC53CB8-417F-E2C7-F04F-DD3444CCD739}"/>
              </a:ext>
            </a:extLst>
          </p:cNvPr>
          <p:cNvGraphicFramePr>
            <a:graphicFrameLocks/>
          </p:cNvGraphicFramePr>
          <p:nvPr>
            <p:extLst>
              <p:ext uri="{D42A27DB-BD31-4B8C-83A1-F6EECF244321}">
                <p14:modId xmlns:p14="http://schemas.microsoft.com/office/powerpoint/2010/main" val="986346297"/>
              </p:ext>
            </p:extLst>
          </p:nvPr>
        </p:nvGraphicFramePr>
        <p:xfrm>
          <a:off x="421509" y="1212102"/>
          <a:ext cx="11348982" cy="4728035"/>
        </p:xfrm>
        <a:graphic>
          <a:graphicData uri="http://schemas.openxmlformats.org/drawingml/2006/table">
            <a:tbl>
              <a:tblPr firstRow="1">
                <a:tableStyleId>{0E3FDE45-AF77-4B5C-9715-49D594BDF05E}</a:tableStyleId>
              </a:tblPr>
              <a:tblGrid>
                <a:gridCol w="4627146">
                  <a:extLst>
                    <a:ext uri="{9D8B030D-6E8A-4147-A177-3AD203B41FA5}">
                      <a16:colId xmlns:a16="http://schemas.microsoft.com/office/drawing/2014/main" val="424987503"/>
                    </a:ext>
                  </a:extLst>
                </a:gridCol>
                <a:gridCol w="5935090">
                  <a:extLst>
                    <a:ext uri="{9D8B030D-6E8A-4147-A177-3AD203B41FA5}">
                      <a16:colId xmlns:a16="http://schemas.microsoft.com/office/drawing/2014/main" val="1303975626"/>
                    </a:ext>
                  </a:extLst>
                </a:gridCol>
                <a:gridCol w="786746">
                  <a:extLst>
                    <a:ext uri="{9D8B030D-6E8A-4147-A177-3AD203B41FA5}">
                      <a16:colId xmlns:a16="http://schemas.microsoft.com/office/drawing/2014/main" val="1928288268"/>
                    </a:ext>
                  </a:extLst>
                </a:gridCol>
              </a:tblGrid>
              <a:tr h="532357">
                <a:tc>
                  <a:txBody>
                    <a:bodyPr/>
                    <a:lstStyle/>
                    <a:p>
                      <a:pPr rtl="0">
                        <a:spcBef>
                          <a:spcPct val="0"/>
                        </a:spcBef>
                        <a:buFont typeface="Wingdings" charset="0"/>
                        <a:buNone/>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spcBef>
                          <a:spcPct val="0"/>
                        </a:spcBef>
                        <a:buFont typeface="Wingdings" charset="0"/>
                        <a:buNone/>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338105"/>
                  </a:ext>
                </a:extLst>
              </a:tr>
              <a:tr h="5323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i="0" kern="1200">
                          <a:solidFill>
                            <a:schemeClr val="tx1"/>
                          </a:solidFill>
                          <a:latin typeface="+mn-lt"/>
                          <a:ea typeface="Arial Unicode MS"/>
                          <a:cs typeface="+mn-cs"/>
                        </a:rPr>
                        <a:t>1. Introduction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Purpose of this Workshop</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Scope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Sherpa X Organization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Workstream Organization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Release Plan and Increments P2R Direct X FY25</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i="0" kern="1200">
                        <a:solidFill>
                          <a:schemeClr val="tx1"/>
                        </a:solidFill>
                        <a:latin typeface="+mn-lt"/>
                        <a:ea typeface="Arial Unicode MS"/>
                        <a:cs typeface="+mn-cs"/>
                      </a:endParaRPr>
                    </a:p>
                  </a:txBody>
                  <a:tcPr marL="71963" marR="71963" marT="35981" marB="35981" anchor="ctr">
                    <a:lnT w="12700" cap="flat" cmpd="sng" algn="ctr">
                      <a:no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a:solidFill>
                            <a:schemeClr val="tx1"/>
                          </a:solidFill>
                          <a:latin typeface="+mn-lt"/>
                          <a:ea typeface="Arial Unicode MS"/>
                        </a:rPr>
                        <a:t>Marcus Fiegert</a:t>
                      </a:r>
                    </a:p>
                  </a:txBody>
                  <a:tcPr marL="71963" marR="71963" marT="35981" marB="35981" anchor="ctr">
                    <a:lnT w="1270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lnT w="12700" cap="flat" cmpd="sng" algn="ctr">
                      <a:noFill/>
                      <a:prstDash val="solid"/>
                      <a:round/>
                      <a:headEnd type="none" w="med" len="med"/>
                      <a:tailEnd type="none" w="med" len="med"/>
                    </a:lnT>
                    <a:noFill/>
                  </a:tcPr>
                </a:tc>
                <a:extLst>
                  <a:ext uri="{0D108BD9-81ED-4DB2-BD59-A6C34878D82A}">
                    <a16:rowId xmlns:a16="http://schemas.microsoft.com/office/drawing/2014/main" val="1502396548"/>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i="0">
                          <a:solidFill>
                            <a:schemeClr val="tx1"/>
                          </a:solidFill>
                          <a:latin typeface="+mn-lt"/>
                          <a:ea typeface="Arial Unicode MS"/>
                        </a:rPr>
                        <a:t>2. </a:t>
                      </a:r>
                      <a:r>
                        <a:rPr lang="en-US" sz="1400" i="0" kern="1200">
                          <a:solidFill>
                            <a:schemeClr val="tx1"/>
                          </a:solidFill>
                          <a:latin typeface="+mn-lt"/>
                          <a:ea typeface="Arial Unicode MS"/>
                          <a:cs typeface="+mn-cs"/>
                        </a:rPr>
                        <a:t>SRE Direct X Process and Solution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PR Direct Solution Overview (Fiori, BTP, SAT, VIM)</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SRE P2R Process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Create / Receive Purchase Requisition</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Create / Receive Purchase Order / Order Change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a:solidFill>
                            <a:schemeClr val="tx1"/>
                          </a:solidFill>
                          <a:latin typeface="+mn-lt"/>
                          <a:ea typeface="+mn-ea"/>
                          <a:cs typeface="+mn-cs"/>
                        </a:rPr>
                        <a:t>Share Purchase Order with Supplier</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kern="1200">
                        <a:solidFill>
                          <a:schemeClr val="tx1"/>
                        </a:solidFill>
                        <a:latin typeface="+mn-lt"/>
                        <a:ea typeface="Arial Unicode MS"/>
                        <a:cs typeface="+mn-cs"/>
                      </a:endParaRPr>
                    </a:p>
                  </a:txBody>
                  <a:tcPr marL="71963" marR="71963" marT="35981" marB="35981" anchor="ctr">
                    <a:solidFill>
                      <a:schemeClr val="accent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a:solidFill>
                          <a:schemeClr val="tx1"/>
                        </a:solidFill>
                        <a:latin typeface="+mn-lt"/>
                        <a:ea typeface="Arial Unicode MS"/>
                      </a:endParaRPr>
                    </a:p>
                  </a:txBody>
                  <a:tcPr marL="71963" marR="71963" marT="35981" marB="35981" anchor="ctr">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60 min</a:t>
                      </a:r>
                    </a:p>
                  </a:txBody>
                  <a:tcPr marL="71963" marR="71963" marT="35981" marB="35981" anchor="ctr">
                    <a:solidFill>
                      <a:schemeClr val="accent3"/>
                    </a:solidFill>
                  </a:tcPr>
                </a:tc>
                <a:extLst>
                  <a:ext uri="{0D108BD9-81ED-4DB2-BD59-A6C34878D82A}">
                    <a16:rowId xmlns:a16="http://schemas.microsoft.com/office/drawing/2014/main" val="2878702795"/>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latin typeface="+mn-lt"/>
                          <a:ea typeface="Arial Unicode MS"/>
                        </a:rPr>
                        <a:t>3. </a:t>
                      </a:r>
                      <a:r>
                        <a:rPr lang="en-US" sz="1400" i="0">
                          <a:solidFill>
                            <a:schemeClr val="tx1"/>
                          </a:solidFill>
                          <a:latin typeface="+mn-lt"/>
                          <a:ea typeface="Arial Unicode MS"/>
                        </a:rPr>
                        <a:t>Next Steps</a:t>
                      </a:r>
                      <a:endParaRPr lang="en-US" sz="1400">
                        <a:solidFill>
                          <a:schemeClr val="tx1"/>
                        </a:solidFill>
                        <a:latin typeface="+mn-lt"/>
                        <a:ea typeface="Arial Unicode MS"/>
                      </a:endParaRPr>
                    </a:p>
                  </a:txBody>
                  <a:tcPr marL="71963" marR="71963" marT="35981" marB="35981"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a:solidFill>
                          <a:schemeClr val="tx1"/>
                        </a:solidFill>
                        <a:latin typeface="+mn-lt"/>
                        <a:ea typeface="Arial Unicode MS"/>
                      </a:endParaRPr>
                    </a:p>
                  </a:txBody>
                  <a:tcPr marL="71963" marR="71963" marT="35981" marB="35981"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noFill/>
                  </a:tcPr>
                </a:tc>
                <a:extLst>
                  <a:ext uri="{0D108BD9-81ED-4DB2-BD59-A6C34878D82A}">
                    <a16:rowId xmlns:a16="http://schemas.microsoft.com/office/drawing/2014/main" val="3639043448"/>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latin typeface="+mn-lt"/>
                          <a:ea typeface="Arial Unicode MS"/>
                        </a:rPr>
                        <a:t>4. </a:t>
                      </a:r>
                      <a:r>
                        <a:rPr lang="en-US" sz="1400" i="0">
                          <a:solidFill>
                            <a:schemeClr val="tx1"/>
                          </a:solidFill>
                          <a:latin typeface="+mn-lt"/>
                          <a:ea typeface="Arial Unicode MS"/>
                        </a:rPr>
                        <a:t>Q&amp;A</a:t>
                      </a:r>
                      <a:endParaRPr lang="en-US" sz="1400">
                        <a:solidFill>
                          <a:schemeClr val="tx1"/>
                        </a:solidFill>
                        <a:latin typeface="+mn-lt"/>
                        <a:ea typeface="Arial Unicode MS"/>
                      </a:endParaRPr>
                    </a:p>
                  </a:txBody>
                  <a:tcPr marL="71963" marR="71963" marT="35981" marB="35981"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a:solidFill>
                          <a:schemeClr val="tx1"/>
                        </a:solidFill>
                        <a:latin typeface="+mn-lt"/>
                        <a:ea typeface="Arial Unicode MS"/>
                      </a:endParaRPr>
                    </a:p>
                  </a:txBody>
                  <a:tcPr marL="71963" marR="71963" marT="35981" marB="35981"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noFill/>
                  </a:tcPr>
                </a:tc>
                <a:extLst>
                  <a:ext uri="{0D108BD9-81ED-4DB2-BD59-A6C34878D82A}">
                    <a16:rowId xmlns:a16="http://schemas.microsoft.com/office/drawing/2014/main" val="2935511976"/>
                  </a:ext>
                </a:extLst>
              </a:tr>
            </a:tbl>
          </a:graphicData>
        </a:graphic>
      </p:graphicFrame>
      <p:sp>
        <p:nvSpPr>
          <p:cNvPr id="5" name="TextBox 4">
            <a:extLst>
              <a:ext uri="{FF2B5EF4-FFF2-40B4-BE49-F238E27FC236}">
                <a16:creationId xmlns:a16="http://schemas.microsoft.com/office/drawing/2014/main" id="{078BE60F-8214-BA08-8641-3824ECE995D7}"/>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2025-01-21</a:t>
            </a:r>
            <a:endParaRPr lang="en-DE" err="1"/>
          </a:p>
        </p:txBody>
      </p:sp>
    </p:spTree>
    <p:extLst>
      <p:ext uri="{BB962C8B-B14F-4D97-AF65-F5344CB8AC3E}">
        <p14:creationId xmlns:p14="http://schemas.microsoft.com/office/powerpoint/2010/main" val="3619345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3B4C8-056B-400F-FD02-AB2CF28FE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DD45C-9142-1497-2A91-C900443B103C}"/>
              </a:ext>
            </a:extLst>
          </p:cNvPr>
          <p:cNvSpPr>
            <a:spLocks noGrp="1"/>
          </p:cNvSpPr>
          <p:nvPr>
            <p:ph type="title"/>
          </p:nvPr>
        </p:nvSpPr>
        <p:spPr>
          <a:xfrm>
            <a:off x="411161" y="582452"/>
            <a:ext cx="8885239" cy="583884"/>
          </a:xfrm>
        </p:spPr>
        <p:txBody>
          <a:bodyPr/>
          <a:lstStyle/>
          <a:p>
            <a:r>
              <a:rPr lang="en-US" dirty="0"/>
              <a:t>SRE Direct X : Major interfaces</a:t>
            </a:r>
            <a:endParaRPr lang="en-DE" dirty="0"/>
          </a:p>
        </p:txBody>
      </p:sp>
      <p:sp>
        <p:nvSpPr>
          <p:cNvPr id="3" name="Footer Placeholder 2">
            <a:extLst>
              <a:ext uri="{FF2B5EF4-FFF2-40B4-BE49-F238E27FC236}">
                <a16:creationId xmlns:a16="http://schemas.microsoft.com/office/drawing/2014/main" id="{7E678C7A-5D46-F2AA-213C-40406ADFB752}"/>
              </a:ext>
            </a:extLst>
          </p:cNvPr>
          <p:cNvSpPr>
            <a:spLocks noGrp="1"/>
          </p:cNvSpPr>
          <p:nvPr>
            <p:ph type="ftr" sz="quarter" idx="10"/>
          </p:nvPr>
        </p:nvSpPr>
        <p:spPr/>
        <p:txBody>
          <a:bodyPr/>
          <a:lstStyle/>
          <a:p>
            <a:pPr>
              <a:lnSpc>
                <a:spcPct val="100000"/>
              </a:lnSpc>
            </a:pPr>
            <a:r>
              <a:rPr lang="en-US"/>
              <a:t>Restricted | © Siemens 2024 | SHERPA X DEPA | 2024-01</a:t>
            </a:r>
          </a:p>
        </p:txBody>
      </p:sp>
      <p:sp>
        <p:nvSpPr>
          <p:cNvPr id="4" name="Slide Number Placeholder 3">
            <a:extLst>
              <a:ext uri="{FF2B5EF4-FFF2-40B4-BE49-F238E27FC236}">
                <a16:creationId xmlns:a16="http://schemas.microsoft.com/office/drawing/2014/main" id="{D2159D15-FDC1-26F2-D322-9D25F77A81DB}"/>
              </a:ext>
            </a:extLst>
          </p:cNvPr>
          <p:cNvSpPr>
            <a:spLocks noGrp="1"/>
          </p:cNvSpPr>
          <p:nvPr>
            <p:ph type="sldNum" sz="quarter" idx="11"/>
          </p:nvPr>
        </p:nvSpPr>
        <p:spPr/>
        <p:txBody>
          <a:bodyPr/>
          <a:lstStyle/>
          <a:p>
            <a:r>
              <a:rPr lang="en-US"/>
              <a:t>Page </a:t>
            </a:r>
            <a:fld id="{15EBE321-CBB1-4E91-BD14-37C8D44326FB}" type="slidenum">
              <a:rPr lang="en-US" smtClean="0"/>
              <a:pPr/>
              <a:t>13</a:t>
            </a:fld>
            <a:endParaRPr lang="en-US"/>
          </a:p>
        </p:txBody>
      </p:sp>
      <p:sp>
        <p:nvSpPr>
          <p:cNvPr id="5" name="TextBox 4">
            <a:extLst>
              <a:ext uri="{FF2B5EF4-FFF2-40B4-BE49-F238E27FC236}">
                <a16:creationId xmlns:a16="http://schemas.microsoft.com/office/drawing/2014/main" id="{1BB5DB2F-8B9C-FBA2-934E-7BB8AF53D8C2}"/>
              </a:ext>
            </a:extLst>
          </p:cNvPr>
          <p:cNvSpPr txBox="1"/>
          <p:nvPr/>
        </p:nvSpPr>
        <p:spPr>
          <a:xfrm>
            <a:off x="820629" y="1578429"/>
            <a:ext cx="9085371" cy="4260375"/>
          </a:xfrm>
          <a:prstGeom prst="rect">
            <a:avLst/>
          </a:prstGeom>
          <a:noFill/>
        </p:spPr>
        <p:txBody>
          <a:bodyPr wrap="square" lIns="0" tIns="0" rIns="0" bIns="0" rtlCol="0">
            <a:spAutoFit/>
          </a:bodyPr>
          <a:lstStyle/>
          <a:p>
            <a:pPr marL="171450" lvl="0" indent="-171450" algn="just">
              <a:spcAft>
                <a:spcPts val="600"/>
              </a:spcAft>
              <a:buFont typeface="Wingdings" panose="05000000000000000000" pitchFamily="2" charset="2"/>
              <a:buChar char="q"/>
              <a:tabLst>
                <a:tab pos="540385" algn="l"/>
              </a:tabLst>
            </a:pPr>
            <a:r>
              <a:rPr lang="de-DE" sz="1050" dirty="0">
                <a:effectLst/>
                <a:latin typeface="Arial" panose="020B0604020202020204" pitchFamily="34" charset="0"/>
                <a:ea typeface="Calibri" panose="020F0502020204030204" pitchFamily="34" charset="0"/>
                <a:cs typeface="Arial" panose="020B0604020202020204" pitchFamily="34" charset="0"/>
              </a:rPr>
              <a:t>SAP S/4HANA (S4P) : </a:t>
            </a:r>
            <a:r>
              <a:rPr lang="en-US" sz="1050" dirty="0">
                <a:effectLst/>
                <a:latin typeface="Arial" panose="020B0604020202020204" pitchFamily="34" charset="0"/>
                <a:ea typeface="Calibri" panose="020F0502020204030204" pitchFamily="34" charset="0"/>
                <a:cs typeface="Arial" panose="020B0604020202020204" pitchFamily="34" charset="0"/>
              </a:rPr>
              <a:t>SAP S/4HANA system is the main system in the SHERPAX landscape and S4P is its production system. In the SRE Direct Procurement process, the Purchase Requisition and the Purchaser Order will be created and managed on S4P.</a:t>
            </a:r>
            <a:endParaRPr lang="en-DE" sz="105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r>
              <a:rPr lang="de-DE" sz="1050" dirty="0">
                <a:effectLst/>
                <a:latin typeface="Arial" panose="020B0604020202020204" pitchFamily="34" charset="0"/>
                <a:ea typeface="Calibri" panose="020F0502020204030204" pitchFamily="34" charset="0"/>
                <a:cs typeface="Arial" panose="020B0604020202020204" pitchFamily="34" charset="0"/>
              </a:rPr>
              <a:t>SAP BTP : </a:t>
            </a:r>
            <a:r>
              <a:rPr lang="en-US" sz="1050" b="0" i="0" dirty="0">
                <a:effectLst/>
                <a:latin typeface="Segoe UI" panose="020B0502040204020203" pitchFamily="34" charset="0"/>
              </a:rPr>
              <a:t>SAP Business Technology Platform (SAP BTP) is a comprehensive technology platform that integrates various services and tools to help businesses innovate and transform digitally, it</a:t>
            </a:r>
            <a:r>
              <a:rPr lang="en-US" sz="1050" dirty="0">
                <a:effectLst/>
                <a:latin typeface="Arial" panose="020B0604020202020204" pitchFamily="34" charset="0"/>
                <a:ea typeface="Calibri" panose="020F0502020204030204" pitchFamily="34" charset="0"/>
                <a:cs typeface="Arial" panose="020B0604020202020204" pitchFamily="34" charset="0"/>
              </a:rPr>
              <a:t> is integrated with the SAP S/4HANA to manage the PR/PO forms &amp;  approval workflow.  </a:t>
            </a:r>
          </a:p>
          <a:p>
            <a:pPr marL="171450" lvl="0" indent="-171450" algn="just">
              <a:spcAft>
                <a:spcPts val="600"/>
              </a:spcAft>
              <a:buFont typeface="Wingdings" panose="05000000000000000000" pitchFamily="2" charset="2"/>
              <a:buChar char="q"/>
              <a:tabLst>
                <a:tab pos="540385" algn="l"/>
              </a:tabLst>
            </a:pPr>
            <a:endParaRPr lang="de-DE" sz="105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endParaRPr lang="de-DE" sz="1050" dirty="0">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endParaRPr lang="de-DE" sz="105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endParaRPr lang="de-DE" sz="1050" dirty="0">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endParaRPr lang="de-DE" sz="105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endParaRPr lang="de-DE" sz="1050" dirty="0">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endParaRPr lang="de-DE" sz="105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endParaRPr lang="de-DE" sz="1050" dirty="0">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endParaRPr lang="de-DE" sz="105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r>
              <a:rPr lang="de-DE" sz="1050" dirty="0">
                <a:effectLst/>
                <a:latin typeface="Arial" panose="020B0604020202020204" pitchFamily="34" charset="0"/>
                <a:ea typeface="Calibri" panose="020F0502020204030204" pitchFamily="34" charset="0"/>
                <a:cs typeface="Arial" panose="020B0604020202020204" pitchFamily="34" charset="0"/>
              </a:rPr>
              <a:t>SAT (</a:t>
            </a:r>
            <a:r>
              <a:rPr lang="de-DE" sz="1050" dirty="0" err="1">
                <a:effectLst/>
                <a:latin typeface="Arial" panose="020B0604020202020204" pitchFamily="34" charset="0"/>
                <a:ea typeface="Calibri" panose="020F0502020204030204" pitchFamily="34" charset="0"/>
                <a:cs typeface="Arial" panose="020B0604020202020204" pitchFamily="34" charset="0"/>
              </a:rPr>
              <a:t>Mendix</a:t>
            </a:r>
            <a:r>
              <a:rPr lang="de-DE" sz="1050" dirty="0">
                <a:effectLst/>
                <a:latin typeface="Arial" panose="020B0604020202020204" pitchFamily="34" charset="0"/>
                <a:ea typeface="Calibri" panose="020F0502020204030204" pitchFamily="34" charset="0"/>
                <a:cs typeface="Arial" panose="020B0604020202020204" pitchFamily="34" charset="0"/>
              </a:rPr>
              <a:t>) : </a:t>
            </a:r>
            <a:r>
              <a:rPr lang="en-US" sz="1050" dirty="0">
                <a:effectLst/>
                <a:latin typeface="Arial" panose="020B0604020202020204" pitchFamily="34" charset="0"/>
                <a:ea typeface="Calibri" panose="020F0502020204030204" pitchFamily="34" charset="0"/>
                <a:cs typeface="Arial" panose="020B0604020202020204" pitchFamily="34" charset="0"/>
              </a:rPr>
              <a:t>Signature Authorization Tool (SAT) is SHERPAX harmonized tool to manage the authorized approvers per each Company Code (ARE), Cost Center and Profit Center. The SAT will be used to determine the Purchase Order Functional and Technical approvers.</a:t>
            </a:r>
            <a:endParaRPr lang="en-DE" sz="105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lgn="just">
              <a:spcAft>
                <a:spcPts val="600"/>
              </a:spcAft>
              <a:buFont typeface="Wingdings" panose="05000000000000000000" pitchFamily="2" charset="2"/>
              <a:buChar char="q"/>
              <a:tabLst>
                <a:tab pos="540385" algn="l"/>
              </a:tabLst>
            </a:pPr>
            <a:r>
              <a:rPr lang="de-DE" sz="1050" dirty="0">
                <a:effectLst/>
                <a:latin typeface="Arial" panose="020B0604020202020204" pitchFamily="34" charset="0"/>
                <a:ea typeface="Calibri" panose="020F0502020204030204" pitchFamily="34" charset="0"/>
                <a:cs typeface="Arial" panose="020B0604020202020204" pitchFamily="34" charset="0"/>
              </a:rPr>
              <a:t>SAP MDG (M4P) :</a:t>
            </a:r>
            <a:r>
              <a:rPr kumimoji="0" lang="en-US" sz="1050" b="0" i="0" u="none" strike="noStrike" kern="1200" cap="none" spc="0" normalizeH="0" baseline="0" noProof="0" dirty="0">
                <a:ln>
                  <a:noFill/>
                </a:ln>
                <a:solidFill>
                  <a:prstClr val="white"/>
                </a:solidFill>
                <a:effectLst/>
                <a:uLnTx/>
                <a:uFillTx/>
                <a:latin typeface="Arial"/>
                <a:ea typeface="+mn-ea"/>
                <a:cs typeface="+mn-cs"/>
              </a:rPr>
              <a:t>Business </a:t>
            </a:r>
            <a:r>
              <a:rPr lang="en-US" sz="1050" dirty="0">
                <a:solidFill>
                  <a:prstClr val="white"/>
                </a:solidFill>
                <a:latin typeface="Arial"/>
              </a:rPr>
              <a:t>P</a:t>
            </a:r>
            <a:r>
              <a:rPr kumimoji="0" lang="en-US" sz="1050" b="0" i="0" u="none" strike="noStrike" kern="1200" cap="none" spc="0" normalizeH="0" baseline="0" noProof="0" dirty="0" err="1">
                <a:ln>
                  <a:noFill/>
                </a:ln>
                <a:solidFill>
                  <a:prstClr val="white"/>
                </a:solidFill>
                <a:effectLst/>
                <a:uLnTx/>
                <a:uFillTx/>
                <a:latin typeface="Arial"/>
                <a:ea typeface="+mn-ea"/>
                <a:cs typeface="+mn-cs"/>
              </a:rPr>
              <a:t>artners</a:t>
            </a:r>
            <a:r>
              <a:rPr kumimoji="0" lang="en-US" sz="1050" b="0" i="0" u="none" strike="noStrike" kern="1200" cap="none" spc="0" normalizeH="0" baseline="0" noProof="0" dirty="0">
                <a:ln>
                  <a:noFill/>
                </a:ln>
                <a:solidFill>
                  <a:prstClr val="white"/>
                </a:solidFill>
                <a:effectLst/>
                <a:uLnTx/>
                <a:uFillTx/>
                <a:latin typeface="Arial"/>
                <a:ea typeface="+mn-ea"/>
                <a:cs typeface="+mn-cs"/>
              </a:rPr>
              <a:t> including internal and external suppliers are centrally managed in MDG </a:t>
            </a:r>
            <a:r>
              <a:rPr lang="en-US" sz="1050" dirty="0">
                <a:solidFill>
                  <a:prstClr val="white"/>
                </a:solidFill>
                <a:latin typeface="Arial"/>
              </a:rPr>
              <a:t>Creation and/or change of Business Partner data have to be executed in MDG first before such data is available in S4P system (e.g., Purchasing Organization, terms etc.).</a:t>
            </a:r>
          </a:p>
          <a:p>
            <a:pPr lvl="0">
              <a:spcAft>
                <a:spcPts val="600"/>
              </a:spcAft>
              <a:tabLst>
                <a:tab pos="540385" algn="l"/>
              </a:tabLst>
            </a:pPr>
            <a:endParaRPr lang="en-DE" sz="1000" dirty="0">
              <a:effectLst/>
              <a:latin typeface="Arial" panose="020B0604020202020204" pitchFamily="34" charset="0"/>
              <a:ea typeface="Calibri" panose="020F0502020204030204" pitchFamily="34" charset="0"/>
              <a:cs typeface="Arial" panose="020B0604020202020204" pitchFamily="34" charset="0"/>
            </a:endParaRPr>
          </a:p>
          <a:p>
            <a:pPr algn="l"/>
            <a:endParaRPr lang="en-DE" dirty="0" err="1"/>
          </a:p>
        </p:txBody>
      </p:sp>
      <p:pic>
        <p:nvPicPr>
          <p:cNvPr id="7" name="Picture 6">
            <a:extLst>
              <a:ext uri="{FF2B5EF4-FFF2-40B4-BE49-F238E27FC236}">
                <a16:creationId xmlns:a16="http://schemas.microsoft.com/office/drawing/2014/main" id="{6849E791-2978-D443-E512-43431728E992}"/>
              </a:ext>
            </a:extLst>
          </p:cNvPr>
          <p:cNvPicPr>
            <a:picLocks noChangeAspect="1"/>
          </p:cNvPicPr>
          <p:nvPr/>
        </p:nvPicPr>
        <p:blipFill>
          <a:blip r:embed="rId3"/>
          <a:stretch>
            <a:fillRect/>
          </a:stretch>
        </p:blipFill>
        <p:spPr>
          <a:xfrm>
            <a:off x="2113538" y="2420155"/>
            <a:ext cx="5480483" cy="2017690"/>
          </a:xfrm>
          <a:prstGeom prst="rect">
            <a:avLst/>
          </a:prstGeom>
        </p:spPr>
      </p:pic>
    </p:spTree>
    <p:extLst>
      <p:ext uri="{BB962C8B-B14F-4D97-AF65-F5344CB8AC3E}">
        <p14:creationId xmlns:p14="http://schemas.microsoft.com/office/powerpoint/2010/main" val="3843873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EFCBE-026F-32ED-48CE-1E2E436040E7}"/>
              </a:ext>
            </a:extLst>
          </p:cNvPr>
          <p:cNvSpPr>
            <a:spLocks noGrp="1"/>
          </p:cNvSpPr>
          <p:nvPr>
            <p:ph type="title"/>
          </p:nvPr>
        </p:nvSpPr>
        <p:spPr>
          <a:xfrm>
            <a:off x="410401" y="647529"/>
            <a:ext cx="9465120" cy="576000"/>
          </a:xfrm>
        </p:spPr>
        <p:txBody>
          <a:bodyPr/>
          <a:lstStyle/>
          <a:p>
            <a:r>
              <a:rPr lang="en-US" dirty="0"/>
              <a:t>SRE Direct X : Features List</a:t>
            </a:r>
            <a:endParaRPr lang="en-DE" dirty="0"/>
          </a:p>
        </p:txBody>
      </p:sp>
      <p:sp>
        <p:nvSpPr>
          <p:cNvPr id="3" name="Footer Placeholder 2">
            <a:extLst>
              <a:ext uri="{FF2B5EF4-FFF2-40B4-BE49-F238E27FC236}">
                <a16:creationId xmlns:a16="http://schemas.microsoft.com/office/drawing/2014/main" id="{5664E8DD-7607-8E52-CE4D-2142CBD8C4C3}"/>
              </a:ext>
            </a:extLst>
          </p:cNvPr>
          <p:cNvSpPr>
            <a:spLocks noGrp="1"/>
          </p:cNvSpPr>
          <p:nvPr>
            <p:ph type="ftr" sz="quarter" idx="10"/>
          </p:nvPr>
        </p:nvSpPr>
        <p:spPr>
          <a:xfrm>
            <a:off x="1059160" y="6479529"/>
            <a:ext cx="9216000" cy="547200"/>
          </a:xfrm>
        </p:spPr>
        <p:txBody>
          <a:bodyPr/>
          <a:lstStyle/>
          <a:p>
            <a:pPr>
              <a:lnSpc>
                <a:spcPct val="100000"/>
              </a:lnSpc>
            </a:pPr>
            <a:r>
              <a:rPr lang="en-US"/>
              <a:t>Restricted | © Siemens 2024 | SHERPA X DEPA | 2024-01</a:t>
            </a:r>
          </a:p>
        </p:txBody>
      </p:sp>
      <p:sp>
        <p:nvSpPr>
          <p:cNvPr id="4" name="Slide Number Placeholder 3">
            <a:extLst>
              <a:ext uri="{FF2B5EF4-FFF2-40B4-BE49-F238E27FC236}">
                <a16:creationId xmlns:a16="http://schemas.microsoft.com/office/drawing/2014/main" id="{9F76C331-12B1-EC47-CA68-4AF614A335B2}"/>
              </a:ext>
            </a:extLst>
          </p:cNvPr>
          <p:cNvSpPr>
            <a:spLocks noGrp="1"/>
          </p:cNvSpPr>
          <p:nvPr>
            <p:ph type="sldNum" sz="quarter" idx="11"/>
          </p:nvPr>
        </p:nvSpPr>
        <p:spPr>
          <a:xfrm>
            <a:off x="411162" y="6479529"/>
            <a:ext cx="648000" cy="547200"/>
          </a:xfrm>
        </p:spPr>
        <p:txBody>
          <a:bodyPr/>
          <a:lstStyle/>
          <a:p>
            <a:r>
              <a:rPr lang="en-US"/>
              <a:t>Page </a:t>
            </a:r>
            <a:fld id="{15EBE321-CBB1-4E91-BD14-37C8D44326FB}" type="slidenum">
              <a:rPr lang="en-US" smtClean="0"/>
              <a:pPr/>
              <a:t>14</a:t>
            </a:fld>
            <a:endParaRPr lang="en-US"/>
          </a:p>
        </p:txBody>
      </p:sp>
      <p:graphicFrame>
        <p:nvGraphicFramePr>
          <p:cNvPr id="7" name="Table 6">
            <a:extLst>
              <a:ext uri="{FF2B5EF4-FFF2-40B4-BE49-F238E27FC236}">
                <a16:creationId xmlns:a16="http://schemas.microsoft.com/office/drawing/2014/main" id="{43F9D107-05D3-D175-0685-96BB6868D4EE}"/>
              </a:ext>
            </a:extLst>
          </p:cNvPr>
          <p:cNvGraphicFramePr>
            <a:graphicFrameLocks noGrp="1"/>
          </p:cNvGraphicFramePr>
          <p:nvPr>
            <p:extLst>
              <p:ext uri="{D42A27DB-BD31-4B8C-83A1-F6EECF244321}">
                <p14:modId xmlns:p14="http://schemas.microsoft.com/office/powerpoint/2010/main" val="181215841"/>
              </p:ext>
            </p:extLst>
          </p:nvPr>
        </p:nvGraphicFramePr>
        <p:xfrm>
          <a:off x="551901" y="1704823"/>
          <a:ext cx="8855335" cy="3532194"/>
        </p:xfrm>
        <a:graphic>
          <a:graphicData uri="http://schemas.openxmlformats.org/drawingml/2006/table">
            <a:tbl>
              <a:tblPr firstRow="1" bandRow="1">
                <a:tableStyleId>{0E3FDE45-AF77-4B5C-9715-49D594BDF05E}</a:tableStyleId>
              </a:tblPr>
              <a:tblGrid>
                <a:gridCol w="658845">
                  <a:extLst>
                    <a:ext uri="{9D8B030D-6E8A-4147-A177-3AD203B41FA5}">
                      <a16:colId xmlns:a16="http://schemas.microsoft.com/office/drawing/2014/main" val="1616023239"/>
                    </a:ext>
                  </a:extLst>
                </a:gridCol>
                <a:gridCol w="3270304">
                  <a:extLst>
                    <a:ext uri="{9D8B030D-6E8A-4147-A177-3AD203B41FA5}">
                      <a16:colId xmlns:a16="http://schemas.microsoft.com/office/drawing/2014/main" val="1977969953"/>
                    </a:ext>
                  </a:extLst>
                </a:gridCol>
                <a:gridCol w="4926186">
                  <a:extLst>
                    <a:ext uri="{9D8B030D-6E8A-4147-A177-3AD203B41FA5}">
                      <a16:colId xmlns:a16="http://schemas.microsoft.com/office/drawing/2014/main" val="1892379158"/>
                    </a:ext>
                  </a:extLst>
                </a:gridCol>
              </a:tblGrid>
              <a:tr h="434457">
                <a:tc>
                  <a:txBody>
                    <a:bodyPr/>
                    <a:lstStyle/>
                    <a:p>
                      <a:pPr algn="ctr"/>
                      <a:r>
                        <a:rPr lang="en-US" sz="1050" b="0" dirty="0">
                          <a:solidFill>
                            <a:srgbClr val="F3F3F0"/>
                          </a:solidFill>
                          <a:latin typeface="+mn-lt"/>
                        </a:rPr>
                        <a:t>Sr. No.</a:t>
                      </a:r>
                      <a:endParaRPr lang="en-DE" sz="1050" b="0" dirty="0">
                        <a:solidFill>
                          <a:srgbClr val="F3F3F0"/>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1E0"/>
                    </a:solidFill>
                  </a:tcPr>
                </a:tc>
                <a:tc>
                  <a:txBody>
                    <a:bodyPr/>
                    <a:lstStyle/>
                    <a:p>
                      <a:pPr algn="l" fontAlgn="b"/>
                      <a:r>
                        <a:rPr lang="en-US" sz="1050" b="0" i="0" u="none" strike="noStrike" dirty="0">
                          <a:solidFill>
                            <a:srgbClr val="F3F3F0"/>
                          </a:solidFill>
                          <a:effectLst/>
                          <a:latin typeface="+mn-lt"/>
                        </a:rPr>
                        <a:t>Features Title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1E0"/>
                    </a:solidFill>
                  </a:tcPr>
                </a:tc>
                <a:tc>
                  <a:txBody>
                    <a:bodyPr/>
                    <a:lstStyle/>
                    <a:p>
                      <a:pPr algn="l" fontAlgn="b"/>
                      <a:r>
                        <a:rPr lang="en-US" sz="1050" b="0" i="0" u="none" strike="noStrike" dirty="0">
                          <a:solidFill>
                            <a:srgbClr val="F3F3F0"/>
                          </a:solidFill>
                          <a:effectLst/>
                          <a:latin typeface="+mn-lt"/>
                        </a:rPr>
                        <a:t>Features Description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1E0"/>
                    </a:solidFill>
                  </a:tcPr>
                </a:tc>
                <a:extLst>
                  <a:ext uri="{0D108BD9-81ED-4DB2-BD59-A6C34878D82A}">
                    <a16:rowId xmlns:a16="http://schemas.microsoft.com/office/drawing/2014/main" val="2421373319"/>
                  </a:ext>
                </a:extLst>
              </a:tr>
              <a:tr h="434457">
                <a:tc>
                  <a:txBody>
                    <a:bodyPr/>
                    <a:lstStyle/>
                    <a:p>
                      <a:pPr algn="ctr"/>
                      <a:r>
                        <a:rPr lang="en-US" sz="1050" dirty="0">
                          <a:solidFill>
                            <a:srgbClr val="FFFFFF"/>
                          </a:solidFill>
                          <a:latin typeface="+mn-lt"/>
                        </a:rPr>
                        <a:t>1.</a:t>
                      </a:r>
                      <a:endParaRPr lang="en-DE" sz="1050" dirty="0">
                        <a:solidFill>
                          <a:srgbClr val="FFFFFF"/>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dirty="0">
                          <a:solidFill>
                            <a:srgbClr val="FFFFFF"/>
                          </a:solidFill>
                          <a:effectLst/>
                          <a:latin typeface="+mn-lt"/>
                        </a:rPr>
                        <a:t>SX_GF_P2P_Direct_Manage Purchase Requisition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dirty="0">
                          <a:solidFill>
                            <a:srgbClr val="FFFFFF"/>
                          </a:solidFill>
                          <a:effectLst/>
                          <a:latin typeface="+mn-lt"/>
                        </a:rPr>
                        <a:t>Create/manage Purchase requisition in SAP Fiori (S4) and verification in SAP BTP</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0631466"/>
                  </a:ext>
                </a:extLst>
              </a:tr>
              <a:tr h="434457">
                <a:tc>
                  <a:txBody>
                    <a:bodyPr/>
                    <a:lstStyle/>
                    <a:p>
                      <a:pPr algn="ctr"/>
                      <a:r>
                        <a:rPr lang="en-US" sz="1050" dirty="0">
                          <a:solidFill>
                            <a:srgbClr val="FFFFFF"/>
                          </a:solidFill>
                          <a:latin typeface="+mn-lt"/>
                        </a:rPr>
                        <a:t>2.</a:t>
                      </a:r>
                      <a:endParaRPr lang="en-DE" sz="1050" dirty="0">
                        <a:solidFill>
                          <a:srgbClr val="FFFFFF"/>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a:solidFill>
                            <a:srgbClr val="FFFFFF"/>
                          </a:solidFill>
                          <a:effectLst/>
                          <a:latin typeface="+mn-lt"/>
                        </a:rPr>
                        <a:t>SX_GF_P2P_Direct_Manage Purchase Order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dirty="0">
                          <a:solidFill>
                            <a:srgbClr val="FFFFFF"/>
                          </a:solidFill>
                          <a:effectLst/>
                          <a:latin typeface="+mn-lt"/>
                        </a:rPr>
                        <a:t>Manage Purchase Order in SAP Fiori (S4)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4723526"/>
                  </a:ext>
                </a:extLst>
              </a:tr>
              <a:tr h="598122">
                <a:tc>
                  <a:txBody>
                    <a:bodyPr/>
                    <a:lstStyle/>
                    <a:p>
                      <a:pPr algn="ctr"/>
                      <a:r>
                        <a:rPr lang="en-US" sz="1050" dirty="0">
                          <a:solidFill>
                            <a:srgbClr val="FFFFFF"/>
                          </a:solidFill>
                          <a:latin typeface="+mn-lt"/>
                        </a:rPr>
                        <a:t>3.</a:t>
                      </a:r>
                      <a:endParaRPr lang="en-DE" sz="1050" dirty="0">
                        <a:solidFill>
                          <a:srgbClr val="FFFFFF"/>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dirty="0">
                          <a:solidFill>
                            <a:srgbClr val="FFFFFF"/>
                          </a:solidFill>
                          <a:effectLst/>
                          <a:latin typeface="+mn-lt"/>
                        </a:rPr>
                        <a:t>SX_GF_P2P_Direct_Workflow Setup &amp; SAT Integration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fontAlgn="b">
                        <a:buFont typeface="Arial" panose="020B0604020202020204" pitchFamily="34" charset="0"/>
                        <a:buNone/>
                      </a:pPr>
                      <a:r>
                        <a:rPr lang="en-US" sz="1050" b="0" i="0" u="none" strike="noStrike" dirty="0">
                          <a:solidFill>
                            <a:srgbClr val="FFFFFF"/>
                          </a:solidFill>
                          <a:effectLst/>
                          <a:latin typeface="+mn-lt"/>
                        </a:rPr>
                        <a:t>PR/PO Technical Release Strategy in S4</a:t>
                      </a:r>
                    </a:p>
                    <a:p>
                      <a:pPr marL="0" indent="0" algn="l" fontAlgn="b">
                        <a:buFont typeface="Arial" panose="020B0604020202020204" pitchFamily="34" charset="0"/>
                        <a:buNone/>
                      </a:pPr>
                      <a:r>
                        <a:rPr lang="en-US" sz="1050" b="0" i="0" u="none" strike="noStrike" dirty="0">
                          <a:solidFill>
                            <a:srgbClr val="FFFFFF"/>
                          </a:solidFill>
                          <a:effectLst/>
                          <a:latin typeface="+mn-lt"/>
                        </a:rPr>
                        <a:t>PO Approval for Expert Procurement &amp; SAT Approvers in SAP BTP.</a:t>
                      </a:r>
                    </a:p>
                    <a:p>
                      <a:pPr marL="0" indent="0" algn="l" fontAlgn="b">
                        <a:buFont typeface="Arial" panose="020B0604020202020204" pitchFamily="34" charset="0"/>
                        <a:buNone/>
                      </a:pPr>
                      <a:r>
                        <a:rPr lang="en-US" sz="1050" b="0" i="0" u="none" strike="noStrike" dirty="0">
                          <a:solidFill>
                            <a:srgbClr val="FFFFFF"/>
                          </a:solidFill>
                          <a:effectLst/>
                          <a:latin typeface="+mn-lt"/>
                        </a:rPr>
                        <a:t>E-mail notifications related to workflow from SAP BTP</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4661865"/>
                  </a:ext>
                </a:extLst>
              </a:tr>
              <a:tr h="434457">
                <a:tc>
                  <a:txBody>
                    <a:bodyPr/>
                    <a:lstStyle/>
                    <a:p>
                      <a:pPr algn="ctr"/>
                      <a:r>
                        <a:rPr lang="en-US" sz="1050" dirty="0">
                          <a:solidFill>
                            <a:srgbClr val="FFFFFF"/>
                          </a:solidFill>
                          <a:latin typeface="+mn-lt"/>
                        </a:rPr>
                        <a:t>4.</a:t>
                      </a:r>
                      <a:endParaRPr lang="en-DE" sz="1050" dirty="0">
                        <a:solidFill>
                          <a:srgbClr val="FFFFFF"/>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dirty="0">
                          <a:solidFill>
                            <a:srgbClr val="FFFFFF"/>
                          </a:solidFill>
                          <a:effectLst/>
                          <a:latin typeface="+mn-lt"/>
                        </a:rPr>
                        <a:t>SX_GF_P2P_Direct_PO Output &amp; PO Response &amp; PO Change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050" b="0" i="0" u="none" strike="noStrike" dirty="0">
                          <a:solidFill>
                            <a:srgbClr val="FFFFFF"/>
                          </a:solidFill>
                          <a:effectLst/>
                          <a:latin typeface="+mn-lt"/>
                        </a:rPr>
                        <a:t>PO Output, PO </a:t>
                      </a:r>
                      <a:r>
                        <a:rPr lang="it-IT" sz="1050" b="0" i="0" u="none" strike="noStrike" dirty="0" err="1">
                          <a:solidFill>
                            <a:srgbClr val="FFFFFF"/>
                          </a:solidFill>
                          <a:effectLst/>
                          <a:latin typeface="+mn-lt"/>
                        </a:rPr>
                        <a:t>response</a:t>
                      </a:r>
                      <a:r>
                        <a:rPr lang="it-IT" sz="1050" b="0" i="0" u="none" strike="noStrike" dirty="0">
                          <a:solidFill>
                            <a:srgbClr val="FFFFFF"/>
                          </a:solidFill>
                          <a:effectLst/>
                          <a:latin typeface="+mn-lt"/>
                        </a:rPr>
                        <a:t> and PO </a:t>
                      </a:r>
                      <a:r>
                        <a:rPr lang="it-IT" sz="1050" b="0" i="0" u="none" strike="noStrike" dirty="0" err="1">
                          <a:solidFill>
                            <a:srgbClr val="FFFFFF"/>
                          </a:solidFill>
                          <a:effectLst/>
                          <a:latin typeface="+mn-lt"/>
                        </a:rPr>
                        <a:t>change</a:t>
                      </a:r>
                      <a:r>
                        <a:rPr lang="it-IT" sz="1050" b="0" i="0" u="none" strike="noStrike" dirty="0">
                          <a:solidFill>
                            <a:srgbClr val="FFFFFF"/>
                          </a:solidFill>
                          <a:effectLst/>
                          <a:latin typeface="+mn-lt"/>
                        </a:rPr>
                        <a:t> </a:t>
                      </a:r>
                      <a:r>
                        <a:rPr lang="it-IT" sz="1050" b="0" i="0" u="none" strike="noStrike" dirty="0" err="1">
                          <a:solidFill>
                            <a:srgbClr val="FFFFFF"/>
                          </a:solidFill>
                          <a:effectLst/>
                          <a:latin typeface="+mn-lt"/>
                        </a:rPr>
                        <a:t>process</a:t>
                      </a:r>
                      <a:r>
                        <a:rPr lang="it-IT" sz="1050" b="0" i="0" u="none" strike="noStrike" dirty="0">
                          <a:solidFill>
                            <a:srgbClr val="FFFFFF"/>
                          </a:solidFill>
                          <a:effectLst/>
                          <a:latin typeface="+mn-lt"/>
                        </a:rPr>
                        <a:t> in SAP (S4) via Fiori app.</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5306824"/>
                  </a:ext>
                </a:extLst>
              </a:tr>
              <a:tr h="598122">
                <a:tc>
                  <a:txBody>
                    <a:bodyPr/>
                    <a:lstStyle/>
                    <a:p>
                      <a:pPr algn="ctr"/>
                      <a:r>
                        <a:rPr lang="en-US" sz="1050" dirty="0">
                          <a:solidFill>
                            <a:srgbClr val="FFFFFF"/>
                          </a:solidFill>
                          <a:latin typeface="+mn-lt"/>
                        </a:rPr>
                        <a:t>5.</a:t>
                      </a:r>
                      <a:endParaRPr lang="en-DE" sz="1050" dirty="0">
                        <a:solidFill>
                          <a:srgbClr val="FFFFFF"/>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dirty="0">
                          <a:solidFill>
                            <a:srgbClr val="FFFFFF"/>
                          </a:solidFill>
                          <a:effectLst/>
                          <a:latin typeface="+mn-lt"/>
                        </a:rPr>
                        <a:t>SX_GF_P2P_Direct_SRE Authorization Roles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dirty="0">
                          <a:solidFill>
                            <a:srgbClr val="FFFFFF"/>
                          </a:solidFill>
                          <a:effectLst/>
                          <a:latin typeface="+mn-lt"/>
                        </a:rPr>
                        <a:t>Cover the roles of PO Requisitioner, Purchaser, Buyer, Procurement Expert &amp; Approver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8843320"/>
                  </a:ext>
                </a:extLst>
              </a:tr>
              <a:tr h="598122">
                <a:tc>
                  <a:txBody>
                    <a:bodyPr/>
                    <a:lstStyle/>
                    <a:p>
                      <a:pPr algn="ctr"/>
                      <a:r>
                        <a:rPr lang="en-US" sz="1050" dirty="0">
                          <a:solidFill>
                            <a:srgbClr val="FFFFFF"/>
                          </a:solidFill>
                          <a:latin typeface="+mn-lt"/>
                        </a:rPr>
                        <a:t>6.</a:t>
                      </a:r>
                      <a:endParaRPr lang="en-DE" sz="1050" dirty="0">
                        <a:solidFill>
                          <a:srgbClr val="FFFFFF"/>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dirty="0">
                          <a:solidFill>
                            <a:srgbClr val="FFFFFF"/>
                          </a:solidFill>
                          <a:effectLst/>
                          <a:latin typeface="+mn-lt"/>
                        </a:rPr>
                        <a:t>SX_GF_P2P_Direct_SRE Organizational Structure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50" b="0" i="0" u="none" strike="noStrike" dirty="0">
                          <a:solidFill>
                            <a:srgbClr val="FFFFFF"/>
                          </a:solidFill>
                          <a:effectLst/>
                          <a:latin typeface="+mn-lt"/>
                        </a:rPr>
                        <a:t>Check organizational requirements in processes for purchasing of direct project and services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4861290"/>
                  </a:ext>
                </a:extLst>
              </a:tr>
            </a:tbl>
          </a:graphicData>
        </a:graphic>
      </p:graphicFrame>
    </p:spTree>
    <p:extLst>
      <p:ext uri="{BB962C8B-B14F-4D97-AF65-F5344CB8AC3E}">
        <p14:creationId xmlns:p14="http://schemas.microsoft.com/office/powerpoint/2010/main" val="3808075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7DE00-231D-9FCA-62E2-515CFFAB6E5B}"/>
              </a:ext>
            </a:extLst>
          </p:cNvPr>
          <p:cNvSpPr>
            <a:spLocks noGrp="1"/>
          </p:cNvSpPr>
          <p:nvPr>
            <p:ph type="title"/>
          </p:nvPr>
        </p:nvSpPr>
        <p:spPr/>
        <p:txBody>
          <a:bodyPr/>
          <a:lstStyle/>
          <a:p>
            <a:r>
              <a:rPr lang="en-US" dirty="0"/>
              <a:t>SRE Direct X : Roles, Organization &amp; Document Types  </a:t>
            </a:r>
            <a:endParaRPr lang="en-DE" dirty="0"/>
          </a:p>
        </p:txBody>
      </p:sp>
      <p:sp>
        <p:nvSpPr>
          <p:cNvPr id="3" name="Footer Placeholder 2">
            <a:extLst>
              <a:ext uri="{FF2B5EF4-FFF2-40B4-BE49-F238E27FC236}">
                <a16:creationId xmlns:a16="http://schemas.microsoft.com/office/drawing/2014/main" id="{92249D46-3BB8-5925-197D-C4D0ECF7F5B5}"/>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8234FF6C-AAB4-BD0F-72AA-CAAE4890CF6C}"/>
              </a:ext>
            </a:extLst>
          </p:cNvPr>
          <p:cNvSpPr>
            <a:spLocks noGrp="1"/>
          </p:cNvSpPr>
          <p:nvPr>
            <p:ph type="sldNum" sz="quarter" idx="11"/>
          </p:nvPr>
        </p:nvSpPr>
        <p:spPr/>
        <p:txBody>
          <a:bodyPr/>
          <a:lstStyle/>
          <a:p>
            <a:r>
              <a:rPr lang="en-US"/>
              <a:t>Page </a:t>
            </a:r>
            <a:fld id="{15EBE321-CBB1-4E91-BD14-37C8D44326FB}" type="slidenum">
              <a:rPr lang="en-US" smtClean="0"/>
              <a:pPr/>
              <a:t>15</a:t>
            </a:fld>
            <a:endParaRPr lang="en-US"/>
          </a:p>
        </p:txBody>
      </p:sp>
      <p:graphicFrame>
        <p:nvGraphicFramePr>
          <p:cNvPr id="5" name="Table 4">
            <a:extLst>
              <a:ext uri="{FF2B5EF4-FFF2-40B4-BE49-F238E27FC236}">
                <a16:creationId xmlns:a16="http://schemas.microsoft.com/office/drawing/2014/main" id="{74A62252-11E0-D290-752A-96B844B95456}"/>
              </a:ext>
            </a:extLst>
          </p:cNvPr>
          <p:cNvGraphicFramePr>
            <a:graphicFrameLocks noGrp="1"/>
          </p:cNvGraphicFramePr>
          <p:nvPr>
            <p:extLst>
              <p:ext uri="{D42A27DB-BD31-4B8C-83A1-F6EECF244321}">
                <p14:modId xmlns:p14="http://schemas.microsoft.com/office/powerpoint/2010/main" val="2130135429"/>
              </p:ext>
            </p:extLst>
          </p:nvPr>
        </p:nvGraphicFramePr>
        <p:xfrm>
          <a:off x="701909" y="1639785"/>
          <a:ext cx="10340163" cy="3964373"/>
        </p:xfrm>
        <a:graphic>
          <a:graphicData uri="http://schemas.openxmlformats.org/drawingml/2006/table">
            <a:tbl>
              <a:tblPr firstRow="1" bandRow="1">
                <a:tableStyleId>{0E3FDE45-AF77-4B5C-9715-49D594BDF05E}</a:tableStyleId>
              </a:tblPr>
              <a:tblGrid>
                <a:gridCol w="1714777">
                  <a:extLst>
                    <a:ext uri="{9D8B030D-6E8A-4147-A177-3AD203B41FA5}">
                      <a16:colId xmlns:a16="http://schemas.microsoft.com/office/drawing/2014/main" val="2765336446"/>
                    </a:ext>
                  </a:extLst>
                </a:gridCol>
                <a:gridCol w="2379000">
                  <a:extLst>
                    <a:ext uri="{9D8B030D-6E8A-4147-A177-3AD203B41FA5}">
                      <a16:colId xmlns:a16="http://schemas.microsoft.com/office/drawing/2014/main" val="1388430655"/>
                    </a:ext>
                  </a:extLst>
                </a:gridCol>
                <a:gridCol w="6246386">
                  <a:extLst>
                    <a:ext uri="{9D8B030D-6E8A-4147-A177-3AD203B41FA5}">
                      <a16:colId xmlns:a16="http://schemas.microsoft.com/office/drawing/2014/main" val="806298704"/>
                    </a:ext>
                  </a:extLst>
                </a:gridCol>
              </a:tblGrid>
              <a:tr h="269890">
                <a:tc>
                  <a:txBody>
                    <a:bodyPr/>
                    <a:lstStyle/>
                    <a:p>
                      <a:pPr algn="l" fontAlgn="b"/>
                      <a:r>
                        <a:rPr lang="en-US" sz="1100" b="1" i="0" u="none" strike="noStrike" dirty="0">
                          <a:solidFill>
                            <a:schemeClr val="tx1"/>
                          </a:solidFill>
                          <a:effectLst/>
                          <a:latin typeface="+mn-lt"/>
                        </a:rPr>
                        <a:t>Title</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1E0"/>
                    </a:solidFill>
                  </a:tcPr>
                </a:tc>
                <a:tc>
                  <a:txBody>
                    <a:bodyPr/>
                    <a:lstStyle/>
                    <a:p>
                      <a:pPr algn="l" fontAlgn="b"/>
                      <a:r>
                        <a:rPr lang="en-US" sz="1100" b="1" i="0" u="none" strike="noStrike" dirty="0">
                          <a:solidFill>
                            <a:schemeClr val="tx1"/>
                          </a:solidFill>
                          <a:effectLst/>
                          <a:latin typeface="+mn-lt"/>
                        </a:rPr>
                        <a:t>Title Name</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1E0"/>
                    </a:solidFill>
                  </a:tcPr>
                </a:tc>
                <a:tc>
                  <a:txBody>
                    <a:bodyPr/>
                    <a:lstStyle/>
                    <a:p>
                      <a:pPr algn="l" fontAlgn="b"/>
                      <a:r>
                        <a:rPr lang="en-US" sz="1100" b="1" i="0" u="none" strike="noStrike" dirty="0">
                          <a:solidFill>
                            <a:schemeClr val="tx1"/>
                          </a:solidFill>
                          <a:effectLst/>
                          <a:latin typeface="+mn-lt"/>
                        </a:rPr>
                        <a:t>Description</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1E0"/>
                    </a:solidFill>
                  </a:tcPr>
                </a:tc>
                <a:extLst>
                  <a:ext uri="{0D108BD9-81ED-4DB2-BD59-A6C34878D82A}">
                    <a16:rowId xmlns:a16="http://schemas.microsoft.com/office/drawing/2014/main" val="742300348"/>
                  </a:ext>
                </a:extLst>
              </a:tr>
              <a:tr h="269890">
                <a:tc>
                  <a:txBody>
                    <a:bodyPr/>
                    <a:lstStyle/>
                    <a:p>
                      <a:pPr marL="0" algn="l" defTabSz="914400" rtl="0" eaLnBrk="1" fontAlgn="b" latinLnBrk="0" hangingPunct="1"/>
                      <a:r>
                        <a:rPr lang="en-US" sz="1100" b="0" i="0" u="none" strike="noStrike" kern="1200" dirty="0">
                          <a:solidFill>
                            <a:schemeClr val="tx1"/>
                          </a:solidFill>
                          <a:effectLst/>
                          <a:latin typeface="+mn-lt"/>
                          <a:ea typeface="+mn-ea"/>
                          <a:cs typeface="+mn-cs"/>
                        </a:rPr>
                        <a:t>P2R Roles</a:t>
                      </a:r>
                      <a:endParaRPr lang="en-DE" sz="1100" b="0" i="0" u="none" strike="noStrike" kern="1200" dirty="0">
                        <a:solidFill>
                          <a:schemeClr val="tx1"/>
                        </a:solidFill>
                        <a:effectLst/>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100" b="0" i="0" u="none" strike="noStrike">
                          <a:solidFill>
                            <a:schemeClr val="tx1"/>
                          </a:solidFill>
                          <a:effectLst/>
                          <a:latin typeface="+mn-lt"/>
                        </a:rPr>
                        <a:t>Requisitioner</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r>
                        <a:rPr lang="en-US" sz="1100" b="0" i="0" u="none" strike="noStrike">
                          <a:solidFill>
                            <a:schemeClr val="tx1"/>
                          </a:solidFill>
                          <a:effectLst/>
                          <a:latin typeface="+mn-lt"/>
                        </a:rPr>
                        <a:t>Processes Purchase Requisitions (PR)</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5764245"/>
                  </a:ext>
                </a:extLst>
              </a:tr>
              <a:tr h="352083">
                <a:tc>
                  <a:txBody>
                    <a:bodyPr/>
                    <a:lstStyle/>
                    <a:p>
                      <a:pPr marL="0" algn="l" defTabSz="914400" rtl="0" eaLnBrk="1" fontAlgn="b" latinLnBrk="0" hangingPunct="1"/>
                      <a:endParaRPr lang="en-DE" sz="1100" b="0" i="0" u="none" strike="noStrike" kern="1200" dirty="0">
                        <a:solidFill>
                          <a:schemeClr val="tx1"/>
                        </a:solidFill>
                        <a:effectLst/>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b"/>
                      <a:r>
                        <a:rPr lang="en-US" sz="1100" b="0" i="0" u="none" strike="noStrike" dirty="0">
                          <a:solidFill>
                            <a:schemeClr val="tx1"/>
                          </a:solidFill>
                          <a:effectLst/>
                          <a:latin typeface="+mn-lt"/>
                        </a:rPr>
                        <a:t>Buyer</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fontAlgn="b"/>
                      <a:r>
                        <a:rPr lang="en-US" sz="1100" b="0" i="0" u="none" strike="noStrike">
                          <a:solidFill>
                            <a:schemeClr val="tx1"/>
                          </a:solidFill>
                          <a:effectLst/>
                          <a:latin typeface="+mn-lt"/>
                        </a:rPr>
                        <a:t>Executes buying activities (eg retrieves quotes from supplier, determines sources)</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44620978"/>
                  </a:ext>
                </a:extLst>
              </a:tr>
              <a:tr h="352083">
                <a:tc>
                  <a:txBody>
                    <a:bodyPr/>
                    <a:lstStyle/>
                    <a:p>
                      <a:pPr marL="0" algn="l" defTabSz="914400" rtl="0" eaLnBrk="1" fontAlgn="b" latinLnBrk="0" hangingPunct="1"/>
                      <a:endParaRPr lang="en-DE" sz="1100" b="0" i="0" u="none" strike="noStrike" kern="1200" dirty="0">
                        <a:solidFill>
                          <a:schemeClr val="tx1"/>
                        </a:solidFill>
                        <a:effectLst/>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l" fontAlgn="b"/>
                      <a:r>
                        <a:rPr lang="en-US" sz="1100" b="0" i="0" u="none" strike="noStrike">
                          <a:solidFill>
                            <a:schemeClr val="tx1"/>
                          </a:solidFill>
                          <a:effectLst/>
                          <a:latin typeface="+mn-lt"/>
                        </a:rPr>
                        <a:t>Procurement Expert</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fontAlgn="b"/>
                      <a:r>
                        <a:rPr lang="en-US" sz="1100" b="0" i="0" u="none" strike="noStrike" dirty="0">
                          <a:solidFill>
                            <a:schemeClr val="tx1"/>
                          </a:solidFill>
                          <a:effectLst/>
                          <a:latin typeface="+mn-lt"/>
                        </a:rPr>
                        <a:t>Involved in predefined use cases in PO to validate and update data for dedicated purpose</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59798910"/>
                  </a:ext>
                </a:extLst>
              </a:tr>
              <a:tr h="352083">
                <a:tc>
                  <a:txBody>
                    <a:bodyPr/>
                    <a:lstStyle/>
                    <a:p>
                      <a:pPr marL="0" algn="l" defTabSz="914400" rtl="0" eaLnBrk="1" fontAlgn="b" latinLnBrk="0" hangingPunct="1"/>
                      <a:endParaRPr lang="en-DE" sz="1100" b="0" i="0" u="none" strike="noStrike" kern="1200" dirty="0">
                        <a:solidFill>
                          <a:schemeClr val="tx1"/>
                        </a:solidFill>
                        <a:effectLst/>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l" fontAlgn="b"/>
                      <a:r>
                        <a:rPr lang="en-US" sz="1100" b="0" i="0" u="none" strike="noStrike" dirty="0">
                          <a:solidFill>
                            <a:schemeClr val="tx1"/>
                          </a:solidFill>
                          <a:effectLst/>
                          <a:latin typeface="+mn-lt"/>
                        </a:rPr>
                        <a:t>Purchaser</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fontAlgn="b"/>
                      <a:r>
                        <a:rPr lang="en-US" sz="1100" b="0" i="0" u="none" strike="noStrike">
                          <a:solidFill>
                            <a:schemeClr val="tx1"/>
                          </a:solidFill>
                          <a:effectLst/>
                          <a:latin typeface="+mn-lt"/>
                        </a:rPr>
                        <a:t>Processes PR and creates PO, Order Confirmations and Claims/Returns</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0374676"/>
                  </a:ext>
                </a:extLst>
              </a:tr>
              <a:tr h="269890">
                <a:tc>
                  <a:txBody>
                    <a:bodyPr/>
                    <a:lstStyle/>
                    <a:p>
                      <a:pPr marL="0" algn="l" defTabSz="914400" rtl="0" eaLnBrk="1" fontAlgn="b" latinLnBrk="0" hangingPunct="1"/>
                      <a:endParaRPr lang="en-DE" sz="1100" b="0" i="0" u="none" strike="noStrike" kern="1200" dirty="0">
                        <a:solidFill>
                          <a:schemeClr val="tx1"/>
                        </a:solidFill>
                        <a:effectLst/>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100" b="0" i="0" u="none" strike="noStrike" dirty="0">
                          <a:solidFill>
                            <a:schemeClr val="tx1"/>
                          </a:solidFill>
                          <a:effectLst/>
                          <a:latin typeface="+mn-lt"/>
                        </a:rPr>
                        <a:t>Approver</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dirty="0">
                          <a:solidFill>
                            <a:schemeClr val="tx1"/>
                          </a:solidFill>
                          <a:effectLst/>
                          <a:latin typeface="+mn-lt"/>
                        </a:rPr>
                        <a:t>Approves POs based on a signature mandate</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1672526"/>
                  </a:ext>
                </a:extLst>
              </a:tr>
              <a:tr h="269890">
                <a:tc>
                  <a:txBody>
                    <a:bodyPr/>
                    <a:lstStyle/>
                    <a:p>
                      <a:pPr algn="l" fontAlgn="b"/>
                      <a:r>
                        <a:rPr lang="en-US" sz="1100" b="0" i="0" u="none" strike="noStrike" dirty="0">
                          <a:solidFill>
                            <a:schemeClr val="tx1"/>
                          </a:solidFill>
                          <a:effectLst/>
                          <a:latin typeface="+mn-lt"/>
                        </a:rPr>
                        <a:t>Organization Data</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b"/>
                      <a:r>
                        <a:rPr lang="en-US" sz="1100" b="0" i="0" u="none" strike="noStrike">
                          <a:solidFill>
                            <a:schemeClr val="tx1"/>
                          </a:solidFill>
                          <a:effectLst/>
                          <a:latin typeface="+mn-lt"/>
                        </a:rPr>
                        <a:t>Purchasing Organization</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r>
                        <a:rPr lang="en-US" sz="1100" b="0" i="0" u="none" strike="noStrike">
                          <a:solidFill>
                            <a:schemeClr val="tx1"/>
                          </a:solidFill>
                          <a:effectLst/>
                          <a:latin typeface="+mn-lt"/>
                        </a:rPr>
                        <a:t>No IM* Purchasing Organization</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879393877"/>
                  </a:ext>
                </a:extLst>
              </a:tr>
              <a:tr h="269890">
                <a:tc>
                  <a:txBody>
                    <a:bodyPr/>
                    <a:lstStyle/>
                    <a:p>
                      <a:pPr algn="l" fontAlgn="b"/>
                      <a:endParaRPr lang="en-DE" sz="1100" b="0" i="0" u="none" strike="noStrike" dirty="0">
                        <a:solidFill>
                          <a:schemeClr val="tx1"/>
                        </a:solidFill>
                        <a:effectLst/>
                        <a:latin typeface="+mn-lt"/>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l" fontAlgn="b"/>
                      <a:endParaRPr lang="en-DE" sz="1100" b="0" i="0" u="none" strike="noStrike">
                        <a:solidFill>
                          <a:schemeClr val="tx1"/>
                        </a:solidFill>
                        <a:effectLst/>
                        <a:latin typeface="+mn-lt"/>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fontAlgn="b"/>
                      <a:r>
                        <a:rPr lang="en-US" sz="1100" b="0" i="0" u="none" strike="noStrike" dirty="0">
                          <a:solidFill>
                            <a:schemeClr val="tx1"/>
                          </a:solidFill>
                          <a:effectLst/>
                          <a:latin typeface="+mn-lt"/>
                        </a:rPr>
                        <a:t>Purchasing Organization per company code</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9771888"/>
                  </a:ext>
                </a:extLst>
              </a:tr>
              <a:tr h="269890">
                <a:tc>
                  <a:txBody>
                    <a:bodyPr/>
                    <a:lstStyle/>
                    <a:p>
                      <a:pPr algn="l" fontAlgn="b"/>
                      <a:endParaRPr lang="en-DE" sz="1100" b="0" i="0" u="none" strike="noStrike" dirty="0">
                        <a:solidFill>
                          <a:schemeClr val="tx1"/>
                        </a:solidFill>
                        <a:effectLst/>
                        <a:latin typeface="+mn-lt"/>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l" fontAlgn="b"/>
                      <a:r>
                        <a:rPr lang="en-US" sz="1100" b="0" i="0" u="none" strike="noStrike">
                          <a:solidFill>
                            <a:schemeClr val="tx1"/>
                          </a:solidFill>
                          <a:effectLst/>
                          <a:latin typeface="+mn-lt"/>
                        </a:rPr>
                        <a:t>Purchasing Group</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fontAlgn="b"/>
                      <a:r>
                        <a:rPr lang="en-US" sz="1100" b="0" i="0" u="none" strike="noStrike" dirty="0">
                          <a:solidFill>
                            <a:schemeClr val="tx1"/>
                          </a:solidFill>
                          <a:effectLst/>
                          <a:latin typeface="+mn-lt"/>
                        </a:rPr>
                        <a:t>SRE Functional Group : FXX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3867799"/>
                  </a:ext>
                </a:extLst>
              </a:tr>
              <a:tr h="269890">
                <a:tc>
                  <a:txBody>
                    <a:bodyPr/>
                    <a:lstStyle/>
                    <a:p>
                      <a:pPr algn="l" fontAlgn="b"/>
                      <a:endParaRPr lang="en-DE" sz="1100" b="0" i="0" u="none" strike="noStrike" dirty="0">
                        <a:solidFill>
                          <a:schemeClr val="tx1"/>
                        </a:solidFill>
                        <a:effectLst/>
                        <a:latin typeface="+mn-lt"/>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DE" sz="1100" b="0" i="0" u="none" strike="noStrike">
                        <a:solidFill>
                          <a:schemeClr val="tx1"/>
                        </a:solidFill>
                        <a:effectLst/>
                        <a:latin typeface="+mn-lt"/>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dirty="0">
                          <a:solidFill>
                            <a:schemeClr val="tx1"/>
                          </a:solidFill>
                          <a:effectLst/>
                          <a:latin typeface="+mn-lt"/>
                        </a:rPr>
                        <a:t>SRE Individual Group : IXX</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9123123"/>
                  </a:ext>
                </a:extLst>
              </a:tr>
              <a:tr h="269890">
                <a:tc>
                  <a:txBody>
                    <a:bodyPr/>
                    <a:lstStyle/>
                    <a:p>
                      <a:pPr algn="l" fontAlgn="b"/>
                      <a:r>
                        <a:rPr lang="en-US" sz="1100" b="0" i="0" u="none" strike="noStrike" dirty="0">
                          <a:solidFill>
                            <a:schemeClr val="tx1"/>
                          </a:solidFill>
                          <a:effectLst/>
                          <a:latin typeface="+mn-lt"/>
                        </a:rPr>
                        <a:t>Document Types in S4P</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b"/>
                      <a:r>
                        <a:rPr lang="en-US" sz="1100" b="0" i="0" u="none" strike="noStrike">
                          <a:solidFill>
                            <a:schemeClr val="tx1"/>
                          </a:solidFill>
                          <a:effectLst/>
                          <a:latin typeface="+mn-lt"/>
                        </a:rPr>
                        <a:t>Standard Purchase Requisition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r>
                        <a:rPr lang="en-US" sz="1100" b="0" i="0" u="none" strike="noStrike">
                          <a:solidFill>
                            <a:schemeClr val="tx1"/>
                          </a:solidFill>
                          <a:effectLst/>
                          <a:latin typeface="+mn-lt"/>
                        </a:rPr>
                        <a:t>NB</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48738196"/>
                  </a:ext>
                </a:extLst>
              </a:tr>
              <a:tr h="269890">
                <a:tc>
                  <a:txBody>
                    <a:bodyPr/>
                    <a:lstStyle/>
                    <a:p>
                      <a:pPr algn="l" fontAlgn="b"/>
                      <a:endParaRPr lang="en-DE" sz="1100" b="0" i="0" u="none" strike="noStrike" dirty="0">
                        <a:solidFill>
                          <a:schemeClr val="tx1"/>
                        </a:solidFill>
                        <a:effectLst/>
                        <a:latin typeface="+mn-lt"/>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l" fontAlgn="b"/>
                      <a:r>
                        <a:rPr lang="en-US" sz="1100" b="0" i="0" u="none" strike="noStrike">
                          <a:solidFill>
                            <a:schemeClr val="tx1"/>
                          </a:solidFill>
                          <a:effectLst/>
                          <a:latin typeface="+mn-lt"/>
                        </a:rPr>
                        <a:t>Framework Purchase Requisition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fontAlgn="b"/>
                      <a:r>
                        <a:rPr lang="en-US" sz="1100" b="0" i="0" u="none" strike="noStrike">
                          <a:solidFill>
                            <a:schemeClr val="tx1"/>
                          </a:solidFill>
                          <a:effectLst/>
                          <a:latin typeface="+mn-lt"/>
                        </a:rPr>
                        <a:t>FO</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2384724"/>
                  </a:ext>
                </a:extLst>
              </a:tr>
              <a:tr h="209224">
                <a:tc>
                  <a:txBody>
                    <a:bodyPr/>
                    <a:lstStyle/>
                    <a:p>
                      <a:pPr algn="l" fontAlgn="b"/>
                      <a:endParaRPr lang="en-DE" sz="1100" b="0" i="0" u="none" strike="noStrike" dirty="0">
                        <a:solidFill>
                          <a:schemeClr val="tx1"/>
                        </a:solidFill>
                        <a:effectLst/>
                        <a:latin typeface="+mn-lt"/>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100" b="0" i="0" u="none" strike="noStrike">
                          <a:solidFill>
                            <a:schemeClr val="tx1"/>
                          </a:solidFill>
                          <a:effectLst/>
                          <a:latin typeface="+mn-lt"/>
                        </a:rPr>
                        <a:t>Standard Purchase Order</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fontAlgn="b"/>
                      <a:r>
                        <a:rPr lang="en-US" sz="1100" b="0" i="0" u="none" strike="noStrike" dirty="0">
                          <a:solidFill>
                            <a:schemeClr val="tx1"/>
                          </a:solidFill>
                          <a:effectLst/>
                          <a:latin typeface="+mn-lt"/>
                        </a:rPr>
                        <a:t>YDNB</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1577094"/>
                  </a:ext>
                </a:extLst>
              </a:tr>
              <a:tr h="269890">
                <a:tc>
                  <a:txBody>
                    <a:bodyPr/>
                    <a:lstStyle/>
                    <a:p>
                      <a:pPr algn="l" fontAlgn="b"/>
                      <a:endParaRPr lang="en-DE" sz="1100" b="0" i="0" u="none" strike="noStrike" dirty="0">
                        <a:solidFill>
                          <a:schemeClr val="tx1"/>
                        </a:solidFill>
                        <a:effectLst/>
                        <a:latin typeface="+mn-lt"/>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100" b="0" i="0" u="none" strike="noStrike">
                          <a:solidFill>
                            <a:schemeClr val="tx1"/>
                          </a:solidFill>
                          <a:effectLst/>
                          <a:latin typeface="+mn-lt"/>
                        </a:rPr>
                        <a:t>Framework Purchase Order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dirty="0">
                          <a:solidFill>
                            <a:schemeClr val="tx1"/>
                          </a:solidFill>
                          <a:effectLst/>
                          <a:latin typeface="+mn-lt"/>
                        </a:rPr>
                        <a:t>YDFO</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492919"/>
                  </a:ext>
                </a:extLst>
              </a:tr>
            </a:tbl>
          </a:graphicData>
        </a:graphic>
      </p:graphicFrame>
    </p:spTree>
    <p:extLst>
      <p:ext uri="{BB962C8B-B14F-4D97-AF65-F5344CB8AC3E}">
        <p14:creationId xmlns:p14="http://schemas.microsoft.com/office/powerpoint/2010/main" val="2835065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8E257-F1EF-AC53-F47E-B22347D2F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0F679-A528-CBAF-6B1D-9549E9BD5C86}"/>
              </a:ext>
            </a:extLst>
          </p:cNvPr>
          <p:cNvSpPr>
            <a:spLocks noGrp="1"/>
          </p:cNvSpPr>
          <p:nvPr>
            <p:ph type="title"/>
          </p:nvPr>
        </p:nvSpPr>
        <p:spPr>
          <a:xfrm>
            <a:off x="410401" y="478800"/>
            <a:ext cx="9465120" cy="576000"/>
          </a:xfrm>
        </p:spPr>
        <p:txBody>
          <a:bodyPr anchor="t">
            <a:normAutofit/>
          </a:bodyPr>
          <a:lstStyle/>
          <a:p>
            <a:r>
              <a:rPr lang="en-US" dirty="0"/>
              <a:t>SRE Direct X : Roles, Organization &amp; Document Types  </a:t>
            </a:r>
            <a:endParaRPr lang="en-DE" dirty="0"/>
          </a:p>
        </p:txBody>
      </p:sp>
      <p:sp>
        <p:nvSpPr>
          <p:cNvPr id="3" name="Footer Placeholder 2">
            <a:extLst>
              <a:ext uri="{FF2B5EF4-FFF2-40B4-BE49-F238E27FC236}">
                <a16:creationId xmlns:a16="http://schemas.microsoft.com/office/drawing/2014/main" id="{0476CF86-97A8-5FCE-8753-590CC6BF4FDB}"/>
              </a:ext>
            </a:extLst>
          </p:cNvPr>
          <p:cNvSpPr>
            <a:spLocks noGrp="1"/>
          </p:cNvSpPr>
          <p:nvPr>
            <p:ph type="ftr" sz="quarter" idx="10"/>
          </p:nvPr>
        </p:nvSpPr>
        <p:spPr>
          <a:xfrm>
            <a:off x="1059160" y="6310800"/>
            <a:ext cx="9216000" cy="547200"/>
          </a:xfrm>
        </p:spPr>
        <p:txBody>
          <a:bodyPr anchor="ctr">
            <a:normAutofit/>
          </a:bodyPr>
          <a:lstStyle/>
          <a:p>
            <a:pPr>
              <a:spcAft>
                <a:spcPts val="600"/>
              </a:spcAft>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5376148B-C9F1-5BF7-9566-B843BFB425FA}"/>
              </a:ext>
            </a:extLst>
          </p:cNvPr>
          <p:cNvSpPr>
            <a:spLocks noGrp="1"/>
          </p:cNvSpPr>
          <p:nvPr>
            <p:ph type="sldNum" sz="quarter" idx="11"/>
          </p:nvPr>
        </p:nvSpPr>
        <p:spPr>
          <a:xfrm>
            <a:off x="411162" y="6310800"/>
            <a:ext cx="648000" cy="547200"/>
          </a:xfrm>
        </p:spPr>
        <p:txBody>
          <a:bodyPr anchor="ctr">
            <a:normAutofit/>
          </a:bodyPr>
          <a:lstStyle/>
          <a:p>
            <a:pPr>
              <a:spcAft>
                <a:spcPts val="600"/>
              </a:spcAft>
            </a:pPr>
            <a:r>
              <a:rPr lang="en-US"/>
              <a:t>Page </a:t>
            </a:r>
            <a:fld id="{15EBE321-CBB1-4E91-BD14-37C8D44326FB}" type="slidenum">
              <a:rPr lang="en-US" smtClean="0"/>
              <a:pPr>
                <a:spcAft>
                  <a:spcPts val="600"/>
                </a:spcAft>
              </a:pPr>
              <a:t>16</a:t>
            </a:fld>
            <a:endParaRPr lang="en-US"/>
          </a:p>
        </p:txBody>
      </p:sp>
      <p:graphicFrame>
        <p:nvGraphicFramePr>
          <p:cNvPr id="5" name="Table 4">
            <a:extLst>
              <a:ext uri="{FF2B5EF4-FFF2-40B4-BE49-F238E27FC236}">
                <a16:creationId xmlns:a16="http://schemas.microsoft.com/office/drawing/2014/main" id="{5517DBB3-C704-3114-D94B-A11CBAD718C5}"/>
              </a:ext>
            </a:extLst>
          </p:cNvPr>
          <p:cNvGraphicFramePr>
            <a:graphicFrameLocks noGrp="1"/>
          </p:cNvGraphicFramePr>
          <p:nvPr>
            <p:extLst>
              <p:ext uri="{D42A27DB-BD31-4B8C-83A1-F6EECF244321}">
                <p14:modId xmlns:p14="http://schemas.microsoft.com/office/powerpoint/2010/main" val="1466759473"/>
              </p:ext>
            </p:extLst>
          </p:nvPr>
        </p:nvGraphicFramePr>
        <p:xfrm>
          <a:off x="411162" y="1430074"/>
          <a:ext cx="11376027" cy="4721457"/>
        </p:xfrm>
        <a:graphic>
          <a:graphicData uri="http://schemas.openxmlformats.org/drawingml/2006/table">
            <a:tbl>
              <a:tblPr firstRow="1" bandRow="1">
                <a:noFill/>
                <a:tableStyleId>{0E3FDE45-AF77-4B5C-9715-49D594BDF05E}</a:tableStyleId>
              </a:tblPr>
              <a:tblGrid>
                <a:gridCol w="2463741">
                  <a:extLst>
                    <a:ext uri="{9D8B030D-6E8A-4147-A177-3AD203B41FA5}">
                      <a16:colId xmlns:a16="http://schemas.microsoft.com/office/drawing/2014/main" val="2765336446"/>
                    </a:ext>
                  </a:extLst>
                </a:gridCol>
                <a:gridCol w="3175962">
                  <a:extLst>
                    <a:ext uri="{9D8B030D-6E8A-4147-A177-3AD203B41FA5}">
                      <a16:colId xmlns:a16="http://schemas.microsoft.com/office/drawing/2014/main" val="1388430655"/>
                    </a:ext>
                  </a:extLst>
                </a:gridCol>
                <a:gridCol w="5736324">
                  <a:extLst>
                    <a:ext uri="{9D8B030D-6E8A-4147-A177-3AD203B41FA5}">
                      <a16:colId xmlns:a16="http://schemas.microsoft.com/office/drawing/2014/main" val="806298704"/>
                    </a:ext>
                  </a:extLst>
                </a:gridCol>
              </a:tblGrid>
              <a:tr h="398996">
                <a:tc>
                  <a:txBody>
                    <a:bodyPr/>
                    <a:lstStyle/>
                    <a:p>
                      <a:pPr algn="l" fontAlgn="b"/>
                      <a:r>
                        <a:rPr lang="en-US" sz="1200" b="1" i="0" u="none" strike="noStrike" cap="none" spc="0">
                          <a:solidFill>
                            <a:schemeClr val="tx1">
                              <a:lumMod val="75000"/>
                              <a:lumOff val="25000"/>
                            </a:schemeClr>
                          </a:solidFill>
                          <a:effectLst/>
                          <a:latin typeface="+mn-lt"/>
                        </a:rPr>
                        <a:t>Title</a:t>
                      </a:r>
                    </a:p>
                  </a:txBody>
                  <a:tcPr marL="155858" marR="93515" marT="93515" marB="93515"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lnTlToBr w="12700" cmpd="sng">
                      <a:noFill/>
                      <a:prstDash val="solid"/>
                    </a:lnTlToBr>
                    <a:lnBlToTr w="12700" cmpd="sng">
                      <a:noFill/>
                      <a:prstDash val="solid"/>
                    </a:lnBlToTr>
                    <a:noFill/>
                  </a:tcPr>
                </a:tc>
                <a:tc>
                  <a:txBody>
                    <a:bodyPr/>
                    <a:lstStyle/>
                    <a:p>
                      <a:pPr algn="l" fontAlgn="b"/>
                      <a:r>
                        <a:rPr lang="en-US" sz="1200" b="1" i="0" u="none" strike="noStrike" cap="none" spc="0">
                          <a:solidFill>
                            <a:schemeClr val="tx1">
                              <a:lumMod val="75000"/>
                              <a:lumOff val="25000"/>
                            </a:schemeClr>
                          </a:solidFill>
                          <a:effectLst/>
                          <a:latin typeface="+mn-lt"/>
                        </a:rPr>
                        <a:t>Title Name</a:t>
                      </a:r>
                    </a:p>
                  </a:txBody>
                  <a:tcPr marL="155858" marR="93515" marT="93515" marB="93515"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l" fontAlgn="b"/>
                      <a:r>
                        <a:rPr lang="en-US" sz="1200" b="1" i="0" u="none" strike="noStrike" cap="none" spc="0">
                          <a:solidFill>
                            <a:schemeClr val="tx1">
                              <a:lumMod val="75000"/>
                              <a:lumOff val="25000"/>
                            </a:schemeClr>
                          </a:solidFill>
                          <a:effectLst/>
                          <a:latin typeface="+mn-lt"/>
                        </a:rPr>
                        <a:t>Description</a:t>
                      </a:r>
                    </a:p>
                  </a:txBody>
                  <a:tcPr marL="155858" marR="93515" marT="93515" marB="93515"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742300348"/>
                  </a:ext>
                </a:extLst>
              </a:tr>
              <a:tr h="332497">
                <a:tc>
                  <a:txBody>
                    <a:bodyPr/>
                    <a:lstStyle/>
                    <a:p>
                      <a:pPr marL="0" algn="l" defTabSz="914400" rtl="0" eaLnBrk="1" fontAlgn="b" latinLnBrk="0" hangingPunct="1"/>
                      <a:r>
                        <a:rPr lang="en-US" sz="1000" b="0" i="0" u="none" strike="noStrike" kern="1200" cap="none" spc="0">
                          <a:solidFill>
                            <a:schemeClr val="tx1">
                              <a:lumMod val="75000"/>
                              <a:lumOff val="25000"/>
                            </a:schemeClr>
                          </a:solidFill>
                          <a:effectLst/>
                          <a:latin typeface="+mn-lt"/>
                          <a:ea typeface="+mn-ea"/>
                          <a:cs typeface="+mn-cs"/>
                        </a:rPr>
                        <a:t>P2R Roles</a:t>
                      </a:r>
                      <a:endParaRPr lang="en-DE" sz="1000" b="0" i="0" u="none" strike="noStrike" kern="1200" cap="none" spc="0">
                        <a:solidFill>
                          <a:schemeClr val="tx1">
                            <a:lumMod val="75000"/>
                            <a:lumOff val="25000"/>
                          </a:schemeClr>
                        </a:solidFill>
                        <a:effectLst/>
                        <a:latin typeface="+mn-lt"/>
                        <a:ea typeface="+mn-ea"/>
                        <a:cs typeface="+mn-cs"/>
                      </a:endParaRPr>
                    </a:p>
                  </a:txBody>
                  <a:tcPr marL="155858" marR="81046" marT="81046" marB="81046" anchor="b">
                    <a:lnL w="12700" cmpd="sng">
                      <a:noFill/>
                      <a:prstDash val="solid"/>
                    </a:lnL>
                    <a:lnR w="12700" cmpd="sng">
                      <a:noFill/>
                      <a:prstDash val="solid"/>
                    </a:lnR>
                    <a:lnT w="12700" cmpd="sng">
                      <a:no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Requisitioner</a:t>
                      </a:r>
                    </a:p>
                  </a:txBody>
                  <a:tcPr marL="155858" marR="81046" marT="81046" marB="81046" anchor="b">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Processes Purchase Requisitions (PR)</a:t>
                      </a:r>
                    </a:p>
                  </a:txBody>
                  <a:tcPr marL="155858" marR="81046" marT="81046" marB="81046" anchor="b">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75764245"/>
                  </a:ext>
                </a:extLst>
              </a:tr>
              <a:tr h="332497">
                <a:tc>
                  <a:txBody>
                    <a:bodyPr/>
                    <a:lstStyle/>
                    <a:p>
                      <a:pPr marL="0" algn="l" defTabSz="914400" rtl="0" eaLnBrk="1" fontAlgn="b" latinLnBrk="0" hangingPunct="1"/>
                      <a:endParaRPr lang="en-DE" sz="1000" b="0" i="0" u="none" strike="noStrike" kern="1200" cap="none" spc="0">
                        <a:solidFill>
                          <a:schemeClr val="tx1">
                            <a:lumMod val="75000"/>
                            <a:lumOff val="25000"/>
                          </a:schemeClr>
                        </a:solidFill>
                        <a:effectLst/>
                        <a:latin typeface="+mn-lt"/>
                        <a:ea typeface="+mn-ea"/>
                        <a:cs typeface="+mn-cs"/>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Buyer</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Executes buying activities (eg retrieves quotes from supplier, determines sources)</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244620978"/>
                  </a:ext>
                </a:extLst>
              </a:tr>
              <a:tr h="332497">
                <a:tc>
                  <a:txBody>
                    <a:bodyPr/>
                    <a:lstStyle/>
                    <a:p>
                      <a:pPr marL="0" algn="l" defTabSz="914400" rtl="0" eaLnBrk="1" fontAlgn="b" latinLnBrk="0" hangingPunct="1"/>
                      <a:endParaRPr lang="en-DE" sz="1000" b="0" i="0" u="none" strike="noStrike" kern="1200" cap="none" spc="0">
                        <a:solidFill>
                          <a:schemeClr val="tx1">
                            <a:lumMod val="75000"/>
                            <a:lumOff val="25000"/>
                          </a:schemeClr>
                        </a:solidFill>
                        <a:effectLst/>
                        <a:latin typeface="+mn-lt"/>
                        <a:ea typeface="+mn-ea"/>
                        <a:cs typeface="+mn-cs"/>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Procurement Expert</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Involved in predefined use cases in PO to validate and update data for dedicated purpose</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959798910"/>
                  </a:ext>
                </a:extLst>
              </a:tr>
              <a:tr h="332497">
                <a:tc>
                  <a:txBody>
                    <a:bodyPr/>
                    <a:lstStyle/>
                    <a:p>
                      <a:pPr marL="0" algn="l" defTabSz="914400" rtl="0" eaLnBrk="1" fontAlgn="b" latinLnBrk="0" hangingPunct="1"/>
                      <a:endParaRPr lang="en-DE" sz="1000" b="0" i="0" u="none" strike="noStrike" kern="1200" cap="none" spc="0">
                        <a:solidFill>
                          <a:schemeClr val="tx1">
                            <a:lumMod val="75000"/>
                            <a:lumOff val="25000"/>
                          </a:schemeClr>
                        </a:solidFill>
                        <a:effectLst/>
                        <a:latin typeface="+mn-lt"/>
                        <a:ea typeface="+mn-ea"/>
                        <a:cs typeface="+mn-cs"/>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Purchaser</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Processes PR and creates PO, Order Confirmations and Claims/Returns</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80374676"/>
                  </a:ext>
                </a:extLst>
              </a:tr>
              <a:tr h="332497">
                <a:tc>
                  <a:txBody>
                    <a:bodyPr/>
                    <a:lstStyle/>
                    <a:p>
                      <a:pPr marL="0" algn="l" defTabSz="914400" rtl="0" eaLnBrk="1" fontAlgn="b" latinLnBrk="0" hangingPunct="1"/>
                      <a:endParaRPr lang="en-DE" sz="1000" b="0" i="0" u="none" strike="noStrike" kern="1200" cap="none" spc="0">
                        <a:solidFill>
                          <a:schemeClr val="tx1">
                            <a:lumMod val="75000"/>
                            <a:lumOff val="25000"/>
                          </a:schemeClr>
                        </a:solidFill>
                        <a:effectLst/>
                        <a:latin typeface="+mn-lt"/>
                        <a:ea typeface="+mn-ea"/>
                        <a:cs typeface="+mn-cs"/>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Approver</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Approves POs based on a signature mandate</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171672526"/>
                  </a:ext>
                </a:extLst>
              </a:tr>
              <a:tr h="332497">
                <a:tc>
                  <a:txBody>
                    <a:bodyPr/>
                    <a:lstStyle/>
                    <a:p>
                      <a:pPr algn="l" fontAlgn="b"/>
                      <a:r>
                        <a:rPr lang="en-US" sz="1000" b="0" i="0" u="none" strike="noStrike" cap="none" spc="0">
                          <a:solidFill>
                            <a:schemeClr val="tx1">
                              <a:lumMod val="75000"/>
                              <a:lumOff val="25000"/>
                            </a:schemeClr>
                          </a:solidFill>
                          <a:effectLst/>
                          <a:latin typeface="+mn-lt"/>
                        </a:rPr>
                        <a:t>Organization Data</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Purchasing Organization</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No IM* Purchasing Organization</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879393877"/>
                  </a:ext>
                </a:extLst>
              </a:tr>
              <a:tr h="332497">
                <a:tc>
                  <a:txBody>
                    <a:bodyPr/>
                    <a:lstStyle/>
                    <a:p>
                      <a:pPr algn="l" fontAlgn="b"/>
                      <a:endParaRPr lang="en-DE" sz="1000" b="0" i="0" u="none" strike="noStrike" cap="none" spc="0">
                        <a:solidFill>
                          <a:schemeClr val="tx1">
                            <a:lumMod val="75000"/>
                            <a:lumOff val="25000"/>
                          </a:schemeClr>
                        </a:solidFill>
                        <a:effectLst/>
                        <a:latin typeface="+mn-lt"/>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endParaRPr lang="en-DE" sz="1000" b="0" i="0" u="none" strike="noStrike" cap="none" spc="0">
                        <a:solidFill>
                          <a:schemeClr val="tx1">
                            <a:lumMod val="75000"/>
                            <a:lumOff val="25000"/>
                          </a:schemeClr>
                        </a:solidFill>
                        <a:effectLst/>
                        <a:latin typeface="+mn-lt"/>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Purchasing Organization per company code</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59771888"/>
                  </a:ext>
                </a:extLst>
              </a:tr>
              <a:tr h="332497">
                <a:tc>
                  <a:txBody>
                    <a:bodyPr/>
                    <a:lstStyle/>
                    <a:p>
                      <a:pPr algn="l" fontAlgn="b"/>
                      <a:endParaRPr lang="en-DE" sz="1000" b="0" i="0" u="none" strike="noStrike" cap="none" spc="0">
                        <a:solidFill>
                          <a:schemeClr val="tx1">
                            <a:lumMod val="75000"/>
                            <a:lumOff val="25000"/>
                          </a:schemeClr>
                        </a:solidFill>
                        <a:effectLst/>
                        <a:latin typeface="+mn-lt"/>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Purchasing Group</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SRE Functional Group : FXX </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43867799"/>
                  </a:ext>
                </a:extLst>
              </a:tr>
              <a:tr h="332497">
                <a:tc>
                  <a:txBody>
                    <a:bodyPr/>
                    <a:lstStyle/>
                    <a:p>
                      <a:pPr algn="l" fontAlgn="b"/>
                      <a:endParaRPr lang="en-DE" sz="1000" b="0" i="0" u="none" strike="noStrike" cap="none" spc="0">
                        <a:solidFill>
                          <a:schemeClr val="tx1">
                            <a:lumMod val="75000"/>
                            <a:lumOff val="25000"/>
                          </a:schemeClr>
                        </a:solidFill>
                        <a:effectLst/>
                        <a:latin typeface="+mn-lt"/>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endParaRPr lang="en-DE" sz="1000" b="0" i="0" u="none" strike="noStrike" cap="none" spc="0">
                        <a:solidFill>
                          <a:schemeClr val="tx1">
                            <a:lumMod val="75000"/>
                            <a:lumOff val="25000"/>
                          </a:schemeClr>
                        </a:solidFill>
                        <a:effectLst/>
                        <a:latin typeface="+mn-lt"/>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SRE Individual Group : IXX</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729123123"/>
                  </a:ext>
                </a:extLst>
              </a:tr>
              <a:tr h="332497">
                <a:tc>
                  <a:txBody>
                    <a:bodyPr/>
                    <a:lstStyle/>
                    <a:p>
                      <a:pPr algn="l" fontAlgn="b"/>
                      <a:r>
                        <a:rPr lang="en-US" sz="1000" b="0" i="0" u="none" strike="noStrike" cap="none" spc="0">
                          <a:solidFill>
                            <a:schemeClr val="tx1">
                              <a:lumMod val="75000"/>
                              <a:lumOff val="25000"/>
                            </a:schemeClr>
                          </a:solidFill>
                          <a:effectLst/>
                          <a:latin typeface="+mn-lt"/>
                        </a:rPr>
                        <a:t>Document Types in S4P</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Standard Purchase Requisition </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NB</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248738196"/>
                  </a:ext>
                </a:extLst>
              </a:tr>
              <a:tr h="332497">
                <a:tc>
                  <a:txBody>
                    <a:bodyPr/>
                    <a:lstStyle/>
                    <a:p>
                      <a:pPr algn="l" fontAlgn="b"/>
                      <a:endParaRPr lang="en-DE" sz="1000" b="0" i="0" u="none" strike="noStrike" cap="none" spc="0">
                        <a:solidFill>
                          <a:schemeClr val="tx1">
                            <a:lumMod val="75000"/>
                            <a:lumOff val="25000"/>
                          </a:schemeClr>
                        </a:solidFill>
                        <a:effectLst/>
                        <a:latin typeface="+mn-lt"/>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Framework Purchase Requisition </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FO</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392384724"/>
                  </a:ext>
                </a:extLst>
              </a:tr>
              <a:tr h="332497">
                <a:tc>
                  <a:txBody>
                    <a:bodyPr/>
                    <a:lstStyle/>
                    <a:p>
                      <a:pPr algn="l" fontAlgn="b"/>
                      <a:endParaRPr lang="en-DE" sz="1000" b="0" i="0" u="none" strike="noStrike" cap="none" spc="0">
                        <a:solidFill>
                          <a:schemeClr val="tx1">
                            <a:lumMod val="75000"/>
                            <a:lumOff val="25000"/>
                          </a:schemeClr>
                        </a:solidFill>
                        <a:effectLst/>
                        <a:latin typeface="+mn-lt"/>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Standard Purchase Order</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YDNB</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161577094"/>
                  </a:ext>
                </a:extLst>
              </a:tr>
              <a:tr h="332497">
                <a:tc>
                  <a:txBody>
                    <a:bodyPr/>
                    <a:lstStyle/>
                    <a:p>
                      <a:pPr algn="l" fontAlgn="b"/>
                      <a:endParaRPr lang="en-DE" sz="1000" b="0" i="0" u="none" strike="noStrike" cap="none" spc="0">
                        <a:solidFill>
                          <a:schemeClr val="tx1">
                            <a:lumMod val="75000"/>
                            <a:lumOff val="25000"/>
                          </a:schemeClr>
                        </a:solidFill>
                        <a:effectLst/>
                        <a:latin typeface="+mn-lt"/>
                      </a:endParaRP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2700" cmpd="sng">
                      <a:noFill/>
                      <a:prstDash val="solid"/>
                    </a:lnB>
                    <a:lnTlToBr w="12700" cmpd="sng">
                      <a:noFill/>
                      <a:prstDash val="solid"/>
                    </a:lnTlToBr>
                    <a:lnBlToTr w="12700" cmpd="sng">
                      <a:noFill/>
                      <a:prstDash val="solid"/>
                    </a:lnBlToTr>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Framework Purchase Order </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lgn="l" fontAlgn="b"/>
                      <a:r>
                        <a:rPr lang="en-US" sz="1000" b="0" i="0" u="none" strike="noStrike" cap="none" spc="0">
                          <a:solidFill>
                            <a:schemeClr val="tx1">
                              <a:lumMod val="75000"/>
                              <a:lumOff val="25000"/>
                            </a:schemeClr>
                          </a:solidFill>
                          <a:effectLst/>
                          <a:latin typeface="+mn-lt"/>
                        </a:rPr>
                        <a:t>YDFO</a:t>
                      </a:r>
                    </a:p>
                  </a:txBody>
                  <a:tcPr marL="155858" marR="81046" marT="81046" marB="81046" anchor="b">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extLst>
                  <a:ext uri="{0D108BD9-81ED-4DB2-BD59-A6C34878D82A}">
                    <a16:rowId xmlns:a16="http://schemas.microsoft.com/office/drawing/2014/main" val="285492919"/>
                  </a:ext>
                </a:extLst>
              </a:tr>
            </a:tbl>
          </a:graphicData>
        </a:graphic>
      </p:graphicFrame>
    </p:spTree>
    <p:extLst>
      <p:ext uri="{BB962C8B-B14F-4D97-AF65-F5344CB8AC3E}">
        <p14:creationId xmlns:p14="http://schemas.microsoft.com/office/powerpoint/2010/main" val="2575354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04720-3CD1-9AF5-BAE3-3B39C12E6B07}"/>
              </a:ext>
            </a:extLst>
          </p:cNvPr>
          <p:cNvSpPr>
            <a:spLocks noGrp="1"/>
          </p:cNvSpPr>
          <p:nvPr>
            <p:ph type="title"/>
          </p:nvPr>
        </p:nvSpPr>
        <p:spPr/>
        <p:txBody>
          <a:bodyPr/>
          <a:lstStyle/>
          <a:p>
            <a:r>
              <a:rPr lang="en-US" dirty="0"/>
              <a:t>SRE Direct X Process Flow</a:t>
            </a:r>
            <a:endParaRPr lang="en-DE" dirty="0"/>
          </a:p>
        </p:txBody>
      </p:sp>
      <p:sp>
        <p:nvSpPr>
          <p:cNvPr id="3" name="Footer Placeholder 2">
            <a:extLst>
              <a:ext uri="{FF2B5EF4-FFF2-40B4-BE49-F238E27FC236}">
                <a16:creationId xmlns:a16="http://schemas.microsoft.com/office/drawing/2014/main" id="{6B9A436C-2696-1A7B-E738-DDC276F70B28}"/>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CF2923D4-1738-387E-1ACF-D1AB72277526}"/>
              </a:ext>
            </a:extLst>
          </p:cNvPr>
          <p:cNvSpPr>
            <a:spLocks noGrp="1"/>
          </p:cNvSpPr>
          <p:nvPr>
            <p:ph type="sldNum" sz="quarter" idx="11"/>
          </p:nvPr>
        </p:nvSpPr>
        <p:spPr/>
        <p:txBody>
          <a:bodyPr/>
          <a:lstStyle/>
          <a:p>
            <a:r>
              <a:rPr lang="en-US"/>
              <a:t>Page </a:t>
            </a:r>
            <a:fld id="{15EBE321-CBB1-4E91-BD14-37C8D44326FB}" type="slidenum">
              <a:rPr lang="en-US" smtClean="0"/>
              <a:pPr/>
              <a:t>17</a:t>
            </a:fld>
            <a:endParaRPr lang="en-US"/>
          </a:p>
        </p:txBody>
      </p:sp>
      <p:pic>
        <p:nvPicPr>
          <p:cNvPr id="13" name="Picture 12">
            <a:extLst>
              <a:ext uri="{FF2B5EF4-FFF2-40B4-BE49-F238E27FC236}">
                <a16:creationId xmlns:a16="http://schemas.microsoft.com/office/drawing/2014/main" id="{E5427793-1969-5A75-5E33-7C3D0291D913}"/>
              </a:ext>
            </a:extLst>
          </p:cNvPr>
          <p:cNvPicPr>
            <a:picLocks noChangeAspect="1"/>
          </p:cNvPicPr>
          <p:nvPr/>
        </p:nvPicPr>
        <p:blipFill>
          <a:blip r:embed="rId2"/>
          <a:stretch>
            <a:fillRect/>
          </a:stretch>
        </p:blipFill>
        <p:spPr>
          <a:xfrm>
            <a:off x="505691" y="775856"/>
            <a:ext cx="11275907" cy="5103696"/>
          </a:xfrm>
          <a:prstGeom prst="rect">
            <a:avLst/>
          </a:prstGeom>
        </p:spPr>
      </p:pic>
      <p:pic>
        <p:nvPicPr>
          <p:cNvPr id="15" name="Picture 14">
            <a:extLst>
              <a:ext uri="{FF2B5EF4-FFF2-40B4-BE49-F238E27FC236}">
                <a16:creationId xmlns:a16="http://schemas.microsoft.com/office/drawing/2014/main" id="{C677AE9F-85A9-AE2E-A2B4-D0D57B50696C}"/>
              </a:ext>
            </a:extLst>
          </p:cNvPr>
          <p:cNvPicPr>
            <a:picLocks noChangeAspect="1"/>
          </p:cNvPicPr>
          <p:nvPr/>
        </p:nvPicPr>
        <p:blipFill>
          <a:blip r:embed="rId3"/>
          <a:stretch>
            <a:fillRect/>
          </a:stretch>
        </p:blipFill>
        <p:spPr>
          <a:xfrm>
            <a:off x="9605931" y="414664"/>
            <a:ext cx="2270957" cy="1280271"/>
          </a:xfrm>
          <a:prstGeom prst="rect">
            <a:avLst/>
          </a:prstGeom>
        </p:spPr>
      </p:pic>
    </p:spTree>
    <p:extLst>
      <p:ext uri="{BB962C8B-B14F-4D97-AF65-F5344CB8AC3E}">
        <p14:creationId xmlns:p14="http://schemas.microsoft.com/office/powerpoint/2010/main" val="320967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07E86FF0-4AF7-63C9-31FD-9838BD8BC8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4" name="Object 13" hidden="1">
                        <a:extLst>
                          <a:ext uri="{FF2B5EF4-FFF2-40B4-BE49-F238E27FC236}">
                            <a16:creationId xmlns:a16="http://schemas.microsoft.com/office/drawing/2014/main" id="{07E86FF0-4AF7-63C9-31FD-9838BD8BC83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Inhaltsplatzhalter 2">
            <a:extLst>
              <a:ext uri="{FF2B5EF4-FFF2-40B4-BE49-F238E27FC236}">
                <a16:creationId xmlns:a16="http://schemas.microsoft.com/office/drawing/2014/main" id="{AAF67409-A46B-DF6A-2328-66A69456F28D}"/>
              </a:ext>
            </a:extLst>
          </p:cNvPr>
          <p:cNvSpPr txBox="1">
            <a:spLocks/>
          </p:cNvSpPr>
          <p:nvPr/>
        </p:nvSpPr>
        <p:spPr>
          <a:xfrm>
            <a:off x="4219575" y="1247118"/>
            <a:ext cx="7654373" cy="4960806"/>
          </a:xfrm>
          <a:prstGeom prst="rect">
            <a:avLst/>
          </a:prstGeom>
          <a:solidFill>
            <a:srgbClr val="DFDFD9"/>
          </a:solidFill>
        </p:spPr>
        <p:txBody>
          <a:bodyPr vert="horz" lIns="109728" tIns="109728" rIns="109728" bIns="109728" rtlCol="0" anchor="t">
            <a:noAutofit/>
          </a:bodyPr>
          <a:lstStyle>
            <a:defPPr>
              <a:defRPr lang="en-US"/>
            </a:defPPr>
            <a:lvl1pPr indent="0">
              <a:lnSpc>
                <a:spcPct val="110000"/>
              </a:lnSpc>
              <a:spcBef>
                <a:spcPts val="0"/>
              </a:spcBef>
              <a:spcAft>
                <a:spcPts val="300"/>
              </a:spcAft>
              <a:buFont typeface="Arial" panose="020B0604020202020204" pitchFamily="34" charset="0"/>
              <a:buNone/>
            </a:lvl1pPr>
            <a:lvl2pPr marL="0" lvl="1" indent="0">
              <a:lnSpc>
                <a:spcPct val="110000"/>
              </a:lnSpc>
              <a:spcBef>
                <a:spcPts val="0"/>
              </a:spcBef>
              <a:spcAft>
                <a:spcPts val="300"/>
              </a:spcAft>
              <a:buClr>
                <a:schemeClr val="accent1"/>
              </a:buClr>
              <a:buFont typeface="Arial" panose="020B0604020202020204" pitchFamily="34" charset="0"/>
              <a:buNone/>
              <a:defRPr sz="1400" b="1">
                <a:solidFill>
                  <a:schemeClr val="tx2"/>
                </a:solidFill>
              </a:defRPr>
            </a:lvl2pPr>
            <a:lvl3pPr marL="360000" indent="-180000">
              <a:lnSpc>
                <a:spcPct val="110000"/>
              </a:lnSpc>
              <a:spcBef>
                <a:spcPts val="0"/>
              </a:spcBef>
              <a:spcAft>
                <a:spcPts val="300"/>
              </a:spcAft>
              <a:buClr>
                <a:schemeClr val="accent1"/>
              </a:buClr>
              <a:buFont typeface="Arial" panose="020B0604020202020204" pitchFamily="34" charset="0"/>
              <a:buChar char="•"/>
            </a:lvl3pPr>
            <a:lvl4pPr marL="540000" indent="-180000">
              <a:lnSpc>
                <a:spcPct val="110000"/>
              </a:lnSpc>
              <a:spcBef>
                <a:spcPts val="0"/>
              </a:spcBef>
              <a:spcAft>
                <a:spcPts val="300"/>
              </a:spcAft>
              <a:buClr>
                <a:schemeClr val="accent1"/>
              </a:buClr>
              <a:buFont typeface="Arial" panose="020B0604020202020204" pitchFamily="34" charset="0"/>
              <a:buChar char="•"/>
            </a:lvl4pPr>
            <a:lvl5pPr marL="720000" indent="-180000">
              <a:lnSpc>
                <a:spcPct val="110000"/>
              </a:lnSpc>
              <a:spcBef>
                <a:spcPts val="0"/>
              </a:spcBef>
              <a:spcAft>
                <a:spcPts val="300"/>
              </a:spcAft>
              <a:buClr>
                <a:schemeClr val="accent1"/>
              </a:buClr>
              <a:buFont typeface="Arial" panose="020B0604020202020204" pitchFamily="34" charset="0"/>
              <a:buChar char="•"/>
            </a:lvl5pPr>
            <a:lvl6pPr marL="900000" indent="-180000">
              <a:lnSpc>
                <a:spcPct val="110000"/>
              </a:lnSpc>
              <a:spcBef>
                <a:spcPts val="0"/>
              </a:spcBef>
              <a:spcAft>
                <a:spcPts val="300"/>
              </a:spcAft>
              <a:buClr>
                <a:schemeClr val="accent1"/>
              </a:buClr>
              <a:buFont typeface="Arial" panose="020B0604020202020204" pitchFamily="34" charset="0"/>
              <a:buChar char="•"/>
            </a:lvl6pPr>
            <a:lvl7pPr marL="1080000" indent="-180000">
              <a:lnSpc>
                <a:spcPct val="110000"/>
              </a:lnSpc>
              <a:spcBef>
                <a:spcPts val="0"/>
              </a:spcBef>
              <a:spcAft>
                <a:spcPts val="300"/>
              </a:spcAft>
              <a:buClr>
                <a:schemeClr val="accent1"/>
              </a:buClr>
              <a:buFont typeface="Arial" panose="020B0604020202020204" pitchFamily="34" charset="0"/>
              <a:buChar char="•"/>
            </a:lvl7pPr>
            <a:lvl8pPr marL="1260000" indent="-180000">
              <a:lnSpc>
                <a:spcPct val="110000"/>
              </a:lnSpc>
              <a:spcBef>
                <a:spcPts val="0"/>
              </a:spcBef>
              <a:spcAft>
                <a:spcPts val="300"/>
              </a:spcAft>
              <a:buClr>
                <a:schemeClr val="accent1"/>
              </a:buClr>
              <a:buFont typeface="Arial" panose="020B0604020202020204" pitchFamily="34" charset="0"/>
              <a:buChar char="•"/>
            </a:lvl8pPr>
            <a:lvl9pPr marL="1440000" indent="-180000">
              <a:lnSpc>
                <a:spcPct val="110000"/>
              </a:lnSpc>
              <a:spcBef>
                <a:spcPts val="0"/>
              </a:spcBef>
              <a:spcAft>
                <a:spcPts val="300"/>
              </a:spcAft>
              <a:buClr>
                <a:schemeClr val="accent1"/>
              </a:buClr>
              <a:buFont typeface="Arial" panose="020B0604020202020204" pitchFamily="34" charset="0"/>
              <a:buChar char="•"/>
            </a:lvl9pPr>
          </a:lstStyle>
          <a:p>
            <a:pPr marL="0" marR="0" lvl="0" indent="0" algn="l" defTabSz="914400" rtl="0" eaLnBrk="1" fontAlgn="auto" latinLnBrk="0" hangingPunct="1">
              <a:lnSpc>
                <a:spcPct val="110000"/>
              </a:lnSpc>
              <a:spcBef>
                <a:spcPts val="0"/>
              </a:spcBef>
              <a:spcAft>
                <a:spcPts val="300"/>
              </a:spcAft>
              <a:buClrTx/>
              <a:buSzTx/>
              <a:buFont typeface="Arial" panose="020B0604020202020204" pitchFamily="34" charset="0"/>
              <a:buNone/>
              <a:tabLst/>
              <a:defRPr/>
            </a:pPr>
            <a:r>
              <a:rPr kumimoji="0" lang="en-US" sz="1800" b="1" i="0" u="none" strike="noStrike" kern="1200" cap="none" spc="0" normalizeH="0" baseline="0" noProof="0">
                <a:ln>
                  <a:noFill/>
                </a:ln>
                <a:solidFill>
                  <a:srgbClr val="000028"/>
                </a:solidFill>
                <a:effectLst/>
                <a:uLnTx/>
                <a:uFillTx/>
                <a:latin typeface="Arial"/>
                <a:ea typeface="+mn-ea"/>
                <a:cs typeface="+mn-cs"/>
              </a:rPr>
              <a:t>Details</a:t>
            </a:r>
            <a:endParaRPr kumimoji="0" lang="en-US" sz="1800" b="0" i="0" u="none" strike="noStrike" kern="1200" cap="none" spc="0" normalizeH="0" baseline="0" noProof="0">
              <a:ln>
                <a:noFill/>
              </a:ln>
              <a:solidFill>
                <a:srgbClr val="000028"/>
              </a:solidFill>
              <a:effectLst/>
              <a:uLnTx/>
              <a:uFillTx/>
              <a:latin typeface="Arial"/>
              <a:ea typeface="+mn-ea"/>
              <a:cs typeface="+mn-cs"/>
            </a:endParaRPr>
          </a:p>
        </p:txBody>
      </p:sp>
      <p:sp>
        <p:nvSpPr>
          <p:cNvPr id="25" name="Titel 24">
            <a:extLst>
              <a:ext uri="{FF2B5EF4-FFF2-40B4-BE49-F238E27FC236}">
                <a16:creationId xmlns:a16="http://schemas.microsoft.com/office/drawing/2014/main" id="{22F4FF54-D55A-8E8C-1BCC-0FF9E4973F9A}"/>
              </a:ext>
            </a:extLst>
          </p:cNvPr>
          <p:cNvSpPr>
            <a:spLocks noGrp="1"/>
          </p:cNvSpPr>
          <p:nvPr>
            <p:ph type="title"/>
          </p:nvPr>
        </p:nvSpPr>
        <p:spPr>
          <a:xfrm>
            <a:off x="410400" y="478800"/>
            <a:ext cx="10383445" cy="576000"/>
          </a:xfrm>
        </p:spPr>
        <p:txBody>
          <a:bodyPr/>
          <a:lstStyle/>
          <a:p>
            <a:endParaRPr lang="en-US"/>
          </a:p>
        </p:txBody>
      </p:sp>
      <p:sp>
        <p:nvSpPr>
          <p:cNvPr id="21" name="NavigationTriangle">
            <a:extLst>
              <a:ext uri="{FF2B5EF4-FFF2-40B4-BE49-F238E27FC236}">
                <a16:creationId xmlns:a16="http://schemas.microsoft.com/office/drawing/2014/main" id="{BF127E96-5C77-2F9B-A85E-DD86F5B52EF9}"/>
              </a:ext>
            </a:extLst>
          </p:cNvPr>
          <p:cNvSpPr/>
          <p:nvPr/>
        </p:nvSpPr>
        <p:spPr>
          <a:xfrm rot="10800000">
            <a:off x="0" y="0"/>
            <a:ext cx="796833" cy="829249"/>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9769214D-1D5E-B7A2-7200-C3830B0FD5CD}"/>
              </a:ext>
            </a:extLst>
          </p:cNvPr>
          <p:cNvSpPr/>
          <p:nvPr/>
        </p:nvSpPr>
        <p:spPr>
          <a:xfrm>
            <a:off x="4059580" y="489636"/>
            <a:ext cx="6734265" cy="649480"/>
          </a:xfrm>
          <a:prstGeom prst="rect">
            <a:avLst/>
          </a:prstGeom>
          <a:noFill/>
          <a:ln w="38100" cap="flat" cmpd="sng" algn="ctr">
            <a:solidFill>
              <a:srgbClr val="009999"/>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chorCtr="0">
            <a:noAutofit/>
          </a:bodyPr>
          <a:lstStyle/>
          <a:p>
            <a:pPr marL="26670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a:ea typeface="+mn-ea"/>
                <a:cs typeface="+mn-cs"/>
              </a:rPr>
              <a:t>Create Purchase Requisition (PR) in S4P</a:t>
            </a:r>
          </a:p>
        </p:txBody>
      </p:sp>
      <p:sp>
        <p:nvSpPr>
          <p:cNvPr id="17" name="Rectangle 8">
            <a:extLst>
              <a:ext uri="{FF2B5EF4-FFF2-40B4-BE49-F238E27FC236}">
                <a16:creationId xmlns:a16="http://schemas.microsoft.com/office/drawing/2014/main" id="{1F1FDD74-0A53-2D2A-9477-3BD1764BEAD5}"/>
              </a:ext>
            </a:extLst>
          </p:cNvPr>
          <p:cNvSpPr/>
          <p:nvPr/>
        </p:nvSpPr>
        <p:spPr>
          <a:xfrm>
            <a:off x="431502" y="1344765"/>
            <a:ext cx="3219451" cy="276999"/>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rial"/>
                <a:ea typeface="+mn-ea"/>
                <a:cs typeface="+mn-cs"/>
              </a:rPr>
              <a:t>Feature Abstract &amp; Rationale</a:t>
            </a:r>
            <a:endParaRPr kumimoji="0" lang="en-US" sz="1800" b="1" i="0" u="none" strike="noStrike" kern="1200" cap="none" spc="0" normalizeH="0" baseline="0" noProof="0">
              <a:ln>
                <a:noFill/>
              </a:ln>
              <a:solidFill>
                <a:prstClr val="white"/>
              </a:solidFill>
              <a:effectLst/>
              <a:uLnTx/>
              <a:uFillTx/>
              <a:latin typeface="Arial"/>
              <a:ea typeface="+mn-ea"/>
              <a:cs typeface="Arial"/>
            </a:endParaRPr>
          </a:p>
        </p:txBody>
      </p:sp>
      <p:cxnSp>
        <p:nvCxnSpPr>
          <p:cNvPr id="52" name="Straight Connector 5">
            <a:extLst>
              <a:ext uri="{FF2B5EF4-FFF2-40B4-BE49-F238E27FC236}">
                <a16:creationId xmlns:a16="http://schemas.microsoft.com/office/drawing/2014/main" id="{4FE00619-AA6A-6D95-4623-2162FFF2F05C}"/>
              </a:ext>
            </a:extLst>
          </p:cNvPr>
          <p:cNvCxnSpPr>
            <a:cxnSpLocks/>
          </p:cNvCxnSpPr>
          <p:nvPr/>
        </p:nvCxnSpPr>
        <p:spPr>
          <a:xfrm>
            <a:off x="410400" y="1623613"/>
            <a:ext cx="3471182" cy="0"/>
          </a:xfrm>
          <a:prstGeom prst="line">
            <a:avLst/>
          </a:prstGeom>
          <a:ln w="19050" cap="flat" cmpd="sng" algn="ctr">
            <a:solidFill>
              <a:schemeClr val="bg1"/>
            </a:solidFill>
            <a:prstDash val="solid"/>
            <a:round/>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68" name="Rectangle 3">
            <a:extLst>
              <a:ext uri="{FF2B5EF4-FFF2-40B4-BE49-F238E27FC236}">
                <a16:creationId xmlns:a16="http://schemas.microsoft.com/office/drawing/2014/main" id="{4AB5F5D7-34CD-F96D-8B59-1700867FD4EE}"/>
              </a:ext>
            </a:extLst>
          </p:cNvPr>
          <p:cNvSpPr/>
          <p:nvPr/>
        </p:nvSpPr>
        <p:spPr>
          <a:xfrm>
            <a:off x="410399" y="1623613"/>
            <a:ext cx="3542475" cy="2973122"/>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109728" rIns="0" bIns="0" rtlCol="0" anchor="t"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rPr>
              <a:t>Requisitioner creates the PR with all relevant information.</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lang="en-US" sz="1600">
                <a:solidFill>
                  <a:prstClr val="white"/>
                </a:solidFill>
                <a:latin typeface="Arial"/>
              </a:rPr>
              <a:t>A separate confirmation of the correctness of the PR by Requisitioner is required to be able to send the PR to next step.</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lang="en-US" sz="1600">
                <a:solidFill>
                  <a:prstClr val="white"/>
                </a:solidFill>
                <a:latin typeface="Arial"/>
              </a:rPr>
              <a:t>Afterwards the Buyer receives the PR for further processing.</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lang="en-US" sz="1600">
                <a:solidFill>
                  <a:prstClr val="white"/>
                </a:solidFill>
                <a:latin typeface="Arial"/>
              </a:rPr>
              <a:t>Buyer identifies the right Purchaser and forwards the PR to Purchaser.</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2" name="Arrow: Pentagon 58">
            <a:extLst>
              <a:ext uri="{FF2B5EF4-FFF2-40B4-BE49-F238E27FC236}">
                <a16:creationId xmlns:a16="http://schemas.microsoft.com/office/drawing/2014/main" id="{DAD4BC89-1139-9D99-6E0A-10F66D3DBD79}"/>
              </a:ext>
            </a:extLst>
          </p:cNvPr>
          <p:cNvSpPr/>
          <p:nvPr/>
        </p:nvSpPr>
        <p:spPr>
          <a:xfrm>
            <a:off x="509427" y="489636"/>
            <a:ext cx="3875965" cy="649480"/>
          </a:xfrm>
          <a:prstGeom prst="homePlate">
            <a:avLst>
              <a:gd name="adj" fmla="val 38737"/>
            </a:avLst>
          </a:prstGeom>
          <a:solidFill>
            <a:srgbClr val="009999"/>
          </a:solidFill>
          <a:ln w="1905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457200" tIns="109728" rIns="109728" bIns="109728"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rial"/>
                <a:ea typeface="+mn-ea"/>
                <a:cs typeface="+mn-cs"/>
              </a:rPr>
              <a:t>Purchase Requisition</a:t>
            </a:r>
          </a:p>
        </p:txBody>
      </p:sp>
      <p:sp>
        <p:nvSpPr>
          <p:cNvPr id="39" name="Rectangle 7">
            <a:extLst>
              <a:ext uri="{FF2B5EF4-FFF2-40B4-BE49-F238E27FC236}">
                <a16:creationId xmlns:a16="http://schemas.microsoft.com/office/drawing/2014/main" id="{E8496658-1BEF-BE7F-2B03-878CB6C0F56B}"/>
              </a:ext>
            </a:extLst>
          </p:cNvPr>
          <p:cNvSpPr/>
          <p:nvPr/>
        </p:nvSpPr>
        <p:spPr>
          <a:xfrm>
            <a:off x="4385392" y="1704976"/>
            <a:ext cx="7309501" cy="4389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109728" rIns="109728" bIns="109728"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200" b="1" i="0" u="none" strike="noStrike" kern="1200" cap="none" spc="0" normalizeH="0" baseline="0" noProof="0">
              <a:ln>
                <a:noFill/>
              </a:ln>
              <a:solidFill>
                <a:srgbClr val="000000"/>
              </a:solidFill>
              <a:effectLst/>
              <a:uLnTx/>
              <a:uFillTx/>
              <a:latin typeface="Arial"/>
              <a:ea typeface="+mn-ea"/>
              <a:cs typeface="+mn-cs"/>
            </a:endParaRPr>
          </a:p>
        </p:txBody>
      </p:sp>
      <p:grpSp>
        <p:nvGrpSpPr>
          <p:cNvPr id="5" name="Gruppieren 4">
            <a:extLst>
              <a:ext uri="{FF2B5EF4-FFF2-40B4-BE49-F238E27FC236}">
                <a16:creationId xmlns:a16="http://schemas.microsoft.com/office/drawing/2014/main" id="{852BA4AB-1CF2-46AA-7685-F3E1E9FB4E8B}"/>
              </a:ext>
            </a:extLst>
          </p:cNvPr>
          <p:cNvGrpSpPr/>
          <p:nvPr/>
        </p:nvGrpSpPr>
        <p:grpSpPr>
          <a:xfrm>
            <a:off x="186665" y="489636"/>
            <a:ext cx="639458" cy="649480"/>
            <a:chOff x="186665" y="489636"/>
            <a:chExt cx="639458" cy="649480"/>
          </a:xfrm>
        </p:grpSpPr>
        <p:sp>
          <p:nvSpPr>
            <p:cNvPr id="6" name="Oval 29">
              <a:extLst>
                <a:ext uri="{FF2B5EF4-FFF2-40B4-BE49-F238E27FC236}">
                  <a16:creationId xmlns:a16="http://schemas.microsoft.com/office/drawing/2014/main" id="{6FDE77DB-3359-7B20-3D48-7D80039CB6B4}"/>
                </a:ext>
              </a:extLst>
            </p:cNvPr>
            <p:cNvSpPr/>
            <p:nvPr/>
          </p:nvSpPr>
          <p:spPr>
            <a:xfrm>
              <a:off x="186665" y="489636"/>
              <a:ext cx="639458" cy="649480"/>
            </a:xfrm>
            <a:prstGeom prst="ellipse">
              <a:avLst/>
            </a:prstGeom>
            <a:solidFill>
              <a:schemeClr val="bg1"/>
            </a:solidFill>
            <a:ln w="3810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grpSp>
          <p:nvGrpSpPr>
            <p:cNvPr id="9" name="bcgIcons_Iceberg ">
              <a:extLst>
                <a:ext uri="{FF2B5EF4-FFF2-40B4-BE49-F238E27FC236}">
                  <a16:creationId xmlns:a16="http://schemas.microsoft.com/office/drawing/2014/main" id="{DE8C0249-C00E-6A24-FF1A-6B79A6C779BF}"/>
                </a:ext>
              </a:extLst>
            </p:cNvPr>
            <p:cNvGrpSpPr>
              <a:grpSpLocks noChangeAspect="1"/>
            </p:cNvGrpSpPr>
            <p:nvPr/>
          </p:nvGrpSpPr>
          <p:grpSpPr>
            <a:xfrm>
              <a:off x="193456" y="503931"/>
              <a:ext cx="625877" cy="620890"/>
              <a:chOff x="5272881" y="2605881"/>
              <a:chExt cx="1646238" cy="1646237"/>
            </a:xfrm>
          </p:grpSpPr>
          <p:sp>
            <p:nvSpPr>
              <p:cNvPr id="10" name="AutoShape 3">
                <a:extLst>
                  <a:ext uri="{FF2B5EF4-FFF2-40B4-BE49-F238E27FC236}">
                    <a16:creationId xmlns:a16="http://schemas.microsoft.com/office/drawing/2014/main" id="{531EBE13-93F6-C3A4-2F0B-D13A46A59B9D}"/>
                  </a:ext>
                </a:extLst>
              </p:cNvPr>
              <p:cNvSpPr>
                <a:spLocks noChangeAspect="1" noChangeArrowheads="1" noTextEdit="1"/>
              </p:cNvSpPr>
              <p:nvPr/>
            </p:nvSpPr>
            <p:spPr bwMode="auto">
              <a:xfrm>
                <a:off x="5272881" y="2605881"/>
                <a:ext cx="1646238"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2" name="Group 32">
                <a:extLst>
                  <a:ext uri="{FF2B5EF4-FFF2-40B4-BE49-F238E27FC236}">
                    <a16:creationId xmlns:a16="http://schemas.microsoft.com/office/drawing/2014/main" id="{0A7B39FD-066A-F6A1-DCA5-1A71CA2853E6}"/>
                  </a:ext>
                </a:extLst>
              </p:cNvPr>
              <p:cNvGrpSpPr/>
              <p:nvPr/>
            </p:nvGrpSpPr>
            <p:grpSpPr>
              <a:xfrm>
                <a:off x="5526881" y="2774156"/>
                <a:ext cx="1139825" cy="1308100"/>
                <a:chOff x="5526881" y="2774156"/>
                <a:chExt cx="1139825" cy="1308100"/>
              </a:xfrm>
            </p:grpSpPr>
            <p:sp>
              <p:nvSpPr>
                <p:cNvPr id="13" name="Freeform 10">
                  <a:extLst>
                    <a:ext uri="{FF2B5EF4-FFF2-40B4-BE49-F238E27FC236}">
                      <a16:creationId xmlns:a16="http://schemas.microsoft.com/office/drawing/2014/main" id="{0DAB9CF7-F8EF-D058-96AD-DB1C363148B3}"/>
                    </a:ext>
                  </a:extLst>
                </p:cNvPr>
                <p:cNvSpPr>
                  <a:spLocks/>
                </p:cNvSpPr>
                <p:nvPr/>
              </p:nvSpPr>
              <p:spPr bwMode="auto">
                <a:xfrm>
                  <a:off x="5606256" y="2774156"/>
                  <a:ext cx="981075" cy="517525"/>
                </a:xfrm>
                <a:custGeom>
                  <a:avLst/>
                  <a:gdLst>
                    <a:gd name="T0" fmla="*/ 1194 w 1374"/>
                    <a:gd name="T1" fmla="*/ 534 h 724"/>
                    <a:gd name="T2" fmla="*/ 1108 w 1374"/>
                    <a:gd name="T3" fmla="*/ 422 h 724"/>
                    <a:gd name="T4" fmla="*/ 1106 w 1374"/>
                    <a:gd name="T5" fmla="*/ 420 h 724"/>
                    <a:gd name="T6" fmla="*/ 914 w 1374"/>
                    <a:gd name="T7" fmla="*/ 224 h 724"/>
                    <a:gd name="T8" fmla="*/ 898 w 1374"/>
                    <a:gd name="T9" fmla="*/ 217 h 724"/>
                    <a:gd name="T10" fmla="*/ 898 w 1374"/>
                    <a:gd name="T11" fmla="*/ 217 h 724"/>
                    <a:gd name="T12" fmla="*/ 882 w 1374"/>
                    <a:gd name="T13" fmla="*/ 224 h 724"/>
                    <a:gd name="T14" fmla="*/ 862 w 1374"/>
                    <a:gd name="T15" fmla="*/ 244 h 724"/>
                    <a:gd name="T16" fmla="*/ 727 w 1374"/>
                    <a:gd name="T17" fmla="*/ 11 h 724"/>
                    <a:gd name="T18" fmla="*/ 709 w 1374"/>
                    <a:gd name="T19" fmla="*/ 0 h 724"/>
                    <a:gd name="T20" fmla="*/ 690 w 1374"/>
                    <a:gd name="T21" fmla="*/ 9 h 724"/>
                    <a:gd name="T22" fmla="*/ 518 w 1374"/>
                    <a:gd name="T23" fmla="*/ 237 h 724"/>
                    <a:gd name="T24" fmla="*/ 477 w 1374"/>
                    <a:gd name="T25" fmla="*/ 224 h 724"/>
                    <a:gd name="T26" fmla="*/ 453 w 1374"/>
                    <a:gd name="T27" fmla="*/ 230 h 724"/>
                    <a:gd name="T28" fmla="*/ 336 w 1374"/>
                    <a:gd name="T29" fmla="*/ 374 h 724"/>
                    <a:gd name="T30" fmla="*/ 322 w 1374"/>
                    <a:gd name="T31" fmla="*/ 356 h 724"/>
                    <a:gd name="T32" fmla="*/ 304 w 1374"/>
                    <a:gd name="T33" fmla="*/ 348 h 724"/>
                    <a:gd name="T34" fmla="*/ 287 w 1374"/>
                    <a:gd name="T35" fmla="*/ 358 h 724"/>
                    <a:gd name="T36" fmla="*/ 145 w 1374"/>
                    <a:gd name="T37" fmla="*/ 571 h 724"/>
                    <a:gd name="T38" fmla="*/ 0 w 1374"/>
                    <a:gd name="T39" fmla="*/ 724 h 724"/>
                    <a:gd name="T40" fmla="*/ 61 w 1374"/>
                    <a:gd name="T41" fmla="*/ 724 h 724"/>
                    <a:gd name="T42" fmla="*/ 178 w 1374"/>
                    <a:gd name="T43" fmla="*/ 600 h 724"/>
                    <a:gd name="T44" fmla="*/ 180 w 1374"/>
                    <a:gd name="T45" fmla="*/ 597 h 724"/>
                    <a:gd name="T46" fmla="*/ 307 w 1374"/>
                    <a:gd name="T47" fmla="*/ 407 h 724"/>
                    <a:gd name="T48" fmla="*/ 319 w 1374"/>
                    <a:gd name="T49" fmla="*/ 422 h 724"/>
                    <a:gd name="T50" fmla="*/ 336 w 1374"/>
                    <a:gd name="T51" fmla="*/ 431 h 724"/>
                    <a:gd name="T52" fmla="*/ 353 w 1374"/>
                    <a:gd name="T53" fmla="*/ 422 h 724"/>
                    <a:gd name="T54" fmla="*/ 478 w 1374"/>
                    <a:gd name="T55" fmla="*/ 270 h 724"/>
                    <a:gd name="T56" fmla="*/ 519 w 1374"/>
                    <a:gd name="T57" fmla="*/ 284 h 724"/>
                    <a:gd name="T58" fmla="*/ 544 w 1374"/>
                    <a:gd name="T59" fmla="*/ 276 h 724"/>
                    <a:gd name="T60" fmla="*/ 688 w 1374"/>
                    <a:gd name="T61" fmla="*/ 85 h 724"/>
                    <a:gd name="T62" fmla="*/ 619 w 1374"/>
                    <a:gd name="T63" fmla="*/ 307 h 724"/>
                    <a:gd name="T64" fmla="*/ 620 w 1374"/>
                    <a:gd name="T65" fmla="*/ 312 h 724"/>
                    <a:gd name="T66" fmla="*/ 646 w 1374"/>
                    <a:gd name="T67" fmla="*/ 329 h 724"/>
                    <a:gd name="T68" fmla="*/ 648 w 1374"/>
                    <a:gd name="T69" fmla="*/ 334 h 724"/>
                    <a:gd name="T70" fmla="*/ 565 w 1374"/>
                    <a:gd name="T71" fmla="*/ 506 h 724"/>
                    <a:gd name="T72" fmla="*/ 571 w 1374"/>
                    <a:gd name="T73" fmla="*/ 511 h 724"/>
                    <a:gd name="T74" fmla="*/ 726 w 1374"/>
                    <a:gd name="T75" fmla="*/ 357 h 724"/>
                    <a:gd name="T76" fmla="*/ 730 w 1374"/>
                    <a:gd name="T77" fmla="*/ 356 h 724"/>
                    <a:gd name="T78" fmla="*/ 787 w 1374"/>
                    <a:gd name="T79" fmla="*/ 383 h 724"/>
                    <a:gd name="T80" fmla="*/ 792 w 1374"/>
                    <a:gd name="T81" fmla="*/ 382 h 724"/>
                    <a:gd name="T82" fmla="*/ 863 w 1374"/>
                    <a:gd name="T83" fmla="*/ 302 h 724"/>
                    <a:gd name="T84" fmla="*/ 873 w 1374"/>
                    <a:gd name="T85" fmla="*/ 296 h 724"/>
                    <a:gd name="T86" fmla="*/ 897 w 1374"/>
                    <a:gd name="T87" fmla="*/ 272 h 724"/>
                    <a:gd name="T88" fmla="*/ 897 w 1374"/>
                    <a:gd name="T89" fmla="*/ 274 h 724"/>
                    <a:gd name="T90" fmla="*/ 881 w 1374"/>
                    <a:gd name="T91" fmla="*/ 498 h 724"/>
                    <a:gd name="T92" fmla="*/ 879 w 1374"/>
                    <a:gd name="T93" fmla="*/ 500 h 724"/>
                    <a:gd name="T94" fmla="*/ 804 w 1374"/>
                    <a:gd name="T95" fmla="*/ 561 h 724"/>
                    <a:gd name="T96" fmla="*/ 803 w 1374"/>
                    <a:gd name="T97" fmla="*/ 563 h 724"/>
                    <a:gd name="T98" fmla="*/ 761 w 1374"/>
                    <a:gd name="T99" fmla="*/ 724 h 724"/>
                    <a:gd name="T100" fmla="*/ 1313 w 1374"/>
                    <a:gd name="T101" fmla="*/ 724 h 724"/>
                    <a:gd name="T102" fmla="*/ 1343 w 1374"/>
                    <a:gd name="T103" fmla="*/ 724 h 724"/>
                    <a:gd name="T104" fmla="*/ 1374 w 1374"/>
                    <a:gd name="T105" fmla="*/ 724 h 724"/>
                    <a:gd name="T106" fmla="*/ 1194 w 1374"/>
                    <a:gd name="T107" fmla="*/ 534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74" h="724">
                      <a:moveTo>
                        <a:pt x="1194" y="534"/>
                      </a:moveTo>
                      <a:cubicBezTo>
                        <a:pt x="1108" y="422"/>
                        <a:pt x="1108" y="422"/>
                        <a:pt x="1108" y="422"/>
                      </a:cubicBezTo>
                      <a:cubicBezTo>
                        <a:pt x="1108" y="422"/>
                        <a:pt x="1107" y="421"/>
                        <a:pt x="1106" y="420"/>
                      </a:cubicBezTo>
                      <a:cubicBezTo>
                        <a:pt x="914" y="224"/>
                        <a:pt x="914" y="224"/>
                        <a:pt x="914" y="224"/>
                      </a:cubicBezTo>
                      <a:cubicBezTo>
                        <a:pt x="910" y="219"/>
                        <a:pt x="904" y="217"/>
                        <a:pt x="898" y="217"/>
                      </a:cubicBezTo>
                      <a:cubicBezTo>
                        <a:pt x="898" y="217"/>
                        <a:pt x="898" y="217"/>
                        <a:pt x="898" y="217"/>
                      </a:cubicBezTo>
                      <a:cubicBezTo>
                        <a:pt x="892" y="217"/>
                        <a:pt x="887" y="219"/>
                        <a:pt x="882" y="224"/>
                      </a:cubicBezTo>
                      <a:cubicBezTo>
                        <a:pt x="862" y="244"/>
                        <a:pt x="862" y="244"/>
                        <a:pt x="862" y="244"/>
                      </a:cubicBezTo>
                      <a:cubicBezTo>
                        <a:pt x="727" y="11"/>
                        <a:pt x="727" y="11"/>
                        <a:pt x="727" y="11"/>
                      </a:cubicBezTo>
                      <a:cubicBezTo>
                        <a:pt x="723" y="5"/>
                        <a:pt x="716" y="1"/>
                        <a:pt x="709" y="0"/>
                      </a:cubicBezTo>
                      <a:cubicBezTo>
                        <a:pt x="702" y="0"/>
                        <a:pt x="695" y="3"/>
                        <a:pt x="690" y="9"/>
                      </a:cubicBezTo>
                      <a:cubicBezTo>
                        <a:pt x="518" y="237"/>
                        <a:pt x="518" y="237"/>
                        <a:pt x="518" y="237"/>
                      </a:cubicBezTo>
                      <a:cubicBezTo>
                        <a:pt x="477" y="224"/>
                        <a:pt x="477" y="224"/>
                        <a:pt x="477" y="224"/>
                      </a:cubicBezTo>
                      <a:cubicBezTo>
                        <a:pt x="469" y="221"/>
                        <a:pt x="459" y="223"/>
                        <a:pt x="453" y="230"/>
                      </a:cubicBezTo>
                      <a:cubicBezTo>
                        <a:pt x="336" y="374"/>
                        <a:pt x="336" y="374"/>
                        <a:pt x="336" y="374"/>
                      </a:cubicBezTo>
                      <a:cubicBezTo>
                        <a:pt x="322" y="356"/>
                        <a:pt x="322" y="356"/>
                        <a:pt x="322" y="356"/>
                      </a:cubicBezTo>
                      <a:cubicBezTo>
                        <a:pt x="318" y="351"/>
                        <a:pt x="311" y="348"/>
                        <a:pt x="304" y="348"/>
                      </a:cubicBezTo>
                      <a:cubicBezTo>
                        <a:pt x="297" y="349"/>
                        <a:pt x="291" y="352"/>
                        <a:pt x="287" y="358"/>
                      </a:cubicBezTo>
                      <a:cubicBezTo>
                        <a:pt x="145" y="571"/>
                        <a:pt x="145" y="571"/>
                        <a:pt x="145" y="571"/>
                      </a:cubicBezTo>
                      <a:cubicBezTo>
                        <a:pt x="0" y="724"/>
                        <a:pt x="0" y="724"/>
                        <a:pt x="0" y="724"/>
                      </a:cubicBezTo>
                      <a:cubicBezTo>
                        <a:pt x="61" y="724"/>
                        <a:pt x="61" y="724"/>
                        <a:pt x="61" y="724"/>
                      </a:cubicBezTo>
                      <a:cubicBezTo>
                        <a:pt x="178" y="600"/>
                        <a:pt x="178" y="600"/>
                        <a:pt x="178" y="600"/>
                      </a:cubicBezTo>
                      <a:cubicBezTo>
                        <a:pt x="179" y="599"/>
                        <a:pt x="180" y="598"/>
                        <a:pt x="180" y="597"/>
                      </a:cubicBezTo>
                      <a:cubicBezTo>
                        <a:pt x="307" y="407"/>
                        <a:pt x="307" y="407"/>
                        <a:pt x="307" y="407"/>
                      </a:cubicBezTo>
                      <a:cubicBezTo>
                        <a:pt x="319" y="422"/>
                        <a:pt x="319" y="422"/>
                        <a:pt x="319" y="422"/>
                      </a:cubicBezTo>
                      <a:cubicBezTo>
                        <a:pt x="323" y="427"/>
                        <a:pt x="329" y="430"/>
                        <a:pt x="336" y="431"/>
                      </a:cubicBezTo>
                      <a:cubicBezTo>
                        <a:pt x="342" y="431"/>
                        <a:pt x="349" y="428"/>
                        <a:pt x="353" y="422"/>
                      </a:cubicBezTo>
                      <a:cubicBezTo>
                        <a:pt x="478" y="270"/>
                        <a:pt x="478" y="270"/>
                        <a:pt x="478" y="270"/>
                      </a:cubicBezTo>
                      <a:cubicBezTo>
                        <a:pt x="519" y="284"/>
                        <a:pt x="519" y="284"/>
                        <a:pt x="519" y="284"/>
                      </a:cubicBezTo>
                      <a:cubicBezTo>
                        <a:pt x="528" y="287"/>
                        <a:pt x="538" y="284"/>
                        <a:pt x="544" y="276"/>
                      </a:cubicBezTo>
                      <a:cubicBezTo>
                        <a:pt x="688" y="85"/>
                        <a:pt x="688" y="85"/>
                        <a:pt x="688" y="85"/>
                      </a:cubicBezTo>
                      <a:cubicBezTo>
                        <a:pt x="619" y="307"/>
                        <a:pt x="619" y="307"/>
                        <a:pt x="619" y="307"/>
                      </a:cubicBezTo>
                      <a:cubicBezTo>
                        <a:pt x="618" y="309"/>
                        <a:pt x="619" y="311"/>
                        <a:pt x="620" y="312"/>
                      </a:cubicBezTo>
                      <a:cubicBezTo>
                        <a:pt x="646" y="329"/>
                        <a:pt x="646" y="329"/>
                        <a:pt x="646" y="329"/>
                      </a:cubicBezTo>
                      <a:cubicBezTo>
                        <a:pt x="648" y="331"/>
                        <a:pt x="649" y="333"/>
                        <a:pt x="648" y="334"/>
                      </a:cubicBezTo>
                      <a:cubicBezTo>
                        <a:pt x="565" y="506"/>
                        <a:pt x="565" y="506"/>
                        <a:pt x="565" y="506"/>
                      </a:cubicBezTo>
                      <a:cubicBezTo>
                        <a:pt x="563" y="510"/>
                        <a:pt x="568" y="514"/>
                        <a:pt x="571" y="511"/>
                      </a:cubicBezTo>
                      <a:cubicBezTo>
                        <a:pt x="726" y="357"/>
                        <a:pt x="726" y="357"/>
                        <a:pt x="726" y="357"/>
                      </a:cubicBezTo>
                      <a:cubicBezTo>
                        <a:pt x="727" y="356"/>
                        <a:pt x="728" y="355"/>
                        <a:pt x="730" y="356"/>
                      </a:cubicBezTo>
                      <a:cubicBezTo>
                        <a:pt x="787" y="383"/>
                        <a:pt x="787" y="383"/>
                        <a:pt x="787" y="383"/>
                      </a:cubicBezTo>
                      <a:cubicBezTo>
                        <a:pt x="789" y="384"/>
                        <a:pt x="791" y="384"/>
                        <a:pt x="792" y="382"/>
                      </a:cubicBezTo>
                      <a:cubicBezTo>
                        <a:pt x="863" y="302"/>
                        <a:pt x="863" y="302"/>
                        <a:pt x="863" y="302"/>
                      </a:cubicBezTo>
                      <a:cubicBezTo>
                        <a:pt x="867" y="301"/>
                        <a:pt x="871" y="299"/>
                        <a:pt x="873" y="296"/>
                      </a:cubicBezTo>
                      <a:cubicBezTo>
                        <a:pt x="897" y="272"/>
                        <a:pt x="897" y="272"/>
                        <a:pt x="897" y="272"/>
                      </a:cubicBezTo>
                      <a:cubicBezTo>
                        <a:pt x="897" y="272"/>
                        <a:pt x="897" y="273"/>
                        <a:pt x="897" y="274"/>
                      </a:cubicBezTo>
                      <a:cubicBezTo>
                        <a:pt x="881" y="498"/>
                        <a:pt x="881" y="498"/>
                        <a:pt x="881" y="498"/>
                      </a:cubicBezTo>
                      <a:cubicBezTo>
                        <a:pt x="881" y="499"/>
                        <a:pt x="880" y="500"/>
                        <a:pt x="879" y="500"/>
                      </a:cubicBezTo>
                      <a:cubicBezTo>
                        <a:pt x="804" y="561"/>
                        <a:pt x="804" y="561"/>
                        <a:pt x="804" y="561"/>
                      </a:cubicBezTo>
                      <a:cubicBezTo>
                        <a:pt x="803" y="561"/>
                        <a:pt x="803" y="562"/>
                        <a:pt x="803" y="563"/>
                      </a:cubicBezTo>
                      <a:cubicBezTo>
                        <a:pt x="761" y="724"/>
                        <a:pt x="761" y="724"/>
                        <a:pt x="761" y="724"/>
                      </a:cubicBezTo>
                      <a:cubicBezTo>
                        <a:pt x="1313" y="724"/>
                        <a:pt x="1313" y="724"/>
                        <a:pt x="1313" y="724"/>
                      </a:cubicBezTo>
                      <a:cubicBezTo>
                        <a:pt x="1343" y="724"/>
                        <a:pt x="1343" y="724"/>
                        <a:pt x="1343" y="724"/>
                      </a:cubicBezTo>
                      <a:cubicBezTo>
                        <a:pt x="1374" y="724"/>
                        <a:pt x="1374" y="724"/>
                        <a:pt x="1374" y="724"/>
                      </a:cubicBezTo>
                      <a:lnTo>
                        <a:pt x="1194" y="534"/>
                      </a:lnTo>
                      <a:close/>
                    </a:path>
                  </a:pathLst>
                </a:custGeom>
                <a:solidFill>
                  <a:srgbClr val="00999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11">
                  <a:extLst>
                    <a:ext uri="{FF2B5EF4-FFF2-40B4-BE49-F238E27FC236}">
                      <a16:creationId xmlns:a16="http://schemas.microsoft.com/office/drawing/2014/main" id="{160734BD-8A65-8691-2F76-E7C0B106F584}"/>
                    </a:ext>
                  </a:extLst>
                </p:cNvPr>
                <p:cNvSpPr>
                  <a:spLocks/>
                </p:cNvSpPr>
                <p:nvPr/>
              </p:nvSpPr>
              <p:spPr bwMode="auto">
                <a:xfrm>
                  <a:off x="5526881" y="3323431"/>
                  <a:ext cx="1139825" cy="758825"/>
                </a:xfrm>
                <a:custGeom>
                  <a:avLst/>
                  <a:gdLst>
                    <a:gd name="connsiteX0" fmla="*/ 88900 w 1139825"/>
                    <a:gd name="connsiteY0" fmla="*/ 33337 h 758825"/>
                    <a:gd name="connsiteX1" fmla="*/ 99607 w 1139825"/>
                    <a:gd name="connsiteY1" fmla="*/ 49044 h 758825"/>
                    <a:gd name="connsiteX2" fmla="*/ 110314 w 1139825"/>
                    <a:gd name="connsiteY2" fmla="*/ 64751 h 758825"/>
                    <a:gd name="connsiteX3" fmla="*/ 208103 w 1139825"/>
                    <a:gd name="connsiteY3" fmla="*/ 203972 h 758825"/>
                    <a:gd name="connsiteX4" fmla="*/ 209530 w 1139825"/>
                    <a:gd name="connsiteY4" fmla="*/ 206114 h 758825"/>
                    <a:gd name="connsiteX5" fmla="*/ 298040 w 1139825"/>
                    <a:gd name="connsiteY5" fmla="*/ 382461 h 758825"/>
                    <a:gd name="connsiteX6" fmla="*/ 304464 w 1139825"/>
                    <a:gd name="connsiteY6" fmla="*/ 368896 h 758825"/>
                    <a:gd name="connsiteX7" fmla="*/ 318026 w 1139825"/>
                    <a:gd name="connsiteY7" fmla="*/ 361042 h 758825"/>
                    <a:gd name="connsiteX8" fmla="*/ 332302 w 1139825"/>
                    <a:gd name="connsiteY8" fmla="*/ 368182 h 758825"/>
                    <a:gd name="connsiteX9" fmla="*/ 419384 w 1139825"/>
                    <a:gd name="connsiteY9" fmla="*/ 513829 h 758825"/>
                    <a:gd name="connsiteX10" fmla="*/ 450077 w 1139825"/>
                    <a:gd name="connsiteY10" fmla="*/ 502405 h 758825"/>
                    <a:gd name="connsiteX11" fmla="*/ 469349 w 1139825"/>
                    <a:gd name="connsiteY11" fmla="*/ 509545 h 758825"/>
                    <a:gd name="connsiteX12" fmla="*/ 581414 w 1139825"/>
                    <a:gd name="connsiteY12" fmla="*/ 708024 h 758825"/>
                    <a:gd name="connsiteX13" fmla="*/ 676347 w 1139825"/>
                    <a:gd name="connsiteY13" fmla="*/ 491696 h 758825"/>
                    <a:gd name="connsiteX14" fmla="*/ 689195 w 1139825"/>
                    <a:gd name="connsiteY14" fmla="*/ 482415 h 758825"/>
                    <a:gd name="connsiteX15" fmla="*/ 704185 w 1139825"/>
                    <a:gd name="connsiteY15" fmla="*/ 489554 h 758825"/>
                    <a:gd name="connsiteX16" fmla="*/ 719888 w 1139825"/>
                    <a:gd name="connsiteY16" fmla="*/ 512401 h 758825"/>
                    <a:gd name="connsiteX17" fmla="*/ 841232 w 1139825"/>
                    <a:gd name="connsiteY17" fmla="*/ 350333 h 758825"/>
                    <a:gd name="connsiteX18" fmla="*/ 905473 w 1139825"/>
                    <a:gd name="connsiteY18" fmla="*/ 240384 h 758825"/>
                    <a:gd name="connsiteX19" fmla="*/ 906187 w 1139825"/>
                    <a:gd name="connsiteY19" fmla="*/ 238956 h 758825"/>
                    <a:gd name="connsiteX20" fmla="*/ 1030386 w 1139825"/>
                    <a:gd name="connsiteY20" fmla="*/ 64751 h 758825"/>
                    <a:gd name="connsiteX21" fmla="*/ 1041806 w 1139825"/>
                    <a:gd name="connsiteY21" fmla="*/ 49044 h 758825"/>
                    <a:gd name="connsiteX22" fmla="*/ 1052513 w 1139825"/>
                    <a:gd name="connsiteY22" fmla="*/ 33337 h 758825"/>
                    <a:gd name="connsiteX23" fmla="*/ 88900 w 1139825"/>
                    <a:gd name="connsiteY23" fmla="*/ 33337 h 758825"/>
                    <a:gd name="connsiteX24" fmla="*/ 16426 w 1139825"/>
                    <a:gd name="connsiteY24" fmla="*/ 0 h 758825"/>
                    <a:gd name="connsiteX25" fmla="*/ 49993 w 1139825"/>
                    <a:gd name="connsiteY25" fmla="*/ 0 h 758825"/>
                    <a:gd name="connsiteX26" fmla="*/ 92843 w 1139825"/>
                    <a:gd name="connsiteY26" fmla="*/ 0 h 758825"/>
                    <a:gd name="connsiteX27" fmla="*/ 614906 w 1139825"/>
                    <a:gd name="connsiteY27" fmla="*/ 0 h 758825"/>
                    <a:gd name="connsiteX28" fmla="*/ 1046982 w 1139825"/>
                    <a:gd name="connsiteY28" fmla="*/ 0 h 758825"/>
                    <a:gd name="connsiteX29" fmla="*/ 1068408 w 1139825"/>
                    <a:gd name="connsiteY29" fmla="*/ 0 h 758825"/>
                    <a:gd name="connsiteX30" fmla="*/ 1089833 w 1139825"/>
                    <a:gd name="connsiteY30" fmla="*/ 0 h 758825"/>
                    <a:gd name="connsiteX31" fmla="*/ 1123399 w 1139825"/>
                    <a:gd name="connsiteY31" fmla="*/ 0 h 758825"/>
                    <a:gd name="connsiteX32" fmla="*/ 1139825 w 1139825"/>
                    <a:gd name="connsiteY32" fmla="*/ 16434 h 758825"/>
                    <a:gd name="connsiteX33" fmla="*/ 1123399 w 1139825"/>
                    <a:gd name="connsiteY33" fmla="*/ 32868 h 758825"/>
                    <a:gd name="connsiteX34" fmla="*/ 1091261 w 1139825"/>
                    <a:gd name="connsiteY34" fmla="*/ 32868 h 758825"/>
                    <a:gd name="connsiteX35" fmla="*/ 1080549 w 1139825"/>
                    <a:gd name="connsiteY35" fmla="*/ 48588 h 758825"/>
                    <a:gd name="connsiteX36" fmla="*/ 1069122 w 1139825"/>
                    <a:gd name="connsiteY36" fmla="*/ 64307 h 758825"/>
                    <a:gd name="connsiteX37" fmla="*/ 932000 w 1139825"/>
                    <a:gd name="connsiteY37" fmla="*/ 256514 h 758825"/>
                    <a:gd name="connsiteX38" fmla="*/ 867724 w 1139825"/>
                    <a:gd name="connsiteY38" fmla="*/ 367266 h 758825"/>
                    <a:gd name="connsiteX39" fmla="*/ 867010 w 1139825"/>
                    <a:gd name="connsiteY39" fmla="*/ 368695 h 758825"/>
                    <a:gd name="connsiteX40" fmla="*/ 732031 w 1139825"/>
                    <a:gd name="connsiteY40" fmla="*/ 548040 h 758825"/>
                    <a:gd name="connsiteX41" fmla="*/ 719176 w 1139825"/>
                    <a:gd name="connsiteY41" fmla="*/ 554471 h 758825"/>
                    <a:gd name="connsiteX42" fmla="*/ 706320 w 1139825"/>
                    <a:gd name="connsiteY42" fmla="*/ 548040 h 758825"/>
                    <a:gd name="connsiteX43" fmla="*/ 694179 w 1139825"/>
                    <a:gd name="connsiteY43" fmla="*/ 530177 h 758825"/>
                    <a:gd name="connsiteX44" fmla="*/ 597766 w 1139825"/>
                    <a:gd name="connsiteY44" fmla="*/ 749536 h 758825"/>
                    <a:gd name="connsiteX45" fmla="*/ 584196 w 1139825"/>
                    <a:gd name="connsiteY45" fmla="*/ 758825 h 758825"/>
                    <a:gd name="connsiteX46" fmla="*/ 583482 w 1139825"/>
                    <a:gd name="connsiteY46" fmla="*/ 758825 h 758825"/>
                    <a:gd name="connsiteX47" fmla="*/ 569199 w 1139825"/>
                    <a:gd name="connsiteY47" fmla="*/ 750251 h 758825"/>
                    <a:gd name="connsiteX48" fmla="*/ 448503 w 1139825"/>
                    <a:gd name="connsiteY48" fmla="*/ 536608 h 758825"/>
                    <a:gd name="connsiteX49" fmla="*/ 418507 w 1139825"/>
                    <a:gd name="connsiteY49" fmla="*/ 548040 h 758825"/>
                    <a:gd name="connsiteX50" fmla="*/ 399225 w 1139825"/>
                    <a:gd name="connsiteY50" fmla="*/ 541610 h 758825"/>
                    <a:gd name="connsiteX51" fmla="*/ 319237 w 1139825"/>
                    <a:gd name="connsiteY51" fmla="*/ 408708 h 758825"/>
                    <a:gd name="connsiteX52" fmla="*/ 311381 w 1139825"/>
                    <a:gd name="connsiteY52" fmla="*/ 424428 h 758825"/>
                    <a:gd name="connsiteX53" fmla="*/ 297097 w 1139825"/>
                    <a:gd name="connsiteY53" fmla="*/ 432287 h 758825"/>
                    <a:gd name="connsiteX54" fmla="*/ 283528 w 1139825"/>
                    <a:gd name="connsiteY54" fmla="*/ 423713 h 758825"/>
                    <a:gd name="connsiteX55" fmla="*/ 181401 w 1139825"/>
                    <a:gd name="connsiteY55" fmla="*/ 220788 h 758825"/>
                    <a:gd name="connsiteX56" fmla="*/ 72132 w 1139825"/>
                    <a:gd name="connsiteY56" fmla="*/ 64307 h 758825"/>
                    <a:gd name="connsiteX57" fmla="*/ 62134 w 1139825"/>
                    <a:gd name="connsiteY57" fmla="*/ 50017 h 758825"/>
                    <a:gd name="connsiteX58" fmla="*/ 60705 w 1139825"/>
                    <a:gd name="connsiteY58" fmla="*/ 48588 h 758825"/>
                    <a:gd name="connsiteX59" fmla="*/ 48564 w 1139825"/>
                    <a:gd name="connsiteY59" fmla="*/ 32868 h 758825"/>
                    <a:gd name="connsiteX60" fmla="*/ 16426 w 1139825"/>
                    <a:gd name="connsiteY60" fmla="*/ 32868 h 758825"/>
                    <a:gd name="connsiteX61" fmla="*/ 0 w 1139825"/>
                    <a:gd name="connsiteY61" fmla="*/ 16434 h 758825"/>
                    <a:gd name="connsiteX62" fmla="*/ 16426 w 1139825"/>
                    <a:gd name="connsiteY62" fmla="*/ 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9825" h="758825">
                      <a:moveTo>
                        <a:pt x="88900" y="33337"/>
                      </a:moveTo>
                      <a:cubicBezTo>
                        <a:pt x="88900" y="33337"/>
                        <a:pt x="88900" y="33337"/>
                        <a:pt x="99607" y="49044"/>
                      </a:cubicBezTo>
                      <a:cubicBezTo>
                        <a:pt x="99607" y="49044"/>
                        <a:pt x="99607" y="49044"/>
                        <a:pt x="110314" y="64751"/>
                      </a:cubicBezTo>
                      <a:cubicBezTo>
                        <a:pt x="110314" y="64751"/>
                        <a:pt x="110314" y="64751"/>
                        <a:pt x="208103" y="203972"/>
                      </a:cubicBezTo>
                      <a:cubicBezTo>
                        <a:pt x="208817" y="204686"/>
                        <a:pt x="208817" y="205400"/>
                        <a:pt x="209530" y="206114"/>
                      </a:cubicBezTo>
                      <a:cubicBezTo>
                        <a:pt x="209530" y="206114"/>
                        <a:pt x="209530" y="206114"/>
                        <a:pt x="298040" y="382461"/>
                      </a:cubicBezTo>
                      <a:cubicBezTo>
                        <a:pt x="298040" y="382461"/>
                        <a:pt x="298040" y="382461"/>
                        <a:pt x="304464" y="368896"/>
                      </a:cubicBezTo>
                      <a:cubicBezTo>
                        <a:pt x="307319" y="363898"/>
                        <a:pt x="312316" y="361042"/>
                        <a:pt x="318026" y="361042"/>
                      </a:cubicBezTo>
                      <a:cubicBezTo>
                        <a:pt x="323736" y="360328"/>
                        <a:pt x="328733" y="363184"/>
                        <a:pt x="332302" y="368182"/>
                      </a:cubicBezTo>
                      <a:cubicBezTo>
                        <a:pt x="332302" y="368182"/>
                        <a:pt x="332302" y="368182"/>
                        <a:pt x="419384" y="513829"/>
                      </a:cubicBezTo>
                      <a:cubicBezTo>
                        <a:pt x="419384" y="513829"/>
                        <a:pt x="419384" y="513829"/>
                        <a:pt x="450077" y="502405"/>
                      </a:cubicBezTo>
                      <a:cubicBezTo>
                        <a:pt x="457928" y="499549"/>
                        <a:pt x="465780" y="502405"/>
                        <a:pt x="469349" y="509545"/>
                      </a:cubicBezTo>
                      <a:cubicBezTo>
                        <a:pt x="469349" y="509545"/>
                        <a:pt x="469349" y="509545"/>
                        <a:pt x="581414" y="708024"/>
                      </a:cubicBezTo>
                      <a:cubicBezTo>
                        <a:pt x="581414" y="708024"/>
                        <a:pt x="581414" y="708024"/>
                        <a:pt x="676347" y="491696"/>
                      </a:cubicBezTo>
                      <a:cubicBezTo>
                        <a:pt x="679202" y="486698"/>
                        <a:pt x="684199" y="483128"/>
                        <a:pt x="689195" y="482415"/>
                      </a:cubicBezTo>
                      <a:cubicBezTo>
                        <a:pt x="694906" y="482415"/>
                        <a:pt x="700616" y="484556"/>
                        <a:pt x="704185" y="489554"/>
                      </a:cubicBezTo>
                      <a:cubicBezTo>
                        <a:pt x="704185" y="489554"/>
                        <a:pt x="704185" y="489554"/>
                        <a:pt x="719888" y="512401"/>
                      </a:cubicBezTo>
                      <a:cubicBezTo>
                        <a:pt x="719888" y="512401"/>
                        <a:pt x="719888" y="512401"/>
                        <a:pt x="841232" y="350333"/>
                      </a:cubicBezTo>
                      <a:cubicBezTo>
                        <a:pt x="841232" y="350333"/>
                        <a:pt x="841232" y="350333"/>
                        <a:pt x="905473" y="240384"/>
                      </a:cubicBezTo>
                      <a:cubicBezTo>
                        <a:pt x="905473" y="240384"/>
                        <a:pt x="906187" y="239670"/>
                        <a:pt x="906187" y="238956"/>
                      </a:cubicBezTo>
                      <a:cubicBezTo>
                        <a:pt x="906187" y="238956"/>
                        <a:pt x="906187" y="238956"/>
                        <a:pt x="1030386" y="64751"/>
                      </a:cubicBezTo>
                      <a:cubicBezTo>
                        <a:pt x="1030386" y="64751"/>
                        <a:pt x="1030386" y="64751"/>
                        <a:pt x="1041806" y="49044"/>
                      </a:cubicBezTo>
                      <a:lnTo>
                        <a:pt x="1052513" y="33337"/>
                      </a:lnTo>
                      <a:cubicBezTo>
                        <a:pt x="763429" y="33337"/>
                        <a:pt x="272344" y="33337"/>
                        <a:pt x="88900" y="33337"/>
                      </a:cubicBezTo>
                      <a:close/>
                      <a:moveTo>
                        <a:pt x="16426" y="0"/>
                      </a:moveTo>
                      <a:cubicBezTo>
                        <a:pt x="27139" y="0"/>
                        <a:pt x="37852" y="0"/>
                        <a:pt x="49993" y="0"/>
                      </a:cubicBezTo>
                      <a:cubicBezTo>
                        <a:pt x="63562" y="0"/>
                        <a:pt x="77845" y="0"/>
                        <a:pt x="92843" y="0"/>
                      </a:cubicBezTo>
                      <a:cubicBezTo>
                        <a:pt x="238535" y="0"/>
                        <a:pt x="433505" y="0"/>
                        <a:pt x="614906" y="0"/>
                      </a:cubicBezTo>
                      <a:cubicBezTo>
                        <a:pt x="791307" y="0"/>
                        <a:pt x="954854" y="0"/>
                        <a:pt x="1046982" y="0"/>
                      </a:cubicBezTo>
                      <a:cubicBezTo>
                        <a:pt x="1054838" y="0"/>
                        <a:pt x="1061980" y="0"/>
                        <a:pt x="1068408" y="0"/>
                      </a:cubicBezTo>
                      <a:cubicBezTo>
                        <a:pt x="1076264" y="0"/>
                        <a:pt x="1083405" y="0"/>
                        <a:pt x="1089833" y="0"/>
                      </a:cubicBezTo>
                      <a:cubicBezTo>
                        <a:pt x="1111258" y="0"/>
                        <a:pt x="1123399" y="0"/>
                        <a:pt x="1123399" y="0"/>
                      </a:cubicBezTo>
                      <a:cubicBezTo>
                        <a:pt x="1131969" y="0"/>
                        <a:pt x="1139825" y="7145"/>
                        <a:pt x="1139825" y="16434"/>
                      </a:cubicBezTo>
                      <a:cubicBezTo>
                        <a:pt x="1139825" y="25723"/>
                        <a:pt x="1131969" y="32868"/>
                        <a:pt x="1123399" y="32868"/>
                      </a:cubicBezTo>
                      <a:cubicBezTo>
                        <a:pt x="1113401" y="32868"/>
                        <a:pt x="1102688" y="32868"/>
                        <a:pt x="1091261" y="32868"/>
                      </a:cubicBezTo>
                      <a:cubicBezTo>
                        <a:pt x="1091261" y="32868"/>
                        <a:pt x="1091261" y="32868"/>
                        <a:pt x="1080549" y="48588"/>
                      </a:cubicBezTo>
                      <a:cubicBezTo>
                        <a:pt x="1080549" y="48588"/>
                        <a:pt x="1080549" y="48588"/>
                        <a:pt x="1069122" y="64307"/>
                      </a:cubicBezTo>
                      <a:cubicBezTo>
                        <a:pt x="1069122" y="64307"/>
                        <a:pt x="1069122" y="64307"/>
                        <a:pt x="932000" y="256514"/>
                      </a:cubicBezTo>
                      <a:cubicBezTo>
                        <a:pt x="932000" y="256514"/>
                        <a:pt x="932000" y="256514"/>
                        <a:pt x="867724" y="367266"/>
                      </a:cubicBezTo>
                      <a:cubicBezTo>
                        <a:pt x="867724" y="367266"/>
                        <a:pt x="867010" y="367980"/>
                        <a:pt x="867010" y="368695"/>
                      </a:cubicBezTo>
                      <a:cubicBezTo>
                        <a:pt x="867010" y="368695"/>
                        <a:pt x="867010" y="368695"/>
                        <a:pt x="732031" y="548040"/>
                      </a:cubicBezTo>
                      <a:cubicBezTo>
                        <a:pt x="728460" y="552328"/>
                        <a:pt x="724175" y="554471"/>
                        <a:pt x="719176" y="554471"/>
                      </a:cubicBezTo>
                      <a:cubicBezTo>
                        <a:pt x="713462" y="554471"/>
                        <a:pt x="709177" y="551613"/>
                        <a:pt x="706320" y="548040"/>
                      </a:cubicBezTo>
                      <a:cubicBezTo>
                        <a:pt x="706320" y="548040"/>
                        <a:pt x="706320" y="548040"/>
                        <a:pt x="694179" y="530177"/>
                      </a:cubicBezTo>
                      <a:cubicBezTo>
                        <a:pt x="694179" y="530177"/>
                        <a:pt x="694179" y="530177"/>
                        <a:pt x="597766" y="749536"/>
                      </a:cubicBezTo>
                      <a:cubicBezTo>
                        <a:pt x="594909" y="754538"/>
                        <a:pt x="589910" y="758111"/>
                        <a:pt x="584196" y="758825"/>
                      </a:cubicBezTo>
                      <a:cubicBezTo>
                        <a:pt x="583482" y="758825"/>
                        <a:pt x="583482" y="758825"/>
                        <a:pt x="583482" y="758825"/>
                      </a:cubicBezTo>
                      <a:cubicBezTo>
                        <a:pt x="577769" y="758825"/>
                        <a:pt x="572055" y="755253"/>
                        <a:pt x="569199" y="750251"/>
                      </a:cubicBezTo>
                      <a:cubicBezTo>
                        <a:pt x="569199" y="750251"/>
                        <a:pt x="569199" y="750251"/>
                        <a:pt x="448503" y="536608"/>
                      </a:cubicBezTo>
                      <a:cubicBezTo>
                        <a:pt x="448503" y="536608"/>
                        <a:pt x="448503" y="536608"/>
                        <a:pt x="418507" y="548040"/>
                      </a:cubicBezTo>
                      <a:cubicBezTo>
                        <a:pt x="411366" y="550899"/>
                        <a:pt x="403510" y="548040"/>
                        <a:pt x="399225" y="541610"/>
                      </a:cubicBezTo>
                      <a:cubicBezTo>
                        <a:pt x="399225" y="541610"/>
                        <a:pt x="399225" y="541610"/>
                        <a:pt x="319237" y="408708"/>
                      </a:cubicBezTo>
                      <a:cubicBezTo>
                        <a:pt x="319237" y="408708"/>
                        <a:pt x="319237" y="408708"/>
                        <a:pt x="311381" y="424428"/>
                      </a:cubicBezTo>
                      <a:cubicBezTo>
                        <a:pt x="308524" y="429429"/>
                        <a:pt x="302811" y="432287"/>
                        <a:pt x="297097" y="432287"/>
                      </a:cubicBezTo>
                      <a:cubicBezTo>
                        <a:pt x="291384" y="432287"/>
                        <a:pt x="285671" y="429429"/>
                        <a:pt x="283528" y="423713"/>
                      </a:cubicBezTo>
                      <a:cubicBezTo>
                        <a:pt x="283528" y="423713"/>
                        <a:pt x="283528" y="423713"/>
                        <a:pt x="181401" y="220788"/>
                      </a:cubicBezTo>
                      <a:cubicBezTo>
                        <a:pt x="181401" y="220788"/>
                        <a:pt x="181401" y="220788"/>
                        <a:pt x="72132" y="64307"/>
                      </a:cubicBezTo>
                      <a:cubicBezTo>
                        <a:pt x="72132" y="64307"/>
                        <a:pt x="72132" y="64307"/>
                        <a:pt x="62134" y="50017"/>
                      </a:cubicBezTo>
                      <a:cubicBezTo>
                        <a:pt x="62134" y="50017"/>
                        <a:pt x="62134" y="50017"/>
                        <a:pt x="60705" y="48588"/>
                      </a:cubicBezTo>
                      <a:cubicBezTo>
                        <a:pt x="60705" y="48588"/>
                        <a:pt x="60705" y="48588"/>
                        <a:pt x="48564" y="32868"/>
                      </a:cubicBezTo>
                      <a:cubicBezTo>
                        <a:pt x="27853" y="32868"/>
                        <a:pt x="16426" y="32868"/>
                        <a:pt x="16426" y="32868"/>
                      </a:cubicBezTo>
                      <a:cubicBezTo>
                        <a:pt x="7856" y="32868"/>
                        <a:pt x="0" y="25723"/>
                        <a:pt x="0" y="16434"/>
                      </a:cubicBezTo>
                      <a:cubicBezTo>
                        <a:pt x="0" y="7145"/>
                        <a:pt x="7856" y="0"/>
                        <a:pt x="16426" y="0"/>
                      </a:cubicBezTo>
                      <a:close/>
                    </a:path>
                  </a:pathLst>
                </a:custGeom>
                <a:solidFill>
                  <a:srgbClr val="00607B"/>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sp>
        <p:nvSpPr>
          <p:cNvPr id="27" name="Foliennummernplatzhalter 26">
            <a:extLst>
              <a:ext uri="{FF2B5EF4-FFF2-40B4-BE49-F238E27FC236}">
                <a16:creationId xmlns:a16="http://schemas.microsoft.com/office/drawing/2014/main" id="{3858EACC-069C-F499-74AD-A57AE5F66A7A}"/>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4A5942A1-16D7-4E6A-B870-C8C77DFE0E43}"/>
              </a:ext>
            </a:extLst>
          </p:cNvPr>
          <p:cNvSpPr txBox="1"/>
          <p:nvPr/>
        </p:nvSpPr>
        <p:spPr>
          <a:xfrm>
            <a:off x="4385391" y="1745528"/>
            <a:ext cx="7309501" cy="4216539"/>
          </a:xfrm>
          <a:prstGeom prst="rect">
            <a:avLst/>
          </a:prstGeom>
          <a:noFill/>
        </p:spPr>
        <p:txBody>
          <a:bodyPr wrap="square">
            <a:spAutoFit/>
          </a:bodyPr>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r>
              <a:rPr kumimoji="0" lang="en-US" sz="1600" b="1" i="0" u="none" strike="noStrike" kern="1200" cap="none" spc="0" normalizeH="0" baseline="0" noProof="0">
                <a:ln>
                  <a:noFill/>
                </a:ln>
                <a:solidFill>
                  <a:srgbClr val="000000"/>
                </a:solidFill>
                <a:effectLst/>
                <a:uLnTx/>
                <a:uFillTx/>
                <a:latin typeface="Arial"/>
                <a:ea typeface="+mn-ea"/>
                <a:cs typeface="+mn-cs"/>
              </a:rPr>
              <a:t>Process description:</a:t>
            </a: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Requisitioner creates the PR in S4P via Fiori App assigning the PR to Purch. Org. “C300” and Purchasing Group “</a:t>
            </a:r>
            <a:r>
              <a:rPr kumimoji="0" lang="en-US" sz="1400" b="0" i="0" u="none" strike="noStrike" kern="1200" cap="none" spc="0" normalizeH="0" baseline="0" noProof="0" err="1">
                <a:ln>
                  <a:noFill/>
                </a:ln>
                <a:solidFill>
                  <a:srgbClr val="000000"/>
                </a:solidFill>
                <a:effectLst/>
                <a:uLnTx/>
                <a:uFillTx/>
                <a:latin typeface="Arial"/>
                <a:ea typeface="+mn-ea"/>
                <a:cs typeface="+mn-cs"/>
              </a:rPr>
              <a:t>F</a:t>
            </a:r>
            <a:r>
              <a:rPr kumimoji="0" lang="en-US" sz="1400" b="0" i="1" u="none" strike="noStrike" kern="1200" cap="none" spc="0" normalizeH="0" baseline="0" noProof="0" err="1">
                <a:ln>
                  <a:noFill/>
                </a:ln>
                <a:solidFill>
                  <a:srgbClr val="000000"/>
                </a:solidFill>
                <a:effectLst/>
                <a:uLnTx/>
                <a:uFillTx/>
                <a:latin typeface="Arial"/>
                <a:ea typeface="+mn-ea"/>
                <a:cs typeface="+mn-cs"/>
              </a:rPr>
              <a:t>xx</a:t>
            </a:r>
            <a:r>
              <a:rPr kumimoji="0" lang="en-US" sz="1400" b="0" i="0" u="none" strike="noStrike" kern="1200" cap="none" spc="0" normalizeH="0" baseline="0" noProof="0">
                <a:ln>
                  <a:noFill/>
                </a:ln>
                <a:solidFill>
                  <a:srgbClr val="000000"/>
                </a:solidFill>
                <a:effectLst/>
                <a:uLnTx/>
                <a:uFillTx/>
                <a:latin typeface="Arial"/>
                <a:ea typeface="+mn-ea"/>
                <a:cs typeface="+mn-cs"/>
              </a:rPr>
              <a:t>”.</a:t>
            </a: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lang="en-US" sz="1400">
                <a:solidFill>
                  <a:srgbClr val="000000"/>
                </a:solidFill>
                <a:latin typeface="Arial"/>
              </a:rPr>
              <a:t>Beside other purchase related details the Requisitioner assigns a valid Account Assignment, the GID of the respective Recipient, and GID of Requisitioner to the PR in Fiori App form.</a:t>
            </a:r>
            <a:endParaRPr kumimoji="0" lang="en-US" sz="1400" b="0" i="0" u="none" strike="noStrike" kern="1200" cap="none" spc="0" normalizeH="0" baseline="0" noProof="0">
              <a:ln>
                <a:noFill/>
              </a:ln>
              <a:solidFill>
                <a:srgbClr val="000000"/>
              </a:solidFill>
              <a:effectLst/>
              <a:uLnTx/>
              <a:uFillTx/>
              <a:latin typeface="Arial"/>
              <a:ea typeface="+mn-ea"/>
              <a:cs typeface="+mn-cs"/>
            </a:endParaRPr>
          </a:p>
          <a:p>
            <a:pPr marL="228600" lvl="1" indent="-228600">
              <a:spcAft>
                <a:spcPct val="0"/>
              </a:spcAft>
              <a:buClr>
                <a:srgbClr val="009999"/>
              </a:buClr>
              <a:buFont typeface="+mj-lt"/>
              <a:buAutoNum type="arabicPeriod"/>
              <a:defRPr/>
            </a:pPr>
            <a:r>
              <a:rPr lang="en-US" sz="1400">
                <a:solidFill>
                  <a:srgbClr val="000000"/>
                </a:solidFill>
                <a:latin typeface="Arial"/>
              </a:rPr>
              <a:t>Account Assignment, Recipient, and Requisitioner fields are verified and controlled by SAP BTP. </a:t>
            </a:r>
            <a:r>
              <a:rPr lang="en-US" sz="1400">
                <a:solidFill>
                  <a:srgbClr val="000000"/>
                </a:solidFill>
                <a:highlight>
                  <a:srgbClr val="BA11C5"/>
                </a:highlight>
                <a:latin typeface="Arial"/>
              </a:rPr>
              <a:t>For Account Assignment the following 3 options are available:</a:t>
            </a:r>
          </a:p>
          <a:p>
            <a:pPr marL="742950" lvl="2" indent="-285750">
              <a:spcAft>
                <a:spcPct val="0"/>
              </a:spcAft>
              <a:buClr>
                <a:srgbClr val="009999"/>
              </a:buClr>
              <a:buFont typeface="Arial" panose="020B0604020202020204" pitchFamily="34" charset="0"/>
              <a:buChar char="•"/>
              <a:defRPr/>
            </a:pPr>
            <a:r>
              <a:rPr lang="en-US" sz="1400">
                <a:solidFill>
                  <a:srgbClr val="000000"/>
                </a:solidFill>
                <a:highlight>
                  <a:srgbClr val="BA11C5"/>
                </a:highlight>
                <a:latin typeface="Arial"/>
              </a:rPr>
              <a:t>4 – Cost Center without GR</a:t>
            </a:r>
          </a:p>
          <a:p>
            <a:pPr marL="742950" lvl="2" indent="-285750">
              <a:spcAft>
                <a:spcPct val="0"/>
              </a:spcAft>
              <a:buClr>
                <a:srgbClr val="009999"/>
              </a:buClr>
              <a:buFont typeface="Arial" panose="020B0604020202020204" pitchFamily="34" charset="0"/>
              <a:buChar char="•"/>
              <a:defRPr/>
            </a:pPr>
            <a:r>
              <a:rPr lang="en-US" sz="1400">
                <a:solidFill>
                  <a:srgbClr val="000000"/>
                </a:solidFill>
                <a:highlight>
                  <a:srgbClr val="BA11C5"/>
                </a:highlight>
                <a:latin typeface="Arial"/>
              </a:rPr>
              <a:t>5 – Project without GR</a:t>
            </a:r>
          </a:p>
          <a:p>
            <a:pPr marL="742950" lvl="2" indent="-285750">
              <a:spcAft>
                <a:spcPct val="0"/>
              </a:spcAft>
              <a:buClr>
                <a:srgbClr val="009999"/>
              </a:buClr>
              <a:buFont typeface="Arial" panose="020B0604020202020204" pitchFamily="34" charset="0"/>
              <a:buChar char="•"/>
              <a:defRPr/>
            </a:pPr>
            <a:r>
              <a:rPr lang="en-US" sz="1400">
                <a:solidFill>
                  <a:srgbClr val="000000"/>
                </a:solidFill>
                <a:highlight>
                  <a:srgbClr val="BA11C5"/>
                </a:highlight>
                <a:latin typeface="Arial"/>
              </a:rPr>
              <a:t>A – Asset without GR</a:t>
            </a:r>
          </a:p>
          <a:p>
            <a:pPr marL="228600" lvl="1" indent="-228600">
              <a:spcAft>
                <a:spcPct val="0"/>
              </a:spcAft>
              <a:buClr>
                <a:srgbClr val="009999"/>
              </a:buClr>
              <a:buFont typeface="+mj-lt"/>
              <a:buAutoNum type="arabicPeriod"/>
              <a:defRPr/>
            </a:pPr>
            <a:r>
              <a:rPr lang="en-US" sz="1400">
                <a:solidFill>
                  <a:srgbClr val="000000"/>
                </a:solidFill>
                <a:highlight>
                  <a:srgbClr val="FFFF00"/>
                </a:highlight>
                <a:latin typeface="Arial"/>
              </a:rPr>
              <a:t>When the PR is saved in S4P, automatically. the Requisitioner receives an email notification from SAP BTP. If SAP BTP notifies about invalid data in one of the controlled fields the Requisitioner has to correct it first in Fiori App before the PR can be confirmed by Requisitioner via link in email notification. Confirmation is mandatory before next process step can be performed.</a:t>
            </a:r>
          </a:p>
          <a:p>
            <a:pPr marL="228600" lvl="1" indent="-228600">
              <a:spcAft>
                <a:spcPct val="0"/>
              </a:spcAft>
              <a:buClr>
                <a:srgbClr val="009999"/>
              </a:buClr>
              <a:buFont typeface="+mj-lt"/>
              <a:buAutoNum type="arabicPeriod"/>
              <a:defRPr/>
            </a:pPr>
            <a:r>
              <a:rPr lang="en-US" sz="1400">
                <a:solidFill>
                  <a:srgbClr val="000000"/>
                </a:solidFill>
                <a:latin typeface="Arial"/>
              </a:rPr>
              <a:t>Buyer receives an email notification from SAP BTP about the confirmed PR.</a:t>
            </a:r>
          </a:p>
          <a:p>
            <a:pPr marL="228600" lvl="1" indent="-228600">
              <a:spcAft>
                <a:spcPct val="0"/>
              </a:spcAft>
              <a:buClr>
                <a:srgbClr val="009999"/>
              </a:buClr>
              <a:buFont typeface="+mj-lt"/>
              <a:buAutoNum type="arabicPeriod"/>
              <a:defRPr/>
            </a:pPr>
            <a:r>
              <a:rPr lang="en-US" sz="1400">
                <a:solidFill>
                  <a:srgbClr val="000000"/>
                </a:solidFill>
                <a:latin typeface="Arial"/>
              </a:rPr>
              <a:t>Buyer checks the PR and assigns it to a Purchaser by changing the Purchasing Group from “</a:t>
            </a:r>
            <a:r>
              <a:rPr lang="en-US" sz="1400" err="1">
                <a:solidFill>
                  <a:srgbClr val="000000"/>
                </a:solidFill>
                <a:latin typeface="Arial"/>
              </a:rPr>
              <a:t>F</a:t>
            </a:r>
            <a:r>
              <a:rPr lang="en-US" sz="1400" i="1" err="1">
                <a:solidFill>
                  <a:srgbClr val="000000"/>
                </a:solidFill>
                <a:latin typeface="Arial"/>
              </a:rPr>
              <a:t>xx</a:t>
            </a:r>
            <a:r>
              <a:rPr lang="en-US" sz="1400">
                <a:solidFill>
                  <a:srgbClr val="000000"/>
                </a:solidFill>
                <a:latin typeface="Arial"/>
              </a:rPr>
              <a:t>” to an individual Purchasing Group “</a:t>
            </a:r>
            <a:r>
              <a:rPr lang="en-US" sz="1400" err="1">
                <a:solidFill>
                  <a:srgbClr val="000000"/>
                </a:solidFill>
                <a:latin typeface="Arial"/>
              </a:rPr>
              <a:t>I</a:t>
            </a:r>
            <a:r>
              <a:rPr lang="en-US" sz="1400" i="1" err="1">
                <a:solidFill>
                  <a:srgbClr val="000000"/>
                </a:solidFill>
                <a:latin typeface="Arial"/>
              </a:rPr>
              <a:t>xx</a:t>
            </a:r>
            <a:r>
              <a:rPr lang="en-US" sz="1400">
                <a:solidFill>
                  <a:srgbClr val="000000"/>
                </a:solidFill>
                <a:latin typeface="Arial"/>
              </a:rPr>
              <a:t>” in S4P.</a:t>
            </a:r>
          </a:p>
        </p:txBody>
      </p:sp>
      <p:sp>
        <p:nvSpPr>
          <p:cNvPr id="4" name="Footer Placeholder 2">
            <a:extLst>
              <a:ext uri="{FF2B5EF4-FFF2-40B4-BE49-F238E27FC236}">
                <a16:creationId xmlns:a16="http://schemas.microsoft.com/office/drawing/2014/main" id="{80411BEF-DCC3-19DF-7CEF-F2CF0505355E}"/>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prstClr val="white"/>
                </a:solidFill>
                <a:effectLst>
                  <a:outerShdw blurRad="50800" dist="50800" dir="5400000" algn="ctr" rotWithShape="0">
                    <a:schemeClr val="tx2"/>
                  </a:outerShdw>
                </a:effectLst>
                <a:latin typeface="Arial"/>
              </a:rPr>
              <a:t>Restricted | © Siemens 2025 | SHERPA X | Governance Foundation | P2P SRE Direct X</a:t>
            </a:r>
          </a:p>
        </p:txBody>
      </p:sp>
      <p:sp>
        <p:nvSpPr>
          <p:cNvPr id="16" name="TextBox 15">
            <a:extLst>
              <a:ext uri="{FF2B5EF4-FFF2-40B4-BE49-F238E27FC236}">
                <a16:creationId xmlns:a16="http://schemas.microsoft.com/office/drawing/2014/main" id="{FAE65F64-60FB-232C-492C-6FC80A0C4EAC}"/>
              </a:ext>
            </a:extLst>
          </p:cNvPr>
          <p:cNvSpPr txBox="1"/>
          <p:nvPr/>
        </p:nvSpPr>
        <p:spPr>
          <a:xfrm rot="603247">
            <a:off x="9014586" y="843539"/>
            <a:ext cx="2406749" cy="276999"/>
          </a:xfrm>
          <a:prstGeom prst="rect">
            <a:avLst/>
          </a:prstGeom>
          <a:solidFill>
            <a:srgbClr val="FF9000"/>
          </a:solidFill>
        </p:spPr>
        <p:txBody>
          <a:bodyPr wrap="none" lIns="0" tIns="0" rIns="0" bIns="0" rtlCol="0">
            <a:spAutoFit/>
          </a:bodyPr>
          <a:lstStyle/>
          <a:p>
            <a:pPr algn="l"/>
            <a:r>
              <a:rPr lang="en-US"/>
              <a:t>To be UPDATED by Ajit</a:t>
            </a:r>
            <a:endParaRPr lang="en-DE"/>
          </a:p>
        </p:txBody>
      </p:sp>
    </p:spTree>
    <p:extLst>
      <p:ext uri="{BB962C8B-B14F-4D97-AF65-F5344CB8AC3E}">
        <p14:creationId xmlns:p14="http://schemas.microsoft.com/office/powerpoint/2010/main" val="2237010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1FA5E-D1E0-37A7-CC60-DDD61D41CDDC}"/>
              </a:ext>
            </a:extLst>
          </p:cNvPr>
          <p:cNvSpPr>
            <a:spLocks noGrp="1"/>
          </p:cNvSpPr>
          <p:nvPr>
            <p:ph type="title"/>
          </p:nvPr>
        </p:nvSpPr>
        <p:spPr/>
        <p:txBody>
          <a:bodyPr/>
          <a:lstStyle/>
          <a:p>
            <a:r>
              <a:rPr lang="en-US"/>
              <a:t>BTP Specific screenshot or report – To be updated by Ajit</a:t>
            </a:r>
            <a:endParaRPr lang="en-DE"/>
          </a:p>
        </p:txBody>
      </p:sp>
      <p:sp>
        <p:nvSpPr>
          <p:cNvPr id="3" name="Footer Placeholder 2">
            <a:extLst>
              <a:ext uri="{FF2B5EF4-FFF2-40B4-BE49-F238E27FC236}">
                <a16:creationId xmlns:a16="http://schemas.microsoft.com/office/drawing/2014/main" id="{F75338D8-02A7-E639-6DBB-518B76FEB611}"/>
              </a:ext>
            </a:extLst>
          </p:cNvPr>
          <p:cNvSpPr>
            <a:spLocks noGrp="1"/>
          </p:cNvSpPr>
          <p:nvPr>
            <p:ph type="ftr" sz="quarter" idx="10"/>
          </p:nvPr>
        </p:nvSpPr>
        <p:spPr/>
        <p:txBody>
          <a:bodyPr/>
          <a:lstStyle/>
          <a:p>
            <a:r>
              <a:rPr lang="en-US"/>
              <a:t>Restricted | © Siemens 2023 | SHERPA X BT GF | 2023-04-20</a:t>
            </a:r>
          </a:p>
        </p:txBody>
      </p:sp>
      <p:sp>
        <p:nvSpPr>
          <p:cNvPr id="4" name="Slide Number Placeholder 3">
            <a:extLst>
              <a:ext uri="{FF2B5EF4-FFF2-40B4-BE49-F238E27FC236}">
                <a16:creationId xmlns:a16="http://schemas.microsoft.com/office/drawing/2014/main" id="{F6D4611C-9F74-F6FB-CDC3-760A5AFE6713}"/>
              </a:ext>
            </a:extLst>
          </p:cNvPr>
          <p:cNvSpPr>
            <a:spLocks noGrp="1"/>
          </p:cNvSpPr>
          <p:nvPr>
            <p:ph type="sldNum" sz="quarter" idx="11"/>
          </p:nvPr>
        </p:nvSpPr>
        <p:spPr/>
        <p:txBody>
          <a:bodyPr/>
          <a:lstStyle/>
          <a:p>
            <a:r>
              <a:rPr lang="en-US"/>
              <a:t>Page </a:t>
            </a:r>
            <a:fld id="{15EBE321-CBB1-4E91-BD14-37C8D44326FB}" type="slidenum">
              <a:rPr lang="en-US" smtClean="0"/>
              <a:pPr/>
              <a:t>19</a:t>
            </a:fld>
            <a:endParaRPr lang="en-US"/>
          </a:p>
        </p:txBody>
      </p:sp>
    </p:spTree>
    <p:extLst>
      <p:ext uri="{BB962C8B-B14F-4D97-AF65-F5344CB8AC3E}">
        <p14:creationId xmlns:p14="http://schemas.microsoft.com/office/powerpoint/2010/main" val="2018675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07E86FF0-4AF7-63C9-31FD-9838BD8BC8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4" name="Object 13" hidden="1">
                        <a:extLst>
                          <a:ext uri="{FF2B5EF4-FFF2-40B4-BE49-F238E27FC236}">
                            <a16:creationId xmlns:a16="http://schemas.microsoft.com/office/drawing/2014/main" id="{07E86FF0-4AF7-63C9-31FD-9838BD8BC83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Inhaltsplatzhalter 2">
            <a:extLst>
              <a:ext uri="{FF2B5EF4-FFF2-40B4-BE49-F238E27FC236}">
                <a16:creationId xmlns:a16="http://schemas.microsoft.com/office/drawing/2014/main" id="{AAF67409-A46B-DF6A-2328-66A69456F28D}"/>
              </a:ext>
            </a:extLst>
          </p:cNvPr>
          <p:cNvSpPr txBox="1">
            <a:spLocks/>
          </p:cNvSpPr>
          <p:nvPr/>
        </p:nvSpPr>
        <p:spPr>
          <a:xfrm>
            <a:off x="4219575" y="1247118"/>
            <a:ext cx="7654373" cy="4960806"/>
          </a:xfrm>
          <a:prstGeom prst="rect">
            <a:avLst/>
          </a:prstGeom>
          <a:solidFill>
            <a:srgbClr val="DFDFD9"/>
          </a:solidFill>
        </p:spPr>
        <p:txBody>
          <a:bodyPr vert="horz" lIns="109728" tIns="109728" rIns="109728" bIns="109728" rtlCol="0" anchor="t">
            <a:noAutofit/>
          </a:bodyPr>
          <a:lstStyle>
            <a:defPPr>
              <a:defRPr lang="en-US"/>
            </a:defPPr>
            <a:lvl1pPr indent="0">
              <a:lnSpc>
                <a:spcPct val="110000"/>
              </a:lnSpc>
              <a:spcBef>
                <a:spcPts val="0"/>
              </a:spcBef>
              <a:spcAft>
                <a:spcPts val="300"/>
              </a:spcAft>
              <a:buFont typeface="Arial" panose="020B0604020202020204" pitchFamily="34" charset="0"/>
              <a:buNone/>
            </a:lvl1pPr>
            <a:lvl2pPr marL="0" lvl="1" indent="0">
              <a:lnSpc>
                <a:spcPct val="110000"/>
              </a:lnSpc>
              <a:spcBef>
                <a:spcPts val="0"/>
              </a:spcBef>
              <a:spcAft>
                <a:spcPts val="300"/>
              </a:spcAft>
              <a:buClr>
                <a:schemeClr val="accent1"/>
              </a:buClr>
              <a:buFont typeface="Arial" panose="020B0604020202020204" pitchFamily="34" charset="0"/>
              <a:buNone/>
              <a:defRPr sz="1400" b="1">
                <a:solidFill>
                  <a:schemeClr val="tx2"/>
                </a:solidFill>
              </a:defRPr>
            </a:lvl2pPr>
            <a:lvl3pPr marL="360000" indent="-180000">
              <a:lnSpc>
                <a:spcPct val="110000"/>
              </a:lnSpc>
              <a:spcBef>
                <a:spcPts val="0"/>
              </a:spcBef>
              <a:spcAft>
                <a:spcPts val="300"/>
              </a:spcAft>
              <a:buClr>
                <a:schemeClr val="accent1"/>
              </a:buClr>
              <a:buFont typeface="Arial" panose="020B0604020202020204" pitchFamily="34" charset="0"/>
              <a:buChar char="•"/>
            </a:lvl3pPr>
            <a:lvl4pPr marL="540000" indent="-180000">
              <a:lnSpc>
                <a:spcPct val="110000"/>
              </a:lnSpc>
              <a:spcBef>
                <a:spcPts val="0"/>
              </a:spcBef>
              <a:spcAft>
                <a:spcPts val="300"/>
              </a:spcAft>
              <a:buClr>
                <a:schemeClr val="accent1"/>
              </a:buClr>
              <a:buFont typeface="Arial" panose="020B0604020202020204" pitchFamily="34" charset="0"/>
              <a:buChar char="•"/>
            </a:lvl4pPr>
            <a:lvl5pPr marL="720000" indent="-180000">
              <a:lnSpc>
                <a:spcPct val="110000"/>
              </a:lnSpc>
              <a:spcBef>
                <a:spcPts val="0"/>
              </a:spcBef>
              <a:spcAft>
                <a:spcPts val="300"/>
              </a:spcAft>
              <a:buClr>
                <a:schemeClr val="accent1"/>
              </a:buClr>
              <a:buFont typeface="Arial" panose="020B0604020202020204" pitchFamily="34" charset="0"/>
              <a:buChar char="•"/>
            </a:lvl5pPr>
            <a:lvl6pPr marL="900000" indent="-180000">
              <a:lnSpc>
                <a:spcPct val="110000"/>
              </a:lnSpc>
              <a:spcBef>
                <a:spcPts val="0"/>
              </a:spcBef>
              <a:spcAft>
                <a:spcPts val="300"/>
              </a:spcAft>
              <a:buClr>
                <a:schemeClr val="accent1"/>
              </a:buClr>
              <a:buFont typeface="Arial" panose="020B0604020202020204" pitchFamily="34" charset="0"/>
              <a:buChar char="•"/>
            </a:lvl6pPr>
            <a:lvl7pPr marL="1080000" indent="-180000">
              <a:lnSpc>
                <a:spcPct val="110000"/>
              </a:lnSpc>
              <a:spcBef>
                <a:spcPts val="0"/>
              </a:spcBef>
              <a:spcAft>
                <a:spcPts val="300"/>
              </a:spcAft>
              <a:buClr>
                <a:schemeClr val="accent1"/>
              </a:buClr>
              <a:buFont typeface="Arial" panose="020B0604020202020204" pitchFamily="34" charset="0"/>
              <a:buChar char="•"/>
            </a:lvl7pPr>
            <a:lvl8pPr marL="1260000" indent="-180000">
              <a:lnSpc>
                <a:spcPct val="110000"/>
              </a:lnSpc>
              <a:spcBef>
                <a:spcPts val="0"/>
              </a:spcBef>
              <a:spcAft>
                <a:spcPts val="300"/>
              </a:spcAft>
              <a:buClr>
                <a:schemeClr val="accent1"/>
              </a:buClr>
              <a:buFont typeface="Arial" panose="020B0604020202020204" pitchFamily="34" charset="0"/>
              <a:buChar char="•"/>
            </a:lvl8pPr>
            <a:lvl9pPr marL="1440000" indent="-180000">
              <a:lnSpc>
                <a:spcPct val="110000"/>
              </a:lnSpc>
              <a:spcBef>
                <a:spcPts val="0"/>
              </a:spcBef>
              <a:spcAft>
                <a:spcPts val="300"/>
              </a:spcAft>
              <a:buClr>
                <a:schemeClr val="accent1"/>
              </a:buClr>
              <a:buFont typeface="Arial" panose="020B0604020202020204" pitchFamily="34" charset="0"/>
              <a:buChar char="•"/>
            </a:lvl9pPr>
          </a:lstStyle>
          <a:p>
            <a:pPr marL="0" marR="0" lvl="0" indent="0" algn="l" defTabSz="914400" rtl="0" eaLnBrk="1" fontAlgn="auto" latinLnBrk="0" hangingPunct="1">
              <a:lnSpc>
                <a:spcPct val="110000"/>
              </a:lnSpc>
              <a:spcBef>
                <a:spcPts val="0"/>
              </a:spcBef>
              <a:spcAft>
                <a:spcPts val="300"/>
              </a:spcAft>
              <a:buClrTx/>
              <a:buSzTx/>
              <a:buFont typeface="Arial" panose="020B0604020202020204" pitchFamily="34" charset="0"/>
              <a:buNone/>
              <a:tabLst/>
              <a:defRPr/>
            </a:pPr>
            <a:r>
              <a:rPr kumimoji="0" lang="en-US" sz="1800" b="1" i="0" u="none" strike="noStrike" kern="1200" cap="none" spc="0" normalizeH="0" baseline="0" noProof="0">
                <a:ln>
                  <a:noFill/>
                </a:ln>
                <a:solidFill>
                  <a:srgbClr val="000028"/>
                </a:solidFill>
                <a:effectLst/>
                <a:uLnTx/>
                <a:uFillTx/>
                <a:latin typeface="Arial"/>
                <a:ea typeface="+mn-ea"/>
                <a:cs typeface="+mn-cs"/>
              </a:rPr>
              <a:t>Details</a:t>
            </a:r>
            <a:endParaRPr kumimoji="0" lang="en-US" sz="1800" b="0" i="0" u="none" strike="noStrike" kern="1200" cap="none" spc="0" normalizeH="0" baseline="0" noProof="0">
              <a:ln>
                <a:noFill/>
              </a:ln>
              <a:solidFill>
                <a:srgbClr val="000028"/>
              </a:solidFill>
              <a:effectLst/>
              <a:uLnTx/>
              <a:uFillTx/>
              <a:latin typeface="Arial"/>
              <a:ea typeface="+mn-ea"/>
              <a:cs typeface="+mn-cs"/>
            </a:endParaRPr>
          </a:p>
        </p:txBody>
      </p:sp>
      <p:sp>
        <p:nvSpPr>
          <p:cNvPr id="25" name="Titel 24">
            <a:extLst>
              <a:ext uri="{FF2B5EF4-FFF2-40B4-BE49-F238E27FC236}">
                <a16:creationId xmlns:a16="http://schemas.microsoft.com/office/drawing/2014/main" id="{22F4FF54-D55A-8E8C-1BCC-0FF9E4973F9A}"/>
              </a:ext>
            </a:extLst>
          </p:cNvPr>
          <p:cNvSpPr>
            <a:spLocks noGrp="1"/>
          </p:cNvSpPr>
          <p:nvPr>
            <p:ph type="title"/>
          </p:nvPr>
        </p:nvSpPr>
        <p:spPr>
          <a:xfrm>
            <a:off x="410400" y="478800"/>
            <a:ext cx="10383445" cy="576000"/>
          </a:xfrm>
        </p:spPr>
        <p:txBody>
          <a:bodyPr/>
          <a:lstStyle/>
          <a:p>
            <a:endParaRPr lang="en-US"/>
          </a:p>
        </p:txBody>
      </p:sp>
      <p:sp>
        <p:nvSpPr>
          <p:cNvPr id="21" name="NavigationTriangle">
            <a:extLst>
              <a:ext uri="{FF2B5EF4-FFF2-40B4-BE49-F238E27FC236}">
                <a16:creationId xmlns:a16="http://schemas.microsoft.com/office/drawing/2014/main" id="{BF127E96-5C77-2F9B-A85E-DD86F5B52EF9}"/>
              </a:ext>
            </a:extLst>
          </p:cNvPr>
          <p:cNvSpPr/>
          <p:nvPr/>
        </p:nvSpPr>
        <p:spPr>
          <a:xfrm rot="10800000">
            <a:off x="0" y="0"/>
            <a:ext cx="796833" cy="829249"/>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9769214D-1D5E-B7A2-7200-C3830B0FD5CD}"/>
              </a:ext>
            </a:extLst>
          </p:cNvPr>
          <p:cNvSpPr/>
          <p:nvPr/>
        </p:nvSpPr>
        <p:spPr>
          <a:xfrm>
            <a:off x="4059580" y="489636"/>
            <a:ext cx="6734265" cy="649480"/>
          </a:xfrm>
          <a:prstGeom prst="rect">
            <a:avLst/>
          </a:prstGeom>
          <a:noFill/>
          <a:ln w="38100" cap="flat" cmpd="sng" algn="ctr">
            <a:solidFill>
              <a:srgbClr val="009999"/>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chorCtr="0">
            <a:noAutofit/>
          </a:bodyPr>
          <a:lstStyle/>
          <a:p>
            <a:pPr marL="26670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a:ea typeface="+mn-ea"/>
                <a:cs typeface="+mn-cs"/>
              </a:rPr>
              <a:t>OCI Punchout from SAP to </a:t>
            </a:r>
            <a:r>
              <a:rPr kumimoji="0" lang="en-US" sz="1800" b="1" i="0" u="none" strike="noStrike" kern="1200" cap="none" spc="0" normalizeH="0" baseline="0" noProof="0" err="1">
                <a:ln>
                  <a:noFill/>
                </a:ln>
                <a:solidFill>
                  <a:srgbClr val="000000"/>
                </a:solidFill>
                <a:effectLst/>
                <a:uLnTx/>
                <a:uFillTx/>
                <a:latin typeface="Arial"/>
                <a:ea typeface="+mn-ea"/>
                <a:cs typeface="+mn-cs"/>
              </a:rPr>
              <a:t>myMall</a:t>
            </a:r>
            <a:r>
              <a:rPr kumimoji="0" lang="en-US" sz="1800" b="1" i="0" u="none" strike="noStrike" kern="1200" cap="none" spc="0" normalizeH="0" baseline="0" noProof="0">
                <a:ln>
                  <a:noFill/>
                </a:ln>
                <a:solidFill>
                  <a:srgbClr val="000000"/>
                </a:solidFill>
                <a:effectLst/>
                <a:uLnTx/>
                <a:uFillTx/>
                <a:latin typeface="Arial"/>
                <a:ea typeface="+mn-ea"/>
                <a:cs typeface="+mn-cs"/>
              </a:rPr>
              <a:t> to incorporate catalog items into SAP purchase requisition</a:t>
            </a:r>
          </a:p>
        </p:txBody>
      </p:sp>
      <p:sp>
        <p:nvSpPr>
          <p:cNvPr id="17" name="Rectangle 8">
            <a:extLst>
              <a:ext uri="{FF2B5EF4-FFF2-40B4-BE49-F238E27FC236}">
                <a16:creationId xmlns:a16="http://schemas.microsoft.com/office/drawing/2014/main" id="{1F1FDD74-0A53-2D2A-9477-3BD1764BEAD5}"/>
              </a:ext>
            </a:extLst>
          </p:cNvPr>
          <p:cNvSpPr/>
          <p:nvPr/>
        </p:nvSpPr>
        <p:spPr>
          <a:xfrm>
            <a:off x="431502" y="1344765"/>
            <a:ext cx="3219451" cy="276999"/>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rial"/>
                <a:ea typeface="+mn-ea"/>
                <a:cs typeface="+mn-cs"/>
              </a:rPr>
              <a:t>Feature Abstract &amp; Rationale</a:t>
            </a:r>
            <a:endParaRPr kumimoji="0" lang="en-US" sz="1800" b="1" i="0" u="none" strike="noStrike" kern="1200" cap="none" spc="0" normalizeH="0" baseline="0" noProof="0">
              <a:ln>
                <a:noFill/>
              </a:ln>
              <a:solidFill>
                <a:prstClr val="white"/>
              </a:solidFill>
              <a:effectLst/>
              <a:uLnTx/>
              <a:uFillTx/>
              <a:latin typeface="Arial"/>
              <a:ea typeface="+mn-ea"/>
              <a:cs typeface="Arial"/>
            </a:endParaRPr>
          </a:p>
        </p:txBody>
      </p:sp>
      <p:cxnSp>
        <p:nvCxnSpPr>
          <p:cNvPr id="52" name="Straight Connector 5">
            <a:extLst>
              <a:ext uri="{FF2B5EF4-FFF2-40B4-BE49-F238E27FC236}">
                <a16:creationId xmlns:a16="http://schemas.microsoft.com/office/drawing/2014/main" id="{4FE00619-AA6A-6D95-4623-2162FFF2F05C}"/>
              </a:ext>
            </a:extLst>
          </p:cNvPr>
          <p:cNvCxnSpPr>
            <a:cxnSpLocks/>
          </p:cNvCxnSpPr>
          <p:nvPr/>
        </p:nvCxnSpPr>
        <p:spPr>
          <a:xfrm>
            <a:off x="410400" y="1623613"/>
            <a:ext cx="3471182" cy="0"/>
          </a:xfrm>
          <a:prstGeom prst="line">
            <a:avLst/>
          </a:prstGeom>
          <a:ln w="19050" cap="flat" cmpd="sng" algn="ctr">
            <a:solidFill>
              <a:schemeClr val="bg1"/>
            </a:solidFill>
            <a:prstDash val="solid"/>
            <a:round/>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68" name="Rectangle 3">
            <a:extLst>
              <a:ext uri="{FF2B5EF4-FFF2-40B4-BE49-F238E27FC236}">
                <a16:creationId xmlns:a16="http://schemas.microsoft.com/office/drawing/2014/main" id="{4AB5F5D7-34CD-F96D-8B59-1700867FD4EE}"/>
              </a:ext>
            </a:extLst>
          </p:cNvPr>
          <p:cNvSpPr/>
          <p:nvPr/>
        </p:nvSpPr>
        <p:spPr>
          <a:xfrm>
            <a:off x="410399" y="1623613"/>
            <a:ext cx="3542475" cy="3088538"/>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109728" rIns="0" bIns="0" rtlCol="0" anchor="t"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19380" marR="0" lvl="1" indent="-11938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rPr>
              <a:t>Focus for direct business purpose</a:t>
            </a:r>
          </a:p>
          <a:p>
            <a:pPr marL="119380" marR="0" lvl="1" indent="-11938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rPr>
              <a:t>Leading to </a:t>
            </a:r>
            <a:endParaRPr lang="en-US" sz="1600" b="0" i="0" u="none" strike="noStrike" kern="1200" cap="none" spc="0" normalizeH="0" baseline="0" noProof="0">
              <a:ln>
                <a:noFill/>
              </a:ln>
              <a:solidFill>
                <a:prstClr val="white"/>
              </a:solidFill>
              <a:effectLst/>
              <a:uLnTx/>
              <a:uFillTx/>
              <a:latin typeface="Arial"/>
              <a:cs typeface="Arial"/>
            </a:endParaRPr>
          </a:p>
          <a:p>
            <a:pPr marL="464820" lvl="2" indent="-285750">
              <a:spcBef>
                <a:spcPts val="300"/>
              </a:spcBef>
              <a:spcAft>
                <a:spcPct val="0"/>
              </a:spcAft>
              <a:buClr>
                <a:srgbClr val="009999"/>
              </a:buClr>
              <a:buFont typeface="Courier New" panose="02070309020205020404" pitchFamily="49" charset="0"/>
              <a:buChar char="o"/>
              <a:defRPr/>
            </a:pPr>
            <a:r>
              <a:rPr kumimoji="0" lang="en-US" sz="1600" b="0" i="0" u="none" strike="noStrike" kern="1200" cap="none" spc="0" normalizeH="0" baseline="0" noProof="0">
                <a:ln>
                  <a:noFill/>
                </a:ln>
                <a:solidFill>
                  <a:prstClr val="white"/>
                </a:solidFill>
                <a:effectLst/>
                <a:uLnTx/>
                <a:uFillTx/>
                <a:latin typeface="Arial"/>
                <a:ea typeface="+mn-ea"/>
                <a:cs typeface="+mn-cs"/>
              </a:rPr>
              <a:t>Improved integration to </a:t>
            </a:r>
            <a:r>
              <a:rPr kumimoji="0" lang="en-US" sz="1600" b="0" i="0" u="none" strike="noStrike" kern="1200" cap="none" spc="0" normalizeH="0" baseline="0" noProof="0" err="1">
                <a:ln>
                  <a:noFill/>
                </a:ln>
                <a:solidFill>
                  <a:prstClr val="white"/>
                </a:solidFill>
                <a:effectLst/>
                <a:uLnTx/>
                <a:uFillTx/>
                <a:latin typeface="Arial"/>
                <a:ea typeface="+mn-ea"/>
                <a:cs typeface="+mn-cs"/>
              </a:rPr>
              <a:t>myMall</a:t>
            </a:r>
            <a:r>
              <a:rPr kumimoji="0" lang="en-US" sz="1600" b="0" i="0" u="none" strike="noStrike" kern="1200" cap="none" spc="0" normalizeH="0" baseline="0" noProof="0">
                <a:ln>
                  <a:noFill/>
                </a:ln>
                <a:solidFill>
                  <a:prstClr val="white"/>
                </a:solidFill>
                <a:effectLst/>
                <a:uLnTx/>
                <a:uFillTx/>
                <a:latin typeface="Arial"/>
                <a:ea typeface="+mn-ea"/>
                <a:cs typeface="+mn-cs"/>
              </a:rPr>
              <a:t> content in case of</a:t>
            </a:r>
            <a:r>
              <a:rPr lang="en-US" sz="1600">
                <a:solidFill>
                  <a:prstClr val="white"/>
                </a:solidFill>
                <a:latin typeface="Arial"/>
              </a:rPr>
              <a:t> </a:t>
            </a:r>
            <a:r>
              <a:rPr kumimoji="0" lang="en-US" sz="1600" b="0" i="0" u="none" strike="noStrike" kern="1200" cap="none" spc="0" normalizeH="0" baseline="0" noProof="0">
                <a:ln>
                  <a:noFill/>
                </a:ln>
                <a:solidFill>
                  <a:prstClr val="white"/>
                </a:solidFill>
                <a:effectLst/>
                <a:uLnTx/>
                <a:uFillTx/>
                <a:latin typeface="Arial"/>
                <a:ea typeface="+mn-ea"/>
                <a:cs typeface="+mn-cs"/>
              </a:rPr>
              <a:t> purchase requisition</a:t>
            </a:r>
            <a:r>
              <a:rPr lang="en-US" sz="1600">
                <a:solidFill>
                  <a:prstClr val="white"/>
                </a:solidFill>
                <a:latin typeface="Arial"/>
              </a:rPr>
              <a:t> creation.</a:t>
            </a:r>
            <a:endParaRPr lang="en-US" sz="1600" b="0" i="0" u="none" strike="noStrike" kern="1200" cap="none" spc="0" normalizeH="0" baseline="0" noProof="0">
              <a:ln>
                <a:noFill/>
              </a:ln>
              <a:solidFill>
                <a:prstClr val="white"/>
              </a:solidFill>
              <a:effectLst/>
              <a:uLnTx/>
              <a:uFillTx/>
              <a:latin typeface="Arial"/>
              <a:cs typeface="Arial"/>
            </a:endParaRPr>
          </a:p>
          <a:p>
            <a:pPr marL="464820" lvl="2" indent="-285750">
              <a:spcBef>
                <a:spcPts val="300"/>
              </a:spcBef>
              <a:spcAft>
                <a:spcPct val="0"/>
              </a:spcAft>
              <a:buClr>
                <a:srgbClr val="009999"/>
              </a:buClr>
              <a:buFont typeface="Courier New" panose="02070309020205020404" pitchFamily="49" charset="0"/>
              <a:buChar char="o"/>
              <a:defRPr/>
            </a:pPr>
            <a:r>
              <a:rPr kumimoji="0" lang="en-US" sz="1600" b="0" i="0" u="none" strike="noStrike" kern="1200" cap="none" spc="0" normalizeH="0" baseline="0" noProof="0">
                <a:ln>
                  <a:noFill/>
                </a:ln>
                <a:solidFill>
                  <a:prstClr val="white"/>
                </a:solidFill>
                <a:effectLst/>
                <a:uLnTx/>
                <a:uFillTx/>
                <a:latin typeface="Arial"/>
                <a:ea typeface="+mn-ea"/>
                <a:cs typeface="+mn-cs"/>
              </a:rPr>
              <a:t>Higher usage and leverage of available content in </a:t>
            </a:r>
            <a:r>
              <a:rPr kumimoji="0" lang="en-US" sz="1600" b="0" i="0" u="none" strike="noStrike" kern="1200" cap="none" spc="0" normalizeH="0" baseline="0" noProof="0" err="1">
                <a:ln>
                  <a:noFill/>
                </a:ln>
                <a:solidFill>
                  <a:prstClr val="white"/>
                </a:solidFill>
                <a:effectLst/>
                <a:uLnTx/>
                <a:uFillTx/>
                <a:latin typeface="Arial"/>
                <a:ea typeface="+mn-ea"/>
                <a:cs typeface="+mn-cs"/>
              </a:rPr>
              <a:t>myMall</a:t>
            </a:r>
            <a:endParaRPr lang="en-US" sz="1600" b="0" i="0" u="none" strike="noStrike" kern="1200" cap="none" spc="0" normalizeH="0" baseline="0" noProof="0" err="1">
              <a:ln>
                <a:noFill/>
              </a:ln>
              <a:solidFill>
                <a:prstClr val="white"/>
              </a:solidFill>
              <a:effectLst/>
              <a:uLnTx/>
              <a:uFillTx/>
              <a:latin typeface="Arial"/>
              <a:cs typeface="Arial"/>
            </a:endParaRPr>
          </a:p>
          <a:p>
            <a:pPr marL="464820" lvl="2" indent="-285750">
              <a:spcBef>
                <a:spcPts val="300"/>
              </a:spcBef>
              <a:spcAft>
                <a:spcPct val="0"/>
              </a:spcAft>
              <a:buClr>
                <a:srgbClr val="009999"/>
              </a:buClr>
              <a:buFont typeface="Courier New" panose="02070309020205020404" pitchFamily="49" charset="0"/>
              <a:buChar char="o"/>
              <a:defRPr/>
            </a:pPr>
            <a:r>
              <a:rPr kumimoji="0" lang="en-US" sz="1600" b="0" i="0" u="none" strike="noStrike" kern="1200" cap="none" spc="0" normalizeH="0" baseline="0" noProof="0">
                <a:ln>
                  <a:noFill/>
                </a:ln>
                <a:solidFill>
                  <a:prstClr val="white"/>
                </a:solidFill>
                <a:effectLst/>
                <a:uLnTx/>
                <a:uFillTx/>
                <a:latin typeface="Arial"/>
                <a:ea typeface="+mn-ea"/>
                <a:cs typeface="+mn-cs"/>
              </a:rPr>
              <a:t>Increased no-touch rate</a:t>
            </a:r>
            <a:endParaRPr lang="en-US" sz="1600" b="0" i="0" u="none" strike="noStrike" kern="1200" cap="none" spc="0" normalizeH="0" baseline="0" noProof="0">
              <a:ln>
                <a:noFill/>
              </a:ln>
              <a:solidFill>
                <a:prstClr val="white"/>
              </a:solidFill>
              <a:effectLst/>
              <a:uLnTx/>
              <a:uFillTx/>
              <a:latin typeface="Arial"/>
              <a:cs typeface="Arial"/>
            </a:endParaRPr>
          </a:p>
          <a:p>
            <a:pPr marL="464820" lvl="2" indent="-285750">
              <a:spcBef>
                <a:spcPts val="300"/>
              </a:spcBef>
              <a:spcAft>
                <a:spcPct val="0"/>
              </a:spcAft>
              <a:buClr>
                <a:srgbClr val="009999"/>
              </a:buClr>
              <a:buFont typeface="Courier New" panose="02070309020205020404" pitchFamily="49" charset="0"/>
              <a:buChar char="o"/>
              <a:defRPr/>
            </a:pPr>
            <a:endParaRPr lang="en-US" sz="1600" b="0" i="0" u="none" strike="noStrike" kern="1200" cap="none" spc="0" normalizeH="0" baseline="0" noProof="0">
              <a:ln>
                <a:noFill/>
              </a:ln>
              <a:solidFill>
                <a:prstClr val="white"/>
              </a:solidFill>
              <a:effectLst/>
              <a:uLnTx/>
              <a:uFillTx/>
              <a:latin typeface="Arial"/>
              <a:cs typeface="Arial"/>
            </a:endParaRPr>
          </a:p>
          <a:p>
            <a:pPr marL="576580" marR="0" lvl="2" indent="-119380" algn="l" defTabSz="914400">
              <a:lnSpc>
                <a:spcPct val="100000"/>
              </a:lnSpc>
              <a:spcBef>
                <a:spcPts val="300"/>
              </a:spcBef>
              <a:spcAft>
                <a:spcPct val="0"/>
              </a:spcAft>
              <a:buClr>
                <a:srgbClr val="009999"/>
              </a:buClr>
              <a:buSzTx/>
              <a:buFont typeface="Arial" panose="020B0604020202020204" pitchFamily="34" charset="0"/>
              <a:buChar char="•"/>
              <a:tabLst/>
              <a:defRPr/>
            </a:pPr>
            <a:endParaRPr lang="en-US" sz="1600" b="0" i="0" u="none" strike="noStrike" kern="1200" cap="none" spc="0" normalizeH="0" baseline="0" noProof="0">
              <a:ln>
                <a:noFill/>
              </a:ln>
              <a:solidFill>
                <a:prstClr val="white"/>
              </a:solidFill>
              <a:effectLst/>
              <a:uLnTx/>
              <a:uFillTx/>
              <a:latin typeface="Arial"/>
              <a:cs typeface="Arial"/>
            </a:endParaRPr>
          </a:p>
          <a:p>
            <a:pPr marL="119380" lvl="1" indent="-119380">
              <a:spcBef>
                <a:spcPts val="300"/>
              </a:spcBef>
              <a:spcAft>
                <a:spcPct val="0"/>
              </a:spcAft>
              <a:buClr>
                <a:srgbClr val="009999"/>
              </a:buClr>
              <a:buFont typeface="Arial" panose="020B0604020202020204" pitchFamily="34" charset="0"/>
              <a:buChar char="•"/>
              <a:defRPr/>
            </a:pPr>
            <a:endParaRPr lang="en-US" sz="1600">
              <a:solidFill>
                <a:prstClr val="white"/>
              </a:solidFill>
              <a:latin typeface="Arial"/>
              <a:cs typeface="Arial"/>
            </a:endParaRPr>
          </a:p>
        </p:txBody>
      </p:sp>
      <p:sp>
        <p:nvSpPr>
          <p:cNvPr id="2" name="Arrow: Pentagon 58">
            <a:extLst>
              <a:ext uri="{FF2B5EF4-FFF2-40B4-BE49-F238E27FC236}">
                <a16:creationId xmlns:a16="http://schemas.microsoft.com/office/drawing/2014/main" id="{DAD4BC89-1139-9D99-6E0A-10F66D3DBD79}"/>
              </a:ext>
            </a:extLst>
          </p:cNvPr>
          <p:cNvSpPr/>
          <p:nvPr/>
        </p:nvSpPr>
        <p:spPr>
          <a:xfrm>
            <a:off x="509427" y="489636"/>
            <a:ext cx="3875965" cy="649480"/>
          </a:xfrm>
          <a:prstGeom prst="homePlate">
            <a:avLst>
              <a:gd name="adj" fmla="val 38737"/>
            </a:avLst>
          </a:prstGeom>
          <a:solidFill>
            <a:srgbClr val="009999"/>
          </a:solidFill>
          <a:ln w="1905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457200" tIns="109728" rIns="109728" bIns="109728"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rial"/>
                <a:ea typeface="+mn-ea"/>
                <a:cs typeface="+mn-cs"/>
              </a:rPr>
              <a:t>OCI Punchout</a:t>
            </a:r>
          </a:p>
        </p:txBody>
      </p:sp>
      <p:sp>
        <p:nvSpPr>
          <p:cNvPr id="39" name="Rectangle 7">
            <a:extLst>
              <a:ext uri="{FF2B5EF4-FFF2-40B4-BE49-F238E27FC236}">
                <a16:creationId xmlns:a16="http://schemas.microsoft.com/office/drawing/2014/main" id="{E8496658-1BEF-BE7F-2B03-878CB6C0F56B}"/>
              </a:ext>
            </a:extLst>
          </p:cNvPr>
          <p:cNvSpPr/>
          <p:nvPr/>
        </p:nvSpPr>
        <p:spPr>
          <a:xfrm>
            <a:off x="4385392" y="1704976"/>
            <a:ext cx="7309501" cy="4389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109728" rIns="109728" bIns="109728"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200" b="1" i="0" u="none" strike="noStrike" kern="1200" cap="none" spc="0" normalizeH="0" baseline="0" noProof="0">
              <a:ln>
                <a:noFill/>
              </a:ln>
              <a:solidFill>
                <a:srgbClr val="000000"/>
              </a:solidFill>
              <a:effectLst/>
              <a:uLnTx/>
              <a:uFillTx/>
              <a:latin typeface="Arial"/>
              <a:ea typeface="+mn-ea"/>
              <a:cs typeface="+mn-cs"/>
            </a:endParaRPr>
          </a:p>
        </p:txBody>
      </p:sp>
      <p:grpSp>
        <p:nvGrpSpPr>
          <p:cNvPr id="5" name="Gruppieren 4">
            <a:extLst>
              <a:ext uri="{FF2B5EF4-FFF2-40B4-BE49-F238E27FC236}">
                <a16:creationId xmlns:a16="http://schemas.microsoft.com/office/drawing/2014/main" id="{852BA4AB-1CF2-46AA-7685-F3E1E9FB4E8B}"/>
              </a:ext>
            </a:extLst>
          </p:cNvPr>
          <p:cNvGrpSpPr/>
          <p:nvPr/>
        </p:nvGrpSpPr>
        <p:grpSpPr>
          <a:xfrm>
            <a:off x="186665" y="489636"/>
            <a:ext cx="639458" cy="649480"/>
            <a:chOff x="186665" y="489636"/>
            <a:chExt cx="639458" cy="649480"/>
          </a:xfrm>
        </p:grpSpPr>
        <p:sp>
          <p:nvSpPr>
            <p:cNvPr id="6" name="Oval 29">
              <a:extLst>
                <a:ext uri="{FF2B5EF4-FFF2-40B4-BE49-F238E27FC236}">
                  <a16:creationId xmlns:a16="http://schemas.microsoft.com/office/drawing/2014/main" id="{6FDE77DB-3359-7B20-3D48-7D80039CB6B4}"/>
                </a:ext>
              </a:extLst>
            </p:cNvPr>
            <p:cNvSpPr/>
            <p:nvPr/>
          </p:nvSpPr>
          <p:spPr>
            <a:xfrm>
              <a:off x="186665" y="489636"/>
              <a:ext cx="639458" cy="649480"/>
            </a:xfrm>
            <a:prstGeom prst="ellipse">
              <a:avLst/>
            </a:prstGeom>
            <a:solidFill>
              <a:schemeClr val="bg1"/>
            </a:solidFill>
            <a:ln w="3810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grpSp>
          <p:nvGrpSpPr>
            <p:cNvPr id="9" name="bcgIcons_Iceberg ">
              <a:extLst>
                <a:ext uri="{FF2B5EF4-FFF2-40B4-BE49-F238E27FC236}">
                  <a16:creationId xmlns:a16="http://schemas.microsoft.com/office/drawing/2014/main" id="{DE8C0249-C00E-6A24-FF1A-6B79A6C779BF}"/>
                </a:ext>
              </a:extLst>
            </p:cNvPr>
            <p:cNvGrpSpPr>
              <a:grpSpLocks noChangeAspect="1"/>
            </p:cNvGrpSpPr>
            <p:nvPr/>
          </p:nvGrpSpPr>
          <p:grpSpPr>
            <a:xfrm>
              <a:off x="193456" y="503931"/>
              <a:ext cx="625877" cy="620890"/>
              <a:chOff x="5272881" y="2605881"/>
              <a:chExt cx="1646238" cy="1646237"/>
            </a:xfrm>
          </p:grpSpPr>
          <p:sp>
            <p:nvSpPr>
              <p:cNvPr id="10" name="AutoShape 3">
                <a:extLst>
                  <a:ext uri="{FF2B5EF4-FFF2-40B4-BE49-F238E27FC236}">
                    <a16:creationId xmlns:a16="http://schemas.microsoft.com/office/drawing/2014/main" id="{531EBE13-93F6-C3A4-2F0B-D13A46A59B9D}"/>
                  </a:ext>
                </a:extLst>
              </p:cNvPr>
              <p:cNvSpPr>
                <a:spLocks noChangeAspect="1" noChangeArrowheads="1" noTextEdit="1"/>
              </p:cNvSpPr>
              <p:nvPr/>
            </p:nvSpPr>
            <p:spPr bwMode="auto">
              <a:xfrm>
                <a:off x="5272881" y="2605881"/>
                <a:ext cx="1646238"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2" name="Group 32">
                <a:extLst>
                  <a:ext uri="{FF2B5EF4-FFF2-40B4-BE49-F238E27FC236}">
                    <a16:creationId xmlns:a16="http://schemas.microsoft.com/office/drawing/2014/main" id="{0A7B39FD-066A-F6A1-DCA5-1A71CA2853E6}"/>
                  </a:ext>
                </a:extLst>
              </p:cNvPr>
              <p:cNvGrpSpPr/>
              <p:nvPr/>
            </p:nvGrpSpPr>
            <p:grpSpPr>
              <a:xfrm>
                <a:off x="5526881" y="2774156"/>
                <a:ext cx="1139825" cy="1308100"/>
                <a:chOff x="5526881" y="2774156"/>
                <a:chExt cx="1139825" cy="1308100"/>
              </a:xfrm>
            </p:grpSpPr>
            <p:sp>
              <p:nvSpPr>
                <p:cNvPr id="13" name="Freeform 10">
                  <a:extLst>
                    <a:ext uri="{FF2B5EF4-FFF2-40B4-BE49-F238E27FC236}">
                      <a16:creationId xmlns:a16="http://schemas.microsoft.com/office/drawing/2014/main" id="{0DAB9CF7-F8EF-D058-96AD-DB1C363148B3}"/>
                    </a:ext>
                  </a:extLst>
                </p:cNvPr>
                <p:cNvSpPr>
                  <a:spLocks/>
                </p:cNvSpPr>
                <p:nvPr/>
              </p:nvSpPr>
              <p:spPr bwMode="auto">
                <a:xfrm>
                  <a:off x="5606256" y="2774156"/>
                  <a:ext cx="981075" cy="517525"/>
                </a:xfrm>
                <a:custGeom>
                  <a:avLst/>
                  <a:gdLst>
                    <a:gd name="T0" fmla="*/ 1194 w 1374"/>
                    <a:gd name="T1" fmla="*/ 534 h 724"/>
                    <a:gd name="T2" fmla="*/ 1108 w 1374"/>
                    <a:gd name="T3" fmla="*/ 422 h 724"/>
                    <a:gd name="T4" fmla="*/ 1106 w 1374"/>
                    <a:gd name="T5" fmla="*/ 420 h 724"/>
                    <a:gd name="T6" fmla="*/ 914 w 1374"/>
                    <a:gd name="T7" fmla="*/ 224 h 724"/>
                    <a:gd name="T8" fmla="*/ 898 w 1374"/>
                    <a:gd name="T9" fmla="*/ 217 h 724"/>
                    <a:gd name="T10" fmla="*/ 898 w 1374"/>
                    <a:gd name="T11" fmla="*/ 217 h 724"/>
                    <a:gd name="T12" fmla="*/ 882 w 1374"/>
                    <a:gd name="T13" fmla="*/ 224 h 724"/>
                    <a:gd name="T14" fmla="*/ 862 w 1374"/>
                    <a:gd name="T15" fmla="*/ 244 h 724"/>
                    <a:gd name="T16" fmla="*/ 727 w 1374"/>
                    <a:gd name="T17" fmla="*/ 11 h 724"/>
                    <a:gd name="T18" fmla="*/ 709 w 1374"/>
                    <a:gd name="T19" fmla="*/ 0 h 724"/>
                    <a:gd name="T20" fmla="*/ 690 w 1374"/>
                    <a:gd name="T21" fmla="*/ 9 h 724"/>
                    <a:gd name="T22" fmla="*/ 518 w 1374"/>
                    <a:gd name="T23" fmla="*/ 237 h 724"/>
                    <a:gd name="T24" fmla="*/ 477 w 1374"/>
                    <a:gd name="T25" fmla="*/ 224 h 724"/>
                    <a:gd name="T26" fmla="*/ 453 w 1374"/>
                    <a:gd name="T27" fmla="*/ 230 h 724"/>
                    <a:gd name="T28" fmla="*/ 336 w 1374"/>
                    <a:gd name="T29" fmla="*/ 374 h 724"/>
                    <a:gd name="T30" fmla="*/ 322 w 1374"/>
                    <a:gd name="T31" fmla="*/ 356 h 724"/>
                    <a:gd name="T32" fmla="*/ 304 w 1374"/>
                    <a:gd name="T33" fmla="*/ 348 h 724"/>
                    <a:gd name="T34" fmla="*/ 287 w 1374"/>
                    <a:gd name="T35" fmla="*/ 358 h 724"/>
                    <a:gd name="T36" fmla="*/ 145 w 1374"/>
                    <a:gd name="T37" fmla="*/ 571 h 724"/>
                    <a:gd name="T38" fmla="*/ 0 w 1374"/>
                    <a:gd name="T39" fmla="*/ 724 h 724"/>
                    <a:gd name="T40" fmla="*/ 61 w 1374"/>
                    <a:gd name="T41" fmla="*/ 724 h 724"/>
                    <a:gd name="T42" fmla="*/ 178 w 1374"/>
                    <a:gd name="T43" fmla="*/ 600 h 724"/>
                    <a:gd name="T44" fmla="*/ 180 w 1374"/>
                    <a:gd name="T45" fmla="*/ 597 h 724"/>
                    <a:gd name="T46" fmla="*/ 307 w 1374"/>
                    <a:gd name="T47" fmla="*/ 407 h 724"/>
                    <a:gd name="T48" fmla="*/ 319 w 1374"/>
                    <a:gd name="T49" fmla="*/ 422 h 724"/>
                    <a:gd name="T50" fmla="*/ 336 w 1374"/>
                    <a:gd name="T51" fmla="*/ 431 h 724"/>
                    <a:gd name="T52" fmla="*/ 353 w 1374"/>
                    <a:gd name="T53" fmla="*/ 422 h 724"/>
                    <a:gd name="T54" fmla="*/ 478 w 1374"/>
                    <a:gd name="T55" fmla="*/ 270 h 724"/>
                    <a:gd name="T56" fmla="*/ 519 w 1374"/>
                    <a:gd name="T57" fmla="*/ 284 h 724"/>
                    <a:gd name="T58" fmla="*/ 544 w 1374"/>
                    <a:gd name="T59" fmla="*/ 276 h 724"/>
                    <a:gd name="T60" fmla="*/ 688 w 1374"/>
                    <a:gd name="T61" fmla="*/ 85 h 724"/>
                    <a:gd name="T62" fmla="*/ 619 w 1374"/>
                    <a:gd name="T63" fmla="*/ 307 h 724"/>
                    <a:gd name="T64" fmla="*/ 620 w 1374"/>
                    <a:gd name="T65" fmla="*/ 312 h 724"/>
                    <a:gd name="T66" fmla="*/ 646 w 1374"/>
                    <a:gd name="T67" fmla="*/ 329 h 724"/>
                    <a:gd name="T68" fmla="*/ 648 w 1374"/>
                    <a:gd name="T69" fmla="*/ 334 h 724"/>
                    <a:gd name="T70" fmla="*/ 565 w 1374"/>
                    <a:gd name="T71" fmla="*/ 506 h 724"/>
                    <a:gd name="T72" fmla="*/ 571 w 1374"/>
                    <a:gd name="T73" fmla="*/ 511 h 724"/>
                    <a:gd name="T74" fmla="*/ 726 w 1374"/>
                    <a:gd name="T75" fmla="*/ 357 h 724"/>
                    <a:gd name="T76" fmla="*/ 730 w 1374"/>
                    <a:gd name="T77" fmla="*/ 356 h 724"/>
                    <a:gd name="T78" fmla="*/ 787 w 1374"/>
                    <a:gd name="T79" fmla="*/ 383 h 724"/>
                    <a:gd name="T80" fmla="*/ 792 w 1374"/>
                    <a:gd name="T81" fmla="*/ 382 h 724"/>
                    <a:gd name="T82" fmla="*/ 863 w 1374"/>
                    <a:gd name="T83" fmla="*/ 302 h 724"/>
                    <a:gd name="T84" fmla="*/ 873 w 1374"/>
                    <a:gd name="T85" fmla="*/ 296 h 724"/>
                    <a:gd name="T86" fmla="*/ 897 w 1374"/>
                    <a:gd name="T87" fmla="*/ 272 h 724"/>
                    <a:gd name="T88" fmla="*/ 897 w 1374"/>
                    <a:gd name="T89" fmla="*/ 274 h 724"/>
                    <a:gd name="T90" fmla="*/ 881 w 1374"/>
                    <a:gd name="T91" fmla="*/ 498 h 724"/>
                    <a:gd name="T92" fmla="*/ 879 w 1374"/>
                    <a:gd name="T93" fmla="*/ 500 h 724"/>
                    <a:gd name="T94" fmla="*/ 804 w 1374"/>
                    <a:gd name="T95" fmla="*/ 561 h 724"/>
                    <a:gd name="T96" fmla="*/ 803 w 1374"/>
                    <a:gd name="T97" fmla="*/ 563 h 724"/>
                    <a:gd name="T98" fmla="*/ 761 w 1374"/>
                    <a:gd name="T99" fmla="*/ 724 h 724"/>
                    <a:gd name="T100" fmla="*/ 1313 w 1374"/>
                    <a:gd name="T101" fmla="*/ 724 h 724"/>
                    <a:gd name="T102" fmla="*/ 1343 w 1374"/>
                    <a:gd name="T103" fmla="*/ 724 h 724"/>
                    <a:gd name="T104" fmla="*/ 1374 w 1374"/>
                    <a:gd name="T105" fmla="*/ 724 h 724"/>
                    <a:gd name="T106" fmla="*/ 1194 w 1374"/>
                    <a:gd name="T107" fmla="*/ 534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74" h="724">
                      <a:moveTo>
                        <a:pt x="1194" y="534"/>
                      </a:moveTo>
                      <a:cubicBezTo>
                        <a:pt x="1108" y="422"/>
                        <a:pt x="1108" y="422"/>
                        <a:pt x="1108" y="422"/>
                      </a:cubicBezTo>
                      <a:cubicBezTo>
                        <a:pt x="1108" y="422"/>
                        <a:pt x="1107" y="421"/>
                        <a:pt x="1106" y="420"/>
                      </a:cubicBezTo>
                      <a:cubicBezTo>
                        <a:pt x="914" y="224"/>
                        <a:pt x="914" y="224"/>
                        <a:pt x="914" y="224"/>
                      </a:cubicBezTo>
                      <a:cubicBezTo>
                        <a:pt x="910" y="219"/>
                        <a:pt x="904" y="217"/>
                        <a:pt x="898" y="217"/>
                      </a:cubicBezTo>
                      <a:cubicBezTo>
                        <a:pt x="898" y="217"/>
                        <a:pt x="898" y="217"/>
                        <a:pt x="898" y="217"/>
                      </a:cubicBezTo>
                      <a:cubicBezTo>
                        <a:pt x="892" y="217"/>
                        <a:pt x="887" y="219"/>
                        <a:pt x="882" y="224"/>
                      </a:cubicBezTo>
                      <a:cubicBezTo>
                        <a:pt x="862" y="244"/>
                        <a:pt x="862" y="244"/>
                        <a:pt x="862" y="244"/>
                      </a:cubicBezTo>
                      <a:cubicBezTo>
                        <a:pt x="727" y="11"/>
                        <a:pt x="727" y="11"/>
                        <a:pt x="727" y="11"/>
                      </a:cubicBezTo>
                      <a:cubicBezTo>
                        <a:pt x="723" y="5"/>
                        <a:pt x="716" y="1"/>
                        <a:pt x="709" y="0"/>
                      </a:cubicBezTo>
                      <a:cubicBezTo>
                        <a:pt x="702" y="0"/>
                        <a:pt x="695" y="3"/>
                        <a:pt x="690" y="9"/>
                      </a:cubicBezTo>
                      <a:cubicBezTo>
                        <a:pt x="518" y="237"/>
                        <a:pt x="518" y="237"/>
                        <a:pt x="518" y="237"/>
                      </a:cubicBezTo>
                      <a:cubicBezTo>
                        <a:pt x="477" y="224"/>
                        <a:pt x="477" y="224"/>
                        <a:pt x="477" y="224"/>
                      </a:cubicBezTo>
                      <a:cubicBezTo>
                        <a:pt x="469" y="221"/>
                        <a:pt x="459" y="223"/>
                        <a:pt x="453" y="230"/>
                      </a:cubicBezTo>
                      <a:cubicBezTo>
                        <a:pt x="336" y="374"/>
                        <a:pt x="336" y="374"/>
                        <a:pt x="336" y="374"/>
                      </a:cubicBezTo>
                      <a:cubicBezTo>
                        <a:pt x="322" y="356"/>
                        <a:pt x="322" y="356"/>
                        <a:pt x="322" y="356"/>
                      </a:cubicBezTo>
                      <a:cubicBezTo>
                        <a:pt x="318" y="351"/>
                        <a:pt x="311" y="348"/>
                        <a:pt x="304" y="348"/>
                      </a:cubicBezTo>
                      <a:cubicBezTo>
                        <a:pt x="297" y="349"/>
                        <a:pt x="291" y="352"/>
                        <a:pt x="287" y="358"/>
                      </a:cubicBezTo>
                      <a:cubicBezTo>
                        <a:pt x="145" y="571"/>
                        <a:pt x="145" y="571"/>
                        <a:pt x="145" y="571"/>
                      </a:cubicBezTo>
                      <a:cubicBezTo>
                        <a:pt x="0" y="724"/>
                        <a:pt x="0" y="724"/>
                        <a:pt x="0" y="724"/>
                      </a:cubicBezTo>
                      <a:cubicBezTo>
                        <a:pt x="61" y="724"/>
                        <a:pt x="61" y="724"/>
                        <a:pt x="61" y="724"/>
                      </a:cubicBezTo>
                      <a:cubicBezTo>
                        <a:pt x="178" y="600"/>
                        <a:pt x="178" y="600"/>
                        <a:pt x="178" y="600"/>
                      </a:cubicBezTo>
                      <a:cubicBezTo>
                        <a:pt x="179" y="599"/>
                        <a:pt x="180" y="598"/>
                        <a:pt x="180" y="597"/>
                      </a:cubicBezTo>
                      <a:cubicBezTo>
                        <a:pt x="307" y="407"/>
                        <a:pt x="307" y="407"/>
                        <a:pt x="307" y="407"/>
                      </a:cubicBezTo>
                      <a:cubicBezTo>
                        <a:pt x="319" y="422"/>
                        <a:pt x="319" y="422"/>
                        <a:pt x="319" y="422"/>
                      </a:cubicBezTo>
                      <a:cubicBezTo>
                        <a:pt x="323" y="427"/>
                        <a:pt x="329" y="430"/>
                        <a:pt x="336" y="431"/>
                      </a:cubicBezTo>
                      <a:cubicBezTo>
                        <a:pt x="342" y="431"/>
                        <a:pt x="349" y="428"/>
                        <a:pt x="353" y="422"/>
                      </a:cubicBezTo>
                      <a:cubicBezTo>
                        <a:pt x="478" y="270"/>
                        <a:pt x="478" y="270"/>
                        <a:pt x="478" y="270"/>
                      </a:cubicBezTo>
                      <a:cubicBezTo>
                        <a:pt x="519" y="284"/>
                        <a:pt x="519" y="284"/>
                        <a:pt x="519" y="284"/>
                      </a:cubicBezTo>
                      <a:cubicBezTo>
                        <a:pt x="528" y="287"/>
                        <a:pt x="538" y="284"/>
                        <a:pt x="544" y="276"/>
                      </a:cubicBezTo>
                      <a:cubicBezTo>
                        <a:pt x="688" y="85"/>
                        <a:pt x="688" y="85"/>
                        <a:pt x="688" y="85"/>
                      </a:cubicBezTo>
                      <a:cubicBezTo>
                        <a:pt x="619" y="307"/>
                        <a:pt x="619" y="307"/>
                        <a:pt x="619" y="307"/>
                      </a:cubicBezTo>
                      <a:cubicBezTo>
                        <a:pt x="618" y="309"/>
                        <a:pt x="619" y="311"/>
                        <a:pt x="620" y="312"/>
                      </a:cubicBezTo>
                      <a:cubicBezTo>
                        <a:pt x="646" y="329"/>
                        <a:pt x="646" y="329"/>
                        <a:pt x="646" y="329"/>
                      </a:cubicBezTo>
                      <a:cubicBezTo>
                        <a:pt x="648" y="331"/>
                        <a:pt x="649" y="333"/>
                        <a:pt x="648" y="334"/>
                      </a:cubicBezTo>
                      <a:cubicBezTo>
                        <a:pt x="565" y="506"/>
                        <a:pt x="565" y="506"/>
                        <a:pt x="565" y="506"/>
                      </a:cubicBezTo>
                      <a:cubicBezTo>
                        <a:pt x="563" y="510"/>
                        <a:pt x="568" y="514"/>
                        <a:pt x="571" y="511"/>
                      </a:cubicBezTo>
                      <a:cubicBezTo>
                        <a:pt x="726" y="357"/>
                        <a:pt x="726" y="357"/>
                        <a:pt x="726" y="357"/>
                      </a:cubicBezTo>
                      <a:cubicBezTo>
                        <a:pt x="727" y="356"/>
                        <a:pt x="728" y="355"/>
                        <a:pt x="730" y="356"/>
                      </a:cubicBezTo>
                      <a:cubicBezTo>
                        <a:pt x="787" y="383"/>
                        <a:pt x="787" y="383"/>
                        <a:pt x="787" y="383"/>
                      </a:cubicBezTo>
                      <a:cubicBezTo>
                        <a:pt x="789" y="384"/>
                        <a:pt x="791" y="384"/>
                        <a:pt x="792" y="382"/>
                      </a:cubicBezTo>
                      <a:cubicBezTo>
                        <a:pt x="863" y="302"/>
                        <a:pt x="863" y="302"/>
                        <a:pt x="863" y="302"/>
                      </a:cubicBezTo>
                      <a:cubicBezTo>
                        <a:pt x="867" y="301"/>
                        <a:pt x="871" y="299"/>
                        <a:pt x="873" y="296"/>
                      </a:cubicBezTo>
                      <a:cubicBezTo>
                        <a:pt x="897" y="272"/>
                        <a:pt x="897" y="272"/>
                        <a:pt x="897" y="272"/>
                      </a:cubicBezTo>
                      <a:cubicBezTo>
                        <a:pt x="897" y="272"/>
                        <a:pt x="897" y="273"/>
                        <a:pt x="897" y="274"/>
                      </a:cubicBezTo>
                      <a:cubicBezTo>
                        <a:pt x="881" y="498"/>
                        <a:pt x="881" y="498"/>
                        <a:pt x="881" y="498"/>
                      </a:cubicBezTo>
                      <a:cubicBezTo>
                        <a:pt x="881" y="499"/>
                        <a:pt x="880" y="500"/>
                        <a:pt x="879" y="500"/>
                      </a:cubicBezTo>
                      <a:cubicBezTo>
                        <a:pt x="804" y="561"/>
                        <a:pt x="804" y="561"/>
                        <a:pt x="804" y="561"/>
                      </a:cubicBezTo>
                      <a:cubicBezTo>
                        <a:pt x="803" y="561"/>
                        <a:pt x="803" y="562"/>
                        <a:pt x="803" y="563"/>
                      </a:cubicBezTo>
                      <a:cubicBezTo>
                        <a:pt x="761" y="724"/>
                        <a:pt x="761" y="724"/>
                        <a:pt x="761" y="724"/>
                      </a:cubicBezTo>
                      <a:cubicBezTo>
                        <a:pt x="1313" y="724"/>
                        <a:pt x="1313" y="724"/>
                        <a:pt x="1313" y="724"/>
                      </a:cubicBezTo>
                      <a:cubicBezTo>
                        <a:pt x="1343" y="724"/>
                        <a:pt x="1343" y="724"/>
                        <a:pt x="1343" y="724"/>
                      </a:cubicBezTo>
                      <a:cubicBezTo>
                        <a:pt x="1374" y="724"/>
                        <a:pt x="1374" y="724"/>
                        <a:pt x="1374" y="724"/>
                      </a:cubicBezTo>
                      <a:lnTo>
                        <a:pt x="1194" y="534"/>
                      </a:lnTo>
                      <a:close/>
                    </a:path>
                  </a:pathLst>
                </a:custGeom>
                <a:solidFill>
                  <a:srgbClr val="00999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11">
                  <a:extLst>
                    <a:ext uri="{FF2B5EF4-FFF2-40B4-BE49-F238E27FC236}">
                      <a16:creationId xmlns:a16="http://schemas.microsoft.com/office/drawing/2014/main" id="{160734BD-8A65-8691-2F76-E7C0B106F584}"/>
                    </a:ext>
                  </a:extLst>
                </p:cNvPr>
                <p:cNvSpPr>
                  <a:spLocks/>
                </p:cNvSpPr>
                <p:nvPr/>
              </p:nvSpPr>
              <p:spPr bwMode="auto">
                <a:xfrm>
                  <a:off x="5526881" y="3323431"/>
                  <a:ext cx="1139825" cy="758825"/>
                </a:xfrm>
                <a:custGeom>
                  <a:avLst/>
                  <a:gdLst>
                    <a:gd name="connsiteX0" fmla="*/ 88900 w 1139825"/>
                    <a:gd name="connsiteY0" fmla="*/ 33337 h 758825"/>
                    <a:gd name="connsiteX1" fmla="*/ 99607 w 1139825"/>
                    <a:gd name="connsiteY1" fmla="*/ 49044 h 758825"/>
                    <a:gd name="connsiteX2" fmla="*/ 110314 w 1139825"/>
                    <a:gd name="connsiteY2" fmla="*/ 64751 h 758825"/>
                    <a:gd name="connsiteX3" fmla="*/ 208103 w 1139825"/>
                    <a:gd name="connsiteY3" fmla="*/ 203972 h 758825"/>
                    <a:gd name="connsiteX4" fmla="*/ 209530 w 1139825"/>
                    <a:gd name="connsiteY4" fmla="*/ 206114 h 758825"/>
                    <a:gd name="connsiteX5" fmla="*/ 298040 w 1139825"/>
                    <a:gd name="connsiteY5" fmla="*/ 382461 h 758825"/>
                    <a:gd name="connsiteX6" fmla="*/ 304464 w 1139825"/>
                    <a:gd name="connsiteY6" fmla="*/ 368896 h 758825"/>
                    <a:gd name="connsiteX7" fmla="*/ 318026 w 1139825"/>
                    <a:gd name="connsiteY7" fmla="*/ 361042 h 758825"/>
                    <a:gd name="connsiteX8" fmla="*/ 332302 w 1139825"/>
                    <a:gd name="connsiteY8" fmla="*/ 368182 h 758825"/>
                    <a:gd name="connsiteX9" fmla="*/ 419384 w 1139825"/>
                    <a:gd name="connsiteY9" fmla="*/ 513829 h 758825"/>
                    <a:gd name="connsiteX10" fmla="*/ 450077 w 1139825"/>
                    <a:gd name="connsiteY10" fmla="*/ 502405 h 758825"/>
                    <a:gd name="connsiteX11" fmla="*/ 469349 w 1139825"/>
                    <a:gd name="connsiteY11" fmla="*/ 509545 h 758825"/>
                    <a:gd name="connsiteX12" fmla="*/ 581414 w 1139825"/>
                    <a:gd name="connsiteY12" fmla="*/ 708024 h 758825"/>
                    <a:gd name="connsiteX13" fmla="*/ 676347 w 1139825"/>
                    <a:gd name="connsiteY13" fmla="*/ 491696 h 758825"/>
                    <a:gd name="connsiteX14" fmla="*/ 689195 w 1139825"/>
                    <a:gd name="connsiteY14" fmla="*/ 482415 h 758825"/>
                    <a:gd name="connsiteX15" fmla="*/ 704185 w 1139825"/>
                    <a:gd name="connsiteY15" fmla="*/ 489554 h 758825"/>
                    <a:gd name="connsiteX16" fmla="*/ 719888 w 1139825"/>
                    <a:gd name="connsiteY16" fmla="*/ 512401 h 758825"/>
                    <a:gd name="connsiteX17" fmla="*/ 841232 w 1139825"/>
                    <a:gd name="connsiteY17" fmla="*/ 350333 h 758825"/>
                    <a:gd name="connsiteX18" fmla="*/ 905473 w 1139825"/>
                    <a:gd name="connsiteY18" fmla="*/ 240384 h 758825"/>
                    <a:gd name="connsiteX19" fmla="*/ 906187 w 1139825"/>
                    <a:gd name="connsiteY19" fmla="*/ 238956 h 758825"/>
                    <a:gd name="connsiteX20" fmla="*/ 1030386 w 1139825"/>
                    <a:gd name="connsiteY20" fmla="*/ 64751 h 758825"/>
                    <a:gd name="connsiteX21" fmla="*/ 1041806 w 1139825"/>
                    <a:gd name="connsiteY21" fmla="*/ 49044 h 758825"/>
                    <a:gd name="connsiteX22" fmla="*/ 1052513 w 1139825"/>
                    <a:gd name="connsiteY22" fmla="*/ 33337 h 758825"/>
                    <a:gd name="connsiteX23" fmla="*/ 88900 w 1139825"/>
                    <a:gd name="connsiteY23" fmla="*/ 33337 h 758825"/>
                    <a:gd name="connsiteX24" fmla="*/ 16426 w 1139825"/>
                    <a:gd name="connsiteY24" fmla="*/ 0 h 758825"/>
                    <a:gd name="connsiteX25" fmla="*/ 49993 w 1139825"/>
                    <a:gd name="connsiteY25" fmla="*/ 0 h 758825"/>
                    <a:gd name="connsiteX26" fmla="*/ 92843 w 1139825"/>
                    <a:gd name="connsiteY26" fmla="*/ 0 h 758825"/>
                    <a:gd name="connsiteX27" fmla="*/ 614906 w 1139825"/>
                    <a:gd name="connsiteY27" fmla="*/ 0 h 758825"/>
                    <a:gd name="connsiteX28" fmla="*/ 1046982 w 1139825"/>
                    <a:gd name="connsiteY28" fmla="*/ 0 h 758825"/>
                    <a:gd name="connsiteX29" fmla="*/ 1068408 w 1139825"/>
                    <a:gd name="connsiteY29" fmla="*/ 0 h 758825"/>
                    <a:gd name="connsiteX30" fmla="*/ 1089833 w 1139825"/>
                    <a:gd name="connsiteY30" fmla="*/ 0 h 758825"/>
                    <a:gd name="connsiteX31" fmla="*/ 1123399 w 1139825"/>
                    <a:gd name="connsiteY31" fmla="*/ 0 h 758825"/>
                    <a:gd name="connsiteX32" fmla="*/ 1139825 w 1139825"/>
                    <a:gd name="connsiteY32" fmla="*/ 16434 h 758825"/>
                    <a:gd name="connsiteX33" fmla="*/ 1123399 w 1139825"/>
                    <a:gd name="connsiteY33" fmla="*/ 32868 h 758825"/>
                    <a:gd name="connsiteX34" fmla="*/ 1091261 w 1139825"/>
                    <a:gd name="connsiteY34" fmla="*/ 32868 h 758825"/>
                    <a:gd name="connsiteX35" fmla="*/ 1080549 w 1139825"/>
                    <a:gd name="connsiteY35" fmla="*/ 48588 h 758825"/>
                    <a:gd name="connsiteX36" fmla="*/ 1069122 w 1139825"/>
                    <a:gd name="connsiteY36" fmla="*/ 64307 h 758825"/>
                    <a:gd name="connsiteX37" fmla="*/ 932000 w 1139825"/>
                    <a:gd name="connsiteY37" fmla="*/ 256514 h 758825"/>
                    <a:gd name="connsiteX38" fmla="*/ 867724 w 1139825"/>
                    <a:gd name="connsiteY38" fmla="*/ 367266 h 758825"/>
                    <a:gd name="connsiteX39" fmla="*/ 867010 w 1139825"/>
                    <a:gd name="connsiteY39" fmla="*/ 368695 h 758825"/>
                    <a:gd name="connsiteX40" fmla="*/ 732031 w 1139825"/>
                    <a:gd name="connsiteY40" fmla="*/ 548040 h 758825"/>
                    <a:gd name="connsiteX41" fmla="*/ 719176 w 1139825"/>
                    <a:gd name="connsiteY41" fmla="*/ 554471 h 758825"/>
                    <a:gd name="connsiteX42" fmla="*/ 706320 w 1139825"/>
                    <a:gd name="connsiteY42" fmla="*/ 548040 h 758825"/>
                    <a:gd name="connsiteX43" fmla="*/ 694179 w 1139825"/>
                    <a:gd name="connsiteY43" fmla="*/ 530177 h 758825"/>
                    <a:gd name="connsiteX44" fmla="*/ 597766 w 1139825"/>
                    <a:gd name="connsiteY44" fmla="*/ 749536 h 758825"/>
                    <a:gd name="connsiteX45" fmla="*/ 584196 w 1139825"/>
                    <a:gd name="connsiteY45" fmla="*/ 758825 h 758825"/>
                    <a:gd name="connsiteX46" fmla="*/ 583482 w 1139825"/>
                    <a:gd name="connsiteY46" fmla="*/ 758825 h 758825"/>
                    <a:gd name="connsiteX47" fmla="*/ 569199 w 1139825"/>
                    <a:gd name="connsiteY47" fmla="*/ 750251 h 758825"/>
                    <a:gd name="connsiteX48" fmla="*/ 448503 w 1139825"/>
                    <a:gd name="connsiteY48" fmla="*/ 536608 h 758825"/>
                    <a:gd name="connsiteX49" fmla="*/ 418507 w 1139825"/>
                    <a:gd name="connsiteY49" fmla="*/ 548040 h 758825"/>
                    <a:gd name="connsiteX50" fmla="*/ 399225 w 1139825"/>
                    <a:gd name="connsiteY50" fmla="*/ 541610 h 758825"/>
                    <a:gd name="connsiteX51" fmla="*/ 319237 w 1139825"/>
                    <a:gd name="connsiteY51" fmla="*/ 408708 h 758825"/>
                    <a:gd name="connsiteX52" fmla="*/ 311381 w 1139825"/>
                    <a:gd name="connsiteY52" fmla="*/ 424428 h 758825"/>
                    <a:gd name="connsiteX53" fmla="*/ 297097 w 1139825"/>
                    <a:gd name="connsiteY53" fmla="*/ 432287 h 758825"/>
                    <a:gd name="connsiteX54" fmla="*/ 283528 w 1139825"/>
                    <a:gd name="connsiteY54" fmla="*/ 423713 h 758825"/>
                    <a:gd name="connsiteX55" fmla="*/ 181401 w 1139825"/>
                    <a:gd name="connsiteY55" fmla="*/ 220788 h 758825"/>
                    <a:gd name="connsiteX56" fmla="*/ 72132 w 1139825"/>
                    <a:gd name="connsiteY56" fmla="*/ 64307 h 758825"/>
                    <a:gd name="connsiteX57" fmla="*/ 62134 w 1139825"/>
                    <a:gd name="connsiteY57" fmla="*/ 50017 h 758825"/>
                    <a:gd name="connsiteX58" fmla="*/ 60705 w 1139825"/>
                    <a:gd name="connsiteY58" fmla="*/ 48588 h 758825"/>
                    <a:gd name="connsiteX59" fmla="*/ 48564 w 1139825"/>
                    <a:gd name="connsiteY59" fmla="*/ 32868 h 758825"/>
                    <a:gd name="connsiteX60" fmla="*/ 16426 w 1139825"/>
                    <a:gd name="connsiteY60" fmla="*/ 32868 h 758825"/>
                    <a:gd name="connsiteX61" fmla="*/ 0 w 1139825"/>
                    <a:gd name="connsiteY61" fmla="*/ 16434 h 758825"/>
                    <a:gd name="connsiteX62" fmla="*/ 16426 w 1139825"/>
                    <a:gd name="connsiteY62" fmla="*/ 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9825" h="758825">
                      <a:moveTo>
                        <a:pt x="88900" y="33337"/>
                      </a:moveTo>
                      <a:cubicBezTo>
                        <a:pt x="88900" y="33337"/>
                        <a:pt x="88900" y="33337"/>
                        <a:pt x="99607" y="49044"/>
                      </a:cubicBezTo>
                      <a:cubicBezTo>
                        <a:pt x="99607" y="49044"/>
                        <a:pt x="99607" y="49044"/>
                        <a:pt x="110314" y="64751"/>
                      </a:cubicBezTo>
                      <a:cubicBezTo>
                        <a:pt x="110314" y="64751"/>
                        <a:pt x="110314" y="64751"/>
                        <a:pt x="208103" y="203972"/>
                      </a:cubicBezTo>
                      <a:cubicBezTo>
                        <a:pt x="208817" y="204686"/>
                        <a:pt x="208817" y="205400"/>
                        <a:pt x="209530" y="206114"/>
                      </a:cubicBezTo>
                      <a:cubicBezTo>
                        <a:pt x="209530" y="206114"/>
                        <a:pt x="209530" y="206114"/>
                        <a:pt x="298040" y="382461"/>
                      </a:cubicBezTo>
                      <a:cubicBezTo>
                        <a:pt x="298040" y="382461"/>
                        <a:pt x="298040" y="382461"/>
                        <a:pt x="304464" y="368896"/>
                      </a:cubicBezTo>
                      <a:cubicBezTo>
                        <a:pt x="307319" y="363898"/>
                        <a:pt x="312316" y="361042"/>
                        <a:pt x="318026" y="361042"/>
                      </a:cubicBezTo>
                      <a:cubicBezTo>
                        <a:pt x="323736" y="360328"/>
                        <a:pt x="328733" y="363184"/>
                        <a:pt x="332302" y="368182"/>
                      </a:cubicBezTo>
                      <a:cubicBezTo>
                        <a:pt x="332302" y="368182"/>
                        <a:pt x="332302" y="368182"/>
                        <a:pt x="419384" y="513829"/>
                      </a:cubicBezTo>
                      <a:cubicBezTo>
                        <a:pt x="419384" y="513829"/>
                        <a:pt x="419384" y="513829"/>
                        <a:pt x="450077" y="502405"/>
                      </a:cubicBezTo>
                      <a:cubicBezTo>
                        <a:pt x="457928" y="499549"/>
                        <a:pt x="465780" y="502405"/>
                        <a:pt x="469349" y="509545"/>
                      </a:cubicBezTo>
                      <a:cubicBezTo>
                        <a:pt x="469349" y="509545"/>
                        <a:pt x="469349" y="509545"/>
                        <a:pt x="581414" y="708024"/>
                      </a:cubicBezTo>
                      <a:cubicBezTo>
                        <a:pt x="581414" y="708024"/>
                        <a:pt x="581414" y="708024"/>
                        <a:pt x="676347" y="491696"/>
                      </a:cubicBezTo>
                      <a:cubicBezTo>
                        <a:pt x="679202" y="486698"/>
                        <a:pt x="684199" y="483128"/>
                        <a:pt x="689195" y="482415"/>
                      </a:cubicBezTo>
                      <a:cubicBezTo>
                        <a:pt x="694906" y="482415"/>
                        <a:pt x="700616" y="484556"/>
                        <a:pt x="704185" y="489554"/>
                      </a:cubicBezTo>
                      <a:cubicBezTo>
                        <a:pt x="704185" y="489554"/>
                        <a:pt x="704185" y="489554"/>
                        <a:pt x="719888" y="512401"/>
                      </a:cubicBezTo>
                      <a:cubicBezTo>
                        <a:pt x="719888" y="512401"/>
                        <a:pt x="719888" y="512401"/>
                        <a:pt x="841232" y="350333"/>
                      </a:cubicBezTo>
                      <a:cubicBezTo>
                        <a:pt x="841232" y="350333"/>
                        <a:pt x="841232" y="350333"/>
                        <a:pt x="905473" y="240384"/>
                      </a:cubicBezTo>
                      <a:cubicBezTo>
                        <a:pt x="905473" y="240384"/>
                        <a:pt x="906187" y="239670"/>
                        <a:pt x="906187" y="238956"/>
                      </a:cubicBezTo>
                      <a:cubicBezTo>
                        <a:pt x="906187" y="238956"/>
                        <a:pt x="906187" y="238956"/>
                        <a:pt x="1030386" y="64751"/>
                      </a:cubicBezTo>
                      <a:cubicBezTo>
                        <a:pt x="1030386" y="64751"/>
                        <a:pt x="1030386" y="64751"/>
                        <a:pt x="1041806" y="49044"/>
                      </a:cubicBezTo>
                      <a:lnTo>
                        <a:pt x="1052513" y="33337"/>
                      </a:lnTo>
                      <a:cubicBezTo>
                        <a:pt x="763429" y="33337"/>
                        <a:pt x="272344" y="33337"/>
                        <a:pt x="88900" y="33337"/>
                      </a:cubicBezTo>
                      <a:close/>
                      <a:moveTo>
                        <a:pt x="16426" y="0"/>
                      </a:moveTo>
                      <a:cubicBezTo>
                        <a:pt x="27139" y="0"/>
                        <a:pt x="37852" y="0"/>
                        <a:pt x="49993" y="0"/>
                      </a:cubicBezTo>
                      <a:cubicBezTo>
                        <a:pt x="63562" y="0"/>
                        <a:pt x="77845" y="0"/>
                        <a:pt x="92843" y="0"/>
                      </a:cubicBezTo>
                      <a:cubicBezTo>
                        <a:pt x="238535" y="0"/>
                        <a:pt x="433505" y="0"/>
                        <a:pt x="614906" y="0"/>
                      </a:cubicBezTo>
                      <a:cubicBezTo>
                        <a:pt x="791307" y="0"/>
                        <a:pt x="954854" y="0"/>
                        <a:pt x="1046982" y="0"/>
                      </a:cubicBezTo>
                      <a:cubicBezTo>
                        <a:pt x="1054838" y="0"/>
                        <a:pt x="1061980" y="0"/>
                        <a:pt x="1068408" y="0"/>
                      </a:cubicBezTo>
                      <a:cubicBezTo>
                        <a:pt x="1076264" y="0"/>
                        <a:pt x="1083405" y="0"/>
                        <a:pt x="1089833" y="0"/>
                      </a:cubicBezTo>
                      <a:cubicBezTo>
                        <a:pt x="1111258" y="0"/>
                        <a:pt x="1123399" y="0"/>
                        <a:pt x="1123399" y="0"/>
                      </a:cubicBezTo>
                      <a:cubicBezTo>
                        <a:pt x="1131969" y="0"/>
                        <a:pt x="1139825" y="7145"/>
                        <a:pt x="1139825" y="16434"/>
                      </a:cubicBezTo>
                      <a:cubicBezTo>
                        <a:pt x="1139825" y="25723"/>
                        <a:pt x="1131969" y="32868"/>
                        <a:pt x="1123399" y="32868"/>
                      </a:cubicBezTo>
                      <a:cubicBezTo>
                        <a:pt x="1113401" y="32868"/>
                        <a:pt x="1102688" y="32868"/>
                        <a:pt x="1091261" y="32868"/>
                      </a:cubicBezTo>
                      <a:cubicBezTo>
                        <a:pt x="1091261" y="32868"/>
                        <a:pt x="1091261" y="32868"/>
                        <a:pt x="1080549" y="48588"/>
                      </a:cubicBezTo>
                      <a:cubicBezTo>
                        <a:pt x="1080549" y="48588"/>
                        <a:pt x="1080549" y="48588"/>
                        <a:pt x="1069122" y="64307"/>
                      </a:cubicBezTo>
                      <a:cubicBezTo>
                        <a:pt x="1069122" y="64307"/>
                        <a:pt x="1069122" y="64307"/>
                        <a:pt x="932000" y="256514"/>
                      </a:cubicBezTo>
                      <a:cubicBezTo>
                        <a:pt x="932000" y="256514"/>
                        <a:pt x="932000" y="256514"/>
                        <a:pt x="867724" y="367266"/>
                      </a:cubicBezTo>
                      <a:cubicBezTo>
                        <a:pt x="867724" y="367266"/>
                        <a:pt x="867010" y="367980"/>
                        <a:pt x="867010" y="368695"/>
                      </a:cubicBezTo>
                      <a:cubicBezTo>
                        <a:pt x="867010" y="368695"/>
                        <a:pt x="867010" y="368695"/>
                        <a:pt x="732031" y="548040"/>
                      </a:cubicBezTo>
                      <a:cubicBezTo>
                        <a:pt x="728460" y="552328"/>
                        <a:pt x="724175" y="554471"/>
                        <a:pt x="719176" y="554471"/>
                      </a:cubicBezTo>
                      <a:cubicBezTo>
                        <a:pt x="713462" y="554471"/>
                        <a:pt x="709177" y="551613"/>
                        <a:pt x="706320" y="548040"/>
                      </a:cubicBezTo>
                      <a:cubicBezTo>
                        <a:pt x="706320" y="548040"/>
                        <a:pt x="706320" y="548040"/>
                        <a:pt x="694179" y="530177"/>
                      </a:cubicBezTo>
                      <a:cubicBezTo>
                        <a:pt x="694179" y="530177"/>
                        <a:pt x="694179" y="530177"/>
                        <a:pt x="597766" y="749536"/>
                      </a:cubicBezTo>
                      <a:cubicBezTo>
                        <a:pt x="594909" y="754538"/>
                        <a:pt x="589910" y="758111"/>
                        <a:pt x="584196" y="758825"/>
                      </a:cubicBezTo>
                      <a:cubicBezTo>
                        <a:pt x="583482" y="758825"/>
                        <a:pt x="583482" y="758825"/>
                        <a:pt x="583482" y="758825"/>
                      </a:cubicBezTo>
                      <a:cubicBezTo>
                        <a:pt x="577769" y="758825"/>
                        <a:pt x="572055" y="755253"/>
                        <a:pt x="569199" y="750251"/>
                      </a:cubicBezTo>
                      <a:cubicBezTo>
                        <a:pt x="569199" y="750251"/>
                        <a:pt x="569199" y="750251"/>
                        <a:pt x="448503" y="536608"/>
                      </a:cubicBezTo>
                      <a:cubicBezTo>
                        <a:pt x="448503" y="536608"/>
                        <a:pt x="448503" y="536608"/>
                        <a:pt x="418507" y="548040"/>
                      </a:cubicBezTo>
                      <a:cubicBezTo>
                        <a:pt x="411366" y="550899"/>
                        <a:pt x="403510" y="548040"/>
                        <a:pt x="399225" y="541610"/>
                      </a:cubicBezTo>
                      <a:cubicBezTo>
                        <a:pt x="399225" y="541610"/>
                        <a:pt x="399225" y="541610"/>
                        <a:pt x="319237" y="408708"/>
                      </a:cubicBezTo>
                      <a:cubicBezTo>
                        <a:pt x="319237" y="408708"/>
                        <a:pt x="319237" y="408708"/>
                        <a:pt x="311381" y="424428"/>
                      </a:cubicBezTo>
                      <a:cubicBezTo>
                        <a:pt x="308524" y="429429"/>
                        <a:pt x="302811" y="432287"/>
                        <a:pt x="297097" y="432287"/>
                      </a:cubicBezTo>
                      <a:cubicBezTo>
                        <a:pt x="291384" y="432287"/>
                        <a:pt x="285671" y="429429"/>
                        <a:pt x="283528" y="423713"/>
                      </a:cubicBezTo>
                      <a:cubicBezTo>
                        <a:pt x="283528" y="423713"/>
                        <a:pt x="283528" y="423713"/>
                        <a:pt x="181401" y="220788"/>
                      </a:cubicBezTo>
                      <a:cubicBezTo>
                        <a:pt x="181401" y="220788"/>
                        <a:pt x="181401" y="220788"/>
                        <a:pt x="72132" y="64307"/>
                      </a:cubicBezTo>
                      <a:cubicBezTo>
                        <a:pt x="72132" y="64307"/>
                        <a:pt x="72132" y="64307"/>
                        <a:pt x="62134" y="50017"/>
                      </a:cubicBezTo>
                      <a:cubicBezTo>
                        <a:pt x="62134" y="50017"/>
                        <a:pt x="62134" y="50017"/>
                        <a:pt x="60705" y="48588"/>
                      </a:cubicBezTo>
                      <a:cubicBezTo>
                        <a:pt x="60705" y="48588"/>
                        <a:pt x="60705" y="48588"/>
                        <a:pt x="48564" y="32868"/>
                      </a:cubicBezTo>
                      <a:cubicBezTo>
                        <a:pt x="27853" y="32868"/>
                        <a:pt x="16426" y="32868"/>
                        <a:pt x="16426" y="32868"/>
                      </a:cubicBezTo>
                      <a:cubicBezTo>
                        <a:pt x="7856" y="32868"/>
                        <a:pt x="0" y="25723"/>
                        <a:pt x="0" y="16434"/>
                      </a:cubicBezTo>
                      <a:cubicBezTo>
                        <a:pt x="0" y="7145"/>
                        <a:pt x="7856" y="0"/>
                        <a:pt x="16426" y="0"/>
                      </a:cubicBezTo>
                      <a:close/>
                    </a:path>
                  </a:pathLst>
                </a:custGeom>
                <a:solidFill>
                  <a:srgbClr val="00607B"/>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sp>
        <p:nvSpPr>
          <p:cNvPr id="27" name="Foliennummernplatzhalter 26">
            <a:extLst>
              <a:ext uri="{FF2B5EF4-FFF2-40B4-BE49-F238E27FC236}">
                <a16:creationId xmlns:a16="http://schemas.microsoft.com/office/drawing/2014/main" id="{3858EACC-069C-F499-74AD-A57AE5F66A7A}"/>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4A5942A1-16D7-4E6A-B870-C8C77DFE0E43}"/>
              </a:ext>
            </a:extLst>
          </p:cNvPr>
          <p:cNvSpPr txBox="1"/>
          <p:nvPr/>
        </p:nvSpPr>
        <p:spPr>
          <a:xfrm>
            <a:off x="4612480" y="1805478"/>
            <a:ext cx="6608964" cy="1692771"/>
          </a:xfrm>
          <a:prstGeom prst="rect">
            <a:avLst/>
          </a:prstGeom>
          <a:noFill/>
        </p:spPr>
        <p:txBody>
          <a:bodyPr wrap="square" lIns="91440" tIns="45720" rIns="91440" bIns="45720" anchor="t">
            <a:spAutoFit/>
          </a:bodyPr>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r>
              <a:rPr kumimoji="0" lang="en-US" sz="1600" b="1" i="0" u="none" strike="noStrike" kern="1200" cap="none" spc="0" normalizeH="0" baseline="0" noProof="0">
                <a:ln>
                  <a:noFill/>
                </a:ln>
                <a:solidFill>
                  <a:srgbClr val="000000"/>
                </a:solidFill>
                <a:effectLst/>
                <a:uLnTx/>
                <a:uFillTx/>
                <a:latin typeface="Arial"/>
                <a:ea typeface="+mn-ea"/>
                <a:cs typeface="+mn-cs"/>
              </a:rPr>
              <a:t>Process description:</a:t>
            </a:r>
          </a:p>
          <a:p>
            <a:pPr marL="228600" marR="0" lvl="1" indent="-228600" algn="l" defTabSz="914400" rtl="0" eaLnBrk="1" fontAlgn="auto" latinLnBrk="0" hangingPunct="1">
              <a:lnSpc>
                <a:spcPct val="100000"/>
              </a:lnSpc>
              <a:spcBef>
                <a:spcPts val="600"/>
              </a:spcBef>
              <a:spcAft>
                <a:spcPct val="0"/>
              </a:spcAft>
              <a:buClr>
                <a:srgbClr val="009999"/>
              </a:buClr>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Entry point for the user is in S4 purchase requisition.</a:t>
            </a:r>
          </a:p>
          <a:p>
            <a:pPr marL="228600" marR="0" lvl="1" indent="-228600" algn="l" defTabSz="914400" rtl="0" eaLnBrk="1" fontAlgn="auto" latinLnBrk="0" hangingPunct="1">
              <a:lnSpc>
                <a:spcPct val="100000"/>
              </a:lnSpc>
              <a:spcBef>
                <a:spcPts val="600"/>
              </a:spcBef>
              <a:spcAft>
                <a:spcPct val="0"/>
              </a:spcAft>
              <a:buClr>
                <a:srgbClr val="009999"/>
              </a:buClr>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User creates PR in S/4 and wants to incorporate catalogue items</a:t>
            </a:r>
            <a:endParaRPr lang="en-US" sz="1400" b="0" i="0" u="none" strike="noStrike" kern="1200" cap="none" spc="0" normalizeH="0" baseline="0" noProof="0">
              <a:ln>
                <a:noFill/>
              </a:ln>
              <a:solidFill>
                <a:srgbClr val="000000"/>
              </a:solidFill>
              <a:effectLst/>
              <a:uLnTx/>
              <a:uFillTx/>
              <a:latin typeface="Arial"/>
              <a:cs typeface="Arial"/>
            </a:endParaRPr>
          </a:p>
          <a:p>
            <a:pPr marL="228600" marR="0" lvl="1" indent="-228600" algn="l" defTabSz="914400" rtl="0" eaLnBrk="1" fontAlgn="auto" latinLnBrk="0" hangingPunct="1">
              <a:lnSpc>
                <a:spcPct val="100000"/>
              </a:lnSpc>
              <a:spcBef>
                <a:spcPts val="600"/>
              </a:spcBef>
              <a:spcAft>
                <a:spcPct val="0"/>
              </a:spcAft>
              <a:buClr>
                <a:srgbClr val="009999"/>
              </a:buClr>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User “punches out” from S/4 to </a:t>
            </a:r>
            <a:r>
              <a:rPr kumimoji="0" lang="en-US" sz="1400" b="0" i="0" u="none" strike="noStrike" kern="1200" cap="none" spc="0" normalizeH="0" baseline="0" noProof="0" err="1">
                <a:ln>
                  <a:noFill/>
                </a:ln>
                <a:solidFill>
                  <a:srgbClr val="000000"/>
                </a:solidFill>
                <a:effectLst/>
                <a:uLnTx/>
                <a:uFillTx/>
                <a:latin typeface="Arial"/>
                <a:ea typeface="+mn-ea"/>
                <a:cs typeface="+mn-cs"/>
              </a:rPr>
              <a:t>myMall</a:t>
            </a:r>
            <a:r>
              <a:rPr kumimoji="0" lang="en-US" sz="1400" b="0" i="0" u="none" strike="noStrike" kern="1200" cap="none" spc="0" normalizeH="0" baseline="0" noProof="0">
                <a:ln>
                  <a:noFill/>
                </a:ln>
                <a:solidFill>
                  <a:srgbClr val="000000"/>
                </a:solidFill>
                <a:effectLst/>
                <a:uLnTx/>
                <a:uFillTx/>
                <a:latin typeface="Arial"/>
                <a:ea typeface="+mn-ea"/>
                <a:cs typeface="+mn-cs"/>
              </a:rPr>
              <a:t>, selects items and checks out to S/4 PR</a:t>
            </a:r>
            <a:endParaRPr lang="en-US" sz="1400" b="0" i="0" u="none" strike="noStrike" kern="1200" cap="none" spc="0" normalizeH="0" baseline="0" noProof="0">
              <a:ln>
                <a:noFill/>
              </a:ln>
              <a:solidFill>
                <a:srgbClr val="000000"/>
              </a:solidFill>
              <a:effectLst/>
              <a:uLnTx/>
              <a:uFillTx/>
              <a:latin typeface="Arial"/>
              <a:cs typeface="Arial"/>
            </a:endParaRPr>
          </a:p>
          <a:p>
            <a:pPr marL="228600" marR="0" lvl="1" indent="-228600" algn="l" defTabSz="914400" rtl="0" eaLnBrk="1" fontAlgn="auto" latinLnBrk="0" hangingPunct="1">
              <a:lnSpc>
                <a:spcPct val="100000"/>
              </a:lnSpc>
              <a:spcBef>
                <a:spcPts val="600"/>
              </a:spcBef>
              <a:spcAft>
                <a:spcPct val="0"/>
              </a:spcAft>
              <a:buClr>
                <a:srgbClr val="009999"/>
              </a:buClr>
              <a:buSzTx/>
              <a:buFont typeface="+mj-lt"/>
              <a:buAutoNum type="arabicPeriod"/>
              <a:tabLst/>
              <a:defRPr/>
            </a:pPr>
            <a:endParaRPr lang="en-US" sz="1200" b="0" i="0" u="none" strike="noStrike" kern="1200" cap="none" spc="0" normalizeH="0" baseline="0" noProof="0">
              <a:ln>
                <a:noFill/>
              </a:ln>
              <a:solidFill>
                <a:srgbClr val="000000"/>
              </a:solidFill>
              <a:effectLst/>
              <a:uLnTx/>
              <a:uFillTx/>
              <a:latin typeface="Arial"/>
              <a:cs typeface="Arial"/>
            </a:endParaRPr>
          </a:p>
        </p:txBody>
      </p:sp>
      <p:pic>
        <p:nvPicPr>
          <p:cNvPr id="8" name="Picture 7" descr="A screen shot of a computer&#10;&#10;Description automatically generated">
            <a:extLst>
              <a:ext uri="{FF2B5EF4-FFF2-40B4-BE49-F238E27FC236}">
                <a16:creationId xmlns:a16="http://schemas.microsoft.com/office/drawing/2014/main" id="{9B0B05E0-13A9-12B4-9A95-A9C86172133A}"/>
              </a:ext>
            </a:extLst>
          </p:cNvPr>
          <p:cNvPicPr>
            <a:picLocks noChangeAspect="1"/>
          </p:cNvPicPr>
          <p:nvPr/>
        </p:nvPicPr>
        <p:blipFill>
          <a:blip r:embed="rId6"/>
          <a:stretch>
            <a:fillRect/>
          </a:stretch>
        </p:blipFill>
        <p:spPr>
          <a:xfrm>
            <a:off x="4748552" y="3317725"/>
            <a:ext cx="6596417" cy="2319774"/>
          </a:xfrm>
          <a:prstGeom prst="rect">
            <a:avLst/>
          </a:prstGeom>
        </p:spPr>
      </p:pic>
      <p:sp>
        <p:nvSpPr>
          <p:cNvPr id="4" name="Footer Placeholder 2">
            <a:extLst>
              <a:ext uri="{FF2B5EF4-FFF2-40B4-BE49-F238E27FC236}">
                <a16:creationId xmlns:a16="http://schemas.microsoft.com/office/drawing/2014/main" id="{12627D8F-B15C-00FA-9AF8-1EA7F1568E9D}"/>
              </a:ext>
            </a:extLst>
          </p:cNvPr>
          <p:cNvSpPr>
            <a:spLocks noGrp="1"/>
          </p:cNvSpPr>
          <p:nvPr>
            <p:ph type="ftr" sz="quarter" idx="10"/>
          </p:nvPr>
        </p:nvSpPr>
        <p:spPr>
          <a:xfrm>
            <a:off x="1059160" y="6310800"/>
            <a:ext cx="9216000" cy="547200"/>
          </a:xfrm>
        </p:spPr>
        <p:txBody>
          <a:bodyPr/>
          <a:lstStyle/>
          <a:p>
            <a:pPr>
              <a:lnSpc>
                <a:spcPct val="100000"/>
              </a:lnSpc>
            </a:pPr>
            <a:r>
              <a:rPr lang="en-US"/>
              <a:t>Restricted | © Siemens 2024 | SHERPA X | Governance Fo</a:t>
            </a:r>
            <a:r>
              <a:rPr lang="en-US">
                <a:solidFill>
                  <a:schemeClr val="tx1"/>
                </a:solidFill>
              </a:rPr>
              <a:t>undation | P2P Indirect X</a:t>
            </a:r>
          </a:p>
        </p:txBody>
      </p:sp>
    </p:spTree>
    <p:extLst>
      <p:ext uri="{BB962C8B-B14F-4D97-AF65-F5344CB8AC3E}">
        <p14:creationId xmlns:p14="http://schemas.microsoft.com/office/powerpoint/2010/main" val="2611265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7F5A-4E02-3DCB-66F1-C1C56E3F51E6}"/>
              </a:ext>
            </a:extLst>
          </p:cNvPr>
          <p:cNvSpPr>
            <a:spLocks noGrp="1"/>
          </p:cNvSpPr>
          <p:nvPr>
            <p:ph type="title"/>
          </p:nvPr>
        </p:nvSpPr>
        <p:spPr/>
        <p:txBody>
          <a:bodyPr/>
          <a:lstStyle/>
          <a:p>
            <a:r>
              <a:rPr lang="en-US">
                <a:cs typeface="Arial"/>
              </a:rPr>
              <a:t>OCI Punchout Process Steps (1/2)</a:t>
            </a:r>
            <a:endParaRPr lang="en-US"/>
          </a:p>
        </p:txBody>
      </p:sp>
      <p:sp>
        <p:nvSpPr>
          <p:cNvPr id="3" name="Footer Placeholder 2">
            <a:extLst>
              <a:ext uri="{FF2B5EF4-FFF2-40B4-BE49-F238E27FC236}">
                <a16:creationId xmlns:a16="http://schemas.microsoft.com/office/drawing/2014/main" id="{F3AF7A37-71F3-D081-4941-CB288E7CE265}"/>
              </a:ext>
            </a:extLst>
          </p:cNvPr>
          <p:cNvSpPr>
            <a:spLocks noGrp="1"/>
          </p:cNvSpPr>
          <p:nvPr>
            <p:ph type="ftr" sz="quarter" idx="10"/>
          </p:nvPr>
        </p:nvSpPr>
        <p:spPr/>
        <p:txBody>
          <a:bodyPr/>
          <a:lstStyle/>
          <a:p>
            <a:pPr>
              <a:lnSpc>
                <a:spcPct val="100000"/>
              </a:lnSpc>
            </a:pPr>
            <a:r>
              <a:rPr lang="en-US"/>
              <a:t>Restricted | © Siemens 2024 | SHERPA X | Governance Foundation | P2P Indirect X</a:t>
            </a:r>
          </a:p>
        </p:txBody>
      </p:sp>
      <p:sp>
        <p:nvSpPr>
          <p:cNvPr id="4" name="Slide Number Placeholder 3">
            <a:extLst>
              <a:ext uri="{FF2B5EF4-FFF2-40B4-BE49-F238E27FC236}">
                <a16:creationId xmlns:a16="http://schemas.microsoft.com/office/drawing/2014/main" id="{C438C40F-494C-90E1-3DFD-DDC049ADAF01}"/>
              </a:ext>
            </a:extLst>
          </p:cNvPr>
          <p:cNvSpPr>
            <a:spLocks noGrp="1"/>
          </p:cNvSpPr>
          <p:nvPr>
            <p:ph type="sldNum" sz="quarter" idx="11"/>
          </p:nvPr>
        </p:nvSpPr>
        <p:spPr/>
        <p:txBody>
          <a:bodyPr/>
          <a:lstStyle/>
          <a:p>
            <a:r>
              <a:rPr lang="en-US"/>
              <a:t>Page </a:t>
            </a:r>
            <a:fld id="{15EBE321-CBB1-4E91-BD14-37C8D44326FB}" type="slidenum">
              <a:rPr lang="en-US" smtClean="0"/>
              <a:pPr/>
              <a:t>21</a:t>
            </a:fld>
            <a:endParaRPr lang="en-US"/>
          </a:p>
        </p:txBody>
      </p:sp>
      <p:pic>
        <p:nvPicPr>
          <p:cNvPr id="7" name="Picture 6" descr="Screens screenshot of a computer&#10;&#10;Description automatically generated">
            <a:extLst>
              <a:ext uri="{FF2B5EF4-FFF2-40B4-BE49-F238E27FC236}">
                <a16:creationId xmlns:a16="http://schemas.microsoft.com/office/drawing/2014/main" id="{56409DBE-53D0-1AAA-1132-4217222A1F73}"/>
              </a:ext>
            </a:extLst>
          </p:cNvPr>
          <p:cNvPicPr>
            <a:picLocks noChangeAspect="1"/>
          </p:cNvPicPr>
          <p:nvPr/>
        </p:nvPicPr>
        <p:blipFill>
          <a:blip r:embed="rId3"/>
          <a:stretch>
            <a:fillRect/>
          </a:stretch>
        </p:blipFill>
        <p:spPr>
          <a:xfrm>
            <a:off x="410401" y="1642314"/>
            <a:ext cx="7984808" cy="3573370"/>
          </a:xfrm>
          <a:prstGeom prst="rect">
            <a:avLst/>
          </a:prstGeom>
        </p:spPr>
      </p:pic>
      <p:sp>
        <p:nvSpPr>
          <p:cNvPr id="6" name="TextBox 5">
            <a:extLst>
              <a:ext uri="{FF2B5EF4-FFF2-40B4-BE49-F238E27FC236}">
                <a16:creationId xmlns:a16="http://schemas.microsoft.com/office/drawing/2014/main" id="{4B999477-0267-724B-39E4-957CA5A20142}"/>
              </a:ext>
            </a:extLst>
          </p:cNvPr>
          <p:cNvSpPr txBox="1"/>
          <p:nvPr/>
        </p:nvSpPr>
        <p:spPr>
          <a:xfrm>
            <a:off x="8456266" y="1582341"/>
            <a:ext cx="3325333" cy="3693319"/>
          </a:xfrm>
          <a:prstGeom prst="rect">
            <a:avLst/>
          </a:prstGeom>
          <a:noFill/>
        </p:spPr>
        <p:txBody>
          <a:bodyPr wrap="square">
            <a:spAutoFit/>
          </a:bodyPr>
          <a:lstStyle/>
          <a:p>
            <a:pPr marL="342900" lvl="0" indent="-342900">
              <a:buFont typeface="+mj-lt"/>
              <a:buAutoNum type="arabicPeriod"/>
            </a:pPr>
            <a:r>
              <a:rPr lang="en-US"/>
              <a:t>Go to manage Purchase Requisition Professional Fiori app</a:t>
            </a:r>
            <a:endParaRPr lang="en-DE"/>
          </a:p>
          <a:p>
            <a:pPr marL="342900" lvl="0" indent="-342900">
              <a:buFont typeface="+mj-lt"/>
              <a:buAutoNum type="arabicPeriod"/>
            </a:pPr>
            <a:r>
              <a:rPr lang="en-US"/>
              <a:t>Click on create.</a:t>
            </a:r>
            <a:endParaRPr lang="en-DE"/>
          </a:p>
          <a:p>
            <a:pPr marL="342900" lvl="0" indent="-342900">
              <a:buFont typeface="+mj-lt"/>
              <a:buAutoNum type="arabicPeriod"/>
            </a:pPr>
            <a:r>
              <a:rPr lang="en-US"/>
              <a:t>Click on create at line-item level</a:t>
            </a:r>
            <a:endParaRPr lang="en-DE"/>
          </a:p>
          <a:p>
            <a:pPr marL="342900" lvl="0" indent="-342900">
              <a:buFont typeface="+mj-lt"/>
              <a:buAutoNum type="arabicPeriod"/>
            </a:pPr>
            <a:r>
              <a:rPr lang="en-US"/>
              <a:t>Select Items from  external catalogs.</a:t>
            </a:r>
            <a:endParaRPr lang="en-DE"/>
          </a:p>
          <a:p>
            <a:pPr marL="342900" lvl="0" indent="-342900">
              <a:buFont typeface="+mj-lt"/>
              <a:buAutoNum type="arabicPeriod"/>
            </a:pPr>
            <a:r>
              <a:rPr lang="en-US"/>
              <a:t>Choose relevant </a:t>
            </a:r>
            <a:r>
              <a:rPr lang="en-US" err="1"/>
              <a:t>myMall</a:t>
            </a:r>
            <a:r>
              <a:rPr lang="en-US"/>
              <a:t> webservice</a:t>
            </a:r>
          </a:p>
          <a:p>
            <a:pPr marL="342900" lvl="0" indent="-342900">
              <a:buFont typeface="+mj-lt"/>
              <a:buAutoNum type="arabicPeriod"/>
            </a:pPr>
            <a:r>
              <a:rPr lang="en-US"/>
              <a:t>Choose the item from available catalog items.</a:t>
            </a:r>
            <a:endParaRPr lang="en-DE"/>
          </a:p>
          <a:p>
            <a:pPr marL="342900" lvl="0" indent="-342900">
              <a:buFont typeface="+mj-lt"/>
              <a:buAutoNum type="arabicPeriod"/>
            </a:pPr>
            <a:r>
              <a:rPr lang="en-US"/>
              <a:t>Finalize shopping basket</a:t>
            </a:r>
            <a:endParaRPr lang="en-DE"/>
          </a:p>
        </p:txBody>
      </p:sp>
      <p:pic>
        <p:nvPicPr>
          <p:cNvPr id="8" name="Picture 7">
            <a:extLst>
              <a:ext uri="{FF2B5EF4-FFF2-40B4-BE49-F238E27FC236}">
                <a16:creationId xmlns:a16="http://schemas.microsoft.com/office/drawing/2014/main" id="{41256860-E8AE-1518-FD04-327EF87B0444}"/>
              </a:ext>
            </a:extLst>
          </p:cNvPr>
          <p:cNvPicPr>
            <a:picLocks noChangeAspect="1"/>
          </p:cNvPicPr>
          <p:nvPr/>
        </p:nvPicPr>
        <p:blipFill>
          <a:blip r:embed="rId4"/>
          <a:stretch>
            <a:fillRect/>
          </a:stretch>
        </p:blipFill>
        <p:spPr>
          <a:xfrm>
            <a:off x="5552100" y="3837292"/>
            <a:ext cx="2752663" cy="1225038"/>
          </a:xfrm>
          <a:prstGeom prst="rect">
            <a:avLst/>
          </a:prstGeom>
        </p:spPr>
      </p:pic>
      <p:pic>
        <p:nvPicPr>
          <p:cNvPr id="10" name="Picture 9">
            <a:extLst>
              <a:ext uri="{FF2B5EF4-FFF2-40B4-BE49-F238E27FC236}">
                <a16:creationId xmlns:a16="http://schemas.microsoft.com/office/drawing/2014/main" id="{BE3F59BB-F522-DBFD-041D-7F98E7030ED5}"/>
              </a:ext>
            </a:extLst>
          </p:cNvPr>
          <p:cNvPicPr>
            <a:picLocks noChangeAspect="1"/>
          </p:cNvPicPr>
          <p:nvPr/>
        </p:nvPicPr>
        <p:blipFill>
          <a:blip r:embed="rId5"/>
          <a:stretch>
            <a:fillRect/>
          </a:stretch>
        </p:blipFill>
        <p:spPr>
          <a:xfrm>
            <a:off x="5667160" y="4543251"/>
            <a:ext cx="329449" cy="315431"/>
          </a:xfrm>
          <a:prstGeom prst="rect">
            <a:avLst/>
          </a:prstGeom>
        </p:spPr>
      </p:pic>
      <p:sp>
        <p:nvSpPr>
          <p:cNvPr id="11" name="TextBox 10">
            <a:extLst>
              <a:ext uri="{FF2B5EF4-FFF2-40B4-BE49-F238E27FC236}">
                <a16:creationId xmlns:a16="http://schemas.microsoft.com/office/drawing/2014/main" id="{668E6484-373A-51B2-DA96-CE33C73A9C4D}"/>
              </a:ext>
            </a:extLst>
          </p:cNvPr>
          <p:cNvSpPr txBox="1"/>
          <p:nvPr/>
        </p:nvSpPr>
        <p:spPr>
          <a:xfrm rot="1142013">
            <a:off x="8764078" y="628301"/>
            <a:ext cx="3136042" cy="276999"/>
          </a:xfrm>
          <a:prstGeom prst="rect">
            <a:avLst/>
          </a:prstGeom>
          <a:solidFill>
            <a:srgbClr val="FF9000"/>
          </a:solidFill>
        </p:spPr>
        <p:txBody>
          <a:bodyPr wrap="square" lIns="0" tIns="0" rIns="0" bIns="0" rtlCol="0">
            <a:spAutoFit/>
          </a:bodyPr>
          <a:lstStyle/>
          <a:p>
            <a:pPr algn="l"/>
            <a:r>
              <a:rPr lang="en-US"/>
              <a:t>Updated on 27.01 by Ajit</a:t>
            </a:r>
            <a:endParaRPr lang="en-DE"/>
          </a:p>
        </p:txBody>
      </p:sp>
      <p:sp>
        <p:nvSpPr>
          <p:cNvPr id="12" name="TextBox 11">
            <a:extLst>
              <a:ext uri="{FF2B5EF4-FFF2-40B4-BE49-F238E27FC236}">
                <a16:creationId xmlns:a16="http://schemas.microsoft.com/office/drawing/2014/main" id="{02C5C923-45BE-B29D-8E86-8FF9C848BA5B}"/>
              </a:ext>
            </a:extLst>
          </p:cNvPr>
          <p:cNvSpPr txBox="1"/>
          <p:nvPr/>
        </p:nvSpPr>
        <p:spPr>
          <a:xfrm>
            <a:off x="622851" y="5616823"/>
            <a:ext cx="11370367" cy="276999"/>
          </a:xfrm>
          <a:prstGeom prst="rect">
            <a:avLst/>
          </a:prstGeom>
          <a:noFill/>
        </p:spPr>
        <p:txBody>
          <a:bodyPr wrap="square" lIns="0" tIns="0" rIns="0" bIns="0" rtlCol="0">
            <a:spAutoFit/>
          </a:bodyPr>
          <a:lstStyle/>
          <a:p>
            <a:pPr marL="285750" indent="-285750" algn="l">
              <a:buFont typeface="Wingdings" panose="05000000000000000000" pitchFamily="2" charset="2"/>
              <a:buChar char="ü"/>
            </a:pPr>
            <a:r>
              <a:rPr lang="en-US" b="1" i="0" u="none" strike="noStrike">
                <a:effectLst/>
              </a:rPr>
              <a:t>Special OCI Role</a:t>
            </a:r>
            <a:r>
              <a:rPr lang="en-US"/>
              <a:t> will be assigned to </a:t>
            </a:r>
            <a:r>
              <a:rPr lang="en-US" b="0" i="0" u="none" strike="noStrike">
                <a:effectLst/>
              </a:rPr>
              <a:t>requisitioner role to control the visibility of webservice</a:t>
            </a:r>
            <a:r>
              <a:rPr lang="en-US" sz="1600">
                <a:latin typeface="Calibri" panose="020F0502020204030204" pitchFamily="34" charset="0"/>
              </a:rPr>
              <a:t> based on AUN.</a:t>
            </a:r>
          </a:p>
        </p:txBody>
      </p:sp>
    </p:spTree>
    <p:extLst>
      <p:ext uri="{BB962C8B-B14F-4D97-AF65-F5344CB8AC3E}">
        <p14:creationId xmlns:p14="http://schemas.microsoft.com/office/powerpoint/2010/main" val="1198309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AE223-ED3C-BB47-DC3F-761FC86AE7DA}"/>
              </a:ext>
            </a:extLst>
          </p:cNvPr>
          <p:cNvSpPr>
            <a:spLocks noGrp="1"/>
          </p:cNvSpPr>
          <p:nvPr>
            <p:ph type="title"/>
          </p:nvPr>
        </p:nvSpPr>
        <p:spPr/>
        <p:txBody>
          <a:bodyPr/>
          <a:lstStyle/>
          <a:p>
            <a:r>
              <a:rPr lang="en-US">
                <a:cs typeface="Arial"/>
              </a:rPr>
              <a:t>OCI Punchout Process Steps (2/2)</a:t>
            </a:r>
            <a:endParaRPr lang="en-DE"/>
          </a:p>
        </p:txBody>
      </p:sp>
      <p:sp>
        <p:nvSpPr>
          <p:cNvPr id="4" name="Slide Number Placeholder 3">
            <a:extLst>
              <a:ext uri="{FF2B5EF4-FFF2-40B4-BE49-F238E27FC236}">
                <a16:creationId xmlns:a16="http://schemas.microsoft.com/office/drawing/2014/main" id="{E968847D-7BC1-534F-66FB-45CD7B5CB450}"/>
              </a:ext>
            </a:extLst>
          </p:cNvPr>
          <p:cNvSpPr>
            <a:spLocks noGrp="1"/>
          </p:cNvSpPr>
          <p:nvPr>
            <p:ph type="sldNum" sz="quarter" idx="11"/>
          </p:nvPr>
        </p:nvSpPr>
        <p:spPr/>
        <p:txBody>
          <a:bodyPr/>
          <a:lstStyle/>
          <a:p>
            <a:r>
              <a:rPr lang="en-US"/>
              <a:t>Page </a:t>
            </a:r>
            <a:fld id="{15EBE321-CBB1-4E91-BD14-37C8D44326FB}" type="slidenum">
              <a:rPr lang="en-US" smtClean="0"/>
              <a:pPr/>
              <a:t>22</a:t>
            </a:fld>
            <a:endParaRPr lang="en-US"/>
          </a:p>
        </p:txBody>
      </p:sp>
      <p:pic>
        <p:nvPicPr>
          <p:cNvPr id="6" name="Picture 5">
            <a:extLst>
              <a:ext uri="{FF2B5EF4-FFF2-40B4-BE49-F238E27FC236}">
                <a16:creationId xmlns:a16="http://schemas.microsoft.com/office/drawing/2014/main" id="{530FF062-415A-A626-43C8-33A7D012DEE1}"/>
              </a:ext>
            </a:extLst>
          </p:cNvPr>
          <p:cNvPicPr>
            <a:picLocks noChangeAspect="1"/>
          </p:cNvPicPr>
          <p:nvPr/>
        </p:nvPicPr>
        <p:blipFill>
          <a:blip r:embed="rId2"/>
          <a:stretch>
            <a:fillRect/>
          </a:stretch>
        </p:blipFill>
        <p:spPr>
          <a:xfrm>
            <a:off x="357528" y="1427585"/>
            <a:ext cx="11454936" cy="4502098"/>
          </a:xfrm>
          <a:prstGeom prst="rect">
            <a:avLst/>
          </a:prstGeom>
        </p:spPr>
      </p:pic>
      <p:sp>
        <p:nvSpPr>
          <p:cNvPr id="5" name="Footer Placeholder 2">
            <a:extLst>
              <a:ext uri="{FF2B5EF4-FFF2-40B4-BE49-F238E27FC236}">
                <a16:creationId xmlns:a16="http://schemas.microsoft.com/office/drawing/2014/main" id="{8D99E5D4-925B-C4B6-ADEC-D1BA51419851}"/>
              </a:ext>
            </a:extLst>
          </p:cNvPr>
          <p:cNvSpPr>
            <a:spLocks noGrp="1"/>
          </p:cNvSpPr>
          <p:nvPr>
            <p:ph type="ftr" sz="quarter" idx="10"/>
          </p:nvPr>
        </p:nvSpPr>
        <p:spPr>
          <a:xfrm>
            <a:off x="1059160" y="6310800"/>
            <a:ext cx="9216000" cy="547200"/>
          </a:xfrm>
        </p:spPr>
        <p:txBody>
          <a:bodyPr/>
          <a:lstStyle/>
          <a:p>
            <a:pPr>
              <a:lnSpc>
                <a:spcPct val="100000"/>
              </a:lnSpc>
            </a:pPr>
            <a:r>
              <a:rPr lang="en-US"/>
              <a:t>Restricted | © Siemens 2024 | SHERPA X | Governance Foundation | P2P Indirect X</a:t>
            </a:r>
          </a:p>
        </p:txBody>
      </p:sp>
      <p:pic>
        <p:nvPicPr>
          <p:cNvPr id="3" name="Picture 2" descr="A blue and black square with white text&#10;&#10;Description automatically generated">
            <a:extLst>
              <a:ext uri="{FF2B5EF4-FFF2-40B4-BE49-F238E27FC236}">
                <a16:creationId xmlns:a16="http://schemas.microsoft.com/office/drawing/2014/main" id="{FEB915AC-50B0-6C7D-E7CE-C0EE7061C3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974614" y="486113"/>
            <a:ext cx="1808231" cy="1055177"/>
          </a:xfrm>
          <a:prstGeom prst="rect">
            <a:avLst/>
          </a:prstGeom>
        </p:spPr>
      </p:pic>
      <p:sp>
        <p:nvSpPr>
          <p:cNvPr id="7" name="TextBox 6">
            <a:extLst>
              <a:ext uri="{FF2B5EF4-FFF2-40B4-BE49-F238E27FC236}">
                <a16:creationId xmlns:a16="http://schemas.microsoft.com/office/drawing/2014/main" id="{E111ECBC-BD2F-45C7-2DB4-B0951045A878}"/>
              </a:ext>
            </a:extLst>
          </p:cNvPr>
          <p:cNvSpPr txBox="1"/>
          <p:nvPr/>
        </p:nvSpPr>
        <p:spPr>
          <a:xfrm rot="1142013">
            <a:off x="8995992" y="875201"/>
            <a:ext cx="3136042" cy="276999"/>
          </a:xfrm>
          <a:prstGeom prst="rect">
            <a:avLst/>
          </a:prstGeom>
          <a:solidFill>
            <a:srgbClr val="FF9000"/>
          </a:solidFill>
        </p:spPr>
        <p:txBody>
          <a:bodyPr wrap="square" lIns="0" tIns="0" rIns="0" bIns="0" rtlCol="0">
            <a:spAutoFit/>
          </a:bodyPr>
          <a:lstStyle/>
          <a:p>
            <a:pPr algn="l"/>
            <a:r>
              <a:rPr lang="en-US"/>
              <a:t>Updated on 27.01 by Ajit</a:t>
            </a:r>
            <a:endParaRPr lang="en-DE"/>
          </a:p>
        </p:txBody>
      </p:sp>
    </p:spTree>
    <p:extLst>
      <p:ext uri="{BB962C8B-B14F-4D97-AF65-F5344CB8AC3E}">
        <p14:creationId xmlns:p14="http://schemas.microsoft.com/office/powerpoint/2010/main" val="1753401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D71B4-755E-0ED9-6526-67D553CF0A13}"/>
            </a:ext>
          </a:extLst>
        </p:cNvPr>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8267106C-7C4E-1A7F-B5A9-F4F70B66F26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4" name="Object 13" hidden="1">
                        <a:extLst>
                          <a:ext uri="{FF2B5EF4-FFF2-40B4-BE49-F238E27FC236}">
                            <a16:creationId xmlns:a16="http://schemas.microsoft.com/office/drawing/2014/main" id="{8267106C-7C4E-1A7F-B5A9-F4F70B66F26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Inhaltsplatzhalter 2">
            <a:extLst>
              <a:ext uri="{FF2B5EF4-FFF2-40B4-BE49-F238E27FC236}">
                <a16:creationId xmlns:a16="http://schemas.microsoft.com/office/drawing/2014/main" id="{83FF5129-8FE3-D172-C14F-58532B7D5026}"/>
              </a:ext>
            </a:extLst>
          </p:cNvPr>
          <p:cNvSpPr txBox="1">
            <a:spLocks/>
          </p:cNvSpPr>
          <p:nvPr/>
        </p:nvSpPr>
        <p:spPr>
          <a:xfrm>
            <a:off x="4219575" y="1247118"/>
            <a:ext cx="7654373" cy="4960806"/>
          </a:xfrm>
          <a:prstGeom prst="rect">
            <a:avLst/>
          </a:prstGeom>
          <a:solidFill>
            <a:srgbClr val="DFDFD9"/>
          </a:solidFill>
        </p:spPr>
        <p:txBody>
          <a:bodyPr vert="horz" lIns="109728" tIns="109728" rIns="109728" bIns="109728" rtlCol="0" anchor="t">
            <a:noAutofit/>
          </a:bodyPr>
          <a:lstStyle>
            <a:defPPr>
              <a:defRPr lang="en-US"/>
            </a:defPPr>
            <a:lvl1pPr indent="0">
              <a:lnSpc>
                <a:spcPct val="110000"/>
              </a:lnSpc>
              <a:spcBef>
                <a:spcPts val="0"/>
              </a:spcBef>
              <a:spcAft>
                <a:spcPts val="300"/>
              </a:spcAft>
              <a:buFont typeface="Arial" panose="020B0604020202020204" pitchFamily="34" charset="0"/>
              <a:buNone/>
            </a:lvl1pPr>
            <a:lvl2pPr marL="0" lvl="1" indent="0">
              <a:lnSpc>
                <a:spcPct val="110000"/>
              </a:lnSpc>
              <a:spcBef>
                <a:spcPts val="0"/>
              </a:spcBef>
              <a:spcAft>
                <a:spcPts val="300"/>
              </a:spcAft>
              <a:buClr>
                <a:schemeClr val="accent1"/>
              </a:buClr>
              <a:buFont typeface="Arial" panose="020B0604020202020204" pitchFamily="34" charset="0"/>
              <a:buNone/>
              <a:defRPr sz="1400" b="1">
                <a:solidFill>
                  <a:schemeClr val="tx2"/>
                </a:solidFill>
              </a:defRPr>
            </a:lvl2pPr>
            <a:lvl3pPr marL="360000" indent="-180000">
              <a:lnSpc>
                <a:spcPct val="110000"/>
              </a:lnSpc>
              <a:spcBef>
                <a:spcPts val="0"/>
              </a:spcBef>
              <a:spcAft>
                <a:spcPts val="300"/>
              </a:spcAft>
              <a:buClr>
                <a:schemeClr val="accent1"/>
              </a:buClr>
              <a:buFont typeface="Arial" panose="020B0604020202020204" pitchFamily="34" charset="0"/>
              <a:buChar char="•"/>
            </a:lvl3pPr>
            <a:lvl4pPr marL="540000" indent="-180000">
              <a:lnSpc>
                <a:spcPct val="110000"/>
              </a:lnSpc>
              <a:spcBef>
                <a:spcPts val="0"/>
              </a:spcBef>
              <a:spcAft>
                <a:spcPts val="300"/>
              </a:spcAft>
              <a:buClr>
                <a:schemeClr val="accent1"/>
              </a:buClr>
              <a:buFont typeface="Arial" panose="020B0604020202020204" pitchFamily="34" charset="0"/>
              <a:buChar char="•"/>
            </a:lvl4pPr>
            <a:lvl5pPr marL="720000" indent="-180000">
              <a:lnSpc>
                <a:spcPct val="110000"/>
              </a:lnSpc>
              <a:spcBef>
                <a:spcPts val="0"/>
              </a:spcBef>
              <a:spcAft>
                <a:spcPts val="300"/>
              </a:spcAft>
              <a:buClr>
                <a:schemeClr val="accent1"/>
              </a:buClr>
              <a:buFont typeface="Arial" panose="020B0604020202020204" pitchFamily="34" charset="0"/>
              <a:buChar char="•"/>
            </a:lvl5pPr>
            <a:lvl6pPr marL="900000" indent="-180000">
              <a:lnSpc>
                <a:spcPct val="110000"/>
              </a:lnSpc>
              <a:spcBef>
                <a:spcPts val="0"/>
              </a:spcBef>
              <a:spcAft>
                <a:spcPts val="300"/>
              </a:spcAft>
              <a:buClr>
                <a:schemeClr val="accent1"/>
              </a:buClr>
              <a:buFont typeface="Arial" panose="020B0604020202020204" pitchFamily="34" charset="0"/>
              <a:buChar char="•"/>
            </a:lvl6pPr>
            <a:lvl7pPr marL="1080000" indent="-180000">
              <a:lnSpc>
                <a:spcPct val="110000"/>
              </a:lnSpc>
              <a:spcBef>
                <a:spcPts val="0"/>
              </a:spcBef>
              <a:spcAft>
                <a:spcPts val="300"/>
              </a:spcAft>
              <a:buClr>
                <a:schemeClr val="accent1"/>
              </a:buClr>
              <a:buFont typeface="Arial" panose="020B0604020202020204" pitchFamily="34" charset="0"/>
              <a:buChar char="•"/>
            </a:lvl7pPr>
            <a:lvl8pPr marL="1260000" indent="-180000">
              <a:lnSpc>
                <a:spcPct val="110000"/>
              </a:lnSpc>
              <a:spcBef>
                <a:spcPts val="0"/>
              </a:spcBef>
              <a:spcAft>
                <a:spcPts val="300"/>
              </a:spcAft>
              <a:buClr>
                <a:schemeClr val="accent1"/>
              </a:buClr>
              <a:buFont typeface="Arial" panose="020B0604020202020204" pitchFamily="34" charset="0"/>
              <a:buChar char="•"/>
            </a:lvl8pPr>
            <a:lvl9pPr marL="1440000" indent="-180000">
              <a:lnSpc>
                <a:spcPct val="110000"/>
              </a:lnSpc>
              <a:spcBef>
                <a:spcPts val="0"/>
              </a:spcBef>
              <a:spcAft>
                <a:spcPts val="300"/>
              </a:spcAft>
              <a:buClr>
                <a:schemeClr val="accent1"/>
              </a:buClr>
              <a:buFont typeface="Arial" panose="020B0604020202020204" pitchFamily="34" charset="0"/>
              <a:buChar char="•"/>
            </a:lvl9pPr>
          </a:lstStyle>
          <a:p>
            <a:pPr marL="0" marR="0" lvl="0" indent="0" algn="l" defTabSz="914400" rtl="0" eaLnBrk="1" fontAlgn="auto" latinLnBrk="0" hangingPunct="1">
              <a:lnSpc>
                <a:spcPct val="110000"/>
              </a:lnSpc>
              <a:spcBef>
                <a:spcPts val="0"/>
              </a:spcBef>
              <a:spcAft>
                <a:spcPts val="300"/>
              </a:spcAft>
              <a:buClrTx/>
              <a:buSzTx/>
              <a:buFont typeface="Arial" panose="020B0604020202020204" pitchFamily="34" charset="0"/>
              <a:buNone/>
              <a:tabLst/>
              <a:defRPr/>
            </a:pPr>
            <a:r>
              <a:rPr kumimoji="0" lang="en-US" sz="1800" b="1" i="0" u="none" strike="noStrike" kern="1200" cap="none" spc="0" normalizeH="0" baseline="0" noProof="0">
                <a:ln>
                  <a:noFill/>
                </a:ln>
                <a:solidFill>
                  <a:srgbClr val="000028"/>
                </a:solidFill>
                <a:effectLst/>
                <a:uLnTx/>
                <a:uFillTx/>
                <a:latin typeface="Arial"/>
                <a:ea typeface="+mn-ea"/>
                <a:cs typeface="+mn-cs"/>
              </a:rPr>
              <a:t>Details</a:t>
            </a:r>
            <a:endParaRPr kumimoji="0" lang="en-US" sz="1800" b="0" i="0" u="none" strike="noStrike" kern="1200" cap="none" spc="0" normalizeH="0" baseline="0" noProof="0">
              <a:ln>
                <a:noFill/>
              </a:ln>
              <a:solidFill>
                <a:srgbClr val="000028"/>
              </a:solidFill>
              <a:effectLst/>
              <a:uLnTx/>
              <a:uFillTx/>
              <a:latin typeface="Arial"/>
              <a:ea typeface="+mn-ea"/>
              <a:cs typeface="+mn-cs"/>
            </a:endParaRPr>
          </a:p>
        </p:txBody>
      </p:sp>
      <p:sp>
        <p:nvSpPr>
          <p:cNvPr id="25" name="Titel 24">
            <a:extLst>
              <a:ext uri="{FF2B5EF4-FFF2-40B4-BE49-F238E27FC236}">
                <a16:creationId xmlns:a16="http://schemas.microsoft.com/office/drawing/2014/main" id="{A3BB09F4-CE87-1D11-245F-A3709EA9F90A}"/>
              </a:ext>
            </a:extLst>
          </p:cNvPr>
          <p:cNvSpPr>
            <a:spLocks noGrp="1"/>
          </p:cNvSpPr>
          <p:nvPr>
            <p:ph type="title"/>
          </p:nvPr>
        </p:nvSpPr>
        <p:spPr>
          <a:xfrm>
            <a:off x="410400" y="478800"/>
            <a:ext cx="10383445" cy="576000"/>
          </a:xfrm>
        </p:spPr>
        <p:txBody>
          <a:bodyPr/>
          <a:lstStyle/>
          <a:p>
            <a:endParaRPr lang="en-US"/>
          </a:p>
        </p:txBody>
      </p:sp>
      <p:sp>
        <p:nvSpPr>
          <p:cNvPr id="21" name="NavigationTriangle">
            <a:extLst>
              <a:ext uri="{FF2B5EF4-FFF2-40B4-BE49-F238E27FC236}">
                <a16:creationId xmlns:a16="http://schemas.microsoft.com/office/drawing/2014/main" id="{05ADFC48-00D2-7FAC-EBD1-05DCDF1D8631}"/>
              </a:ext>
            </a:extLst>
          </p:cNvPr>
          <p:cNvSpPr/>
          <p:nvPr/>
        </p:nvSpPr>
        <p:spPr>
          <a:xfrm rot="10800000">
            <a:off x="0" y="0"/>
            <a:ext cx="796833" cy="829249"/>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3BD78731-8C3B-41DB-21C1-E9FE5F364BF9}"/>
              </a:ext>
            </a:extLst>
          </p:cNvPr>
          <p:cNvSpPr/>
          <p:nvPr/>
        </p:nvSpPr>
        <p:spPr>
          <a:xfrm>
            <a:off x="4059580" y="489636"/>
            <a:ext cx="6734265" cy="649480"/>
          </a:xfrm>
          <a:prstGeom prst="rect">
            <a:avLst/>
          </a:prstGeom>
          <a:noFill/>
          <a:ln w="38100" cap="flat" cmpd="sng" algn="ctr">
            <a:solidFill>
              <a:srgbClr val="009999"/>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chorCtr="0">
            <a:noAutofit/>
          </a:bodyPr>
          <a:lstStyle/>
          <a:p>
            <a:pPr marL="26670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a:ea typeface="+mn-ea"/>
                <a:cs typeface="+mn-cs"/>
              </a:rPr>
              <a:t>Create Purchase Order (PO) in S4P</a:t>
            </a:r>
          </a:p>
        </p:txBody>
      </p:sp>
      <p:sp>
        <p:nvSpPr>
          <p:cNvPr id="17" name="Rectangle 8">
            <a:extLst>
              <a:ext uri="{FF2B5EF4-FFF2-40B4-BE49-F238E27FC236}">
                <a16:creationId xmlns:a16="http://schemas.microsoft.com/office/drawing/2014/main" id="{ADA16940-1282-B9C7-A156-133B6C38C0EA}"/>
              </a:ext>
            </a:extLst>
          </p:cNvPr>
          <p:cNvSpPr/>
          <p:nvPr/>
        </p:nvSpPr>
        <p:spPr>
          <a:xfrm>
            <a:off x="431502" y="1344765"/>
            <a:ext cx="3219451" cy="276999"/>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rial"/>
                <a:ea typeface="+mn-ea"/>
                <a:cs typeface="+mn-cs"/>
              </a:rPr>
              <a:t>Feature Abstract &amp; Rationale</a:t>
            </a:r>
            <a:endParaRPr kumimoji="0" lang="en-US" sz="1800" b="1" i="0" u="none" strike="noStrike" kern="1200" cap="none" spc="0" normalizeH="0" baseline="0" noProof="0">
              <a:ln>
                <a:noFill/>
              </a:ln>
              <a:solidFill>
                <a:prstClr val="white"/>
              </a:solidFill>
              <a:effectLst/>
              <a:uLnTx/>
              <a:uFillTx/>
              <a:latin typeface="Arial"/>
              <a:ea typeface="+mn-ea"/>
              <a:cs typeface="Arial"/>
            </a:endParaRPr>
          </a:p>
        </p:txBody>
      </p:sp>
      <p:cxnSp>
        <p:nvCxnSpPr>
          <p:cNvPr id="52" name="Straight Connector 5">
            <a:extLst>
              <a:ext uri="{FF2B5EF4-FFF2-40B4-BE49-F238E27FC236}">
                <a16:creationId xmlns:a16="http://schemas.microsoft.com/office/drawing/2014/main" id="{8896B7D1-CFB6-267A-833F-FE64D332B397}"/>
              </a:ext>
            </a:extLst>
          </p:cNvPr>
          <p:cNvCxnSpPr>
            <a:cxnSpLocks/>
          </p:cNvCxnSpPr>
          <p:nvPr/>
        </p:nvCxnSpPr>
        <p:spPr>
          <a:xfrm>
            <a:off x="410400" y="1623613"/>
            <a:ext cx="3471182" cy="0"/>
          </a:xfrm>
          <a:prstGeom prst="line">
            <a:avLst/>
          </a:prstGeom>
          <a:ln w="19050" cap="flat" cmpd="sng" algn="ctr">
            <a:solidFill>
              <a:schemeClr val="bg1"/>
            </a:solidFill>
            <a:prstDash val="solid"/>
            <a:round/>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68" name="Rectangle 3">
            <a:extLst>
              <a:ext uri="{FF2B5EF4-FFF2-40B4-BE49-F238E27FC236}">
                <a16:creationId xmlns:a16="http://schemas.microsoft.com/office/drawing/2014/main" id="{0770EB8E-0DDB-FB8F-E06A-9625B9A1A876}"/>
              </a:ext>
            </a:extLst>
          </p:cNvPr>
          <p:cNvSpPr/>
          <p:nvPr/>
        </p:nvSpPr>
        <p:spPr>
          <a:xfrm>
            <a:off x="410399" y="1623613"/>
            <a:ext cx="3542475" cy="3219343"/>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109728" rIns="0" bIns="0" rtlCol="0" anchor="t"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19380" marR="0" lvl="1" indent="-11938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rPr>
              <a:t>Purchaser receives PR, verifies it and creates the PO.</a:t>
            </a:r>
            <a:endParaRPr lang="en-US">
              <a:solidFill>
                <a:prstClr val="white"/>
              </a:solidFill>
              <a:ea typeface="+mn-ea"/>
              <a:cs typeface="+mn-cs"/>
            </a:endParaRPr>
          </a:p>
          <a:p>
            <a:pPr marL="119380" marR="0" lvl="1" indent="-11938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lang="en-US" sz="1600">
                <a:solidFill>
                  <a:prstClr val="white"/>
                </a:solidFill>
                <a:latin typeface="Arial"/>
              </a:rPr>
              <a:t>When PO is complete the Purchaser acknowledges the PO, and the PO approval process will start.</a:t>
            </a:r>
            <a:endParaRPr lang="en-US" sz="1600">
              <a:solidFill>
                <a:prstClr val="white"/>
              </a:solidFill>
              <a:latin typeface="Arial"/>
              <a:cs typeface="Arial"/>
            </a:endParaRPr>
          </a:p>
          <a:p>
            <a:pPr marL="119380" lvl="1" indent="-119380">
              <a:spcBef>
                <a:spcPts val="300"/>
              </a:spcBef>
              <a:spcAft>
                <a:spcPct val="0"/>
              </a:spcAft>
              <a:buClr>
                <a:srgbClr val="009999"/>
              </a:buClr>
              <a:buFont typeface="Arial" panose="020B0604020202020204" pitchFamily="34" charset="0"/>
              <a:buChar char="•"/>
              <a:defRPr/>
            </a:pPr>
            <a:r>
              <a:rPr kumimoji="0" lang="en-US" sz="1600" b="0" i="0" u="none" strike="noStrike" kern="1200" cap="none" spc="0" normalizeH="0" baseline="0" noProof="0">
                <a:ln>
                  <a:noFill/>
                </a:ln>
                <a:solidFill>
                  <a:prstClr val="white"/>
                </a:solidFill>
                <a:effectLst/>
                <a:uLnTx/>
                <a:uFillTx/>
                <a:latin typeface="Arial"/>
                <a:ea typeface="+mn-ea"/>
                <a:cs typeface="+mn-cs"/>
              </a:rPr>
              <a:t>For POs above </a:t>
            </a:r>
            <a:r>
              <a:rPr lang="en-US" sz="1600">
                <a:solidFill>
                  <a:prstClr val="white"/>
                </a:solidFill>
                <a:latin typeface="Arial"/>
              </a:rPr>
              <a:t>50 </a:t>
            </a:r>
            <a:r>
              <a:rPr lang="en-US" sz="1600" err="1">
                <a:solidFill>
                  <a:prstClr val="white"/>
                </a:solidFill>
                <a:latin typeface="Arial"/>
              </a:rPr>
              <a:t>kEUR</a:t>
            </a:r>
            <a:r>
              <a:rPr kumimoji="0" lang="en-US" sz="1600" b="0" i="0" u="none" strike="noStrike" kern="1200" cap="none" spc="0" normalizeH="0" baseline="0" noProof="0">
                <a:ln>
                  <a:noFill/>
                </a:ln>
                <a:solidFill>
                  <a:prstClr val="white"/>
                </a:solidFill>
                <a:effectLst/>
                <a:uLnTx/>
                <a:uFillTx/>
                <a:latin typeface="Arial"/>
                <a:ea typeface="+mn-ea"/>
                <a:cs typeface="+mn-cs"/>
              </a:rPr>
              <a:t> an additional step of a Procurement Expert check and confirmation is required before the approval can be performed by the Approver(s).</a:t>
            </a:r>
            <a:endParaRPr lang="en-US" sz="1600" b="0" i="0" u="none" strike="noStrike" kern="1200" cap="none" spc="0" normalizeH="0" baseline="0" noProof="0">
              <a:ln>
                <a:noFill/>
              </a:ln>
              <a:solidFill>
                <a:prstClr val="white"/>
              </a:solidFill>
              <a:effectLst/>
              <a:uLnTx/>
              <a:uFillTx/>
              <a:latin typeface="Arial"/>
              <a:cs typeface="Arial"/>
            </a:endParaRPr>
          </a:p>
          <a:p>
            <a:pPr marL="119380" marR="0" lvl="1" indent="-11938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endParaRPr lang="en-US" sz="1600" b="0" i="0" u="none" strike="noStrike" kern="1200" cap="none" spc="0" normalizeH="0" baseline="0" noProof="0">
              <a:ln>
                <a:noFill/>
              </a:ln>
              <a:solidFill>
                <a:prstClr val="white"/>
              </a:solidFill>
              <a:effectLst/>
              <a:uLnTx/>
              <a:uFillTx/>
              <a:latin typeface="Arial"/>
              <a:cs typeface="Arial"/>
            </a:endParaRPr>
          </a:p>
          <a:p>
            <a:pPr marL="119380" marR="0" lvl="1" indent="-11938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endParaRPr lang="en-US" sz="1600" b="0" i="0" u="none" strike="noStrike" kern="1200" cap="none" spc="0" normalizeH="0" baseline="0" noProof="0">
              <a:ln>
                <a:noFill/>
              </a:ln>
              <a:solidFill>
                <a:prstClr val="white"/>
              </a:solidFill>
              <a:effectLst/>
              <a:uLnTx/>
              <a:uFillTx/>
              <a:latin typeface="Arial"/>
              <a:cs typeface="Arial"/>
            </a:endParaRPr>
          </a:p>
        </p:txBody>
      </p:sp>
      <p:sp>
        <p:nvSpPr>
          <p:cNvPr id="2" name="Arrow: Pentagon 58">
            <a:extLst>
              <a:ext uri="{FF2B5EF4-FFF2-40B4-BE49-F238E27FC236}">
                <a16:creationId xmlns:a16="http://schemas.microsoft.com/office/drawing/2014/main" id="{8AF90F44-6180-14E2-6DA2-B6F9FA4ED0B4}"/>
              </a:ext>
            </a:extLst>
          </p:cNvPr>
          <p:cNvSpPr/>
          <p:nvPr/>
        </p:nvSpPr>
        <p:spPr>
          <a:xfrm>
            <a:off x="509427" y="489636"/>
            <a:ext cx="3875965" cy="649480"/>
          </a:xfrm>
          <a:prstGeom prst="homePlate">
            <a:avLst>
              <a:gd name="adj" fmla="val 38737"/>
            </a:avLst>
          </a:prstGeom>
          <a:solidFill>
            <a:srgbClr val="009999"/>
          </a:solidFill>
          <a:ln w="1905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457200" tIns="109728" rIns="109728" bIns="109728"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rial"/>
                <a:ea typeface="+mn-ea"/>
                <a:cs typeface="+mn-cs"/>
              </a:rPr>
              <a:t>Purchase Order</a:t>
            </a:r>
          </a:p>
        </p:txBody>
      </p:sp>
      <p:sp>
        <p:nvSpPr>
          <p:cNvPr id="39" name="Rectangle 7">
            <a:extLst>
              <a:ext uri="{FF2B5EF4-FFF2-40B4-BE49-F238E27FC236}">
                <a16:creationId xmlns:a16="http://schemas.microsoft.com/office/drawing/2014/main" id="{491E9CA2-FA79-58FB-C62E-C929D6E28B68}"/>
              </a:ext>
            </a:extLst>
          </p:cNvPr>
          <p:cNvSpPr/>
          <p:nvPr/>
        </p:nvSpPr>
        <p:spPr>
          <a:xfrm>
            <a:off x="4385392" y="1704976"/>
            <a:ext cx="7309501" cy="4389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109728" rIns="109728" bIns="109728"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200" b="1" i="0" u="none" strike="noStrike" kern="1200" cap="none" spc="0" normalizeH="0" baseline="0" noProof="0">
              <a:ln>
                <a:noFill/>
              </a:ln>
              <a:solidFill>
                <a:srgbClr val="000000"/>
              </a:solidFill>
              <a:effectLst/>
              <a:uLnTx/>
              <a:uFillTx/>
              <a:latin typeface="Arial"/>
              <a:ea typeface="+mn-ea"/>
              <a:cs typeface="+mn-cs"/>
            </a:endParaRPr>
          </a:p>
        </p:txBody>
      </p:sp>
      <p:grpSp>
        <p:nvGrpSpPr>
          <p:cNvPr id="5" name="Gruppieren 4">
            <a:extLst>
              <a:ext uri="{FF2B5EF4-FFF2-40B4-BE49-F238E27FC236}">
                <a16:creationId xmlns:a16="http://schemas.microsoft.com/office/drawing/2014/main" id="{79506CED-3039-A356-6A2E-5654DB09561A}"/>
              </a:ext>
            </a:extLst>
          </p:cNvPr>
          <p:cNvGrpSpPr/>
          <p:nvPr/>
        </p:nvGrpSpPr>
        <p:grpSpPr>
          <a:xfrm>
            <a:off x="186665" y="489636"/>
            <a:ext cx="639458" cy="649480"/>
            <a:chOff x="186665" y="489636"/>
            <a:chExt cx="639458" cy="649480"/>
          </a:xfrm>
        </p:grpSpPr>
        <p:sp>
          <p:nvSpPr>
            <p:cNvPr id="6" name="Oval 29">
              <a:extLst>
                <a:ext uri="{FF2B5EF4-FFF2-40B4-BE49-F238E27FC236}">
                  <a16:creationId xmlns:a16="http://schemas.microsoft.com/office/drawing/2014/main" id="{232FDE2B-D794-4B4F-CDCD-94F86FC1B279}"/>
                </a:ext>
              </a:extLst>
            </p:cNvPr>
            <p:cNvSpPr/>
            <p:nvPr/>
          </p:nvSpPr>
          <p:spPr>
            <a:xfrm>
              <a:off x="186665" y="489636"/>
              <a:ext cx="639458" cy="649480"/>
            </a:xfrm>
            <a:prstGeom prst="ellipse">
              <a:avLst/>
            </a:prstGeom>
            <a:solidFill>
              <a:schemeClr val="bg1"/>
            </a:solidFill>
            <a:ln w="3810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grpSp>
          <p:nvGrpSpPr>
            <p:cNvPr id="9" name="bcgIcons_Iceberg ">
              <a:extLst>
                <a:ext uri="{FF2B5EF4-FFF2-40B4-BE49-F238E27FC236}">
                  <a16:creationId xmlns:a16="http://schemas.microsoft.com/office/drawing/2014/main" id="{131B6D3C-8EF6-84B8-4FA3-28BDB8AC394B}"/>
                </a:ext>
              </a:extLst>
            </p:cNvPr>
            <p:cNvGrpSpPr>
              <a:grpSpLocks noChangeAspect="1"/>
            </p:cNvGrpSpPr>
            <p:nvPr/>
          </p:nvGrpSpPr>
          <p:grpSpPr>
            <a:xfrm>
              <a:off x="193456" y="503931"/>
              <a:ext cx="625877" cy="620890"/>
              <a:chOff x="5272881" y="2605881"/>
              <a:chExt cx="1646238" cy="1646237"/>
            </a:xfrm>
          </p:grpSpPr>
          <p:sp>
            <p:nvSpPr>
              <p:cNvPr id="10" name="AutoShape 3">
                <a:extLst>
                  <a:ext uri="{FF2B5EF4-FFF2-40B4-BE49-F238E27FC236}">
                    <a16:creationId xmlns:a16="http://schemas.microsoft.com/office/drawing/2014/main" id="{249176A3-D2FB-9645-6F8D-0394B7FD4210}"/>
                  </a:ext>
                </a:extLst>
              </p:cNvPr>
              <p:cNvSpPr>
                <a:spLocks noChangeAspect="1" noChangeArrowheads="1" noTextEdit="1"/>
              </p:cNvSpPr>
              <p:nvPr/>
            </p:nvSpPr>
            <p:spPr bwMode="auto">
              <a:xfrm>
                <a:off x="5272881" y="2605881"/>
                <a:ext cx="1646238"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2" name="Group 32">
                <a:extLst>
                  <a:ext uri="{FF2B5EF4-FFF2-40B4-BE49-F238E27FC236}">
                    <a16:creationId xmlns:a16="http://schemas.microsoft.com/office/drawing/2014/main" id="{934B97D6-35E7-CE18-2282-C4DE3E2F1DA9}"/>
                  </a:ext>
                </a:extLst>
              </p:cNvPr>
              <p:cNvGrpSpPr/>
              <p:nvPr/>
            </p:nvGrpSpPr>
            <p:grpSpPr>
              <a:xfrm>
                <a:off x="5526881" y="2774156"/>
                <a:ext cx="1139825" cy="1308100"/>
                <a:chOff x="5526881" y="2774156"/>
                <a:chExt cx="1139825" cy="1308100"/>
              </a:xfrm>
            </p:grpSpPr>
            <p:sp>
              <p:nvSpPr>
                <p:cNvPr id="13" name="Freeform 10">
                  <a:extLst>
                    <a:ext uri="{FF2B5EF4-FFF2-40B4-BE49-F238E27FC236}">
                      <a16:creationId xmlns:a16="http://schemas.microsoft.com/office/drawing/2014/main" id="{D5FB2AAB-BE63-55F4-6936-1351DC30A999}"/>
                    </a:ext>
                  </a:extLst>
                </p:cNvPr>
                <p:cNvSpPr>
                  <a:spLocks/>
                </p:cNvSpPr>
                <p:nvPr/>
              </p:nvSpPr>
              <p:spPr bwMode="auto">
                <a:xfrm>
                  <a:off x="5606256" y="2774156"/>
                  <a:ext cx="981075" cy="517525"/>
                </a:xfrm>
                <a:custGeom>
                  <a:avLst/>
                  <a:gdLst>
                    <a:gd name="T0" fmla="*/ 1194 w 1374"/>
                    <a:gd name="T1" fmla="*/ 534 h 724"/>
                    <a:gd name="T2" fmla="*/ 1108 w 1374"/>
                    <a:gd name="T3" fmla="*/ 422 h 724"/>
                    <a:gd name="T4" fmla="*/ 1106 w 1374"/>
                    <a:gd name="T5" fmla="*/ 420 h 724"/>
                    <a:gd name="T6" fmla="*/ 914 w 1374"/>
                    <a:gd name="T7" fmla="*/ 224 h 724"/>
                    <a:gd name="T8" fmla="*/ 898 w 1374"/>
                    <a:gd name="T9" fmla="*/ 217 h 724"/>
                    <a:gd name="T10" fmla="*/ 898 w 1374"/>
                    <a:gd name="T11" fmla="*/ 217 h 724"/>
                    <a:gd name="T12" fmla="*/ 882 w 1374"/>
                    <a:gd name="T13" fmla="*/ 224 h 724"/>
                    <a:gd name="T14" fmla="*/ 862 w 1374"/>
                    <a:gd name="T15" fmla="*/ 244 h 724"/>
                    <a:gd name="T16" fmla="*/ 727 w 1374"/>
                    <a:gd name="T17" fmla="*/ 11 h 724"/>
                    <a:gd name="T18" fmla="*/ 709 w 1374"/>
                    <a:gd name="T19" fmla="*/ 0 h 724"/>
                    <a:gd name="T20" fmla="*/ 690 w 1374"/>
                    <a:gd name="T21" fmla="*/ 9 h 724"/>
                    <a:gd name="T22" fmla="*/ 518 w 1374"/>
                    <a:gd name="T23" fmla="*/ 237 h 724"/>
                    <a:gd name="T24" fmla="*/ 477 w 1374"/>
                    <a:gd name="T25" fmla="*/ 224 h 724"/>
                    <a:gd name="T26" fmla="*/ 453 w 1374"/>
                    <a:gd name="T27" fmla="*/ 230 h 724"/>
                    <a:gd name="T28" fmla="*/ 336 w 1374"/>
                    <a:gd name="T29" fmla="*/ 374 h 724"/>
                    <a:gd name="T30" fmla="*/ 322 w 1374"/>
                    <a:gd name="T31" fmla="*/ 356 h 724"/>
                    <a:gd name="T32" fmla="*/ 304 w 1374"/>
                    <a:gd name="T33" fmla="*/ 348 h 724"/>
                    <a:gd name="T34" fmla="*/ 287 w 1374"/>
                    <a:gd name="T35" fmla="*/ 358 h 724"/>
                    <a:gd name="T36" fmla="*/ 145 w 1374"/>
                    <a:gd name="T37" fmla="*/ 571 h 724"/>
                    <a:gd name="T38" fmla="*/ 0 w 1374"/>
                    <a:gd name="T39" fmla="*/ 724 h 724"/>
                    <a:gd name="T40" fmla="*/ 61 w 1374"/>
                    <a:gd name="T41" fmla="*/ 724 h 724"/>
                    <a:gd name="T42" fmla="*/ 178 w 1374"/>
                    <a:gd name="T43" fmla="*/ 600 h 724"/>
                    <a:gd name="T44" fmla="*/ 180 w 1374"/>
                    <a:gd name="T45" fmla="*/ 597 h 724"/>
                    <a:gd name="T46" fmla="*/ 307 w 1374"/>
                    <a:gd name="T47" fmla="*/ 407 h 724"/>
                    <a:gd name="T48" fmla="*/ 319 w 1374"/>
                    <a:gd name="T49" fmla="*/ 422 h 724"/>
                    <a:gd name="T50" fmla="*/ 336 w 1374"/>
                    <a:gd name="T51" fmla="*/ 431 h 724"/>
                    <a:gd name="T52" fmla="*/ 353 w 1374"/>
                    <a:gd name="T53" fmla="*/ 422 h 724"/>
                    <a:gd name="T54" fmla="*/ 478 w 1374"/>
                    <a:gd name="T55" fmla="*/ 270 h 724"/>
                    <a:gd name="T56" fmla="*/ 519 w 1374"/>
                    <a:gd name="T57" fmla="*/ 284 h 724"/>
                    <a:gd name="T58" fmla="*/ 544 w 1374"/>
                    <a:gd name="T59" fmla="*/ 276 h 724"/>
                    <a:gd name="T60" fmla="*/ 688 w 1374"/>
                    <a:gd name="T61" fmla="*/ 85 h 724"/>
                    <a:gd name="T62" fmla="*/ 619 w 1374"/>
                    <a:gd name="T63" fmla="*/ 307 h 724"/>
                    <a:gd name="T64" fmla="*/ 620 w 1374"/>
                    <a:gd name="T65" fmla="*/ 312 h 724"/>
                    <a:gd name="T66" fmla="*/ 646 w 1374"/>
                    <a:gd name="T67" fmla="*/ 329 h 724"/>
                    <a:gd name="T68" fmla="*/ 648 w 1374"/>
                    <a:gd name="T69" fmla="*/ 334 h 724"/>
                    <a:gd name="T70" fmla="*/ 565 w 1374"/>
                    <a:gd name="T71" fmla="*/ 506 h 724"/>
                    <a:gd name="T72" fmla="*/ 571 w 1374"/>
                    <a:gd name="T73" fmla="*/ 511 h 724"/>
                    <a:gd name="T74" fmla="*/ 726 w 1374"/>
                    <a:gd name="T75" fmla="*/ 357 h 724"/>
                    <a:gd name="T76" fmla="*/ 730 w 1374"/>
                    <a:gd name="T77" fmla="*/ 356 h 724"/>
                    <a:gd name="T78" fmla="*/ 787 w 1374"/>
                    <a:gd name="T79" fmla="*/ 383 h 724"/>
                    <a:gd name="T80" fmla="*/ 792 w 1374"/>
                    <a:gd name="T81" fmla="*/ 382 h 724"/>
                    <a:gd name="T82" fmla="*/ 863 w 1374"/>
                    <a:gd name="T83" fmla="*/ 302 h 724"/>
                    <a:gd name="T84" fmla="*/ 873 w 1374"/>
                    <a:gd name="T85" fmla="*/ 296 h 724"/>
                    <a:gd name="T86" fmla="*/ 897 w 1374"/>
                    <a:gd name="T87" fmla="*/ 272 h 724"/>
                    <a:gd name="T88" fmla="*/ 897 w 1374"/>
                    <a:gd name="T89" fmla="*/ 274 h 724"/>
                    <a:gd name="T90" fmla="*/ 881 w 1374"/>
                    <a:gd name="T91" fmla="*/ 498 h 724"/>
                    <a:gd name="T92" fmla="*/ 879 w 1374"/>
                    <a:gd name="T93" fmla="*/ 500 h 724"/>
                    <a:gd name="T94" fmla="*/ 804 w 1374"/>
                    <a:gd name="T95" fmla="*/ 561 h 724"/>
                    <a:gd name="T96" fmla="*/ 803 w 1374"/>
                    <a:gd name="T97" fmla="*/ 563 h 724"/>
                    <a:gd name="T98" fmla="*/ 761 w 1374"/>
                    <a:gd name="T99" fmla="*/ 724 h 724"/>
                    <a:gd name="T100" fmla="*/ 1313 w 1374"/>
                    <a:gd name="T101" fmla="*/ 724 h 724"/>
                    <a:gd name="T102" fmla="*/ 1343 w 1374"/>
                    <a:gd name="T103" fmla="*/ 724 h 724"/>
                    <a:gd name="T104" fmla="*/ 1374 w 1374"/>
                    <a:gd name="T105" fmla="*/ 724 h 724"/>
                    <a:gd name="T106" fmla="*/ 1194 w 1374"/>
                    <a:gd name="T107" fmla="*/ 534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74" h="724">
                      <a:moveTo>
                        <a:pt x="1194" y="534"/>
                      </a:moveTo>
                      <a:cubicBezTo>
                        <a:pt x="1108" y="422"/>
                        <a:pt x="1108" y="422"/>
                        <a:pt x="1108" y="422"/>
                      </a:cubicBezTo>
                      <a:cubicBezTo>
                        <a:pt x="1108" y="422"/>
                        <a:pt x="1107" y="421"/>
                        <a:pt x="1106" y="420"/>
                      </a:cubicBezTo>
                      <a:cubicBezTo>
                        <a:pt x="914" y="224"/>
                        <a:pt x="914" y="224"/>
                        <a:pt x="914" y="224"/>
                      </a:cubicBezTo>
                      <a:cubicBezTo>
                        <a:pt x="910" y="219"/>
                        <a:pt x="904" y="217"/>
                        <a:pt x="898" y="217"/>
                      </a:cubicBezTo>
                      <a:cubicBezTo>
                        <a:pt x="898" y="217"/>
                        <a:pt x="898" y="217"/>
                        <a:pt x="898" y="217"/>
                      </a:cubicBezTo>
                      <a:cubicBezTo>
                        <a:pt x="892" y="217"/>
                        <a:pt x="887" y="219"/>
                        <a:pt x="882" y="224"/>
                      </a:cubicBezTo>
                      <a:cubicBezTo>
                        <a:pt x="862" y="244"/>
                        <a:pt x="862" y="244"/>
                        <a:pt x="862" y="244"/>
                      </a:cubicBezTo>
                      <a:cubicBezTo>
                        <a:pt x="727" y="11"/>
                        <a:pt x="727" y="11"/>
                        <a:pt x="727" y="11"/>
                      </a:cubicBezTo>
                      <a:cubicBezTo>
                        <a:pt x="723" y="5"/>
                        <a:pt x="716" y="1"/>
                        <a:pt x="709" y="0"/>
                      </a:cubicBezTo>
                      <a:cubicBezTo>
                        <a:pt x="702" y="0"/>
                        <a:pt x="695" y="3"/>
                        <a:pt x="690" y="9"/>
                      </a:cubicBezTo>
                      <a:cubicBezTo>
                        <a:pt x="518" y="237"/>
                        <a:pt x="518" y="237"/>
                        <a:pt x="518" y="237"/>
                      </a:cubicBezTo>
                      <a:cubicBezTo>
                        <a:pt x="477" y="224"/>
                        <a:pt x="477" y="224"/>
                        <a:pt x="477" y="224"/>
                      </a:cubicBezTo>
                      <a:cubicBezTo>
                        <a:pt x="469" y="221"/>
                        <a:pt x="459" y="223"/>
                        <a:pt x="453" y="230"/>
                      </a:cubicBezTo>
                      <a:cubicBezTo>
                        <a:pt x="336" y="374"/>
                        <a:pt x="336" y="374"/>
                        <a:pt x="336" y="374"/>
                      </a:cubicBezTo>
                      <a:cubicBezTo>
                        <a:pt x="322" y="356"/>
                        <a:pt x="322" y="356"/>
                        <a:pt x="322" y="356"/>
                      </a:cubicBezTo>
                      <a:cubicBezTo>
                        <a:pt x="318" y="351"/>
                        <a:pt x="311" y="348"/>
                        <a:pt x="304" y="348"/>
                      </a:cubicBezTo>
                      <a:cubicBezTo>
                        <a:pt x="297" y="349"/>
                        <a:pt x="291" y="352"/>
                        <a:pt x="287" y="358"/>
                      </a:cubicBezTo>
                      <a:cubicBezTo>
                        <a:pt x="145" y="571"/>
                        <a:pt x="145" y="571"/>
                        <a:pt x="145" y="571"/>
                      </a:cubicBezTo>
                      <a:cubicBezTo>
                        <a:pt x="0" y="724"/>
                        <a:pt x="0" y="724"/>
                        <a:pt x="0" y="724"/>
                      </a:cubicBezTo>
                      <a:cubicBezTo>
                        <a:pt x="61" y="724"/>
                        <a:pt x="61" y="724"/>
                        <a:pt x="61" y="724"/>
                      </a:cubicBezTo>
                      <a:cubicBezTo>
                        <a:pt x="178" y="600"/>
                        <a:pt x="178" y="600"/>
                        <a:pt x="178" y="600"/>
                      </a:cubicBezTo>
                      <a:cubicBezTo>
                        <a:pt x="179" y="599"/>
                        <a:pt x="180" y="598"/>
                        <a:pt x="180" y="597"/>
                      </a:cubicBezTo>
                      <a:cubicBezTo>
                        <a:pt x="307" y="407"/>
                        <a:pt x="307" y="407"/>
                        <a:pt x="307" y="407"/>
                      </a:cubicBezTo>
                      <a:cubicBezTo>
                        <a:pt x="319" y="422"/>
                        <a:pt x="319" y="422"/>
                        <a:pt x="319" y="422"/>
                      </a:cubicBezTo>
                      <a:cubicBezTo>
                        <a:pt x="323" y="427"/>
                        <a:pt x="329" y="430"/>
                        <a:pt x="336" y="431"/>
                      </a:cubicBezTo>
                      <a:cubicBezTo>
                        <a:pt x="342" y="431"/>
                        <a:pt x="349" y="428"/>
                        <a:pt x="353" y="422"/>
                      </a:cubicBezTo>
                      <a:cubicBezTo>
                        <a:pt x="478" y="270"/>
                        <a:pt x="478" y="270"/>
                        <a:pt x="478" y="270"/>
                      </a:cubicBezTo>
                      <a:cubicBezTo>
                        <a:pt x="519" y="284"/>
                        <a:pt x="519" y="284"/>
                        <a:pt x="519" y="284"/>
                      </a:cubicBezTo>
                      <a:cubicBezTo>
                        <a:pt x="528" y="287"/>
                        <a:pt x="538" y="284"/>
                        <a:pt x="544" y="276"/>
                      </a:cubicBezTo>
                      <a:cubicBezTo>
                        <a:pt x="688" y="85"/>
                        <a:pt x="688" y="85"/>
                        <a:pt x="688" y="85"/>
                      </a:cubicBezTo>
                      <a:cubicBezTo>
                        <a:pt x="619" y="307"/>
                        <a:pt x="619" y="307"/>
                        <a:pt x="619" y="307"/>
                      </a:cubicBezTo>
                      <a:cubicBezTo>
                        <a:pt x="618" y="309"/>
                        <a:pt x="619" y="311"/>
                        <a:pt x="620" y="312"/>
                      </a:cubicBezTo>
                      <a:cubicBezTo>
                        <a:pt x="646" y="329"/>
                        <a:pt x="646" y="329"/>
                        <a:pt x="646" y="329"/>
                      </a:cubicBezTo>
                      <a:cubicBezTo>
                        <a:pt x="648" y="331"/>
                        <a:pt x="649" y="333"/>
                        <a:pt x="648" y="334"/>
                      </a:cubicBezTo>
                      <a:cubicBezTo>
                        <a:pt x="565" y="506"/>
                        <a:pt x="565" y="506"/>
                        <a:pt x="565" y="506"/>
                      </a:cubicBezTo>
                      <a:cubicBezTo>
                        <a:pt x="563" y="510"/>
                        <a:pt x="568" y="514"/>
                        <a:pt x="571" y="511"/>
                      </a:cubicBezTo>
                      <a:cubicBezTo>
                        <a:pt x="726" y="357"/>
                        <a:pt x="726" y="357"/>
                        <a:pt x="726" y="357"/>
                      </a:cubicBezTo>
                      <a:cubicBezTo>
                        <a:pt x="727" y="356"/>
                        <a:pt x="728" y="355"/>
                        <a:pt x="730" y="356"/>
                      </a:cubicBezTo>
                      <a:cubicBezTo>
                        <a:pt x="787" y="383"/>
                        <a:pt x="787" y="383"/>
                        <a:pt x="787" y="383"/>
                      </a:cubicBezTo>
                      <a:cubicBezTo>
                        <a:pt x="789" y="384"/>
                        <a:pt x="791" y="384"/>
                        <a:pt x="792" y="382"/>
                      </a:cubicBezTo>
                      <a:cubicBezTo>
                        <a:pt x="863" y="302"/>
                        <a:pt x="863" y="302"/>
                        <a:pt x="863" y="302"/>
                      </a:cubicBezTo>
                      <a:cubicBezTo>
                        <a:pt x="867" y="301"/>
                        <a:pt x="871" y="299"/>
                        <a:pt x="873" y="296"/>
                      </a:cubicBezTo>
                      <a:cubicBezTo>
                        <a:pt x="897" y="272"/>
                        <a:pt x="897" y="272"/>
                        <a:pt x="897" y="272"/>
                      </a:cubicBezTo>
                      <a:cubicBezTo>
                        <a:pt x="897" y="272"/>
                        <a:pt x="897" y="273"/>
                        <a:pt x="897" y="274"/>
                      </a:cubicBezTo>
                      <a:cubicBezTo>
                        <a:pt x="881" y="498"/>
                        <a:pt x="881" y="498"/>
                        <a:pt x="881" y="498"/>
                      </a:cubicBezTo>
                      <a:cubicBezTo>
                        <a:pt x="881" y="499"/>
                        <a:pt x="880" y="500"/>
                        <a:pt x="879" y="500"/>
                      </a:cubicBezTo>
                      <a:cubicBezTo>
                        <a:pt x="804" y="561"/>
                        <a:pt x="804" y="561"/>
                        <a:pt x="804" y="561"/>
                      </a:cubicBezTo>
                      <a:cubicBezTo>
                        <a:pt x="803" y="561"/>
                        <a:pt x="803" y="562"/>
                        <a:pt x="803" y="563"/>
                      </a:cubicBezTo>
                      <a:cubicBezTo>
                        <a:pt x="761" y="724"/>
                        <a:pt x="761" y="724"/>
                        <a:pt x="761" y="724"/>
                      </a:cubicBezTo>
                      <a:cubicBezTo>
                        <a:pt x="1313" y="724"/>
                        <a:pt x="1313" y="724"/>
                        <a:pt x="1313" y="724"/>
                      </a:cubicBezTo>
                      <a:cubicBezTo>
                        <a:pt x="1343" y="724"/>
                        <a:pt x="1343" y="724"/>
                        <a:pt x="1343" y="724"/>
                      </a:cubicBezTo>
                      <a:cubicBezTo>
                        <a:pt x="1374" y="724"/>
                        <a:pt x="1374" y="724"/>
                        <a:pt x="1374" y="724"/>
                      </a:cubicBezTo>
                      <a:lnTo>
                        <a:pt x="1194" y="534"/>
                      </a:lnTo>
                      <a:close/>
                    </a:path>
                  </a:pathLst>
                </a:custGeom>
                <a:solidFill>
                  <a:srgbClr val="00999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11">
                  <a:extLst>
                    <a:ext uri="{FF2B5EF4-FFF2-40B4-BE49-F238E27FC236}">
                      <a16:creationId xmlns:a16="http://schemas.microsoft.com/office/drawing/2014/main" id="{95FD8C9D-2FD5-3323-8F97-B5A8098DC73F}"/>
                    </a:ext>
                  </a:extLst>
                </p:cNvPr>
                <p:cNvSpPr>
                  <a:spLocks/>
                </p:cNvSpPr>
                <p:nvPr/>
              </p:nvSpPr>
              <p:spPr bwMode="auto">
                <a:xfrm>
                  <a:off x="5526881" y="3323431"/>
                  <a:ext cx="1139825" cy="758825"/>
                </a:xfrm>
                <a:custGeom>
                  <a:avLst/>
                  <a:gdLst>
                    <a:gd name="connsiteX0" fmla="*/ 88900 w 1139825"/>
                    <a:gd name="connsiteY0" fmla="*/ 33337 h 758825"/>
                    <a:gd name="connsiteX1" fmla="*/ 99607 w 1139825"/>
                    <a:gd name="connsiteY1" fmla="*/ 49044 h 758825"/>
                    <a:gd name="connsiteX2" fmla="*/ 110314 w 1139825"/>
                    <a:gd name="connsiteY2" fmla="*/ 64751 h 758825"/>
                    <a:gd name="connsiteX3" fmla="*/ 208103 w 1139825"/>
                    <a:gd name="connsiteY3" fmla="*/ 203972 h 758825"/>
                    <a:gd name="connsiteX4" fmla="*/ 209530 w 1139825"/>
                    <a:gd name="connsiteY4" fmla="*/ 206114 h 758825"/>
                    <a:gd name="connsiteX5" fmla="*/ 298040 w 1139825"/>
                    <a:gd name="connsiteY5" fmla="*/ 382461 h 758825"/>
                    <a:gd name="connsiteX6" fmla="*/ 304464 w 1139825"/>
                    <a:gd name="connsiteY6" fmla="*/ 368896 h 758825"/>
                    <a:gd name="connsiteX7" fmla="*/ 318026 w 1139825"/>
                    <a:gd name="connsiteY7" fmla="*/ 361042 h 758825"/>
                    <a:gd name="connsiteX8" fmla="*/ 332302 w 1139825"/>
                    <a:gd name="connsiteY8" fmla="*/ 368182 h 758825"/>
                    <a:gd name="connsiteX9" fmla="*/ 419384 w 1139825"/>
                    <a:gd name="connsiteY9" fmla="*/ 513829 h 758825"/>
                    <a:gd name="connsiteX10" fmla="*/ 450077 w 1139825"/>
                    <a:gd name="connsiteY10" fmla="*/ 502405 h 758825"/>
                    <a:gd name="connsiteX11" fmla="*/ 469349 w 1139825"/>
                    <a:gd name="connsiteY11" fmla="*/ 509545 h 758825"/>
                    <a:gd name="connsiteX12" fmla="*/ 581414 w 1139825"/>
                    <a:gd name="connsiteY12" fmla="*/ 708024 h 758825"/>
                    <a:gd name="connsiteX13" fmla="*/ 676347 w 1139825"/>
                    <a:gd name="connsiteY13" fmla="*/ 491696 h 758825"/>
                    <a:gd name="connsiteX14" fmla="*/ 689195 w 1139825"/>
                    <a:gd name="connsiteY14" fmla="*/ 482415 h 758825"/>
                    <a:gd name="connsiteX15" fmla="*/ 704185 w 1139825"/>
                    <a:gd name="connsiteY15" fmla="*/ 489554 h 758825"/>
                    <a:gd name="connsiteX16" fmla="*/ 719888 w 1139825"/>
                    <a:gd name="connsiteY16" fmla="*/ 512401 h 758825"/>
                    <a:gd name="connsiteX17" fmla="*/ 841232 w 1139825"/>
                    <a:gd name="connsiteY17" fmla="*/ 350333 h 758825"/>
                    <a:gd name="connsiteX18" fmla="*/ 905473 w 1139825"/>
                    <a:gd name="connsiteY18" fmla="*/ 240384 h 758825"/>
                    <a:gd name="connsiteX19" fmla="*/ 906187 w 1139825"/>
                    <a:gd name="connsiteY19" fmla="*/ 238956 h 758825"/>
                    <a:gd name="connsiteX20" fmla="*/ 1030386 w 1139825"/>
                    <a:gd name="connsiteY20" fmla="*/ 64751 h 758825"/>
                    <a:gd name="connsiteX21" fmla="*/ 1041806 w 1139825"/>
                    <a:gd name="connsiteY21" fmla="*/ 49044 h 758825"/>
                    <a:gd name="connsiteX22" fmla="*/ 1052513 w 1139825"/>
                    <a:gd name="connsiteY22" fmla="*/ 33337 h 758825"/>
                    <a:gd name="connsiteX23" fmla="*/ 88900 w 1139825"/>
                    <a:gd name="connsiteY23" fmla="*/ 33337 h 758825"/>
                    <a:gd name="connsiteX24" fmla="*/ 16426 w 1139825"/>
                    <a:gd name="connsiteY24" fmla="*/ 0 h 758825"/>
                    <a:gd name="connsiteX25" fmla="*/ 49993 w 1139825"/>
                    <a:gd name="connsiteY25" fmla="*/ 0 h 758825"/>
                    <a:gd name="connsiteX26" fmla="*/ 92843 w 1139825"/>
                    <a:gd name="connsiteY26" fmla="*/ 0 h 758825"/>
                    <a:gd name="connsiteX27" fmla="*/ 614906 w 1139825"/>
                    <a:gd name="connsiteY27" fmla="*/ 0 h 758825"/>
                    <a:gd name="connsiteX28" fmla="*/ 1046982 w 1139825"/>
                    <a:gd name="connsiteY28" fmla="*/ 0 h 758825"/>
                    <a:gd name="connsiteX29" fmla="*/ 1068408 w 1139825"/>
                    <a:gd name="connsiteY29" fmla="*/ 0 h 758825"/>
                    <a:gd name="connsiteX30" fmla="*/ 1089833 w 1139825"/>
                    <a:gd name="connsiteY30" fmla="*/ 0 h 758825"/>
                    <a:gd name="connsiteX31" fmla="*/ 1123399 w 1139825"/>
                    <a:gd name="connsiteY31" fmla="*/ 0 h 758825"/>
                    <a:gd name="connsiteX32" fmla="*/ 1139825 w 1139825"/>
                    <a:gd name="connsiteY32" fmla="*/ 16434 h 758825"/>
                    <a:gd name="connsiteX33" fmla="*/ 1123399 w 1139825"/>
                    <a:gd name="connsiteY33" fmla="*/ 32868 h 758825"/>
                    <a:gd name="connsiteX34" fmla="*/ 1091261 w 1139825"/>
                    <a:gd name="connsiteY34" fmla="*/ 32868 h 758825"/>
                    <a:gd name="connsiteX35" fmla="*/ 1080549 w 1139825"/>
                    <a:gd name="connsiteY35" fmla="*/ 48588 h 758825"/>
                    <a:gd name="connsiteX36" fmla="*/ 1069122 w 1139825"/>
                    <a:gd name="connsiteY36" fmla="*/ 64307 h 758825"/>
                    <a:gd name="connsiteX37" fmla="*/ 932000 w 1139825"/>
                    <a:gd name="connsiteY37" fmla="*/ 256514 h 758825"/>
                    <a:gd name="connsiteX38" fmla="*/ 867724 w 1139825"/>
                    <a:gd name="connsiteY38" fmla="*/ 367266 h 758825"/>
                    <a:gd name="connsiteX39" fmla="*/ 867010 w 1139825"/>
                    <a:gd name="connsiteY39" fmla="*/ 368695 h 758825"/>
                    <a:gd name="connsiteX40" fmla="*/ 732031 w 1139825"/>
                    <a:gd name="connsiteY40" fmla="*/ 548040 h 758825"/>
                    <a:gd name="connsiteX41" fmla="*/ 719176 w 1139825"/>
                    <a:gd name="connsiteY41" fmla="*/ 554471 h 758825"/>
                    <a:gd name="connsiteX42" fmla="*/ 706320 w 1139825"/>
                    <a:gd name="connsiteY42" fmla="*/ 548040 h 758825"/>
                    <a:gd name="connsiteX43" fmla="*/ 694179 w 1139825"/>
                    <a:gd name="connsiteY43" fmla="*/ 530177 h 758825"/>
                    <a:gd name="connsiteX44" fmla="*/ 597766 w 1139825"/>
                    <a:gd name="connsiteY44" fmla="*/ 749536 h 758825"/>
                    <a:gd name="connsiteX45" fmla="*/ 584196 w 1139825"/>
                    <a:gd name="connsiteY45" fmla="*/ 758825 h 758825"/>
                    <a:gd name="connsiteX46" fmla="*/ 583482 w 1139825"/>
                    <a:gd name="connsiteY46" fmla="*/ 758825 h 758825"/>
                    <a:gd name="connsiteX47" fmla="*/ 569199 w 1139825"/>
                    <a:gd name="connsiteY47" fmla="*/ 750251 h 758825"/>
                    <a:gd name="connsiteX48" fmla="*/ 448503 w 1139825"/>
                    <a:gd name="connsiteY48" fmla="*/ 536608 h 758825"/>
                    <a:gd name="connsiteX49" fmla="*/ 418507 w 1139825"/>
                    <a:gd name="connsiteY49" fmla="*/ 548040 h 758825"/>
                    <a:gd name="connsiteX50" fmla="*/ 399225 w 1139825"/>
                    <a:gd name="connsiteY50" fmla="*/ 541610 h 758825"/>
                    <a:gd name="connsiteX51" fmla="*/ 319237 w 1139825"/>
                    <a:gd name="connsiteY51" fmla="*/ 408708 h 758825"/>
                    <a:gd name="connsiteX52" fmla="*/ 311381 w 1139825"/>
                    <a:gd name="connsiteY52" fmla="*/ 424428 h 758825"/>
                    <a:gd name="connsiteX53" fmla="*/ 297097 w 1139825"/>
                    <a:gd name="connsiteY53" fmla="*/ 432287 h 758825"/>
                    <a:gd name="connsiteX54" fmla="*/ 283528 w 1139825"/>
                    <a:gd name="connsiteY54" fmla="*/ 423713 h 758825"/>
                    <a:gd name="connsiteX55" fmla="*/ 181401 w 1139825"/>
                    <a:gd name="connsiteY55" fmla="*/ 220788 h 758825"/>
                    <a:gd name="connsiteX56" fmla="*/ 72132 w 1139825"/>
                    <a:gd name="connsiteY56" fmla="*/ 64307 h 758825"/>
                    <a:gd name="connsiteX57" fmla="*/ 62134 w 1139825"/>
                    <a:gd name="connsiteY57" fmla="*/ 50017 h 758825"/>
                    <a:gd name="connsiteX58" fmla="*/ 60705 w 1139825"/>
                    <a:gd name="connsiteY58" fmla="*/ 48588 h 758825"/>
                    <a:gd name="connsiteX59" fmla="*/ 48564 w 1139825"/>
                    <a:gd name="connsiteY59" fmla="*/ 32868 h 758825"/>
                    <a:gd name="connsiteX60" fmla="*/ 16426 w 1139825"/>
                    <a:gd name="connsiteY60" fmla="*/ 32868 h 758825"/>
                    <a:gd name="connsiteX61" fmla="*/ 0 w 1139825"/>
                    <a:gd name="connsiteY61" fmla="*/ 16434 h 758825"/>
                    <a:gd name="connsiteX62" fmla="*/ 16426 w 1139825"/>
                    <a:gd name="connsiteY62" fmla="*/ 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9825" h="758825">
                      <a:moveTo>
                        <a:pt x="88900" y="33337"/>
                      </a:moveTo>
                      <a:cubicBezTo>
                        <a:pt x="88900" y="33337"/>
                        <a:pt x="88900" y="33337"/>
                        <a:pt x="99607" y="49044"/>
                      </a:cubicBezTo>
                      <a:cubicBezTo>
                        <a:pt x="99607" y="49044"/>
                        <a:pt x="99607" y="49044"/>
                        <a:pt x="110314" y="64751"/>
                      </a:cubicBezTo>
                      <a:cubicBezTo>
                        <a:pt x="110314" y="64751"/>
                        <a:pt x="110314" y="64751"/>
                        <a:pt x="208103" y="203972"/>
                      </a:cubicBezTo>
                      <a:cubicBezTo>
                        <a:pt x="208817" y="204686"/>
                        <a:pt x="208817" y="205400"/>
                        <a:pt x="209530" y="206114"/>
                      </a:cubicBezTo>
                      <a:cubicBezTo>
                        <a:pt x="209530" y="206114"/>
                        <a:pt x="209530" y="206114"/>
                        <a:pt x="298040" y="382461"/>
                      </a:cubicBezTo>
                      <a:cubicBezTo>
                        <a:pt x="298040" y="382461"/>
                        <a:pt x="298040" y="382461"/>
                        <a:pt x="304464" y="368896"/>
                      </a:cubicBezTo>
                      <a:cubicBezTo>
                        <a:pt x="307319" y="363898"/>
                        <a:pt x="312316" y="361042"/>
                        <a:pt x="318026" y="361042"/>
                      </a:cubicBezTo>
                      <a:cubicBezTo>
                        <a:pt x="323736" y="360328"/>
                        <a:pt x="328733" y="363184"/>
                        <a:pt x="332302" y="368182"/>
                      </a:cubicBezTo>
                      <a:cubicBezTo>
                        <a:pt x="332302" y="368182"/>
                        <a:pt x="332302" y="368182"/>
                        <a:pt x="419384" y="513829"/>
                      </a:cubicBezTo>
                      <a:cubicBezTo>
                        <a:pt x="419384" y="513829"/>
                        <a:pt x="419384" y="513829"/>
                        <a:pt x="450077" y="502405"/>
                      </a:cubicBezTo>
                      <a:cubicBezTo>
                        <a:pt x="457928" y="499549"/>
                        <a:pt x="465780" y="502405"/>
                        <a:pt x="469349" y="509545"/>
                      </a:cubicBezTo>
                      <a:cubicBezTo>
                        <a:pt x="469349" y="509545"/>
                        <a:pt x="469349" y="509545"/>
                        <a:pt x="581414" y="708024"/>
                      </a:cubicBezTo>
                      <a:cubicBezTo>
                        <a:pt x="581414" y="708024"/>
                        <a:pt x="581414" y="708024"/>
                        <a:pt x="676347" y="491696"/>
                      </a:cubicBezTo>
                      <a:cubicBezTo>
                        <a:pt x="679202" y="486698"/>
                        <a:pt x="684199" y="483128"/>
                        <a:pt x="689195" y="482415"/>
                      </a:cubicBezTo>
                      <a:cubicBezTo>
                        <a:pt x="694906" y="482415"/>
                        <a:pt x="700616" y="484556"/>
                        <a:pt x="704185" y="489554"/>
                      </a:cubicBezTo>
                      <a:cubicBezTo>
                        <a:pt x="704185" y="489554"/>
                        <a:pt x="704185" y="489554"/>
                        <a:pt x="719888" y="512401"/>
                      </a:cubicBezTo>
                      <a:cubicBezTo>
                        <a:pt x="719888" y="512401"/>
                        <a:pt x="719888" y="512401"/>
                        <a:pt x="841232" y="350333"/>
                      </a:cubicBezTo>
                      <a:cubicBezTo>
                        <a:pt x="841232" y="350333"/>
                        <a:pt x="841232" y="350333"/>
                        <a:pt x="905473" y="240384"/>
                      </a:cubicBezTo>
                      <a:cubicBezTo>
                        <a:pt x="905473" y="240384"/>
                        <a:pt x="906187" y="239670"/>
                        <a:pt x="906187" y="238956"/>
                      </a:cubicBezTo>
                      <a:cubicBezTo>
                        <a:pt x="906187" y="238956"/>
                        <a:pt x="906187" y="238956"/>
                        <a:pt x="1030386" y="64751"/>
                      </a:cubicBezTo>
                      <a:cubicBezTo>
                        <a:pt x="1030386" y="64751"/>
                        <a:pt x="1030386" y="64751"/>
                        <a:pt x="1041806" y="49044"/>
                      </a:cubicBezTo>
                      <a:lnTo>
                        <a:pt x="1052513" y="33337"/>
                      </a:lnTo>
                      <a:cubicBezTo>
                        <a:pt x="763429" y="33337"/>
                        <a:pt x="272344" y="33337"/>
                        <a:pt x="88900" y="33337"/>
                      </a:cubicBezTo>
                      <a:close/>
                      <a:moveTo>
                        <a:pt x="16426" y="0"/>
                      </a:moveTo>
                      <a:cubicBezTo>
                        <a:pt x="27139" y="0"/>
                        <a:pt x="37852" y="0"/>
                        <a:pt x="49993" y="0"/>
                      </a:cubicBezTo>
                      <a:cubicBezTo>
                        <a:pt x="63562" y="0"/>
                        <a:pt x="77845" y="0"/>
                        <a:pt x="92843" y="0"/>
                      </a:cubicBezTo>
                      <a:cubicBezTo>
                        <a:pt x="238535" y="0"/>
                        <a:pt x="433505" y="0"/>
                        <a:pt x="614906" y="0"/>
                      </a:cubicBezTo>
                      <a:cubicBezTo>
                        <a:pt x="791307" y="0"/>
                        <a:pt x="954854" y="0"/>
                        <a:pt x="1046982" y="0"/>
                      </a:cubicBezTo>
                      <a:cubicBezTo>
                        <a:pt x="1054838" y="0"/>
                        <a:pt x="1061980" y="0"/>
                        <a:pt x="1068408" y="0"/>
                      </a:cubicBezTo>
                      <a:cubicBezTo>
                        <a:pt x="1076264" y="0"/>
                        <a:pt x="1083405" y="0"/>
                        <a:pt x="1089833" y="0"/>
                      </a:cubicBezTo>
                      <a:cubicBezTo>
                        <a:pt x="1111258" y="0"/>
                        <a:pt x="1123399" y="0"/>
                        <a:pt x="1123399" y="0"/>
                      </a:cubicBezTo>
                      <a:cubicBezTo>
                        <a:pt x="1131969" y="0"/>
                        <a:pt x="1139825" y="7145"/>
                        <a:pt x="1139825" y="16434"/>
                      </a:cubicBezTo>
                      <a:cubicBezTo>
                        <a:pt x="1139825" y="25723"/>
                        <a:pt x="1131969" y="32868"/>
                        <a:pt x="1123399" y="32868"/>
                      </a:cubicBezTo>
                      <a:cubicBezTo>
                        <a:pt x="1113401" y="32868"/>
                        <a:pt x="1102688" y="32868"/>
                        <a:pt x="1091261" y="32868"/>
                      </a:cubicBezTo>
                      <a:cubicBezTo>
                        <a:pt x="1091261" y="32868"/>
                        <a:pt x="1091261" y="32868"/>
                        <a:pt x="1080549" y="48588"/>
                      </a:cubicBezTo>
                      <a:cubicBezTo>
                        <a:pt x="1080549" y="48588"/>
                        <a:pt x="1080549" y="48588"/>
                        <a:pt x="1069122" y="64307"/>
                      </a:cubicBezTo>
                      <a:cubicBezTo>
                        <a:pt x="1069122" y="64307"/>
                        <a:pt x="1069122" y="64307"/>
                        <a:pt x="932000" y="256514"/>
                      </a:cubicBezTo>
                      <a:cubicBezTo>
                        <a:pt x="932000" y="256514"/>
                        <a:pt x="932000" y="256514"/>
                        <a:pt x="867724" y="367266"/>
                      </a:cubicBezTo>
                      <a:cubicBezTo>
                        <a:pt x="867724" y="367266"/>
                        <a:pt x="867010" y="367980"/>
                        <a:pt x="867010" y="368695"/>
                      </a:cubicBezTo>
                      <a:cubicBezTo>
                        <a:pt x="867010" y="368695"/>
                        <a:pt x="867010" y="368695"/>
                        <a:pt x="732031" y="548040"/>
                      </a:cubicBezTo>
                      <a:cubicBezTo>
                        <a:pt x="728460" y="552328"/>
                        <a:pt x="724175" y="554471"/>
                        <a:pt x="719176" y="554471"/>
                      </a:cubicBezTo>
                      <a:cubicBezTo>
                        <a:pt x="713462" y="554471"/>
                        <a:pt x="709177" y="551613"/>
                        <a:pt x="706320" y="548040"/>
                      </a:cubicBezTo>
                      <a:cubicBezTo>
                        <a:pt x="706320" y="548040"/>
                        <a:pt x="706320" y="548040"/>
                        <a:pt x="694179" y="530177"/>
                      </a:cubicBezTo>
                      <a:cubicBezTo>
                        <a:pt x="694179" y="530177"/>
                        <a:pt x="694179" y="530177"/>
                        <a:pt x="597766" y="749536"/>
                      </a:cubicBezTo>
                      <a:cubicBezTo>
                        <a:pt x="594909" y="754538"/>
                        <a:pt x="589910" y="758111"/>
                        <a:pt x="584196" y="758825"/>
                      </a:cubicBezTo>
                      <a:cubicBezTo>
                        <a:pt x="583482" y="758825"/>
                        <a:pt x="583482" y="758825"/>
                        <a:pt x="583482" y="758825"/>
                      </a:cubicBezTo>
                      <a:cubicBezTo>
                        <a:pt x="577769" y="758825"/>
                        <a:pt x="572055" y="755253"/>
                        <a:pt x="569199" y="750251"/>
                      </a:cubicBezTo>
                      <a:cubicBezTo>
                        <a:pt x="569199" y="750251"/>
                        <a:pt x="569199" y="750251"/>
                        <a:pt x="448503" y="536608"/>
                      </a:cubicBezTo>
                      <a:cubicBezTo>
                        <a:pt x="448503" y="536608"/>
                        <a:pt x="448503" y="536608"/>
                        <a:pt x="418507" y="548040"/>
                      </a:cubicBezTo>
                      <a:cubicBezTo>
                        <a:pt x="411366" y="550899"/>
                        <a:pt x="403510" y="548040"/>
                        <a:pt x="399225" y="541610"/>
                      </a:cubicBezTo>
                      <a:cubicBezTo>
                        <a:pt x="399225" y="541610"/>
                        <a:pt x="399225" y="541610"/>
                        <a:pt x="319237" y="408708"/>
                      </a:cubicBezTo>
                      <a:cubicBezTo>
                        <a:pt x="319237" y="408708"/>
                        <a:pt x="319237" y="408708"/>
                        <a:pt x="311381" y="424428"/>
                      </a:cubicBezTo>
                      <a:cubicBezTo>
                        <a:pt x="308524" y="429429"/>
                        <a:pt x="302811" y="432287"/>
                        <a:pt x="297097" y="432287"/>
                      </a:cubicBezTo>
                      <a:cubicBezTo>
                        <a:pt x="291384" y="432287"/>
                        <a:pt x="285671" y="429429"/>
                        <a:pt x="283528" y="423713"/>
                      </a:cubicBezTo>
                      <a:cubicBezTo>
                        <a:pt x="283528" y="423713"/>
                        <a:pt x="283528" y="423713"/>
                        <a:pt x="181401" y="220788"/>
                      </a:cubicBezTo>
                      <a:cubicBezTo>
                        <a:pt x="181401" y="220788"/>
                        <a:pt x="181401" y="220788"/>
                        <a:pt x="72132" y="64307"/>
                      </a:cubicBezTo>
                      <a:cubicBezTo>
                        <a:pt x="72132" y="64307"/>
                        <a:pt x="72132" y="64307"/>
                        <a:pt x="62134" y="50017"/>
                      </a:cubicBezTo>
                      <a:cubicBezTo>
                        <a:pt x="62134" y="50017"/>
                        <a:pt x="62134" y="50017"/>
                        <a:pt x="60705" y="48588"/>
                      </a:cubicBezTo>
                      <a:cubicBezTo>
                        <a:pt x="60705" y="48588"/>
                        <a:pt x="60705" y="48588"/>
                        <a:pt x="48564" y="32868"/>
                      </a:cubicBezTo>
                      <a:cubicBezTo>
                        <a:pt x="27853" y="32868"/>
                        <a:pt x="16426" y="32868"/>
                        <a:pt x="16426" y="32868"/>
                      </a:cubicBezTo>
                      <a:cubicBezTo>
                        <a:pt x="7856" y="32868"/>
                        <a:pt x="0" y="25723"/>
                        <a:pt x="0" y="16434"/>
                      </a:cubicBezTo>
                      <a:cubicBezTo>
                        <a:pt x="0" y="7145"/>
                        <a:pt x="7856" y="0"/>
                        <a:pt x="16426" y="0"/>
                      </a:cubicBezTo>
                      <a:close/>
                    </a:path>
                  </a:pathLst>
                </a:custGeom>
                <a:solidFill>
                  <a:srgbClr val="00607B"/>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sp>
        <p:nvSpPr>
          <p:cNvPr id="27" name="Foliennummernplatzhalter 26">
            <a:extLst>
              <a:ext uri="{FF2B5EF4-FFF2-40B4-BE49-F238E27FC236}">
                <a16:creationId xmlns:a16="http://schemas.microsoft.com/office/drawing/2014/main" id="{80589AA1-664F-4C39-BB1E-CFD83F61A910}"/>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BFA819C1-4341-839A-6AC3-E256F3EF0262}"/>
              </a:ext>
            </a:extLst>
          </p:cNvPr>
          <p:cNvSpPr txBox="1"/>
          <p:nvPr/>
        </p:nvSpPr>
        <p:spPr>
          <a:xfrm>
            <a:off x="4392011" y="1725153"/>
            <a:ext cx="7309500" cy="3508653"/>
          </a:xfrm>
          <a:prstGeom prst="rect">
            <a:avLst/>
          </a:prstGeom>
          <a:noFill/>
        </p:spPr>
        <p:txBody>
          <a:bodyPr wrap="square" lIns="91440" tIns="45720" rIns="91440" bIns="45720" anchor="t">
            <a:spAutoFit/>
          </a:bodyPr>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Process description:</a:t>
            </a: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Purchaser receives a notification for an assigned PR </a:t>
            </a:r>
            <a:r>
              <a:rPr lang="en-US" sz="1200">
                <a:solidFill>
                  <a:srgbClr val="000000"/>
                </a:solidFill>
                <a:latin typeface="Arial"/>
              </a:rPr>
              <a:t>via SAP BTP email notification. </a:t>
            </a:r>
            <a:r>
              <a:rPr kumimoji="0" lang="en-US" sz="1200" b="0" i="0" u="none" strike="noStrike" kern="1200" cap="none" spc="0" normalizeH="0" baseline="0" noProof="0">
                <a:ln>
                  <a:noFill/>
                </a:ln>
                <a:solidFill>
                  <a:srgbClr val="000000"/>
                </a:solidFill>
                <a:effectLst/>
                <a:uLnTx/>
                <a:uFillTx/>
                <a:latin typeface="Arial"/>
                <a:ea typeface="+mn-ea"/>
                <a:cs typeface="+mn-cs"/>
              </a:rPr>
              <a:t>The Link to the PR is part of this notification.</a:t>
            </a:r>
            <a:endParaRPr lang="en-US" sz="1200" b="0" i="0" u="none" strike="noStrike" kern="1200" cap="none" spc="0" normalizeH="0" baseline="0" noProof="0">
              <a:ln>
                <a:noFill/>
              </a:ln>
              <a:solidFill>
                <a:srgbClr val="000000"/>
              </a:solidFill>
              <a:effectLst/>
              <a:uLnTx/>
              <a:uFillTx/>
              <a:latin typeface="Arial"/>
              <a:cs typeface="Arial"/>
            </a:endParaRP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If the PR is not assigned to a supplier, the Purchaser determines the correct supplier (outside S4P) and updates the PR.</a:t>
            </a:r>
            <a:endParaRPr lang="en-US" sz="1200" b="0" i="0" u="none" strike="noStrike" kern="1200" cap="none" spc="0" normalizeH="0" baseline="0" noProof="0">
              <a:ln>
                <a:noFill/>
              </a:ln>
              <a:solidFill>
                <a:srgbClr val="000000"/>
              </a:solidFill>
              <a:effectLst/>
              <a:uLnTx/>
              <a:uFillTx/>
              <a:latin typeface="Arial"/>
              <a:cs typeface="Arial"/>
            </a:endParaRP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If the Requisitioners includes the correct supplier </a:t>
            </a:r>
            <a:r>
              <a:rPr lang="en-US" sz="1200">
                <a:solidFill>
                  <a:srgbClr val="000000"/>
                </a:solidFill>
                <a:latin typeface="Arial"/>
              </a:rPr>
              <a:t>number in the PR</a:t>
            </a:r>
            <a:r>
              <a:rPr kumimoji="0" lang="en-US" sz="1200" b="0" i="0" u="none" strike="noStrike" kern="1200" cap="none" spc="0" normalizeH="0" baseline="0" noProof="0">
                <a:ln>
                  <a:noFill/>
                </a:ln>
                <a:solidFill>
                  <a:srgbClr val="000000"/>
                </a:solidFill>
                <a:effectLst/>
                <a:uLnTx/>
                <a:uFillTx/>
                <a:latin typeface="Arial"/>
                <a:ea typeface="+mn-ea"/>
                <a:cs typeface="+mn-cs"/>
              </a:rPr>
              <a:t>, then the Purchaser can directly convert the PR to a PO in S4P via the Fiori App.</a:t>
            </a:r>
            <a:endParaRPr lang="en-US" sz="1200" b="0" i="0" u="none" strike="noStrike" kern="1200" cap="none" spc="0" normalizeH="0" baseline="0" noProof="0">
              <a:ln>
                <a:noFill/>
              </a:ln>
              <a:solidFill>
                <a:srgbClr val="000000"/>
              </a:solidFill>
              <a:effectLst/>
              <a:uLnTx/>
              <a:uFillTx/>
              <a:latin typeface="Arial"/>
              <a:cs typeface="Arial"/>
            </a:endParaRP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After creating the PO, the SAP BTP will send an acknowledgement notification to the Purchaser to check and confirm the PO data.</a:t>
            </a: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After the Purchaser confirmation, an automatic check on PO will be executed to determine </a:t>
            </a:r>
            <a:r>
              <a:rPr lang="en-US" sz="1200">
                <a:solidFill>
                  <a:srgbClr val="000000"/>
                </a:solidFill>
                <a:latin typeface="Arial"/>
              </a:rPr>
              <a:t>if a Procurement Expert approval is required or not</a:t>
            </a: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lang="en-US" sz="1200">
                <a:solidFill>
                  <a:srgbClr val="000000"/>
                </a:solidFill>
                <a:latin typeface="Arial"/>
              </a:rPr>
              <a:t>Procurement Expert is required, if the assigned individual Purchasing Group (</a:t>
            </a:r>
            <a:r>
              <a:rPr lang="en-US" sz="1200" err="1">
                <a:solidFill>
                  <a:srgbClr val="000000"/>
                </a:solidFill>
                <a:latin typeface="Arial"/>
              </a:rPr>
              <a:t>Ixx</a:t>
            </a:r>
            <a:r>
              <a:rPr lang="en-US" sz="1200">
                <a:solidFill>
                  <a:srgbClr val="000000"/>
                </a:solidFill>
                <a:latin typeface="Arial"/>
              </a:rPr>
              <a:t>) is not an Expert and the PO total value is higher than 50 </a:t>
            </a:r>
            <a:r>
              <a:rPr lang="en-US" sz="1200" err="1">
                <a:solidFill>
                  <a:srgbClr val="000000"/>
                </a:solidFill>
                <a:latin typeface="Arial"/>
              </a:rPr>
              <a:t>kEUR</a:t>
            </a:r>
            <a:r>
              <a:rPr lang="en-US" sz="1200">
                <a:solidFill>
                  <a:srgbClr val="000000"/>
                </a:solidFill>
                <a:latin typeface="Arial"/>
              </a:rPr>
              <a:t>.</a:t>
            </a:r>
            <a:endParaRPr lang="en-US" sz="1200">
              <a:solidFill>
                <a:srgbClr val="000000"/>
              </a:solidFill>
              <a:latin typeface="Arial"/>
              <a:cs typeface="Arial"/>
            </a:endParaRP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Procurement Expert </a:t>
            </a:r>
            <a:r>
              <a:rPr lang="en-US" sz="1200">
                <a:solidFill>
                  <a:srgbClr val="000000"/>
                </a:solidFill>
                <a:latin typeface="Arial"/>
              </a:rPr>
              <a:t>is doing a quality check of the PO in S4P and acknowledges it via SAP BTP email notification.</a:t>
            </a:r>
            <a:endParaRPr lang="en-US" sz="1200">
              <a:solidFill>
                <a:srgbClr val="000000"/>
              </a:solidFill>
              <a:latin typeface="Arial"/>
              <a:cs typeface="Arial"/>
            </a:endParaRPr>
          </a:p>
          <a:p>
            <a:pPr marL="228600" lvl="1" indent="-228600">
              <a:spcAft>
                <a:spcPct val="0"/>
              </a:spcAft>
              <a:buClr>
                <a:srgbClr val="009999"/>
              </a:buClr>
              <a:buFont typeface="+mj-lt"/>
              <a:buAutoNum type="arabicPeriod"/>
              <a:defRPr/>
            </a:pPr>
            <a:r>
              <a:rPr kumimoji="0" lang="en-US" sz="1200" b="0" i="0" u="none" strike="noStrike" kern="1200" cap="none" spc="0" normalizeH="0" baseline="0" noProof="0">
                <a:ln>
                  <a:noFill/>
                </a:ln>
                <a:solidFill>
                  <a:srgbClr val="000000"/>
                </a:solidFill>
                <a:effectLst/>
                <a:uLnTx/>
                <a:uFillTx/>
                <a:latin typeface="Arial"/>
                <a:ea typeface="+mn-ea"/>
                <a:cs typeface="+mn-cs"/>
              </a:rPr>
              <a:t>Afterwards the SAT approval is started for POs above </a:t>
            </a:r>
            <a:r>
              <a:rPr lang="en-US" sz="1200">
                <a:solidFill>
                  <a:srgbClr val="000000"/>
                </a:solidFill>
                <a:latin typeface="Arial"/>
              </a:rPr>
              <a:t>1 </a:t>
            </a:r>
            <a:r>
              <a:rPr lang="en-US" sz="1200" err="1">
                <a:solidFill>
                  <a:srgbClr val="000000"/>
                </a:solidFill>
                <a:latin typeface="Arial"/>
              </a:rPr>
              <a:t>kEUR</a:t>
            </a:r>
            <a:r>
              <a:rPr lang="en-US" sz="1200">
                <a:solidFill>
                  <a:srgbClr val="000000"/>
                </a:solidFill>
                <a:latin typeface="Arial"/>
              </a:rPr>
              <a:t> for maximum 2 approval levels (Functional and Commercial).</a:t>
            </a:r>
            <a:endParaRPr lang="en-US" sz="1200" b="0" i="0" u="none" strike="noStrike" kern="1200" cap="none" spc="0" normalizeH="0" baseline="0" noProof="0">
              <a:ln>
                <a:noFill/>
              </a:ln>
              <a:solidFill>
                <a:srgbClr val="000000"/>
              </a:solidFill>
              <a:effectLst/>
              <a:uLnTx/>
              <a:uFillTx/>
              <a:latin typeface="Arial"/>
              <a:cs typeface="Arial"/>
            </a:endParaRP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4" name="Footer Placeholder 2">
            <a:extLst>
              <a:ext uri="{FF2B5EF4-FFF2-40B4-BE49-F238E27FC236}">
                <a16:creationId xmlns:a16="http://schemas.microsoft.com/office/drawing/2014/main" id="{BF96C469-1780-0CAD-DE9F-9FEF36B90EFE}"/>
              </a:ext>
            </a:extLst>
          </p:cNvPr>
          <p:cNvSpPr>
            <a:spLocks noGrp="1"/>
          </p:cNvSpPr>
          <p:nvPr>
            <p:ph type="ftr" sz="quarter" idx="10"/>
          </p:nvPr>
        </p:nvSpPr>
        <p:spPr>
          <a:xfrm>
            <a:off x="1059160" y="6310800"/>
            <a:ext cx="9216000" cy="547200"/>
          </a:xfrm>
        </p:spPr>
        <p:txBody>
          <a:bodyPr/>
          <a:lstStyle/>
          <a:p>
            <a:pPr>
              <a:defRPr/>
            </a:pPr>
            <a:r>
              <a:rPr lang="en-US">
                <a:solidFill>
                  <a:prstClr val="white"/>
                </a:solidFill>
                <a:effectLst>
                  <a:outerShdw blurRad="50800" dist="50800" dir="5400000" algn="ctr" rotWithShape="0">
                    <a:schemeClr val="tx2"/>
                  </a:outerShdw>
                </a:effectLst>
                <a:latin typeface="Arial"/>
              </a:rPr>
              <a:t>Restricted | © Siemens 2025 | SHERPA X | Governance Foundation | P2P SRE Direct X</a:t>
            </a:r>
          </a:p>
        </p:txBody>
      </p:sp>
      <p:sp>
        <p:nvSpPr>
          <p:cNvPr id="8" name="TextBox 7">
            <a:extLst>
              <a:ext uri="{FF2B5EF4-FFF2-40B4-BE49-F238E27FC236}">
                <a16:creationId xmlns:a16="http://schemas.microsoft.com/office/drawing/2014/main" id="{74FFB5CD-833E-9016-CE57-97ECB690C5B0}"/>
              </a:ext>
            </a:extLst>
          </p:cNvPr>
          <p:cNvSpPr txBox="1"/>
          <p:nvPr/>
        </p:nvSpPr>
        <p:spPr>
          <a:xfrm rot="603247">
            <a:off x="8495278" y="843539"/>
            <a:ext cx="3445367" cy="276999"/>
          </a:xfrm>
          <a:prstGeom prst="rect">
            <a:avLst/>
          </a:prstGeom>
          <a:solidFill>
            <a:srgbClr val="FF9000"/>
          </a:solidFill>
        </p:spPr>
        <p:txBody>
          <a:bodyPr wrap="none" lIns="0" tIns="0" rIns="0" bIns="0" rtlCol="0">
            <a:spAutoFit/>
          </a:bodyPr>
          <a:lstStyle/>
          <a:p>
            <a:pPr algn="l"/>
            <a:r>
              <a:rPr lang="en-US"/>
              <a:t>UPDATED on 30.01 by Mahmoud</a:t>
            </a:r>
            <a:endParaRPr lang="en-DE"/>
          </a:p>
        </p:txBody>
      </p:sp>
      <p:sp>
        <p:nvSpPr>
          <p:cNvPr id="15" name="TextBox 14">
            <a:extLst>
              <a:ext uri="{FF2B5EF4-FFF2-40B4-BE49-F238E27FC236}">
                <a16:creationId xmlns:a16="http://schemas.microsoft.com/office/drawing/2014/main" id="{79D32E80-CE00-4B8A-A5BB-9F94A1BF6003}"/>
              </a:ext>
            </a:extLst>
          </p:cNvPr>
          <p:cNvSpPr txBox="1"/>
          <p:nvPr/>
        </p:nvSpPr>
        <p:spPr>
          <a:xfrm>
            <a:off x="5939308" y="1419105"/>
            <a:ext cx="4437112" cy="276999"/>
          </a:xfrm>
          <a:prstGeom prst="rect">
            <a:avLst/>
          </a:prstGeom>
          <a:noFill/>
        </p:spPr>
        <p:txBody>
          <a:bodyPr wrap="none" lIns="0" tIns="0" rIns="0" bIns="0" rtlCol="0">
            <a:spAutoFit/>
          </a:bodyPr>
          <a:lstStyle/>
          <a:p>
            <a:pPr algn="l"/>
            <a:r>
              <a:rPr lang="en-US">
                <a:solidFill>
                  <a:schemeClr val="tx1"/>
                </a:solidFill>
                <a:highlight>
                  <a:srgbClr val="BA11C5"/>
                </a:highlight>
              </a:rPr>
              <a:t>How to determine the Procurement Expert?</a:t>
            </a:r>
            <a:endParaRPr lang="en-DE">
              <a:solidFill>
                <a:schemeClr val="tx1"/>
              </a:solidFill>
              <a:highlight>
                <a:srgbClr val="BA11C5"/>
              </a:highlight>
            </a:endParaRPr>
          </a:p>
        </p:txBody>
      </p:sp>
    </p:spTree>
    <p:extLst>
      <p:ext uri="{BB962C8B-B14F-4D97-AF65-F5344CB8AC3E}">
        <p14:creationId xmlns:p14="http://schemas.microsoft.com/office/powerpoint/2010/main" val="1280599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07E86FF0-4AF7-63C9-31FD-9838BD8BC8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4" name="Object 13" hidden="1">
                        <a:extLst>
                          <a:ext uri="{FF2B5EF4-FFF2-40B4-BE49-F238E27FC236}">
                            <a16:creationId xmlns:a16="http://schemas.microsoft.com/office/drawing/2014/main" id="{07E86FF0-4AF7-63C9-31FD-9838BD8BC83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Inhaltsplatzhalter 2">
            <a:extLst>
              <a:ext uri="{FF2B5EF4-FFF2-40B4-BE49-F238E27FC236}">
                <a16:creationId xmlns:a16="http://schemas.microsoft.com/office/drawing/2014/main" id="{AAF67409-A46B-DF6A-2328-66A69456F28D}"/>
              </a:ext>
            </a:extLst>
          </p:cNvPr>
          <p:cNvSpPr txBox="1">
            <a:spLocks/>
          </p:cNvSpPr>
          <p:nvPr/>
        </p:nvSpPr>
        <p:spPr>
          <a:xfrm>
            <a:off x="4219575" y="1247118"/>
            <a:ext cx="7654373" cy="4960806"/>
          </a:xfrm>
          <a:prstGeom prst="rect">
            <a:avLst/>
          </a:prstGeom>
          <a:solidFill>
            <a:srgbClr val="DFDFD9"/>
          </a:solidFill>
        </p:spPr>
        <p:txBody>
          <a:bodyPr vert="horz" lIns="109728" tIns="109728" rIns="109728" bIns="109728" rtlCol="0" anchor="t">
            <a:noAutofit/>
          </a:bodyPr>
          <a:lstStyle>
            <a:defPPr>
              <a:defRPr lang="en-US"/>
            </a:defPPr>
            <a:lvl1pPr indent="0">
              <a:lnSpc>
                <a:spcPct val="110000"/>
              </a:lnSpc>
              <a:spcBef>
                <a:spcPts val="0"/>
              </a:spcBef>
              <a:spcAft>
                <a:spcPts val="300"/>
              </a:spcAft>
              <a:buFont typeface="Arial" panose="020B0604020202020204" pitchFamily="34" charset="0"/>
              <a:buNone/>
            </a:lvl1pPr>
            <a:lvl2pPr marL="0" lvl="1" indent="0">
              <a:lnSpc>
                <a:spcPct val="110000"/>
              </a:lnSpc>
              <a:spcBef>
                <a:spcPts val="0"/>
              </a:spcBef>
              <a:spcAft>
                <a:spcPts val="300"/>
              </a:spcAft>
              <a:buClr>
                <a:schemeClr val="accent1"/>
              </a:buClr>
              <a:buFont typeface="Arial" panose="020B0604020202020204" pitchFamily="34" charset="0"/>
              <a:buNone/>
              <a:defRPr sz="1400" b="1">
                <a:solidFill>
                  <a:schemeClr val="tx2"/>
                </a:solidFill>
              </a:defRPr>
            </a:lvl2pPr>
            <a:lvl3pPr marL="360000" indent="-180000">
              <a:lnSpc>
                <a:spcPct val="110000"/>
              </a:lnSpc>
              <a:spcBef>
                <a:spcPts val="0"/>
              </a:spcBef>
              <a:spcAft>
                <a:spcPts val="300"/>
              </a:spcAft>
              <a:buClr>
                <a:schemeClr val="accent1"/>
              </a:buClr>
              <a:buFont typeface="Arial" panose="020B0604020202020204" pitchFamily="34" charset="0"/>
              <a:buChar char="•"/>
            </a:lvl3pPr>
            <a:lvl4pPr marL="540000" indent="-180000">
              <a:lnSpc>
                <a:spcPct val="110000"/>
              </a:lnSpc>
              <a:spcBef>
                <a:spcPts val="0"/>
              </a:spcBef>
              <a:spcAft>
                <a:spcPts val="300"/>
              </a:spcAft>
              <a:buClr>
                <a:schemeClr val="accent1"/>
              </a:buClr>
              <a:buFont typeface="Arial" panose="020B0604020202020204" pitchFamily="34" charset="0"/>
              <a:buChar char="•"/>
            </a:lvl4pPr>
            <a:lvl5pPr marL="720000" indent="-180000">
              <a:lnSpc>
                <a:spcPct val="110000"/>
              </a:lnSpc>
              <a:spcBef>
                <a:spcPts val="0"/>
              </a:spcBef>
              <a:spcAft>
                <a:spcPts val="300"/>
              </a:spcAft>
              <a:buClr>
                <a:schemeClr val="accent1"/>
              </a:buClr>
              <a:buFont typeface="Arial" panose="020B0604020202020204" pitchFamily="34" charset="0"/>
              <a:buChar char="•"/>
            </a:lvl5pPr>
            <a:lvl6pPr marL="900000" indent="-180000">
              <a:lnSpc>
                <a:spcPct val="110000"/>
              </a:lnSpc>
              <a:spcBef>
                <a:spcPts val="0"/>
              </a:spcBef>
              <a:spcAft>
                <a:spcPts val="300"/>
              </a:spcAft>
              <a:buClr>
                <a:schemeClr val="accent1"/>
              </a:buClr>
              <a:buFont typeface="Arial" panose="020B0604020202020204" pitchFamily="34" charset="0"/>
              <a:buChar char="•"/>
            </a:lvl6pPr>
            <a:lvl7pPr marL="1080000" indent="-180000">
              <a:lnSpc>
                <a:spcPct val="110000"/>
              </a:lnSpc>
              <a:spcBef>
                <a:spcPts val="0"/>
              </a:spcBef>
              <a:spcAft>
                <a:spcPts val="300"/>
              </a:spcAft>
              <a:buClr>
                <a:schemeClr val="accent1"/>
              </a:buClr>
              <a:buFont typeface="Arial" panose="020B0604020202020204" pitchFamily="34" charset="0"/>
              <a:buChar char="•"/>
            </a:lvl7pPr>
            <a:lvl8pPr marL="1260000" indent="-180000">
              <a:lnSpc>
                <a:spcPct val="110000"/>
              </a:lnSpc>
              <a:spcBef>
                <a:spcPts val="0"/>
              </a:spcBef>
              <a:spcAft>
                <a:spcPts val="300"/>
              </a:spcAft>
              <a:buClr>
                <a:schemeClr val="accent1"/>
              </a:buClr>
              <a:buFont typeface="Arial" panose="020B0604020202020204" pitchFamily="34" charset="0"/>
              <a:buChar char="•"/>
            </a:lvl8pPr>
            <a:lvl9pPr marL="1440000" indent="-180000">
              <a:lnSpc>
                <a:spcPct val="110000"/>
              </a:lnSpc>
              <a:spcBef>
                <a:spcPts val="0"/>
              </a:spcBef>
              <a:spcAft>
                <a:spcPts val="300"/>
              </a:spcAft>
              <a:buClr>
                <a:schemeClr val="accent1"/>
              </a:buClr>
              <a:buFont typeface="Arial" panose="020B0604020202020204" pitchFamily="34" charset="0"/>
              <a:buChar char="•"/>
            </a:lvl9pPr>
          </a:lstStyle>
          <a:p>
            <a:pPr marL="0" marR="0" lvl="0" indent="0" algn="l" defTabSz="914400" rtl="0" eaLnBrk="1" fontAlgn="auto" latinLnBrk="0" hangingPunct="1">
              <a:lnSpc>
                <a:spcPct val="110000"/>
              </a:lnSpc>
              <a:spcBef>
                <a:spcPts val="0"/>
              </a:spcBef>
              <a:spcAft>
                <a:spcPts val="300"/>
              </a:spcAft>
              <a:buClrTx/>
              <a:buSzTx/>
              <a:buFont typeface="Arial" panose="020B0604020202020204" pitchFamily="34" charset="0"/>
              <a:buNone/>
              <a:tabLst/>
              <a:defRPr/>
            </a:pPr>
            <a:r>
              <a:rPr kumimoji="0" lang="en-US" sz="1800" b="1" i="0" u="none" strike="noStrike" kern="1200" cap="none" spc="0" normalizeH="0" baseline="0" noProof="0">
                <a:ln>
                  <a:noFill/>
                </a:ln>
                <a:solidFill>
                  <a:srgbClr val="000028"/>
                </a:solidFill>
                <a:effectLst/>
                <a:uLnTx/>
                <a:uFillTx/>
                <a:latin typeface="Arial"/>
                <a:ea typeface="+mn-ea"/>
                <a:cs typeface="+mn-cs"/>
              </a:rPr>
              <a:t>Details</a:t>
            </a:r>
            <a:endParaRPr kumimoji="0" lang="en-US" sz="1800" b="0" i="0" u="none" strike="noStrike" kern="1200" cap="none" spc="0" normalizeH="0" baseline="0" noProof="0">
              <a:ln>
                <a:noFill/>
              </a:ln>
              <a:solidFill>
                <a:srgbClr val="000028"/>
              </a:solidFill>
              <a:effectLst/>
              <a:uLnTx/>
              <a:uFillTx/>
              <a:latin typeface="Arial"/>
              <a:ea typeface="+mn-ea"/>
              <a:cs typeface="+mn-cs"/>
            </a:endParaRPr>
          </a:p>
        </p:txBody>
      </p:sp>
      <p:sp>
        <p:nvSpPr>
          <p:cNvPr id="25" name="Titel 24">
            <a:extLst>
              <a:ext uri="{FF2B5EF4-FFF2-40B4-BE49-F238E27FC236}">
                <a16:creationId xmlns:a16="http://schemas.microsoft.com/office/drawing/2014/main" id="{22F4FF54-D55A-8E8C-1BCC-0FF9E4973F9A}"/>
              </a:ext>
            </a:extLst>
          </p:cNvPr>
          <p:cNvSpPr>
            <a:spLocks noGrp="1"/>
          </p:cNvSpPr>
          <p:nvPr>
            <p:ph type="title"/>
          </p:nvPr>
        </p:nvSpPr>
        <p:spPr>
          <a:xfrm>
            <a:off x="410400" y="478800"/>
            <a:ext cx="10383445" cy="576000"/>
          </a:xfrm>
        </p:spPr>
        <p:txBody>
          <a:bodyPr/>
          <a:lstStyle/>
          <a:p>
            <a:endParaRPr lang="en-US"/>
          </a:p>
        </p:txBody>
      </p:sp>
      <p:sp>
        <p:nvSpPr>
          <p:cNvPr id="21" name="NavigationTriangle">
            <a:extLst>
              <a:ext uri="{FF2B5EF4-FFF2-40B4-BE49-F238E27FC236}">
                <a16:creationId xmlns:a16="http://schemas.microsoft.com/office/drawing/2014/main" id="{BF127E96-5C77-2F9B-A85E-DD86F5B52EF9}"/>
              </a:ext>
            </a:extLst>
          </p:cNvPr>
          <p:cNvSpPr/>
          <p:nvPr/>
        </p:nvSpPr>
        <p:spPr>
          <a:xfrm rot="10800000">
            <a:off x="0" y="0"/>
            <a:ext cx="796833" cy="829249"/>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9769214D-1D5E-B7A2-7200-C3830B0FD5CD}"/>
              </a:ext>
            </a:extLst>
          </p:cNvPr>
          <p:cNvSpPr/>
          <p:nvPr/>
        </p:nvSpPr>
        <p:spPr>
          <a:xfrm>
            <a:off x="4059580" y="489636"/>
            <a:ext cx="6734265" cy="649480"/>
          </a:xfrm>
          <a:prstGeom prst="rect">
            <a:avLst/>
          </a:prstGeom>
          <a:noFill/>
          <a:ln w="38100" cap="flat" cmpd="sng" algn="ctr">
            <a:solidFill>
              <a:srgbClr val="009999"/>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chorCtr="0">
            <a:noAutofit/>
          </a:bodyPr>
          <a:lstStyle/>
          <a:p>
            <a:pPr marL="26670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a:ea typeface="+mn-ea"/>
                <a:cs typeface="+mn-cs"/>
              </a:rPr>
              <a:t>Harmonized approver determination via Signature Authorization Tool (SAT) and parallel approval workflows</a:t>
            </a:r>
          </a:p>
        </p:txBody>
      </p:sp>
      <p:sp>
        <p:nvSpPr>
          <p:cNvPr id="17" name="Rectangle 8">
            <a:extLst>
              <a:ext uri="{FF2B5EF4-FFF2-40B4-BE49-F238E27FC236}">
                <a16:creationId xmlns:a16="http://schemas.microsoft.com/office/drawing/2014/main" id="{1F1FDD74-0A53-2D2A-9477-3BD1764BEAD5}"/>
              </a:ext>
            </a:extLst>
          </p:cNvPr>
          <p:cNvSpPr/>
          <p:nvPr/>
        </p:nvSpPr>
        <p:spPr>
          <a:xfrm>
            <a:off x="431502" y="1344765"/>
            <a:ext cx="3219451" cy="276999"/>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rial"/>
                <a:ea typeface="+mn-ea"/>
                <a:cs typeface="+mn-cs"/>
              </a:rPr>
              <a:t>Feature Abstract &amp; Rationale</a:t>
            </a:r>
            <a:endParaRPr kumimoji="0" lang="en-US" sz="1800" b="1" i="0" u="none" strike="noStrike" kern="1200" cap="none" spc="0" normalizeH="0" baseline="0" noProof="0">
              <a:ln>
                <a:noFill/>
              </a:ln>
              <a:solidFill>
                <a:prstClr val="white"/>
              </a:solidFill>
              <a:effectLst/>
              <a:uLnTx/>
              <a:uFillTx/>
              <a:latin typeface="Arial"/>
              <a:ea typeface="+mn-ea"/>
              <a:cs typeface="Arial"/>
            </a:endParaRPr>
          </a:p>
        </p:txBody>
      </p:sp>
      <p:cxnSp>
        <p:nvCxnSpPr>
          <p:cNvPr id="52" name="Straight Connector 5">
            <a:extLst>
              <a:ext uri="{FF2B5EF4-FFF2-40B4-BE49-F238E27FC236}">
                <a16:creationId xmlns:a16="http://schemas.microsoft.com/office/drawing/2014/main" id="{4FE00619-AA6A-6D95-4623-2162FFF2F05C}"/>
              </a:ext>
            </a:extLst>
          </p:cNvPr>
          <p:cNvCxnSpPr>
            <a:cxnSpLocks/>
          </p:cNvCxnSpPr>
          <p:nvPr/>
        </p:nvCxnSpPr>
        <p:spPr>
          <a:xfrm>
            <a:off x="410400" y="1623613"/>
            <a:ext cx="3471182" cy="0"/>
          </a:xfrm>
          <a:prstGeom prst="line">
            <a:avLst/>
          </a:prstGeom>
          <a:ln w="19050" cap="flat" cmpd="sng" algn="ctr">
            <a:solidFill>
              <a:schemeClr val="bg1"/>
            </a:solidFill>
            <a:prstDash val="solid"/>
            <a:round/>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68" name="Rectangle 3">
            <a:extLst>
              <a:ext uri="{FF2B5EF4-FFF2-40B4-BE49-F238E27FC236}">
                <a16:creationId xmlns:a16="http://schemas.microsoft.com/office/drawing/2014/main" id="{4AB5F5D7-34CD-F96D-8B59-1700867FD4EE}"/>
              </a:ext>
            </a:extLst>
          </p:cNvPr>
          <p:cNvSpPr/>
          <p:nvPr/>
        </p:nvSpPr>
        <p:spPr>
          <a:xfrm>
            <a:off x="410399" y="1623613"/>
            <a:ext cx="3542475" cy="2934650"/>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109728" rIns="0" bIns="0" rtlCol="0" anchor="t"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rPr>
              <a:t>New SAT is incorporated in S4P and as well in (SRE) Direct X and acts as single source of truth</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rPr>
              <a:t>SAT is a global tool and contains the Approvers per Company Code, Profit Center and Cost Center based on the Limits of Authorization (</a:t>
            </a:r>
            <a:r>
              <a:rPr kumimoji="0" lang="en-US" sz="1600" b="0" i="0" u="none" strike="noStrike" kern="1200" cap="none" spc="0" normalizeH="0" baseline="0" noProof="0" err="1">
                <a:ln>
                  <a:noFill/>
                </a:ln>
                <a:solidFill>
                  <a:prstClr val="white"/>
                </a:solidFill>
                <a:effectLst/>
                <a:uLnTx/>
                <a:uFillTx/>
                <a:latin typeface="Arial"/>
                <a:ea typeface="+mn-ea"/>
                <a:cs typeface="+mn-cs"/>
              </a:rPr>
              <a:t>LoA</a:t>
            </a:r>
            <a:r>
              <a:rPr kumimoji="0" lang="en-US" sz="1600" b="0" i="0" u="none" strike="noStrike" kern="1200" cap="none" spc="0" normalizeH="0" baseline="0" noProof="0">
                <a:ln>
                  <a:noFill/>
                </a:ln>
                <a:solidFill>
                  <a:prstClr val="white"/>
                </a:solidFill>
                <a:effectLst/>
                <a:uLnTx/>
                <a:uFillTx/>
                <a:latin typeface="Arial"/>
                <a:ea typeface="+mn-ea"/>
                <a:cs typeface="+mn-cs"/>
              </a:rPr>
              <a:t>)</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rPr>
              <a:t>For POs with a value above 50 </a:t>
            </a:r>
            <a:r>
              <a:rPr kumimoji="0" lang="en-US" sz="1600" b="0" i="0" u="none" strike="noStrike" kern="1200" cap="none" spc="0" normalizeH="0" baseline="0" noProof="0" err="1">
                <a:ln>
                  <a:noFill/>
                </a:ln>
                <a:solidFill>
                  <a:prstClr val="white"/>
                </a:solidFill>
                <a:effectLst/>
                <a:uLnTx/>
                <a:uFillTx/>
                <a:latin typeface="Arial"/>
                <a:ea typeface="+mn-ea"/>
                <a:cs typeface="+mn-cs"/>
              </a:rPr>
              <a:t>kEUR</a:t>
            </a:r>
            <a:r>
              <a:rPr kumimoji="0" lang="en-US" sz="1600" b="0" i="0" u="none" strike="noStrike" kern="1200" cap="none" spc="0" normalizeH="0" baseline="0" noProof="0">
                <a:ln>
                  <a:noFill/>
                </a:ln>
                <a:solidFill>
                  <a:prstClr val="white"/>
                </a:solidFill>
                <a:effectLst/>
                <a:uLnTx/>
                <a:uFillTx/>
                <a:latin typeface="Arial"/>
                <a:ea typeface="+mn-ea"/>
                <a:cs typeface="+mn-cs"/>
              </a:rPr>
              <a:t>, 2 approvals per PO are required. </a:t>
            </a:r>
            <a:r>
              <a:rPr lang="en-US" sz="1600">
                <a:solidFill>
                  <a:prstClr val="white"/>
                </a:solidFill>
                <a:latin typeface="Arial"/>
              </a:rPr>
              <a:t>T</a:t>
            </a:r>
            <a:r>
              <a:rPr kumimoji="0" lang="en-US" sz="1600" b="0" i="0" u="none" strike="noStrike" kern="1200" cap="none" spc="0" normalizeH="0" baseline="0" noProof="0">
                <a:ln>
                  <a:noFill/>
                </a:ln>
                <a:solidFill>
                  <a:prstClr val="white"/>
                </a:solidFill>
                <a:effectLst/>
                <a:uLnTx/>
                <a:uFillTx/>
                <a:latin typeface="Arial"/>
                <a:ea typeface="+mn-ea"/>
                <a:cs typeface="+mn-cs"/>
              </a:rPr>
              <a:t>hose will run in parallel.</a:t>
            </a:r>
          </a:p>
          <a:p>
            <a:pPr marL="0" marR="0" lvl="1" algn="l" defTabSz="914400" rtl="0" eaLnBrk="1" fontAlgn="auto" latinLnBrk="0" hangingPunct="1">
              <a:lnSpc>
                <a:spcPct val="100000"/>
              </a:lnSpc>
              <a:spcBef>
                <a:spcPts val="300"/>
              </a:spcBef>
              <a:spcAft>
                <a:spcPct val="0"/>
              </a:spcAft>
              <a:buClr>
                <a:srgbClr val="009999"/>
              </a:buClr>
              <a:buSzTx/>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2" name="Arrow: Pentagon 58">
            <a:extLst>
              <a:ext uri="{FF2B5EF4-FFF2-40B4-BE49-F238E27FC236}">
                <a16:creationId xmlns:a16="http://schemas.microsoft.com/office/drawing/2014/main" id="{DAD4BC89-1139-9D99-6E0A-10F66D3DBD79}"/>
              </a:ext>
            </a:extLst>
          </p:cNvPr>
          <p:cNvSpPr/>
          <p:nvPr/>
        </p:nvSpPr>
        <p:spPr>
          <a:xfrm>
            <a:off x="509427" y="489636"/>
            <a:ext cx="3875965" cy="649480"/>
          </a:xfrm>
          <a:prstGeom prst="homePlate">
            <a:avLst>
              <a:gd name="adj" fmla="val 38737"/>
            </a:avLst>
          </a:prstGeom>
          <a:solidFill>
            <a:srgbClr val="009999"/>
          </a:solidFill>
          <a:ln w="1905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457200" tIns="109728" rIns="109728" bIns="109728"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rial"/>
                <a:ea typeface="+mn-ea"/>
                <a:cs typeface="+mn-cs"/>
              </a:rPr>
              <a:t>Purchase Order Approval</a:t>
            </a:r>
          </a:p>
        </p:txBody>
      </p:sp>
      <p:sp>
        <p:nvSpPr>
          <p:cNvPr id="39" name="Rectangle 7">
            <a:extLst>
              <a:ext uri="{FF2B5EF4-FFF2-40B4-BE49-F238E27FC236}">
                <a16:creationId xmlns:a16="http://schemas.microsoft.com/office/drawing/2014/main" id="{E8496658-1BEF-BE7F-2B03-878CB6C0F56B}"/>
              </a:ext>
            </a:extLst>
          </p:cNvPr>
          <p:cNvSpPr/>
          <p:nvPr/>
        </p:nvSpPr>
        <p:spPr>
          <a:xfrm>
            <a:off x="4385392" y="1704976"/>
            <a:ext cx="7309501" cy="4389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109728" rIns="109728" bIns="109728"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a:ea typeface="+mn-ea"/>
                <a:cs typeface="+mn-cs"/>
              </a:rPr>
              <a:t>Decided PO Approval Cornerstones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Harmonized PO Approver determination via SAT based on Company Code, Profit Center and Cost Center</a:t>
            </a:r>
          </a:p>
        </p:txBody>
      </p:sp>
      <p:grpSp>
        <p:nvGrpSpPr>
          <p:cNvPr id="5" name="Gruppieren 4">
            <a:extLst>
              <a:ext uri="{FF2B5EF4-FFF2-40B4-BE49-F238E27FC236}">
                <a16:creationId xmlns:a16="http://schemas.microsoft.com/office/drawing/2014/main" id="{852BA4AB-1CF2-46AA-7685-F3E1E9FB4E8B}"/>
              </a:ext>
            </a:extLst>
          </p:cNvPr>
          <p:cNvGrpSpPr/>
          <p:nvPr/>
        </p:nvGrpSpPr>
        <p:grpSpPr>
          <a:xfrm>
            <a:off x="186665" y="489636"/>
            <a:ext cx="639458" cy="649480"/>
            <a:chOff x="186665" y="489636"/>
            <a:chExt cx="639458" cy="649480"/>
          </a:xfrm>
        </p:grpSpPr>
        <p:sp>
          <p:nvSpPr>
            <p:cNvPr id="6" name="Oval 29">
              <a:extLst>
                <a:ext uri="{FF2B5EF4-FFF2-40B4-BE49-F238E27FC236}">
                  <a16:creationId xmlns:a16="http://schemas.microsoft.com/office/drawing/2014/main" id="{6FDE77DB-3359-7B20-3D48-7D80039CB6B4}"/>
                </a:ext>
              </a:extLst>
            </p:cNvPr>
            <p:cNvSpPr/>
            <p:nvPr/>
          </p:nvSpPr>
          <p:spPr>
            <a:xfrm>
              <a:off x="186665" y="489636"/>
              <a:ext cx="639458" cy="649480"/>
            </a:xfrm>
            <a:prstGeom prst="ellipse">
              <a:avLst/>
            </a:prstGeom>
            <a:solidFill>
              <a:schemeClr val="bg1"/>
            </a:solidFill>
            <a:ln w="3810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grpSp>
          <p:nvGrpSpPr>
            <p:cNvPr id="9" name="bcgIcons_Iceberg ">
              <a:extLst>
                <a:ext uri="{FF2B5EF4-FFF2-40B4-BE49-F238E27FC236}">
                  <a16:creationId xmlns:a16="http://schemas.microsoft.com/office/drawing/2014/main" id="{DE8C0249-C00E-6A24-FF1A-6B79A6C779BF}"/>
                </a:ext>
              </a:extLst>
            </p:cNvPr>
            <p:cNvGrpSpPr>
              <a:grpSpLocks noChangeAspect="1"/>
            </p:cNvGrpSpPr>
            <p:nvPr/>
          </p:nvGrpSpPr>
          <p:grpSpPr>
            <a:xfrm>
              <a:off x="193456" y="503931"/>
              <a:ext cx="625877" cy="620890"/>
              <a:chOff x="5272881" y="2605881"/>
              <a:chExt cx="1646238" cy="1646237"/>
            </a:xfrm>
          </p:grpSpPr>
          <p:sp>
            <p:nvSpPr>
              <p:cNvPr id="10" name="AutoShape 3">
                <a:extLst>
                  <a:ext uri="{FF2B5EF4-FFF2-40B4-BE49-F238E27FC236}">
                    <a16:creationId xmlns:a16="http://schemas.microsoft.com/office/drawing/2014/main" id="{531EBE13-93F6-C3A4-2F0B-D13A46A59B9D}"/>
                  </a:ext>
                </a:extLst>
              </p:cNvPr>
              <p:cNvSpPr>
                <a:spLocks noChangeAspect="1" noChangeArrowheads="1" noTextEdit="1"/>
              </p:cNvSpPr>
              <p:nvPr/>
            </p:nvSpPr>
            <p:spPr bwMode="auto">
              <a:xfrm>
                <a:off x="5272881" y="2605881"/>
                <a:ext cx="1646238"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2" name="Group 32">
                <a:extLst>
                  <a:ext uri="{FF2B5EF4-FFF2-40B4-BE49-F238E27FC236}">
                    <a16:creationId xmlns:a16="http://schemas.microsoft.com/office/drawing/2014/main" id="{0A7B39FD-066A-F6A1-DCA5-1A71CA2853E6}"/>
                  </a:ext>
                </a:extLst>
              </p:cNvPr>
              <p:cNvGrpSpPr/>
              <p:nvPr/>
            </p:nvGrpSpPr>
            <p:grpSpPr>
              <a:xfrm>
                <a:off x="5526881" y="2774156"/>
                <a:ext cx="1139825" cy="1308100"/>
                <a:chOff x="5526881" y="2774156"/>
                <a:chExt cx="1139825" cy="1308100"/>
              </a:xfrm>
            </p:grpSpPr>
            <p:sp>
              <p:nvSpPr>
                <p:cNvPr id="13" name="Freeform 10">
                  <a:extLst>
                    <a:ext uri="{FF2B5EF4-FFF2-40B4-BE49-F238E27FC236}">
                      <a16:creationId xmlns:a16="http://schemas.microsoft.com/office/drawing/2014/main" id="{0DAB9CF7-F8EF-D058-96AD-DB1C363148B3}"/>
                    </a:ext>
                  </a:extLst>
                </p:cNvPr>
                <p:cNvSpPr>
                  <a:spLocks/>
                </p:cNvSpPr>
                <p:nvPr/>
              </p:nvSpPr>
              <p:spPr bwMode="auto">
                <a:xfrm>
                  <a:off x="5606256" y="2774156"/>
                  <a:ext cx="981075" cy="517525"/>
                </a:xfrm>
                <a:custGeom>
                  <a:avLst/>
                  <a:gdLst>
                    <a:gd name="T0" fmla="*/ 1194 w 1374"/>
                    <a:gd name="T1" fmla="*/ 534 h 724"/>
                    <a:gd name="T2" fmla="*/ 1108 w 1374"/>
                    <a:gd name="T3" fmla="*/ 422 h 724"/>
                    <a:gd name="T4" fmla="*/ 1106 w 1374"/>
                    <a:gd name="T5" fmla="*/ 420 h 724"/>
                    <a:gd name="T6" fmla="*/ 914 w 1374"/>
                    <a:gd name="T7" fmla="*/ 224 h 724"/>
                    <a:gd name="T8" fmla="*/ 898 w 1374"/>
                    <a:gd name="T9" fmla="*/ 217 h 724"/>
                    <a:gd name="T10" fmla="*/ 898 w 1374"/>
                    <a:gd name="T11" fmla="*/ 217 h 724"/>
                    <a:gd name="T12" fmla="*/ 882 w 1374"/>
                    <a:gd name="T13" fmla="*/ 224 h 724"/>
                    <a:gd name="T14" fmla="*/ 862 w 1374"/>
                    <a:gd name="T15" fmla="*/ 244 h 724"/>
                    <a:gd name="T16" fmla="*/ 727 w 1374"/>
                    <a:gd name="T17" fmla="*/ 11 h 724"/>
                    <a:gd name="T18" fmla="*/ 709 w 1374"/>
                    <a:gd name="T19" fmla="*/ 0 h 724"/>
                    <a:gd name="T20" fmla="*/ 690 w 1374"/>
                    <a:gd name="T21" fmla="*/ 9 h 724"/>
                    <a:gd name="T22" fmla="*/ 518 w 1374"/>
                    <a:gd name="T23" fmla="*/ 237 h 724"/>
                    <a:gd name="T24" fmla="*/ 477 w 1374"/>
                    <a:gd name="T25" fmla="*/ 224 h 724"/>
                    <a:gd name="T26" fmla="*/ 453 w 1374"/>
                    <a:gd name="T27" fmla="*/ 230 h 724"/>
                    <a:gd name="T28" fmla="*/ 336 w 1374"/>
                    <a:gd name="T29" fmla="*/ 374 h 724"/>
                    <a:gd name="T30" fmla="*/ 322 w 1374"/>
                    <a:gd name="T31" fmla="*/ 356 h 724"/>
                    <a:gd name="T32" fmla="*/ 304 w 1374"/>
                    <a:gd name="T33" fmla="*/ 348 h 724"/>
                    <a:gd name="T34" fmla="*/ 287 w 1374"/>
                    <a:gd name="T35" fmla="*/ 358 h 724"/>
                    <a:gd name="T36" fmla="*/ 145 w 1374"/>
                    <a:gd name="T37" fmla="*/ 571 h 724"/>
                    <a:gd name="T38" fmla="*/ 0 w 1374"/>
                    <a:gd name="T39" fmla="*/ 724 h 724"/>
                    <a:gd name="T40" fmla="*/ 61 w 1374"/>
                    <a:gd name="T41" fmla="*/ 724 h 724"/>
                    <a:gd name="T42" fmla="*/ 178 w 1374"/>
                    <a:gd name="T43" fmla="*/ 600 h 724"/>
                    <a:gd name="T44" fmla="*/ 180 w 1374"/>
                    <a:gd name="T45" fmla="*/ 597 h 724"/>
                    <a:gd name="T46" fmla="*/ 307 w 1374"/>
                    <a:gd name="T47" fmla="*/ 407 h 724"/>
                    <a:gd name="T48" fmla="*/ 319 w 1374"/>
                    <a:gd name="T49" fmla="*/ 422 h 724"/>
                    <a:gd name="T50" fmla="*/ 336 w 1374"/>
                    <a:gd name="T51" fmla="*/ 431 h 724"/>
                    <a:gd name="T52" fmla="*/ 353 w 1374"/>
                    <a:gd name="T53" fmla="*/ 422 h 724"/>
                    <a:gd name="T54" fmla="*/ 478 w 1374"/>
                    <a:gd name="T55" fmla="*/ 270 h 724"/>
                    <a:gd name="T56" fmla="*/ 519 w 1374"/>
                    <a:gd name="T57" fmla="*/ 284 h 724"/>
                    <a:gd name="T58" fmla="*/ 544 w 1374"/>
                    <a:gd name="T59" fmla="*/ 276 h 724"/>
                    <a:gd name="T60" fmla="*/ 688 w 1374"/>
                    <a:gd name="T61" fmla="*/ 85 h 724"/>
                    <a:gd name="T62" fmla="*/ 619 w 1374"/>
                    <a:gd name="T63" fmla="*/ 307 h 724"/>
                    <a:gd name="T64" fmla="*/ 620 w 1374"/>
                    <a:gd name="T65" fmla="*/ 312 h 724"/>
                    <a:gd name="T66" fmla="*/ 646 w 1374"/>
                    <a:gd name="T67" fmla="*/ 329 h 724"/>
                    <a:gd name="T68" fmla="*/ 648 w 1374"/>
                    <a:gd name="T69" fmla="*/ 334 h 724"/>
                    <a:gd name="T70" fmla="*/ 565 w 1374"/>
                    <a:gd name="T71" fmla="*/ 506 h 724"/>
                    <a:gd name="T72" fmla="*/ 571 w 1374"/>
                    <a:gd name="T73" fmla="*/ 511 h 724"/>
                    <a:gd name="T74" fmla="*/ 726 w 1374"/>
                    <a:gd name="T75" fmla="*/ 357 h 724"/>
                    <a:gd name="T76" fmla="*/ 730 w 1374"/>
                    <a:gd name="T77" fmla="*/ 356 h 724"/>
                    <a:gd name="T78" fmla="*/ 787 w 1374"/>
                    <a:gd name="T79" fmla="*/ 383 h 724"/>
                    <a:gd name="T80" fmla="*/ 792 w 1374"/>
                    <a:gd name="T81" fmla="*/ 382 h 724"/>
                    <a:gd name="T82" fmla="*/ 863 w 1374"/>
                    <a:gd name="T83" fmla="*/ 302 h 724"/>
                    <a:gd name="T84" fmla="*/ 873 w 1374"/>
                    <a:gd name="T85" fmla="*/ 296 h 724"/>
                    <a:gd name="T86" fmla="*/ 897 w 1374"/>
                    <a:gd name="T87" fmla="*/ 272 h 724"/>
                    <a:gd name="T88" fmla="*/ 897 w 1374"/>
                    <a:gd name="T89" fmla="*/ 274 h 724"/>
                    <a:gd name="T90" fmla="*/ 881 w 1374"/>
                    <a:gd name="T91" fmla="*/ 498 h 724"/>
                    <a:gd name="T92" fmla="*/ 879 w 1374"/>
                    <a:gd name="T93" fmla="*/ 500 h 724"/>
                    <a:gd name="T94" fmla="*/ 804 w 1374"/>
                    <a:gd name="T95" fmla="*/ 561 h 724"/>
                    <a:gd name="T96" fmla="*/ 803 w 1374"/>
                    <a:gd name="T97" fmla="*/ 563 h 724"/>
                    <a:gd name="T98" fmla="*/ 761 w 1374"/>
                    <a:gd name="T99" fmla="*/ 724 h 724"/>
                    <a:gd name="T100" fmla="*/ 1313 w 1374"/>
                    <a:gd name="T101" fmla="*/ 724 h 724"/>
                    <a:gd name="T102" fmla="*/ 1343 w 1374"/>
                    <a:gd name="T103" fmla="*/ 724 h 724"/>
                    <a:gd name="T104" fmla="*/ 1374 w 1374"/>
                    <a:gd name="T105" fmla="*/ 724 h 724"/>
                    <a:gd name="T106" fmla="*/ 1194 w 1374"/>
                    <a:gd name="T107" fmla="*/ 534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74" h="724">
                      <a:moveTo>
                        <a:pt x="1194" y="534"/>
                      </a:moveTo>
                      <a:cubicBezTo>
                        <a:pt x="1108" y="422"/>
                        <a:pt x="1108" y="422"/>
                        <a:pt x="1108" y="422"/>
                      </a:cubicBezTo>
                      <a:cubicBezTo>
                        <a:pt x="1108" y="422"/>
                        <a:pt x="1107" y="421"/>
                        <a:pt x="1106" y="420"/>
                      </a:cubicBezTo>
                      <a:cubicBezTo>
                        <a:pt x="914" y="224"/>
                        <a:pt x="914" y="224"/>
                        <a:pt x="914" y="224"/>
                      </a:cubicBezTo>
                      <a:cubicBezTo>
                        <a:pt x="910" y="219"/>
                        <a:pt x="904" y="217"/>
                        <a:pt x="898" y="217"/>
                      </a:cubicBezTo>
                      <a:cubicBezTo>
                        <a:pt x="898" y="217"/>
                        <a:pt x="898" y="217"/>
                        <a:pt x="898" y="217"/>
                      </a:cubicBezTo>
                      <a:cubicBezTo>
                        <a:pt x="892" y="217"/>
                        <a:pt x="887" y="219"/>
                        <a:pt x="882" y="224"/>
                      </a:cubicBezTo>
                      <a:cubicBezTo>
                        <a:pt x="862" y="244"/>
                        <a:pt x="862" y="244"/>
                        <a:pt x="862" y="244"/>
                      </a:cubicBezTo>
                      <a:cubicBezTo>
                        <a:pt x="727" y="11"/>
                        <a:pt x="727" y="11"/>
                        <a:pt x="727" y="11"/>
                      </a:cubicBezTo>
                      <a:cubicBezTo>
                        <a:pt x="723" y="5"/>
                        <a:pt x="716" y="1"/>
                        <a:pt x="709" y="0"/>
                      </a:cubicBezTo>
                      <a:cubicBezTo>
                        <a:pt x="702" y="0"/>
                        <a:pt x="695" y="3"/>
                        <a:pt x="690" y="9"/>
                      </a:cubicBezTo>
                      <a:cubicBezTo>
                        <a:pt x="518" y="237"/>
                        <a:pt x="518" y="237"/>
                        <a:pt x="518" y="237"/>
                      </a:cubicBezTo>
                      <a:cubicBezTo>
                        <a:pt x="477" y="224"/>
                        <a:pt x="477" y="224"/>
                        <a:pt x="477" y="224"/>
                      </a:cubicBezTo>
                      <a:cubicBezTo>
                        <a:pt x="469" y="221"/>
                        <a:pt x="459" y="223"/>
                        <a:pt x="453" y="230"/>
                      </a:cubicBezTo>
                      <a:cubicBezTo>
                        <a:pt x="336" y="374"/>
                        <a:pt x="336" y="374"/>
                        <a:pt x="336" y="374"/>
                      </a:cubicBezTo>
                      <a:cubicBezTo>
                        <a:pt x="322" y="356"/>
                        <a:pt x="322" y="356"/>
                        <a:pt x="322" y="356"/>
                      </a:cubicBezTo>
                      <a:cubicBezTo>
                        <a:pt x="318" y="351"/>
                        <a:pt x="311" y="348"/>
                        <a:pt x="304" y="348"/>
                      </a:cubicBezTo>
                      <a:cubicBezTo>
                        <a:pt x="297" y="349"/>
                        <a:pt x="291" y="352"/>
                        <a:pt x="287" y="358"/>
                      </a:cubicBezTo>
                      <a:cubicBezTo>
                        <a:pt x="145" y="571"/>
                        <a:pt x="145" y="571"/>
                        <a:pt x="145" y="571"/>
                      </a:cubicBezTo>
                      <a:cubicBezTo>
                        <a:pt x="0" y="724"/>
                        <a:pt x="0" y="724"/>
                        <a:pt x="0" y="724"/>
                      </a:cubicBezTo>
                      <a:cubicBezTo>
                        <a:pt x="61" y="724"/>
                        <a:pt x="61" y="724"/>
                        <a:pt x="61" y="724"/>
                      </a:cubicBezTo>
                      <a:cubicBezTo>
                        <a:pt x="178" y="600"/>
                        <a:pt x="178" y="600"/>
                        <a:pt x="178" y="600"/>
                      </a:cubicBezTo>
                      <a:cubicBezTo>
                        <a:pt x="179" y="599"/>
                        <a:pt x="180" y="598"/>
                        <a:pt x="180" y="597"/>
                      </a:cubicBezTo>
                      <a:cubicBezTo>
                        <a:pt x="307" y="407"/>
                        <a:pt x="307" y="407"/>
                        <a:pt x="307" y="407"/>
                      </a:cubicBezTo>
                      <a:cubicBezTo>
                        <a:pt x="319" y="422"/>
                        <a:pt x="319" y="422"/>
                        <a:pt x="319" y="422"/>
                      </a:cubicBezTo>
                      <a:cubicBezTo>
                        <a:pt x="323" y="427"/>
                        <a:pt x="329" y="430"/>
                        <a:pt x="336" y="431"/>
                      </a:cubicBezTo>
                      <a:cubicBezTo>
                        <a:pt x="342" y="431"/>
                        <a:pt x="349" y="428"/>
                        <a:pt x="353" y="422"/>
                      </a:cubicBezTo>
                      <a:cubicBezTo>
                        <a:pt x="478" y="270"/>
                        <a:pt x="478" y="270"/>
                        <a:pt x="478" y="270"/>
                      </a:cubicBezTo>
                      <a:cubicBezTo>
                        <a:pt x="519" y="284"/>
                        <a:pt x="519" y="284"/>
                        <a:pt x="519" y="284"/>
                      </a:cubicBezTo>
                      <a:cubicBezTo>
                        <a:pt x="528" y="287"/>
                        <a:pt x="538" y="284"/>
                        <a:pt x="544" y="276"/>
                      </a:cubicBezTo>
                      <a:cubicBezTo>
                        <a:pt x="688" y="85"/>
                        <a:pt x="688" y="85"/>
                        <a:pt x="688" y="85"/>
                      </a:cubicBezTo>
                      <a:cubicBezTo>
                        <a:pt x="619" y="307"/>
                        <a:pt x="619" y="307"/>
                        <a:pt x="619" y="307"/>
                      </a:cubicBezTo>
                      <a:cubicBezTo>
                        <a:pt x="618" y="309"/>
                        <a:pt x="619" y="311"/>
                        <a:pt x="620" y="312"/>
                      </a:cubicBezTo>
                      <a:cubicBezTo>
                        <a:pt x="646" y="329"/>
                        <a:pt x="646" y="329"/>
                        <a:pt x="646" y="329"/>
                      </a:cubicBezTo>
                      <a:cubicBezTo>
                        <a:pt x="648" y="331"/>
                        <a:pt x="649" y="333"/>
                        <a:pt x="648" y="334"/>
                      </a:cubicBezTo>
                      <a:cubicBezTo>
                        <a:pt x="565" y="506"/>
                        <a:pt x="565" y="506"/>
                        <a:pt x="565" y="506"/>
                      </a:cubicBezTo>
                      <a:cubicBezTo>
                        <a:pt x="563" y="510"/>
                        <a:pt x="568" y="514"/>
                        <a:pt x="571" y="511"/>
                      </a:cubicBezTo>
                      <a:cubicBezTo>
                        <a:pt x="726" y="357"/>
                        <a:pt x="726" y="357"/>
                        <a:pt x="726" y="357"/>
                      </a:cubicBezTo>
                      <a:cubicBezTo>
                        <a:pt x="727" y="356"/>
                        <a:pt x="728" y="355"/>
                        <a:pt x="730" y="356"/>
                      </a:cubicBezTo>
                      <a:cubicBezTo>
                        <a:pt x="787" y="383"/>
                        <a:pt x="787" y="383"/>
                        <a:pt x="787" y="383"/>
                      </a:cubicBezTo>
                      <a:cubicBezTo>
                        <a:pt x="789" y="384"/>
                        <a:pt x="791" y="384"/>
                        <a:pt x="792" y="382"/>
                      </a:cubicBezTo>
                      <a:cubicBezTo>
                        <a:pt x="863" y="302"/>
                        <a:pt x="863" y="302"/>
                        <a:pt x="863" y="302"/>
                      </a:cubicBezTo>
                      <a:cubicBezTo>
                        <a:pt x="867" y="301"/>
                        <a:pt x="871" y="299"/>
                        <a:pt x="873" y="296"/>
                      </a:cubicBezTo>
                      <a:cubicBezTo>
                        <a:pt x="897" y="272"/>
                        <a:pt x="897" y="272"/>
                        <a:pt x="897" y="272"/>
                      </a:cubicBezTo>
                      <a:cubicBezTo>
                        <a:pt x="897" y="272"/>
                        <a:pt x="897" y="273"/>
                        <a:pt x="897" y="274"/>
                      </a:cubicBezTo>
                      <a:cubicBezTo>
                        <a:pt x="881" y="498"/>
                        <a:pt x="881" y="498"/>
                        <a:pt x="881" y="498"/>
                      </a:cubicBezTo>
                      <a:cubicBezTo>
                        <a:pt x="881" y="499"/>
                        <a:pt x="880" y="500"/>
                        <a:pt x="879" y="500"/>
                      </a:cubicBezTo>
                      <a:cubicBezTo>
                        <a:pt x="804" y="561"/>
                        <a:pt x="804" y="561"/>
                        <a:pt x="804" y="561"/>
                      </a:cubicBezTo>
                      <a:cubicBezTo>
                        <a:pt x="803" y="561"/>
                        <a:pt x="803" y="562"/>
                        <a:pt x="803" y="563"/>
                      </a:cubicBezTo>
                      <a:cubicBezTo>
                        <a:pt x="761" y="724"/>
                        <a:pt x="761" y="724"/>
                        <a:pt x="761" y="724"/>
                      </a:cubicBezTo>
                      <a:cubicBezTo>
                        <a:pt x="1313" y="724"/>
                        <a:pt x="1313" y="724"/>
                        <a:pt x="1313" y="724"/>
                      </a:cubicBezTo>
                      <a:cubicBezTo>
                        <a:pt x="1343" y="724"/>
                        <a:pt x="1343" y="724"/>
                        <a:pt x="1343" y="724"/>
                      </a:cubicBezTo>
                      <a:cubicBezTo>
                        <a:pt x="1374" y="724"/>
                        <a:pt x="1374" y="724"/>
                        <a:pt x="1374" y="724"/>
                      </a:cubicBezTo>
                      <a:lnTo>
                        <a:pt x="1194" y="534"/>
                      </a:lnTo>
                      <a:close/>
                    </a:path>
                  </a:pathLst>
                </a:custGeom>
                <a:solidFill>
                  <a:srgbClr val="00999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11">
                  <a:extLst>
                    <a:ext uri="{FF2B5EF4-FFF2-40B4-BE49-F238E27FC236}">
                      <a16:creationId xmlns:a16="http://schemas.microsoft.com/office/drawing/2014/main" id="{160734BD-8A65-8691-2F76-E7C0B106F584}"/>
                    </a:ext>
                  </a:extLst>
                </p:cNvPr>
                <p:cNvSpPr>
                  <a:spLocks/>
                </p:cNvSpPr>
                <p:nvPr/>
              </p:nvSpPr>
              <p:spPr bwMode="auto">
                <a:xfrm>
                  <a:off x="5526881" y="3323431"/>
                  <a:ext cx="1139825" cy="758825"/>
                </a:xfrm>
                <a:custGeom>
                  <a:avLst/>
                  <a:gdLst>
                    <a:gd name="connsiteX0" fmla="*/ 88900 w 1139825"/>
                    <a:gd name="connsiteY0" fmla="*/ 33337 h 758825"/>
                    <a:gd name="connsiteX1" fmla="*/ 99607 w 1139825"/>
                    <a:gd name="connsiteY1" fmla="*/ 49044 h 758825"/>
                    <a:gd name="connsiteX2" fmla="*/ 110314 w 1139825"/>
                    <a:gd name="connsiteY2" fmla="*/ 64751 h 758825"/>
                    <a:gd name="connsiteX3" fmla="*/ 208103 w 1139825"/>
                    <a:gd name="connsiteY3" fmla="*/ 203972 h 758825"/>
                    <a:gd name="connsiteX4" fmla="*/ 209530 w 1139825"/>
                    <a:gd name="connsiteY4" fmla="*/ 206114 h 758825"/>
                    <a:gd name="connsiteX5" fmla="*/ 298040 w 1139825"/>
                    <a:gd name="connsiteY5" fmla="*/ 382461 h 758825"/>
                    <a:gd name="connsiteX6" fmla="*/ 304464 w 1139825"/>
                    <a:gd name="connsiteY6" fmla="*/ 368896 h 758825"/>
                    <a:gd name="connsiteX7" fmla="*/ 318026 w 1139825"/>
                    <a:gd name="connsiteY7" fmla="*/ 361042 h 758825"/>
                    <a:gd name="connsiteX8" fmla="*/ 332302 w 1139825"/>
                    <a:gd name="connsiteY8" fmla="*/ 368182 h 758825"/>
                    <a:gd name="connsiteX9" fmla="*/ 419384 w 1139825"/>
                    <a:gd name="connsiteY9" fmla="*/ 513829 h 758825"/>
                    <a:gd name="connsiteX10" fmla="*/ 450077 w 1139825"/>
                    <a:gd name="connsiteY10" fmla="*/ 502405 h 758825"/>
                    <a:gd name="connsiteX11" fmla="*/ 469349 w 1139825"/>
                    <a:gd name="connsiteY11" fmla="*/ 509545 h 758825"/>
                    <a:gd name="connsiteX12" fmla="*/ 581414 w 1139825"/>
                    <a:gd name="connsiteY12" fmla="*/ 708024 h 758825"/>
                    <a:gd name="connsiteX13" fmla="*/ 676347 w 1139825"/>
                    <a:gd name="connsiteY13" fmla="*/ 491696 h 758825"/>
                    <a:gd name="connsiteX14" fmla="*/ 689195 w 1139825"/>
                    <a:gd name="connsiteY14" fmla="*/ 482415 h 758825"/>
                    <a:gd name="connsiteX15" fmla="*/ 704185 w 1139825"/>
                    <a:gd name="connsiteY15" fmla="*/ 489554 h 758825"/>
                    <a:gd name="connsiteX16" fmla="*/ 719888 w 1139825"/>
                    <a:gd name="connsiteY16" fmla="*/ 512401 h 758825"/>
                    <a:gd name="connsiteX17" fmla="*/ 841232 w 1139825"/>
                    <a:gd name="connsiteY17" fmla="*/ 350333 h 758825"/>
                    <a:gd name="connsiteX18" fmla="*/ 905473 w 1139825"/>
                    <a:gd name="connsiteY18" fmla="*/ 240384 h 758825"/>
                    <a:gd name="connsiteX19" fmla="*/ 906187 w 1139825"/>
                    <a:gd name="connsiteY19" fmla="*/ 238956 h 758825"/>
                    <a:gd name="connsiteX20" fmla="*/ 1030386 w 1139825"/>
                    <a:gd name="connsiteY20" fmla="*/ 64751 h 758825"/>
                    <a:gd name="connsiteX21" fmla="*/ 1041806 w 1139825"/>
                    <a:gd name="connsiteY21" fmla="*/ 49044 h 758825"/>
                    <a:gd name="connsiteX22" fmla="*/ 1052513 w 1139825"/>
                    <a:gd name="connsiteY22" fmla="*/ 33337 h 758825"/>
                    <a:gd name="connsiteX23" fmla="*/ 88900 w 1139825"/>
                    <a:gd name="connsiteY23" fmla="*/ 33337 h 758825"/>
                    <a:gd name="connsiteX24" fmla="*/ 16426 w 1139825"/>
                    <a:gd name="connsiteY24" fmla="*/ 0 h 758825"/>
                    <a:gd name="connsiteX25" fmla="*/ 49993 w 1139825"/>
                    <a:gd name="connsiteY25" fmla="*/ 0 h 758825"/>
                    <a:gd name="connsiteX26" fmla="*/ 92843 w 1139825"/>
                    <a:gd name="connsiteY26" fmla="*/ 0 h 758825"/>
                    <a:gd name="connsiteX27" fmla="*/ 614906 w 1139825"/>
                    <a:gd name="connsiteY27" fmla="*/ 0 h 758825"/>
                    <a:gd name="connsiteX28" fmla="*/ 1046982 w 1139825"/>
                    <a:gd name="connsiteY28" fmla="*/ 0 h 758825"/>
                    <a:gd name="connsiteX29" fmla="*/ 1068408 w 1139825"/>
                    <a:gd name="connsiteY29" fmla="*/ 0 h 758825"/>
                    <a:gd name="connsiteX30" fmla="*/ 1089833 w 1139825"/>
                    <a:gd name="connsiteY30" fmla="*/ 0 h 758825"/>
                    <a:gd name="connsiteX31" fmla="*/ 1123399 w 1139825"/>
                    <a:gd name="connsiteY31" fmla="*/ 0 h 758825"/>
                    <a:gd name="connsiteX32" fmla="*/ 1139825 w 1139825"/>
                    <a:gd name="connsiteY32" fmla="*/ 16434 h 758825"/>
                    <a:gd name="connsiteX33" fmla="*/ 1123399 w 1139825"/>
                    <a:gd name="connsiteY33" fmla="*/ 32868 h 758825"/>
                    <a:gd name="connsiteX34" fmla="*/ 1091261 w 1139825"/>
                    <a:gd name="connsiteY34" fmla="*/ 32868 h 758825"/>
                    <a:gd name="connsiteX35" fmla="*/ 1080549 w 1139825"/>
                    <a:gd name="connsiteY35" fmla="*/ 48588 h 758825"/>
                    <a:gd name="connsiteX36" fmla="*/ 1069122 w 1139825"/>
                    <a:gd name="connsiteY36" fmla="*/ 64307 h 758825"/>
                    <a:gd name="connsiteX37" fmla="*/ 932000 w 1139825"/>
                    <a:gd name="connsiteY37" fmla="*/ 256514 h 758825"/>
                    <a:gd name="connsiteX38" fmla="*/ 867724 w 1139825"/>
                    <a:gd name="connsiteY38" fmla="*/ 367266 h 758825"/>
                    <a:gd name="connsiteX39" fmla="*/ 867010 w 1139825"/>
                    <a:gd name="connsiteY39" fmla="*/ 368695 h 758825"/>
                    <a:gd name="connsiteX40" fmla="*/ 732031 w 1139825"/>
                    <a:gd name="connsiteY40" fmla="*/ 548040 h 758825"/>
                    <a:gd name="connsiteX41" fmla="*/ 719176 w 1139825"/>
                    <a:gd name="connsiteY41" fmla="*/ 554471 h 758825"/>
                    <a:gd name="connsiteX42" fmla="*/ 706320 w 1139825"/>
                    <a:gd name="connsiteY42" fmla="*/ 548040 h 758825"/>
                    <a:gd name="connsiteX43" fmla="*/ 694179 w 1139825"/>
                    <a:gd name="connsiteY43" fmla="*/ 530177 h 758825"/>
                    <a:gd name="connsiteX44" fmla="*/ 597766 w 1139825"/>
                    <a:gd name="connsiteY44" fmla="*/ 749536 h 758825"/>
                    <a:gd name="connsiteX45" fmla="*/ 584196 w 1139825"/>
                    <a:gd name="connsiteY45" fmla="*/ 758825 h 758825"/>
                    <a:gd name="connsiteX46" fmla="*/ 583482 w 1139825"/>
                    <a:gd name="connsiteY46" fmla="*/ 758825 h 758825"/>
                    <a:gd name="connsiteX47" fmla="*/ 569199 w 1139825"/>
                    <a:gd name="connsiteY47" fmla="*/ 750251 h 758825"/>
                    <a:gd name="connsiteX48" fmla="*/ 448503 w 1139825"/>
                    <a:gd name="connsiteY48" fmla="*/ 536608 h 758825"/>
                    <a:gd name="connsiteX49" fmla="*/ 418507 w 1139825"/>
                    <a:gd name="connsiteY49" fmla="*/ 548040 h 758825"/>
                    <a:gd name="connsiteX50" fmla="*/ 399225 w 1139825"/>
                    <a:gd name="connsiteY50" fmla="*/ 541610 h 758825"/>
                    <a:gd name="connsiteX51" fmla="*/ 319237 w 1139825"/>
                    <a:gd name="connsiteY51" fmla="*/ 408708 h 758825"/>
                    <a:gd name="connsiteX52" fmla="*/ 311381 w 1139825"/>
                    <a:gd name="connsiteY52" fmla="*/ 424428 h 758825"/>
                    <a:gd name="connsiteX53" fmla="*/ 297097 w 1139825"/>
                    <a:gd name="connsiteY53" fmla="*/ 432287 h 758825"/>
                    <a:gd name="connsiteX54" fmla="*/ 283528 w 1139825"/>
                    <a:gd name="connsiteY54" fmla="*/ 423713 h 758825"/>
                    <a:gd name="connsiteX55" fmla="*/ 181401 w 1139825"/>
                    <a:gd name="connsiteY55" fmla="*/ 220788 h 758825"/>
                    <a:gd name="connsiteX56" fmla="*/ 72132 w 1139825"/>
                    <a:gd name="connsiteY56" fmla="*/ 64307 h 758825"/>
                    <a:gd name="connsiteX57" fmla="*/ 62134 w 1139825"/>
                    <a:gd name="connsiteY57" fmla="*/ 50017 h 758825"/>
                    <a:gd name="connsiteX58" fmla="*/ 60705 w 1139825"/>
                    <a:gd name="connsiteY58" fmla="*/ 48588 h 758825"/>
                    <a:gd name="connsiteX59" fmla="*/ 48564 w 1139825"/>
                    <a:gd name="connsiteY59" fmla="*/ 32868 h 758825"/>
                    <a:gd name="connsiteX60" fmla="*/ 16426 w 1139825"/>
                    <a:gd name="connsiteY60" fmla="*/ 32868 h 758825"/>
                    <a:gd name="connsiteX61" fmla="*/ 0 w 1139825"/>
                    <a:gd name="connsiteY61" fmla="*/ 16434 h 758825"/>
                    <a:gd name="connsiteX62" fmla="*/ 16426 w 1139825"/>
                    <a:gd name="connsiteY62" fmla="*/ 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9825" h="758825">
                      <a:moveTo>
                        <a:pt x="88900" y="33337"/>
                      </a:moveTo>
                      <a:cubicBezTo>
                        <a:pt x="88900" y="33337"/>
                        <a:pt x="88900" y="33337"/>
                        <a:pt x="99607" y="49044"/>
                      </a:cubicBezTo>
                      <a:cubicBezTo>
                        <a:pt x="99607" y="49044"/>
                        <a:pt x="99607" y="49044"/>
                        <a:pt x="110314" y="64751"/>
                      </a:cubicBezTo>
                      <a:cubicBezTo>
                        <a:pt x="110314" y="64751"/>
                        <a:pt x="110314" y="64751"/>
                        <a:pt x="208103" y="203972"/>
                      </a:cubicBezTo>
                      <a:cubicBezTo>
                        <a:pt x="208817" y="204686"/>
                        <a:pt x="208817" y="205400"/>
                        <a:pt x="209530" y="206114"/>
                      </a:cubicBezTo>
                      <a:cubicBezTo>
                        <a:pt x="209530" y="206114"/>
                        <a:pt x="209530" y="206114"/>
                        <a:pt x="298040" y="382461"/>
                      </a:cubicBezTo>
                      <a:cubicBezTo>
                        <a:pt x="298040" y="382461"/>
                        <a:pt x="298040" y="382461"/>
                        <a:pt x="304464" y="368896"/>
                      </a:cubicBezTo>
                      <a:cubicBezTo>
                        <a:pt x="307319" y="363898"/>
                        <a:pt x="312316" y="361042"/>
                        <a:pt x="318026" y="361042"/>
                      </a:cubicBezTo>
                      <a:cubicBezTo>
                        <a:pt x="323736" y="360328"/>
                        <a:pt x="328733" y="363184"/>
                        <a:pt x="332302" y="368182"/>
                      </a:cubicBezTo>
                      <a:cubicBezTo>
                        <a:pt x="332302" y="368182"/>
                        <a:pt x="332302" y="368182"/>
                        <a:pt x="419384" y="513829"/>
                      </a:cubicBezTo>
                      <a:cubicBezTo>
                        <a:pt x="419384" y="513829"/>
                        <a:pt x="419384" y="513829"/>
                        <a:pt x="450077" y="502405"/>
                      </a:cubicBezTo>
                      <a:cubicBezTo>
                        <a:pt x="457928" y="499549"/>
                        <a:pt x="465780" y="502405"/>
                        <a:pt x="469349" y="509545"/>
                      </a:cubicBezTo>
                      <a:cubicBezTo>
                        <a:pt x="469349" y="509545"/>
                        <a:pt x="469349" y="509545"/>
                        <a:pt x="581414" y="708024"/>
                      </a:cubicBezTo>
                      <a:cubicBezTo>
                        <a:pt x="581414" y="708024"/>
                        <a:pt x="581414" y="708024"/>
                        <a:pt x="676347" y="491696"/>
                      </a:cubicBezTo>
                      <a:cubicBezTo>
                        <a:pt x="679202" y="486698"/>
                        <a:pt x="684199" y="483128"/>
                        <a:pt x="689195" y="482415"/>
                      </a:cubicBezTo>
                      <a:cubicBezTo>
                        <a:pt x="694906" y="482415"/>
                        <a:pt x="700616" y="484556"/>
                        <a:pt x="704185" y="489554"/>
                      </a:cubicBezTo>
                      <a:cubicBezTo>
                        <a:pt x="704185" y="489554"/>
                        <a:pt x="704185" y="489554"/>
                        <a:pt x="719888" y="512401"/>
                      </a:cubicBezTo>
                      <a:cubicBezTo>
                        <a:pt x="719888" y="512401"/>
                        <a:pt x="719888" y="512401"/>
                        <a:pt x="841232" y="350333"/>
                      </a:cubicBezTo>
                      <a:cubicBezTo>
                        <a:pt x="841232" y="350333"/>
                        <a:pt x="841232" y="350333"/>
                        <a:pt x="905473" y="240384"/>
                      </a:cubicBezTo>
                      <a:cubicBezTo>
                        <a:pt x="905473" y="240384"/>
                        <a:pt x="906187" y="239670"/>
                        <a:pt x="906187" y="238956"/>
                      </a:cubicBezTo>
                      <a:cubicBezTo>
                        <a:pt x="906187" y="238956"/>
                        <a:pt x="906187" y="238956"/>
                        <a:pt x="1030386" y="64751"/>
                      </a:cubicBezTo>
                      <a:cubicBezTo>
                        <a:pt x="1030386" y="64751"/>
                        <a:pt x="1030386" y="64751"/>
                        <a:pt x="1041806" y="49044"/>
                      </a:cubicBezTo>
                      <a:lnTo>
                        <a:pt x="1052513" y="33337"/>
                      </a:lnTo>
                      <a:cubicBezTo>
                        <a:pt x="763429" y="33337"/>
                        <a:pt x="272344" y="33337"/>
                        <a:pt x="88900" y="33337"/>
                      </a:cubicBezTo>
                      <a:close/>
                      <a:moveTo>
                        <a:pt x="16426" y="0"/>
                      </a:moveTo>
                      <a:cubicBezTo>
                        <a:pt x="27139" y="0"/>
                        <a:pt x="37852" y="0"/>
                        <a:pt x="49993" y="0"/>
                      </a:cubicBezTo>
                      <a:cubicBezTo>
                        <a:pt x="63562" y="0"/>
                        <a:pt x="77845" y="0"/>
                        <a:pt x="92843" y="0"/>
                      </a:cubicBezTo>
                      <a:cubicBezTo>
                        <a:pt x="238535" y="0"/>
                        <a:pt x="433505" y="0"/>
                        <a:pt x="614906" y="0"/>
                      </a:cubicBezTo>
                      <a:cubicBezTo>
                        <a:pt x="791307" y="0"/>
                        <a:pt x="954854" y="0"/>
                        <a:pt x="1046982" y="0"/>
                      </a:cubicBezTo>
                      <a:cubicBezTo>
                        <a:pt x="1054838" y="0"/>
                        <a:pt x="1061980" y="0"/>
                        <a:pt x="1068408" y="0"/>
                      </a:cubicBezTo>
                      <a:cubicBezTo>
                        <a:pt x="1076264" y="0"/>
                        <a:pt x="1083405" y="0"/>
                        <a:pt x="1089833" y="0"/>
                      </a:cubicBezTo>
                      <a:cubicBezTo>
                        <a:pt x="1111258" y="0"/>
                        <a:pt x="1123399" y="0"/>
                        <a:pt x="1123399" y="0"/>
                      </a:cubicBezTo>
                      <a:cubicBezTo>
                        <a:pt x="1131969" y="0"/>
                        <a:pt x="1139825" y="7145"/>
                        <a:pt x="1139825" y="16434"/>
                      </a:cubicBezTo>
                      <a:cubicBezTo>
                        <a:pt x="1139825" y="25723"/>
                        <a:pt x="1131969" y="32868"/>
                        <a:pt x="1123399" y="32868"/>
                      </a:cubicBezTo>
                      <a:cubicBezTo>
                        <a:pt x="1113401" y="32868"/>
                        <a:pt x="1102688" y="32868"/>
                        <a:pt x="1091261" y="32868"/>
                      </a:cubicBezTo>
                      <a:cubicBezTo>
                        <a:pt x="1091261" y="32868"/>
                        <a:pt x="1091261" y="32868"/>
                        <a:pt x="1080549" y="48588"/>
                      </a:cubicBezTo>
                      <a:cubicBezTo>
                        <a:pt x="1080549" y="48588"/>
                        <a:pt x="1080549" y="48588"/>
                        <a:pt x="1069122" y="64307"/>
                      </a:cubicBezTo>
                      <a:cubicBezTo>
                        <a:pt x="1069122" y="64307"/>
                        <a:pt x="1069122" y="64307"/>
                        <a:pt x="932000" y="256514"/>
                      </a:cubicBezTo>
                      <a:cubicBezTo>
                        <a:pt x="932000" y="256514"/>
                        <a:pt x="932000" y="256514"/>
                        <a:pt x="867724" y="367266"/>
                      </a:cubicBezTo>
                      <a:cubicBezTo>
                        <a:pt x="867724" y="367266"/>
                        <a:pt x="867010" y="367980"/>
                        <a:pt x="867010" y="368695"/>
                      </a:cubicBezTo>
                      <a:cubicBezTo>
                        <a:pt x="867010" y="368695"/>
                        <a:pt x="867010" y="368695"/>
                        <a:pt x="732031" y="548040"/>
                      </a:cubicBezTo>
                      <a:cubicBezTo>
                        <a:pt x="728460" y="552328"/>
                        <a:pt x="724175" y="554471"/>
                        <a:pt x="719176" y="554471"/>
                      </a:cubicBezTo>
                      <a:cubicBezTo>
                        <a:pt x="713462" y="554471"/>
                        <a:pt x="709177" y="551613"/>
                        <a:pt x="706320" y="548040"/>
                      </a:cubicBezTo>
                      <a:cubicBezTo>
                        <a:pt x="706320" y="548040"/>
                        <a:pt x="706320" y="548040"/>
                        <a:pt x="694179" y="530177"/>
                      </a:cubicBezTo>
                      <a:cubicBezTo>
                        <a:pt x="694179" y="530177"/>
                        <a:pt x="694179" y="530177"/>
                        <a:pt x="597766" y="749536"/>
                      </a:cubicBezTo>
                      <a:cubicBezTo>
                        <a:pt x="594909" y="754538"/>
                        <a:pt x="589910" y="758111"/>
                        <a:pt x="584196" y="758825"/>
                      </a:cubicBezTo>
                      <a:cubicBezTo>
                        <a:pt x="583482" y="758825"/>
                        <a:pt x="583482" y="758825"/>
                        <a:pt x="583482" y="758825"/>
                      </a:cubicBezTo>
                      <a:cubicBezTo>
                        <a:pt x="577769" y="758825"/>
                        <a:pt x="572055" y="755253"/>
                        <a:pt x="569199" y="750251"/>
                      </a:cubicBezTo>
                      <a:cubicBezTo>
                        <a:pt x="569199" y="750251"/>
                        <a:pt x="569199" y="750251"/>
                        <a:pt x="448503" y="536608"/>
                      </a:cubicBezTo>
                      <a:cubicBezTo>
                        <a:pt x="448503" y="536608"/>
                        <a:pt x="448503" y="536608"/>
                        <a:pt x="418507" y="548040"/>
                      </a:cubicBezTo>
                      <a:cubicBezTo>
                        <a:pt x="411366" y="550899"/>
                        <a:pt x="403510" y="548040"/>
                        <a:pt x="399225" y="541610"/>
                      </a:cubicBezTo>
                      <a:cubicBezTo>
                        <a:pt x="399225" y="541610"/>
                        <a:pt x="399225" y="541610"/>
                        <a:pt x="319237" y="408708"/>
                      </a:cubicBezTo>
                      <a:cubicBezTo>
                        <a:pt x="319237" y="408708"/>
                        <a:pt x="319237" y="408708"/>
                        <a:pt x="311381" y="424428"/>
                      </a:cubicBezTo>
                      <a:cubicBezTo>
                        <a:pt x="308524" y="429429"/>
                        <a:pt x="302811" y="432287"/>
                        <a:pt x="297097" y="432287"/>
                      </a:cubicBezTo>
                      <a:cubicBezTo>
                        <a:pt x="291384" y="432287"/>
                        <a:pt x="285671" y="429429"/>
                        <a:pt x="283528" y="423713"/>
                      </a:cubicBezTo>
                      <a:cubicBezTo>
                        <a:pt x="283528" y="423713"/>
                        <a:pt x="283528" y="423713"/>
                        <a:pt x="181401" y="220788"/>
                      </a:cubicBezTo>
                      <a:cubicBezTo>
                        <a:pt x="181401" y="220788"/>
                        <a:pt x="181401" y="220788"/>
                        <a:pt x="72132" y="64307"/>
                      </a:cubicBezTo>
                      <a:cubicBezTo>
                        <a:pt x="72132" y="64307"/>
                        <a:pt x="72132" y="64307"/>
                        <a:pt x="62134" y="50017"/>
                      </a:cubicBezTo>
                      <a:cubicBezTo>
                        <a:pt x="62134" y="50017"/>
                        <a:pt x="62134" y="50017"/>
                        <a:pt x="60705" y="48588"/>
                      </a:cubicBezTo>
                      <a:cubicBezTo>
                        <a:pt x="60705" y="48588"/>
                        <a:pt x="60705" y="48588"/>
                        <a:pt x="48564" y="32868"/>
                      </a:cubicBezTo>
                      <a:cubicBezTo>
                        <a:pt x="27853" y="32868"/>
                        <a:pt x="16426" y="32868"/>
                        <a:pt x="16426" y="32868"/>
                      </a:cubicBezTo>
                      <a:cubicBezTo>
                        <a:pt x="7856" y="32868"/>
                        <a:pt x="0" y="25723"/>
                        <a:pt x="0" y="16434"/>
                      </a:cubicBezTo>
                      <a:cubicBezTo>
                        <a:pt x="0" y="7145"/>
                        <a:pt x="7856" y="0"/>
                        <a:pt x="16426" y="0"/>
                      </a:cubicBezTo>
                      <a:close/>
                    </a:path>
                  </a:pathLst>
                </a:custGeom>
                <a:solidFill>
                  <a:srgbClr val="00607B"/>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sp>
        <p:nvSpPr>
          <p:cNvPr id="27" name="Foliennummernplatzhalter 26">
            <a:extLst>
              <a:ext uri="{FF2B5EF4-FFF2-40B4-BE49-F238E27FC236}">
                <a16:creationId xmlns:a16="http://schemas.microsoft.com/office/drawing/2014/main" id="{3858EACC-069C-F499-74AD-A57AE5F66A7A}"/>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
        <p:nvSpPr>
          <p:cNvPr id="4" name="Footer Placeholder 2">
            <a:extLst>
              <a:ext uri="{FF2B5EF4-FFF2-40B4-BE49-F238E27FC236}">
                <a16:creationId xmlns:a16="http://schemas.microsoft.com/office/drawing/2014/main" id="{0D65A53A-8FAB-B94D-6403-A325650310B4}"/>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Restricted | © Siemens 2025 | SHERPA X | Governance Foundation | P2P SRE Direct X</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7" name="Table 6">
            <a:extLst>
              <a:ext uri="{FF2B5EF4-FFF2-40B4-BE49-F238E27FC236}">
                <a16:creationId xmlns:a16="http://schemas.microsoft.com/office/drawing/2014/main" id="{DFA4329C-265B-B5A4-203D-DDE34A75A746}"/>
              </a:ext>
            </a:extLst>
          </p:cNvPr>
          <p:cNvGraphicFramePr>
            <a:graphicFrameLocks noGrp="1"/>
          </p:cNvGraphicFramePr>
          <p:nvPr>
            <p:extLst>
              <p:ext uri="{D42A27DB-BD31-4B8C-83A1-F6EECF244321}">
                <p14:modId xmlns:p14="http://schemas.microsoft.com/office/powerpoint/2010/main" val="2253430489"/>
              </p:ext>
            </p:extLst>
          </p:nvPr>
        </p:nvGraphicFramePr>
        <p:xfrm>
          <a:off x="4658767" y="2807337"/>
          <a:ext cx="6762750" cy="2801458"/>
        </p:xfrm>
        <a:graphic>
          <a:graphicData uri="http://schemas.openxmlformats.org/drawingml/2006/table">
            <a:tbl>
              <a:tblPr firstRow="1" firstCol="1" bandRow="1">
                <a:tableStyleId>{B301B821-A1FF-4177-AEE7-76D212191A09}</a:tableStyleId>
              </a:tblPr>
              <a:tblGrid>
                <a:gridCol w="1352550">
                  <a:extLst>
                    <a:ext uri="{9D8B030D-6E8A-4147-A177-3AD203B41FA5}">
                      <a16:colId xmlns:a16="http://schemas.microsoft.com/office/drawing/2014/main" val="1783002969"/>
                    </a:ext>
                  </a:extLst>
                </a:gridCol>
                <a:gridCol w="1352550">
                  <a:extLst>
                    <a:ext uri="{9D8B030D-6E8A-4147-A177-3AD203B41FA5}">
                      <a16:colId xmlns:a16="http://schemas.microsoft.com/office/drawing/2014/main" val="2739242868"/>
                    </a:ext>
                  </a:extLst>
                </a:gridCol>
                <a:gridCol w="1352550">
                  <a:extLst>
                    <a:ext uri="{9D8B030D-6E8A-4147-A177-3AD203B41FA5}">
                      <a16:colId xmlns:a16="http://schemas.microsoft.com/office/drawing/2014/main" val="2623055875"/>
                    </a:ext>
                  </a:extLst>
                </a:gridCol>
                <a:gridCol w="1352550">
                  <a:extLst>
                    <a:ext uri="{9D8B030D-6E8A-4147-A177-3AD203B41FA5}">
                      <a16:colId xmlns:a16="http://schemas.microsoft.com/office/drawing/2014/main" val="3300043163"/>
                    </a:ext>
                  </a:extLst>
                </a:gridCol>
                <a:gridCol w="1352550">
                  <a:extLst>
                    <a:ext uri="{9D8B030D-6E8A-4147-A177-3AD203B41FA5}">
                      <a16:colId xmlns:a16="http://schemas.microsoft.com/office/drawing/2014/main" val="2073688019"/>
                    </a:ext>
                  </a:extLst>
                </a:gridCol>
              </a:tblGrid>
              <a:tr h="0">
                <a:tc>
                  <a:txBody>
                    <a:bodyPr/>
                    <a:lstStyle/>
                    <a:p>
                      <a:pPr marL="0" marR="0" algn="l" defTabSz="914400" rtl="0" eaLnBrk="1" fontAlgn="base" latinLnBrk="0" hangingPunct="1">
                        <a:lnSpc>
                          <a:spcPct val="107000"/>
                        </a:lnSpc>
                        <a:spcAft>
                          <a:spcPts val="600"/>
                        </a:spcAft>
                        <a:tabLst>
                          <a:tab pos="540385" algn="l"/>
                          <a:tab pos="1080135" algn="l"/>
                          <a:tab pos="457200" algn="l"/>
                        </a:tabLst>
                      </a:pPr>
                      <a:r>
                        <a:rPr lang="en-US" sz="1100" b="1" kern="1200">
                          <a:solidFill>
                            <a:schemeClr val="lt1"/>
                          </a:solidFill>
                          <a:effectLst/>
                        </a:rPr>
                        <a:t>PO Value (EUR/limit)​</a:t>
                      </a: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SAT Approval Level</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SAT Approval Level value</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Functional</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Commercial</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1577498926"/>
                  </a:ext>
                </a:extLst>
              </a:tr>
              <a:tr h="168939">
                <a:tc>
                  <a:txBody>
                    <a:bodyPr/>
                    <a:lstStyle/>
                    <a:p>
                      <a:pPr marL="0" marR="0" algn="l">
                        <a:lnSpc>
                          <a:spcPct val="107000"/>
                        </a:lnSpc>
                        <a:spcAft>
                          <a:spcPts val="600"/>
                        </a:spcAft>
                        <a:tabLst>
                          <a:tab pos="540385" algn="l"/>
                          <a:tab pos="1080135" algn="l"/>
                          <a:tab pos="457200" algn="l"/>
                        </a:tabLst>
                      </a:pPr>
                      <a:r>
                        <a:rPr lang="en-US" sz="1000">
                          <a:effectLst/>
                        </a:rPr>
                        <a:t>Below 1,000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1</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1,000.00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N</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N</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1626757183"/>
                  </a:ext>
                </a:extLst>
              </a:tr>
              <a:tr h="168939">
                <a:tc rowSpan="2">
                  <a:txBody>
                    <a:bodyPr/>
                    <a:lstStyle/>
                    <a:p>
                      <a:pPr marL="0" marR="0" algn="l">
                        <a:lnSpc>
                          <a:spcPct val="107000"/>
                        </a:lnSpc>
                        <a:spcAft>
                          <a:spcPts val="600"/>
                        </a:spcAft>
                        <a:tabLst>
                          <a:tab pos="540385" algn="l"/>
                          <a:tab pos="1080135" algn="l"/>
                          <a:tab pos="457200" algn="l"/>
                        </a:tabLst>
                      </a:pPr>
                      <a:r>
                        <a:rPr lang="en-US" sz="1000">
                          <a:effectLst/>
                        </a:rPr>
                        <a:t>Below 50,000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2</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5,000.00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N</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805221422"/>
                  </a:ext>
                </a:extLst>
              </a:tr>
              <a:tr h="0">
                <a:tc vMerge="1">
                  <a:txBody>
                    <a:bodyPr/>
                    <a:lstStyle/>
                    <a:p>
                      <a:endParaRPr lang="en-US"/>
                    </a:p>
                  </a:txBody>
                  <a:tcPr/>
                </a:tc>
                <a:tc>
                  <a:txBody>
                    <a:bodyPr/>
                    <a:lstStyle/>
                    <a:p>
                      <a:pPr marL="0" marR="0" algn="ctr">
                        <a:lnSpc>
                          <a:spcPct val="107000"/>
                        </a:lnSpc>
                        <a:spcAft>
                          <a:spcPts val="600"/>
                        </a:spcAft>
                        <a:tabLst>
                          <a:tab pos="540385" algn="l"/>
                          <a:tab pos="1080135" algn="l"/>
                          <a:tab pos="457200" algn="l"/>
                        </a:tabLst>
                      </a:pPr>
                      <a:r>
                        <a:rPr lang="en-US" sz="1100">
                          <a:effectLst/>
                        </a:rPr>
                        <a:t>3</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25,000.00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N</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1244762613"/>
                  </a:ext>
                </a:extLst>
              </a:tr>
              <a:tr h="168939">
                <a:tc rowSpan="7">
                  <a:txBody>
                    <a:bodyPr/>
                    <a:lstStyle/>
                    <a:p>
                      <a:pPr marL="0" marR="0" algn="l">
                        <a:lnSpc>
                          <a:spcPct val="107000"/>
                        </a:lnSpc>
                        <a:spcAft>
                          <a:spcPts val="600"/>
                        </a:spcAft>
                        <a:tabLst>
                          <a:tab pos="540385" algn="l"/>
                          <a:tab pos="1080135" algn="l"/>
                          <a:tab pos="457200" algn="l"/>
                        </a:tabLst>
                      </a:pPr>
                      <a:r>
                        <a:rPr lang="en-US" sz="1000">
                          <a:effectLst/>
                        </a:rPr>
                        <a:t>Above 50,000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4</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50,000.00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2470107250"/>
                  </a:ext>
                </a:extLst>
              </a:tr>
              <a:tr h="168939">
                <a:tc vMerge="1">
                  <a:txBody>
                    <a:bodyPr/>
                    <a:lstStyle/>
                    <a:p>
                      <a:endParaRPr lang="en-US"/>
                    </a:p>
                  </a:txBody>
                  <a:tcPr/>
                </a:tc>
                <a:tc>
                  <a:txBody>
                    <a:bodyPr/>
                    <a:lstStyle/>
                    <a:p>
                      <a:pPr marL="0" marR="0" algn="ctr">
                        <a:lnSpc>
                          <a:spcPct val="107000"/>
                        </a:lnSpc>
                        <a:spcAft>
                          <a:spcPts val="600"/>
                        </a:spcAft>
                        <a:tabLst>
                          <a:tab pos="540385" algn="l"/>
                          <a:tab pos="1080135" algn="l"/>
                          <a:tab pos="457200" algn="l"/>
                        </a:tabLst>
                      </a:pPr>
                      <a:r>
                        <a:rPr lang="en-US" sz="1100">
                          <a:effectLst/>
                        </a:rPr>
                        <a:t>5</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100,000.00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1987410030"/>
                  </a:ext>
                </a:extLst>
              </a:tr>
              <a:tr h="168939">
                <a:tc vMerge="1">
                  <a:txBody>
                    <a:bodyPr/>
                    <a:lstStyle/>
                    <a:p>
                      <a:endParaRPr lang="en-US"/>
                    </a:p>
                  </a:txBody>
                  <a:tcPr/>
                </a:tc>
                <a:tc>
                  <a:txBody>
                    <a:bodyPr/>
                    <a:lstStyle/>
                    <a:p>
                      <a:pPr marL="0" marR="0" algn="ctr">
                        <a:lnSpc>
                          <a:spcPct val="107000"/>
                        </a:lnSpc>
                        <a:spcAft>
                          <a:spcPts val="600"/>
                        </a:spcAft>
                        <a:tabLst>
                          <a:tab pos="540385" algn="l"/>
                          <a:tab pos="1080135" algn="l"/>
                          <a:tab pos="457200" algn="l"/>
                        </a:tabLst>
                      </a:pPr>
                      <a:r>
                        <a:rPr lang="en-US" sz="1100">
                          <a:effectLst/>
                        </a:rPr>
                        <a:t>6</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500,000.00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2717034168"/>
                  </a:ext>
                </a:extLst>
              </a:tr>
              <a:tr h="168939">
                <a:tc vMerge="1">
                  <a:txBody>
                    <a:bodyPr/>
                    <a:lstStyle/>
                    <a:p>
                      <a:endParaRPr lang="en-US"/>
                    </a:p>
                  </a:txBody>
                  <a:tcPr/>
                </a:tc>
                <a:tc>
                  <a:txBody>
                    <a:bodyPr/>
                    <a:lstStyle/>
                    <a:p>
                      <a:pPr marL="0" marR="0" algn="ctr">
                        <a:lnSpc>
                          <a:spcPct val="107000"/>
                        </a:lnSpc>
                        <a:spcAft>
                          <a:spcPts val="600"/>
                        </a:spcAft>
                        <a:tabLst>
                          <a:tab pos="540385" algn="l"/>
                          <a:tab pos="1080135" algn="l"/>
                          <a:tab pos="457200" algn="l"/>
                        </a:tabLst>
                      </a:pPr>
                      <a:r>
                        <a:rPr lang="en-US" sz="1100">
                          <a:effectLst/>
                        </a:rPr>
                        <a:t>7</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1,000,000.00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1975848323"/>
                  </a:ext>
                </a:extLst>
              </a:tr>
              <a:tr h="168939">
                <a:tc vMerge="1">
                  <a:txBody>
                    <a:bodyPr/>
                    <a:lstStyle/>
                    <a:p>
                      <a:endParaRPr lang="en-US"/>
                    </a:p>
                  </a:txBody>
                  <a:tcPr/>
                </a:tc>
                <a:tc>
                  <a:txBody>
                    <a:bodyPr/>
                    <a:lstStyle/>
                    <a:p>
                      <a:pPr marL="0" marR="0" algn="ctr">
                        <a:lnSpc>
                          <a:spcPct val="107000"/>
                        </a:lnSpc>
                        <a:spcAft>
                          <a:spcPts val="600"/>
                        </a:spcAft>
                        <a:tabLst>
                          <a:tab pos="540385" algn="l"/>
                          <a:tab pos="1080135" algn="l"/>
                          <a:tab pos="457200" algn="l"/>
                        </a:tabLst>
                      </a:pPr>
                      <a:r>
                        <a:rPr lang="en-US" sz="1100">
                          <a:effectLst/>
                        </a:rPr>
                        <a:t>8</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5,000,000.00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1582121687"/>
                  </a:ext>
                </a:extLst>
              </a:tr>
              <a:tr h="168939">
                <a:tc vMerge="1">
                  <a:txBody>
                    <a:bodyPr/>
                    <a:lstStyle/>
                    <a:p>
                      <a:endParaRPr lang="en-US"/>
                    </a:p>
                  </a:txBody>
                  <a:tcPr/>
                </a:tc>
                <a:tc>
                  <a:txBody>
                    <a:bodyPr/>
                    <a:lstStyle/>
                    <a:p>
                      <a:pPr marL="0" marR="0" algn="ctr">
                        <a:lnSpc>
                          <a:spcPct val="107000"/>
                        </a:lnSpc>
                        <a:spcAft>
                          <a:spcPts val="600"/>
                        </a:spcAft>
                        <a:tabLst>
                          <a:tab pos="540385" algn="l"/>
                          <a:tab pos="1080135" algn="l"/>
                          <a:tab pos="457200" algn="l"/>
                        </a:tabLst>
                      </a:pPr>
                      <a:r>
                        <a:rPr lang="en-US" sz="1100">
                          <a:effectLst/>
                        </a:rPr>
                        <a:t>9</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10,000,000.00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2841392149"/>
                  </a:ext>
                </a:extLst>
              </a:tr>
              <a:tr h="168939">
                <a:tc vMerge="1">
                  <a:txBody>
                    <a:bodyPr/>
                    <a:lstStyle/>
                    <a:p>
                      <a:endParaRPr lang="en-US"/>
                    </a:p>
                  </a:txBody>
                  <a:tcPr/>
                </a:tc>
                <a:tc>
                  <a:txBody>
                    <a:bodyPr/>
                    <a:lstStyle/>
                    <a:p>
                      <a:pPr marL="0" marR="0" algn="ctr">
                        <a:lnSpc>
                          <a:spcPct val="107000"/>
                        </a:lnSpc>
                        <a:spcAft>
                          <a:spcPts val="600"/>
                        </a:spcAft>
                        <a:tabLst>
                          <a:tab pos="540385" algn="l"/>
                          <a:tab pos="1080135" algn="l"/>
                          <a:tab pos="457200" algn="l"/>
                        </a:tabLst>
                      </a:pPr>
                      <a:r>
                        <a:rPr lang="en-US" sz="1100">
                          <a:effectLst/>
                        </a:rPr>
                        <a:t>10</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l">
                        <a:lnSpc>
                          <a:spcPct val="107000"/>
                        </a:lnSpc>
                        <a:spcAft>
                          <a:spcPts val="600"/>
                        </a:spcAft>
                        <a:tabLst>
                          <a:tab pos="540385" algn="l"/>
                          <a:tab pos="1080135" algn="l"/>
                          <a:tab pos="457200" algn="l"/>
                        </a:tabLst>
                      </a:pPr>
                      <a:r>
                        <a:rPr lang="en-US" sz="1100">
                          <a:effectLst/>
                        </a:rPr>
                        <a:t>Unlimited</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tc>
                  <a:txBody>
                    <a:bodyPr/>
                    <a:lstStyle/>
                    <a:p>
                      <a:pPr marL="0" marR="0" algn="ctr">
                        <a:lnSpc>
                          <a:spcPct val="107000"/>
                        </a:lnSpc>
                        <a:spcAft>
                          <a:spcPts val="600"/>
                        </a:spcAft>
                        <a:tabLst>
                          <a:tab pos="540385" algn="l"/>
                          <a:tab pos="1080135" algn="l"/>
                          <a:tab pos="457200" algn="l"/>
                        </a:tabLst>
                      </a:pPr>
                      <a:r>
                        <a:rPr lang="en-US" sz="1100">
                          <a:effectLst/>
                        </a:rPr>
                        <a:t>Y</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tc>
                <a:extLst>
                  <a:ext uri="{0D108BD9-81ED-4DB2-BD59-A6C34878D82A}">
                    <a16:rowId xmlns:a16="http://schemas.microsoft.com/office/drawing/2014/main" val="331508497"/>
                  </a:ext>
                </a:extLst>
              </a:tr>
            </a:tbl>
          </a:graphicData>
        </a:graphic>
      </p:graphicFrame>
      <p:sp>
        <p:nvSpPr>
          <p:cNvPr id="8" name="TextBox 7">
            <a:extLst>
              <a:ext uri="{FF2B5EF4-FFF2-40B4-BE49-F238E27FC236}">
                <a16:creationId xmlns:a16="http://schemas.microsoft.com/office/drawing/2014/main" id="{533E674C-F03C-B999-8FB9-05D350A228DD}"/>
              </a:ext>
            </a:extLst>
          </p:cNvPr>
          <p:cNvSpPr txBox="1"/>
          <p:nvPr/>
        </p:nvSpPr>
        <p:spPr>
          <a:xfrm rot="603247">
            <a:off x="8304681" y="879260"/>
            <a:ext cx="3458191" cy="276999"/>
          </a:xfrm>
          <a:prstGeom prst="rect">
            <a:avLst/>
          </a:prstGeom>
          <a:solidFill>
            <a:srgbClr val="FF9000"/>
          </a:solidFill>
        </p:spPr>
        <p:txBody>
          <a:bodyPr wrap="none" lIns="0" tIns="0" rIns="0" bIns="0" rtlCol="0">
            <a:spAutoFit/>
          </a:bodyPr>
          <a:lstStyle/>
          <a:p>
            <a:pPr algn="l"/>
            <a:r>
              <a:rPr lang="en-US"/>
              <a:t>UPDATED by Marcus 2025-01-27</a:t>
            </a:r>
            <a:endParaRPr lang="en-DE"/>
          </a:p>
        </p:txBody>
      </p:sp>
    </p:spTree>
    <p:extLst>
      <p:ext uri="{BB962C8B-B14F-4D97-AF65-F5344CB8AC3E}">
        <p14:creationId xmlns:p14="http://schemas.microsoft.com/office/powerpoint/2010/main" val="574883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07E86FF0-4AF7-63C9-31FD-9838BD8BC8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4" name="Object 13" hidden="1">
                        <a:extLst>
                          <a:ext uri="{FF2B5EF4-FFF2-40B4-BE49-F238E27FC236}">
                            <a16:creationId xmlns:a16="http://schemas.microsoft.com/office/drawing/2014/main" id="{07E86FF0-4AF7-63C9-31FD-9838BD8BC83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Inhaltsplatzhalter 2">
            <a:extLst>
              <a:ext uri="{FF2B5EF4-FFF2-40B4-BE49-F238E27FC236}">
                <a16:creationId xmlns:a16="http://schemas.microsoft.com/office/drawing/2014/main" id="{AAF67409-A46B-DF6A-2328-66A69456F28D}"/>
              </a:ext>
            </a:extLst>
          </p:cNvPr>
          <p:cNvSpPr txBox="1">
            <a:spLocks/>
          </p:cNvSpPr>
          <p:nvPr/>
        </p:nvSpPr>
        <p:spPr>
          <a:xfrm>
            <a:off x="4219575" y="1247118"/>
            <a:ext cx="7654373" cy="4960806"/>
          </a:xfrm>
          <a:prstGeom prst="rect">
            <a:avLst/>
          </a:prstGeom>
          <a:solidFill>
            <a:srgbClr val="DFDFD9"/>
          </a:solidFill>
        </p:spPr>
        <p:txBody>
          <a:bodyPr vert="horz" lIns="109728" tIns="109728" rIns="109728" bIns="109728" rtlCol="0" anchor="t">
            <a:noAutofit/>
          </a:bodyPr>
          <a:lstStyle>
            <a:defPPr>
              <a:defRPr lang="en-US"/>
            </a:defPPr>
            <a:lvl1pPr indent="0">
              <a:lnSpc>
                <a:spcPct val="110000"/>
              </a:lnSpc>
              <a:spcBef>
                <a:spcPts val="0"/>
              </a:spcBef>
              <a:spcAft>
                <a:spcPts val="300"/>
              </a:spcAft>
              <a:buFont typeface="Arial" panose="020B0604020202020204" pitchFamily="34" charset="0"/>
              <a:buNone/>
            </a:lvl1pPr>
            <a:lvl2pPr marL="0" lvl="1" indent="0">
              <a:lnSpc>
                <a:spcPct val="110000"/>
              </a:lnSpc>
              <a:spcBef>
                <a:spcPts val="0"/>
              </a:spcBef>
              <a:spcAft>
                <a:spcPts val="300"/>
              </a:spcAft>
              <a:buClr>
                <a:schemeClr val="accent1"/>
              </a:buClr>
              <a:buFont typeface="Arial" panose="020B0604020202020204" pitchFamily="34" charset="0"/>
              <a:buNone/>
              <a:defRPr sz="1400" b="1">
                <a:solidFill>
                  <a:schemeClr val="tx2"/>
                </a:solidFill>
              </a:defRPr>
            </a:lvl2pPr>
            <a:lvl3pPr marL="360000" indent="-180000">
              <a:lnSpc>
                <a:spcPct val="110000"/>
              </a:lnSpc>
              <a:spcBef>
                <a:spcPts val="0"/>
              </a:spcBef>
              <a:spcAft>
                <a:spcPts val="300"/>
              </a:spcAft>
              <a:buClr>
                <a:schemeClr val="accent1"/>
              </a:buClr>
              <a:buFont typeface="Arial" panose="020B0604020202020204" pitchFamily="34" charset="0"/>
              <a:buChar char="•"/>
            </a:lvl3pPr>
            <a:lvl4pPr marL="540000" indent="-180000">
              <a:lnSpc>
                <a:spcPct val="110000"/>
              </a:lnSpc>
              <a:spcBef>
                <a:spcPts val="0"/>
              </a:spcBef>
              <a:spcAft>
                <a:spcPts val="300"/>
              </a:spcAft>
              <a:buClr>
                <a:schemeClr val="accent1"/>
              </a:buClr>
              <a:buFont typeface="Arial" panose="020B0604020202020204" pitchFamily="34" charset="0"/>
              <a:buChar char="•"/>
            </a:lvl4pPr>
            <a:lvl5pPr marL="720000" indent="-180000">
              <a:lnSpc>
                <a:spcPct val="110000"/>
              </a:lnSpc>
              <a:spcBef>
                <a:spcPts val="0"/>
              </a:spcBef>
              <a:spcAft>
                <a:spcPts val="300"/>
              </a:spcAft>
              <a:buClr>
                <a:schemeClr val="accent1"/>
              </a:buClr>
              <a:buFont typeface="Arial" panose="020B0604020202020204" pitchFamily="34" charset="0"/>
              <a:buChar char="•"/>
            </a:lvl5pPr>
            <a:lvl6pPr marL="900000" indent="-180000">
              <a:lnSpc>
                <a:spcPct val="110000"/>
              </a:lnSpc>
              <a:spcBef>
                <a:spcPts val="0"/>
              </a:spcBef>
              <a:spcAft>
                <a:spcPts val="300"/>
              </a:spcAft>
              <a:buClr>
                <a:schemeClr val="accent1"/>
              </a:buClr>
              <a:buFont typeface="Arial" panose="020B0604020202020204" pitchFamily="34" charset="0"/>
              <a:buChar char="•"/>
            </a:lvl6pPr>
            <a:lvl7pPr marL="1080000" indent="-180000">
              <a:lnSpc>
                <a:spcPct val="110000"/>
              </a:lnSpc>
              <a:spcBef>
                <a:spcPts val="0"/>
              </a:spcBef>
              <a:spcAft>
                <a:spcPts val="300"/>
              </a:spcAft>
              <a:buClr>
                <a:schemeClr val="accent1"/>
              </a:buClr>
              <a:buFont typeface="Arial" panose="020B0604020202020204" pitchFamily="34" charset="0"/>
              <a:buChar char="•"/>
            </a:lvl7pPr>
            <a:lvl8pPr marL="1260000" indent="-180000">
              <a:lnSpc>
                <a:spcPct val="110000"/>
              </a:lnSpc>
              <a:spcBef>
                <a:spcPts val="0"/>
              </a:spcBef>
              <a:spcAft>
                <a:spcPts val="300"/>
              </a:spcAft>
              <a:buClr>
                <a:schemeClr val="accent1"/>
              </a:buClr>
              <a:buFont typeface="Arial" panose="020B0604020202020204" pitchFamily="34" charset="0"/>
              <a:buChar char="•"/>
            </a:lvl8pPr>
            <a:lvl9pPr marL="1440000" indent="-180000">
              <a:lnSpc>
                <a:spcPct val="110000"/>
              </a:lnSpc>
              <a:spcBef>
                <a:spcPts val="0"/>
              </a:spcBef>
              <a:spcAft>
                <a:spcPts val="300"/>
              </a:spcAft>
              <a:buClr>
                <a:schemeClr val="accent1"/>
              </a:buClr>
              <a:buFont typeface="Arial" panose="020B0604020202020204" pitchFamily="34" charset="0"/>
              <a:buChar char="•"/>
            </a:lvl9pPr>
          </a:lstStyle>
          <a:p>
            <a:pPr marL="0" marR="0" lvl="0" indent="0" algn="l" defTabSz="914400" rtl="0" eaLnBrk="1" fontAlgn="auto" latinLnBrk="0" hangingPunct="1">
              <a:lnSpc>
                <a:spcPct val="110000"/>
              </a:lnSpc>
              <a:spcBef>
                <a:spcPts val="0"/>
              </a:spcBef>
              <a:spcAft>
                <a:spcPts val="300"/>
              </a:spcAft>
              <a:buClrTx/>
              <a:buSzTx/>
              <a:buFont typeface="Arial" panose="020B0604020202020204" pitchFamily="34" charset="0"/>
              <a:buNone/>
              <a:tabLst/>
              <a:defRPr/>
            </a:pPr>
            <a:r>
              <a:rPr kumimoji="0" lang="en-US" sz="1800" b="1" i="0" u="none" strike="noStrike" kern="1200" cap="none" spc="0" normalizeH="0" baseline="0" noProof="0">
                <a:ln>
                  <a:noFill/>
                </a:ln>
                <a:solidFill>
                  <a:srgbClr val="000028"/>
                </a:solidFill>
                <a:effectLst/>
                <a:uLnTx/>
                <a:uFillTx/>
                <a:latin typeface="Arial"/>
                <a:ea typeface="+mn-ea"/>
                <a:cs typeface="+mn-cs"/>
              </a:rPr>
              <a:t>Details</a:t>
            </a:r>
            <a:endParaRPr kumimoji="0" lang="en-US" sz="1800" b="0" i="0" u="none" strike="noStrike" kern="1200" cap="none" spc="0" normalizeH="0" baseline="0" noProof="0">
              <a:ln>
                <a:noFill/>
              </a:ln>
              <a:solidFill>
                <a:srgbClr val="000028"/>
              </a:solidFill>
              <a:effectLst/>
              <a:uLnTx/>
              <a:uFillTx/>
              <a:latin typeface="Arial"/>
              <a:ea typeface="+mn-ea"/>
              <a:cs typeface="+mn-cs"/>
            </a:endParaRPr>
          </a:p>
        </p:txBody>
      </p:sp>
      <p:sp>
        <p:nvSpPr>
          <p:cNvPr id="25" name="Titel 24">
            <a:extLst>
              <a:ext uri="{FF2B5EF4-FFF2-40B4-BE49-F238E27FC236}">
                <a16:creationId xmlns:a16="http://schemas.microsoft.com/office/drawing/2014/main" id="{22F4FF54-D55A-8E8C-1BCC-0FF9E4973F9A}"/>
              </a:ext>
            </a:extLst>
          </p:cNvPr>
          <p:cNvSpPr>
            <a:spLocks noGrp="1"/>
          </p:cNvSpPr>
          <p:nvPr>
            <p:ph type="title"/>
          </p:nvPr>
        </p:nvSpPr>
        <p:spPr>
          <a:xfrm>
            <a:off x="410400" y="478800"/>
            <a:ext cx="10383445" cy="576000"/>
          </a:xfrm>
        </p:spPr>
        <p:txBody>
          <a:bodyPr/>
          <a:lstStyle/>
          <a:p>
            <a:endParaRPr lang="en-US"/>
          </a:p>
        </p:txBody>
      </p:sp>
      <p:sp>
        <p:nvSpPr>
          <p:cNvPr id="21" name="NavigationTriangle">
            <a:extLst>
              <a:ext uri="{FF2B5EF4-FFF2-40B4-BE49-F238E27FC236}">
                <a16:creationId xmlns:a16="http://schemas.microsoft.com/office/drawing/2014/main" id="{BF127E96-5C77-2F9B-A85E-DD86F5B52EF9}"/>
              </a:ext>
            </a:extLst>
          </p:cNvPr>
          <p:cNvSpPr/>
          <p:nvPr/>
        </p:nvSpPr>
        <p:spPr>
          <a:xfrm rot="10800000">
            <a:off x="0" y="0"/>
            <a:ext cx="796833" cy="829249"/>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9769214D-1D5E-B7A2-7200-C3830B0FD5CD}"/>
              </a:ext>
            </a:extLst>
          </p:cNvPr>
          <p:cNvSpPr/>
          <p:nvPr/>
        </p:nvSpPr>
        <p:spPr>
          <a:xfrm>
            <a:off x="4059580" y="489636"/>
            <a:ext cx="6734265" cy="649480"/>
          </a:xfrm>
          <a:prstGeom prst="rect">
            <a:avLst/>
          </a:prstGeom>
          <a:noFill/>
          <a:ln w="38100" cap="flat" cmpd="sng" algn="ctr">
            <a:solidFill>
              <a:srgbClr val="009999"/>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chorCtr="0">
            <a:noAutofit/>
          </a:bodyPr>
          <a:lstStyle/>
          <a:p>
            <a:pPr marL="26670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a:ea typeface="+mn-ea"/>
                <a:cs typeface="+mn-cs"/>
              </a:rPr>
              <a:t>Output Determination</a:t>
            </a:r>
          </a:p>
        </p:txBody>
      </p:sp>
      <p:sp>
        <p:nvSpPr>
          <p:cNvPr id="17" name="Rectangle 8">
            <a:extLst>
              <a:ext uri="{FF2B5EF4-FFF2-40B4-BE49-F238E27FC236}">
                <a16:creationId xmlns:a16="http://schemas.microsoft.com/office/drawing/2014/main" id="{1F1FDD74-0A53-2D2A-9477-3BD1764BEAD5}"/>
              </a:ext>
            </a:extLst>
          </p:cNvPr>
          <p:cNvSpPr/>
          <p:nvPr/>
        </p:nvSpPr>
        <p:spPr>
          <a:xfrm>
            <a:off x="431502" y="1344765"/>
            <a:ext cx="3219451" cy="276999"/>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rial"/>
                <a:ea typeface="+mn-ea"/>
                <a:cs typeface="+mn-cs"/>
              </a:rPr>
              <a:t>Feature Abstract &amp; Rationale</a:t>
            </a:r>
            <a:endParaRPr kumimoji="0" lang="en-US" sz="1800" b="1" i="0" u="none" strike="noStrike" kern="1200" cap="none" spc="0" normalizeH="0" baseline="0" noProof="0">
              <a:ln>
                <a:noFill/>
              </a:ln>
              <a:solidFill>
                <a:prstClr val="white"/>
              </a:solidFill>
              <a:effectLst/>
              <a:uLnTx/>
              <a:uFillTx/>
              <a:latin typeface="Arial"/>
              <a:ea typeface="+mn-ea"/>
              <a:cs typeface="Arial"/>
            </a:endParaRPr>
          </a:p>
        </p:txBody>
      </p:sp>
      <p:cxnSp>
        <p:nvCxnSpPr>
          <p:cNvPr id="52" name="Straight Connector 5">
            <a:extLst>
              <a:ext uri="{FF2B5EF4-FFF2-40B4-BE49-F238E27FC236}">
                <a16:creationId xmlns:a16="http://schemas.microsoft.com/office/drawing/2014/main" id="{4FE00619-AA6A-6D95-4623-2162FFF2F05C}"/>
              </a:ext>
            </a:extLst>
          </p:cNvPr>
          <p:cNvCxnSpPr>
            <a:cxnSpLocks/>
          </p:cNvCxnSpPr>
          <p:nvPr/>
        </p:nvCxnSpPr>
        <p:spPr>
          <a:xfrm>
            <a:off x="410400" y="1623613"/>
            <a:ext cx="3471182" cy="0"/>
          </a:xfrm>
          <a:prstGeom prst="line">
            <a:avLst/>
          </a:prstGeom>
          <a:ln w="19050" cap="flat" cmpd="sng" algn="ctr">
            <a:solidFill>
              <a:schemeClr val="bg1"/>
            </a:solidFill>
            <a:prstDash val="solid"/>
            <a:round/>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68" name="Rectangle 3">
            <a:extLst>
              <a:ext uri="{FF2B5EF4-FFF2-40B4-BE49-F238E27FC236}">
                <a16:creationId xmlns:a16="http://schemas.microsoft.com/office/drawing/2014/main" id="{4AB5F5D7-34CD-F96D-8B59-1700867FD4EE}"/>
              </a:ext>
            </a:extLst>
          </p:cNvPr>
          <p:cNvSpPr/>
          <p:nvPr/>
        </p:nvSpPr>
        <p:spPr>
          <a:xfrm>
            <a:off x="410399" y="1623613"/>
            <a:ext cx="3542475" cy="4450449"/>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109728" rIns="0" bIns="0" rtlCol="0" anchor="t"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sng" strike="noStrike" kern="1200" cap="none" spc="0" normalizeH="0" baseline="0" noProof="0">
                <a:ln>
                  <a:noFill/>
                </a:ln>
                <a:solidFill>
                  <a:prstClr val="white"/>
                </a:solidFill>
                <a:effectLst/>
                <a:uLnTx/>
                <a:uFillTx/>
                <a:latin typeface="Arial"/>
                <a:ea typeface="+mn-ea"/>
                <a:cs typeface="+mn-cs"/>
              </a:rPr>
              <a:t>One output method </a:t>
            </a:r>
            <a:r>
              <a:rPr kumimoji="0" lang="en-US" sz="1600" b="0" i="0" u="none" strike="noStrike" kern="1200" cap="none" spc="0" normalizeH="0" baseline="0" noProof="0">
                <a:ln>
                  <a:noFill/>
                </a:ln>
                <a:solidFill>
                  <a:prstClr val="white"/>
                </a:solidFill>
                <a:effectLst/>
                <a:uLnTx/>
                <a:uFillTx/>
                <a:latin typeface="Arial"/>
                <a:ea typeface="+mn-ea"/>
                <a:cs typeface="+mn-cs"/>
              </a:rPr>
              <a:t>and determination logic and </a:t>
            </a:r>
            <a:r>
              <a:rPr kumimoji="0" lang="en-US" sz="1600" b="0" i="0" u="sng" strike="noStrike" kern="1200" cap="none" spc="0" normalizeH="0" baseline="0" noProof="0">
                <a:ln>
                  <a:noFill/>
                </a:ln>
                <a:solidFill>
                  <a:prstClr val="white"/>
                </a:solidFill>
                <a:effectLst/>
                <a:uLnTx/>
                <a:uFillTx/>
                <a:latin typeface="Arial"/>
                <a:ea typeface="+mn-ea"/>
                <a:cs typeface="+mn-cs"/>
              </a:rPr>
              <a:t>one print </a:t>
            </a:r>
            <a:r>
              <a:rPr kumimoji="0" lang="en-US" sz="1600" b="0" i="0" u="sng" strike="noStrike" kern="1200" cap="none" spc="0" normalizeH="0" baseline="0" noProof="0">
                <a:ln>
                  <a:noFill/>
                </a:ln>
                <a:solidFill>
                  <a:prstClr val="white"/>
                </a:solidFill>
                <a:effectLst/>
                <a:uLnTx/>
                <a:uFillTx/>
                <a:latin typeface="Arial"/>
                <a:ea typeface="+mn-ea"/>
                <a:cs typeface="+mn-cs"/>
                <a:sym typeface="Wingdings" panose="05000000000000000000" pitchFamily="2" charset="2"/>
              </a:rPr>
              <a:t>form </a:t>
            </a:r>
            <a:r>
              <a:rPr kumimoji="0" lang="en-US" sz="1600" b="0" i="0" u="none" strike="noStrike" kern="1200" cap="none" spc="0" normalizeH="0" baseline="0" noProof="0">
                <a:ln>
                  <a:noFill/>
                </a:ln>
                <a:solidFill>
                  <a:prstClr val="white"/>
                </a:solidFill>
                <a:effectLst/>
                <a:uLnTx/>
                <a:uFillTx/>
                <a:latin typeface="Arial"/>
                <a:ea typeface="+mn-ea"/>
                <a:cs typeface="+mn-cs"/>
              </a:rPr>
              <a:t>for Direct POs </a:t>
            </a:r>
            <a:r>
              <a:rPr kumimoji="0" lang="en-US" sz="1600" b="0" i="0" u="none" strike="noStrike" kern="1200" cap="none" spc="0" normalizeH="0" baseline="0" noProof="0">
                <a:ln>
                  <a:noFill/>
                </a:ln>
                <a:solidFill>
                  <a:prstClr val="white"/>
                </a:solidFill>
                <a:effectLst/>
                <a:uLnTx/>
                <a:uFillTx/>
                <a:latin typeface="Arial"/>
                <a:ea typeface="+mn-ea"/>
                <a:cs typeface="+mn-cs"/>
                <a:sym typeface="Wingdings" panose="05000000000000000000" pitchFamily="2" charset="2"/>
              </a:rPr>
              <a:t>with process / unit / language specific text module definition</a:t>
            </a:r>
            <a:endParaRPr kumimoji="0" lang="en-US" sz="1600" b="0" i="0" u="none" strike="noStrike" kern="1200" cap="none" spc="0" normalizeH="0" baseline="0" noProof="0">
              <a:ln>
                <a:noFill/>
              </a:ln>
              <a:solidFill>
                <a:prstClr val="white"/>
              </a:solidFill>
              <a:effectLst/>
              <a:uLnTx/>
              <a:uFillTx/>
              <a:latin typeface="Arial"/>
              <a:ea typeface="+mn-ea"/>
              <a:cs typeface="+mn-cs"/>
            </a:endParaRP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sym typeface="Wingdings" panose="05000000000000000000" pitchFamily="2" charset="2"/>
              </a:rPr>
              <a:t>Output Mediums are EDI or Email and </a:t>
            </a:r>
            <a:r>
              <a:rPr kumimoji="0" lang="en-US" sz="1600" b="0" i="0" u="sng" strike="noStrike" kern="1200" cap="none" spc="0" normalizeH="0" baseline="0" noProof="0">
                <a:ln>
                  <a:noFill/>
                </a:ln>
                <a:solidFill>
                  <a:prstClr val="white"/>
                </a:solidFill>
                <a:effectLst/>
                <a:uLnTx/>
                <a:uFillTx/>
                <a:latin typeface="Arial"/>
                <a:ea typeface="+mn-ea"/>
                <a:cs typeface="+mn-cs"/>
                <a:sym typeface="Wingdings" panose="05000000000000000000" pitchFamily="2" charset="2"/>
              </a:rPr>
              <a:t>automatically determined </a:t>
            </a:r>
            <a:r>
              <a:rPr kumimoji="0" lang="en-US" sz="1600" b="0" i="0" u="none" strike="noStrike" kern="1200" cap="none" spc="0" normalizeH="0" baseline="0" noProof="0">
                <a:ln>
                  <a:noFill/>
                </a:ln>
                <a:solidFill>
                  <a:prstClr val="white"/>
                </a:solidFill>
                <a:effectLst/>
                <a:uLnTx/>
                <a:uFillTx/>
                <a:latin typeface="Arial"/>
                <a:ea typeface="+mn-ea"/>
                <a:cs typeface="+mn-cs"/>
                <a:sym typeface="Wingdings" panose="05000000000000000000" pitchFamily="2" charset="2"/>
              </a:rPr>
              <a:t>based on Supplier settings (EDI first)</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sym typeface="Wingdings" panose="05000000000000000000" pitchFamily="2" charset="2"/>
              </a:rPr>
              <a:t>PO output (Y005) will be sending immediately to the supplier and a copy of will be attached as PDF to the PO for archiving</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rPr>
              <a:t>Supplier contacts is assigned to the “OC – Ordering Contact”</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Arial"/>
                <a:ea typeface="+mn-ea"/>
                <a:cs typeface="+mn-cs"/>
              </a:rPr>
              <a:t>Predefined texts in printout are controlled by the respective Company Code, Purch Org, PO type</a:t>
            </a:r>
          </a:p>
        </p:txBody>
      </p:sp>
      <p:sp>
        <p:nvSpPr>
          <p:cNvPr id="2" name="Arrow: Pentagon 58">
            <a:extLst>
              <a:ext uri="{FF2B5EF4-FFF2-40B4-BE49-F238E27FC236}">
                <a16:creationId xmlns:a16="http://schemas.microsoft.com/office/drawing/2014/main" id="{DAD4BC89-1139-9D99-6E0A-10F66D3DBD79}"/>
              </a:ext>
            </a:extLst>
          </p:cNvPr>
          <p:cNvSpPr/>
          <p:nvPr/>
        </p:nvSpPr>
        <p:spPr>
          <a:xfrm>
            <a:off x="509427" y="489636"/>
            <a:ext cx="3875965" cy="649480"/>
          </a:xfrm>
          <a:prstGeom prst="homePlate">
            <a:avLst>
              <a:gd name="adj" fmla="val 38737"/>
            </a:avLst>
          </a:prstGeom>
          <a:solidFill>
            <a:srgbClr val="009999"/>
          </a:solidFill>
          <a:ln w="1905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457200" tIns="109728" rIns="109728" bIns="109728"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rial"/>
                <a:ea typeface="+mn-ea"/>
                <a:cs typeface="+mn-cs"/>
              </a:rPr>
              <a:t>Purchase Order Output</a:t>
            </a:r>
          </a:p>
        </p:txBody>
      </p:sp>
      <p:sp>
        <p:nvSpPr>
          <p:cNvPr id="39" name="Rectangle 7">
            <a:extLst>
              <a:ext uri="{FF2B5EF4-FFF2-40B4-BE49-F238E27FC236}">
                <a16:creationId xmlns:a16="http://schemas.microsoft.com/office/drawing/2014/main" id="{E8496658-1BEF-BE7F-2B03-878CB6C0F56B}"/>
              </a:ext>
            </a:extLst>
          </p:cNvPr>
          <p:cNvSpPr/>
          <p:nvPr/>
        </p:nvSpPr>
        <p:spPr>
          <a:xfrm>
            <a:off x="4385392" y="1704976"/>
            <a:ext cx="7309501" cy="4389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109728" rIns="109728" bIns="109728"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200" b="1" i="0" u="none" strike="noStrike" kern="1200" cap="none" spc="0" normalizeH="0" baseline="0" noProof="0">
              <a:ln>
                <a:noFill/>
              </a:ln>
              <a:solidFill>
                <a:srgbClr val="000000"/>
              </a:solidFill>
              <a:effectLst/>
              <a:uLnTx/>
              <a:uFillTx/>
              <a:latin typeface="Arial"/>
              <a:ea typeface="+mn-ea"/>
              <a:cs typeface="+mn-cs"/>
            </a:endParaRPr>
          </a:p>
        </p:txBody>
      </p:sp>
      <p:grpSp>
        <p:nvGrpSpPr>
          <p:cNvPr id="5" name="Gruppieren 4">
            <a:extLst>
              <a:ext uri="{FF2B5EF4-FFF2-40B4-BE49-F238E27FC236}">
                <a16:creationId xmlns:a16="http://schemas.microsoft.com/office/drawing/2014/main" id="{852BA4AB-1CF2-46AA-7685-F3E1E9FB4E8B}"/>
              </a:ext>
            </a:extLst>
          </p:cNvPr>
          <p:cNvGrpSpPr/>
          <p:nvPr/>
        </p:nvGrpSpPr>
        <p:grpSpPr>
          <a:xfrm>
            <a:off x="186665" y="489636"/>
            <a:ext cx="639458" cy="649480"/>
            <a:chOff x="186665" y="489636"/>
            <a:chExt cx="639458" cy="649480"/>
          </a:xfrm>
        </p:grpSpPr>
        <p:sp>
          <p:nvSpPr>
            <p:cNvPr id="6" name="Oval 29">
              <a:extLst>
                <a:ext uri="{FF2B5EF4-FFF2-40B4-BE49-F238E27FC236}">
                  <a16:creationId xmlns:a16="http://schemas.microsoft.com/office/drawing/2014/main" id="{6FDE77DB-3359-7B20-3D48-7D80039CB6B4}"/>
                </a:ext>
              </a:extLst>
            </p:cNvPr>
            <p:cNvSpPr/>
            <p:nvPr/>
          </p:nvSpPr>
          <p:spPr>
            <a:xfrm>
              <a:off x="186665" y="489636"/>
              <a:ext cx="639458" cy="649480"/>
            </a:xfrm>
            <a:prstGeom prst="ellipse">
              <a:avLst/>
            </a:prstGeom>
            <a:solidFill>
              <a:schemeClr val="bg1"/>
            </a:solidFill>
            <a:ln w="3810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grpSp>
          <p:nvGrpSpPr>
            <p:cNvPr id="9" name="bcgIcons_Iceberg ">
              <a:extLst>
                <a:ext uri="{FF2B5EF4-FFF2-40B4-BE49-F238E27FC236}">
                  <a16:creationId xmlns:a16="http://schemas.microsoft.com/office/drawing/2014/main" id="{DE8C0249-C00E-6A24-FF1A-6B79A6C779BF}"/>
                </a:ext>
              </a:extLst>
            </p:cNvPr>
            <p:cNvGrpSpPr>
              <a:grpSpLocks noChangeAspect="1"/>
            </p:cNvGrpSpPr>
            <p:nvPr/>
          </p:nvGrpSpPr>
          <p:grpSpPr>
            <a:xfrm>
              <a:off x="193456" y="503931"/>
              <a:ext cx="625877" cy="620890"/>
              <a:chOff x="5272881" y="2605881"/>
              <a:chExt cx="1646238" cy="1646237"/>
            </a:xfrm>
          </p:grpSpPr>
          <p:sp>
            <p:nvSpPr>
              <p:cNvPr id="10" name="AutoShape 3">
                <a:extLst>
                  <a:ext uri="{FF2B5EF4-FFF2-40B4-BE49-F238E27FC236}">
                    <a16:creationId xmlns:a16="http://schemas.microsoft.com/office/drawing/2014/main" id="{531EBE13-93F6-C3A4-2F0B-D13A46A59B9D}"/>
                  </a:ext>
                </a:extLst>
              </p:cNvPr>
              <p:cNvSpPr>
                <a:spLocks noChangeAspect="1" noChangeArrowheads="1" noTextEdit="1"/>
              </p:cNvSpPr>
              <p:nvPr/>
            </p:nvSpPr>
            <p:spPr bwMode="auto">
              <a:xfrm>
                <a:off x="5272881" y="2605881"/>
                <a:ext cx="1646238"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2" name="Group 32">
                <a:extLst>
                  <a:ext uri="{FF2B5EF4-FFF2-40B4-BE49-F238E27FC236}">
                    <a16:creationId xmlns:a16="http://schemas.microsoft.com/office/drawing/2014/main" id="{0A7B39FD-066A-F6A1-DCA5-1A71CA2853E6}"/>
                  </a:ext>
                </a:extLst>
              </p:cNvPr>
              <p:cNvGrpSpPr/>
              <p:nvPr/>
            </p:nvGrpSpPr>
            <p:grpSpPr>
              <a:xfrm>
                <a:off x="5526881" y="2774156"/>
                <a:ext cx="1139825" cy="1308100"/>
                <a:chOff x="5526881" y="2774156"/>
                <a:chExt cx="1139825" cy="1308100"/>
              </a:xfrm>
            </p:grpSpPr>
            <p:sp>
              <p:nvSpPr>
                <p:cNvPr id="13" name="Freeform 10">
                  <a:extLst>
                    <a:ext uri="{FF2B5EF4-FFF2-40B4-BE49-F238E27FC236}">
                      <a16:creationId xmlns:a16="http://schemas.microsoft.com/office/drawing/2014/main" id="{0DAB9CF7-F8EF-D058-96AD-DB1C363148B3}"/>
                    </a:ext>
                  </a:extLst>
                </p:cNvPr>
                <p:cNvSpPr>
                  <a:spLocks/>
                </p:cNvSpPr>
                <p:nvPr/>
              </p:nvSpPr>
              <p:spPr bwMode="auto">
                <a:xfrm>
                  <a:off x="5606256" y="2774156"/>
                  <a:ext cx="981075" cy="517525"/>
                </a:xfrm>
                <a:custGeom>
                  <a:avLst/>
                  <a:gdLst>
                    <a:gd name="T0" fmla="*/ 1194 w 1374"/>
                    <a:gd name="T1" fmla="*/ 534 h 724"/>
                    <a:gd name="T2" fmla="*/ 1108 w 1374"/>
                    <a:gd name="T3" fmla="*/ 422 h 724"/>
                    <a:gd name="T4" fmla="*/ 1106 w 1374"/>
                    <a:gd name="T5" fmla="*/ 420 h 724"/>
                    <a:gd name="T6" fmla="*/ 914 w 1374"/>
                    <a:gd name="T7" fmla="*/ 224 h 724"/>
                    <a:gd name="T8" fmla="*/ 898 w 1374"/>
                    <a:gd name="T9" fmla="*/ 217 h 724"/>
                    <a:gd name="T10" fmla="*/ 898 w 1374"/>
                    <a:gd name="T11" fmla="*/ 217 h 724"/>
                    <a:gd name="T12" fmla="*/ 882 w 1374"/>
                    <a:gd name="T13" fmla="*/ 224 h 724"/>
                    <a:gd name="T14" fmla="*/ 862 w 1374"/>
                    <a:gd name="T15" fmla="*/ 244 h 724"/>
                    <a:gd name="T16" fmla="*/ 727 w 1374"/>
                    <a:gd name="T17" fmla="*/ 11 h 724"/>
                    <a:gd name="T18" fmla="*/ 709 w 1374"/>
                    <a:gd name="T19" fmla="*/ 0 h 724"/>
                    <a:gd name="T20" fmla="*/ 690 w 1374"/>
                    <a:gd name="T21" fmla="*/ 9 h 724"/>
                    <a:gd name="T22" fmla="*/ 518 w 1374"/>
                    <a:gd name="T23" fmla="*/ 237 h 724"/>
                    <a:gd name="T24" fmla="*/ 477 w 1374"/>
                    <a:gd name="T25" fmla="*/ 224 h 724"/>
                    <a:gd name="T26" fmla="*/ 453 w 1374"/>
                    <a:gd name="T27" fmla="*/ 230 h 724"/>
                    <a:gd name="T28" fmla="*/ 336 w 1374"/>
                    <a:gd name="T29" fmla="*/ 374 h 724"/>
                    <a:gd name="T30" fmla="*/ 322 w 1374"/>
                    <a:gd name="T31" fmla="*/ 356 h 724"/>
                    <a:gd name="T32" fmla="*/ 304 w 1374"/>
                    <a:gd name="T33" fmla="*/ 348 h 724"/>
                    <a:gd name="T34" fmla="*/ 287 w 1374"/>
                    <a:gd name="T35" fmla="*/ 358 h 724"/>
                    <a:gd name="T36" fmla="*/ 145 w 1374"/>
                    <a:gd name="T37" fmla="*/ 571 h 724"/>
                    <a:gd name="T38" fmla="*/ 0 w 1374"/>
                    <a:gd name="T39" fmla="*/ 724 h 724"/>
                    <a:gd name="T40" fmla="*/ 61 w 1374"/>
                    <a:gd name="T41" fmla="*/ 724 h 724"/>
                    <a:gd name="T42" fmla="*/ 178 w 1374"/>
                    <a:gd name="T43" fmla="*/ 600 h 724"/>
                    <a:gd name="T44" fmla="*/ 180 w 1374"/>
                    <a:gd name="T45" fmla="*/ 597 h 724"/>
                    <a:gd name="T46" fmla="*/ 307 w 1374"/>
                    <a:gd name="T47" fmla="*/ 407 h 724"/>
                    <a:gd name="T48" fmla="*/ 319 w 1374"/>
                    <a:gd name="T49" fmla="*/ 422 h 724"/>
                    <a:gd name="T50" fmla="*/ 336 w 1374"/>
                    <a:gd name="T51" fmla="*/ 431 h 724"/>
                    <a:gd name="T52" fmla="*/ 353 w 1374"/>
                    <a:gd name="T53" fmla="*/ 422 h 724"/>
                    <a:gd name="T54" fmla="*/ 478 w 1374"/>
                    <a:gd name="T55" fmla="*/ 270 h 724"/>
                    <a:gd name="T56" fmla="*/ 519 w 1374"/>
                    <a:gd name="T57" fmla="*/ 284 h 724"/>
                    <a:gd name="T58" fmla="*/ 544 w 1374"/>
                    <a:gd name="T59" fmla="*/ 276 h 724"/>
                    <a:gd name="T60" fmla="*/ 688 w 1374"/>
                    <a:gd name="T61" fmla="*/ 85 h 724"/>
                    <a:gd name="T62" fmla="*/ 619 w 1374"/>
                    <a:gd name="T63" fmla="*/ 307 h 724"/>
                    <a:gd name="T64" fmla="*/ 620 w 1374"/>
                    <a:gd name="T65" fmla="*/ 312 h 724"/>
                    <a:gd name="T66" fmla="*/ 646 w 1374"/>
                    <a:gd name="T67" fmla="*/ 329 h 724"/>
                    <a:gd name="T68" fmla="*/ 648 w 1374"/>
                    <a:gd name="T69" fmla="*/ 334 h 724"/>
                    <a:gd name="T70" fmla="*/ 565 w 1374"/>
                    <a:gd name="T71" fmla="*/ 506 h 724"/>
                    <a:gd name="T72" fmla="*/ 571 w 1374"/>
                    <a:gd name="T73" fmla="*/ 511 h 724"/>
                    <a:gd name="T74" fmla="*/ 726 w 1374"/>
                    <a:gd name="T75" fmla="*/ 357 h 724"/>
                    <a:gd name="T76" fmla="*/ 730 w 1374"/>
                    <a:gd name="T77" fmla="*/ 356 h 724"/>
                    <a:gd name="T78" fmla="*/ 787 w 1374"/>
                    <a:gd name="T79" fmla="*/ 383 h 724"/>
                    <a:gd name="T80" fmla="*/ 792 w 1374"/>
                    <a:gd name="T81" fmla="*/ 382 h 724"/>
                    <a:gd name="T82" fmla="*/ 863 w 1374"/>
                    <a:gd name="T83" fmla="*/ 302 h 724"/>
                    <a:gd name="T84" fmla="*/ 873 w 1374"/>
                    <a:gd name="T85" fmla="*/ 296 h 724"/>
                    <a:gd name="T86" fmla="*/ 897 w 1374"/>
                    <a:gd name="T87" fmla="*/ 272 h 724"/>
                    <a:gd name="T88" fmla="*/ 897 w 1374"/>
                    <a:gd name="T89" fmla="*/ 274 h 724"/>
                    <a:gd name="T90" fmla="*/ 881 w 1374"/>
                    <a:gd name="T91" fmla="*/ 498 h 724"/>
                    <a:gd name="T92" fmla="*/ 879 w 1374"/>
                    <a:gd name="T93" fmla="*/ 500 h 724"/>
                    <a:gd name="T94" fmla="*/ 804 w 1374"/>
                    <a:gd name="T95" fmla="*/ 561 h 724"/>
                    <a:gd name="T96" fmla="*/ 803 w 1374"/>
                    <a:gd name="T97" fmla="*/ 563 h 724"/>
                    <a:gd name="T98" fmla="*/ 761 w 1374"/>
                    <a:gd name="T99" fmla="*/ 724 h 724"/>
                    <a:gd name="T100" fmla="*/ 1313 w 1374"/>
                    <a:gd name="T101" fmla="*/ 724 h 724"/>
                    <a:gd name="T102" fmla="*/ 1343 w 1374"/>
                    <a:gd name="T103" fmla="*/ 724 h 724"/>
                    <a:gd name="T104" fmla="*/ 1374 w 1374"/>
                    <a:gd name="T105" fmla="*/ 724 h 724"/>
                    <a:gd name="T106" fmla="*/ 1194 w 1374"/>
                    <a:gd name="T107" fmla="*/ 534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74" h="724">
                      <a:moveTo>
                        <a:pt x="1194" y="534"/>
                      </a:moveTo>
                      <a:cubicBezTo>
                        <a:pt x="1108" y="422"/>
                        <a:pt x="1108" y="422"/>
                        <a:pt x="1108" y="422"/>
                      </a:cubicBezTo>
                      <a:cubicBezTo>
                        <a:pt x="1108" y="422"/>
                        <a:pt x="1107" y="421"/>
                        <a:pt x="1106" y="420"/>
                      </a:cubicBezTo>
                      <a:cubicBezTo>
                        <a:pt x="914" y="224"/>
                        <a:pt x="914" y="224"/>
                        <a:pt x="914" y="224"/>
                      </a:cubicBezTo>
                      <a:cubicBezTo>
                        <a:pt x="910" y="219"/>
                        <a:pt x="904" y="217"/>
                        <a:pt x="898" y="217"/>
                      </a:cubicBezTo>
                      <a:cubicBezTo>
                        <a:pt x="898" y="217"/>
                        <a:pt x="898" y="217"/>
                        <a:pt x="898" y="217"/>
                      </a:cubicBezTo>
                      <a:cubicBezTo>
                        <a:pt x="892" y="217"/>
                        <a:pt x="887" y="219"/>
                        <a:pt x="882" y="224"/>
                      </a:cubicBezTo>
                      <a:cubicBezTo>
                        <a:pt x="862" y="244"/>
                        <a:pt x="862" y="244"/>
                        <a:pt x="862" y="244"/>
                      </a:cubicBezTo>
                      <a:cubicBezTo>
                        <a:pt x="727" y="11"/>
                        <a:pt x="727" y="11"/>
                        <a:pt x="727" y="11"/>
                      </a:cubicBezTo>
                      <a:cubicBezTo>
                        <a:pt x="723" y="5"/>
                        <a:pt x="716" y="1"/>
                        <a:pt x="709" y="0"/>
                      </a:cubicBezTo>
                      <a:cubicBezTo>
                        <a:pt x="702" y="0"/>
                        <a:pt x="695" y="3"/>
                        <a:pt x="690" y="9"/>
                      </a:cubicBezTo>
                      <a:cubicBezTo>
                        <a:pt x="518" y="237"/>
                        <a:pt x="518" y="237"/>
                        <a:pt x="518" y="237"/>
                      </a:cubicBezTo>
                      <a:cubicBezTo>
                        <a:pt x="477" y="224"/>
                        <a:pt x="477" y="224"/>
                        <a:pt x="477" y="224"/>
                      </a:cubicBezTo>
                      <a:cubicBezTo>
                        <a:pt x="469" y="221"/>
                        <a:pt x="459" y="223"/>
                        <a:pt x="453" y="230"/>
                      </a:cubicBezTo>
                      <a:cubicBezTo>
                        <a:pt x="336" y="374"/>
                        <a:pt x="336" y="374"/>
                        <a:pt x="336" y="374"/>
                      </a:cubicBezTo>
                      <a:cubicBezTo>
                        <a:pt x="322" y="356"/>
                        <a:pt x="322" y="356"/>
                        <a:pt x="322" y="356"/>
                      </a:cubicBezTo>
                      <a:cubicBezTo>
                        <a:pt x="318" y="351"/>
                        <a:pt x="311" y="348"/>
                        <a:pt x="304" y="348"/>
                      </a:cubicBezTo>
                      <a:cubicBezTo>
                        <a:pt x="297" y="349"/>
                        <a:pt x="291" y="352"/>
                        <a:pt x="287" y="358"/>
                      </a:cubicBezTo>
                      <a:cubicBezTo>
                        <a:pt x="145" y="571"/>
                        <a:pt x="145" y="571"/>
                        <a:pt x="145" y="571"/>
                      </a:cubicBezTo>
                      <a:cubicBezTo>
                        <a:pt x="0" y="724"/>
                        <a:pt x="0" y="724"/>
                        <a:pt x="0" y="724"/>
                      </a:cubicBezTo>
                      <a:cubicBezTo>
                        <a:pt x="61" y="724"/>
                        <a:pt x="61" y="724"/>
                        <a:pt x="61" y="724"/>
                      </a:cubicBezTo>
                      <a:cubicBezTo>
                        <a:pt x="178" y="600"/>
                        <a:pt x="178" y="600"/>
                        <a:pt x="178" y="600"/>
                      </a:cubicBezTo>
                      <a:cubicBezTo>
                        <a:pt x="179" y="599"/>
                        <a:pt x="180" y="598"/>
                        <a:pt x="180" y="597"/>
                      </a:cubicBezTo>
                      <a:cubicBezTo>
                        <a:pt x="307" y="407"/>
                        <a:pt x="307" y="407"/>
                        <a:pt x="307" y="407"/>
                      </a:cubicBezTo>
                      <a:cubicBezTo>
                        <a:pt x="319" y="422"/>
                        <a:pt x="319" y="422"/>
                        <a:pt x="319" y="422"/>
                      </a:cubicBezTo>
                      <a:cubicBezTo>
                        <a:pt x="323" y="427"/>
                        <a:pt x="329" y="430"/>
                        <a:pt x="336" y="431"/>
                      </a:cubicBezTo>
                      <a:cubicBezTo>
                        <a:pt x="342" y="431"/>
                        <a:pt x="349" y="428"/>
                        <a:pt x="353" y="422"/>
                      </a:cubicBezTo>
                      <a:cubicBezTo>
                        <a:pt x="478" y="270"/>
                        <a:pt x="478" y="270"/>
                        <a:pt x="478" y="270"/>
                      </a:cubicBezTo>
                      <a:cubicBezTo>
                        <a:pt x="519" y="284"/>
                        <a:pt x="519" y="284"/>
                        <a:pt x="519" y="284"/>
                      </a:cubicBezTo>
                      <a:cubicBezTo>
                        <a:pt x="528" y="287"/>
                        <a:pt x="538" y="284"/>
                        <a:pt x="544" y="276"/>
                      </a:cubicBezTo>
                      <a:cubicBezTo>
                        <a:pt x="688" y="85"/>
                        <a:pt x="688" y="85"/>
                        <a:pt x="688" y="85"/>
                      </a:cubicBezTo>
                      <a:cubicBezTo>
                        <a:pt x="619" y="307"/>
                        <a:pt x="619" y="307"/>
                        <a:pt x="619" y="307"/>
                      </a:cubicBezTo>
                      <a:cubicBezTo>
                        <a:pt x="618" y="309"/>
                        <a:pt x="619" y="311"/>
                        <a:pt x="620" y="312"/>
                      </a:cubicBezTo>
                      <a:cubicBezTo>
                        <a:pt x="646" y="329"/>
                        <a:pt x="646" y="329"/>
                        <a:pt x="646" y="329"/>
                      </a:cubicBezTo>
                      <a:cubicBezTo>
                        <a:pt x="648" y="331"/>
                        <a:pt x="649" y="333"/>
                        <a:pt x="648" y="334"/>
                      </a:cubicBezTo>
                      <a:cubicBezTo>
                        <a:pt x="565" y="506"/>
                        <a:pt x="565" y="506"/>
                        <a:pt x="565" y="506"/>
                      </a:cubicBezTo>
                      <a:cubicBezTo>
                        <a:pt x="563" y="510"/>
                        <a:pt x="568" y="514"/>
                        <a:pt x="571" y="511"/>
                      </a:cubicBezTo>
                      <a:cubicBezTo>
                        <a:pt x="726" y="357"/>
                        <a:pt x="726" y="357"/>
                        <a:pt x="726" y="357"/>
                      </a:cubicBezTo>
                      <a:cubicBezTo>
                        <a:pt x="727" y="356"/>
                        <a:pt x="728" y="355"/>
                        <a:pt x="730" y="356"/>
                      </a:cubicBezTo>
                      <a:cubicBezTo>
                        <a:pt x="787" y="383"/>
                        <a:pt x="787" y="383"/>
                        <a:pt x="787" y="383"/>
                      </a:cubicBezTo>
                      <a:cubicBezTo>
                        <a:pt x="789" y="384"/>
                        <a:pt x="791" y="384"/>
                        <a:pt x="792" y="382"/>
                      </a:cubicBezTo>
                      <a:cubicBezTo>
                        <a:pt x="863" y="302"/>
                        <a:pt x="863" y="302"/>
                        <a:pt x="863" y="302"/>
                      </a:cubicBezTo>
                      <a:cubicBezTo>
                        <a:pt x="867" y="301"/>
                        <a:pt x="871" y="299"/>
                        <a:pt x="873" y="296"/>
                      </a:cubicBezTo>
                      <a:cubicBezTo>
                        <a:pt x="897" y="272"/>
                        <a:pt x="897" y="272"/>
                        <a:pt x="897" y="272"/>
                      </a:cubicBezTo>
                      <a:cubicBezTo>
                        <a:pt x="897" y="272"/>
                        <a:pt x="897" y="273"/>
                        <a:pt x="897" y="274"/>
                      </a:cubicBezTo>
                      <a:cubicBezTo>
                        <a:pt x="881" y="498"/>
                        <a:pt x="881" y="498"/>
                        <a:pt x="881" y="498"/>
                      </a:cubicBezTo>
                      <a:cubicBezTo>
                        <a:pt x="881" y="499"/>
                        <a:pt x="880" y="500"/>
                        <a:pt x="879" y="500"/>
                      </a:cubicBezTo>
                      <a:cubicBezTo>
                        <a:pt x="804" y="561"/>
                        <a:pt x="804" y="561"/>
                        <a:pt x="804" y="561"/>
                      </a:cubicBezTo>
                      <a:cubicBezTo>
                        <a:pt x="803" y="561"/>
                        <a:pt x="803" y="562"/>
                        <a:pt x="803" y="563"/>
                      </a:cubicBezTo>
                      <a:cubicBezTo>
                        <a:pt x="761" y="724"/>
                        <a:pt x="761" y="724"/>
                        <a:pt x="761" y="724"/>
                      </a:cubicBezTo>
                      <a:cubicBezTo>
                        <a:pt x="1313" y="724"/>
                        <a:pt x="1313" y="724"/>
                        <a:pt x="1313" y="724"/>
                      </a:cubicBezTo>
                      <a:cubicBezTo>
                        <a:pt x="1343" y="724"/>
                        <a:pt x="1343" y="724"/>
                        <a:pt x="1343" y="724"/>
                      </a:cubicBezTo>
                      <a:cubicBezTo>
                        <a:pt x="1374" y="724"/>
                        <a:pt x="1374" y="724"/>
                        <a:pt x="1374" y="724"/>
                      </a:cubicBezTo>
                      <a:lnTo>
                        <a:pt x="1194" y="534"/>
                      </a:lnTo>
                      <a:close/>
                    </a:path>
                  </a:pathLst>
                </a:custGeom>
                <a:solidFill>
                  <a:srgbClr val="00999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11">
                  <a:extLst>
                    <a:ext uri="{FF2B5EF4-FFF2-40B4-BE49-F238E27FC236}">
                      <a16:creationId xmlns:a16="http://schemas.microsoft.com/office/drawing/2014/main" id="{160734BD-8A65-8691-2F76-E7C0B106F584}"/>
                    </a:ext>
                  </a:extLst>
                </p:cNvPr>
                <p:cNvSpPr>
                  <a:spLocks/>
                </p:cNvSpPr>
                <p:nvPr/>
              </p:nvSpPr>
              <p:spPr bwMode="auto">
                <a:xfrm>
                  <a:off x="5526881" y="3323431"/>
                  <a:ext cx="1139825" cy="758825"/>
                </a:xfrm>
                <a:custGeom>
                  <a:avLst/>
                  <a:gdLst>
                    <a:gd name="connsiteX0" fmla="*/ 88900 w 1139825"/>
                    <a:gd name="connsiteY0" fmla="*/ 33337 h 758825"/>
                    <a:gd name="connsiteX1" fmla="*/ 99607 w 1139825"/>
                    <a:gd name="connsiteY1" fmla="*/ 49044 h 758825"/>
                    <a:gd name="connsiteX2" fmla="*/ 110314 w 1139825"/>
                    <a:gd name="connsiteY2" fmla="*/ 64751 h 758825"/>
                    <a:gd name="connsiteX3" fmla="*/ 208103 w 1139825"/>
                    <a:gd name="connsiteY3" fmla="*/ 203972 h 758825"/>
                    <a:gd name="connsiteX4" fmla="*/ 209530 w 1139825"/>
                    <a:gd name="connsiteY4" fmla="*/ 206114 h 758825"/>
                    <a:gd name="connsiteX5" fmla="*/ 298040 w 1139825"/>
                    <a:gd name="connsiteY5" fmla="*/ 382461 h 758825"/>
                    <a:gd name="connsiteX6" fmla="*/ 304464 w 1139825"/>
                    <a:gd name="connsiteY6" fmla="*/ 368896 h 758825"/>
                    <a:gd name="connsiteX7" fmla="*/ 318026 w 1139825"/>
                    <a:gd name="connsiteY7" fmla="*/ 361042 h 758825"/>
                    <a:gd name="connsiteX8" fmla="*/ 332302 w 1139825"/>
                    <a:gd name="connsiteY8" fmla="*/ 368182 h 758825"/>
                    <a:gd name="connsiteX9" fmla="*/ 419384 w 1139825"/>
                    <a:gd name="connsiteY9" fmla="*/ 513829 h 758825"/>
                    <a:gd name="connsiteX10" fmla="*/ 450077 w 1139825"/>
                    <a:gd name="connsiteY10" fmla="*/ 502405 h 758825"/>
                    <a:gd name="connsiteX11" fmla="*/ 469349 w 1139825"/>
                    <a:gd name="connsiteY11" fmla="*/ 509545 h 758825"/>
                    <a:gd name="connsiteX12" fmla="*/ 581414 w 1139825"/>
                    <a:gd name="connsiteY12" fmla="*/ 708024 h 758825"/>
                    <a:gd name="connsiteX13" fmla="*/ 676347 w 1139825"/>
                    <a:gd name="connsiteY13" fmla="*/ 491696 h 758825"/>
                    <a:gd name="connsiteX14" fmla="*/ 689195 w 1139825"/>
                    <a:gd name="connsiteY14" fmla="*/ 482415 h 758825"/>
                    <a:gd name="connsiteX15" fmla="*/ 704185 w 1139825"/>
                    <a:gd name="connsiteY15" fmla="*/ 489554 h 758825"/>
                    <a:gd name="connsiteX16" fmla="*/ 719888 w 1139825"/>
                    <a:gd name="connsiteY16" fmla="*/ 512401 h 758825"/>
                    <a:gd name="connsiteX17" fmla="*/ 841232 w 1139825"/>
                    <a:gd name="connsiteY17" fmla="*/ 350333 h 758825"/>
                    <a:gd name="connsiteX18" fmla="*/ 905473 w 1139825"/>
                    <a:gd name="connsiteY18" fmla="*/ 240384 h 758825"/>
                    <a:gd name="connsiteX19" fmla="*/ 906187 w 1139825"/>
                    <a:gd name="connsiteY19" fmla="*/ 238956 h 758825"/>
                    <a:gd name="connsiteX20" fmla="*/ 1030386 w 1139825"/>
                    <a:gd name="connsiteY20" fmla="*/ 64751 h 758825"/>
                    <a:gd name="connsiteX21" fmla="*/ 1041806 w 1139825"/>
                    <a:gd name="connsiteY21" fmla="*/ 49044 h 758825"/>
                    <a:gd name="connsiteX22" fmla="*/ 1052513 w 1139825"/>
                    <a:gd name="connsiteY22" fmla="*/ 33337 h 758825"/>
                    <a:gd name="connsiteX23" fmla="*/ 88900 w 1139825"/>
                    <a:gd name="connsiteY23" fmla="*/ 33337 h 758825"/>
                    <a:gd name="connsiteX24" fmla="*/ 16426 w 1139825"/>
                    <a:gd name="connsiteY24" fmla="*/ 0 h 758825"/>
                    <a:gd name="connsiteX25" fmla="*/ 49993 w 1139825"/>
                    <a:gd name="connsiteY25" fmla="*/ 0 h 758825"/>
                    <a:gd name="connsiteX26" fmla="*/ 92843 w 1139825"/>
                    <a:gd name="connsiteY26" fmla="*/ 0 h 758825"/>
                    <a:gd name="connsiteX27" fmla="*/ 614906 w 1139825"/>
                    <a:gd name="connsiteY27" fmla="*/ 0 h 758825"/>
                    <a:gd name="connsiteX28" fmla="*/ 1046982 w 1139825"/>
                    <a:gd name="connsiteY28" fmla="*/ 0 h 758825"/>
                    <a:gd name="connsiteX29" fmla="*/ 1068408 w 1139825"/>
                    <a:gd name="connsiteY29" fmla="*/ 0 h 758825"/>
                    <a:gd name="connsiteX30" fmla="*/ 1089833 w 1139825"/>
                    <a:gd name="connsiteY30" fmla="*/ 0 h 758825"/>
                    <a:gd name="connsiteX31" fmla="*/ 1123399 w 1139825"/>
                    <a:gd name="connsiteY31" fmla="*/ 0 h 758825"/>
                    <a:gd name="connsiteX32" fmla="*/ 1139825 w 1139825"/>
                    <a:gd name="connsiteY32" fmla="*/ 16434 h 758825"/>
                    <a:gd name="connsiteX33" fmla="*/ 1123399 w 1139825"/>
                    <a:gd name="connsiteY33" fmla="*/ 32868 h 758825"/>
                    <a:gd name="connsiteX34" fmla="*/ 1091261 w 1139825"/>
                    <a:gd name="connsiteY34" fmla="*/ 32868 h 758825"/>
                    <a:gd name="connsiteX35" fmla="*/ 1080549 w 1139825"/>
                    <a:gd name="connsiteY35" fmla="*/ 48588 h 758825"/>
                    <a:gd name="connsiteX36" fmla="*/ 1069122 w 1139825"/>
                    <a:gd name="connsiteY36" fmla="*/ 64307 h 758825"/>
                    <a:gd name="connsiteX37" fmla="*/ 932000 w 1139825"/>
                    <a:gd name="connsiteY37" fmla="*/ 256514 h 758825"/>
                    <a:gd name="connsiteX38" fmla="*/ 867724 w 1139825"/>
                    <a:gd name="connsiteY38" fmla="*/ 367266 h 758825"/>
                    <a:gd name="connsiteX39" fmla="*/ 867010 w 1139825"/>
                    <a:gd name="connsiteY39" fmla="*/ 368695 h 758825"/>
                    <a:gd name="connsiteX40" fmla="*/ 732031 w 1139825"/>
                    <a:gd name="connsiteY40" fmla="*/ 548040 h 758825"/>
                    <a:gd name="connsiteX41" fmla="*/ 719176 w 1139825"/>
                    <a:gd name="connsiteY41" fmla="*/ 554471 h 758825"/>
                    <a:gd name="connsiteX42" fmla="*/ 706320 w 1139825"/>
                    <a:gd name="connsiteY42" fmla="*/ 548040 h 758825"/>
                    <a:gd name="connsiteX43" fmla="*/ 694179 w 1139825"/>
                    <a:gd name="connsiteY43" fmla="*/ 530177 h 758825"/>
                    <a:gd name="connsiteX44" fmla="*/ 597766 w 1139825"/>
                    <a:gd name="connsiteY44" fmla="*/ 749536 h 758825"/>
                    <a:gd name="connsiteX45" fmla="*/ 584196 w 1139825"/>
                    <a:gd name="connsiteY45" fmla="*/ 758825 h 758825"/>
                    <a:gd name="connsiteX46" fmla="*/ 583482 w 1139825"/>
                    <a:gd name="connsiteY46" fmla="*/ 758825 h 758825"/>
                    <a:gd name="connsiteX47" fmla="*/ 569199 w 1139825"/>
                    <a:gd name="connsiteY47" fmla="*/ 750251 h 758825"/>
                    <a:gd name="connsiteX48" fmla="*/ 448503 w 1139825"/>
                    <a:gd name="connsiteY48" fmla="*/ 536608 h 758825"/>
                    <a:gd name="connsiteX49" fmla="*/ 418507 w 1139825"/>
                    <a:gd name="connsiteY49" fmla="*/ 548040 h 758825"/>
                    <a:gd name="connsiteX50" fmla="*/ 399225 w 1139825"/>
                    <a:gd name="connsiteY50" fmla="*/ 541610 h 758825"/>
                    <a:gd name="connsiteX51" fmla="*/ 319237 w 1139825"/>
                    <a:gd name="connsiteY51" fmla="*/ 408708 h 758825"/>
                    <a:gd name="connsiteX52" fmla="*/ 311381 w 1139825"/>
                    <a:gd name="connsiteY52" fmla="*/ 424428 h 758825"/>
                    <a:gd name="connsiteX53" fmla="*/ 297097 w 1139825"/>
                    <a:gd name="connsiteY53" fmla="*/ 432287 h 758825"/>
                    <a:gd name="connsiteX54" fmla="*/ 283528 w 1139825"/>
                    <a:gd name="connsiteY54" fmla="*/ 423713 h 758825"/>
                    <a:gd name="connsiteX55" fmla="*/ 181401 w 1139825"/>
                    <a:gd name="connsiteY55" fmla="*/ 220788 h 758825"/>
                    <a:gd name="connsiteX56" fmla="*/ 72132 w 1139825"/>
                    <a:gd name="connsiteY56" fmla="*/ 64307 h 758825"/>
                    <a:gd name="connsiteX57" fmla="*/ 62134 w 1139825"/>
                    <a:gd name="connsiteY57" fmla="*/ 50017 h 758825"/>
                    <a:gd name="connsiteX58" fmla="*/ 60705 w 1139825"/>
                    <a:gd name="connsiteY58" fmla="*/ 48588 h 758825"/>
                    <a:gd name="connsiteX59" fmla="*/ 48564 w 1139825"/>
                    <a:gd name="connsiteY59" fmla="*/ 32868 h 758825"/>
                    <a:gd name="connsiteX60" fmla="*/ 16426 w 1139825"/>
                    <a:gd name="connsiteY60" fmla="*/ 32868 h 758825"/>
                    <a:gd name="connsiteX61" fmla="*/ 0 w 1139825"/>
                    <a:gd name="connsiteY61" fmla="*/ 16434 h 758825"/>
                    <a:gd name="connsiteX62" fmla="*/ 16426 w 1139825"/>
                    <a:gd name="connsiteY62" fmla="*/ 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9825" h="758825">
                      <a:moveTo>
                        <a:pt x="88900" y="33337"/>
                      </a:moveTo>
                      <a:cubicBezTo>
                        <a:pt x="88900" y="33337"/>
                        <a:pt x="88900" y="33337"/>
                        <a:pt x="99607" y="49044"/>
                      </a:cubicBezTo>
                      <a:cubicBezTo>
                        <a:pt x="99607" y="49044"/>
                        <a:pt x="99607" y="49044"/>
                        <a:pt x="110314" y="64751"/>
                      </a:cubicBezTo>
                      <a:cubicBezTo>
                        <a:pt x="110314" y="64751"/>
                        <a:pt x="110314" y="64751"/>
                        <a:pt x="208103" y="203972"/>
                      </a:cubicBezTo>
                      <a:cubicBezTo>
                        <a:pt x="208817" y="204686"/>
                        <a:pt x="208817" y="205400"/>
                        <a:pt x="209530" y="206114"/>
                      </a:cubicBezTo>
                      <a:cubicBezTo>
                        <a:pt x="209530" y="206114"/>
                        <a:pt x="209530" y="206114"/>
                        <a:pt x="298040" y="382461"/>
                      </a:cubicBezTo>
                      <a:cubicBezTo>
                        <a:pt x="298040" y="382461"/>
                        <a:pt x="298040" y="382461"/>
                        <a:pt x="304464" y="368896"/>
                      </a:cubicBezTo>
                      <a:cubicBezTo>
                        <a:pt x="307319" y="363898"/>
                        <a:pt x="312316" y="361042"/>
                        <a:pt x="318026" y="361042"/>
                      </a:cubicBezTo>
                      <a:cubicBezTo>
                        <a:pt x="323736" y="360328"/>
                        <a:pt x="328733" y="363184"/>
                        <a:pt x="332302" y="368182"/>
                      </a:cubicBezTo>
                      <a:cubicBezTo>
                        <a:pt x="332302" y="368182"/>
                        <a:pt x="332302" y="368182"/>
                        <a:pt x="419384" y="513829"/>
                      </a:cubicBezTo>
                      <a:cubicBezTo>
                        <a:pt x="419384" y="513829"/>
                        <a:pt x="419384" y="513829"/>
                        <a:pt x="450077" y="502405"/>
                      </a:cubicBezTo>
                      <a:cubicBezTo>
                        <a:pt x="457928" y="499549"/>
                        <a:pt x="465780" y="502405"/>
                        <a:pt x="469349" y="509545"/>
                      </a:cubicBezTo>
                      <a:cubicBezTo>
                        <a:pt x="469349" y="509545"/>
                        <a:pt x="469349" y="509545"/>
                        <a:pt x="581414" y="708024"/>
                      </a:cubicBezTo>
                      <a:cubicBezTo>
                        <a:pt x="581414" y="708024"/>
                        <a:pt x="581414" y="708024"/>
                        <a:pt x="676347" y="491696"/>
                      </a:cubicBezTo>
                      <a:cubicBezTo>
                        <a:pt x="679202" y="486698"/>
                        <a:pt x="684199" y="483128"/>
                        <a:pt x="689195" y="482415"/>
                      </a:cubicBezTo>
                      <a:cubicBezTo>
                        <a:pt x="694906" y="482415"/>
                        <a:pt x="700616" y="484556"/>
                        <a:pt x="704185" y="489554"/>
                      </a:cubicBezTo>
                      <a:cubicBezTo>
                        <a:pt x="704185" y="489554"/>
                        <a:pt x="704185" y="489554"/>
                        <a:pt x="719888" y="512401"/>
                      </a:cubicBezTo>
                      <a:cubicBezTo>
                        <a:pt x="719888" y="512401"/>
                        <a:pt x="719888" y="512401"/>
                        <a:pt x="841232" y="350333"/>
                      </a:cubicBezTo>
                      <a:cubicBezTo>
                        <a:pt x="841232" y="350333"/>
                        <a:pt x="841232" y="350333"/>
                        <a:pt x="905473" y="240384"/>
                      </a:cubicBezTo>
                      <a:cubicBezTo>
                        <a:pt x="905473" y="240384"/>
                        <a:pt x="906187" y="239670"/>
                        <a:pt x="906187" y="238956"/>
                      </a:cubicBezTo>
                      <a:cubicBezTo>
                        <a:pt x="906187" y="238956"/>
                        <a:pt x="906187" y="238956"/>
                        <a:pt x="1030386" y="64751"/>
                      </a:cubicBezTo>
                      <a:cubicBezTo>
                        <a:pt x="1030386" y="64751"/>
                        <a:pt x="1030386" y="64751"/>
                        <a:pt x="1041806" y="49044"/>
                      </a:cubicBezTo>
                      <a:lnTo>
                        <a:pt x="1052513" y="33337"/>
                      </a:lnTo>
                      <a:cubicBezTo>
                        <a:pt x="763429" y="33337"/>
                        <a:pt x="272344" y="33337"/>
                        <a:pt x="88900" y="33337"/>
                      </a:cubicBezTo>
                      <a:close/>
                      <a:moveTo>
                        <a:pt x="16426" y="0"/>
                      </a:moveTo>
                      <a:cubicBezTo>
                        <a:pt x="27139" y="0"/>
                        <a:pt x="37852" y="0"/>
                        <a:pt x="49993" y="0"/>
                      </a:cubicBezTo>
                      <a:cubicBezTo>
                        <a:pt x="63562" y="0"/>
                        <a:pt x="77845" y="0"/>
                        <a:pt x="92843" y="0"/>
                      </a:cubicBezTo>
                      <a:cubicBezTo>
                        <a:pt x="238535" y="0"/>
                        <a:pt x="433505" y="0"/>
                        <a:pt x="614906" y="0"/>
                      </a:cubicBezTo>
                      <a:cubicBezTo>
                        <a:pt x="791307" y="0"/>
                        <a:pt x="954854" y="0"/>
                        <a:pt x="1046982" y="0"/>
                      </a:cubicBezTo>
                      <a:cubicBezTo>
                        <a:pt x="1054838" y="0"/>
                        <a:pt x="1061980" y="0"/>
                        <a:pt x="1068408" y="0"/>
                      </a:cubicBezTo>
                      <a:cubicBezTo>
                        <a:pt x="1076264" y="0"/>
                        <a:pt x="1083405" y="0"/>
                        <a:pt x="1089833" y="0"/>
                      </a:cubicBezTo>
                      <a:cubicBezTo>
                        <a:pt x="1111258" y="0"/>
                        <a:pt x="1123399" y="0"/>
                        <a:pt x="1123399" y="0"/>
                      </a:cubicBezTo>
                      <a:cubicBezTo>
                        <a:pt x="1131969" y="0"/>
                        <a:pt x="1139825" y="7145"/>
                        <a:pt x="1139825" y="16434"/>
                      </a:cubicBezTo>
                      <a:cubicBezTo>
                        <a:pt x="1139825" y="25723"/>
                        <a:pt x="1131969" y="32868"/>
                        <a:pt x="1123399" y="32868"/>
                      </a:cubicBezTo>
                      <a:cubicBezTo>
                        <a:pt x="1113401" y="32868"/>
                        <a:pt x="1102688" y="32868"/>
                        <a:pt x="1091261" y="32868"/>
                      </a:cubicBezTo>
                      <a:cubicBezTo>
                        <a:pt x="1091261" y="32868"/>
                        <a:pt x="1091261" y="32868"/>
                        <a:pt x="1080549" y="48588"/>
                      </a:cubicBezTo>
                      <a:cubicBezTo>
                        <a:pt x="1080549" y="48588"/>
                        <a:pt x="1080549" y="48588"/>
                        <a:pt x="1069122" y="64307"/>
                      </a:cubicBezTo>
                      <a:cubicBezTo>
                        <a:pt x="1069122" y="64307"/>
                        <a:pt x="1069122" y="64307"/>
                        <a:pt x="932000" y="256514"/>
                      </a:cubicBezTo>
                      <a:cubicBezTo>
                        <a:pt x="932000" y="256514"/>
                        <a:pt x="932000" y="256514"/>
                        <a:pt x="867724" y="367266"/>
                      </a:cubicBezTo>
                      <a:cubicBezTo>
                        <a:pt x="867724" y="367266"/>
                        <a:pt x="867010" y="367980"/>
                        <a:pt x="867010" y="368695"/>
                      </a:cubicBezTo>
                      <a:cubicBezTo>
                        <a:pt x="867010" y="368695"/>
                        <a:pt x="867010" y="368695"/>
                        <a:pt x="732031" y="548040"/>
                      </a:cubicBezTo>
                      <a:cubicBezTo>
                        <a:pt x="728460" y="552328"/>
                        <a:pt x="724175" y="554471"/>
                        <a:pt x="719176" y="554471"/>
                      </a:cubicBezTo>
                      <a:cubicBezTo>
                        <a:pt x="713462" y="554471"/>
                        <a:pt x="709177" y="551613"/>
                        <a:pt x="706320" y="548040"/>
                      </a:cubicBezTo>
                      <a:cubicBezTo>
                        <a:pt x="706320" y="548040"/>
                        <a:pt x="706320" y="548040"/>
                        <a:pt x="694179" y="530177"/>
                      </a:cubicBezTo>
                      <a:cubicBezTo>
                        <a:pt x="694179" y="530177"/>
                        <a:pt x="694179" y="530177"/>
                        <a:pt x="597766" y="749536"/>
                      </a:cubicBezTo>
                      <a:cubicBezTo>
                        <a:pt x="594909" y="754538"/>
                        <a:pt x="589910" y="758111"/>
                        <a:pt x="584196" y="758825"/>
                      </a:cubicBezTo>
                      <a:cubicBezTo>
                        <a:pt x="583482" y="758825"/>
                        <a:pt x="583482" y="758825"/>
                        <a:pt x="583482" y="758825"/>
                      </a:cubicBezTo>
                      <a:cubicBezTo>
                        <a:pt x="577769" y="758825"/>
                        <a:pt x="572055" y="755253"/>
                        <a:pt x="569199" y="750251"/>
                      </a:cubicBezTo>
                      <a:cubicBezTo>
                        <a:pt x="569199" y="750251"/>
                        <a:pt x="569199" y="750251"/>
                        <a:pt x="448503" y="536608"/>
                      </a:cubicBezTo>
                      <a:cubicBezTo>
                        <a:pt x="448503" y="536608"/>
                        <a:pt x="448503" y="536608"/>
                        <a:pt x="418507" y="548040"/>
                      </a:cubicBezTo>
                      <a:cubicBezTo>
                        <a:pt x="411366" y="550899"/>
                        <a:pt x="403510" y="548040"/>
                        <a:pt x="399225" y="541610"/>
                      </a:cubicBezTo>
                      <a:cubicBezTo>
                        <a:pt x="399225" y="541610"/>
                        <a:pt x="399225" y="541610"/>
                        <a:pt x="319237" y="408708"/>
                      </a:cubicBezTo>
                      <a:cubicBezTo>
                        <a:pt x="319237" y="408708"/>
                        <a:pt x="319237" y="408708"/>
                        <a:pt x="311381" y="424428"/>
                      </a:cubicBezTo>
                      <a:cubicBezTo>
                        <a:pt x="308524" y="429429"/>
                        <a:pt x="302811" y="432287"/>
                        <a:pt x="297097" y="432287"/>
                      </a:cubicBezTo>
                      <a:cubicBezTo>
                        <a:pt x="291384" y="432287"/>
                        <a:pt x="285671" y="429429"/>
                        <a:pt x="283528" y="423713"/>
                      </a:cubicBezTo>
                      <a:cubicBezTo>
                        <a:pt x="283528" y="423713"/>
                        <a:pt x="283528" y="423713"/>
                        <a:pt x="181401" y="220788"/>
                      </a:cubicBezTo>
                      <a:cubicBezTo>
                        <a:pt x="181401" y="220788"/>
                        <a:pt x="181401" y="220788"/>
                        <a:pt x="72132" y="64307"/>
                      </a:cubicBezTo>
                      <a:cubicBezTo>
                        <a:pt x="72132" y="64307"/>
                        <a:pt x="72132" y="64307"/>
                        <a:pt x="62134" y="50017"/>
                      </a:cubicBezTo>
                      <a:cubicBezTo>
                        <a:pt x="62134" y="50017"/>
                        <a:pt x="62134" y="50017"/>
                        <a:pt x="60705" y="48588"/>
                      </a:cubicBezTo>
                      <a:cubicBezTo>
                        <a:pt x="60705" y="48588"/>
                        <a:pt x="60705" y="48588"/>
                        <a:pt x="48564" y="32868"/>
                      </a:cubicBezTo>
                      <a:cubicBezTo>
                        <a:pt x="27853" y="32868"/>
                        <a:pt x="16426" y="32868"/>
                        <a:pt x="16426" y="32868"/>
                      </a:cubicBezTo>
                      <a:cubicBezTo>
                        <a:pt x="7856" y="32868"/>
                        <a:pt x="0" y="25723"/>
                        <a:pt x="0" y="16434"/>
                      </a:cubicBezTo>
                      <a:cubicBezTo>
                        <a:pt x="0" y="7145"/>
                        <a:pt x="7856" y="0"/>
                        <a:pt x="16426" y="0"/>
                      </a:cubicBezTo>
                      <a:close/>
                    </a:path>
                  </a:pathLst>
                </a:custGeom>
                <a:solidFill>
                  <a:srgbClr val="00607B"/>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sp>
        <p:nvSpPr>
          <p:cNvPr id="27" name="Foliennummernplatzhalter 26">
            <a:extLst>
              <a:ext uri="{FF2B5EF4-FFF2-40B4-BE49-F238E27FC236}">
                <a16:creationId xmlns:a16="http://schemas.microsoft.com/office/drawing/2014/main" id="{3858EACC-069C-F499-74AD-A57AE5F66A7A}"/>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4A5942A1-16D7-4E6A-B870-C8C77DFE0E43}"/>
              </a:ext>
            </a:extLst>
          </p:cNvPr>
          <p:cNvSpPr txBox="1"/>
          <p:nvPr/>
        </p:nvSpPr>
        <p:spPr>
          <a:xfrm>
            <a:off x="4521495" y="1805478"/>
            <a:ext cx="6517979" cy="1846659"/>
          </a:xfrm>
          <a:prstGeom prst="rect">
            <a:avLst/>
          </a:prstGeom>
          <a:noFill/>
        </p:spPr>
        <p:txBody>
          <a:bodyPr wrap="square">
            <a:spAutoFit/>
          </a:bodyPr>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r>
              <a:rPr kumimoji="0" lang="en-US" sz="1600" b="1" i="0" u="none" strike="noStrike" kern="1200" cap="none" spc="0" normalizeH="0" baseline="0" noProof="0">
                <a:ln>
                  <a:noFill/>
                </a:ln>
                <a:solidFill>
                  <a:srgbClr val="000000"/>
                </a:solidFill>
                <a:effectLst/>
                <a:uLnTx/>
                <a:uFillTx/>
                <a:latin typeface="Arial"/>
                <a:ea typeface="+mn-ea"/>
                <a:cs typeface="+mn-cs"/>
              </a:rPr>
              <a:t>Decided process driven by BT Product:</a:t>
            </a: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On PO creation based on supplier data output will be automatically determined and set</a:t>
            </a: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During PO processing the </a:t>
            </a:r>
            <a:r>
              <a:rPr kumimoji="0" lang="en-US" sz="1400" b="0" i="0" u="none" strike="noStrike" kern="1200" cap="none" spc="0" normalizeH="0" baseline="0" noProof="0">
                <a:ln>
                  <a:noFill/>
                </a:ln>
                <a:solidFill>
                  <a:srgbClr val="000000"/>
                </a:solidFill>
                <a:effectLst/>
                <a:highlight>
                  <a:srgbClr val="FFFF00"/>
                </a:highlight>
                <a:uLnTx/>
                <a:uFillTx/>
                <a:latin typeface="Arial"/>
                <a:ea typeface="+mn-ea"/>
                <a:cs typeface="+mn-cs"/>
              </a:rPr>
              <a:t>Supplier contact, the email address </a:t>
            </a:r>
            <a:r>
              <a:rPr kumimoji="0" lang="en-US" sz="1400" b="0" i="0" u="none" strike="noStrike" kern="1200" cap="none" spc="0" normalizeH="0" baseline="0" noProof="0">
                <a:ln>
                  <a:noFill/>
                </a:ln>
                <a:solidFill>
                  <a:srgbClr val="000000"/>
                </a:solidFill>
                <a:effectLst/>
                <a:uLnTx/>
                <a:uFillTx/>
                <a:latin typeface="Arial"/>
                <a:ea typeface="+mn-ea"/>
                <a:cs typeface="+mn-cs"/>
              </a:rPr>
              <a:t>and the relevancy of output will be </a:t>
            </a:r>
            <a:r>
              <a:rPr lang="en-US" sz="1400">
                <a:solidFill>
                  <a:srgbClr val="000000"/>
                </a:solidFill>
                <a:latin typeface="Arial"/>
              </a:rPr>
              <a:t>copied from the “OC – Ordering Contact”</a:t>
            </a:r>
            <a:endParaRPr kumimoji="0" lang="en-US" sz="1400" b="0" i="0" u="none" strike="noStrike" kern="1200" cap="none" spc="0" normalizeH="0" baseline="0" noProof="0">
              <a:ln>
                <a:noFill/>
              </a:ln>
              <a:solidFill>
                <a:srgbClr val="000000"/>
              </a:solidFill>
              <a:effectLst/>
              <a:uLnTx/>
              <a:uFillTx/>
              <a:latin typeface="Arial"/>
              <a:ea typeface="+mn-ea"/>
              <a:cs typeface="+mn-cs"/>
            </a:endParaRP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On PO release (last workflow step has been approved) the set messages will be executed and send out</a:t>
            </a:r>
          </a:p>
          <a:p>
            <a:pPr marL="228600" marR="0" lvl="1" indent="-228600" algn="l" defTabSz="914400" rtl="0" eaLnBrk="1" fontAlgn="auto" latinLnBrk="0" hangingPunct="1">
              <a:lnSpc>
                <a:spcPct val="100000"/>
              </a:lnSpc>
              <a:spcBef>
                <a:spcPts val="0"/>
              </a:spcBef>
              <a:spcAft>
                <a:spcPct val="0"/>
              </a:spcAft>
              <a:buClr>
                <a:srgbClr val="009999"/>
              </a:buClr>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Supplier receives PO (EDI / Email)</a:t>
            </a: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4" name="Footer Placeholder 2">
            <a:extLst>
              <a:ext uri="{FF2B5EF4-FFF2-40B4-BE49-F238E27FC236}">
                <a16:creationId xmlns:a16="http://schemas.microsoft.com/office/drawing/2014/main" id="{80411BEF-DCC3-19DF-7CEF-F2CF0505355E}"/>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Restricted | © Siemens 2025 | SHERPA X | Governance Foundation | P2P SRE Direct X</a:t>
            </a:r>
          </a:p>
        </p:txBody>
      </p:sp>
      <p:pic>
        <p:nvPicPr>
          <p:cNvPr id="15" name="Picture 14">
            <a:extLst>
              <a:ext uri="{FF2B5EF4-FFF2-40B4-BE49-F238E27FC236}">
                <a16:creationId xmlns:a16="http://schemas.microsoft.com/office/drawing/2014/main" id="{60C757E2-7F84-EFBF-1D2D-2739882C9268}"/>
              </a:ext>
            </a:extLst>
          </p:cNvPr>
          <p:cNvPicPr>
            <a:picLocks noChangeAspect="1"/>
          </p:cNvPicPr>
          <p:nvPr/>
        </p:nvPicPr>
        <p:blipFill>
          <a:blip r:embed="rId6"/>
          <a:stretch>
            <a:fillRect/>
          </a:stretch>
        </p:blipFill>
        <p:spPr>
          <a:xfrm>
            <a:off x="4385392" y="5012102"/>
            <a:ext cx="5072508" cy="1040939"/>
          </a:xfrm>
          <a:prstGeom prst="rect">
            <a:avLst/>
          </a:prstGeom>
        </p:spPr>
      </p:pic>
      <p:sp>
        <p:nvSpPr>
          <p:cNvPr id="16" name="TextBox 15">
            <a:extLst>
              <a:ext uri="{FF2B5EF4-FFF2-40B4-BE49-F238E27FC236}">
                <a16:creationId xmlns:a16="http://schemas.microsoft.com/office/drawing/2014/main" id="{BFB67A81-E010-7556-34D0-AA1485FF5DA2}"/>
              </a:ext>
            </a:extLst>
          </p:cNvPr>
          <p:cNvSpPr txBox="1"/>
          <p:nvPr/>
        </p:nvSpPr>
        <p:spPr>
          <a:xfrm rot="603247">
            <a:off x="8813727" y="843539"/>
            <a:ext cx="2808461" cy="276999"/>
          </a:xfrm>
          <a:prstGeom prst="rect">
            <a:avLst/>
          </a:prstGeom>
          <a:solidFill>
            <a:srgbClr val="FF9000"/>
          </a:solidFill>
        </p:spPr>
        <p:txBody>
          <a:bodyPr wrap="none" lIns="0" tIns="0" rIns="0" bIns="0" rtlCol="0">
            <a:spAutoFit/>
          </a:bodyPr>
          <a:lstStyle/>
          <a:p>
            <a:pPr algn="l"/>
            <a:r>
              <a:rPr lang="en-US"/>
              <a:t>to be updated by Mahmoud</a:t>
            </a:r>
            <a:endParaRPr lang="en-DE"/>
          </a:p>
        </p:txBody>
      </p:sp>
      <p:sp>
        <p:nvSpPr>
          <p:cNvPr id="18" name="TextBox 17">
            <a:extLst>
              <a:ext uri="{FF2B5EF4-FFF2-40B4-BE49-F238E27FC236}">
                <a16:creationId xmlns:a16="http://schemas.microsoft.com/office/drawing/2014/main" id="{9D3D538B-20A2-DB3F-034A-A60AAAA90776}"/>
              </a:ext>
            </a:extLst>
          </p:cNvPr>
          <p:cNvSpPr txBox="1"/>
          <p:nvPr/>
        </p:nvSpPr>
        <p:spPr>
          <a:xfrm>
            <a:off x="4708019" y="140942"/>
            <a:ext cx="5437386" cy="276999"/>
          </a:xfrm>
          <a:prstGeom prst="rect">
            <a:avLst/>
          </a:prstGeom>
          <a:noFill/>
        </p:spPr>
        <p:txBody>
          <a:bodyPr wrap="none" lIns="0" tIns="0" rIns="0" bIns="0" rtlCol="0">
            <a:spAutoFit/>
          </a:bodyPr>
          <a:lstStyle/>
          <a:p>
            <a:pPr algn="l"/>
            <a:r>
              <a:rPr lang="en-US">
                <a:solidFill>
                  <a:schemeClr val="tx1"/>
                </a:solidFill>
                <a:highlight>
                  <a:srgbClr val="FFFF00"/>
                </a:highlight>
              </a:rPr>
              <a:t>Check which supplier data can be modified with Nazli</a:t>
            </a:r>
            <a:endParaRPr lang="en-DE" err="1">
              <a:solidFill>
                <a:schemeClr val="tx1"/>
              </a:solidFill>
              <a:highlight>
                <a:srgbClr val="FFFF00"/>
              </a:highlight>
            </a:endParaRPr>
          </a:p>
        </p:txBody>
      </p:sp>
      <p:pic>
        <p:nvPicPr>
          <p:cNvPr id="8" name="Picture 7">
            <a:extLst>
              <a:ext uri="{FF2B5EF4-FFF2-40B4-BE49-F238E27FC236}">
                <a16:creationId xmlns:a16="http://schemas.microsoft.com/office/drawing/2014/main" id="{52CA5015-2F19-674B-FCB6-AB36C6643E18}"/>
              </a:ext>
            </a:extLst>
          </p:cNvPr>
          <p:cNvPicPr>
            <a:picLocks noChangeAspect="1"/>
          </p:cNvPicPr>
          <p:nvPr/>
        </p:nvPicPr>
        <p:blipFill>
          <a:blip r:embed="rId7"/>
          <a:stretch>
            <a:fillRect/>
          </a:stretch>
        </p:blipFill>
        <p:spPr>
          <a:xfrm>
            <a:off x="6996099" y="3640654"/>
            <a:ext cx="4553429" cy="1357207"/>
          </a:xfrm>
          <a:prstGeom prst="rect">
            <a:avLst/>
          </a:prstGeom>
        </p:spPr>
      </p:pic>
      <p:sp>
        <p:nvSpPr>
          <p:cNvPr id="19" name="Arrow: Bent 18">
            <a:extLst>
              <a:ext uri="{FF2B5EF4-FFF2-40B4-BE49-F238E27FC236}">
                <a16:creationId xmlns:a16="http://schemas.microsoft.com/office/drawing/2014/main" id="{E75BDC8E-ADCB-85C8-2A9E-3364E98F1AE4}"/>
              </a:ext>
            </a:extLst>
          </p:cNvPr>
          <p:cNvSpPr/>
          <p:nvPr/>
        </p:nvSpPr>
        <p:spPr>
          <a:xfrm rot="16200000" flipH="1">
            <a:off x="6146384" y="4170854"/>
            <a:ext cx="813816" cy="868680"/>
          </a:xfrm>
          <a:prstGeom prst="ben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Tree>
    <p:extLst>
      <p:ext uri="{BB962C8B-B14F-4D97-AF65-F5344CB8AC3E}">
        <p14:creationId xmlns:p14="http://schemas.microsoft.com/office/powerpoint/2010/main" val="3178491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38B98-6CA9-E7A6-FDC1-13491D6E9C78}"/>
            </a:ext>
          </a:extLst>
        </p:cNvPr>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D5410440-AD4C-2B3D-5743-94475AA1D3A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4" name="Object 13" hidden="1">
                        <a:extLst>
                          <a:ext uri="{FF2B5EF4-FFF2-40B4-BE49-F238E27FC236}">
                            <a16:creationId xmlns:a16="http://schemas.microsoft.com/office/drawing/2014/main" id="{D5410440-AD4C-2B3D-5743-94475AA1D3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Inhaltsplatzhalter 2">
            <a:extLst>
              <a:ext uri="{FF2B5EF4-FFF2-40B4-BE49-F238E27FC236}">
                <a16:creationId xmlns:a16="http://schemas.microsoft.com/office/drawing/2014/main" id="{256B8F8C-2C8B-E353-9D6D-A84490156826}"/>
              </a:ext>
            </a:extLst>
          </p:cNvPr>
          <p:cNvSpPr txBox="1">
            <a:spLocks/>
          </p:cNvSpPr>
          <p:nvPr/>
        </p:nvSpPr>
        <p:spPr>
          <a:xfrm>
            <a:off x="4219575" y="1247118"/>
            <a:ext cx="7654373" cy="4960806"/>
          </a:xfrm>
          <a:prstGeom prst="rect">
            <a:avLst/>
          </a:prstGeom>
          <a:solidFill>
            <a:srgbClr val="DFDFD9"/>
          </a:solidFill>
        </p:spPr>
        <p:txBody>
          <a:bodyPr vert="horz" lIns="109728" tIns="109728" rIns="109728" bIns="109728" rtlCol="0" anchor="t">
            <a:noAutofit/>
          </a:bodyPr>
          <a:lstStyle>
            <a:defPPr>
              <a:defRPr lang="en-US"/>
            </a:defPPr>
            <a:lvl1pPr indent="0">
              <a:lnSpc>
                <a:spcPct val="110000"/>
              </a:lnSpc>
              <a:spcBef>
                <a:spcPts val="0"/>
              </a:spcBef>
              <a:spcAft>
                <a:spcPts val="300"/>
              </a:spcAft>
              <a:buFont typeface="Arial" panose="020B0604020202020204" pitchFamily="34" charset="0"/>
              <a:buNone/>
            </a:lvl1pPr>
            <a:lvl2pPr marL="0" lvl="1" indent="0">
              <a:lnSpc>
                <a:spcPct val="110000"/>
              </a:lnSpc>
              <a:spcBef>
                <a:spcPts val="0"/>
              </a:spcBef>
              <a:spcAft>
                <a:spcPts val="300"/>
              </a:spcAft>
              <a:buClr>
                <a:schemeClr val="accent1"/>
              </a:buClr>
              <a:buFont typeface="Arial" panose="020B0604020202020204" pitchFamily="34" charset="0"/>
              <a:buNone/>
              <a:defRPr sz="1400" b="1">
                <a:solidFill>
                  <a:schemeClr val="tx2"/>
                </a:solidFill>
              </a:defRPr>
            </a:lvl2pPr>
            <a:lvl3pPr marL="360000" indent="-180000">
              <a:lnSpc>
                <a:spcPct val="110000"/>
              </a:lnSpc>
              <a:spcBef>
                <a:spcPts val="0"/>
              </a:spcBef>
              <a:spcAft>
                <a:spcPts val="300"/>
              </a:spcAft>
              <a:buClr>
                <a:schemeClr val="accent1"/>
              </a:buClr>
              <a:buFont typeface="Arial" panose="020B0604020202020204" pitchFamily="34" charset="0"/>
              <a:buChar char="•"/>
            </a:lvl3pPr>
            <a:lvl4pPr marL="540000" indent="-180000">
              <a:lnSpc>
                <a:spcPct val="110000"/>
              </a:lnSpc>
              <a:spcBef>
                <a:spcPts val="0"/>
              </a:spcBef>
              <a:spcAft>
                <a:spcPts val="300"/>
              </a:spcAft>
              <a:buClr>
                <a:schemeClr val="accent1"/>
              </a:buClr>
              <a:buFont typeface="Arial" panose="020B0604020202020204" pitchFamily="34" charset="0"/>
              <a:buChar char="•"/>
            </a:lvl4pPr>
            <a:lvl5pPr marL="720000" indent="-180000">
              <a:lnSpc>
                <a:spcPct val="110000"/>
              </a:lnSpc>
              <a:spcBef>
                <a:spcPts val="0"/>
              </a:spcBef>
              <a:spcAft>
                <a:spcPts val="300"/>
              </a:spcAft>
              <a:buClr>
                <a:schemeClr val="accent1"/>
              </a:buClr>
              <a:buFont typeface="Arial" panose="020B0604020202020204" pitchFamily="34" charset="0"/>
              <a:buChar char="•"/>
            </a:lvl5pPr>
            <a:lvl6pPr marL="900000" indent="-180000">
              <a:lnSpc>
                <a:spcPct val="110000"/>
              </a:lnSpc>
              <a:spcBef>
                <a:spcPts val="0"/>
              </a:spcBef>
              <a:spcAft>
                <a:spcPts val="300"/>
              </a:spcAft>
              <a:buClr>
                <a:schemeClr val="accent1"/>
              </a:buClr>
              <a:buFont typeface="Arial" panose="020B0604020202020204" pitchFamily="34" charset="0"/>
              <a:buChar char="•"/>
            </a:lvl6pPr>
            <a:lvl7pPr marL="1080000" indent="-180000">
              <a:lnSpc>
                <a:spcPct val="110000"/>
              </a:lnSpc>
              <a:spcBef>
                <a:spcPts val="0"/>
              </a:spcBef>
              <a:spcAft>
                <a:spcPts val="300"/>
              </a:spcAft>
              <a:buClr>
                <a:schemeClr val="accent1"/>
              </a:buClr>
              <a:buFont typeface="Arial" panose="020B0604020202020204" pitchFamily="34" charset="0"/>
              <a:buChar char="•"/>
            </a:lvl7pPr>
            <a:lvl8pPr marL="1260000" indent="-180000">
              <a:lnSpc>
                <a:spcPct val="110000"/>
              </a:lnSpc>
              <a:spcBef>
                <a:spcPts val="0"/>
              </a:spcBef>
              <a:spcAft>
                <a:spcPts val="300"/>
              </a:spcAft>
              <a:buClr>
                <a:schemeClr val="accent1"/>
              </a:buClr>
              <a:buFont typeface="Arial" panose="020B0604020202020204" pitchFamily="34" charset="0"/>
              <a:buChar char="•"/>
            </a:lvl8pPr>
            <a:lvl9pPr marL="1440000" indent="-180000">
              <a:lnSpc>
                <a:spcPct val="110000"/>
              </a:lnSpc>
              <a:spcBef>
                <a:spcPts val="0"/>
              </a:spcBef>
              <a:spcAft>
                <a:spcPts val="300"/>
              </a:spcAft>
              <a:buClr>
                <a:schemeClr val="accent1"/>
              </a:buClr>
              <a:buFont typeface="Arial" panose="020B0604020202020204" pitchFamily="34" charset="0"/>
              <a:buChar char="•"/>
            </a:lvl9pPr>
          </a:lstStyle>
          <a:p>
            <a:pPr marL="0" marR="0" lvl="0" indent="0" algn="l" defTabSz="914400" rtl="0" eaLnBrk="1" fontAlgn="auto" latinLnBrk="0" hangingPunct="1">
              <a:lnSpc>
                <a:spcPct val="110000"/>
              </a:lnSpc>
              <a:spcBef>
                <a:spcPts val="0"/>
              </a:spcBef>
              <a:spcAft>
                <a:spcPts val="300"/>
              </a:spcAft>
              <a:buClrTx/>
              <a:buSzTx/>
              <a:buFont typeface="Arial" panose="020B0604020202020204" pitchFamily="34" charset="0"/>
              <a:buNone/>
              <a:tabLst/>
              <a:defRPr/>
            </a:pPr>
            <a:r>
              <a:rPr kumimoji="0" lang="en-US" sz="1800" b="1" i="0" u="none" strike="noStrike" kern="1200" cap="none" spc="0" normalizeH="0" baseline="0" noProof="0">
                <a:ln>
                  <a:noFill/>
                </a:ln>
                <a:solidFill>
                  <a:srgbClr val="000028"/>
                </a:solidFill>
                <a:effectLst/>
                <a:uLnTx/>
                <a:uFillTx/>
                <a:latin typeface="Arial"/>
                <a:ea typeface="+mn-ea"/>
                <a:cs typeface="+mn-cs"/>
              </a:rPr>
              <a:t>Details</a:t>
            </a:r>
            <a:endParaRPr kumimoji="0" lang="en-US" sz="1800" b="0" i="0" u="none" strike="noStrike" kern="1200" cap="none" spc="0" normalizeH="0" baseline="0" noProof="0">
              <a:ln>
                <a:noFill/>
              </a:ln>
              <a:solidFill>
                <a:srgbClr val="000028"/>
              </a:solidFill>
              <a:effectLst/>
              <a:uLnTx/>
              <a:uFillTx/>
              <a:latin typeface="Arial"/>
              <a:ea typeface="+mn-ea"/>
              <a:cs typeface="+mn-cs"/>
            </a:endParaRPr>
          </a:p>
        </p:txBody>
      </p:sp>
      <p:sp>
        <p:nvSpPr>
          <p:cNvPr id="25" name="Titel 24">
            <a:extLst>
              <a:ext uri="{FF2B5EF4-FFF2-40B4-BE49-F238E27FC236}">
                <a16:creationId xmlns:a16="http://schemas.microsoft.com/office/drawing/2014/main" id="{126F0EEB-F5A4-3F79-47D0-7B0A5DFC7757}"/>
              </a:ext>
            </a:extLst>
          </p:cNvPr>
          <p:cNvSpPr>
            <a:spLocks noGrp="1"/>
          </p:cNvSpPr>
          <p:nvPr>
            <p:ph type="title"/>
          </p:nvPr>
        </p:nvSpPr>
        <p:spPr>
          <a:xfrm>
            <a:off x="410400" y="478800"/>
            <a:ext cx="10383445" cy="576000"/>
          </a:xfrm>
        </p:spPr>
        <p:txBody>
          <a:bodyPr/>
          <a:lstStyle/>
          <a:p>
            <a:endParaRPr lang="en-US"/>
          </a:p>
        </p:txBody>
      </p:sp>
      <p:sp>
        <p:nvSpPr>
          <p:cNvPr id="21" name="NavigationTriangle">
            <a:extLst>
              <a:ext uri="{FF2B5EF4-FFF2-40B4-BE49-F238E27FC236}">
                <a16:creationId xmlns:a16="http://schemas.microsoft.com/office/drawing/2014/main" id="{00DE5DDC-51D2-0D68-AC89-669DC3B9E7F2}"/>
              </a:ext>
            </a:extLst>
          </p:cNvPr>
          <p:cNvSpPr/>
          <p:nvPr/>
        </p:nvSpPr>
        <p:spPr>
          <a:xfrm rot="10800000">
            <a:off x="0" y="0"/>
            <a:ext cx="796833" cy="829249"/>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8A971693-8C86-B918-DD5C-2E0ABAEC372F}"/>
              </a:ext>
            </a:extLst>
          </p:cNvPr>
          <p:cNvSpPr/>
          <p:nvPr/>
        </p:nvSpPr>
        <p:spPr>
          <a:xfrm>
            <a:off x="4059580" y="489636"/>
            <a:ext cx="6734265" cy="649480"/>
          </a:xfrm>
          <a:prstGeom prst="rect">
            <a:avLst/>
          </a:prstGeom>
          <a:noFill/>
          <a:ln w="38100" cap="flat" cmpd="sng" algn="ctr">
            <a:solidFill>
              <a:srgbClr val="009999"/>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chorCtr="0">
            <a:noAutofit/>
          </a:bodyPr>
          <a:lstStyle/>
          <a:p>
            <a:pPr marL="26670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a:ea typeface="+mn-ea"/>
                <a:cs typeface="+mn-cs"/>
              </a:rPr>
              <a:t>Example of Printout</a:t>
            </a:r>
          </a:p>
        </p:txBody>
      </p:sp>
      <p:sp>
        <p:nvSpPr>
          <p:cNvPr id="17" name="Rectangle 8">
            <a:extLst>
              <a:ext uri="{FF2B5EF4-FFF2-40B4-BE49-F238E27FC236}">
                <a16:creationId xmlns:a16="http://schemas.microsoft.com/office/drawing/2014/main" id="{E84CC701-6683-6294-E1D4-6008E5AF5D1C}"/>
              </a:ext>
            </a:extLst>
          </p:cNvPr>
          <p:cNvSpPr/>
          <p:nvPr/>
        </p:nvSpPr>
        <p:spPr>
          <a:xfrm>
            <a:off x="431502" y="1344765"/>
            <a:ext cx="3219451" cy="276999"/>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rial"/>
                <a:ea typeface="+mn-ea"/>
                <a:cs typeface="+mn-cs"/>
              </a:rPr>
              <a:t>Feature Abstract &amp; Rationale</a:t>
            </a:r>
            <a:endParaRPr kumimoji="0" lang="en-US" sz="1800" b="1" i="0" u="none" strike="noStrike" kern="1200" cap="none" spc="0" normalizeH="0" baseline="0" noProof="0">
              <a:ln>
                <a:noFill/>
              </a:ln>
              <a:solidFill>
                <a:prstClr val="white"/>
              </a:solidFill>
              <a:effectLst/>
              <a:uLnTx/>
              <a:uFillTx/>
              <a:latin typeface="Arial"/>
              <a:ea typeface="+mn-ea"/>
              <a:cs typeface="Arial"/>
            </a:endParaRPr>
          </a:p>
        </p:txBody>
      </p:sp>
      <p:cxnSp>
        <p:nvCxnSpPr>
          <p:cNvPr id="52" name="Straight Connector 5">
            <a:extLst>
              <a:ext uri="{FF2B5EF4-FFF2-40B4-BE49-F238E27FC236}">
                <a16:creationId xmlns:a16="http://schemas.microsoft.com/office/drawing/2014/main" id="{FE214071-5D56-5653-F9B3-85559C2C4FAC}"/>
              </a:ext>
            </a:extLst>
          </p:cNvPr>
          <p:cNvCxnSpPr>
            <a:cxnSpLocks/>
          </p:cNvCxnSpPr>
          <p:nvPr/>
        </p:nvCxnSpPr>
        <p:spPr>
          <a:xfrm>
            <a:off x="410400" y="1623613"/>
            <a:ext cx="3471182" cy="0"/>
          </a:xfrm>
          <a:prstGeom prst="line">
            <a:avLst/>
          </a:prstGeom>
          <a:ln w="19050" cap="flat" cmpd="sng" algn="ctr">
            <a:solidFill>
              <a:schemeClr val="bg1"/>
            </a:solidFill>
            <a:prstDash val="solid"/>
            <a:round/>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2" name="Arrow: Pentagon 58">
            <a:extLst>
              <a:ext uri="{FF2B5EF4-FFF2-40B4-BE49-F238E27FC236}">
                <a16:creationId xmlns:a16="http://schemas.microsoft.com/office/drawing/2014/main" id="{9F3C001D-D17C-C7F4-AE22-53D6BDC76F5F}"/>
              </a:ext>
            </a:extLst>
          </p:cNvPr>
          <p:cNvSpPr/>
          <p:nvPr/>
        </p:nvSpPr>
        <p:spPr>
          <a:xfrm>
            <a:off x="509427" y="489636"/>
            <a:ext cx="3875965" cy="649480"/>
          </a:xfrm>
          <a:prstGeom prst="homePlate">
            <a:avLst>
              <a:gd name="adj" fmla="val 38737"/>
            </a:avLst>
          </a:prstGeom>
          <a:solidFill>
            <a:srgbClr val="009999"/>
          </a:solidFill>
          <a:ln w="1905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457200" tIns="109728" rIns="109728" bIns="109728"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rial"/>
                <a:ea typeface="+mn-ea"/>
                <a:cs typeface="+mn-cs"/>
              </a:rPr>
              <a:t>Purchase Order Output</a:t>
            </a:r>
          </a:p>
        </p:txBody>
      </p:sp>
      <p:sp>
        <p:nvSpPr>
          <p:cNvPr id="39" name="Rectangle 7">
            <a:extLst>
              <a:ext uri="{FF2B5EF4-FFF2-40B4-BE49-F238E27FC236}">
                <a16:creationId xmlns:a16="http://schemas.microsoft.com/office/drawing/2014/main" id="{75DCAF0D-6748-35C6-F680-1B4FBDFCAA59}"/>
              </a:ext>
            </a:extLst>
          </p:cNvPr>
          <p:cNvSpPr/>
          <p:nvPr/>
        </p:nvSpPr>
        <p:spPr>
          <a:xfrm>
            <a:off x="4385392" y="1704976"/>
            <a:ext cx="7309501" cy="4389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109728" rIns="109728" bIns="109728"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200" b="1" i="0" u="none" strike="noStrike" kern="1200" cap="none" spc="0" normalizeH="0" baseline="0" noProof="0">
              <a:ln>
                <a:noFill/>
              </a:ln>
              <a:solidFill>
                <a:srgbClr val="000000"/>
              </a:solidFill>
              <a:effectLst/>
              <a:uLnTx/>
              <a:uFillTx/>
              <a:latin typeface="Arial"/>
              <a:ea typeface="+mn-ea"/>
              <a:cs typeface="+mn-cs"/>
            </a:endParaRPr>
          </a:p>
        </p:txBody>
      </p:sp>
      <p:grpSp>
        <p:nvGrpSpPr>
          <p:cNvPr id="5" name="Gruppieren 4">
            <a:extLst>
              <a:ext uri="{FF2B5EF4-FFF2-40B4-BE49-F238E27FC236}">
                <a16:creationId xmlns:a16="http://schemas.microsoft.com/office/drawing/2014/main" id="{FD4A37A2-6541-8022-7516-776669E9E068}"/>
              </a:ext>
            </a:extLst>
          </p:cNvPr>
          <p:cNvGrpSpPr/>
          <p:nvPr/>
        </p:nvGrpSpPr>
        <p:grpSpPr>
          <a:xfrm>
            <a:off x="186665" y="489636"/>
            <a:ext cx="639458" cy="649480"/>
            <a:chOff x="186665" y="489636"/>
            <a:chExt cx="639458" cy="649480"/>
          </a:xfrm>
        </p:grpSpPr>
        <p:sp>
          <p:nvSpPr>
            <p:cNvPr id="6" name="Oval 29">
              <a:extLst>
                <a:ext uri="{FF2B5EF4-FFF2-40B4-BE49-F238E27FC236}">
                  <a16:creationId xmlns:a16="http://schemas.microsoft.com/office/drawing/2014/main" id="{4D1DD720-F6C6-C7FA-6563-8B3D14F7D099}"/>
                </a:ext>
              </a:extLst>
            </p:cNvPr>
            <p:cNvSpPr/>
            <p:nvPr/>
          </p:nvSpPr>
          <p:spPr>
            <a:xfrm>
              <a:off x="186665" y="489636"/>
              <a:ext cx="639458" cy="649480"/>
            </a:xfrm>
            <a:prstGeom prst="ellipse">
              <a:avLst/>
            </a:prstGeom>
            <a:solidFill>
              <a:schemeClr val="bg1"/>
            </a:solidFill>
            <a:ln w="3810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grpSp>
          <p:nvGrpSpPr>
            <p:cNvPr id="9" name="bcgIcons_Iceberg ">
              <a:extLst>
                <a:ext uri="{FF2B5EF4-FFF2-40B4-BE49-F238E27FC236}">
                  <a16:creationId xmlns:a16="http://schemas.microsoft.com/office/drawing/2014/main" id="{1D2BAEAB-8933-8361-26CE-6A430B592C15}"/>
                </a:ext>
              </a:extLst>
            </p:cNvPr>
            <p:cNvGrpSpPr>
              <a:grpSpLocks noChangeAspect="1"/>
            </p:cNvGrpSpPr>
            <p:nvPr/>
          </p:nvGrpSpPr>
          <p:grpSpPr>
            <a:xfrm>
              <a:off x="193456" y="503931"/>
              <a:ext cx="625877" cy="620890"/>
              <a:chOff x="5272881" y="2605881"/>
              <a:chExt cx="1646238" cy="1646237"/>
            </a:xfrm>
          </p:grpSpPr>
          <p:sp>
            <p:nvSpPr>
              <p:cNvPr id="10" name="AutoShape 3">
                <a:extLst>
                  <a:ext uri="{FF2B5EF4-FFF2-40B4-BE49-F238E27FC236}">
                    <a16:creationId xmlns:a16="http://schemas.microsoft.com/office/drawing/2014/main" id="{617A3D58-F950-A414-ED23-1F9D02729FCE}"/>
                  </a:ext>
                </a:extLst>
              </p:cNvPr>
              <p:cNvSpPr>
                <a:spLocks noChangeAspect="1" noChangeArrowheads="1" noTextEdit="1"/>
              </p:cNvSpPr>
              <p:nvPr/>
            </p:nvSpPr>
            <p:spPr bwMode="auto">
              <a:xfrm>
                <a:off x="5272881" y="2605881"/>
                <a:ext cx="1646238"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2" name="Group 32">
                <a:extLst>
                  <a:ext uri="{FF2B5EF4-FFF2-40B4-BE49-F238E27FC236}">
                    <a16:creationId xmlns:a16="http://schemas.microsoft.com/office/drawing/2014/main" id="{6B14F1C8-4DA8-2F82-FE40-FEB4FFFDD197}"/>
                  </a:ext>
                </a:extLst>
              </p:cNvPr>
              <p:cNvGrpSpPr/>
              <p:nvPr/>
            </p:nvGrpSpPr>
            <p:grpSpPr>
              <a:xfrm>
                <a:off x="5526881" y="2774156"/>
                <a:ext cx="1139825" cy="1308100"/>
                <a:chOff x="5526881" y="2774156"/>
                <a:chExt cx="1139825" cy="1308100"/>
              </a:xfrm>
            </p:grpSpPr>
            <p:sp>
              <p:nvSpPr>
                <p:cNvPr id="13" name="Freeform 10">
                  <a:extLst>
                    <a:ext uri="{FF2B5EF4-FFF2-40B4-BE49-F238E27FC236}">
                      <a16:creationId xmlns:a16="http://schemas.microsoft.com/office/drawing/2014/main" id="{3651C784-3324-01FB-E17D-13CA96925FB7}"/>
                    </a:ext>
                  </a:extLst>
                </p:cNvPr>
                <p:cNvSpPr>
                  <a:spLocks/>
                </p:cNvSpPr>
                <p:nvPr/>
              </p:nvSpPr>
              <p:spPr bwMode="auto">
                <a:xfrm>
                  <a:off x="5606256" y="2774156"/>
                  <a:ext cx="981075" cy="517525"/>
                </a:xfrm>
                <a:custGeom>
                  <a:avLst/>
                  <a:gdLst>
                    <a:gd name="T0" fmla="*/ 1194 w 1374"/>
                    <a:gd name="T1" fmla="*/ 534 h 724"/>
                    <a:gd name="T2" fmla="*/ 1108 w 1374"/>
                    <a:gd name="T3" fmla="*/ 422 h 724"/>
                    <a:gd name="T4" fmla="*/ 1106 w 1374"/>
                    <a:gd name="T5" fmla="*/ 420 h 724"/>
                    <a:gd name="T6" fmla="*/ 914 w 1374"/>
                    <a:gd name="T7" fmla="*/ 224 h 724"/>
                    <a:gd name="T8" fmla="*/ 898 w 1374"/>
                    <a:gd name="T9" fmla="*/ 217 h 724"/>
                    <a:gd name="T10" fmla="*/ 898 w 1374"/>
                    <a:gd name="T11" fmla="*/ 217 h 724"/>
                    <a:gd name="T12" fmla="*/ 882 w 1374"/>
                    <a:gd name="T13" fmla="*/ 224 h 724"/>
                    <a:gd name="T14" fmla="*/ 862 w 1374"/>
                    <a:gd name="T15" fmla="*/ 244 h 724"/>
                    <a:gd name="T16" fmla="*/ 727 w 1374"/>
                    <a:gd name="T17" fmla="*/ 11 h 724"/>
                    <a:gd name="T18" fmla="*/ 709 w 1374"/>
                    <a:gd name="T19" fmla="*/ 0 h 724"/>
                    <a:gd name="T20" fmla="*/ 690 w 1374"/>
                    <a:gd name="T21" fmla="*/ 9 h 724"/>
                    <a:gd name="T22" fmla="*/ 518 w 1374"/>
                    <a:gd name="T23" fmla="*/ 237 h 724"/>
                    <a:gd name="T24" fmla="*/ 477 w 1374"/>
                    <a:gd name="T25" fmla="*/ 224 h 724"/>
                    <a:gd name="T26" fmla="*/ 453 w 1374"/>
                    <a:gd name="T27" fmla="*/ 230 h 724"/>
                    <a:gd name="T28" fmla="*/ 336 w 1374"/>
                    <a:gd name="T29" fmla="*/ 374 h 724"/>
                    <a:gd name="T30" fmla="*/ 322 w 1374"/>
                    <a:gd name="T31" fmla="*/ 356 h 724"/>
                    <a:gd name="T32" fmla="*/ 304 w 1374"/>
                    <a:gd name="T33" fmla="*/ 348 h 724"/>
                    <a:gd name="T34" fmla="*/ 287 w 1374"/>
                    <a:gd name="T35" fmla="*/ 358 h 724"/>
                    <a:gd name="T36" fmla="*/ 145 w 1374"/>
                    <a:gd name="T37" fmla="*/ 571 h 724"/>
                    <a:gd name="T38" fmla="*/ 0 w 1374"/>
                    <a:gd name="T39" fmla="*/ 724 h 724"/>
                    <a:gd name="T40" fmla="*/ 61 w 1374"/>
                    <a:gd name="T41" fmla="*/ 724 h 724"/>
                    <a:gd name="T42" fmla="*/ 178 w 1374"/>
                    <a:gd name="T43" fmla="*/ 600 h 724"/>
                    <a:gd name="T44" fmla="*/ 180 w 1374"/>
                    <a:gd name="T45" fmla="*/ 597 h 724"/>
                    <a:gd name="T46" fmla="*/ 307 w 1374"/>
                    <a:gd name="T47" fmla="*/ 407 h 724"/>
                    <a:gd name="T48" fmla="*/ 319 w 1374"/>
                    <a:gd name="T49" fmla="*/ 422 h 724"/>
                    <a:gd name="T50" fmla="*/ 336 w 1374"/>
                    <a:gd name="T51" fmla="*/ 431 h 724"/>
                    <a:gd name="T52" fmla="*/ 353 w 1374"/>
                    <a:gd name="T53" fmla="*/ 422 h 724"/>
                    <a:gd name="T54" fmla="*/ 478 w 1374"/>
                    <a:gd name="T55" fmla="*/ 270 h 724"/>
                    <a:gd name="T56" fmla="*/ 519 w 1374"/>
                    <a:gd name="T57" fmla="*/ 284 h 724"/>
                    <a:gd name="T58" fmla="*/ 544 w 1374"/>
                    <a:gd name="T59" fmla="*/ 276 h 724"/>
                    <a:gd name="T60" fmla="*/ 688 w 1374"/>
                    <a:gd name="T61" fmla="*/ 85 h 724"/>
                    <a:gd name="T62" fmla="*/ 619 w 1374"/>
                    <a:gd name="T63" fmla="*/ 307 h 724"/>
                    <a:gd name="T64" fmla="*/ 620 w 1374"/>
                    <a:gd name="T65" fmla="*/ 312 h 724"/>
                    <a:gd name="T66" fmla="*/ 646 w 1374"/>
                    <a:gd name="T67" fmla="*/ 329 h 724"/>
                    <a:gd name="T68" fmla="*/ 648 w 1374"/>
                    <a:gd name="T69" fmla="*/ 334 h 724"/>
                    <a:gd name="T70" fmla="*/ 565 w 1374"/>
                    <a:gd name="T71" fmla="*/ 506 h 724"/>
                    <a:gd name="T72" fmla="*/ 571 w 1374"/>
                    <a:gd name="T73" fmla="*/ 511 h 724"/>
                    <a:gd name="T74" fmla="*/ 726 w 1374"/>
                    <a:gd name="T75" fmla="*/ 357 h 724"/>
                    <a:gd name="T76" fmla="*/ 730 w 1374"/>
                    <a:gd name="T77" fmla="*/ 356 h 724"/>
                    <a:gd name="T78" fmla="*/ 787 w 1374"/>
                    <a:gd name="T79" fmla="*/ 383 h 724"/>
                    <a:gd name="T80" fmla="*/ 792 w 1374"/>
                    <a:gd name="T81" fmla="*/ 382 h 724"/>
                    <a:gd name="T82" fmla="*/ 863 w 1374"/>
                    <a:gd name="T83" fmla="*/ 302 h 724"/>
                    <a:gd name="T84" fmla="*/ 873 w 1374"/>
                    <a:gd name="T85" fmla="*/ 296 h 724"/>
                    <a:gd name="T86" fmla="*/ 897 w 1374"/>
                    <a:gd name="T87" fmla="*/ 272 h 724"/>
                    <a:gd name="T88" fmla="*/ 897 w 1374"/>
                    <a:gd name="T89" fmla="*/ 274 h 724"/>
                    <a:gd name="T90" fmla="*/ 881 w 1374"/>
                    <a:gd name="T91" fmla="*/ 498 h 724"/>
                    <a:gd name="T92" fmla="*/ 879 w 1374"/>
                    <a:gd name="T93" fmla="*/ 500 h 724"/>
                    <a:gd name="T94" fmla="*/ 804 w 1374"/>
                    <a:gd name="T95" fmla="*/ 561 h 724"/>
                    <a:gd name="T96" fmla="*/ 803 w 1374"/>
                    <a:gd name="T97" fmla="*/ 563 h 724"/>
                    <a:gd name="T98" fmla="*/ 761 w 1374"/>
                    <a:gd name="T99" fmla="*/ 724 h 724"/>
                    <a:gd name="T100" fmla="*/ 1313 w 1374"/>
                    <a:gd name="T101" fmla="*/ 724 h 724"/>
                    <a:gd name="T102" fmla="*/ 1343 w 1374"/>
                    <a:gd name="T103" fmla="*/ 724 h 724"/>
                    <a:gd name="T104" fmla="*/ 1374 w 1374"/>
                    <a:gd name="T105" fmla="*/ 724 h 724"/>
                    <a:gd name="T106" fmla="*/ 1194 w 1374"/>
                    <a:gd name="T107" fmla="*/ 534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74" h="724">
                      <a:moveTo>
                        <a:pt x="1194" y="534"/>
                      </a:moveTo>
                      <a:cubicBezTo>
                        <a:pt x="1108" y="422"/>
                        <a:pt x="1108" y="422"/>
                        <a:pt x="1108" y="422"/>
                      </a:cubicBezTo>
                      <a:cubicBezTo>
                        <a:pt x="1108" y="422"/>
                        <a:pt x="1107" y="421"/>
                        <a:pt x="1106" y="420"/>
                      </a:cubicBezTo>
                      <a:cubicBezTo>
                        <a:pt x="914" y="224"/>
                        <a:pt x="914" y="224"/>
                        <a:pt x="914" y="224"/>
                      </a:cubicBezTo>
                      <a:cubicBezTo>
                        <a:pt x="910" y="219"/>
                        <a:pt x="904" y="217"/>
                        <a:pt x="898" y="217"/>
                      </a:cubicBezTo>
                      <a:cubicBezTo>
                        <a:pt x="898" y="217"/>
                        <a:pt x="898" y="217"/>
                        <a:pt x="898" y="217"/>
                      </a:cubicBezTo>
                      <a:cubicBezTo>
                        <a:pt x="892" y="217"/>
                        <a:pt x="887" y="219"/>
                        <a:pt x="882" y="224"/>
                      </a:cubicBezTo>
                      <a:cubicBezTo>
                        <a:pt x="862" y="244"/>
                        <a:pt x="862" y="244"/>
                        <a:pt x="862" y="244"/>
                      </a:cubicBezTo>
                      <a:cubicBezTo>
                        <a:pt x="727" y="11"/>
                        <a:pt x="727" y="11"/>
                        <a:pt x="727" y="11"/>
                      </a:cubicBezTo>
                      <a:cubicBezTo>
                        <a:pt x="723" y="5"/>
                        <a:pt x="716" y="1"/>
                        <a:pt x="709" y="0"/>
                      </a:cubicBezTo>
                      <a:cubicBezTo>
                        <a:pt x="702" y="0"/>
                        <a:pt x="695" y="3"/>
                        <a:pt x="690" y="9"/>
                      </a:cubicBezTo>
                      <a:cubicBezTo>
                        <a:pt x="518" y="237"/>
                        <a:pt x="518" y="237"/>
                        <a:pt x="518" y="237"/>
                      </a:cubicBezTo>
                      <a:cubicBezTo>
                        <a:pt x="477" y="224"/>
                        <a:pt x="477" y="224"/>
                        <a:pt x="477" y="224"/>
                      </a:cubicBezTo>
                      <a:cubicBezTo>
                        <a:pt x="469" y="221"/>
                        <a:pt x="459" y="223"/>
                        <a:pt x="453" y="230"/>
                      </a:cubicBezTo>
                      <a:cubicBezTo>
                        <a:pt x="336" y="374"/>
                        <a:pt x="336" y="374"/>
                        <a:pt x="336" y="374"/>
                      </a:cubicBezTo>
                      <a:cubicBezTo>
                        <a:pt x="322" y="356"/>
                        <a:pt x="322" y="356"/>
                        <a:pt x="322" y="356"/>
                      </a:cubicBezTo>
                      <a:cubicBezTo>
                        <a:pt x="318" y="351"/>
                        <a:pt x="311" y="348"/>
                        <a:pt x="304" y="348"/>
                      </a:cubicBezTo>
                      <a:cubicBezTo>
                        <a:pt x="297" y="349"/>
                        <a:pt x="291" y="352"/>
                        <a:pt x="287" y="358"/>
                      </a:cubicBezTo>
                      <a:cubicBezTo>
                        <a:pt x="145" y="571"/>
                        <a:pt x="145" y="571"/>
                        <a:pt x="145" y="571"/>
                      </a:cubicBezTo>
                      <a:cubicBezTo>
                        <a:pt x="0" y="724"/>
                        <a:pt x="0" y="724"/>
                        <a:pt x="0" y="724"/>
                      </a:cubicBezTo>
                      <a:cubicBezTo>
                        <a:pt x="61" y="724"/>
                        <a:pt x="61" y="724"/>
                        <a:pt x="61" y="724"/>
                      </a:cubicBezTo>
                      <a:cubicBezTo>
                        <a:pt x="178" y="600"/>
                        <a:pt x="178" y="600"/>
                        <a:pt x="178" y="600"/>
                      </a:cubicBezTo>
                      <a:cubicBezTo>
                        <a:pt x="179" y="599"/>
                        <a:pt x="180" y="598"/>
                        <a:pt x="180" y="597"/>
                      </a:cubicBezTo>
                      <a:cubicBezTo>
                        <a:pt x="307" y="407"/>
                        <a:pt x="307" y="407"/>
                        <a:pt x="307" y="407"/>
                      </a:cubicBezTo>
                      <a:cubicBezTo>
                        <a:pt x="319" y="422"/>
                        <a:pt x="319" y="422"/>
                        <a:pt x="319" y="422"/>
                      </a:cubicBezTo>
                      <a:cubicBezTo>
                        <a:pt x="323" y="427"/>
                        <a:pt x="329" y="430"/>
                        <a:pt x="336" y="431"/>
                      </a:cubicBezTo>
                      <a:cubicBezTo>
                        <a:pt x="342" y="431"/>
                        <a:pt x="349" y="428"/>
                        <a:pt x="353" y="422"/>
                      </a:cubicBezTo>
                      <a:cubicBezTo>
                        <a:pt x="478" y="270"/>
                        <a:pt x="478" y="270"/>
                        <a:pt x="478" y="270"/>
                      </a:cubicBezTo>
                      <a:cubicBezTo>
                        <a:pt x="519" y="284"/>
                        <a:pt x="519" y="284"/>
                        <a:pt x="519" y="284"/>
                      </a:cubicBezTo>
                      <a:cubicBezTo>
                        <a:pt x="528" y="287"/>
                        <a:pt x="538" y="284"/>
                        <a:pt x="544" y="276"/>
                      </a:cubicBezTo>
                      <a:cubicBezTo>
                        <a:pt x="688" y="85"/>
                        <a:pt x="688" y="85"/>
                        <a:pt x="688" y="85"/>
                      </a:cubicBezTo>
                      <a:cubicBezTo>
                        <a:pt x="619" y="307"/>
                        <a:pt x="619" y="307"/>
                        <a:pt x="619" y="307"/>
                      </a:cubicBezTo>
                      <a:cubicBezTo>
                        <a:pt x="618" y="309"/>
                        <a:pt x="619" y="311"/>
                        <a:pt x="620" y="312"/>
                      </a:cubicBezTo>
                      <a:cubicBezTo>
                        <a:pt x="646" y="329"/>
                        <a:pt x="646" y="329"/>
                        <a:pt x="646" y="329"/>
                      </a:cubicBezTo>
                      <a:cubicBezTo>
                        <a:pt x="648" y="331"/>
                        <a:pt x="649" y="333"/>
                        <a:pt x="648" y="334"/>
                      </a:cubicBezTo>
                      <a:cubicBezTo>
                        <a:pt x="565" y="506"/>
                        <a:pt x="565" y="506"/>
                        <a:pt x="565" y="506"/>
                      </a:cubicBezTo>
                      <a:cubicBezTo>
                        <a:pt x="563" y="510"/>
                        <a:pt x="568" y="514"/>
                        <a:pt x="571" y="511"/>
                      </a:cubicBezTo>
                      <a:cubicBezTo>
                        <a:pt x="726" y="357"/>
                        <a:pt x="726" y="357"/>
                        <a:pt x="726" y="357"/>
                      </a:cubicBezTo>
                      <a:cubicBezTo>
                        <a:pt x="727" y="356"/>
                        <a:pt x="728" y="355"/>
                        <a:pt x="730" y="356"/>
                      </a:cubicBezTo>
                      <a:cubicBezTo>
                        <a:pt x="787" y="383"/>
                        <a:pt x="787" y="383"/>
                        <a:pt x="787" y="383"/>
                      </a:cubicBezTo>
                      <a:cubicBezTo>
                        <a:pt x="789" y="384"/>
                        <a:pt x="791" y="384"/>
                        <a:pt x="792" y="382"/>
                      </a:cubicBezTo>
                      <a:cubicBezTo>
                        <a:pt x="863" y="302"/>
                        <a:pt x="863" y="302"/>
                        <a:pt x="863" y="302"/>
                      </a:cubicBezTo>
                      <a:cubicBezTo>
                        <a:pt x="867" y="301"/>
                        <a:pt x="871" y="299"/>
                        <a:pt x="873" y="296"/>
                      </a:cubicBezTo>
                      <a:cubicBezTo>
                        <a:pt x="897" y="272"/>
                        <a:pt x="897" y="272"/>
                        <a:pt x="897" y="272"/>
                      </a:cubicBezTo>
                      <a:cubicBezTo>
                        <a:pt x="897" y="272"/>
                        <a:pt x="897" y="273"/>
                        <a:pt x="897" y="274"/>
                      </a:cubicBezTo>
                      <a:cubicBezTo>
                        <a:pt x="881" y="498"/>
                        <a:pt x="881" y="498"/>
                        <a:pt x="881" y="498"/>
                      </a:cubicBezTo>
                      <a:cubicBezTo>
                        <a:pt x="881" y="499"/>
                        <a:pt x="880" y="500"/>
                        <a:pt x="879" y="500"/>
                      </a:cubicBezTo>
                      <a:cubicBezTo>
                        <a:pt x="804" y="561"/>
                        <a:pt x="804" y="561"/>
                        <a:pt x="804" y="561"/>
                      </a:cubicBezTo>
                      <a:cubicBezTo>
                        <a:pt x="803" y="561"/>
                        <a:pt x="803" y="562"/>
                        <a:pt x="803" y="563"/>
                      </a:cubicBezTo>
                      <a:cubicBezTo>
                        <a:pt x="761" y="724"/>
                        <a:pt x="761" y="724"/>
                        <a:pt x="761" y="724"/>
                      </a:cubicBezTo>
                      <a:cubicBezTo>
                        <a:pt x="1313" y="724"/>
                        <a:pt x="1313" y="724"/>
                        <a:pt x="1313" y="724"/>
                      </a:cubicBezTo>
                      <a:cubicBezTo>
                        <a:pt x="1343" y="724"/>
                        <a:pt x="1343" y="724"/>
                        <a:pt x="1343" y="724"/>
                      </a:cubicBezTo>
                      <a:cubicBezTo>
                        <a:pt x="1374" y="724"/>
                        <a:pt x="1374" y="724"/>
                        <a:pt x="1374" y="724"/>
                      </a:cubicBezTo>
                      <a:lnTo>
                        <a:pt x="1194" y="534"/>
                      </a:lnTo>
                      <a:close/>
                    </a:path>
                  </a:pathLst>
                </a:custGeom>
                <a:solidFill>
                  <a:srgbClr val="00999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11">
                  <a:extLst>
                    <a:ext uri="{FF2B5EF4-FFF2-40B4-BE49-F238E27FC236}">
                      <a16:creationId xmlns:a16="http://schemas.microsoft.com/office/drawing/2014/main" id="{ACC4BFCB-0023-70EF-4BBB-DB63F39A528D}"/>
                    </a:ext>
                  </a:extLst>
                </p:cNvPr>
                <p:cNvSpPr>
                  <a:spLocks/>
                </p:cNvSpPr>
                <p:nvPr/>
              </p:nvSpPr>
              <p:spPr bwMode="auto">
                <a:xfrm>
                  <a:off x="5526881" y="3323431"/>
                  <a:ext cx="1139825" cy="758825"/>
                </a:xfrm>
                <a:custGeom>
                  <a:avLst/>
                  <a:gdLst>
                    <a:gd name="connsiteX0" fmla="*/ 88900 w 1139825"/>
                    <a:gd name="connsiteY0" fmla="*/ 33337 h 758825"/>
                    <a:gd name="connsiteX1" fmla="*/ 99607 w 1139825"/>
                    <a:gd name="connsiteY1" fmla="*/ 49044 h 758825"/>
                    <a:gd name="connsiteX2" fmla="*/ 110314 w 1139825"/>
                    <a:gd name="connsiteY2" fmla="*/ 64751 h 758825"/>
                    <a:gd name="connsiteX3" fmla="*/ 208103 w 1139825"/>
                    <a:gd name="connsiteY3" fmla="*/ 203972 h 758825"/>
                    <a:gd name="connsiteX4" fmla="*/ 209530 w 1139825"/>
                    <a:gd name="connsiteY4" fmla="*/ 206114 h 758825"/>
                    <a:gd name="connsiteX5" fmla="*/ 298040 w 1139825"/>
                    <a:gd name="connsiteY5" fmla="*/ 382461 h 758825"/>
                    <a:gd name="connsiteX6" fmla="*/ 304464 w 1139825"/>
                    <a:gd name="connsiteY6" fmla="*/ 368896 h 758825"/>
                    <a:gd name="connsiteX7" fmla="*/ 318026 w 1139825"/>
                    <a:gd name="connsiteY7" fmla="*/ 361042 h 758825"/>
                    <a:gd name="connsiteX8" fmla="*/ 332302 w 1139825"/>
                    <a:gd name="connsiteY8" fmla="*/ 368182 h 758825"/>
                    <a:gd name="connsiteX9" fmla="*/ 419384 w 1139825"/>
                    <a:gd name="connsiteY9" fmla="*/ 513829 h 758825"/>
                    <a:gd name="connsiteX10" fmla="*/ 450077 w 1139825"/>
                    <a:gd name="connsiteY10" fmla="*/ 502405 h 758825"/>
                    <a:gd name="connsiteX11" fmla="*/ 469349 w 1139825"/>
                    <a:gd name="connsiteY11" fmla="*/ 509545 h 758825"/>
                    <a:gd name="connsiteX12" fmla="*/ 581414 w 1139825"/>
                    <a:gd name="connsiteY12" fmla="*/ 708024 h 758825"/>
                    <a:gd name="connsiteX13" fmla="*/ 676347 w 1139825"/>
                    <a:gd name="connsiteY13" fmla="*/ 491696 h 758825"/>
                    <a:gd name="connsiteX14" fmla="*/ 689195 w 1139825"/>
                    <a:gd name="connsiteY14" fmla="*/ 482415 h 758825"/>
                    <a:gd name="connsiteX15" fmla="*/ 704185 w 1139825"/>
                    <a:gd name="connsiteY15" fmla="*/ 489554 h 758825"/>
                    <a:gd name="connsiteX16" fmla="*/ 719888 w 1139825"/>
                    <a:gd name="connsiteY16" fmla="*/ 512401 h 758825"/>
                    <a:gd name="connsiteX17" fmla="*/ 841232 w 1139825"/>
                    <a:gd name="connsiteY17" fmla="*/ 350333 h 758825"/>
                    <a:gd name="connsiteX18" fmla="*/ 905473 w 1139825"/>
                    <a:gd name="connsiteY18" fmla="*/ 240384 h 758825"/>
                    <a:gd name="connsiteX19" fmla="*/ 906187 w 1139825"/>
                    <a:gd name="connsiteY19" fmla="*/ 238956 h 758825"/>
                    <a:gd name="connsiteX20" fmla="*/ 1030386 w 1139825"/>
                    <a:gd name="connsiteY20" fmla="*/ 64751 h 758825"/>
                    <a:gd name="connsiteX21" fmla="*/ 1041806 w 1139825"/>
                    <a:gd name="connsiteY21" fmla="*/ 49044 h 758825"/>
                    <a:gd name="connsiteX22" fmla="*/ 1052513 w 1139825"/>
                    <a:gd name="connsiteY22" fmla="*/ 33337 h 758825"/>
                    <a:gd name="connsiteX23" fmla="*/ 88900 w 1139825"/>
                    <a:gd name="connsiteY23" fmla="*/ 33337 h 758825"/>
                    <a:gd name="connsiteX24" fmla="*/ 16426 w 1139825"/>
                    <a:gd name="connsiteY24" fmla="*/ 0 h 758825"/>
                    <a:gd name="connsiteX25" fmla="*/ 49993 w 1139825"/>
                    <a:gd name="connsiteY25" fmla="*/ 0 h 758825"/>
                    <a:gd name="connsiteX26" fmla="*/ 92843 w 1139825"/>
                    <a:gd name="connsiteY26" fmla="*/ 0 h 758825"/>
                    <a:gd name="connsiteX27" fmla="*/ 614906 w 1139825"/>
                    <a:gd name="connsiteY27" fmla="*/ 0 h 758825"/>
                    <a:gd name="connsiteX28" fmla="*/ 1046982 w 1139825"/>
                    <a:gd name="connsiteY28" fmla="*/ 0 h 758825"/>
                    <a:gd name="connsiteX29" fmla="*/ 1068408 w 1139825"/>
                    <a:gd name="connsiteY29" fmla="*/ 0 h 758825"/>
                    <a:gd name="connsiteX30" fmla="*/ 1089833 w 1139825"/>
                    <a:gd name="connsiteY30" fmla="*/ 0 h 758825"/>
                    <a:gd name="connsiteX31" fmla="*/ 1123399 w 1139825"/>
                    <a:gd name="connsiteY31" fmla="*/ 0 h 758825"/>
                    <a:gd name="connsiteX32" fmla="*/ 1139825 w 1139825"/>
                    <a:gd name="connsiteY32" fmla="*/ 16434 h 758825"/>
                    <a:gd name="connsiteX33" fmla="*/ 1123399 w 1139825"/>
                    <a:gd name="connsiteY33" fmla="*/ 32868 h 758825"/>
                    <a:gd name="connsiteX34" fmla="*/ 1091261 w 1139825"/>
                    <a:gd name="connsiteY34" fmla="*/ 32868 h 758825"/>
                    <a:gd name="connsiteX35" fmla="*/ 1080549 w 1139825"/>
                    <a:gd name="connsiteY35" fmla="*/ 48588 h 758825"/>
                    <a:gd name="connsiteX36" fmla="*/ 1069122 w 1139825"/>
                    <a:gd name="connsiteY36" fmla="*/ 64307 h 758825"/>
                    <a:gd name="connsiteX37" fmla="*/ 932000 w 1139825"/>
                    <a:gd name="connsiteY37" fmla="*/ 256514 h 758825"/>
                    <a:gd name="connsiteX38" fmla="*/ 867724 w 1139825"/>
                    <a:gd name="connsiteY38" fmla="*/ 367266 h 758825"/>
                    <a:gd name="connsiteX39" fmla="*/ 867010 w 1139825"/>
                    <a:gd name="connsiteY39" fmla="*/ 368695 h 758825"/>
                    <a:gd name="connsiteX40" fmla="*/ 732031 w 1139825"/>
                    <a:gd name="connsiteY40" fmla="*/ 548040 h 758825"/>
                    <a:gd name="connsiteX41" fmla="*/ 719176 w 1139825"/>
                    <a:gd name="connsiteY41" fmla="*/ 554471 h 758825"/>
                    <a:gd name="connsiteX42" fmla="*/ 706320 w 1139825"/>
                    <a:gd name="connsiteY42" fmla="*/ 548040 h 758825"/>
                    <a:gd name="connsiteX43" fmla="*/ 694179 w 1139825"/>
                    <a:gd name="connsiteY43" fmla="*/ 530177 h 758825"/>
                    <a:gd name="connsiteX44" fmla="*/ 597766 w 1139825"/>
                    <a:gd name="connsiteY44" fmla="*/ 749536 h 758825"/>
                    <a:gd name="connsiteX45" fmla="*/ 584196 w 1139825"/>
                    <a:gd name="connsiteY45" fmla="*/ 758825 h 758825"/>
                    <a:gd name="connsiteX46" fmla="*/ 583482 w 1139825"/>
                    <a:gd name="connsiteY46" fmla="*/ 758825 h 758825"/>
                    <a:gd name="connsiteX47" fmla="*/ 569199 w 1139825"/>
                    <a:gd name="connsiteY47" fmla="*/ 750251 h 758825"/>
                    <a:gd name="connsiteX48" fmla="*/ 448503 w 1139825"/>
                    <a:gd name="connsiteY48" fmla="*/ 536608 h 758825"/>
                    <a:gd name="connsiteX49" fmla="*/ 418507 w 1139825"/>
                    <a:gd name="connsiteY49" fmla="*/ 548040 h 758825"/>
                    <a:gd name="connsiteX50" fmla="*/ 399225 w 1139825"/>
                    <a:gd name="connsiteY50" fmla="*/ 541610 h 758825"/>
                    <a:gd name="connsiteX51" fmla="*/ 319237 w 1139825"/>
                    <a:gd name="connsiteY51" fmla="*/ 408708 h 758825"/>
                    <a:gd name="connsiteX52" fmla="*/ 311381 w 1139825"/>
                    <a:gd name="connsiteY52" fmla="*/ 424428 h 758825"/>
                    <a:gd name="connsiteX53" fmla="*/ 297097 w 1139825"/>
                    <a:gd name="connsiteY53" fmla="*/ 432287 h 758825"/>
                    <a:gd name="connsiteX54" fmla="*/ 283528 w 1139825"/>
                    <a:gd name="connsiteY54" fmla="*/ 423713 h 758825"/>
                    <a:gd name="connsiteX55" fmla="*/ 181401 w 1139825"/>
                    <a:gd name="connsiteY55" fmla="*/ 220788 h 758825"/>
                    <a:gd name="connsiteX56" fmla="*/ 72132 w 1139825"/>
                    <a:gd name="connsiteY56" fmla="*/ 64307 h 758825"/>
                    <a:gd name="connsiteX57" fmla="*/ 62134 w 1139825"/>
                    <a:gd name="connsiteY57" fmla="*/ 50017 h 758825"/>
                    <a:gd name="connsiteX58" fmla="*/ 60705 w 1139825"/>
                    <a:gd name="connsiteY58" fmla="*/ 48588 h 758825"/>
                    <a:gd name="connsiteX59" fmla="*/ 48564 w 1139825"/>
                    <a:gd name="connsiteY59" fmla="*/ 32868 h 758825"/>
                    <a:gd name="connsiteX60" fmla="*/ 16426 w 1139825"/>
                    <a:gd name="connsiteY60" fmla="*/ 32868 h 758825"/>
                    <a:gd name="connsiteX61" fmla="*/ 0 w 1139825"/>
                    <a:gd name="connsiteY61" fmla="*/ 16434 h 758825"/>
                    <a:gd name="connsiteX62" fmla="*/ 16426 w 1139825"/>
                    <a:gd name="connsiteY62" fmla="*/ 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9825" h="758825">
                      <a:moveTo>
                        <a:pt x="88900" y="33337"/>
                      </a:moveTo>
                      <a:cubicBezTo>
                        <a:pt x="88900" y="33337"/>
                        <a:pt x="88900" y="33337"/>
                        <a:pt x="99607" y="49044"/>
                      </a:cubicBezTo>
                      <a:cubicBezTo>
                        <a:pt x="99607" y="49044"/>
                        <a:pt x="99607" y="49044"/>
                        <a:pt x="110314" y="64751"/>
                      </a:cubicBezTo>
                      <a:cubicBezTo>
                        <a:pt x="110314" y="64751"/>
                        <a:pt x="110314" y="64751"/>
                        <a:pt x="208103" y="203972"/>
                      </a:cubicBezTo>
                      <a:cubicBezTo>
                        <a:pt x="208817" y="204686"/>
                        <a:pt x="208817" y="205400"/>
                        <a:pt x="209530" y="206114"/>
                      </a:cubicBezTo>
                      <a:cubicBezTo>
                        <a:pt x="209530" y="206114"/>
                        <a:pt x="209530" y="206114"/>
                        <a:pt x="298040" y="382461"/>
                      </a:cubicBezTo>
                      <a:cubicBezTo>
                        <a:pt x="298040" y="382461"/>
                        <a:pt x="298040" y="382461"/>
                        <a:pt x="304464" y="368896"/>
                      </a:cubicBezTo>
                      <a:cubicBezTo>
                        <a:pt x="307319" y="363898"/>
                        <a:pt x="312316" y="361042"/>
                        <a:pt x="318026" y="361042"/>
                      </a:cubicBezTo>
                      <a:cubicBezTo>
                        <a:pt x="323736" y="360328"/>
                        <a:pt x="328733" y="363184"/>
                        <a:pt x="332302" y="368182"/>
                      </a:cubicBezTo>
                      <a:cubicBezTo>
                        <a:pt x="332302" y="368182"/>
                        <a:pt x="332302" y="368182"/>
                        <a:pt x="419384" y="513829"/>
                      </a:cubicBezTo>
                      <a:cubicBezTo>
                        <a:pt x="419384" y="513829"/>
                        <a:pt x="419384" y="513829"/>
                        <a:pt x="450077" y="502405"/>
                      </a:cubicBezTo>
                      <a:cubicBezTo>
                        <a:pt x="457928" y="499549"/>
                        <a:pt x="465780" y="502405"/>
                        <a:pt x="469349" y="509545"/>
                      </a:cubicBezTo>
                      <a:cubicBezTo>
                        <a:pt x="469349" y="509545"/>
                        <a:pt x="469349" y="509545"/>
                        <a:pt x="581414" y="708024"/>
                      </a:cubicBezTo>
                      <a:cubicBezTo>
                        <a:pt x="581414" y="708024"/>
                        <a:pt x="581414" y="708024"/>
                        <a:pt x="676347" y="491696"/>
                      </a:cubicBezTo>
                      <a:cubicBezTo>
                        <a:pt x="679202" y="486698"/>
                        <a:pt x="684199" y="483128"/>
                        <a:pt x="689195" y="482415"/>
                      </a:cubicBezTo>
                      <a:cubicBezTo>
                        <a:pt x="694906" y="482415"/>
                        <a:pt x="700616" y="484556"/>
                        <a:pt x="704185" y="489554"/>
                      </a:cubicBezTo>
                      <a:cubicBezTo>
                        <a:pt x="704185" y="489554"/>
                        <a:pt x="704185" y="489554"/>
                        <a:pt x="719888" y="512401"/>
                      </a:cubicBezTo>
                      <a:cubicBezTo>
                        <a:pt x="719888" y="512401"/>
                        <a:pt x="719888" y="512401"/>
                        <a:pt x="841232" y="350333"/>
                      </a:cubicBezTo>
                      <a:cubicBezTo>
                        <a:pt x="841232" y="350333"/>
                        <a:pt x="841232" y="350333"/>
                        <a:pt x="905473" y="240384"/>
                      </a:cubicBezTo>
                      <a:cubicBezTo>
                        <a:pt x="905473" y="240384"/>
                        <a:pt x="906187" y="239670"/>
                        <a:pt x="906187" y="238956"/>
                      </a:cubicBezTo>
                      <a:cubicBezTo>
                        <a:pt x="906187" y="238956"/>
                        <a:pt x="906187" y="238956"/>
                        <a:pt x="1030386" y="64751"/>
                      </a:cubicBezTo>
                      <a:cubicBezTo>
                        <a:pt x="1030386" y="64751"/>
                        <a:pt x="1030386" y="64751"/>
                        <a:pt x="1041806" y="49044"/>
                      </a:cubicBezTo>
                      <a:lnTo>
                        <a:pt x="1052513" y="33337"/>
                      </a:lnTo>
                      <a:cubicBezTo>
                        <a:pt x="763429" y="33337"/>
                        <a:pt x="272344" y="33337"/>
                        <a:pt x="88900" y="33337"/>
                      </a:cubicBezTo>
                      <a:close/>
                      <a:moveTo>
                        <a:pt x="16426" y="0"/>
                      </a:moveTo>
                      <a:cubicBezTo>
                        <a:pt x="27139" y="0"/>
                        <a:pt x="37852" y="0"/>
                        <a:pt x="49993" y="0"/>
                      </a:cubicBezTo>
                      <a:cubicBezTo>
                        <a:pt x="63562" y="0"/>
                        <a:pt x="77845" y="0"/>
                        <a:pt x="92843" y="0"/>
                      </a:cubicBezTo>
                      <a:cubicBezTo>
                        <a:pt x="238535" y="0"/>
                        <a:pt x="433505" y="0"/>
                        <a:pt x="614906" y="0"/>
                      </a:cubicBezTo>
                      <a:cubicBezTo>
                        <a:pt x="791307" y="0"/>
                        <a:pt x="954854" y="0"/>
                        <a:pt x="1046982" y="0"/>
                      </a:cubicBezTo>
                      <a:cubicBezTo>
                        <a:pt x="1054838" y="0"/>
                        <a:pt x="1061980" y="0"/>
                        <a:pt x="1068408" y="0"/>
                      </a:cubicBezTo>
                      <a:cubicBezTo>
                        <a:pt x="1076264" y="0"/>
                        <a:pt x="1083405" y="0"/>
                        <a:pt x="1089833" y="0"/>
                      </a:cubicBezTo>
                      <a:cubicBezTo>
                        <a:pt x="1111258" y="0"/>
                        <a:pt x="1123399" y="0"/>
                        <a:pt x="1123399" y="0"/>
                      </a:cubicBezTo>
                      <a:cubicBezTo>
                        <a:pt x="1131969" y="0"/>
                        <a:pt x="1139825" y="7145"/>
                        <a:pt x="1139825" y="16434"/>
                      </a:cubicBezTo>
                      <a:cubicBezTo>
                        <a:pt x="1139825" y="25723"/>
                        <a:pt x="1131969" y="32868"/>
                        <a:pt x="1123399" y="32868"/>
                      </a:cubicBezTo>
                      <a:cubicBezTo>
                        <a:pt x="1113401" y="32868"/>
                        <a:pt x="1102688" y="32868"/>
                        <a:pt x="1091261" y="32868"/>
                      </a:cubicBezTo>
                      <a:cubicBezTo>
                        <a:pt x="1091261" y="32868"/>
                        <a:pt x="1091261" y="32868"/>
                        <a:pt x="1080549" y="48588"/>
                      </a:cubicBezTo>
                      <a:cubicBezTo>
                        <a:pt x="1080549" y="48588"/>
                        <a:pt x="1080549" y="48588"/>
                        <a:pt x="1069122" y="64307"/>
                      </a:cubicBezTo>
                      <a:cubicBezTo>
                        <a:pt x="1069122" y="64307"/>
                        <a:pt x="1069122" y="64307"/>
                        <a:pt x="932000" y="256514"/>
                      </a:cubicBezTo>
                      <a:cubicBezTo>
                        <a:pt x="932000" y="256514"/>
                        <a:pt x="932000" y="256514"/>
                        <a:pt x="867724" y="367266"/>
                      </a:cubicBezTo>
                      <a:cubicBezTo>
                        <a:pt x="867724" y="367266"/>
                        <a:pt x="867010" y="367980"/>
                        <a:pt x="867010" y="368695"/>
                      </a:cubicBezTo>
                      <a:cubicBezTo>
                        <a:pt x="867010" y="368695"/>
                        <a:pt x="867010" y="368695"/>
                        <a:pt x="732031" y="548040"/>
                      </a:cubicBezTo>
                      <a:cubicBezTo>
                        <a:pt x="728460" y="552328"/>
                        <a:pt x="724175" y="554471"/>
                        <a:pt x="719176" y="554471"/>
                      </a:cubicBezTo>
                      <a:cubicBezTo>
                        <a:pt x="713462" y="554471"/>
                        <a:pt x="709177" y="551613"/>
                        <a:pt x="706320" y="548040"/>
                      </a:cubicBezTo>
                      <a:cubicBezTo>
                        <a:pt x="706320" y="548040"/>
                        <a:pt x="706320" y="548040"/>
                        <a:pt x="694179" y="530177"/>
                      </a:cubicBezTo>
                      <a:cubicBezTo>
                        <a:pt x="694179" y="530177"/>
                        <a:pt x="694179" y="530177"/>
                        <a:pt x="597766" y="749536"/>
                      </a:cubicBezTo>
                      <a:cubicBezTo>
                        <a:pt x="594909" y="754538"/>
                        <a:pt x="589910" y="758111"/>
                        <a:pt x="584196" y="758825"/>
                      </a:cubicBezTo>
                      <a:cubicBezTo>
                        <a:pt x="583482" y="758825"/>
                        <a:pt x="583482" y="758825"/>
                        <a:pt x="583482" y="758825"/>
                      </a:cubicBezTo>
                      <a:cubicBezTo>
                        <a:pt x="577769" y="758825"/>
                        <a:pt x="572055" y="755253"/>
                        <a:pt x="569199" y="750251"/>
                      </a:cubicBezTo>
                      <a:cubicBezTo>
                        <a:pt x="569199" y="750251"/>
                        <a:pt x="569199" y="750251"/>
                        <a:pt x="448503" y="536608"/>
                      </a:cubicBezTo>
                      <a:cubicBezTo>
                        <a:pt x="448503" y="536608"/>
                        <a:pt x="448503" y="536608"/>
                        <a:pt x="418507" y="548040"/>
                      </a:cubicBezTo>
                      <a:cubicBezTo>
                        <a:pt x="411366" y="550899"/>
                        <a:pt x="403510" y="548040"/>
                        <a:pt x="399225" y="541610"/>
                      </a:cubicBezTo>
                      <a:cubicBezTo>
                        <a:pt x="399225" y="541610"/>
                        <a:pt x="399225" y="541610"/>
                        <a:pt x="319237" y="408708"/>
                      </a:cubicBezTo>
                      <a:cubicBezTo>
                        <a:pt x="319237" y="408708"/>
                        <a:pt x="319237" y="408708"/>
                        <a:pt x="311381" y="424428"/>
                      </a:cubicBezTo>
                      <a:cubicBezTo>
                        <a:pt x="308524" y="429429"/>
                        <a:pt x="302811" y="432287"/>
                        <a:pt x="297097" y="432287"/>
                      </a:cubicBezTo>
                      <a:cubicBezTo>
                        <a:pt x="291384" y="432287"/>
                        <a:pt x="285671" y="429429"/>
                        <a:pt x="283528" y="423713"/>
                      </a:cubicBezTo>
                      <a:cubicBezTo>
                        <a:pt x="283528" y="423713"/>
                        <a:pt x="283528" y="423713"/>
                        <a:pt x="181401" y="220788"/>
                      </a:cubicBezTo>
                      <a:cubicBezTo>
                        <a:pt x="181401" y="220788"/>
                        <a:pt x="181401" y="220788"/>
                        <a:pt x="72132" y="64307"/>
                      </a:cubicBezTo>
                      <a:cubicBezTo>
                        <a:pt x="72132" y="64307"/>
                        <a:pt x="72132" y="64307"/>
                        <a:pt x="62134" y="50017"/>
                      </a:cubicBezTo>
                      <a:cubicBezTo>
                        <a:pt x="62134" y="50017"/>
                        <a:pt x="62134" y="50017"/>
                        <a:pt x="60705" y="48588"/>
                      </a:cubicBezTo>
                      <a:cubicBezTo>
                        <a:pt x="60705" y="48588"/>
                        <a:pt x="60705" y="48588"/>
                        <a:pt x="48564" y="32868"/>
                      </a:cubicBezTo>
                      <a:cubicBezTo>
                        <a:pt x="27853" y="32868"/>
                        <a:pt x="16426" y="32868"/>
                        <a:pt x="16426" y="32868"/>
                      </a:cubicBezTo>
                      <a:cubicBezTo>
                        <a:pt x="7856" y="32868"/>
                        <a:pt x="0" y="25723"/>
                        <a:pt x="0" y="16434"/>
                      </a:cubicBezTo>
                      <a:cubicBezTo>
                        <a:pt x="0" y="7145"/>
                        <a:pt x="7856" y="0"/>
                        <a:pt x="16426" y="0"/>
                      </a:cubicBezTo>
                      <a:close/>
                    </a:path>
                  </a:pathLst>
                </a:custGeom>
                <a:solidFill>
                  <a:srgbClr val="00607B"/>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sp>
        <p:nvSpPr>
          <p:cNvPr id="27" name="Foliennummernplatzhalter 26">
            <a:extLst>
              <a:ext uri="{FF2B5EF4-FFF2-40B4-BE49-F238E27FC236}">
                <a16:creationId xmlns:a16="http://schemas.microsoft.com/office/drawing/2014/main" id="{D1435968-37E7-DDCA-A640-59FECCAC4DAF}"/>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
        <p:nvSpPr>
          <p:cNvPr id="4" name="Footer Placeholder 2">
            <a:extLst>
              <a:ext uri="{FF2B5EF4-FFF2-40B4-BE49-F238E27FC236}">
                <a16:creationId xmlns:a16="http://schemas.microsoft.com/office/drawing/2014/main" id="{C88C7DED-B538-2376-7AA0-993F09DF8BFB}"/>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Restricted | © Siemens 2025 | SHERPA X | Governance Foundation | P2P SRE Direct X</a:t>
            </a:r>
          </a:p>
        </p:txBody>
      </p:sp>
      <p:pic>
        <p:nvPicPr>
          <p:cNvPr id="7" name="Picture 6">
            <a:extLst>
              <a:ext uri="{FF2B5EF4-FFF2-40B4-BE49-F238E27FC236}">
                <a16:creationId xmlns:a16="http://schemas.microsoft.com/office/drawing/2014/main" id="{CF82A8DF-D192-D657-081F-3745AC74DF18}"/>
              </a:ext>
            </a:extLst>
          </p:cNvPr>
          <p:cNvPicPr>
            <a:picLocks noChangeAspect="1"/>
          </p:cNvPicPr>
          <p:nvPr/>
        </p:nvPicPr>
        <p:blipFill>
          <a:blip r:embed="rId6"/>
          <a:stretch>
            <a:fillRect/>
          </a:stretch>
        </p:blipFill>
        <p:spPr>
          <a:xfrm>
            <a:off x="4544315" y="2100539"/>
            <a:ext cx="3103369" cy="3733337"/>
          </a:xfrm>
          <a:prstGeom prst="rect">
            <a:avLst/>
          </a:prstGeom>
          <a:ln w="15875">
            <a:solidFill>
              <a:srgbClr val="002060"/>
            </a:solidFill>
          </a:ln>
        </p:spPr>
      </p:pic>
      <p:pic>
        <p:nvPicPr>
          <p:cNvPr id="15" name="Picture 14">
            <a:extLst>
              <a:ext uri="{FF2B5EF4-FFF2-40B4-BE49-F238E27FC236}">
                <a16:creationId xmlns:a16="http://schemas.microsoft.com/office/drawing/2014/main" id="{7A015C26-095F-9B7D-34BE-76178586DE07}"/>
              </a:ext>
            </a:extLst>
          </p:cNvPr>
          <p:cNvPicPr>
            <a:picLocks noChangeAspect="1"/>
          </p:cNvPicPr>
          <p:nvPr/>
        </p:nvPicPr>
        <p:blipFill>
          <a:blip r:embed="rId7"/>
          <a:stretch>
            <a:fillRect/>
          </a:stretch>
        </p:blipFill>
        <p:spPr>
          <a:xfrm>
            <a:off x="8046761" y="2097385"/>
            <a:ext cx="3103369" cy="3728917"/>
          </a:xfrm>
          <a:prstGeom prst="rect">
            <a:avLst/>
          </a:prstGeom>
          <a:ln w="15875">
            <a:solidFill>
              <a:srgbClr val="002060"/>
            </a:solidFill>
          </a:ln>
        </p:spPr>
      </p:pic>
      <p:sp>
        <p:nvSpPr>
          <p:cNvPr id="16" name="Rectangle: Rounded Corners 15">
            <a:extLst>
              <a:ext uri="{FF2B5EF4-FFF2-40B4-BE49-F238E27FC236}">
                <a16:creationId xmlns:a16="http://schemas.microsoft.com/office/drawing/2014/main" id="{34CF09F9-1D50-947C-53B5-5E49EC3BC903}"/>
              </a:ext>
            </a:extLst>
          </p:cNvPr>
          <p:cNvSpPr/>
          <p:nvPr/>
        </p:nvSpPr>
        <p:spPr>
          <a:xfrm>
            <a:off x="4544314" y="1760595"/>
            <a:ext cx="2981197" cy="28432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l"/>
            <a:r>
              <a:rPr lang="de-DE" sz="1100" b="1" dirty="0"/>
              <a:t>PO Doc Type: YDFO – Framework PO</a:t>
            </a:r>
            <a:endParaRPr lang="en-US" sz="1100" b="1" dirty="0"/>
          </a:p>
        </p:txBody>
      </p:sp>
      <p:sp>
        <p:nvSpPr>
          <p:cNvPr id="18" name="Rectangle: Rounded Corners 17">
            <a:extLst>
              <a:ext uri="{FF2B5EF4-FFF2-40B4-BE49-F238E27FC236}">
                <a16:creationId xmlns:a16="http://schemas.microsoft.com/office/drawing/2014/main" id="{926A40CB-47D6-E67E-A63B-2D7CC7E7727D}"/>
              </a:ext>
            </a:extLst>
          </p:cNvPr>
          <p:cNvSpPr/>
          <p:nvPr/>
        </p:nvSpPr>
        <p:spPr>
          <a:xfrm>
            <a:off x="8040142" y="1759018"/>
            <a:ext cx="2981197" cy="28432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l"/>
            <a:r>
              <a:rPr lang="de-DE" sz="1100" b="1" dirty="0"/>
              <a:t>PO Doc Type: YDNB – </a:t>
            </a:r>
            <a:r>
              <a:rPr lang="en-US" sz="1100" b="1" dirty="0"/>
              <a:t>Direct</a:t>
            </a:r>
            <a:r>
              <a:rPr lang="de-DE" sz="1100" b="1" dirty="0"/>
              <a:t> PO</a:t>
            </a:r>
            <a:endParaRPr lang="en-US" sz="1100" b="1" dirty="0"/>
          </a:p>
        </p:txBody>
      </p:sp>
      <p:sp>
        <p:nvSpPr>
          <p:cNvPr id="19" name="Rectangle 3">
            <a:extLst>
              <a:ext uri="{FF2B5EF4-FFF2-40B4-BE49-F238E27FC236}">
                <a16:creationId xmlns:a16="http://schemas.microsoft.com/office/drawing/2014/main" id="{09580A31-A4F8-A70F-963F-0EC684182880}"/>
              </a:ext>
            </a:extLst>
          </p:cNvPr>
          <p:cNvSpPr/>
          <p:nvPr/>
        </p:nvSpPr>
        <p:spPr>
          <a:xfrm>
            <a:off x="410399" y="1623613"/>
            <a:ext cx="3542475" cy="1949765"/>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109728" rIns="0" bIns="0" rtlCol="0" anchor="t"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strike="noStrike" kern="1200" cap="none" spc="0" normalizeH="0" baseline="0" noProof="0" dirty="0">
                <a:ln>
                  <a:noFill/>
                </a:ln>
                <a:solidFill>
                  <a:prstClr val="white"/>
                </a:solidFill>
                <a:effectLst/>
                <a:uLnTx/>
                <a:uFillTx/>
                <a:latin typeface="Arial"/>
                <a:ea typeface="+mn-ea"/>
                <a:cs typeface="+mn-cs"/>
              </a:rPr>
              <a:t>The different </a:t>
            </a:r>
            <a:r>
              <a:rPr kumimoji="0" lang="en-US" sz="1600" b="0" i="0" strike="noStrike" kern="1200" cap="none" spc="0" normalizeH="0" baseline="0" noProof="0">
                <a:ln>
                  <a:noFill/>
                </a:ln>
                <a:solidFill>
                  <a:prstClr val="white"/>
                </a:solidFill>
                <a:effectLst/>
                <a:uLnTx/>
                <a:uFillTx/>
                <a:latin typeface="Arial"/>
                <a:ea typeface="+mn-ea"/>
                <a:cs typeface="+mn-cs"/>
              </a:rPr>
              <a:t>between the “YDFO” and “YDNB” document types are</a:t>
            </a:r>
            <a:r>
              <a:rPr kumimoji="0" lang="en-US" sz="1600" b="0" i="0" strike="noStrike" kern="1200" cap="none" spc="0" normalizeH="0" baseline="0" noProof="0" dirty="0">
                <a:ln>
                  <a:noFill/>
                </a:ln>
                <a:solidFill>
                  <a:prstClr val="white"/>
                </a:solidFill>
                <a:effectLst/>
                <a:uLnTx/>
                <a:uFillTx/>
                <a:latin typeface="Arial"/>
                <a:ea typeface="+mn-ea"/>
                <a:cs typeface="+mn-cs"/>
              </a:rPr>
              <a:t> </a:t>
            </a:r>
            <a:endParaRPr kumimoji="0" lang="en-US" sz="1600" b="0" i="0" strike="noStrike" kern="1200" cap="none" spc="0" normalizeH="0" baseline="0" noProof="0">
              <a:ln>
                <a:noFill/>
              </a:ln>
              <a:solidFill>
                <a:prstClr val="white"/>
              </a:solidFill>
              <a:effectLst/>
              <a:uLnTx/>
              <a:uFillTx/>
              <a:latin typeface="Arial"/>
              <a:ea typeface="+mn-ea"/>
              <a:cs typeface="+mn-cs"/>
            </a:endParaRPr>
          </a:p>
          <a:p>
            <a:pPr marL="577200" lvl="2" indent="-120000">
              <a:spcBef>
                <a:spcPts val="300"/>
              </a:spcBef>
              <a:spcAft>
                <a:spcPct val="0"/>
              </a:spcAft>
              <a:buClr>
                <a:srgbClr val="009999"/>
              </a:buClr>
              <a:buFont typeface="Arial" panose="020B0604020202020204" pitchFamily="34" charset="0"/>
              <a:buChar char="•"/>
              <a:defRPr/>
            </a:pPr>
            <a:r>
              <a:rPr lang="en-US" sz="1600">
                <a:solidFill>
                  <a:prstClr val="white"/>
                </a:solidFill>
                <a:latin typeface="Arial"/>
              </a:rPr>
              <a:t>T</a:t>
            </a:r>
            <a:r>
              <a:rPr kumimoji="0" lang="en-US" sz="1600" b="0" i="0" strike="noStrike" kern="1200" cap="none" spc="0" normalizeH="0" baseline="0" noProof="0">
                <a:ln>
                  <a:noFill/>
                </a:ln>
                <a:solidFill>
                  <a:prstClr val="white"/>
                </a:solidFill>
                <a:effectLst/>
                <a:uLnTx/>
                <a:uFillTx/>
                <a:latin typeface="Arial"/>
                <a:ea typeface="+mn-ea"/>
                <a:cs typeface="+mn-cs"/>
              </a:rPr>
              <a:t>he</a:t>
            </a:r>
            <a:r>
              <a:rPr kumimoji="0" lang="en-US" sz="1600" b="0" i="0" strike="noStrike" kern="1200" cap="none" spc="0" normalizeH="0" baseline="0" noProof="0" dirty="0">
                <a:ln>
                  <a:noFill/>
                </a:ln>
                <a:solidFill>
                  <a:prstClr val="white"/>
                </a:solidFill>
                <a:effectLst/>
                <a:uLnTx/>
                <a:uFillTx/>
                <a:latin typeface="Arial"/>
                <a:ea typeface="+mn-ea"/>
                <a:cs typeface="+mn-cs"/>
              </a:rPr>
              <a:t> Form Title</a:t>
            </a:r>
            <a:endParaRPr kumimoji="0" lang="en-US" sz="1600" b="0" i="0" strike="noStrike" kern="1200" cap="none" spc="0" normalizeH="0" baseline="0" noProof="0">
              <a:ln>
                <a:noFill/>
              </a:ln>
              <a:solidFill>
                <a:prstClr val="white"/>
              </a:solidFill>
              <a:effectLst/>
              <a:uLnTx/>
              <a:uFillTx/>
              <a:latin typeface="Arial"/>
              <a:ea typeface="+mn-ea"/>
              <a:cs typeface="+mn-cs"/>
            </a:endParaRPr>
          </a:p>
          <a:p>
            <a:pPr marL="577200" lvl="2" indent="-120000">
              <a:spcBef>
                <a:spcPts val="300"/>
              </a:spcBef>
              <a:spcAft>
                <a:spcPct val="0"/>
              </a:spcAft>
              <a:buClr>
                <a:srgbClr val="009999"/>
              </a:buClr>
              <a:buFont typeface="Arial" panose="020B0604020202020204" pitchFamily="34" charset="0"/>
              <a:buChar char="•"/>
              <a:defRPr/>
            </a:pPr>
            <a:r>
              <a:rPr lang="en-US" sz="1600">
                <a:solidFill>
                  <a:prstClr val="white"/>
                </a:solidFill>
                <a:latin typeface="Arial"/>
              </a:rPr>
              <a:t>Predefined Text “Order Condition”</a:t>
            </a:r>
          </a:p>
          <a:p>
            <a:pPr marL="577200" lvl="2" indent="-120000">
              <a:spcBef>
                <a:spcPts val="300"/>
              </a:spcBef>
              <a:spcAft>
                <a:spcPct val="0"/>
              </a:spcAft>
              <a:buClr>
                <a:srgbClr val="009999"/>
              </a:buClr>
              <a:buFont typeface="Arial" panose="020B0604020202020204" pitchFamily="34" charset="0"/>
              <a:buChar char="•"/>
              <a:defRPr/>
            </a:pPr>
            <a:r>
              <a:rPr lang="en-US" sz="1600">
                <a:solidFill>
                  <a:prstClr val="white"/>
                </a:solidFill>
                <a:latin typeface="Arial"/>
              </a:rPr>
              <a:t>“</a:t>
            </a:r>
            <a:r>
              <a:rPr lang="en-US" sz="1600" dirty="0">
                <a:solidFill>
                  <a:prstClr val="white"/>
                </a:solidFill>
                <a:latin typeface="Arial"/>
              </a:rPr>
              <a:t>YDFO</a:t>
            </a:r>
            <a:r>
              <a:rPr lang="en-US" sz="1600">
                <a:solidFill>
                  <a:prstClr val="white"/>
                </a:solidFill>
                <a:latin typeface="Arial"/>
              </a:rPr>
              <a:t>”</a:t>
            </a:r>
            <a:r>
              <a:rPr lang="en-US" sz="1600" dirty="0">
                <a:solidFill>
                  <a:prstClr val="white"/>
                </a:solidFill>
                <a:latin typeface="Arial"/>
              </a:rPr>
              <a:t> has a validity period on header level</a:t>
            </a:r>
            <a:endParaRPr kumimoji="0" lang="en-US" sz="1600" b="0" i="0"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90016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C28BB-FDAA-BBCD-3503-7190111C0FB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FCE417C-4A90-1A8E-3405-E5CA14A0295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6" name="think-cell data - do not delete" hidden="1">
                        <a:extLst>
                          <a:ext uri="{FF2B5EF4-FFF2-40B4-BE49-F238E27FC236}">
                            <a16:creationId xmlns:a16="http://schemas.microsoft.com/office/drawing/2014/main" id="{6FCE417C-4A90-1A8E-3405-E5CA14A0295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47C2E6-51F1-35B1-A759-E025BC2A5C4C}"/>
              </a:ext>
            </a:extLst>
          </p:cNvPr>
          <p:cNvSpPr>
            <a:spLocks noGrp="1"/>
          </p:cNvSpPr>
          <p:nvPr>
            <p:ph type="title"/>
          </p:nvPr>
        </p:nvSpPr>
        <p:spPr/>
        <p:txBody>
          <a:bodyPr vert="horz"/>
          <a:lstStyle/>
          <a:p>
            <a:r>
              <a:rPr lang="en-US"/>
              <a:t>SHERPA X Governance Foundation FY 2025</a:t>
            </a:r>
            <a:br>
              <a:rPr lang="en-US"/>
            </a:br>
            <a:r>
              <a:rPr lang="en-US" b="0"/>
              <a:t>Fit-2-Standard Workshop Agenda</a:t>
            </a:r>
          </a:p>
        </p:txBody>
      </p:sp>
      <p:sp>
        <p:nvSpPr>
          <p:cNvPr id="3" name="Footer Placeholder 2">
            <a:extLst>
              <a:ext uri="{FF2B5EF4-FFF2-40B4-BE49-F238E27FC236}">
                <a16:creationId xmlns:a16="http://schemas.microsoft.com/office/drawing/2014/main" id="{0C537293-BE01-840E-37DD-6A62B38DA827}"/>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14" name="Slide Number Placeholder 13">
            <a:extLst>
              <a:ext uri="{FF2B5EF4-FFF2-40B4-BE49-F238E27FC236}">
                <a16:creationId xmlns:a16="http://schemas.microsoft.com/office/drawing/2014/main" id="{76379254-AD47-E110-9D81-0B62F9334C13}"/>
              </a:ext>
            </a:extLst>
          </p:cNvPr>
          <p:cNvSpPr>
            <a:spLocks noGrp="1"/>
          </p:cNvSpPr>
          <p:nvPr>
            <p:ph type="sldNum" sz="quarter" idx="11"/>
          </p:nvPr>
        </p:nvSpPr>
        <p:spPr/>
        <p:txBody>
          <a:bodyPr/>
          <a:lstStyle/>
          <a:p>
            <a:r>
              <a:rPr lang="en-US"/>
              <a:t>Page </a:t>
            </a:r>
            <a:fld id="{15EBE321-CBB1-4E91-BD14-37C8D44326FB}" type="slidenum">
              <a:rPr lang="en-US" smtClean="0"/>
              <a:pPr/>
              <a:t>27</a:t>
            </a:fld>
            <a:endParaRPr lang="en-US"/>
          </a:p>
        </p:txBody>
      </p:sp>
      <p:graphicFrame>
        <p:nvGraphicFramePr>
          <p:cNvPr id="4" name="Table">
            <a:extLst>
              <a:ext uri="{FF2B5EF4-FFF2-40B4-BE49-F238E27FC236}">
                <a16:creationId xmlns:a16="http://schemas.microsoft.com/office/drawing/2014/main" id="{F261B184-A5B8-5D77-CFF9-9674E282D162}"/>
              </a:ext>
            </a:extLst>
          </p:cNvPr>
          <p:cNvGraphicFramePr>
            <a:graphicFrameLocks/>
          </p:cNvGraphicFramePr>
          <p:nvPr>
            <p:extLst>
              <p:ext uri="{D42A27DB-BD31-4B8C-83A1-F6EECF244321}">
                <p14:modId xmlns:p14="http://schemas.microsoft.com/office/powerpoint/2010/main" val="1652769777"/>
              </p:ext>
            </p:extLst>
          </p:nvPr>
        </p:nvGraphicFramePr>
        <p:xfrm>
          <a:off x="421509" y="1212102"/>
          <a:ext cx="11348982" cy="4728035"/>
        </p:xfrm>
        <a:graphic>
          <a:graphicData uri="http://schemas.openxmlformats.org/drawingml/2006/table">
            <a:tbl>
              <a:tblPr firstRow="1">
                <a:tableStyleId>{0E3FDE45-AF77-4B5C-9715-49D594BDF05E}</a:tableStyleId>
              </a:tblPr>
              <a:tblGrid>
                <a:gridCol w="4627146">
                  <a:extLst>
                    <a:ext uri="{9D8B030D-6E8A-4147-A177-3AD203B41FA5}">
                      <a16:colId xmlns:a16="http://schemas.microsoft.com/office/drawing/2014/main" val="424987503"/>
                    </a:ext>
                  </a:extLst>
                </a:gridCol>
                <a:gridCol w="5935090">
                  <a:extLst>
                    <a:ext uri="{9D8B030D-6E8A-4147-A177-3AD203B41FA5}">
                      <a16:colId xmlns:a16="http://schemas.microsoft.com/office/drawing/2014/main" val="1303975626"/>
                    </a:ext>
                  </a:extLst>
                </a:gridCol>
                <a:gridCol w="786746">
                  <a:extLst>
                    <a:ext uri="{9D8B030D-6E8A-4147-A177-3AD203B41FA5}">
                      <a16:colId xmlns:a16="http://schemas.microsoft.com/office/drawing/2014/main" val="1928288268"/>
                    </a:ext>
                  </a:extLst>
                </a:gridCol>
              </a:tblGrid>
              <a:tr h="532357">
                <a:tc>
                  <a:txBody>
                    <a:bodyPr/>
                    <a:lstStyle/>
                    <a:p>
                      <a:pPr rtl="0">
                        <a:spcBef>
                          <a:spcPct val="0"/>
                        </a:spcBef>
                        <a:buFont typeface="Wingdings" charset="0"/>
                        <a:buNone/>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spcBef>
                          <a:spcPct val="0"/>
                        </a:spcBef>
                        <a:buFont typeface="Wingdings" charset="0"/>
                        <a:buNone/>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338105"/>
                  </a:ext>
                </a:extLst>
              </a:tr>
              <a:tr h="5323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i="0" kern="1200">
                          <a:solidFill>
                            <a:schemeClr val="tx1"/>
                          </a:solidFill>
                          <a:latin typeface="+mn-lt"/>
                          <a:ea typeface="Arial Unicode MS"/>
                          <a:cs typeface="+mn-cs"/>
                        </a:rPr>
                        <a:t>1. Introduction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Purpose of this Workshop</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Scope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Sherpa X Organization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Workstream Organization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Release Plan and Increments P2R Direct X FY25</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i="0" kern="1200">
                        <a:solidFill>
                          <a:schemeClr val="tx1"/>
                        </a:solidFill>
                        <a:latin typeface="+mn-lt"/>
                        <a:ea typeface="Arial Unicode MS"/>
                        <a:cs typeface="+mn-cs"/>
                      </a:endParaRPr>
                    </a:p>
                  </a:txBody>
                  <a:tcPr marL="71963" marR="71963" marT="35981" marB="35981" anchor="ctr">
                    <a:lnT w="12700" cap="flat" cmpd="sng" algn="ctr">
                      <a:no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a:solidFill>
                            <a:schemeClr val="tx1"/>
                          </a:solidFill>
                          <a:latin typeface="+mn-lt"/>
                          <a:ea typeface="Arial Unicode MS"/>
                        </a:rPr>
                        <a:t>Marcus Fiegert</a:t>
                      </a:r>
                    </a:p>
                  </a:txBody>
                  <a:tcPr marL="71963" marR="71963" marT="35981" marB="35981" anchor="ctr">
                    <a:lnT w="1270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lnT w="12700" cap="flat" cmpd="sng" algn="ctr">
                      <a:noFill/>
                      <a:prstDash val="solid"/>
                      <a:round/>
                      <a:headEnd type="none" w="med" len="med"/>
                      <a:tailEnd type="none" w="med" len="med"/>
                    </a:lnT>
                    <a:noFill/>
                  </a:tcPr>
                </a:tc>
                <a:extLst>
                  <a:ext uri="{0D108BD9-81ED-4DB2-BD59-A6C34878D82A}">
                    <a16:rowId xmlns:a16="http://schemas.microsoft.com/office/drawing/2014/main" val="1502396548"/>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i="0">
                          <a:solidFill>
                            <a:schemeClr val="tx1"/>
                          </a:solidFill>
                          <a:latin typeface="+mn-lt"/>
                          <a:ea typeface="Arial Unicode MS"/>
                        </a:rPr>
                        <a:t>2. </a:t>
                      </a:r>
                      <a:r>
                        <a:rPr lang="en-US" sz="1400" i="0" kern="1200">
                          <a:solidFill>
                            <a:schemeClr val="tx1"/>
                          </a:solidFill>
                          <a:latin typeface="+mn-lt"/>
                          <a:ea typeface="Arial Unicode MS"/>
                          <a:cs typeface="+mn-cs"/>
                        </a:rPr>
                        <a:t>SRE Direct X Process and Solution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PR Direct Solution Overview (Fiori, BTP, SAT, VIM)</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SRE P2R Process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Create / Receive Purchase Requisition</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Create / Receive Purchase Order / Order Change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a:solidFill>
                            <a:schemeClr val="tx1"/>
                          </a:solidFill>
                          <a:latin typeface="+mn-lt"/>
                          <a:ea typeface="+mn-ea"/>
                          <a:cs typeface="+mn-cs"/>
                        </a:rPr>
                        <a:t>Share Purchase Order with Supplier</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kern="1200">
                        <a:solidFill>
                          <a:schemeClr val="tx1"/>
                        </a:solidFill>
                        <a:latin typeface="+mn-lt"/>
                        <a:ea typeface="Arial Unicode MS"/>
                        <a:cs typeface="+mn-cs"/>
                      </a:endParaRPr>
                    </a:p>
                  </a:txBody>
                  <a:tcPr marL="71963" marR="71963" marT="35981" marB="35981"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a:solidFill>
                          <a:schemeClr val="tx1"/>
                        </a:solidFill>
                        <a:latin typeface="+mn-lt"/>
                        <a:ea typeface="Arial Unicode MS"/>
                      </a:endParaRPr>
                    </a:p>
                  </a:txBody>
                  <a:tcPr marL="71963" marR="71963" marT="35981" marB="35981"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60 min</a:t>
                      </a:r>
                    </a:p>
                  </a:txBody>
                  <a:tcPr marL="71963" marR="71963" marT="35981" marB="35981" anchor="ctr">
                    <a:noFill/>
                  </a:tcPr>
                </a:tc>
                <a:extLst>
                  <a:ext uri="{0D108BD9-81ED-4DB2-BD59-A6C34878D82A}">
                    <a16:rowId xmlns:a16="http://schemas.microsoft.com/office/drawing/2014/main" val="2878702795"/>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latin typeface="+mn-lt"/>
                          <a:ea typeface="Arial Unicode MS"/>
                        </a:rPr>
                        <a:t>3. </a:t>
                      </a:r>
                      <a:r>
                        <a:rPr lang="en-US" sz="1400" i="0">
                          <a:solidFill>
                            <a:schemeClr val="tx1"/>
                          </a:solidFill>
                          <a:latin typeface="+mn-lt"/>
                          <a:ea typeface="Arial Unicode MS"/>
                        </a:rPr>
                        <a:t>Next Steps</a:t>
                      </a:r>
                      <a:endParaRPr lang="en-US" sz="1400">
                        <a:solidFill>
                          <a:schemeClr val="tx1"/>
                        </a:solidFill>
                        <a:latin typeface="+mn-lt"/>
                        <a:ea typeface="Arial Unicode MS"/>
                      </a:endParaRPr>
                    </a:p>
                  </a:txBody>
                  <a:tcPr marL="71963" marR="71963" marT="35981" marB="35981" anchor="ctr">
                    <a:solidFill>
                      <a:srgbClr val="00C1E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a:solidFill>
                          <a:schemeClr val="tx1"/>
                        </a:solidFill>
                        <a:latin typeface="+mn-lt"/>
                        <a:ea typeface="Arial Unicode MS"/>
                      </a:endParaRPr>
                    </a:p>
                  </a:txBody>
                  <a:tcPr marL="71963" marR="71963" marT="35981" marB="35981" anchor="ctr">
                    <a:solidFill>
                      <a:srgbClr val="00C1E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solidFill>
                      <a:srgbClr val="00C1E0"/>
                    </a:solidFill>
                  </a:tcPr>
                </a:tc>
                <a:extLst>
                  <a:ext uri="{0D108BD9-81ED-4DB2-BD59-A6C34878D82A}">
                    <a16:rowId xmlns:a16="http://schemas.microsoft.com/office/drawing/2014/main" val="3639043448"/>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latin typeface="+mn-lt"/>
                          <a:ea typeface="Arial Unicode MS"/>
                        </a:rPr>
                        <a:t>4. </a:t>
                      </a:r>
                      <a:r>
                        <a:rPr lang="en-US" sz="1400" i="0">
                          <a:solidFill>
                            <a:schemeClr val="tx1"/>
                          </a:solidFill>
                          <a:latin typeface="+mn-lt"/>
                          <a:ea typeface="Arial Unicode MS"/>
                        </a:rPr>
                        <a:t>Q&amp;A</a:t>
                      </a:r>
                      <a:endParaRPr lang="en-US" sz="1400">
                        <a:solidFill>
                          <a:schemeClr val="tx1"/>
                        </a:solidFill>
                        <a:latin typeface="+mn-lt"/>
                        <a:ea typeface="Arial Unicode MS"/>
                      </a:endParaRPr>
                    </a:p>
                  </a:txBody>
                  <a:tcPr marL="71963" marR="71963" marT="35981" marB="35981"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a:solidFill>
                          <a:schemeClr val="tx1"/>
                        </a:solidFill>
                        <a:latin typeface="+mn-lt"/>
                        <a:ea typeface="Arial Unicode MS"/>
                      </a:endParaRPr>
                    </a:p>
                  </a:txBody>
                  <a:tcPr marL="71963" marR="71963" marT="35981" marB="35981"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noFill/>
                  </a:tcPr>
                </a:tc>
                <a:extLst>
                  <a:ext uri="{0D108BD9-81ED-4DB2-BD59-A6C34878D82A}">
                    <a16:rowId xmlns:a16="http://schemas.microsoft.com/office/drawing/2014/main" val="2935511976"/>
                  </a:ext>
                </a:extLst>
              </a:tr>
            </a:tbl>
          </a:graphicData>
        </a:graphic>
      </p:graphicFrame>
      <p:sp>
        <p:nvSpPr>
          <p:cNvPr id="5" name="TextBox 4">
            <a:extLst>
              <a:ext uri="{FF2B5EF4-FFF2-40B4-BE49-F238E27FC236}">
                <a16:creationId xmlns:a16="http://schemas.microsoft.com/office/drawing/2014/main" id="{F8544B40-365F-9956-606C-433AC69B9712}"/>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2025-01-21</a:t>
            </a:r>
            <a:endParaRPr lang="en-DE" err="1"/>
          </a:p>
        </p:txBody>
      </p:sp>
    </p:spTree>
    <p:extLst>
      <p:ext uri="{BB962C8B-B14F-4D97-AF65-F5344CB8AC3E}">
        <p14:creationId xmlns:p14="http://schemas.microsoft.com/office/powerpoint/2010/main" val="3120312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55666-5EB3-B063-17CC-5DEBED35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CB748-CA9C-3120-6F6E-BB7F609729A3}"/>
              </a:ext>
            </a:extLst>
          </p:cNvPr>
          <p:cNvSpPr>
            <a:spLocks noGrp="1"/>
          </p:cNvSpPr>
          <p:nvPr>
            <p:ph type="title"/>
          </p:nvPr>
        </p:nvSpPr>
        <p:spPr/>
        <p:txBody>
          <a:bodyPr/>
          <a:lstStyle/>
          <a:p>
            <a:r>
              <a:rPr lang="en-US"/>
              <a:t>There is only a short time frame to collect, analyze and sign off additional requirements.</a:t>
            </a:r>
            <a:endParaRPr lang="en-DE"/>
          </a:p>
        </p:txBody>
      </p:sp>
      <p:sp>
        <p:nvSpPr>
          <p:cNvPr id="3" name="Footer Placeholder 2">
            <a:extLst>
              <a:ext uri="{FF2B5EF4-FFF2-40B4-BE49-F238E27FC236}">
                <a16:creationId xmlns:a16="http://schemas.microsoft.com/office/drawing/2014/main" id="{96C5598B-1719-65A9-FC30-8AEC42056DB1}"/>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4" name="Slide Number Placeholder 3">
            <a:extLst>
              <a:ext uri="{FF2B5EF4-FFF2-40B4-BE49-F238E27FC236}">
                <a16:creationId xmlns:a16="http://schemas.microsoft.com/office/drawing/2014/main" id="{4F11DBDB-F3C5-3CF5-CCFB-069CC339F81F}"/>
              </a:ext>
            </a:extLst>
          </p:cNvPr>
          <p:cNvSpPr>
            <a:spLocks noGrp="1"/>
          </p:cNvSpPr>
          <p:nvPr>
            <p:ph type="sldNum" sz="quarter" idx="11"/>
          </p:nvPr>
        </p:nvSpPr>
        <p:spPr/>
        <p:txBody>
          <a:bodyPr/>
          <a:lstStyle/>
          <a:p>
            <a:r>
              <a:rPr lang="en-US"/>
              <a:t>Page </a:t>
            </a:r>
            <a:fld id="{15EBE321-CBB1-4E91-BD14-37C8D44326FB}" type="slidenum">
              <a:rPr lang="en-US" smtClean="0"/>
              <a:pPr/>
              <a:t>28</a:t>
            </a:fld>
            <a:endParaRPr lang="en-US"/>
          </a:p>
        </p:txBody>
      </p:sp>
      <p:sp>
        <p:nvSpPr>
          <p:cNvPr id="6" name="Rectangle 5">
            <a:extLst>
              <a:ext uri="{FF2B5EF4-FFF2-40B4-BE49-F238E27FC236}">
                <a16:creationId xmlns:a16="http://schemas.microsoft.com/office/drawing/2014/main" id="{EE61ACC2-BE67-9E16-6D94-E659EE114B26}"/>
              </a:ext>
            </a:extLst>
          </p:cNvPr>
          <p:cNvSpPr/>
          <p:nvPr/>
        </p:nvSpPr>
        <p:spPr>
          <a:xfrm>
            <a:off x="328474" y="1713390"/>
            <a:ext cx="11452194" cy="42257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spcAft>
                <a:spcPts val="600"/>
              </a:spcAft>
            </a:pPr>
            <a:r>
              <a:rPr lang="en-US"/>
              <a:t>Requirements Collection after this call (Fit/Gap):</a:t>
            </a:r>
          </a:p>
          <a:p>
            <a:pPr marL="285750" indent="-285750" algn="l">
              <a:buFont typeface="Arial" panose="020B0604020202020204" pitchFamily="34" charset="0"/>
              <a:buChar char="•"/>
            </a:pPr>
            <a:r>
              <a:rPr lang="en-US"/>
              <a:t>There is a window of 1 week to receive feedback and requirements from you.</a:t>
            </a:r>
          </a:p>
          <a:p>
            <a:pPr marL="285750" indent="-285750" algn="l">
              <a:buFont typeface="Arial" panose="020B0604020202020204" pitchFamily="34" charset="0"/>
              <a:buChar char="•"/>
            </a:pPr>
            <a:r>
              <a:rPr lang="en-US">
                <a:solidFill>
                  <a:schemeClr val="accent3"/>
                </a:solidFill>
              </a:rPr>
              <a:t>Please use the MS Teams Fit2Standard Meeting Q&amp;A during the call.</a:t>
            </a:r>
          </a:p>
          <a:p>
            <a:pPr marL="285750" indent="-285750" algn="l">
              <a:buFont typeface="Arial" panose="020B0604020202020204" pitchFamily="34" charset="0"/>
              <a:buChar char="•"/>
            </a:pPr>
            <a:r>
              <a:rPr lang="en-US">
                <a:solidFill>
                  <a:schemeClr val="accent3"/>
                </a:solidFill>
              </a:rPr>
              <a:t>After this call please use the </a:t>
            </a:r>
            <a:r>
              <a:rPr lang="en-US" err="1">
                <a:solidFill>
                  <a:schemeClr val="accent3"/>
                </a:solidFill>
                <a:highlight>
                  <a:srgbClr val="BA11C5"/>
                </a:highlight>
              </a:rPr>
              <a:t>xxxxxx</a:t>
            </a:r>
            <a:r>
              <a:rPr lang="en-US">
                <a:solidFill>
                  <a:schemeClr val="accent3"/>
                </a:solidFill>
                <a:highlight>
                  <a:srgbClr val="BA11C5"/>
                </a:highlight>
              </a:rPr>
              <a:t> list </a:t>
            </a:r>
            <a:r>
              <a:rPr lang="en-US">
                <a:solidFill>
                  <a:schemeClr val="accent3"/>
                </a:solidFill>
              </a:rPr>
              <a:t>to record your questions and requirements. Due date is February 14, 2025 (</a:t>
            </a:r>
            <a:r>
              <a:rPr lang="en-US" err="1">
                <a:solidFill>
                  <a:schemeClr val="accent3"/>
                </a:solidFill>
              </a:rPr>
              <a:t>eob</a:t>
            </a:r>
            <a:r>
              <a:rPr lang="en-US">
                <a:solidFill>
                  <a:schemeClr val="accent3"/>
                </a:solidFill>
              </a:rPr>
              <a:t>).</a:t>
            </a:r>
          </a:p>
          <a:p>
            <a:pPr marL="285750" indent="-285750" algn="l">
              <a:buFont typeface="Arial" panose="020B0604020202020204" pitchFamily="34" charset="0"/>
              <a:buChar char="•"/>
            </a:pPr>
            <a:r>
              <a:rPr lang="en-US"/>
              <a:t>Due to the short time frame, we can only focus on most critical requirements.</a:t>
            </a:r>
          </a:p>
          <a:p>
            <a:pPr marL="285750" indent="-285750" algn="l">
              <a:buFont typeface="Arial" panose="020B0604020202020204" pitchFamily="34" charset="0"/>
              <a:buChar char="•"/>
            </a:pPr>
            <a:r>
              <a:rPr lang="en-US"/>
              <a:t>To provide answers to the questions we plan a second call in CW 08.</a:t>
            </a:r>
          </a:p>
          <a:p>
            <a:pPr marL="285750" indent="-285750" algn="l">
              <a:buFont typeface="Arial" panose="020B0604020202020204" pitchFamily="34" charset="0"/>
              <a:buChar char="•"/>
            </a:pPr>
            <a:r>
              <a:rPr lang="en-US"/>
              <a:t>The requirements will be assigned to “Gaps” and “Fits” based on following criteria.</a:t>
            </a:r>
          </a:p>
          <a:p>
            <a:pPr marL="285750" indent="-285750" algn="l">
              <a:buFont typeface="Arial" panose="020B0604020202020204" pitchFamily="34" charset="0"/>
              <a:buChar char="•"/>
            </a:pPr>
            <a:endParaRPr lang="en-US"/>
          </a:p>
          <a:p>
            <a:pPr marL="285750" indent="-285750" algn="l">
              <a:buFont typeface="Arial" panose="020B0604020202020204" pitchFamily="34" charset="0"/>
              <a:buChar char="•"/>
            </a:pPr>
            <a:endParaRPr lang="en-US"/>
          </a:p>
          <a:p>
            <a:pPr marL="285750" indent="-285750" algn="l">
              <a:buFont typeface="Arial" panose="020B0604020202020204" pitchFamily="34" charset="0"/>
              <a:buChar char="•"/>
            </a:pPr>
            <a:endParaRPr lang="en-US"/>
          </a:p>
          <a:p>
            <a:pPr marL="285750" indent="-285750" algn="l">
              <a:buFont typeface="Arial" panose="020B0604020202020204" pitchFamily="34" charset="0"/>
              <a:buChar char="•"/>
            </a:pPr>
            <a:endParaRPr lang="en-US"/>
          </a:p>
          <a:p>
            <a:pPr marL="285750" indent="-285750" algn="l">
              <a:buFont typeface="Arial" panose="020B0604020202020204" pitchFamily="34" charset="0"/>
              <a:buChar char="•"/>
            </a:pPr>
            <a:endParaRPr lang="en-US"/>
          </a:p>
          <a:p>
            <a:pPr marL="285750" indent="-285750" algn="l">
              <a:buFont typeface="Arial" panose="020B0604020202020204" pitchFamily="34" charset="0"/>
              <a:buChar char="•"/>
            </a:pPr>
            <a:endParaRPr lang="en-US"/>
          </a:p>
          <a:p>
            <a:pPr algn="l"/>
            <a:endParaRPr lang="en-US"/>
          </a:p>
          <a:p>
            <a:pPr marL="285750" indent="-285750" algn="l">
              <a:buFont typeface="Arial" panose="020B0604020202020204" pitchFamily="34" charset="0"/>
              <a:buChar char="•"/>
            </a:pPr>
            <a:r>
              <a:rPr lang="en-US"/>
              <a:t>Finally, the requirements are uploaded to </a:t>
            </a:r>
            <a:r>
              <a:rPr lang="en-US" err="1"/>
              <a:t>Polarion</a:t>
            </a:r>
            <a:r>
              <a:rPr lang="en-US"/>
              <a:t> and scheduled for implementation. </a:t>
            </a:r>
            <a:endParaRPr lang="en-DE"/>
          </a:p>
        </p:txBody>
      </p:sp>
      <p:graphicFrame>
        <p:nvGraphicFramePr>
          <p:cNvPr id="5" name="Table 4">
            <a:extLst>
              <a:ext uri="{FF2B5EF4-FFF2-40B4-BE49-F238E27FC236}">
                <a16:creationId xmlns:a16="http://schemas.microsoft.com/office/drawing/2014/main" id="{5A3B64BB-5266-01B6-32A2-13F24A2A4658}"/>
              </a:ext>
            </a:extLst>
          </p:cNvPr>
          <p:cNvGraphicFramePr>
            <a:graphicFrameLocks noGrp="1"/>
          </p:cNvGraphicFramePr>
          <p:nvPr>
            <p:extLst>
              <p:ext uri="{D42A27DB-BD31-4B8C-83A1-F6EECF244321}">
                <p14:modId xmlns:p14="http://schemas.microsoft.com/office/powerpoint/2010/main" val="2964847438"/>
              </p:ext>
            </p:extLst>
          </p:nvPr>
        </p:nvGraphicFramePr>
        <p:xfrm>
          <a:off x="2384834" y="4229257"/>
          <a:ext cx="7422331" cy="1640160"/>
        </p:xfrm>
        <a:graphic>
          <a:graphicData uri="http://schemas.openxmlformats.org/drawingml/2006/table">
            <a:tbl>
              <a:tblPr firstRow="1" bandRow="1">
                <a:tableStyleId>{F2DE63D5-997A-4646-A377-4702673A728D}</a:tableStyleId>
              </a:tblPr>
              <a:tblGrid>
                <a:gridCol w="2659907">
                  <a:extLst>
                    <a:ext uri="{9D8B030D-6E8A-4147-A177-3AD203B41FA5}">
                      <a16:colId xmlns:a16="http://schemas.microsoft.com/office/drawing/2014/main" val="126240918"/>
                    </a:ext>
                  </a:extLst>
                </a:gridCol>
                <a:gridCol w="4762424">
                  <a:extLst>
                    <a:ext uri="{9D8B030D-6E8A-4147-A177-3AD203B41FA5}">
                      <a16:colId xmlns:a16="http://schemas.microsoft.com/office/drawing/2014/main" val="594417052"/>
                    </a:ext>
                  </a:extLst>
                </a:gridCol>
              </a:tblGrid>
              <a:tr h="182445">
                <a:tc>
                  <a:txBody>
                    <a:bodyPr/>
                    <a:lstStyle/>
                    <a:p>
                      <a:r>
                        <a:rPr lang="en-US" sz="1200">
                          <a:solidFill>
                            <a:srgbClr val="000028"/>
                          </a:solidFill>
                        </a:rPr>
                        <a:t>Fit / Gap Classification</a:t>
                      </a:r>
                      <a:endParaRPr lang="en-DE" sz="1200">
                        <a:solidFill>
                          <a:srgbClr val="000028"/>
                        </a:solidFill>
                      </a:endParaRPr>
                    </a:p>
                  </a:txBody>
                  <a:tcPr marL="36000" marR="36000" marT="36000" marB="36000"/>
                </a:tc>
                <a:tc>
                  <a:txBody>
                    <a:bodyPr/>
                    <a:lstStyle/>
                    <a:p>
                      <a:r>
                        <a:rPr lang="en-US" sz="1200">
                          <a:solidFill>
                            <a:srgbClr val="000028"/>
                          </a:solidFill>
                        </a:rPr>
                        <a:t>Definition</a:t>
                      </a:r>
                      <a:endParaRPr lang="en-DE" sz="1200">
                        <a:solidFill>
                          <a:srgbClr val="000028"/>
                        </a:solidFill>
                      </a:endParaRPr>
                    </a:p>
                  </a:txBody>
                  <a:tcPr marL="36000" marR="36000" marT="36000" marB="36000"/>
                </a:tc>
                <a:extLst>
                  <a:ext uri="{0D108BD9-81ED-4DB2-BD59-A6C34878D82A}">
                    <a16:rowId xmlns:a16="http://schemas.microsoft.com/office/drawing/2014/main" val="1282394950"/>
                  </a:ext>
                </a:extLst>
              </a:tr>
              <a:tr h="154496">
                <a:tc>
                  <a:txBody>
                    <a:bodyPr/>
                    <a:lstStyle/>
                    <a:p>
                      <a:pPr marL="0" algn="l" defTabSz="914400" rtl="0" eaLnBrk="1" fontAlgn="t" latinLnBrk="0" hangingPunct="1"/>
                      <a:r>
                        <a:rPr lang="en-US" sz="1200" b="1" kern="1200">
                          <a:solidFill>
                            <a:schemeClr val="tx1"/>
                          </a:solidFill>
                        </a:rPr>
                        <a:t>FIT</a:t>
                      </a:r>
                      <a:endParaRPr lang="en-US" sz="1200" b="1" kern="1200">
                        <a:solidFill>
                          <a:schemeClr val="tx1"/>
                        </a:solidFill>
                        <a:latin typeface="+mn-lt"/>
                        <a:ea typeface="+mn-ea"/>
                        <a:cs typeface="+mn-cs"/>
                      </a:endParaRPr>
                    </a:p>
                  </a:txBody>
                  <a:tcPr marL="36000" marR="36000" marT="36000" marB="36000"/>
                </a:tc>
                <a:tc>
                  <a:txBody>
                    <a:bodyPr/>
                    <a:lstStyle/>
                    <a:p>
                      <a:pPr marL="0" algn="l" defTabSz="914400" rtl="0" eaLnBrk="1" fontAlgn="t" latinLnBrk="0" hangingPunct="1"/>
                      <a:r>
                        <a:rPr lang="en-US" sz="1200" b="1" kern="1200">
                          <a:solidFill>
                            <a:schemeClr val="tx1"/>
                          </a:solidFill>
                        </a:rPr>
                        <a:t>Fit to SHERPA X Standard</a:t>
                      </a:r>
                      <a:endParaRPr lang="en-US" sz="1200" b="1" kern="1200">
                        <a:solidFill>
                          <a:schemeClr val="tx1"/>
                        </a:solidFill>
                        <a:latin typeface="+mn-lt"/>
                        <a:ea typeface="+mn-ea"/>
                        <a:cs typeface="+mn-cs"/>
                      </a:endParaRPr>
                    </a:p>
                  </a:txBody>
                  <a:tcPr marL="36000" marR="36000" marT="36000" marB="36000"/>
                </a:tc>
                <a:extLst>
                  <a:ext uri="{0D108BD9-81ED-4DB2-BD59-A6C34878D82A}">
                    <a16:rowId xmlns:a16="http://schemas.microsoft.com/office/drawing/2014/main" val="3252284982"/>
                  </a:ext>
                </a:extLst>
              </a:tr>
              <a:tr h="370840">
                <a:tc>
                  <a:txBody>
                    <a:bodyPr/>
                    <a:lstStyle/>
                    <a:p>
                      <a:pPr marL="0" algn="l" defTabSz="914400" rtl="0" eaLnBrk="1" fontAlgn="t" latinLnBrk="0" hangingPunct="1"/>
                      <a:r>
                        <a:rPr lang="en-US" sz="1200" b="1" kern="1200">
                          <a:solidFill>
                            <a:schemeClr val="tx1"/>
                          </a:solidFill>
                        </a:rPr>
                        <a:t>FIT Customizing</a:t>
                      </a:r>
                      <a:endParaRPr lang="en-US" sz="1200" b="1" kern="1200">
                        <a:solidFill>
                          <a:schemeClr val="tx1"/>
                        </a:solidFill>
                        <a:latin typeface="+mn-lt"/>
                        <a:ea typeface="+mn-ea"/>
                        <a:cs typeface="+mn-cs"/>
                      </a:endParaRPr>
                    </a:p>
                  </a:txBody>
                  <a:tcPr marL="36000" marR="36000" marT="36000" marB="36000"/>
                </a:tc>
                <a:tc>
                  <a:txBody>
                    <a:bodyPr/>
                    <a:lstStyle/>
                    <a:p>
                      <a:pPr marL="0" algn="l" defTabSz="914400" rtl="0" eaLnBrk="1" fontAlgn="t" latinLnBrk="0" hangingPunct="1"/>
                      <a:r>
                        <a:rPr lang="en-US" sz="1200" b="1" kern="1200">
                          <a:solidFill>
                            <a:schemeClr val="tx1"/>
                          </a:solidFill>
                        </a:rPr>
                        <a:t>Fit to existing SHERPA X standard, but minor customizing effort to set up basic settings for a new company code.</a:t>
                      </a:r>
                      <a:endParaRPr lang="en-US" sz="1200" b="1" kern="1200">
                        <a:solidFill>
                          <a:schemeClr val="tx1"/>
                        </a:solidFill>
                        <a:latin typeface="+mn-lt"/>
                        <a:ea typeface="+mn-ea"/>
                        <a:cs typeface="+mn-cs"/>
                      </a:endParaRPr>
                    </a:p>
                  </a:txBody>
                  <a:tcPr marL="36000" marR="36000" marT="36000" marB="36000"/>
                </a:tc>
                <a:extLst>
                  <a:ext uri="{0D108BD9-81ED-4DB2-BD59-A6C34878D82A}">
                    <a16:rowId xmlns:a16="http://schemas.microsoft.com/office/drawing/2014/main" val="2813722340"/>
                  </a:ext>
                </a:extLst>
              </a:tr>
              <a:tr h="169348">
                <a:tc>
                  <a:txBody>
                    <a:bodyPr/>
                    <a:lstStyle/>
                    <a:p>
                      <a:pPr marL="0" algn="l" defTabSz="914400" rtl="0" eaLnBrk="1" fontAlgn="t" latinLnBrk="0" hangingPunct="1"/>
                      <a:r>
                        <a:rPr lang="en-US" sz="1200" b="1" kern="1200">
                          <a:solidFill>
                            <a:schemeClr val="tx1"/>
                          </a:solidFill>
                        </a:rPr>
                        <a:t>GAP Customizing</a:t>
                      </a:r>
                      <a:endParaRPr lang="en-US" sz="1200" b="1" kern="1200">
                        <a:solidFill>
                          <a:schemeClr val="tx1"/>
                        </a:solidFill>
                        <a:latin typeface="+mn-lt"/>
                        <a:ea typeface="+mn-ea"/>
                        <a:cs typeface="+mn-cs"/>
                      </a:endParaRPr>
                    </a:p>
                  </a:txBody>
                  <a:tcPr marL="36000" marR="36000" marT="36000" marB="36000"/>
                </a:tc>
                <a:tc>
                  <a:txBody>
                    <a:bodyPr/>
                    <a:lstStyle/>
                    <a:p>
                      <a:pPr marL="0" algn="l" defTabSz="914400" rtl="0" eaLnBrk="1" fontAlgn="t" latinLnBrk="0" hangingPunct="1"/>
                      <a:r>
                        <a:rPr lang="en-US" sz="1200" b="1" kern="1200">
                          <a:solidFill>
                            <a:schemeClr val="tx1"/>
                          </a:solidFill>
                        </a:rPr>
                        <a:t>Customizing needed to fulfill requirement.</a:t>
                      </a:r>
                      <a:endParaRPr lang="en-US" sz="1200" b="1" kern="1200">
                        <a:solidFill>
                          <a:schemeClr val="tx1"/>
                        </a:solidFill>
                        <a:latin typeface="+mn-lt"/>
                        <a:ea typeface="+mn-ea"/>
                        <a:cs typeface="+mn-cs"/>
                      </a:endParaRPr>
                    </a:p>
                  </a:txBody>
                  <a:tcPr marL="36000" marR="36000" marT="36000" marB="36000"/>
                </a:tc>
                <a:extLst>
                  <a:ext uri="{0D108BD9-81ED-4DB2-BD59-A6C34878D82A}">
                    <a16:rowId xmlns:a16="http://schemas.microsoft.com/office/drawing/2014/main" val="1239024692"/>
                  </a:ext>
                </a:extLst>
              </a:tr>
              <a:tr h="370840">
                <a:tc>
                  <a:txBody>
                    <a:bodyPr/>
                    <a:lstStyle/>
                    <a:p>
                      <a:pPr marL="0" algn="l" defTabSz="914400" rtl="0" eaLnBrk="1" fontAlgn="t" latinLnBrk="0" hangingPunct="1"/>
                      <a:r>
                        <a:rPr lang="en-US" sz="1200" b="1" kern="1200">
                          <a:solidFill>
                            <a:schemeClr val="tx1"/>
                          </a:solidFill>
                        </a:rPr>
                        <a:t>GAP</a:t>
                      </a:r>
                      <a:endParaRPr lang="en-US" sz="1200" b="1" kern="1200">
                        <a:solidFill>
                          <a:schemeClr val="tx1"/>
                        </a:solidFill>
                        <a:latin typeface="+mn-lt"/>
                        <a:ea typeface="+mn-ea"/>
                        <a:cs typeface="+mn-cs"/>
                      </a:endParaRPr>
                    </a:p>
                  </a:txBody>
                  <a:tcPr marL="36000" marR="36000" marT="36000" marB="36000"/>
                </a:tc>
                <a:tc>
                  <a:txBody>
                    <a:bodyPr/>
                    <a:lstStyle/>
                    <a:p>
                      <a:pPr marL="0" algn="l" defTabSz="914400" rtl="0" eaLnBrk="1" fontAlgn="t" latinLnBrk="0" hangingPunct="1"/>
                      <a:r>
                        <a:rPr lang="en-US" sz="1200" b="1" kern="1200">
                          <a:solidFill>
                            <a:schemeClr val="tx1"/>
                          </a:solidFill>
                        </a:rPr>
                        <a:t>Development needed to fulfill new requirement. Approved Decision request from GF Transformation Management required.</a:t>
                      </a:r>
                      <a:endParaRPr lang="en-US" sz="1200" b="1" kern="1200">
                        <a:solidFill>
                          <a:schemeClr val="tx1"/>
                        </a:solidFill>
                        <a:latin typeface="+mn-lt"/>
                        <a:ea typeface="+mn-ea"/>
                        <a:cs typeface="+mn-cs"/>
                      </a:endParaRPr>
                    </a:p>
                  </a:txBody>
                  <a:tcPr marL="36000" marR="36000" marT="36000" marB="36000"/>
                </a:tc>
                <a:extLst>
                  <a:ext uri="{0D108BD9-81ED-4DB2-BD59-A6C34878D82A}">
                    <a16:rowId xmlns:a16="http://schemas.microsoft.com/office/drawing/2014/main" val="2027193668"/>
                  </a:ext>
                </a:extLst>
              </a:tr>
            </a:tbl>
          </a:graphicData>
        </a:graphic>
      </p:graphicFrame>
      <p:sp>
        <p:nvSpPr>
          <p:cNvPr id="7" name="TextBox 6">
            <a:extLst>
              <a:ext uri="{FF2B5EF4-FFF2-40B4-BE49-F238E27FC236}">
                <a16:creationId xmlns:a16="http://schemas.microsoft.com/office/drawing/2014/main" id="{5EE0B0DC-68B2-6FFA-71EC-1EE9E4114141}"/>
              </a:ext>
            </a:extLst>
          </p:cNvPr>
          <p:cNvSpPr txBox="1"/>
          <p:nvPr/>
        </p:nvSpPr>
        <p:spPr>
          <a:xfrm rot="603247">
            <a:off x="7094627" y="1389070"/>
            <a:ext cx="4612417" cy="276999"/>
          </a:xfrm>
          <a:prstGeom prst="rect">
            <a:avLst/>
          </a:prstGeom>
          <a:solidFill>
            <a:srgbClr val="FF9000"/>
          </a:solidFill>
        </p:spPr>
        <p:txBody>
          <a:bodyPr wrap="none" lIns="0" tIns="0" rIns="0" bIns="0" rtlCol="0">
            <a:spAutoFit/>
          </a:bodyPr>
          <a:lstStyle/>
          <a:p>
            <a:pPr algn="l"/>
            <a:r>
              <a:rPr lang="en-US"/>
              <a:t>To be UPDATED by Marcus (link to template)</a:t>
            </a:r>
            <a:endParaRPr lang="en-DE"/>
          </a:p>
        </p:txBody>
      </p:sp>
    </p:spTree>
    <p:extLst>
      <p:ext uri="{BB962C8B-B14F-4D97-AF65-F5344CB8AC3E}">
        <p14:creationId xmlns:p14="http://schemas.microsoft.com/office/powerpoint/2010/main" val="3617990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128C8-585C-E4F2-BE1D-6407BE9A117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144F920-BB28-D6B7-371D-D42C785205D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6" name="think-cell data - do not delete" hidden="1">
                        <a:extLst>
                          <a:ext uri="{FF2B5EF4-FFF2-40B4-BE49-F238E27FC236}">
                            <a16:creationId xmlns:a16="http://schemas.microsoft.com/office/drawing/2014/main" id="{6144F920-BB28-D6B7-371D-D42C785205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DE7253B-2A69-31CD-A800-27C10EA20E4F}"/>
              </a:ext>
            </a:extLst>
          </p:cNvPr>
          <p:cNvSpPr>
            <a:spLocks noGrp="1"/>
          </p:cNvSpPr>
          <p:nvPr>
            <p:ph type="title"/>
          </p:nvPr>
        </p:nvSpPr>
        <p:spPr/>
        <p:txBody>
          <a:bodyPr vert="horz"/>
          <a:lstStyle/>
          <a:p>
            <a:r>
              <a:rPr lang="en-US"/>
              <a:t>SHERPA X Governance Foundation FY 2025</a:t>
            </a:r>
            <a:br>
              <a:rPr lang="en-US"/>
            </a:br>
            <a:r>
              <a:rPr lang="en-US" b="0"/>
              <a:t>Fit-2-Standard Workshop Agenda</a:t>
            </a:r>
          </a:p>
        </p:txBody>
      </p:sp>
      <p:sp>
        <p:nvSpPr>
          <p:cNvPr id="3" name="Footer Placeholder 2">
            <a:extLst>
              <a:ext uri="{FF2B5EF4-FFF2-40B4-BE49-F238E27FC236}">
                <a16:creationId xmlns:a16="http://schemas.microsoft.com/office/drawing/2014/main" id="{24D2B6FB-F6B4-C041-6A16-A9E33F3B8284}"/>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14" name="Slide Number Placeholder 13">
            <a:extLst>
              <a:ext uri="{FF2B5EF4-FFF2-40B4-BE49-F238E27FC236}">
                <a16:creationId xmlns:a16="http://schemas.microsoft.com/office/drawing/2014/main" id="{2CB24E23-D5A4-2FBA-9E4C-B7AD7594E5DA}"/>
              </a:ext>
            </a:extLst>
          </p:cNvPr>
          <p:cNvSpPr>
            <a:spLocks noGrp="1"/>
          </p:cNvSpPr>
          <p:nvPr>
            <p:ph type="sldNum" sz="quarter" idx="11"/>
          </p:nvPr>
        </p:nvSpPr>
        <p:spPr/>
        <p:txBody>
          <a:bodyPr/>
          <a:lstStyle/>
          <a:p>
            <a:r>
              <a:rPr lang="en-US"/>
              <a:t>Page </a:t>
            </a:r>
            <a:fld id="{15EBE321-CBB1-4E91-BD14-37C8D44326FB}" type="slidenum">
              <a:rPr lang="en-US" smtClean="0"/>
              <a:pPr/>
              <a:t>29</a:t>
            </a:fld>
            <a:endParaRPr lang="en-US"/>
          </a:p>
        </p:txBody>
      </p:sp>
      <p:graphicFrame>
        <p:nvGraphicFramePr>
          <p:cNvPr id="4" name="Table">
            <a:extLst>
              <a:ext uri="{FF2B5EF4-FFF2-40B4-BE49-F238E27FC236}">
                <a16:creationId xmlns:a16="http://schemas.microsoft.com/office/drawing/2014/main" id="{B623F930-39D8-DFB0-2FB3-1D27A50CB9F5}"/>
              </a:ext>
            </a:extLst>
          </p:cNvPr>
          <p:cNvGraphicFramePr>
            <a:graphicFrameLocks/>
          </p:cNvGraphicFramePr>
          <p:nvPr>
            <p:extLst>
              <p:ext uri="{D42A27DB-BD31-4B8C-83A1-F6EECF244321}">
                <p14:modId xmlns:p14="http://schemas.microsoft.com/office/powerpoint/2010/main" val="894229749"/>
              </p:ext>
            </p:extLst>
          </p:nvPr>
        </p:nvGraphicFramePr>
        <p:xfrm>
          <a:off x="421509" y="1212102"/>
          <a:ext cx="11348982" cy="4728035"/>
        </p:xfrm>
        <a:graphic>
          <a:graphicData uri="http://schemas.openxmlformats.org/drawingml/2006/table">
            <a:tbl>
              <a:tblPr firstRow="1">
                <a:tableStyleId>{0E3FDE45-AF77-4B5C-9715-49D594BDF05E}</a:tableStyleId>
              </a:tblPr>
              <a:tblGrid>
                <a:gridCol w="4627146">
                  <a:extLst>
                    <a:ext uri="{9D8B030D-6E8A-4147-A177-3AD203B41FA5}">
                      <a16:colId xmlns:a16="http://schemas.microsoft.com/office/drawing/2014/main" val="424987503"/>
                    </a:ext>
                  </a:extLst>
                </a:gridCol>
                <a:gridCol w="5935090">
                  <a:extLst>
                    <a:ext uri="{9D8B030D-6E8A-4147-A177-3AD203B41FA5}">
                      <a16:colId xmlns:a16="http://schemas.microsoft.com/office/drawing/2014/main" val="1303975626"/>
                    </a:ext>
                  </a:extLst>
                </a:gridCol>
                <a:gridCol w="786746">
                  <a:extLst>
                    <a:ext uri="{9D8B030D-6E8A-4147-A177-3AD203B41FA5}">
                      <a16:colId xmlns:a16="http://schemas.microsoft.com/office/drawing/2014/main" val="1928288268"/>
                    </a:ext>
                  </a:extLst>
                </a:gridCol>
              </a:tblGrid>
              <a:tr h="532357">
                <a:tc>
                  <a:txBody>
                    <a:bodyPr/>
                    <a:lstStyle/>
                    <a:p>
                      <a:pPr rtl="0">
                        <a:spcBef>
                          <a:spcPct val="0"/>
                        </a:spcBef>
                        <a:buFont typeface="Wingdings" charset="0"/>
                        <a:buNone/>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spcBef>
                          <a:spcPct val="0"/>
                        </a:spcBef>
                        <a:buFont typeface="Wingdings" charset="0"/>
                        <a:buNone/>
                      </a:pPr>
                      <a:endParaRPr lang="en-US" sz="1400" b="1" noProof="0">
                        <a:solidFill>
                          <a:schemeClr val="accent2"/>
                        </a:solidFill>
                        <a:latin typeface="Arial" panose="020B0604020202020204" pitchFamily="34" charset="0"/>
                        <a:ea typeface="Arial Unicode MS"/>
                        <a:cs typeface="Arial" panose="020B0604020202020204" pitchFamily="34" charset="0"/>
                      </a:endParaRPr>
                    </a:p>
                  </a:txBody>
                  <a:tcPr marL="71963" marR="71963" marT="35981" marB="35981"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338105"/>
                  </a:ext>
                </a:extLst>
              </a:tr>
              <a:tr h="5323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i="0" kern="1200">
                          <a:solidFill>
                            <a:schemeClr val="tx1"/>
                          </a:solidFill>
                          <a:latin typeface="+mn-lt"/>
                          <a:ea typeface="Arial Unicode MS"/>
                          <a:cs typeface="+mn-cs"/>
                        </a:rPr>
                        <a:t>1. Introduction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Purpose of this Workshop</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Scope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Sherpa X Organization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Workstream Organization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kern="1200">
                          <a:solidFill>
                            <a:schemeClr val="tx1"/>
                          </a:solidFill>
                          <a:latin typeface="+mn-lt"/>
                          <a:ea typeface="Arial Unicode MS"/>
                          <a:cs typeface="+mn-cs"/>
                        </a:rPr>
                        <a:t>Release Plan and Increments P2R Direct X FY25</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i="0" kern="1200">
                        <a:solidFill>
                          <a:schemeClr val="tx1"/>
                        </a:solidFill>
                        <a:latin typeface="+mn-lt"/>
                        <a:ea typeface="Arial Unicode MS"/>
                        <a:cs typeface="+mn-cs"/>
                      </a:endParaRPr>
                    </a:p>
                  </a:txBody>
                  <a:tcPr marL="71963" marR="71963" marT="35981" marB="35981" anchor="ctr">
                    <a:lnT w="12700" cap="flat" cmpd="sng" algn="ctr">
                      <a:no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a:solidFill>
                            <a:schemeClr val="tx1"/>
                          </a:solidFill>
                          <a:latin typeface="+mn-lt"/>
                          <a:ea typeface="Arial Unicode MS"/>
                        </a:rPr>
                        <a:t>Marcus Fiegert</a:t>
                      </a:r>
                    </a:p>
                  </a:txBody>
                  <a:tcPr marL="71963" marR="71963" marT="35981" marB="35981" anchor="ctr">
                    <a:lnT w="12700" cap="flat" cmpd="sng" algn="ctr">
                      <a:no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lnT w="12700" cap="flat" cmpd="sng" algn="ctr">
                      <a:noFill/>
                      <a:prstDash val="solid"/>
                      <a:round/>
                      <a:headEnd type="none" w="med" len="med"/>
                      <a:tailEnd type="none" w="med" len="med"/>
                    </a:lnT>
                    <a:noFill/>
                  </a:tcPr>
                </a:tc>
                <a:extLst>
                  <a:ext uri="{0D108BD9-81ED-4DB2-BD59-A6C34878D82A}">
                    <a16:rowId xmlns:a16="http://schemas.microsoft.com/office/drawing/2014/main" val="1502396548"/>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i="0">
                          <a:solidFill>
                            <a:schemeClr val="tx1"/>
                          </a:solidFill>
                          <a:latin typeface="+mn-lt"/>
                          <a:ea typeface="Arial Unicode MS"/>
                        </a:rPr>
                        <a:t>2. </a:t>
                      </a:r>
                      <a:r>
                        <a:rPr lang="en-US" sz="1400" i="0" kern="1200">
                          <a:solidFill>
                            <a:schemeClr val="tx1"/>
                          </a:solidFill>
                          <a:latin typeface="+mn-lt"/>
                          <a:ea typeface="Arial Unicode MS"/>
                          <a:cs typeface="+mn-cs"/>
                        </a:rPr>
                        <a:t>SRE Direct X Process and Solution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PR Direct Solution Overview (Fiori, BTP, SAT, VIM)</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SRE P2R Process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Create / Receive Purchase Requisition</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1"/>
                          </a:solidFill>
                          <a:latin typeface="+mn-lt"/>
                          <a:ea typeface="Arial Unicode MS"/>
                        </a:rPr>
                        <a:t>Create / Receive Purchase Order / Order Change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a:solidFill>
                            <a:schemeClr val="tx1"/>
                          </a:solidFill>
                          <a:latin typeface="+mn-lt"/>
                          <a:ea typeface="+mn-ea"/>
                          <a:cs typeface="+mn-cs"/>
                        </a:rPr>
                        <a:t>Share Purchase Order with Supplier</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kern="1200">
                        <a:solidFill>
                          <a:schemeClr val="tx1"/>
                        </a:solidFill>
                        <a:latin typeface="+mn-lt"/>
                        <a:ea typeface="Arial Unicode MS"/>
                        <a:cs typeface="+mn-cs"/>
                      </a:endParaRPr>
                    </a:p>
                  </a:txBody>
                  <a:tcPr marL="71963" marR="71963" marT="35981" marB="35981"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a:solidFill>
                          <a:schemeClr val="tx1"/>
                        </a:solidFill>
                        <a:latin typeface="+mn-lt"/>
                        <a:ea typeface="Arial Unicode MS"/>
                      </a:endParaRPr>
                    </a:p>
                  </a:txBody>
                  <a:tcPr marL="71963" marR="71963" marT="35981" marB="35981"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60 min</a:t>
                      </a:r>
                    </a:p>
                  </a:txBody>
                  <a:tcPr marL="71963" marR="71963" marT="35981" marB="35981" anchor="ctr">
                    <a:noFill/>
                  </a:tcPr>
                </a:tc>
                <a:extLst>
                  <a:ext uri="{0D108BD9-81ED-4DB2-BD59-A6C34878D82A}">
                    <a16:rowId xmlns:a16="http://schemas.microsoft.com/office/drawing/2014/main" val="2878702795"/>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latin typeface="+mn-lt"/>
                          <a:ea typeface="Arial Unicode MS"/>
                        </a:rPr>
                        <a:t>3. </a:t>
                      </a:r>
                      <a:r>
                        <a:rPr lang="en-US" sz="1400" i="0">
                          <a:solidFill>
                            <a:schemeClr val="tx1"/>
                          </a:solidFill>
                          <a:latin typeface="+mn-lt"/>
                          <a:ea typeface="Arial Unicode MS"/>
                        </a:rPr>
                        <a:t>Next Steps</a:t>
                      </a:r>
                      <a:endParaRPr lang="en-US" sz="1400">
                        <a:solidFill>
                          <a:schemeClr val="tx1"/>
                        </a:solidFill>
                        <a:latin typeface="+mn-lt"/>
                        <a:ea typeface="Arial Unicode MS"/>
                      </a:endParaRPr>
                    </a:p>
                  </a:txBody>
                  <a:tcPr marL="71963" marR="71963" marT="35981" marB="35981" anchor="c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a:solidFill>
                          <a:schemeClr val="tx1"/>
                        </a:solidFill>
                        <a:latin typeface="+mn-lt"/>
                        <a:ea typeface="Arial Unicode MS"/>
                      </a:endParaRPr>
                    </a:p>
                  </a:txBody>
                  <a:tcPr marL="71963" marR="71963" marT="35981" marB="35981"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noFill/>
                  </a:tcPr>
                </a:tc>
                <a:extLst>
                  <a:ext uri="{0D108BD9-81ED-4DB2-BD59-A6C34878D82A}">
                    <a16:rowId xmlns:a16="http://schemas.microsoft.com/office/drawing/2014/main" val="3639043448"/>
                  </a:ext>
                </a:extLst>
              </a:tr>
              <a:tr h="5323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latin typeface="+mn-lt"/>
                          <a:ea typeface="Arial Unicode MS"/>
                        </a:rPr>
                        <a:t>4. </a:t>
                      </a:r>
                      <a:r>
                        <a:rPr lang="en-US" sz="1400" i="0">
                          <a:solidFill>
                            <a:schemeClr val="tx1"/>
                          </a:solidFill>
                          <a:latin typeface="+mn-lt"/>
                          <a:ea typeface="Arial Unicode MS"/>
                        </a:rPr>
                        <a:t>Q&amp;A</a:t>
                      </a:r>
                      <a:endParaRPr lang="en-US" sz="1400">
                        <a:solidFill>
                          <a:schemeClr val="tx1"/>
                        </a:solidFill>
                        <a:latin typeface="+mn-lt"/>
                        <a:ea typeface="Arial Unicode MS"/>
                      </a:endParaRPr>
                    </a:p>
                  </a:txBody>
                  <a:tcPr marL="71963" marR="71963" marT="35981" marB="35981" anchor="ctr">
                    <a:solidFill>
                      <a:schemeClr val="accent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a:solidFill>
                          <a:schemeClr val="tx1"/>
                        </a:solidFill>
                        <a:latin typeface="+mn-lt"/>
                        <a:ea typeface="Arial Unicode MS"/>
                      </a:endParaRPr>
                    </a:p>
                  </a:txBody>
                  <a:tcPr marL="71963" marR="71963" marT="35981" marB="35981" anchor="ctr">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a:ea typeface="Arial Unicode MS"/>
                          <a:cs typeface="+mn-cs"/>
                        </a:rPr>
                        <a:t>20 min</a:t>
                      </a:r>
                    </a:p>
                  </a:txBody>
                  <a:tcPr marL="71963" marR="71963" marT="35981" marB="35981" anchor="ctr">
                    <a:solidFill>
                      <a:schemeClr val="accent3"/>
                    </a:solidFill>
                  </a:tcPr>
                </a:tc>
                <a:extLst>
                  <a:ext uri="{0D108BD9-81ED-4DB2-BD59-A6C34878D82A}">
                    <a16:rowId xmlns:a16="http://schemas.microsoft.com/office/drawing/2014/main" val="2935511976"/>
                  </a:ext>
                </a:extLst>
              </a:tr>
            </a:tbl>
          </a:graphicData>
        </a:graphic>
      </p:graphicFrame>
      <p:sp>
        <p:nvSpPr>
          <p:cNvPr id="5" name="TextBox 4">
            <a:extLst>
              <a:ext uri="{FF2B5EF4-FFF2-40B4-BE49-F238E27FC236}">
                <a16:creationId xmlns:a16="http://schemas.microsoft.com/office/drawing/2014/main" id="{766674FA-9483-4495-90D2-8EE3CCA92BC6}"/>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2025-01-21</a:t>
            </a:r>
            <a:endParaRPr lang="en-DE" err="1"/>
          </a:p>
        </p:txBody>
      </p:sp>
    </p:spTree>
    <p:extLst>
      <p:ext uri="{BB962C8B-B14F-4D97-AF65-F5344CB8AC3E}">
        <p14:creationId xmlns:p14="http://schemas.microsoft.com/office/powerpoint/2010/main" val="571267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Object 45" hidden="1">
            <a:extLst>
              <a:ext uri="{FF2B5EF4-FFF2-40B4-BE49-F238E27FC236}">
                <a16:creationId xmlns:a16="http://schemas.microsoft.com/office/drawing/2014/main" id="{FBF67965-A287-34D5-962F-4B21D508CA32}"/>
              </a:ext>
            </a:extLst>
          </p:cNvPr>
          <p:cNvGraphicFramePr>
            <a:graphicFrameLocks noChangeAspect="1"/>
          </p:cNvGraphicFramePr>
          <p:nvPr>
            <p:custDataLst>
              <p:tags r:id="rId1"/>
            </p:custDataLst>
            <p:extLst>
              <p:ext uri="{D42A27DB-BD31-4B8C-83A1-F6EECF244321}">
                <p14:modId xmlns:p14="http://schemas.microsoft.com/office/powerpoint/2010/main" val="40575444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6" name="Object 45" hidden="1">
                        <a:extLst>
                          <a:ext uri="{FF2B5EF4-FFF2-40B4-BE49-F238E27FC236}">
                            <a16:creationId xmlns:a16="http://schemas.microsoft.com/office/drawing/2014/main" id="{FBF67965-A287-34D5-962F-4B21D508CA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5D25FD0B-E005-5E4D-E376-8BFEBA8CA5A6}"/>
              </a:ext>
            </a:extLst>
          </p:cNvPr>
          <p:cNvSpPr>
            <a:spLocks noGrp="1"/>
          </p:cNvSpPr>
          <p:nvPr>
            <p:ph type="title"/>
          </p:nvPr>
        </p:nvSpPr>
        <p:spPr/>
        <p:txBody>
          <a:bodyPr vert="horz"/>
          <a:lstStyle/>
          <a:p>
            <a:r>
              <a:rPr lang="en-US" sz="2000">
                <a:solidFill>
                  <a:schemeClr val="tx1"/>
                </a:solidFill>
              </a:rPr>
              <a:t>SRE Direct X </a:t>
            </a:r>
            <a:br>
              <a:rPr lang="en-US" sz="2000">
                <a:solidFill>
                  <a:schemeClr val="tx1"/>
                </a:solidFill>
              </a:rPr>
            </a:br>
            <a:r>
              <a:rPr lang="en-US" b="0"/>
              <a:t>Q&amp;A</a:t>
            </a:r>
            <a:br>
              <a:rPr lang="en-US" b="0"/>
            </a:br>
            <a:endParaRPr lang="de-DE" b="0"/>
          </a:p>
        </p:txBody>
      </p:sp>
      <p:sp>
        <p:nvSpPr>
          <p:cNvPr id="2" name="Rechteck 1">
            <a:extLst>
              <a:ext uri="{FF2B5EF4-FFF2-40B4-BE49-F238E27FC236}">
                <a16:creationId xmlns:a16="http://schemas.microsoft.com/office/drawing/2014/main" id="{3740D4DC-E083-DF72-6F8D-49E72577E188}"/>
              </a:ext>
            </a:extLst>
          </p:cNvPr>
          <p:cNvSpPr>
            <a:spLocks/>
          </p:cNvSpPr>
          <p:nvPr/>
        </p:nvSpPr>
        <p:spPr bwMode="gray">
          <a:xfrm>
            <a:off x="0" y="1414463"/>
            <a:ext cx="12198350" cy="4752975"/>
          </a:xfrm>
          <a:prstGeom prst="rect">
            <a:avLst/>
          </a:prstGeom>
          <a:solidFill>
            <a:schemeClr val="accent6"/>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b="1" err="1">
              <a:solidFill>
                <a:schemeClr val="tx1"/>
              </a:solidFill>
            </a:endParaRPr>
          </a:p>
        </p:txBody>
      </p:sp>
      <p:pic>
        <p:nvPicPr>
          <p:cNvPr id="5" name="Grafik 4">
            <a:extLst>
              <a:ext uri="{FF2B5EF4-FFF2-40B4-BE49-F238E27FC236}">
                <a16:creationId xmlns:a16="http://schemas.microsoft.com/office/drawing/2014/main" id="{5A10F3EE-AAD1-5EDE-3B90-FD0EDAFD231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b="64988"/>
          <a:stretch>
            <a:fillRect/>
          </a:stretch>
        </p:blipFill>
        <p:spPr>
          <a:xfrm flipH="1">
            <a:off x="2826178" y="4135866"/>
            <a:ext cx="1943554" cy="2031572"/>
          </a:xfrm>
          <a:custGeom>
            <a:avLst/>
            <a:gdLst>
              <a:gd name="connsiteX0" fmla="*/ 1943554 w 1943554"/>
              <a:gd name="connsiteY0" fmla="*/ 0 h 2031572"/>
              <a:gd name="connsiteX1" fmla="*/ 0 w 1943554"/>
              <a:gd name="connsiteY1" fmla="*/ 0 h 2031572"/>
              <a:gd name="connsiteX2" fmla="*/ 0 w 1943554"/>
              <a:gd name="connsiteY2" fmla="*/ 2031572 h 2031572"/>
              <a:gd name="connsiteX3" fmla="*/ 1943554 w 1943554"/>
              <a:gd name="connsiteY3" fmla="*/ 2031572 h 2031572"/>
            </a:gdLst>
            <a:ahLst/>
            <a:cxnLst>
              <a:cxn ang="0">
                <a:pos x="connsiteX0" y="connsiteY0"/>
              </a:cxn>
              <a:cxn ang="0">
                <a:pos x="connsiteX1" y="connsiteY1"/>
              </a:cxn>
              <a:cxn ang="0">
                <a:pos x="connsiteX2" y="connsiteY2"/>
              </a:cxn>
              <a:cxn ang="0">
                <a:pos x="connsiteX3" y="connsiteY3"/>
              </a:cxn>
            </a:cxnLst>
            <a:rect l="l" t="t" r="r" b="b"/>
            <a:pathLst>
              <a:path w="1943554" h="2031572">
                <a:moveTo>
                  <a:pt x="1943554" y="0"/>
                </a:moveTo>
                <a:lnTo>
                  <a:pt x="0" y="0"/>
                </a:lnTo>
                <a:lnTo>
                  <a:pt x="0" y="2031572"/>
                </a:lnTo>
                <a:lnTo>
                  <a:pt x="1943554" y="2031572"/>
                </a:lnTo>
                <a:close/>
              </a:path>
            </a:pathLst>
          </a:custGeom>
        </p:spPr>
      </p:pic>
      <p:pic>
        <p:nvPicPr>
          <p:cNvPr id="6" name="Grafik 5">
            <a:extLst>
              <a:ext uri="{FF2B5EF4-FFF2-40B4-BE49-F238E27FC236}">
                <a16:creationId xmlns:a16="http://schemas.microsoft.com/office/drawing/2014/main" id="{4EBB71D3-EE73-16D0-DB80-E1BA33126F5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94171" y="1769078"/>
            <a:ext cx="4162101" cy="3385176"/>
          </a:xfrm>
          <a:prstGeom prst="rect">
            <a:avLst/>
          </a:prstGeom>
        </p:spPr>
      </p:pic>
      <p:grpSp>
        <p:nvGrpSpPr>
          <p:cNvPr id="7" name="Grafik 693">
            <a:extLst>
              <a:ext uri="{FF2B5EF4-FFF2-40B4-BE49-F238E27FC236}">
                <a16:creationId xmlns:a16="http://schemas.microsoft.com/office/drawing/2014/main" id="{A852960A-4433-EC3D-5092-51D40A685036}"/>
              </a:ext>
            </a:extLst>
          </p:cNvPr>
          <p:cNvGrpSpPr/>
          <p:nvPr/>
        </p:nvGrpSpPr>
        <p:grpSpPr>
          <a:xfrm>
            <a:off x="1705604" y="1982438"/>
            <a:ext cx="3056001" cy="2828402"/>
            <a:chOff x="1705604" y="1624756"/>
            <a:chExt cx="3056001" cy="2828402"/>
          </a:xfrm>
          <a:solidFill>
            <a:schemeClr val="accent2"/>
          </a:solidFill>
        </p:grpSpPr>
        <p:sp>
          <p:nvSpPr>
            <p:cNvPr id="8" name="Freihandform: Form 7">
              <a:extLst>
                <a:ext uri="{FF2B5EF4-FFF2-40B4-BE49-F238E27FC236}">
                  <a16:creationId xmlns:a16="http://schemas.microsoft.com/office/drawing/2014/main" id="{AA68864A-007E-35C1-3468-86A7C7A0438B}"/>
                </a:ext>
              </a:extLst>
            </p:cNvPr>
            <p:cNvSpPr/>
            <p:nvPr/>
          </p:nvSpPr>
          <p:spPr>
            <a:xfrm>
              <a:off x="1705604" y="1624756"/>
              <a:ext cx="3056001" cy="2828402"/>
            </a:xfrm>
            <a:custGeom>
              <a:avLst/>
              <a:gdLst>
                <a:gd name="connsiteX0" fmla="*/ 0 w 3056001"/>
                <a:gd name="connsiteY0" fmla="*/ 0 h 2828402"/>
                <a:gd name="connsiteX1" fmla="*/ 129338 w 3056001"/>
                <a:gd name="connsiteY1" fmla="*/ 2097627 h 2828402"/>
                <a:gd name="connsiteX2" fmla="*/ 528457 w 3056001"/>
                <a:gd name="connsiteY2" fmla="*/ 2097627 h 2828402"/>
                <a:gd name="connsiteX3" fmla="*/ 444723 w 3056001"/>
                <a:gd name="connsiteY3" fmla="*/ 2828402 h 2828402"/>
                <a:gd name="connsiteX4" fmla="*/ 936096 w 3056001"/>
                <a:gd name="connsiteY4" fmla="*/ 2097627 h 2828402"/>
                <a:gd name="connsiteX5" fmla="*/ 2839437 w 3056001"/>
                <a:gd name="connsiteY5" fmla="*/ 2097627 h 2828402"/>
                <a:gd name="connsiteX6" fmla="*/ 3056002 w 3056001"/>
                <a:gd name="connsiteY6" fmla="*/ 0 h 2828402"/>
                <a:gd name="connsiteX7" fmla="*/ 0 w 3056001"/>
                <a:gd name="connsiteY7" fmla="*/ 0 h 2828402"/>
                <a:gd name="connsiteX8" fmla="*/ 2814226 w 3056001"/>
                <a:gd name="connsiteY8" fmla="*/ 2069692 h 2828402"/>
                <a:gd name="connsiteX9" fmla="*/ 921221 w 3056001"/>
                <a:gd name="connsiteY9" fmla="*/ 2069692 h 2828402"/>
                <a:gd name="connsiteX10" fmla="*/ 485508 w 3056001"/>
                <a:gd name="connsiteY10" fmla="*/ 2717641 h 2828402"/>
                <a:gd name="connsiteX11" fmla="*/ 559744 w 3056001"/>
                <a:gd name="connsiteY11" fmla="*/ 2069692 h 2828402"/>
                <a:gd name="connsiteX12" fmla="*/ 155667 w 3056001"/>
                <a:gd name="connsiteY12" fmla="*/ 2069692 h 2828402"/>
                <a:gd name="connsiteX13" fmla="*/ 29681 w 3056001"/>
                <a:gd name="connsiteY13" fmla="*/ 27935 h 2828402"/>
                <a:gd name="connsiteX14" fmla="*/ 3024994 w 3056001"/>
                <a:gd name="connsiteY14" fmla="*/ 27935 h 2828402"/>
                <a:gd name="connsiteX15" fmla="*/ 2814226 w 3056001"/>
                <a:gd name="connsiteY15" fmla="*/ 2069692 h 2828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56001" h="2828402">
                  <a:moveTo>
                    <a:pt x="0" y="0"/>
                  </a:moveTo>
                  <a:lnTo>
                    <a:pt x="129338" y="2097627"/>
                  </a:lnTo>
                  <a:lnTo>
                    <a:pt x="528457" y="2097627"/>
                  </a:lnTo>
                  <a:lnTo>
                    <a:pt x="444723" y="2828402"/>
                  </a:lnTo>
                  <a:lnTo>
                    <a:pt x="936096" y="2097627"/>
                  </a:lnTo>
                  <a:lnTo>
                    <a:pt x="2839437" y="2097627"/>
                  </a:lnTo>
                  <a:lnTo>
                    <a:pt x="3056002" y="0"/>
                  </a:lnTo>
                  <a:lnTo>
                    <a:pt x="0" y="0"/>
                  </a:lnTo>
                  <a:close/>
                  <a:moveTo>
                    <a:pt x="2814226" y="2069692"/>
                  </a:moveTo>
                  <a:lnTo>
                    <a:pt x="921221" y="2069692"/>
                  </a:lnTo>
                  <a:lnTo>
                    <a:pt x="485508" y="2717641"/>
                  </a:lnTo>
                  <a:lnTo>
                    <a:pt x="559744" y="2069692"/>
                  </a:lnTo>
                  <a:lnTo>
                    <a:pt x="155667" y="2069692"/>
                  </a:lnTo>
                  <a:lnTo>
                    <a:pt x="29681" y="27935"/>
                  </a:lnTo>
                  <a:lnTo>
                    <a:pt x="3024994" y="27935"/>
                  </a:lnTo>
                  <a:lnTo>
                    <a:pt x="2814226" y="2069692"/>
                  </a:lnTo>
                  <a:close/>
                </a:path>
              </a:pathLst>
            </a:custGeom>
            <a:grpFill/>
            <a:ln w="6981" cap="flat">
              <a:noFill/>
              <a:prstDash val="solid"/>
              <a:miter/>
            </a:ln>
          </p:spPr>
          <p:txBody>
            <a:bodyPr rtlCol="0" anchor="ctr"/>
            <a:lstStyle/>
            <a:p>
              <a:endParaRPr lang="en-US"/>
            </a:p>
          </p:txBody>
        </p:sp>
        <p:sp>
          <p:nvSpPr>
            <p:cNvPr id="10" name="Freihandform: Form 9">
              <a:extLst>
                <a:ext uri="{FF2B5EF4-FFF2-40B4-BE49-F238E27FC236}">
                  <a16:creationId xmlns:a16="http://schemas.microsoft.com/office/drawing/2014/main" id="{C32443F2-1BDE-047E-F0CB-08B4435F2728}"/>
                </a:ext>
              </a:extLst>
            </p:cNvPr>
            <p:cNvSpPr/>
            <p:nvPr/>
          </p:nvSpPr>
          <p:spPr>
            <a:xfrm>
              <a:off x="2254663" y="2068850"/>
              <a:ext cx="1061454" cy="1413223"/>
            </a:xfrm>
            <a:custGeom>
              <a:avLst/>
              <a:gdLst>
                <a:gd name="connsiteX0" fmla="*/ 934141 w 1061454"/>
                <a:gd name="connsiteY0" fmla="*/ 969199 h 1413223"/>
                <a:gd name="connsiteX1" fmla="*/ 1061454 w 1061454"/>
                <a:gd name="connsiteY1" fmla="*/ 569731 h 1413223"/>
                <a:gd name="connsiteX2" fmla="*/ 935747 w 1061454"/>
                <a:gd name="connsiteY2" fmla="*/ 173475 h 1413223"/>
                <a:gd name="connsiteX3" fmla="*/ 531530 w 1061454"/>
                <a:gd name="connsiteY3" fmla="*/ 0 h 1413223"/>
                <a:gd name="connsiteX4" fmla="*/ 165514 w 1061454"/>
                <a:gd name="connsiteY4" fmla="*/ 128919 h 1413223"/>
                <a:gd name="connsiteX5" fmla="*/ 0 w 1061454"/>
                <a:gd name="connsiteY5" fmla="*/ 569801 h 1413223"/>
                <a:gd name="connsiteX6" fmla="*/ 211676 w 1061454"/>
                <a:gd name="connsiteY6" fmla="*/ 1048813 h 1413223"/>
                <a:gd name="connsiteX7" fmla="*/ 493399 w 1061454"/>
                <a:gd name="connsiteY7" fmla="*/ 1137926 h 1413223"/>
                <a:gd name="connsiteX8" fmla="*/ 886512 w 1061454"/>
                <a:gd name="connsiteY8" fmla="*/ 1413223 h 1413223"/>
                <a:gd name="connsiteX9" fmla="*/ 1010683 w 1061454"/>
                <a:gd name="connsiteY9" fmla="*/ 1236535 h 1413223"/>
                <a:gd name="connsiteX10" fmla="*/ 787902 w 1061454"/>
                <a:gd name="connsiteY10" fmla="*/ 1085338 h 1413223"/>
                <a:gd name="connsiteX11" fmla="*/ 934141 w 1061454"/>
                <a:gd name="connsiteY11" fmla="*/ 969199 h 1413223"/>
                <a:gd name="connsiteX12" fmla="*/ 529854 w 1061454"/>
                <a:gd name="connsiteY12" fmla="*/ 945315 h 1413223"/>
                <a:gd name="connsiteX13" fmla="*/ 256093 w 1061454"/>
                <a:gd name="connsiteY13" fmla="*/ 564912 h 1413223"/>
                <a:gd name="connsiteX14" fmla="*/ 529854 w 1061454"/>
                <a:gd name="connsiteY14" fmla="*/ 194077 h 1413223"/>
                <a:gd name="connsiteX15" fmla="*/ 805222 w 1061454"/>
                <a:gd name="connsiteY15" fmla="*/ 569661 h 1413223"/>
                <a:gd name="connsiteX16" fmla="*/ 529854 w 1061454"/>
                <a:gd name="connsiteY16" fmla="*/ 945315 h 1413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61454" h="1413223">
                  <a:moveTo>
                    <a:pt x="934141" y="969199"/>
                  </a:moveTo>
                  <a:cubicBezTo>
                    <a:pt x="1018504" y="864164"/>
                    <a:pt x="1061454" y="728890"/>
                    <a:pt x="1061454" y="569731"/>
                  </a:cubicBezTo>
                  <a:cubicBezTo>
                    <a:pt x="1061454" y="408966"/>
                    <a:pt x="1020111" y="278510"/>
                    <a:pt x="935747" y="173475"/>
                  </a:cubicBezTo>
                  <a:cubicBezTo>
                    <a:pt x="841816" y="55730"/>
                    <a:pt x="711361" y="0"/>
                    <a:pt x="531530" y="0"/>
                  </a:cubicBezTo>
                  <a:cubicBezTo>
                    <a:pt x="375584" y="0"/>
                    <a:pt x="256232" y="41413"/>
                    <a:pt x="165514" y="128919"/>
                  </a:cubicBezTo>
                  <a:cubicBezTo>
                    <a:pt x="57266" y="233954"/>
                    <a:pt x="0" y="385152"/>
                    <a:pt x="0" y="569801"/>
                  </a:cubicBezTo>
                  <a:cubicBezTo>
                    <a:pt x="0" y="778265"/>
                    <a:pt x="76402" y="950203"/>
                    <a:pt x="211676" y="1048813"/>
                  </a:cubicBezTo>
                  <a:cubicBezTo>
                    <a:pt x="291221" y="1106080"/>
                    <a:pt x="366086" y="1129964"/>
                    <a:pt x="493399" y="1137926"/>
                  </a:cubicBezTo>
                  <a:cubicBezTo>
                    <a:pt x="623925" y="1262096"/>
                    <a:pt x="728960" y="1336891"/>
                    <a:pt x="886512" y="1413223"/>
                  </a:cubicBezTo>
                  <a:lnTo>
                    <a:pt x="1010683" y="1236535"/>
                  </a:lnTo>
                  <a:cubicBezTo>
                    <a:pt x="913609" y="1184018"/>
                    <a:pt x="826033" y="1125145"/>
                    <a:pt x="787902" y="1085338"/>
                  </a:cubicBezTo>
                  <a:cubicBezTo>
                    <a:pt x="856133" y="1047137"/>
                    <a:pt x="897546" y="1015292"/>
                    <a:pt x="934141" y="969199"/>
                  </a:cubicBezTo>
                  <a:close/>
                  <a:moveTo>
                    <a:pt x="529854" y="945315"/>
                  </a:moveTo>
                  <a:cubicBezTo>
                    <a:pt x="361128" y="945315"/>
                    <a:pt x="256093" y="800473"/>
                    <a:pt x="256093" y="564912"/>
                  </a:cubicBezTo>
                  <a:cubicBezTo>
                    <a:pt x="256093" y="338919"/>
                    <a:pt x="362734" y="194077"/>
                    <a:pt x="529854" y="194077"/>
                  </a:cubicBezTo>
                  <a:cubicBezTo>
                    <a:pt x="698580" y="194077"/>
                    <a:pt x="805222" y="338919"/>
                    <a:pt x="805222" y="569661"/>
                  </a:cubicBezTo>
                  <a:cubicBezTo>
                    <a:pt x="805222" y="800473"/>
                    <a:pt x="698580" y="945315"/>
                    <a:pt x="529854" y="945315"/>
                  </a:cubicBezTo>
                  <a:close/>
                </a:path>
              </a:pathLst>
            </a:custGeom>
            <a:grpFill/>
            <a:ln w="6981"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0F575427-D991-DF9D-60B1-737D88D8F9BE}"/>
                </a:ext>
              </a:extLst>
            </p:cNvPr>
            <p:cNvSpPr/>
            <p:nvPr/>
          </p:nvSpPr>
          <p:spPr>
            <a:xfrm>
              <a:off x="3593021" y="2913878"/>
              <a:ext cx="294433" cy="294433"/>
            </a:xfrm>
            <a:custGeom>
              <a:avLst/>
              <a:gdLst>
                <a:gd name="connsiteX0" fmla="*/ 147985 w 294433"/>
                <a:gd name="connsiteY0" fmla="*/ 0 h 294433"/>
                <a:gd name="connsiteX1" fmla="*/ 0 w 294433"/>
                <a:gd name="connsiteY1" fmla="*/ 144842 h 294433"/>
                <a:gd name="connsiteX2" fmla="*/ 147985 w 294433"/>
                <a:gd name="connsiteY2" fmla="*/ 294433 h 294433"/>
                <a:gd name="connsiteX3" fmla="*/ 294433 w 294433"/>
                <a:gd name="connsiteY3" fmla="*/ 147985 h 294433"/>
                <a:gd name="connsiteX4" fmla="*/ 147985 w 294433"/>
                <a:gd name="connsiteY4" fmla="*/ 0 h 29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433" h="294433">
                  <a:moveTo>
                    <a:pt x="147985" y="0"/>
                  </a:moveTo>
                  <a:cubicBezTo>
                    <a:pt x="63621" y="0"/>
                    <a:pt x="0" y="62085"/>
                    <a:pt x="0" y="144842"/>
                  </a:cubicBezTo>
                  <a:cubicBezTo>
                    <a:pt x="0" y="232348"/>
                    <a:pt x="60479" y="294433"/>
                    <a:pt x="147985" y="294433"/>
                  </a:cubicBezTo>
                  <a:cubicBezTo>
                    <a:pt x="232348" y="294433"/>
                    <a:pt x="294433" y="232348"/>
                    <a:pt x="294433" y="147985"/>
                  </a:cubicBezTo>
                  <a:cubicBezTo>
                    <a:pt x="294433" y="62085"/>
                    <a:pt x="232348" y="0"/>
                    <a:pt x="147985" y="0"/>
                  </a:cubicBezTo>
                  <a:close/>
                </a:path>
              </a:pathLst>
            </a:custGeom>
            <a:grpFill/>
            <a:ln w="6981"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8F76BA6A-B732-4979-2AE8-365DB1F67C48}"/>
                </a:ext>
              </a:extLst>
            </p:cNvPr>
            <p:cNvSpPr/>
            <p:nvPr/>
          </p:nvSpPr>
          <p:spPr>
            <a:xfrm>
              <a:off x="3451391" y="2068780"/>
              <a:ext cx="697044" cy="754450"/>
            </a:xfrm>
            <a:custGeom>
              <a:avLst/>
              <a:gdLst>
                <a:gd name="connsiteX0" fmla="*/ 345344 w 697044"/>
                <a:gd name="connsiteY0" fmla="*/ 0 h 754450"/>
                <a:gd name="connsiteX1" fmla="*/ 0 w 697044"/>
                <a:gd name="connsiteY1" fmla="*/ 89112 h 754450"/>
                <a:gd name="connsiteX2" fmla="*/ 68440 w 697044"/>
                <a:gd name="connsiteY2" fmla="*/ 262587 h 754450"/>
                <a:gd name="connsiteX3" fmla="*/ 308750 w 697044"/>
                <a:gd name="connsiteY3" fmla="*/ 183043 h 754450"/>
                <a:gd name="connsiteX4" fmla="*/ 440812 w 697044"/>
                <a:gd name="connsiteY4" fmla="*/ 291290 h 754450"/>
                <a:gd name="connsiteX5" fmla="*/ 303931 w 697044"/>
                <a:gd name="connsiteY5" fmla="*/ 448843 h 754450"/>
                <a:gd name="connsiteX6" fmla="*/ 173406 w 697044"/>
                <a:gd name="connsiteY6" fmla="*/ 686010 h 754450"/>
                <a:gd name="connsiteX7" fmla="*/ 173406 w 697044"/>
                <a:gd name="connsiteY7" fmla="*/ 754450 h 754450"/>
                <a:gd name="connsiteX8" fmla="*/ 402611 w 697044"/>
                <a:gd name="connsiteY8" fmla="*/ 754450 h 754450"/>
                <a:gd name="connsiteX9" fmla="*/ 402611 w 697044"/>
                <a:gd name="connsiteY9" fmla="*/ 722604 h 754450"/>
                <a:gd name="connsiteX10" fmla="*/ 515607 w 697044"/>
                <a:gd name="connsiteY10" fmla="*/ 544380 h 754450"/>
                <a:gd name="connsiteX11" fmla="*/ 697044 w 697044"/>
                <a:gd name="connsiteY11" fmla="*/ 280186 h 754450"/>
                <a:gd name="connsiteX12" fmla="*/ 345344 w 697044"/>
                <a:gd name="connsiteY12" fmla="*/ 0 h 75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7044" h="754450">
                  <a:moveTo>
                    <a:pt x="345344" y="0"/>
                  </a:moveTo>
                  <a:cubicBezTo>
                    <a:pt x="224387" y="0"/>
                    <a:pt x="122564" y="27027"/>
                    <a:pt x="0" y="89112"/>
                  </a:cubicBezTo>
                  <a:lnTo>
                    <a:pt x="68440" y="262587"/>
                  </a:lnTo>
                  <a:cubicBezTo>
                    <a:pt x="163908" y="210070"/>
                    <a:pt x="243522" y="183043"/>
                    <a:pt x="308750" y="183043"/>
                  </a:cubicBezTo>
                  <a:cubicBezTo>
                    <a:pt x="389901" y="183043"/>
                    <a:pt x="440812" y="224456"/>
                    <a:pt x="440812" y="291290"/>
                  </a:cubicBezTo>
                  <a:cubicBezTo>
                    <a:pt x="440812" y="343808"/>
                    <a:pt x="418534" y="369299"/>
                    <a:pt x="303931" y="448843"/>
                  </a:cubicBezTo>
                  <a:cubicBezTo>
                    <a:pt x="181367" y="534812"/>
                    <a:pt x="173406" y="549129"/>
                    <a:pt x="173406" y="686010"/>
                  </a:cubicBezTo>
                  <a:lnTo>
                    <a:pt x="173406" y="754450"/>
                  </a:lnTo>
                  <a:lnTo>
                    <a:pt x="402611" y="754450"/>
                  </a:lnTo>
                  <a:lnTo>
                    <a:pt x="402611" y="722604"/>
                  </a:lnTo>
                  <a:cubicBezTo>
                    <a:pt x="402611" y="628674"/>
                    <a:pt x="412179" y="612820"/>
                    <a:pt x="515607" y="544380"/>
                  </a:cubicBezTo>
                  <a:cubicBezTo>
                    <a:pt x="650882" y="455268"/>
                    <a:pt x="697044" y="388434"/>
                    <a:pt x="697044" y="280186"/>
                  </a:cubicBezTo>
                  <a:cubicBezTo>
                    <a:pt x="697044" y="105035"/>
                    <a:pt x="566519" y="0"/>
                    <a:pt x="345344" y="0"/>
                  </a:cubicBezTo>
                  <a:close/>
                </a:path>
              </a:pathLst>
            </a:custGeom>
            <a:grpFill/>
            <a:ln w="6981" cap="flat">
              <a:noFill/>
              <a:prstDash val="solid"/>
              <a:miter/>
            </a:ln>
          </p:spPr>
          <p:txBody>
            <a:bodyPr rtlCol="0" anchor="ctr"/>
            <a:lstStyle/>
            <a:p>
              <a:endParaRPr lang="en-US"/>
            </a:p>
          </p:txBody>
        </p:sp>
      </p:grpSp>
      <p:pic>
        <p:nvPicPr>
          <p:cNvPr id="13" name="Grafik 12">
            <a:extLst>
              <a:ext uri="{FF2B5EF4-FFF2-40B4-BE49-F238E27FC236}">
                <a16:creationId xmlns:a16="http://schemas.microsoft.com/office/drawing/2014/main" id="{C0AC7C39-B09E-8200-0D02-89E44881E2EC}"/>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b="17635"/>
          <a:stretch>
            <a:fillRect/>
          </a:stretch>
        </p:blipFill>
        <p:spPr>
          <a:xfrm>
            <a:off x="5420029" y="4174894"/>
            <a:ext cx="1328828" cy="1992544"/>
          </a:xfrm>
          <a:custGeom>
            <a:avLst/>
            <a:gdLst>
              <a:gd name="connsiteX0" fmla="*/ 0 w 1328828"/>
              <a:gd name="connsiteY0" fmla="*/ 0 h 1992544"/>
              <a:gd name="connsiteX1" fmla="*/ 1328828 w 1328828"/>
              <a:gd name="connsiteY1" fmla="*/ 0 h 1992544"/>
              <a:gd name="connsiteX2" fmla="*/ 1328828 w 1328828"/>
              <a:gd name="connsiteY2" fmla="*/ 1992544 h 1992544"/>
              <a:gd name="connsiteX3" fmla="*/ 0 w 1328828"/>
              <a:gd name="connsiteY3" fmla="*/ 1992544 h 1992544"/>
            </a:gdLst>
            <a:ahLst/>
            <a:cxnLst>
              <a:cxn ang="0">
                <a:pos x="connsiteX0" y="connsiteY0"/>
              </a:cxn>
              <a:cxn ang="0">
                <a:pos x="connsiteX1" y="connsiteY1"/>
              </a:cxn>
              <a:cxn ang="0">
                <a:pos x="connsiteX2" y="connsiteY2"/>
              </a:cxn>
              <a:cxn ang="0">
                <a:pos x="connsiteX3" y="connsiteY3"/>
              </a:cxn>
            </a:cxnLst>
            <a:rect l="l" t="t" r="r" b="b"/>
            <a:pathLst>
              <a:path w="1328828" h="1992544">
                <a:moveTo>
                  <a:pt x="0" y="0"/>
                </a:moveTo>
                <a:lnTo>
                  <a:pt x="1328828" y="0"/>
                </a:lnTo>
                <a:lnTo>
                  <a:pt x="1328828" y="1992544"/>
                </a:lnTo>
                <a:lnTo>
                  <a:pt x="0" y="1992544"/>
                </a:lnTo>
                <a:close/>
              </a:path>
            </a:pathLst>
          </a:custGeom>
        </p:spPr>
      </p:pic>
      <p:grpSp>
        <p:nvGrpSpPr>
          <p:cNvPr id="15" name="Grafik 2">
            <a:extLst>
              <a:ext uri="{FF2B5EF4-FFF2-40B4-BE49-F238E27FC236}">
                <a16:creationId xmlns:a16="http://schemas.microsoft.com/office/drawing/2014/main" id="{17CC3DC9-BEE2-6030-6587-28BE0D9050C2}"/>
              </a:ext>
            </a:extLst>
          </p:cNvPr>
          <p:cNvGrpSpPr>
            <a:grpSpLocks/>
          </p:cNvGrpSpPr>
          <p:nvPr/>
        </p:nvGrpSpPr>
        <p:grpSpPr>
          <a:xfrm>
            <a:off x="6676372" y="4219423"/>
            <a:ext cx="1185646" cy="1948013"/>
            <a:chOff x="5979097" y="3864592"/>
            <a:chExt cx="1321474" cy="2171179"/>
          </a:xfrm>
        </p:grpSpPr>
        <p:sp>
          <p:nvSpPr>
            <p:cNvPr id="16" name="Freihandform: Form 15">
              <a:extLst>
                <a:ext uri="{FF2B5EF4-FFF2-40B4-BE49-F238E27FC236}">
                  <a16:creationId xmlns:a16="http://schemas.microsoft.com/office/drawing/2014/main" id="{AA804C85-6E08-C6C3-7D48-2FC938D703E7}"/>
                </a:ext>
              </a:extLst>
            </p:cNvPr>
            <p:cNvSpPr/>
            <p:nvPr/>
          </p:nvSpPr>
          <p:spPr>
            <a:xfrm>
              <a:off x="6236107" y="3864592"/>
              <a:ext cx="811435" cy="1140232"/>
            </a:xfrm>
            <a:custGeom>
              <a:avLst/>
              <a:gdLst>
                <a:gd name="connsiteX0" fmla="*/ 774431 w 811435"/>
                <a:gd name="connsiteY0" fmla="*/ 556029 h 1140232"/>
                <a:gd name="connsiteX1" fmla="*/ 404037 w 811435"/>
                <a:gd name="connsiteY1" fmla="*/ 0 h 1140232"/>
                <a:gd name="connsiteX2" fmla="*/ 403005 w 811435"/>
                <a:gd name="connsiteY2" fmla="*/ 0 h 1140232"/>
                <a:gd name="connsiteX3" fmla="*/ 401973 w 811435"/>
                <a:gd name="connsiteY3" fmla="*/ 0 h 1140232"/>
                <a:gd name="connsiteX4" fmla="*/ 37610 w 811435"/>
                <a:gd name="connsiteY4" fmla="*/ 553092 h 1140232"/>
                <a:gd name="connsiteX5" fmla="*/ 176816 w 811435"/>
                <a:gd name="connsiteY5" fmla="*/ 1086502 h 1140232"/>
                <a:gd name="connsiteX6" fmla="*/ 403005 w 811435"/>
                <a:gd name="connsiteY6" fmla="*/ 1140232 h 1140232"/>
                <a:gd name="connsiteX7" fmla="*/ 629194 w 811435"/>
                <a:gd name="connsiteY7" fmla="*/ 1086502 h 1140232"/>
                <a:gd name="connsiteX8" fmla="*/ 774431 w 811435"/>
                <a:gd name="connsiteY8" fmla="*/ 556029 h 1140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1435" h="1140232">
                  <a:moveTo>
                    <a:pt x="774431" y="556029"/>
                  </a:moveTo>
                  <a:cubicBezTo>
                    <a:pt x="691575" y="371665"/>
                    <a:pt x="740225" y="2698"/>
                    <a:pt x="404037" y="0"/>
                  </a:cubicBezTo>
                  <a:cubicBezTo>
                    <a:pt x="403639" y="0"/>
                    <a:pt x="403322" y="0"/>
                    <a:pt x="403005" y="0"/>
                  </a:cubicBezTo>
                  <a:cubicBezTo>
                    <a:pt x="402608" y="0"/>
                    <a:pt x="402290" y="0"/>
                    <a:pt x="401973" y="0"/>
                  </a:cubicBezTo>
                  <a:cubicBezTo>
                    <a:pt x="65784" y="2698"/>
                    <a:pt x="120466" y="368728"/>
                    <a:pt x="37610" y="553092"/>
                  </a:cubicBezTo>
                  <a:cubicBezTo>
                    <a:pt x="-98024" y="854916"/>
                    <a:pt x="176816" y="1086502"/>
                    <a:pt x="176816" y="1086502"/>
                  </a:cubicBezTo>
                  <a:cubicBezTo>
                    <a:pt x="257053" y="1110629"/>
                    <a:pt x="331815" y="1129597"/>
                    <a:pt x="403005" y="1140232"/>
                  </a:cubicBezTo>
                  <a:cubicBezTo>
                    <a:pt x="474195" y="1129597"/>
                    <a:pt x="548956" y="1110629"/>
                    <a:pt x="629194" y="1086502"/>
                  </a:cubicBezTo>
                  <a:cubicBezTo>
                    <a:pt x="629194" y="1086502"/>
                    <a:pt x="910065" y="857773"/>
                    <a:pt x="774431" y="556029"/>
                  </a:cubicBezTo>
                  <a:close/>
                </a:path>
              </a:pathLst>
            </a:custGeom>
            <a:solidFill>
              <a:srgbClr val="C3A028"/>
            </a:solidFill>
            <a:ln w="7932"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D2D4AFCD-C763-1209-FC69-20FA3F2BF830}"/>
                </a:ext>
              </a:extLst>
            </p:cNvPr>
            <p:cNvSpPr/>
            <p:nvPr/>
          </p:nvSpPr>
          <p:spPr>
            <a:xfrm>
              <a:off x="6436412" y="4452684"/>
              <a:ext cx="405981" cy="358966"/>
            </a:xfrm>
            <a:custGeom>
              <a:avLst/>
              <a:gdLst>
                <a:gd name="connsiteX0" fmla="*/ 404206 w 405981"/>
                <a:gd name="connsiteY0" fmla="*/ 222221 h 358966"/>
                <a:gd name="connsiteX1" fmla="*/ 323255 w 405981"/>
                <a:gd name="connsiteY1" fmla="*/ 0 h 358966"/>
                <a:gd name="connsiteX2" fmla="*/ 83494 w 405981"/>
                <a:gd name="connsiteY2" fmla="*/ 0 h 358966"/>
                <a:gd name="connsiteX3" fmla="*/ 717 w 405981"/>
                <a:gd name="connsiteY3" fmla="*/ 213015 h 358966"/>
                <a:gd name="connsiteX4" fmla="*/ 34288 w 405981"/>
                <a:gd name="connsiteY4" fmla="*/ 358966 h 358966"/>
                <a:gd name="connsiteX5" fmla="*/ 375953 w 405981"/>
                <a:gd name="connsiteY5" fmla="*/ 358966 h 358966"/>
                <a:gd name="connsiteX6" fmla="*/ 404206 w 405981"/>
                <a:gd name="connsiteY6" fmla="*/ 222221 h 35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981" h="358966">
                  <a:moveTo>
                    <a:pt x="404206" y="222221"/>
                  </a:moveTo>
                  <a:cubicBezTo>
                    <a:pt x="320001" y="200951"/>
                    <a:pt x="328652" y="104682"/>
                    <a:pt x="323255" y="0"/>
                  </a:cubicBezTo>
                  <a:lnTo>
                    <a:pt x="83494" y="0"/>
                  </a:lnTo>
                  <a:cubicBezTo>
                    <a:pt x="73573" y="94603"/>
                    <a:pt x="84764" y="183729"/>
                    <a:pt x="717" y="213015"/>
                  </a:cubicBezTo>
                  <a:cubicBezTo>
                    <a:pt x="717" y="253729"/>
                    <a:pt x="-7855" y="329443"/>
                    <a:pt x="34288" y="358966"/>
                  </a:cubicBezTo>
                  <a:lnTo>
                    <a:pt x="375953" y="358966"/>
                  </a:lnTo>
                  <a:cubicBezTo>
                    <a:pt x="416588" y="328967"/>
                    <a:pt x="404206" y="259522"/>
                    <a:pt x="404206" y="222221"/>
                  </a:cubicBezTo>
                  <a:close/>
                </a:path>
              </a:pathLst>
            </a:custGeom>
            <a:solidFill>
              <a:srgbClr val="FFCDAA"/>
            </a:solidFill>
            <a:ln w="7932"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44ED4CD8-7231-DEC9-9CA9-4146DD262D8D}"/>
                </a:ext>
              </a:extLst>
            </p:cNvPr>
            <p:cNvSpPr/>
            <p:nvPr/>
          </p:nvSpPr>
          <p:spPr>
            <a:xfrm>
              <a:off x="6360304" y="4772683"/>
              <a:ext cx="275712" cy="586663"/>
            </a:xfrm>
            <a:custGeom>
              <a:avLst/>
              <a:gdLst>
                <a:gd name="connsiteX0" fmla="*/ 0 w 275712"/>
                <a:gd name="connsiteY0" fmla="*/ 0 h 586663"/>
                <a:gd name="connsiteX1" fmla="*/ 275713 w 275712"/>
                <a:gd name="connsiteY1" fmla="*/ 0 h 586663"/>
                <a:gd name="connsiteX2" fmla="*/ 275713 w 275712"/>
                <a:gd name="connsiteY2" fmla="*/ 586664 h 586663"/>
                <a:gd name="connsiteX3" fmla="*/ 0 w 275712"/>
                <a:gd name="connsiteY3" fmla="*/ 586664 h 586663"/>
              </a:gdLst>
              <a:ahLst/>
              <a:cxnLst>
                <a:cxn ang="0">
                  <a:pos x="connsiteX0" y="connsiteY0"/>
                </a:cxn>
                <a:cxn ang="0">
                  <a:pos x="connsiteX1" y="connsiteY1"/>
                </a:cxn>
                <a:cxn ang="0">
                  <a:pos x="connsiteX2" y="connsiteY2"/>
                </a:cxn>
                <a:cxn ang="0">
                  <a:pos x="connsiteX3" y="connsiteY3"/>
                </a:cxn>
              </a:cxnLst>
              <a:rect l="l" t="t" r="r" b="b"/>
              <a:pathLst>
                <a:path w="275712" h="586663">
                  <a:moveTo>
                    <a:pt x="0" y="0"/>
                  </a:moveTo>
                  <a:lnTo>
                    <a:pt x="275713" y="0"/>
                  </a:lnTo>
                  <a:lnTo>
                    <a:pt x="275713" y="586664"/>
                  </a:lnTo>
                  <a:lnTo>
                    <a:pt x="0" y="586664"/>
                  </a:lnTo>
                  <a:close/>
                </a:path>
              </a:pathLst>
            </a:custGeom>
            <a:solidFill>
              <a:srgbClr val="DFE6ED"/>
            </a:solidFill>
            <a:ln w="7932"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B677FCC6-E0FC-3CD2-BFD2-992EE42872E3}"/>
                </a:ext>
              </a:extLst>
            </p:cNvPr>
            <p:cNvSpPr/>
            <p:nvPr/>
          </p:nvSpPr>
          <p:spPr>
            <a:xfrm>
              <a:off x="6631889" y="4772683"/>
              <a:ext cx="275712" cy="586663"/>
            </a:xfrm>
            <a:custGeom>
              <a:avLst/>
              <a:gdLst>
                <a:gd name="connsiteX0" fmla="*/ 0 w 275712"/>
                <a:gd name="connsiteY0" fmla="*/ 0 h 586663"/>
                <a:gd name="connsiteX1" fmla="*/ 275713 w 275712"/>
                <a:gd name="connsiteY1" fmla="*/ 0 h 586663"/>
                <a:gd name="connsiteX2" fmla="*/ 275713 w 275712"/>
                <a:gd name="connsiteY2" fmla="*/ 586664 h 586663"/>
                <a:gd name="connsiteX3" fmla="*/ 0 w 275712"/>
                <a:gd name="connsiteY3" fmla="*/ 586664 h 586663"/>
              </a:gdLst>
              <a:ahLst/>
              <a:cxnLst>
                <a:cxn ang="0">
                  <a:pos x="connsiteX0" y="connsiteY0"/>
                </a:cxn>
                <a:cxn ang="0">
                  <a:pos x="connsiteX1" y="connsiteY1"/>
                </a:cxn>
                <a:cxn ang="0">
                  <a:pos x="connsiteX2" y="connsiteY2"/>
                </a:cxn>
                <a:cxn ang="0">
                  <a:pos x="connsiteX3" y="connsiteY3"/>
                </a:cxn>
              </a:cxnLst>
              <a:rect l="l" t="t" r="r" b="b"/>
              <a:pathLst>
                <a:path w="275712" h="586663">
                  <a:moveTo>
                    <a:pt x="0" y="0"/>
                  </a:moveTo>
                  <a:lnTo>
                    <a:pt x="275713" y="0"/>
                  </a:lnTo>
                  <a:lnTo>
                    <a:pt x="275713" y="586664"/>
                  </a:lnTo>
                  <a:lnTo>
                    <a:pt x="0" y="586664"/>
                  </a:lnTo>
                  <a:close/>
                </a:path>
              </a:pathLst>
            </a:custGeom>
            <a:solidFill>
              <a:srgbClr val="EBF0F5"/>
            </a:solidFill>
            <a:ln w="7932" cap="flat">
              <a:noFill/>
              <a:prstDash val="solid"/>
              <a:miter/>
            </a:ln>
          </p:spPr>
          <p:txBody>
            <a:bodyPr rtlCol="0" anchor="ctr"/>
            <a:lstStyle/>
            <a:p>
              <a:endParaRPr lang="en-US"/>
            </a:p>
          </p:txBody>
        </p:sp>
        <p:sp>
          <p:nvSpPr>
            <p:cNvPr id="20" name="Freihandform: Form 19">
              <a:extLst>
                <a:ext uri="{FF2B5EF4-FFF2-40B4-BE49-F238E27FC236}">
                  <a16:creationId xmlns:a16="http://schemas.microsoft.com/office/drawing/2014/main" id="{B685AB4C-C4CC-8515-D0B5-AB99635E9155}"/>
                </a:ext>
              </a:extLst>
            </p:cNvPr>
            <p:cNvSpPr/>
            <p:nvPr/>
          </p:nvSpPr>
          <p:spPr>
            <a:xfrm>
              <a:off x="6265463" y="5875241"/>
              <a:ext cx="745789" cy="160450"/>
            </a:xfrm>
            <a:custGeom>
              <a:avLst/>
              <a:gdLst>
                <a:gd name="connsiteX0" fmla="*/ 595711 w 745789"/>
                <a:gd name="connsiteY0" fmla="*/ 43150 h 160450"/>
                <a:gd name="connsiteX1" fmla="*/ 0 w 745789"/>
                <a:gd name="connsiteY1" fmla="*/ 160451 h 160450"/>
                <a:gd name="connsiteX2" fmla="*/ 745790 w 745789"/>
                <a:gd name="connsiteY2" fmla="*/ 160451 h 160450"/>
                <a:gd name="connsiteX3" fmla="*/ 595711 w 745789"/>
                <a:gd name="connsiteY3" fmla="*/ 43150 h 160450"/>
              </a:gdLst>
              <a:ahLst/>
              <a:cxnLst>
                <a:cxn ang="0">
                  <a:pos x="connsiteX0" y="connsiteY0"/>
                </a:cxn>
                <a:cxn ang="0">
                  <a:pos x="connsiteX1" y="connsiteY1"/>
                </a:cxn>
                <a:cxn ang="0">
                  <a:pos x="connsiteX2" y="connsiteY2"/>
                </a:cxn>
                <a:cxn ang="0">
                  <a:pos x="connsiteX3" y="connsiteY3"/>
                </a:cxn>
              </a:cxnLst>
              <a:rect l="l" t="t" r="r" b="b"/>
              <a:pathLst>
                <a:path w="745789" h="160450">
                  <a:moveTo>
                    <a:pt x="595711" y="43150"/>
                  </a:moveTo>
                  <a:cubicBezTo>
                    <a:pt x="271189" y="-68992"/>
                    <a:pt x="86587" y="61642"/>
                    <a:pt x="0" y="160451"/>
                  </a:cubicBezTo>
                  <a:lnTo>
                    <a:pt x="745790" y="160451"/>
                  </a:lnTo>
                  <a:cubicBezTo>
                    <a:pt x="683489" y="82753"/>
                    <a:pt x="595711" y="43150"/>
                    <a:pt x="595711" y="43150"/>
                  </a:cubicBezTo>
                  <a:close/>
                </a:path>
              </a:pathLst>
            </a:custGeom>
            <a:solidFill>
              <a:srgbClr val="78CDCD"/>
            </a:solidFill>
            <a:ln w="7932"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E36A9248-643B-4963-4035-A1503186B490}"/>
                </a:ext>
              </a:extLst>
            </p:cNvPr>
            <p:cNvSpPr/>
            <p:nvPr/>
          </p:nvSpPr>
          <p:spPr>
            <a:xfrm>
              <a:off x="6416997" y="5928634"/>
              <a:ext cx="189733" cy="107058"/>
            </a:xfrm>
            <a:custGeom>
              <a:avLst/>
              <a:gdLst>
                <a:gd name="connsiteX0" fmla="*/ 140290 w 189733"/>
                <a:gd name="connsiteY0" fmla="*/ 70471 h 107058"/>
                <a:gd name="connsiteX1" fmla="*/ 8306 w 189733"/>
                <a:gd name="connsiteY1" fmla="*/ 80392 h 107058"/>
                <a:gd name="connsiteX2" fmla="*/ 25528 w 189733"/>
                <a:gd name="connsiteY2" fmla="*/ 107058 h 107058"/>
                <a:gd name="connsiteX3" fmla="*/ 189734 w 189733"/>
                <a:gd name="connsiteY3" fmla="*/ 107058 h 107058"/>
                <a:gd name="connsiteX4" fmla="*/ 140290 w 189733"/>
                <a:gd name="connsiteY4" fmla="*/ 70471 h 107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733" h="107058">
                  <a:moveTo>
                    <a:pt x="140290" y="70471"/>
                  </a:moveTo>
                  <a:cubicBezTo>
                    <a:pt x="102988" y="-12544"/>
                    <a:pt x="-34948" y="-37465"/>
                    <a:pt x="8306" y="80392"/>
                  </a:cubicBezTo>
                  <a:cubicBezTo>
                    <a:pt x="11957" y="90312"/>
                    <a:pt x="17909" y="99043"/>
                    <a:pt x="25528" y="107058"/>
                  </a:cubicBezTo>
                  <a:lnTo>
                    <a:pt x="189734" y="107058"/>
                  </a:lnTo>
                  <a:cubicBezTo>
                    <a:pt x="166242" y="99439"/>
                    <a:pt x="148147" y="87931"/>
                    <a:pt x="140290" y="70471"/>
                  </a:cubicBezTo>
                  <a:close/>
                </a:path>
              </a:pathLst>
            </a:custGeom>
            <a:solidFill>
              <a:srgbClr val="A5E1E1"/>
            </a:solidFill>
            <a:ln w="7932" cap="flat">
              <a:noFill/>
              <a:prstDash val="solid"/>
              <a:miter/>
            </a:ln>
          </p:spPr>
          <p:txBody>
            <a:bodyPr rtlCol="0" anchor="ctr"/>
            <a:lstStyle/>
            <a:p>
              <a:endParaRPr lang="en-US"/>
            </a:p>
          </p:txBody>
        </p:sp>
        <p:sp>
          <p:nvSpPr>
            <p:cNvPr id="22" name="Freihandform: Form 21">
              <a:extLst>
                <a:ext uri="{FF2B5EF4-FFF2-40B4-BE49-F238E27FC236}">
                  <a16:creationId xmlns:a16="http://schemas.microsoft.com/office/drawing/2014/main" id="{46D8889C-C8BA-5B99-AD11-C330682E7D15}"/>
                </a:ext>
              </a:extLst>
            </p:cNvPr>
            <p:cNvSpPr/>
            <p:nvPr/>
          </p:nvSpPr>
          <p:spPr>
            <a:xfrm>
              <a:off x="6517128" y="4279669"/>
              <a:ext cx="249363" cy="316621"/>
            </a:xfrm>
            <a:custGeom>
              <a:avLst/>
              <a:gdLst>
                <a:gd name="connsiteX0" fmla="*/ 0 w 249363"/>
                <a:gd name="connsiteY0" fmla="*/ 161507 h 316621"/>
                <a:gd name="connsiteX1" fmla="*/ 3095 w 249363"/>
                <a:gd name="connsiteY1" fmla="*/ 1270 h 316621"/>
                <a:gd name="connsiteX2" fmla="*/ 228808 w 249363"/>
                <a:gd name="connsiteY2" fmla="*/ 0 h 316621"/>
                <a:gd name="connsiteX3" fmla="*/ 240395 w 249363"/>
                <a:gd name="connsiteY3" fmla="*/ 121507 h 316621"/>
                <a:gd name="connsiteX4" fmla="*/ 249364 w 249363"/>
                <a:gd name="connsiteY4" fmla="*/ 303887 h 316621"/>
                <a:gd name="connsiteX5" fmla="*/ 0 w 249363"/>
                <a:gd name="connsiteY5" fmla="*/ 161507 h 316621"/>
                <a:gd name="connsiteX6" fmla="*/ 0 w 249363"/>
                <a:gd name="connsiteY6" fmla="*/ 161507 h 31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363" h="316621">
                  <a:moveTo>
                    <a:pt x="0" y="161507"/>
                  </a:moveTo>
                  <a:lnTo>
                    <a:pt x="3095" y="1270"/>
                  </a:lnTo>
                  <a:lnTo>
                    <a:pt x="228808" y="0"/>
                  </a:lnTo>
                  <a:lnTo>
                    <a:pt x="240395" y="121507"/>
                  </a:lnTo>
                  <a:cubicBezTo>
                    <a:pt x="243015" y="188491"/>
                    <a:pt x="245792" y="253253"/>
                    <a:pt x="249364" y="303887"/>
                  </a:cubicBezTo>
                  <a:cubicBezTo>
                    <a:pt x="134364" y="352935"/>
                    <a:pt x="36349" y="250634"/>
                    <a:pt x="0" y="161507"/>
                  </a:cubicBezTo>
                  <a:lnTo>
                    <a:pt x="0" y="161507"/>
                  </a:lnTo>
                  <a:close/>
                </a:path>
              </a:pathLst>
            </a:custGeom>
            <a:solidFill>
              <a:srgbClr val="EBAF87"/>
            </a:solidFill>
            <a:ln w="7932" cap="flat">
              <a:noFill/>
              <a:prstDash val="solid"/>
              <a:miter/>
            </a:ln>
          </p:spPr>
          <p:txBody>
            <a:bodyPr rtlCol="0" anchor="ctr"/>
            <a:lstStyle/>
            <a:p>
              <a:endParaRPr lang="en-US"/>
            </a:p>
          </p:txBody>
        </p:sp>
        <p:sp>
          <p:nvSpPr>
            <p:cNvPr id="23" name="Freihandform: Form 22">
              <a:extLst>
                <a:ext uri="{FF2B5EF4-FFF2-40B4-BE49-F238E27FC236}">
                  <a16:creationId xmlns:a16="http://schemas.microsoft.com/office/drawing/2014/main" id="{24C64818-6AFC-B620-1F84-CC8521F39F27}"/>
                </a:ext>
              </a:extLst>
            </p:cNvPr>
            <p:cNvSpPr/>
            <p:nvPr/>
          </p:nvSpPr>
          <p:spPr>
            <a:xfrm>
              <a:off x="6391184" y="4232641"/>
              <a:ext cx="103031" cy="127687"/>
            </a:xfrm>
            <a:custGeom>
              <a:avLst/>
              <a:gdLst>
                <a:gd name="connsiteX0" fmla="*/ 3564 w 103031"/>
                <a:gd name="connsiteY0" fmla="*/ 69092 h 127687"/>
                <a:gd name="connsiteX1" fmla="*/ 74516 w 103031"/>
                <a:gd name="connsiteY1" fmla="*/ 126711 h 127687"/>
                <a:gd name="connsiteX2" fmla="*/ 99357 w 103031"/>
                <a:gd name="connsiteY2" fmla="*/ 56870 h 127687"/>
                <a:gd name="connsiteX3" fmla="*/ 47691 w 103031"/>
                <a:gd name="connsiteY3" fmla="*/ 442 h 127687"/>
                <a:gd name="connsiteX4" fmla="*/ 3564 w 103031"/>
                <a:gd name="connsiteY4" fmla="*/ 69092 h 127687"/>
                <a:gd name="connsiteX5" fmla="*/ 3564 w 103031"/>
                <a:gd name="connsiteY5" fmla="*/ 69092 h 12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031" h="127687">
                  <a:moveTo>
                    <a:pt x="3564" y="69092"/>
                  </a:moveTo>
                  <a:cubicBezTo>
                    <a:pt x="13564" y="100521"/>
                    <a:pt x="50786" y="133854"/>
                    <a:pt x="74516" y="126711"/>
                  </a:cubicBezTo>
                  <a:cubicBezTo>
                    <a:pt x="98246" y="119568"/>
                    <a:pt x="109357" y="88298"/>
                    <a:pt x="99357" y="56870"/>
                  </a:cubicBezTo>
                  <a:cubicBezTo>
                    <a:pt x="89357" y="25442"/>
                    <a:pt x="72294" y="3378"/>
                    <a:pt x="47691" y="442"/>
                  </a:cubicBezTo>
                  <a:cubicBezTo>
                    <a:pt x="3485" y="-4796"/>
                    <a:pt x="-6436" y="37664"/>
                    <a:pt x="3564" y="69092"/>
                  </a:cubicBezTo>
                  <a:lnTo>
                    <a:pt x="3564" y="69092"/>
                  </a:lnTo>
                  <a:close/>
                </a:path>
              </a:pathLst>
            </a:custGeom>
            <a:solidFill>
              <a:srgbClr val="FFCDAA"/>
            </a:solidFill>
            <a:ln w="7932" cap="flat">
              <a:noFill/>
              <a:prstDash val="solid"/>
              <a:miter/>
            </a:ln>
          </p:spPr>
          <p:txBody>
            <a:bodyPr rtlCol="0" anchor="ctr"/>
            <a:lstStyle/>
            <a:p>
              <a:endParaRPr lang="en-US"/>
            </a:p>
          </p:txBody>
        </p:sp>
        <p:sp>
          <p:nvSpPr>
            <p:cNvPr id="24" name="Freihandform: Form 23">
              <a:extLst>
                <a:ext uri="{FF2B5EF4-FFF2-40B4-BE49-F238E27FC236}">
                  <a16:creationId xmlns:a16="http://schemas.microsoft.com/office/drawing/2014/main" id="{2D60076D-A22D-0872-1B0A-C498FEA81C17}"/>
                </a:ext>
              </a:extLst>
            </p:cNvPr>
            <p:cNvSpPr/>
            <p:nvPr/>
          </p:nvSpPr>
          <p:spPr>
            <a:xfrm>
              <a:off x="6799405" y="4232641"/>
              <a:ext cx="103031" cy="127687"/>
            </a:xfrm>
            <a:custGeom>
              <a:avLst/>
              <a:gdLst>
                <a:gd name="connsiteX0" fmla="*/ 99468 w 103031"/>
                <a:gd name="connsiteY0" fmla="*/ 69092 h 127687"/>
                <a:gd name="connsiteX1" fmla="*/ 28516 w 103031"/>
                <a:gd name="connsiteY1" fmla="*/ 126711 h 127687"/>
                <a:gd name="connsiteX2" fmla="*/ 3674 w 103031"/>
                <a:gd name="connsiteY2" fmla="*/ 56870 h 127687"/>
                <a:gd name="connsiteX3" fmla="*/ 55341 w 103031"/>
                <a:gd name="connsiteY3" fmla="*/ 442 h 127687"/>
                <a:gd name="connsiteX4" fmla="*/ 99468 w 103031"/>
                <a:gd name="connsiteY4" fmla="*/ 69092 h 127687"/>
                <a:gd name="connsiteX5" fmla="*/ 99468 w 103031"/>
                <a:gd name="connsiteY5" fmla="*/ 69092 h 12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031" h="127687">
                  <a:moveTo>
                    <a:pt x="99468" y="69092"/>
                  </a:moveTo>
                  <a:cubicBezTo>
                    <a:pt x="89468" y="100521"/>
                    <a:pt x="52246" y="133854"/>
                    <a:pt x="28516" y="126711"/>
                  </a:cubicBezTo>
                  <a:cubicBezTo>
                    <a:pt x="4786" y="119568"/>
                    <a:pt x="-6326" y="88298"/>
                    <a:pt x="3674" y="56870"/>
                  </a:cubicBezTo>
                  <a:cubicBezTo>
                    <a:pt x="13674" y="25442"/>
                    <a:pt x="30738" y="3378"/>
                    <a:pt x="55341" y="442"/>
                  </a:cubicBezTo>
                  <a:cubicBezTo>
                    <a:pt x="99547" y="-4796"/>
                    <a:pt x="109468" y="37664"/>
                    <a:pt x="99468" y="69092"/>
                  </a:cubicBezTo>
                  <a:lnTo>
                    <a:pt x="99468" y="69092"/>
                  </a:lnTo>
                  <a:close/>
                </a:path>
              </a:pathLst>
            </a:custGeom>
            <a:solidFill>
              <a:srgbClr val="FFCDAA"/>
            </a:solidFill>
            <a:ln w="7932" cap="flat">
              <a:noFill/>
              <a:prstDash val="solid"/>
              <a:miter/>
            </a:ln>
          </p:spPr>
          <p:txBody>
            <a:bodyPr rtlCol="0" anchor="ctr"/>
            <a:lstStyle/>
            <a:p>
              <a:endParaRPr lang="en-US"/>
            </a:p>
          </p:txBody>
        </p:sp>
        <p:sp>
          <p:nvSpPr>
            <p:cNvPr id="25" name="Freihandform: Form 24">
              <a:extLst>
                <a:ext uri="{FF2B5EF4-FFF2-40B4-BE49-F238E27FC236}">
                  <a16:creationId xmlns:a16="http://schemas.microsoft.com/office/drawing/2014/main" id="{DCAA34C2-FF0D-4B61-23E8-5BED4663C8EA}"/>
                </a:ext>
              </a:extLst>
            </p:cNvPr>
            <p:cNvSpPr/>
            <p:nvPr/>
          </p:nvSpPr>
          <p:spPr>
            <a:xfrm>
              <a:off x="6827761" y="4320225"/>
              <a:ext cx="26984" cy="26349"/>
            </a:xfrm>
            <a:custGeom>
              <a:avLst/>
              <a:gdLst>
                <a:gd name="connsiteX0" fmla="*/ 0 w 26984"/>
                <a:gd name="connsiteY0" fmla="*/ 13175 h 26349"/>
                <a:gd name="connsiteX1" fmla="*/ 13492 w 26984"/>
                <a:gd name="connsiteY1" fmla="*/ 26349 h 26349"/>
                <a:gd name="connsiteX2" fmla="*/ 26984 w 26984"/>
                <a:gd name="connsiteY2" fmla="*/ 13175 h 26349"/>
                <a:gd name="connsiteX3" fmla="*/ 13492 w 26984"/>
                <a:gd name="connsiteY3" fmla="*/ 0 h 26349"/>
                <a:gd name="connsiteX4" fmla="*/ 0 w 26984"/>
                <a:gd name="connsiteY4" fmla="*/ 13175 h 26349"/>
                <a:gd name="connsiteX5" fmla="*/ 0 w 26984"/>
                <a:gd name="connsiteY5" fmla="*/ 13175 h 2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84" h="26349">
                  <a:moveTo>
                    <a:pt x="0" y="13175"/>
                  </a:moveTo>
                  <a:cubicBezTo>
                    <a:pt x="0" y="20397"/>
                    <a:pt x="6032" y="26349"/>
                    <a:pt x="13492" y="26349"/>
                  </a:cubicBezTo>
                  <a:cubicBezTo>
                    <a:pt x="20952" y="26349"/>
                    <a:pt x="26984" y="20476"/>
                    <a:pt x="26984" y="13175"/>
                  </a:cubicBezTo>
                  <a:cubicBezTo>
                    <a:pt x="26984" y="5952"/>
                    <a:pt x="20952" y="0"/>
                    <a:pt x="13492" y="0"/>
                  </a:cubicBezTo>
                  <a:cubicBezTo>
                    <a:pt x="6032" y="0"/>
                    <a:pt x="0" y="5873"/>
                    <a:pt x="0" y="13175"/>
                  </a:cubicBezTo>
                  <a:lnTo>
                    <a:pt x="0" y="13175"/>
                  </a:lnTo>
                  <a:close/>
                </a:path>
              </a:pathLst>
            </a:custGeom>
            <a:solidFill>
              <a:srgbClr val="FFFFFF"/>
            </a:solidFill>
            <a:ln w="7932" cap="flat">
              <a:noFill/>
              <a:prstDash val="solid"/>
              <a:miter/>
            </a:ln>
          </p:spPr>
          <p:txBody>
            <a:bodyPr rtlCol="0" anchor="ctr"/>
            <a:lstStyle/>
            <a:p>
              <a:endParaRPr lang="en-US"/>
            </a:p>
          </p:txBody>
        </p:sp>
        <p:sp>
          <p:nvSpPr>
            <p:cNvPr id="26" name="Freihandform: Form 25">
              <a:extLst>
                <a:ext uri="{FF2B5EF4-FFF2-40B4-BE49-F238E27FC236}">
                  <a16:creationId xmlns:a16="http://schemas.microsoft.com/office/drawing/2014/main" id="{50F6BC40-CBE6-090B-A211-ACCB103CA740}"/>
                </a:ext>
              </a:extLst>
            </p:cNvPr>
            <p:cNvSpPr/>
            <p:nvPr/>
          </p:nvSpPr>
          <p:spPr>
            <a:xfrm>
              <a:off x="6435382" y="4320225"/>
              <a:ext cx="26984" cy="26349"/>
            </a:xfrm>
            <a:custGeom>
              <a:avLst/>
              <a:gdLst>
                <a:gd name="connsiteX0" fmla="*/ 0 w 26984"/>
                <a:gd name="connsiteY0" fmla="*/ 13175 h 26349"/>
                <a:gd name="connsiteX1" fmla="*/ 13492 w 26984"/>
                <a:gd name="connsiteY1" fmla="*/ 26349 h 26349"/>
                <a:gd name="connsiteX2" fmla="*/ 26984 w 26984"/>
                <a:gd name="connsiteY2" fmla="*/ 13175 h 26349"/>
                <a:gd name="connsiteX3" fmla="*/ 13492 w 26984"/>
                <a:gd name="connsiteY3" fmla="*/ 0 h 26349"/>
                <a:gd name="connsiteX4" fmla="*/ 0 w 26984"/>
                <a:gd name="connsiteY4" fmla="*/ 13175 h 26349"/>
                <a:gd name="connsiteX5" fmla="*/ 0 w 26984"/>
                <a:gd name="connsiteY5" fmla="*/ 13175 h 2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84" h="26349">
                  <a:moveTo>
                    <a:pt x="0" y="13175"/>
                  </a:moveTo>
                  <a:cubicBezTo>
                    <a:pt x="0" y="20397"/>
                    <a:pt x="6032" y="26349"/>
                    <a:pt x="13492" y="26349"/>
                  </a:cubicBezTo>
                  <a:cubicBezTo>
                    <a:pt x="20952" y="26349"/>
                    <a:pt x="26984" y="20476"/>
                    <a:pt x="26984" y="13175"/>
                  </a:cubicBezTo>
                  <a:cubicBezTo>
                    <a:pt x="26984" y="5952"/>
                    <a:pt x="20952" y="0"/>
                    <a:pt x="13492" y="0"/>
                  </a:cubicBezTo>
                  <a:cubicBezTo>
                    <a:pt x="6032" y="0"/>
                    <a:pt x="0" y="5873"/>
                    <a:pt x="0" y="13175"/>
                  </a:cubicBezTo>
                  <a:lnTo>
                    <a:pt x="0" y="13175"/>
                  </a:lnTo>
                  <a:close/>
                </a:path>
              </a:pathLst>
            </a:custGeom>
            <a:solidFill>
              <a:srgbClr val="FFFFFF"/>
            </a:solidFill>
            <a:ln w="7932" cap="flat">
              <a:noFill/>
              <a:prstDash val="solid"/>
              <a:miter/>
            </a:ln>
          </p:spPr>
          <p:txBody>
            <a:bodyPr rtlCol="0" anchor="ctr"/>
            <a:lstStyle/>
            <a:p>
              <a:endParaRPr lang="en-US"/>
            </a:p>
          </p:txBody>
        </p:sp>
        <p:sp>
          <p:nvSpPr>
            <p:cNvPr id="27" name="Freihandform: Form 26">
              <a:extLst>
                <a:ext uri="{FF2B5EF4-FFF2-40B4-BE49-F238E27FC236}">
                  <a16:creationId xmlns:a16="http://schemas.microsoft.com/office/drawing/2014/main" id="{A19DDB96-22A8-5869-AE8B-E961688980FA}"/>
                </a:ext>
              </a:extLst>
            </p:cNvPr>
            <p:cNvSpPr/>
            <p:nvPr/>
          </p:nvSpPr>
          <p:spPr>
            <a:xfrm>
              <a:off x="6419880" y="3918588"/>
              <a:ext cx="447868" cy="607596"/>
            </a:xfrm>
            <a:custGeom>
              <a:avLst/>
              <a:gdLst>
                <a:gd name="connsiteX0" fmla="*/ 374707 w 447868"/>
                <a:gd name="connsiteY0" fmla="*/ 505922 h 607596"/>
                <a:gd name="connsiteX1" fmla="*/ 8677 w 447868"/>
                <a:gd name="connsiteY1" fmla="*/ 158146 h 607596"/>
                <a:gd name="connsiteX2" fmla="*/ 426532 w 447868"/>
                <a:gd name="connsiteY2" fmla="*/ 125844 h 607596"/>
                <a:gd name="connsiteX3" fmla="*/ 374707 w 447868"/>
                <a:gd name="connsiteY3" fmla="*/ 505922 h 607596"/>
                <a:gd name="connsiteX4" fmla="*/ 374707 w 447868"/>
                <a:gd name="connsiteY4" fmla="*/ 505922 h 607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868" h="607596">
                  <a:moveTo>
                    <a:pt x="374707" y="505922"/>
                  </a:moveTo>
                  <a:cubicBezTo>
                    <a:pt x="154629" y="807507"/>
                    <a:pt x="-44418" y="361716"/>
                    <a:pt x="8677" y="158146"/>
                  </a:cubicBezTo>
                  <a:cubicBezTo>
                    <a:pt x="56772" y="-26298"/>
                    <a:pt x="336453" y="-65028"/>
                    <a:pt x="426532" y="125844"/>
                  </a:cubicBezTo>
                  <a:cubicBezTo>
                    <a:pt x="471611" y="221320"/>
                    <a:pt x="440976" y="423065"/>
                    <a:pt x="374707" y="505922"/>
                  </a:cubicBezTo>
                  <a:lnTo>
                    <a:pt x="374707" y="505922"/>
                  </a:lnTo>
                  <a:close/>
                </a:path>
              </a:pathLst>
            </a:custGeom>
            <a:solidFill>
              <a:srgbClr val="FFCDAA"/>
            </a:solidFill>
            <a:ln w="7932" cap="flat">
              <a:noFill/>
              <a:prstDash val="solid"/>
              <a:miter/>
            </a:ln>
          </p:spPr>
          <p:txBody>
            <a:bodyPr rtlCol="0" anchor="ctr"/>
            <a:lstStyle/>
            <a:p>
              <a:endParaRPr lang="en-US"/>
            </a:p>
          </p:txBody>
        </p:sp>
        <p:sp>
          <p:nvSpPr>
            <p:cNvPr id="28" name="Freihandform: Form 27">
              <a:extLst>
                <a:ext uri="{FF2B5EF4-FFF2-40B4-BE49-F238E27FC236}">
                  <a16:creationId xmlns:a16="http://schemas.microsoft.com/office/drawing/2014/main" id="{B11145C1-607E-5D0E-9B10-F54994B065DD}"/>
                </a:ext>
              </a:extLst>
            </p:cNvPr>
            <p:cNvSpPr/>
            <p:nvPr/>
          </p:nvSpPr>
          <p:spPr>
            <a:xfrm>
              <a:off x="6585223" y="4383711"/>
              <a:ext cx="120872" cy="36535"/>
            </a:xfrm>
            <a:custGeom>
              <a:avLst/>
              <a:gdLst>
                <a:gd name="connsiteX0" fmla="*/ 0 w 120872"/>
                <a:gd name="connsiteY0" fmla="*/ 5085 h 36535"/>
                <a:gd name="connsiteX1" fmla="*/ 120873 w 120872"/>
                <a:gd name="connsiteY1" fmla="*/ 2942 h 36535"/>
                <a:gd name="connsiteX2" fmla="*/ 0 w 120872"/>
                <a:gd name="connsiteY2" fmla="*/ 5085 h 36535"/>
                <a:gd name="connsiteX3" fmla="*/ 0 w 120872"/>
                <a:gd name="connsiteY3" fmla="*/ 5085 h 36535"/>
              </a:gdLst>
              <a:ahLst/>
              <a:cxnLst>
                <a:cxn ang="0">
                  <a:pos x="connsiteX0" y="connsiteY0"/>
                </a:cxn>
                <a:cxn ang="0">
                  <a:pos x="connsiteX1" y="connsiteY1"/>
                </a:cxn>
                <a:cxn ang="0">
                  <a:pos x="connsiteX2" y="connsiteY2"/>
                </a:cxn>
                <a:cxn ang="0">
                  <a:pos x="connsiteX3" y="connsiteY3"/>
                </a:cxn>
              </a:cxnLst>
              <a:rect l="l" t="t" r="r" b="b"/>
              <a:pathLst>
                <a:path w="120872" h="36535">
                  <a:moveTo>
                    <a:pt x="0" y="5085"/>
                  </a:moveTo>
                  <a:cubicBezTo>
                    <a:pt x="0" y="5085"/>
                    <a:pt x="46190" y="-4756"/>
                    <a:pt x="120873" y="2942"/>
                  </a:cubicBezTo>
                  <a:cubicBezTo>
                    <a:pt x="103492" y="44926"/>
                    <a:pt x="18809" y="49688"/>
                    <a:pt x="0" y="5085"/>
                  </a:cubicBezTo>
                  <a:lnTo>
                    <a:pt x="0" y="5085"/>
                  </a:lnTo>
                  <a:close/>
                </a:path>
              </a:pathLst>
            </a:custGeom>
            <a:solidFill>
              <a:srgbClr val="FFFFFF"/>
            </a:solidFill>
            <a:ln w="7932" cap="flat">
              <a:noFill/>
              <a:prstDash val="solid"/>
              <a:miter/>
            </a:ln>
          </p:spPr>
          <p:txBody>
            <a:bodyPr rtlCol="0" anchor="ctr"/>
            <a:lstStyle/>
            <a:p>
              <a:endParaRPr lang="en-US"/>
            </a:p>
          </p:txBody>
        </p:sp>
        <p:sp>
          <p:nvSpPr>
            <p:cNvPr id="29" name="Freihandform: Form 28">
              <a:extLst>
                <a:ext uri="{FF2B5EF4-FFF2-40B4-BE49-F238E27FC236}">
                  <a16:creationId xmlns:a16="http://schemas.microsoft.com/office/drawing/2014/main" id="{04BEF70F-9E51-A961-6FCD-3298A4C4EF32}"/>
                </a:ext>
              </a:extLst>
            </p:cNvPr>
            <p:cNvSpPr/>
            <p:nvPr/>
          </p:nvSpPr>
          <p:spPr>
            <a:xfrm>
              <a:off x="6617128" y="4437367"/>
              <a:ext cx="50237" cy="5553"/>
            </a:xfrm>
            <a:custGeom>
              <a:avLst/>
              <a:gdLst>
                <a:gd name="connsiteX0" fmla="*/ 50238 w 50237"/>
                <a:gd name="connsiteY0" fmla="*/ 2222 h 5553"/>
                <a:gd name="connsiteX1" fmla="*/ 0 w 50237"/>
                <a:gd name="connsiteY1" fmla="*/ 0 h 5553"/>
              </a:gdLst>
              <a:ahLst/>
              <a:cxnLst>
                <a:cxn ang="0">
                  <a:pos x="connsiteX0" y="connsiteY0"/>
                </a:cxn>
                <a:cxn ang="0">
                  <a:pos x="connsiteX1" y="connsiteY1"/>
                </a:cxn>
              </a:cxnLst>
              <a:rect l="l" t="t" r="r" b="b"/>
              <a:pathLst>
                <a:path w="50237" h="5553">
                  <a:moveTo>
                    <a:pt x="50238" y="2222"/>
                  </a:moveTo>
                  <a:cubicBezTo>
                    <a:pt x="50238" y="2222"/>
                    <a:pt x="21905" y="11032"/>
                    <a:pt x="0" y="0"/>
                  </a:cubicBezTo>
                </a:path>
              </a:pathLst>
            </a:custGeom>
            <a:noFill/>
            <a:ln w="9475" cap="flat">
              <a:solidFill>
                <a:srgbClr val="EBAF87"/>
              </a:solidFill>
              <a:prstDash val="solid"/>
              <a:round/>
            </a:ln>
          </p:spPr>
          <p:txBody>
            <a:bodyPr rtlCol="0" anchor="ctr"/>
            <a:lstStyle/>
            <a:p>
              <a:endParaRPr lang="en-US"/>
            </a:p>
          </p:txBody>
        </p:sp>
        <p:sp>
          <p:nvSpPr>
            <p:cNvPr id="30" name="Freihandform: Form 29">
              <a:extLst>
                <a:ext uri="{FF2B5EF4-FFF2-40B4-BE49-F238E27FC236}">
                  <a16:creationId xmlns:a16="http://schemas.microsoft.com/office/drawing/2014/main" id="{CF759005-911A-1066-038B-AE93C9EEF88A}"/>
                </a:ext>
              </a:extLst>
            </p:cNvPr>
            <p:cNvSpPr/>
            <p:nvPr/>
          </p:nvSpPr>
          <p:spPr>
            <a:xfrm>
              <a:off x="6687762" y="4314590"/>
              <a:ext cx="9831" cy="19523"/>
            </a:xfrm>
            <a:custGeom>
              <a:avLst/>
              <a:gdLst>
                <a:gd name="connsiteX0" fmla="*/ 0 w 9831"/>
                <a:gd name="connsiteY0" fmla="*/ 0 h 19523"/>
                <a:gd name="connsiteX1" fmla="*/ 9603 w 9831"/>
                <a:gd name="connsiteY1" fmla="*/ 11905 h 19523"/>
                <a:gd name="connsiteX2" fmla="*/ 3492 w 9831"/>
                <a:gd name="connsiteY2" fmla="*/ 19524 h 19523"/>
              </a:gdLst>
              <a:ahLst/>
              <a:cxnLst>
                <a:cxn ang="0">
                  <a:pos x="connsiteX0" y="connsiteY0"/>
                </a:cxn>
                <a:cxn ang="0">
                  <a:pos x="connsiteX1" y="connsiteY1"/>
                </a:cxn>
                <a:cxn ang="0">
                  <a:pos x="connsiteX2" y="connsiteY2"/>
                </a:cxn>
              </a:cxnLst>
              <a:rect l="l" t="t" r="r" b="b"/>
              <a:pathLst>
                <a:path w="9831" h="19523">
                  <a:moveTo>
                    <a:pt x="0" y="0"/>
                  </a:moveTo>
                  <a:cubicBezTo>
                    <a:pt x="2619" y="0"/>
                    <a:pt x="11349" y="5952"/>
                    <a:pt x="9603" y="11905"/>
                  </a:cubicBezTo>
                  <a:cubicBezTo>
                    <a:pt x="7857" y="17857"/>
                    <a:pt x="3492" y="19524"/>
                    <a:pt x="3492" y="19524"/>
                  </a:cubicBezTo>
                </a:path>
              </a:pathLst>
            </a:custGeom>
            <a:noFill/>
            <a:ln w="9475" cap="flat">
              <a:solidFill>
                <a:srgbClr val="EBAF87"/>
              </a:solidFill>
              <a:prstDash val="solid"/>
              <a:round/>
            </a:ln>
          </p:spPr>
          <p:txBody>
            <a:bodyPr rtlCol="0" anchor="ctr"/>
            <a:lstStyle/>
            <a:p>
              <a:endParaRPr lang="en-US"/>
            </a:p>
          </p:txBody>
        </p:sp>
        <p:sp>
          <p:nvSpPr>
            <p:cNvPr id="31" name="Freihandform: Form 30">
              <a:extLst>
                <a:ext uri="{FF2B5EF4-FFF2-40B4-BE49-F238E27FC236}">
                  <a16:creationId xmlns:a16="http://schemas.microsoft.com/office/drawing/2014/main" id="{1AFBB6FA-2FF9-20B8-71EE-75AB45DB9E9F}"/>
                </a:ext>
              </a:extLst>
            </p:cNvPr>
            <p:cNvSpPr/>
            <p:nvPr/>
          </p:nvSpPr>
          <p:spPr>
            <a:xfrm>
              <a:off x="6608863" y="4334165"/>
              <a:ext cx="72748" cy="13614"/>
            </a:xfrm>
            <a:custGeom>
              <a:avLst/>
              <a:gdLst>
                <a:gd name="connsiteX0" fmla="*/ 3106 w 72748"/>
                <a:gd name="connsiteY0" fmla="*/ 7409 h 13614"/>
                <a:gd name="connsiteX1" fmla="*/ 45011 w 72748"/>
                <a:gd name="connsiteY1" fmla="*/ 12885 h 13614"/>
                <a:gd name="connsiteX2" fmla="*/ 68820 w 72748"/>
                <a:gd name="connsiteY2" fmla="*/ 2806 h 13614"/>
                <a:gd name="connsiteX3" fmla="*/ 1916 w 72748"/>
                <a:gd name="connsiteY3" fmla="*/ 2091 h 13614"/>
                <a:gd name="connsiteX4" fmla="*/ 3106 w 72748"/>
                <a:gd name="connsiteY4" fmla="*/ 7409 h 13614"/>
                <a:gd name="connsiteX5" fmla="*/ 3106 w 72748"/>
                <a:gd name="connsiteY5" fmla="*/ 7409 h 13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748" h="13614">
                  <a:moveTo>
                    <a:pt x="3106" y="7409"/>
                  </a:moveTo>
                  <a:cubicBezTo>
                    <a:pt x="19217" y="15425"/>
                    <a:pt x="27313" y="13679"/>
                    <a:pt x="45011" y="12885"/>
                  </a:cubicBezTo>
                  <a:cubicBezTo>
                    <a:pt x="69535" y="11774"/>
                    <a:pt x="78741" y="7726"/>
                    <a:pt x="68820" y="2806"/>
                  </a:cubicBezTo>
                  <a:cubicBezTo>
                    <a:pt x="58979" y="-2194"/>
                    <a:pt x="6916" y="742"/>
                    <a:pt x="1916" y="2091"/>
                  </a:cubicBezTo>
                  <a:cubicBezTo>
                    <a:pt x="-3005" y="3282"/>
                    <a:pt x="3106" y="7409"/>
                    <a:pt x="3106" y="7409"/>
                  </a:cubicBezTo>
                  <a:lnTo>
                    <a:pt x="3106" y="7409"/>
                  </a:lnTo>
                  <a:close/>
                </a:path>
              </a:pathLst>
            </a:custGeom>
            <a:solidFill>
              <a:srgbClr val="EBAF87"/>
            </a:solidFill>
            <a:ln w="7932" cap="flat">
              <a:noFill/>
              <a:prstDash val="solid"/>
              <a:miter/>
            </a:ln>
          </p:spPr>
          <p:txBody>
            <a:bodyPr rtlCol="0" anchor="ctr"/>
            <a:lstStyle/>
            <a:p>
              <a:endParaRPr lang="en-US"/>
            </a:p>
          </p:txBody>
        </p:sp>
        <p:sp>
          <p:nvSpPr>
            <p:cNvPr id="32" name="Freihandform: Form 31">
              <a:extLst>
                <a:ext uri="{FF2B5EF4-FFF2-40B4-BE49-F238E27FC236}">
                  <a16:creationId xmlns:a16="http://schemas.microsoft.com/office/drawing/2014/main" id="{9ED78A73-3E8F-F984-E3C5-02462FC36795}"/>
                </a:ext>
              </a:extLst>
            </p:cNvPr>
            <p:cNvSpPr/>
            <p:nvPr/>
          </p:nvSpPr>
          <p:spPr>
            <a:xfrm>
              <a:off x="6481182" y="4162219"/>
              <a:ext cx="116359" cy="59759"/>
            </a:xfrm>
            <a:custGeom>
              <a:avLst/>
              <a:gdLst>
                <a:gd name="connsiteX0" fmla="*/ 7057 w 116359"/>
                <a:gd name="connsiteY0" fmla="*/ 387 h 59759"/>
                <a:gd name="connsiteX1" fmla="*/ 6422 w 116359"/>
                <a:gd name="connsiteY1" fmla="*/ 14038 h 59759"/>
                <a:gd name="connsiteX2" fmla="*/ 111977 w 116359"/>
                <a:gd name="connsiteY2" fmla="*/ 59117 h 59759"/>
                <a:gd name="connsiteX3" fmla="*/ 110549 w 116359"/>
                <a:gd name="connsiteY3" fmla="*/ 4356 h 59759"/>
                <a:gd name="connsiteX4" fmla="*/ 103327 w 116359"/>
                <a:gd name="connsiteY4" fmla="*/ 70 h 59759"/>
                <a:gd name="connsiteX5" fmla="*/ 7057 w 116359"/>
                <a:gd name="connsiteY5" fmla="*/ 387 h 59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359" h="59759">
                  <a:moveTo>
                    <a:pt x="7057" y="387"/>
                  </a:moveTo>
                  <a:cubicBezTo>
                    <a:pt x="153" y="-962"/>
                    <a:pt x="-4292" y="16022"/>
                    <a:pt x="6422" y="14038"/>
                  </a:cubicBezTo>
                  <a:cubicBezTo>
                    <a:pt x="97930" y="-2867"/>
                    <a:pt x="82930" y="67133"/>
                    <a:pt x="111977" y="59117"/>
                  </a:cubicBezTo>
                  <a:cubicBezTo>
                    <a:pt x="115311" y="58165"/>
                    <a:pt x="120549" y="14752"/>
                    <a:pt x="110549" y="4356"/>
                  </a:cubicBezTo>
                  <a:cubicBezTo>
                    <a:pt x="110549" y="4356"/>
                    <a:pt x="107057" y="-644"/>
                    <a:pt x="103327" y="70"/>
                  </a:cubicBezTo>
                  <a:lnTo>
                    <a:pt x="7057" y="387"/>
                  </a:lnTo>
                  <a:close/>
                </a:path>
              </a:pathLst>
            </a:custGeom>
            <a:solidFill>
              <a:srgbClr val="EBAF87"/>
            </a:solidFill>
            <a:ln w="7932" cap="flat">
              <a:noFill/>
              <a:prstDash val="solid"/>
              <a:miter/>
            </a:ln>
          </p:spPr>
          <p:txBody>
            <a:bodyPr rtlCol="0" anchor="ctr"/>
            <a:lstStyle/>
            <a:p>
              <a:endParaRPr lang="en-US"/>
            </a:p>
          </p:txBody>
        </p:sp>
        <p:sp>
          <p:nvSpPr>
            <p:cNvPr id="33" name="Freihandform: Form 32">
              <a:extLst>
                <a:ext uri="{FF2B5EF4-FFF2-40B4-BE49-F238E27FC236}">
                  <a16:creationId xmlns:a16="http://schemas.microsoft.com/office/drawing/2014/main" id="{56E90FF3-0231-FAAC-4750-8C2D3564B9A6}"/>
                </a:ext>
              </a:extLst>
            </p:cNvPr>
            <p:cNvSpPr/>
            <p:nvPr/>
          </p:nvSpPr>
          <p:spPr>
            <a:xfrm>
              <a:off x="6676968" y="4150798"/>
              <a:ext cx="121138" cy="91868"/>
            </a:xfrm>
            <a:custGeom>
              <a:avLst/>
              <a:gdLst>
                <a:gd name="connsiteX0" fmla="*/ 11588 w 121138"/>
                <a:gd name="connsiteY0" fmla="*/ 12682 h 91868"/>
                <a:gd name="connsiteX1" fmla="*/ 3810 w 121138"/>
                <a:gd name="connsiteY1" fmla="*/ 90697 h 91868"/>
                <a:gd name="connsiteX2" fmla="*/ 43096 w 121138"/>
                <a:gd name="connsiteY2" fmla="*/ 46332 h 91868"/>
                <a:gd name="connsiteX3" fmla="*/ 121032 w 121138"/>
                <a:gd name="connsiteY3" fmla="*/ 17047 h 91868"/>
                <a:gd name="connsiteX4" fmla="*/ 114206 w 121138"/>
                <a:gd name="connsiteY4" fmla="*/ 4348 h 91868"/>
                <a:gd name="connsiteX5" fmla="*/ 80794 w 121138"/>
                <a:gd name="connsiteY5" fmla="*/ 2364 h 91868"/>
                <a:gd name="connsiteX6" fmla="*/ 11588 w 121138"/>
                <a:gd name="connsiteY6" fmla="*/ 12682 h 9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138" h="91868">
                  <a:moveTo>
                    <a:pt x="11588" y="12682"/>
                  </a:moveTo>
                  <a:cubicBezTo>
                    <a:pt x="4604" y="12444"/>
                    <a:pt x="-5634" y="85538"/>
                    <a:pt x="3810" y="90697"/>
                  </a:cubicBezTo>
                  <a:cubicBezTo>
                    <a:pt x="18096" y="98475"/>
                    <a:pt x="7620" y="65697"/>
                    <a:pt x="43096" y="46332"/>
                  </a:cubicBezTo>
                  <a:cubicBezTo>
                    <a:pt x="85080" y="23396"/>
                    <a:pt x="111349" y="44189"/>
                    <a:pt x="121032" y="17047"/>
                  </a:cubicBezTo>
                  <a:cubicBezTo>
                    <a:pt x="122143" y="13872"/>
                    <a:pt x="114206" y="4348"/>
                    <a:pt x="114206" y="4348"/>
                  </a:cubicBezTo>
                  <a:cubicBezTo>
                    <a:pt x="111984" y="-3191"/>
                    <a:pt x="84445" y="1094"/>
                    <a:pt x="80794" y="2364"/>
                  </a:cubicBezTo>
                  <a:lnTo>
                    <a:pt x="11588" y="12682"/>
                  </a:lnTo>
                  <a:close/>
                </a:path>
              </a:pathLst>
            </a:custGeom>
            <a:solidFill>
              <a:srgbClr val="EBAF87"/>
            </a:solidFill>
            <a:ln w="7932" cap="flat">
              <a:noFill/>
              <a:prstDash val="solid"/>
              <a:miter/>
            </a:ln>
          </p:spPr>
          <p:txBody>
            <a:bodyPr rtlCol="0" anchor="ctr"/>
            <a:lstStyle/>
            <a:p>
              <a:endParaRPr lang="en-US"/>
            </a:p>
          </p:txBody>
        </p:sp>
        <p:sp>
          <p:nvSpPr>
            <p:cNvPr id="34" name="Freihandform: Form 33">
              <a:extLst>
                <a:ext uri="{FF2B5EF4-FFF2-40B4-BE49-F238E27FC236}">
                  <a16:creationId xmlns:a16="http://schemas.microsoft.com/office/drawing/2014/main" id="{FA4159FF-1EA9-9008-9248-D6F4829E5E26}"/>
                </a:ext>
              </a:extLst>
            </p:cNvPr>
            <p:cNvSpPr/>
            <p:nvPr/>
          </p:nvSpPr>
          <p:spPr>
            <a:xfrm>
              <a:off x="6480331" y="4151266"/>
              <a:ext cx="111737" cy="25991"/>
            </a:xfrm>
            <a:custGeom>
              <a:avLst/>
              <a:gdLst>
                <a:gd name="connsiteX0" fmla="*/ 210 w 111737"/>
                <a:gd name="connsiteY0" fmla="*/ 22213 h 25991"/>
                <a:gd name="connsiteX1" fmla="*/ 48305 w 111737"/>
                <a:gd name="connsiteY1" fmla="*/ 705 h 25991"/>
                <a:gd name="connsiteX2" fmla="*/ 111559 w 111737"/>
                <a:gd name="connsiteY2" fmla="*/ 14832 h 25991"/>
                <a:gd name="connsiteX3" fmla="*/ 89893 w 111737"/>
                <a:gd name="connsiteY3" fmla="*/ 20705 h 25991"/>
                <a:gd name="connsiteX4" fmla="*/ 48067 w 111737"/>
                <a:gd name="connsiteY4" fmla="*/ 17531 h 25991"/>
                <a:gd name="connsiteX5" fmla="*/ 210 w 111737"/>
                <a:gd name="connsiteY5" fmla="*/ 22213 h 25991"/>
                <a:gd name="connsiteX6" fmla="*/ 210 w 111737"/>
                <a:gd name="connsiteY6" fmla="*/ 22213 h 2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737" h="25991">
                  <a:moveTo>
                    <a:pt x="210" y="22213"/>
                  </a:moveTo>
                  <a:cubicBezTo>
                    <a:pt x="-1456" y="19038"/>
                    <a:pt x="6084" y="3959"/>
                    <a:pt x="48305" y="705"/>
                  </a:cubicBezTo>
                  <a:cubicBezTo>
                    <a:pt x="90527" y="-2549"/>
                    <a:pt x="109734" y="6023"/>
                    <a:pt x="111559" y="14832"/>
                  </a:cubicBezTo>
                  <a:cubicBezTo>
                    <a:pt x="113305" y="23642"/>
                    <a:pt x="101956" y="23483"/>
                    <a:pt x="89893" y="20705"/>
                  </a:cubicBezTo>
                  <a:cubicBezTo>
                    <a:pt x="77829" y="17927"/>
                    <a:pt x="58226" y="16499"/>
                    <a:pt x="48067" y="17531"/>
                  </a:cubicBezTo>
                  <a:cubicBezTo>
                    <a:pt x="8385" y="21578"/>
                    <a:pt x="5131" y="31340"/>
                    <a:pt x="210" y="22213"/>
                  </a:cubicBezTo>
                  <a:lnTo>
                    <a:pt x="210" y="22213"/>
                  </a:lnTo>
                  <a:close/>
                </a:path>
              </a:pathLst>
            </a:custGeom>
            <a:solidFill>
              <a:srgbClr val="C3A028"/>
            </a:solidFill>
            <a:ln w="7932" cap="flat">
              <a:noFill/>
              <a:prstDash val="solid"/>
              <a:miter/>
            </a:ln>
          </p:spPr>
          <p:txBody>
            <a:bodyPr rtlCol="0" anchor="ctr"/>
            <a:lstStyle/>
            <a:p>
              <a:endParaRPr lang="en-US"/>
            </a:p>
          </p:txBody>
        </p:sp>
        <p:sp>
          <p:nvSpPr>
            <p:cNvPr id="35" name="Freihandform: Form 34">
              <a:extLst>
                <a:ext uri="{FF2B5EF4-FFF2-40B4-BE49-F238E27FC236}">
                  <a16:creationId xmlns:a16="http://schemas.microsoft.com/office/drawing/2014/main" id="{90AA3E7A-9886-B519-563D-9BA227AEA76A}"/>
                </a:ext>
              </a:extLst>
            </p:cNvPr>
            <p:cNvSpPr/>
            <p:nvPr/>
          </p:nvSpPr>
          <p:spPr>
            <a:xfrm>
              <a:off x="6682486" y="4150735"/>
              <a:ext cx="118170" cy="24777"/>
            </a:xfrm>
            <a:custGeom>
              <a:avLst/>
              <a:gdLst>
                <a:gd name="connsiteX0" fmla="*/ 118132 w 118170"/>
                <a:gd name="connsiteY0" fmla="*/ 18776 h 24777"/>
                <a:gd name="connsiteX1" fmla="*/ 64958 w 118170"/>
                <a:gd name="connsiteY1" fmla="*/ 46 h 24777"/>
                <a:gd name="connsiteX2" fmla="*/ 38 w 118170"/>
                <a:gd name="connsiteY2" fmla="*/ 17744 h 24777"/>
                <a:gd name="connsiteX3" fmla="*/ 23530 w 118170"/>
                <a:gd name="connsiteY3" fmla="*/ 22348 h 24777"/>
                <a:gd name="connsiteX4" fmla="*/ 65513 w 118170"/>
                <a:gd name="connsiteY4" fmla="*/ 15443 h 24777"/>
                <a:gd name="connsiteX5" fmla="*/ 118132 w 118170"/>
                <a:gd name="connsiteY5" fmla="*/ 18776 h 24777"/>
                <a:gd name="connsiteX6" fmla="*/ 118132 w 118170"/>
                <a:gd name="connsiteY6" fmla="*/ 18776 h 2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170" h="24777">
                  <a:moveTo>
                    <a:pt x="118132" y="18776"/>
                  </a:moveTo>
                  <a:cubicBezTo>
                    <a:pt x="118847" y="15602"/>
                    <a:pt x="109799" y="840"/>
                    <a:pt x="64958" y="46"/>
                  </a:cubicBezTo>
                  <a:cubicBezTo>
                    <a:pt x="20117" y="-748"/>
                    <a:pt x="910" y="8856"/>
                    <a:pt x="38" y="17744"/>
                  </a:cubicBezTo>
                  <a:cubicBezTo>
                    <a:pt x="-756" y="26554"/>
                    <a:pt x="11149" y="25840"/>
                    <a:pt x="23530" y="22348"/>
                  </a:cubicBezTo>
                  <a:cubicBezTo>
                    <a:pt x="35911" y="18855"/>
                    <a:pt x="55593" y="15998"/>
                    <a:pt x="65513" y="15443"/>
                  </a:cubicBezTo>
                  <a:cubicBezTo>
                    <a:pt x="109878" y="12982"/>
                    <a:pt x="116069" y="28379"/>
                    <a:pt x="118132" y="18776"/>
                  </a:cubicBezTo>
                  <a:lnTo>
                    <a:pt x="118132" y="18776"/>
                  </a:lnTo>
                  <a:close/>
                </a:path>
              </a:pathLst>
            </a:custGeom>
            <a:solidFill>
              <a:srgbClr val="C3A028"/>
            </a:solidFill>
            <a:ln w="7932" cap="flat">
              <a:noFill/>
              <a:prstDash val="solid"/>
              <a:miter/>
            </a:ln>
          </p:spPr>
          <p:txBody>
            <a:bodyPr rtlCol="0" anchor="ctr"/>
            <a:lstStyle/>
            <a:p>
              <a:endParaRPr lang="en-US"/>
            </a:p>
          </p:txBody>
        </p:sp>
        <p:grpSp>
          <p:nvGrpSpPr>
            <p:cNvPr id="36" name="Grafik 2">
              <a:extLst>
                <a:ext uri="{FF2B5EF4-FFF2-40B4-BE49-F238E27FC236}">
                  <a16:creationId xmlns:a16="http://schemas.microsoft.com/office/drawing/2014/main" id="{C73E6CEE-3C03-D61E-FAA9-1CD8A495DB75}"/>
                </a:ext>
              </a:extLst>
            </p:cNvPr>
            <p:cNvGrpSpPr/>
            <p:nvPr/>
          </p:nvGrpSpPr>
          <p:grpSpPr>
            <a:xfrm>
              <a:off x="6529826" y="4185543"/>
              <a:ext cx="226586" cy="35952"/>
              <a:chOff x="6529826" y="4185543"/>
              <a:chExt cx="226586" cy="35952"/>
            </a:xfrm>
          </p:grpSpPr>
          <p:sp>
            <p:nvSpPr>
              <p:cNvPr id="45" name="Freihandform: Form 44">
                <a:extLst>
                  <a:ext uri="{FF2B5EF4-FFF2-40B4-BE49-F238E27FC236}">
                    <a16:creationId xmlns:a16="http://schemas.microsoft.com/office/drawing/2014/main" id="{AA74CA7C-5151-3A00-2E7F-53643F507B48}"/>
                  </a:ext>
                </a:extLst>
              </p:cNvPr>
              <p:cNvSpPr/>
              <p:nvPr/>
            </p:nvSpPr>
            <p:spPr>
              <a:xfrm>
                <a:off x="6531573" y="4185543"/>
                <a:ext cx="36110" cy="35158"/>
              </a:xfrm>
              <a:custGeom>
                <a:avLst/>
                <a:gdLst>
                  <a:gd name="connsiteX0" fmla="*/ 0 w 36110"/>
                  <a:gd name="connsiteY0" fmla="*/ 17540 h 35158"/>
                  <a:gd name="connsiteX1" fmla="*/ 18095 w 36110"/>
                  <a:gd name="connsiteY1" fmla="*/ 0 h 35158"/>
                  <a:gd name="connsiteX2" fmla="*/ 36111 w 36110"/>
                  <a:gd name="connsiteY2" fmla="*/ 17619 h 35158"/>
                  <a:gd name="connsiteX3" fmla="*/ 18015 w 36110"/>
                  <a:gd name="connsiteY3" fmla="*/ 35159 h 35158"/>
                  <a:gd name="connsiteX4" fmla="*/ 0 w 36110"/>
                  <a:gd name="connsiteY4" fmla="*/ 17540 h 35158"/>
                  <a:gd name="connsiteX5" fmla="*/ 0 w 36110"/>
                  <a:gd name="connsiteY5" fmla="*/ 17540 h 35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10" h="35158">
                    <a:moveTo>
                      <a:pt x="0" y="17540"/>
                    </a:moveTo>
                    <a:cubicBezTo>
                      <a:pt x="0" y="7857"/>
                      <a:pt x="8095" y="0"/>
                      <a:pt x="18095" y="0"/>
                    </a:cubicBezTo>
                    <a:cubicBezTo>
                      <a:pt x="28095" y="0"/>
                      <a:pt x="36111" y="7857"/>
                      <a:pt x="36111" y="17619"/>
                    </a:cubicBezTo>
                    <a:cubicBezTo>
                      <a:pt x="36111" y="27301"/>
                      <a:pt x="28015" y="35159"/>
                      <a:pt x="18015" y="35159"/>
                    </a:cubicBezTo>
                    <a:cubicBezTo>
                      <a:pt x="8095" y="35079"/>
                      <a:pt x="0" y="27222"/>
                      <a:pt x="0" y="17540"/>
                    </a:cubicBezTo>
                    <a:lnTo>
                      <a:pt x="0" y="17540"/>
                    </a:lnTo>
                    <a:close/>
                  </a:path>
                </a:pathLst>
              </a:custGeom>
              <a:solidFill>
                <a:schemeClr val="accent6"/>
              </a:solidFill>
              <a:ln w="7932" cap="flat">
                <a:noFill/>
                <a:prstDash val="solid"/>
                <a:miter/>
              </a:ln>
            </p:spPr>
            <p:txBody>
              <a:bodyPr rtlCol="0" anchor="ctr"/>
              <a:lstStyle/>
              <a:p>
                <a:endParaRPr lang="en-US"/>
              </a:p>
            </p:txBody>
          </p:sp>
          <p:sp>
            <p:nvSpPr>
              <p:cNvPr id="47" name="Freihandform: Form 46">
                <a:extLst>
                  <a:ext uri="{FF2B5EF4-FFF2-40B4-BE49-F238E27FC236}">
                    <a16:creationId xmlns:a16="http://schemas.microsoft.com/office/drawing/2014/main" id="{9F17C6E5-0EA6-0DE9-5B32-1E044C1449D7}"/>
                  </a:ext>
                </a:extLst>
              </p:cNvPr>
              <p:cNvSpPr/>
              <p:nvPr/>
            </p:nvSpPr>
            <p:spPr>
              <a:xfrm>
                <a:off x="6720301" y="4186337"/>
                <a:ext cx="36111" cy="35158"/>
              </a:xfrm>
              <a:custGeom>
                <a:avLst/>
                <a:gdLst>
                  <a:gd name="connsiteX0" fmla="*/ 1 w 36111"/>
                  <a:gd name="connsiteY0" fmla="*/ 17540 h 35158"/>
                  <a:gd name="connsiteX1" fmla="*/ 18096 w 36111"/>
                  <a:gd name="connsiteY1" fmla="*/ 0 h 35158"/>
                  <a:gd name="connsiteX2" fmla="*/ 36111 w 36111"/>
                  <a:gd name="connsiteY2" fmla="*/ 17619 h 35158"/>
                  <a:gd name="connsiteX3" fmla="*/ 18017 w 36111"/>
                  <a:gd name="connsiteY3" fmla="*/ 35159 h 35158"/>
                  <a:gd name="connsiteX4" fmla="*/ 1 w 36111"/>
                  <a:gd name="connsiteY4" fmla="*/ 17540 h 35158"/>
                  <a:gd name="connsiteX5" fmla="*/ 1 w 36111"/>
                  <a:gd name="connsiteY5" fmla="*/ 17540 h 35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11" h="35158">
                    <a:moveTo>
                      <a:pt x="1" y="17540"/>
                    </a:moveTo>
                    <a:cubicBezTo>
                      <a:pt x="1" y="7857"/>
                      <a:pt x="8096" y="0"/>
                      <a:pt x="18096" y="0"/>
                    </a:cubicBezTo>
                    <a:cubicBezTo>
                      <a:pt x="28096" y="0"/>
                      <a:pt x="36111" y="7857"/>
                      <a:pt x="36111" y="17619"/>
                    </a:cubicBezTo>
                    <a:cubicBezTo>
                      <a:pt x="36111" y="27301"/>
                      <a:pt x="28017" y="35159"/>
                      <a:pt x="18017" y="35159"/>
                    </a:cubicBezTo>
                    <a:cubicBezTo>
                      <a:pt x="8016" y="35079"/>
                      <a:pt x="-79" y="27222"/>
                      <a:pt x="1" y="17540"/>
                    </a:cubicBezTo>
                    <a:lnTo>
                      <a:pt x="1" y="17540"/>
                    </a:lnTo>
                    <a:close/>
                  </a:path>
                </a:pathLst>
              </a:custGeom>
              <a:solidFill>
                <a:schemeClr val="accent6"/>
              </a:solidFill>
              <a:ln w="7932" cap="flat">
                <a:noFill/>
                <a:prstDash val="solid"/>
                <a:miter/>
              </a:ln>
            </p:spPr>
            <p:txBody>
              <a:bodyPr rtlCol="0" anchor="ctr"/>
              <a:lstStyle/>
              <a:p>
                <a:endParaRPr lang="en-US"/>
              </a:p>
            </p:txBody>
          </p:sp>
          <p:sp>
            <p:nvSpPr>
              <p:cNvPr id="48" name="Freihandform: Form 47">
                <a:extLst>
                  <a:ext uri="{FF2B5EF4-FFF2-40B4-BE49-F238E27FC236}">
                    <a16:creationId xmlns:a16="http://schemas.microsoft.com/office/drawing/2014/main" id="{42C47945-6299-94BD-0C9F-1A07B24171D7}"/>
                  </a:ext>
                </a:extLst>
              </p:cNvPr>
              <p:cNvSpPr/>
              <p:nvPr/>
            </p:nvSpPr>
            <p:spPr>
              <a:xfrm>
                <a:off x="6529826" y="4196731"/>
                <a:ext cx="14127" cy="10001"/>
              </a:xfrm>
              <a:custGeom>
                <a:avLst/>
                <a:gdLst>
                  <a:gd name="connsiteX0" fmla="*/ 0 w 14127"/>
                  <a:gd name="connsiteY0" fmla="*/ 5002 h 10001"/>
                  <a:gd name="connsiteX1" fmla="*/ 7064 w 14127"/>
                  <a:gd name="connsiteY1" fmla="*/ 10002 h 10001"/>
                  <a:gd name="connsiteX2" fmla="*/ 14127 w 14127"/>
                  <a:gd name="connsiteY2" fmla="*/ 5002 h 10001"/>
                  <a:gd name="connsiteX3" fmla="*/ 7064 w 14127"/>
                  <a:gd name="connsiteY3" fmla="*/ 2 h 10001"/>
                  <a:gd name="connsiteX4" fmla="*/ 0 w 14127"/>
                  <a:gd name="connsiteY4" fmla="*/ 5002 h 10001"/>
                  <a:gd name="connsiteX5" fmla="*/ 0 w 14127"/>
                  <a:gd name="connsiteY5" fmla="*/ 5002 h 1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27" h="10001">
                    <a:moveTo>
                      <a:pt x="0" y="5002"/>
                    </a:moveTo>
                    <a:cubicBezTo>
                      <a:pt x="0" y="7780"/>
                      <a:pt x="3175" y="10002"/>
                      <a:pt x="7064" y="10002"/>
                    </a:cubicBezTo>
                    <a:cubicBezTo>
                      <a:pt x="10952" y="10002"/>
                      <a:pt x="14127" y="7780"/>
                      <a:pt x="14127" y="5002"/>
                    </a:cubicBezTo>
                    <a:cubicBezTo>
                      <a:pt x="14127" y="2224"/>
                      <a:pt x="10952" y="2"/>
                      <a:pt x="7064" y="2"/>
                    </a:cubicBezTo>
                    <a:cubicBezTo>
                      <a:pt x="3175" y="-77"/>
                      <a:pt x="0" y="2224"/>
                      <a:pt x="0" y="5002"/>
                    </a:cubicBezTo>
                    <a:lnTo>
                      <a:pt x="0" y="5002"/>
                    </a:lnTo>
                    <a:close/>
                  </a:path>
                </a:pathLst>
              </a:custGeom>
              <a:solidFill>
                <a:srgbClr val="F5F5EF"/>
              </a:solidFill>
              <a:ln w="7932" cap="flat">
                <a:noFill/>
                <a:prstDash val="solid"/>
                <a:miter/>
              </a:ln>
            </p:spPr>
            <p:txBody>
              <a:bodyPr rtlCol="0" anchor="ctr"/>
              <a:lstStyle/>
              <a:p>
                <a:endParaRPr lang="en-US"/>
              </a:p>
            </p:txBody>
          </p:sp>
          <p:sp>
            <p:nvSpPr>
              <p:cNvPr id="49" name="Freihandform: Form 48">
                <a:extLst>
                  <a:ext uri="{FF2B5EF4-FFF2-40B4-BE49-F238E27FC236}">
                    <a16:creationId xmlns:a16="http://schemas.microsoft.com/office/drawing/2014/main" id="{E9ED44A1-03B6-E890-0756-E6473AF92001}"/>
                  </a:ext>
                </a:extLst>
              </p:cNvPr>
              <p:cNvSpPr/>
              <p:nvPr/>
            </p:nvSpPr>
            <p:spPr>
              <a:xfrm>
                <a:off x="6717048" y="4196731"/>
                <a:ext cx="14126" cy="10001"/>
              </a:xfrm>
              <a:custGeom>
                <a:avLst/>
                <a:gdLst>
                  <a:gd name="connsiteX0" fmla="*/ 0 w 14126"/>
                  <a:gd name="connsiteY0" fmla="*/ 5002 h 10001"/>
                  <a:gd name="connsiteX1" fmla="*/ 7063 w 14126"/>
                  <a:gd name="connsiteY1" fmla="*/ 10002 h 10001"/>
                  <a:gd name="connsiteX2" fmla="*/ 14127 w 14126"/>
                  <a:gd name="connsiteY2" fmla="*/ 5002 h 10001"/>
                  <a:gd name="connsiteX3" fmla="*/ 7063 w 14126"/>
                  <a:gd name="connsiteY3" fmla="*/ 2 h 10001"/>
                  <a:gd name="connsiteX4" fmla="*/ 0 w 14126"/>
                  <a:gd name="connsiteY4" fmla="*/ 5002 h 10001"/>
                  <a:gd name="connsiteX5" fmla="*/ 0 w 14126"/>
                  <a:gd name="connsiteY5" fmla="*/ 5002 h 1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26" h="10001">
                    <a:moveTo>
                      <a:pt x="0" y="5002"/>
                    </a:moveTo>
                    <a:cubicBezTo>
                      <a:pt x="0" y="7780"/>
                      <a:pt x="3174" y="10002"/>
                      <a:pt x="7063" y="10002"/>
                    </a:cubicBezTo>
                    <a:cubicBezTo>
                      <a:pt x="10952" y="10002"/>
                      <a:pt x="14127" y="7780"/>
                      <a:pt x="14127" y="5002"/>
                    </a:cubicBezTo>
                    <a:cubicBezTo>
                      <a:pt x="14127" y="2224"/>
                      <a:pt x="10952" y="2"/>
                      <a:pt x="7063" y="2"/>
                    </a:cubicBezTo>
                    <a:cubicBezTo>
                      <a:pt x="3174" y="-77"/>
                      <a:pt x="0" y="2224"/>
                      <a:pt x="0" y="5002"/>
                    </a:cubicBezTo>
                    <a:lnTo>
                      <a:pt x="0" y="5002"/>
                    </a:lnTo>
                    <a:close/>
                  </a:path>
                </a:pathLst>
              </a:custGeom>
              <a:solidFill>
                <a:srgbClr val="F5F5EF"/>
              </a:solidFill>
              <a:ln w="7932" cap="flat">
                <a:noFill/>
                <a:prstDash val="solid"/>
                <a:miter/>
              </a:ln>
            </p:spPr>
            <p:txBody>
              <a:bodyPr rtlCol="0" anchor="ctr"/>
              <a:lstStyle/>
              <a:p>
                <a:endParaRPr lang="en-US"/>
              </a:p>
            </p:txBody>
          </p:sp>
        </p:grpSp>
        <p:sp>
          <p:nvSpPr>
            <p:cNvPr id="37" name="Freihandform: Form 36">
              <a:extLst>
                <a:ext uri="{FF2B5EF4-FFF2-40B4-BE49-F238E27FC236}">
                  <a16:creationId xmlns:a16="http://schemas.microsoft.com/office/drawing/2014/main" id="{BF0D5770-1E9C-D5F6-80AA-B4B9336BED3C}"/>
                </a:ext>
              </a:extLst>
            </p:cNvPr>
            <p:cNvSpPr/>
            <p:nvPr/>
          </p:nvSpPr>
          <p:spPr>
            <a:xfrm>
              <a:off x="6631651" y="5313791"/>
              <a:ext cx="4682" cy="32222"/>
            </a:xfrm>
            <a:custGeom>
              <a:avLst/>
              <a:gdLst>
                <a:gd name="connsiteX0" fmla="*/ 4682 w 4682"/>
                <a:gd name="connsiteY0" fmla="*/ 0 h 32222"/>
                <a:gd name="connsiteX1" fmla="*/ 0 w 4682"/>
                <a:gd name="connsiteY1" fmla="*/ 16111 h 32222"/>
                <a:gd name="connsiteX2" fmla="*/ 4682 w 4682"/>
                <a:gd name="connsiteY2" fmla="*/ 32222 h 32222"/>
                <a:gd name="connsiteX3" fmla="*/ 4682 w 4682"/>
                <a:gd name="connsiteY3" fmla="*/ 0 h 32222"/>
              </a:gdLst>
              <a:ahLst/>
              <a:cxnLst>
                <a:cxn ang="0">
                  <a:pos x="connsiteX0" y="connsiteY0"/>
                </a:cxn>
                <a:cxn ang="0">
                  <a:pos x="connsiteX1" y="connsiteY1"/>
                </a:cxn>
                <a:cxn ang="0">
                  <a:pos x="connsiteX2" y="connsiteY2"/>
                </a:cxn>
                <a:cxn ang="0">
                  <a:pos x="connsiteX3" y="connsiteY3"/>
                </a:cxn>
              </a:cxnLst>
              <a:rect l="l" t="t" r="r" b="b"/>
              <a:pathLst>
                <a:path w="4682" h="32222">
                  <a:moveTo>
                    <a:pt x="4682" y="0"/>
                  </a:moveTo>
                  <a:cubicBezTo>
                    <a:pt x="3095" y="5476"/>
                    <a:pt x="1508" y="10873"/>
                    <a:pt x="0" y="16111"/>
                  </a:cubicBezTo>
                  <a:cubicBezTo>
                    <a:pt x="1587" y="21667"/>
                    <a:pt x="3095" y="26905"/>
                    <a:pt x="4682" y="32222"/>
                  </a:cubicBezTo>
                  <a:lnTo>
                    <a:pt x="4682" y="0"/>
                  </a:lnTo>
                  <a:close/>
                </a:path>
              </a:pathLst>
            </a:custGeom>
            <a:solidFill>
              <a:srgbClr val="262837"/>
            </a:solidFill>
            <a:ln w="7932" cap="flat">
              <a:noFill/>
              <a:prstDash val="solid"/>
              <a:miter/>
            </a:ln>
          </p:spPr>
          <p:txBody>
            <a:bodyPr rtlCol="0" anchor="ctr"/>
            <a:lstStyle/>
            <a:p>
              <a:endParaRPr lang="en-US"/>
            </a:p>
          </p:txBody>
        </p:sp>
        <p:sp>
          <p:nvSpPr>
            <p:cNvPr id="38" name="Freihandform: Form 37">
              <a:extLst>
                <a:ext uri="{FF2B5EF4-FFF2-40B4-BE49-F238E27FC236}">
                  <a16:creationId xmlns:a16="http://schemas.microsoft.com/office/drawing/2014/main" id="{DBB16A28-59BD-3FA4-9F9A-23BDC69E0BDA}"/>
                </a:ext>
              </a:extLst>
            </p:cNvPr>
            <p:cNvSpPr/>
            <p:nvPr/>
          </p:nvSpPr>
          <p:spPr>
            <a:xfrm>
              <a:off x="6603477" y="4638795"/>
              <a:ext cx="560631" cy="1396897"/>
            </a:xfrm>
            <a:custGeom>
              <a:avLst/>
              <a:gdLst>
                <a:gd name="connsiteX0" fmla="*/ 464601 w 560631"/>
                <a:gd name="connsiteY0" fmla="*/ 1287930 h 1396897"/>
                <a:gd name="connsiteX1" fmla="*/ 383887 w 560631"/>
                <a:gd name="connsiteY1" fmla="*/ 973725 h 1396897"/>
                <a:gd name="connsiteX2" fmla="*/ 461585 w 560631"/>
                <a:gd name="connsiteY2" fmla="*/ 598727 h 1396897"/>
                <a:gd name="connsiteX3" fmla="*/ 560632 w 560631"/>
                <a:gd name="connsiteY3" fmla="*/ 180713 h 1396897"/>
                <a:gd name="connsiteX4" fmla="*/ 301824 w 560631"/>
                <a:gd name="connsiteY4" fmla="*/ 76111 h 1396897"/>
                <a:gd name="connsiteX5" fmla="*/ 197221 w 560631"/>
                <a:gd name="connsiteY5" fmla="*/ 0 h 1396897"/>
                <a:gd name="connsiteX6" fmla="*/ 32936 w 560631"/>
                <a:gd name="connsiteY6" fmla="*/ 674997 h 1396897"/>
                <a:gd name="connsiteX7" fmla="*/ 38968 w 560631"/>
                <a:gd name="connsiteY7" fmla="*/ 728409 h 1396897"/>
                <a:gd name="connsiteX8" fmla="*/ 0 w 560631"/>
                <a:gd name="connsiteY8" fmla="*/ 831424 h 1396897"/>
                <a:gd name="connsiteX9" fmla="*/ 29444 w 560631"/>
                <a:gd name="connsiteY9" fmla="*/ 1396898 h 1396897"/>
                <a:gd name="connsiteX10" fmla="*/ 476267 w 560631"/>
                <a:gd name="connsiteY10" fmla="*/ 1396898 h 1396897"/>
                <a:gd name="connsiteX11" fmla="*/ 464601 w 560631"/>
                <a:gd name="connsiteY11" fmla="*/ 1287930 h 139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0631" h="1396897">
                  <a:moveTo>
                    <a:pt x="464601" y="1287930"/>
                  </a:moveTo>
                  <a:cubicBezTo>
                    <a:pt x="456981" y="1230153"/>
                    <a:pt x="396029" y="1107058"/>
                    <a:pt x="383887" y="973725"/>
                  </a:cubicBezTo>
                  <a:cubicBezTo>
                    <a:pt x="371744" y="840393"/>
                    <a:pt x="461585" y="598727"/>
                    <a:pt x="461585" y="598727"/>
                  </a:cubicBezTo>
                  <a:lnTo>
                    <a:pt x="560632" y="180713"/>
                  </a:lnTo>
                  <a:lnTo>
                    <a:pt x="301824" y="76111"/>
                  </a:lnTo>
                  <a:cubicBezTo>
                    <a:pt x="301586" y="74444"/>
                    <a:pt x="197221" y="0"/>
                    <a:pt x="197221" y="0"/>
                  </a:cubicBezTo>
                  <a:cubicBezTo>
                    <a:pt x="197221" y="0"/>
                    <a:pt x="55396" y="545315"/>
                    <a:pt x="32936" y="674997"/>
                  </a:cubicBezTo>
                  <a:cubicBezTo>
                    <a:pt x="30952" y="692377"/>
                    <a:pt x="34285" y="710711"/>
                    <a:pt x="38968" y="728409"/>
                  </a:cubicBezTo>
                  <a:cubicBezTo>
                    <a:pt x="16111" y="789202"/>
                    <a:pt x="0" y="831424"/>
                    <a:pt x="0" y="831424"/>
                  </a:cubicBezTo>
                  <a:lnTo>
                    <a:pt x="29444" y="1396898"/>
                  </a:lnTo>
                  <a:lnTo>
                    <a:pt x="476267" y="1396898"/>
                  </a:lnTo>
                  <a:cubicBezTo>
                    <a:pt x="472061" y="1354596"/>
                    <a:pt x="467696" y="1311660"/>
                    <a:pt x="464601" y="1287930"/>
                  </a:cubicBezTo>
                  <a:close/>
                </a:path>
              </a:pathLst>
            </a:custGeom>
            <a:solidFill>
              <a:schemeClr val="accent4"/>
            </a:solidFill>
            <a:ln w="7932" cap="flat">
              <a:noFill/>
              <a:prstDash val="solid"/>
              <a:miter/>
            </a:ln>
          </p:spPr>
          <p:txBody>
            <a:bodyPr rtlCol="0" anchor="ctr"/>
            <a:lstStyle/>
            <a:p>
              <a:endParaRPr lang="en-US"/>
            </a:p>
          </p:txBody>
        </p:sp>
        <p:sp>
          <p:nvSpPr>
            <p:cNvPr id="39" name="Freihandform: Form 38">
              <a:extLst>
                <a:ext uri="{FF2B5EF4-FFF2-40B4-BE49-F238E27FC236}">
                  <a16:creationId xmlns:a16="http://schemas.microsoft.com/office/drawing/2014/main" id="{96017829-7F11-211B-7291-219075414382}"/>
                </a:ext>
              </a:extLst>
            </p:cNvPr>
            <p:cNvSpPr/>
            <p:nvPr/>
          </p:nvSpPr>
          <p:spPr>
            <a:xfrm>
              <a:off x="6115940" y="4640223"/>
              <a:ext cx="560632" cy="1395548"/>
            </a:xfrm>
            <a:custGeom>
              <a:avLst/>
              <a:gdLst>
                <a:gd name="connsiteX0" fmla="*/ 560156 w 560632"/>
                <a:gd name="connsiteY0" fmla="*/ 835631 h 1395548"/>
                <a:gd name="connsiteX1" fmla="*/ 560632 w 560632"/>
                <a:gd name="connsiteY1" fmla="*/ 835948 h 1395548"/>
                <a:gd name="connsiteX2" fmla="*/ 560235 w 560632"/>
                <a:gd name="connsiteY2" fmla="*/ 834599 h 1395548"/>
                <a:gd name="connsiteX3" fmla="*/ 560474 w 560632"/>
                <a:gd name="connsiteY3" fmla="*/ 830075 h 1395548"/>
                <a:gd name="connsiteX4" fmla="*/ 553490 w 560632"/>
                <a:gd name="connsiteY4" fmla="*/ 811583 h 1395548"/>
                <a:gd name="connsiteX5" fmla="*/ 540394 w 560632"/>
                <a:gd name="connsiteY5" fmla="*/ 766742 h 1395548"/>
                <a:gd name="connsiteX6" fmla="*/ 341427 w 560632"/>
                <a:gd name="connsiteY6" fmla="*/ 0 h 1395548"/>
                <a:gd name="connsiteX7" fmla="*/ 246269 w 560632"/>
                <a:gd name="connsiteY7" fmla="*/ 79841 h 1395548"/>
                <a:gd name="connsiteX8" fmla="*/ 0 w 560632"/>
                <a:gd name="connsiteY8" fmla="*/ 179364 h 1395548"/>
                <a:gd name="connsiteX9" fmla="*/ 99047 w 560632"/>
                <a:gd name="connsiteY9" fmla="*/ 597378 h 1395548"/>
                <a:gd name="connsiteX10" fmla="*/ 176745 w 560632"/>
                <a:gd name="connsiteY10" fmla="*/ 972376 h 1395548"/>
                <a:gd name="connsiteX11" fmla="*/ 96032 w 560632"/>
                <a:gd name="connsiteY11" fmla="*/ 1286581 h 1395548"/>
                <a:gd name="connsiteX12" fmla="*/ 84365 w 560632"/>
                <a:gd name="connsiteY12" fmla="*/ 1395548 h 1395548"/>
                <a:gd name="connsiteX13" fmla="*/ 531188 w 560632"/>
                <a:gd name="connsiteY13" fmla="*/ 1395548 h 1395548"/>
                <a:gd name="connsiteX14" fmla="*/ 560156 w 560632"/>
                <a:gd name="connsiteY14" fmla="*/ 835631 h 139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0632" h="1395548">
                  <a:moveTo>
                    <a:pt x="560156" y="835631"/>
                  </a:moveTo>
                  <a:cubicBezTo>
                    <a:pt x="560315" y="835710"/>
                    <a:pt x="560474" y="835869"/>
                    <a:pt x="560632" y="835948"/>
                  </a:cubicBezTo>
                  <a:cubicBezTo>
                    <a:pt x="560632" y="835948"/>
                    <a:pt x="560474" y="835472"/>
                    <a:pt x="560235" y="834599"/>
                  </a:cubicBezTo>
                  <a:lnTo>
                    <a:pt x="560474" y="830075"/>
                  </a:lnTo>
                  <a:cubicBezTo>
                    <a:pt x="560474" y="830075"/>
                    <a:pt x="557855" y="823250"/>
                    <a:pt x="553490" y="811583"/>
                  </a:cubicBezTo>
                  <a:cubicBezTo>
                    <a:pt x="550077" y="800075"/>
                    <a:pt x="545712" y="784996"/>
                    <a:pt x="540394" y="766742"/>
                  </a:cubicBezTo>
                  <a:cubicBezTo>
                    <a:pt x="517537" y="634124"/>
                    <a:pt x="341427" y="0"/>
                    <a:pt x="341427" y="0"/>
                  </a:cubicBezTo>
                  <a:cubicBezTo>
                    <a:pt x="341427" y="0"/>
                    <a:pt x="246507" y="78492"/>
                    <a:pt x="246269" y="79841"/>
                  </a:cubicBezTo>
                  <a:lnTo>
                    <a:pt x="0" y="179364"/>
                  </a:lnTo>
                  <a:lnTo>
                    <a:pt x="99047" y="597378"/>
                  </a:lnTo>
                  <a:cubicBezTo>
                    <a:pt x="99047" y="597378"/>
                    <a:pt x="188888" y="838964"/>
                    <a:pt x="176745" y="972376"/>
                  </a:cubicBezTo>
                  <a:cubicBezTo>
                    <a:pt x="164523" y="1105788"/>
                    <a:pt x="103650" y="1228803"/>
                    <a:pt x="96032" y="1286581"/>
                  </a:cubicBezTo>
                  <a:cubicBezTo>
                    <a:pt x="92936" y="1310311"/>
                    <a:pt x="88492" y="1353168"/>
                    <a:pt x="84365" y="1395548"/>
                  </a:cubicBezTo>
                  <a:lnTo>
                    <a:pt x="531188" y="1395548"/>
                  </a:lnTo>
                  <a:lnTo>
                    <a:pt x="560156" y="835631"/>
                  </a:lnTo>
                  <a:close/>
                </a:path>
              </a:pathLst>
            </a:custGeom>
            <a:solidFill>
              <a:schemeClr val="accent4"/>
            </a:solidFill>
            <a:ln w="7932" cap="flat">
              <a:noFill/>
              <a:prstDash val="solid"/>
              <a:miter/>
            </a:ln>
          </p:spPr>
          <p:txBody>
            <a:bodyPr rtlCol="0" anchor="ctr"/>
            <a:lstStyle/>
            <a:p>
              <a:endParaRPr lang="en-US"/>
            </a:p>
          </p:txBody>
        </p:sp>
        <p:sp>
          <p:nvSpPr>
            <p:cNvPr id="40" name="Freihandform: Form 39">
              <a:extLst>
                <a:ext uri="{FF2B5EF4-FFF2-40B4-BE49-F238E27FC236}">
                  <a16:creationId xmlns:a16="http://schemas.microsoft.com/office/drawing/2014/main" id="{BC24975A-A759-6EE4-ED7C-0E13CCF20964}"/>
                </a:ext>
              </a:extLst>
            </p:cNvPr>
            <p:cNvSpPr/>
            <p:nvPr/>
          </p:nvSpPr>
          <p:spPr>
            <a:xfrm>
              <a:off x="7027364" y="4819540"/>
              <a:ext cx="273207" cy="1216231"/>
            </a:xfrm>
            <a:custGeom>
              <a:avLst/>
              <a:gdLst>
                <a:gd name="connsiteX0" fmla="*/ 260554 w 273207"/>
                <a:gd name="connsiteY0" fmla="*/ 914566 h 1216231"/>
                <a:gd name="connsiteX1" fmla="*/ 189682 w 273207"/>
                <a:gd name="connsiteY1" fmla="*/ 249808 h 1216231"/>
                <a:gd name="connsiteX2" fmla="*/ 134841 w 273207"/>
                <a:gd name="connsiteY2" fmla="*/ 47 h 1216231"/>
                <a:gd name="connsiteX3" fmla="*/ 0 w 273207"/>
                <a:gd name="connsiteY3" fmla="*/ 529965 h 1216231"/>
                <a:gd name="connsiteX4" fmla="*/ 48016 w 273207"/>
                <a:gd name="connsiteY4" fmla="*/ 841233 h 1216231"/>
                <a:gd name="connsiteX5" fmla="*/ 43412 w 273207"/>
                <a:gd name="connsiteY5" fmla="*/ 1081311 h 1216231"/>
                <a:gd name="connsiteX6" fmla="*/ 59841 w 273207"/>
                <a:gd name="connsiteY6" fmla="*/ 1216231 h 1216231"/>
                <a:gd name="connsiteX7" fmla="*/ 271745 w 273207"/>
                <a:gd name="connsiteY7" fmla="*/ 1216231 h 1216231"/>
                <a:gd name="connsiteX8" fmla="*/ 260554 w 273207"/>
                <a:gd name="connsiteY8" fmla="*/ 914566 h 1216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207" h="1216231">
                  <a:moveTo>
                    <a:pt x="260554" y="914566"/>
                  </a:moveTo>
                  <a:cubicBezTo>
                    <a:pt x="230872" y="821154"/>
                    <a:pt x="191983" y="367585"/>
                    <a:pt x="189682" y="249808"/>
                  </a:cubicBezTo>
                  <a:cubicBezTo>
                    <a:pt x="187380" y="131951"/>
                    <a:pt x="170872" y="-2889"/>
                    <a:pt x="134841" y="47"/>
                  </a:cubicBezTo>
                  <a:cubicBezTo>
                    <a:pt x="70873" y="5206"/>
                    <a:pt x="0" y="529965"/>
                    <a:pt x="0" y="529965"/>
                  </a:cubicBezTo>
                  <a:lnTo>
                    <a:pt x="48016" y="841233"/>
                  </a:lnTo>
                  <a:cubicBezTo>
                    <a:pt x="48016" y="841233"/>
                    <a:pt x="22857" y="1005756"/>
                    <a:pt x="43412" y="1081311"/>
                  </a:cubicBezTo>
                  <a:cubicBezTo>
                    <a:pt x="49047" y="1102026"/>
                    <a:pt x="54682" y="1153057"/>
                    <a:pt x="59841" y="1216231"/>
                  </a:cubicBezTo>
                  <a:lnTo>
                    <a:pt x="271745" y="1216231"/>
                  </a:lnTo>
                  <a:cubicBezTo>
                    <a:pt x="274760" y="1084010"/>
                    <a:pt x="274046" y="956868"/>
                    <a:pt x="260554" y="914566"/>
                  </a:cubicBezTo>
                  <a:close/>
                </a:path>
              </a:pathLst>
            </a:custGeom>
            <a:solidFill>
              <a:schemeClr val="accent4"/>
            </a:solidFill>
            <a:ln w="7932" cap="flat">
              <a:noFill/>
              <a:prstDash val="solid"/>
              <a:miter/>
            </a:ln>
          </p:spPr>
          <p:txBody>
            <a:bodyPr rtlCol="0" anchor="ctr"/>
            <a:lstStyle/>
            <a:p>
              <a:endParaRPr lang="en-US"/>
            </a:p>
          </p:txBody>
        </p:sp>
        <p:sp>
          <p:nvSpPr>
            <p:cNvPr id="41" name="Freihandform: Form 40">
              <a:extLst>
                <a:ext uri="{FF2B5EF4-FFF2-40B4-BE49-F238E27FC236}">
                  <a16:creationId xmlns:a16="http://schemas.microsoft.com/office/drawing/2014/main" id="{333F538E-1BEB-F1DB-5773-9913D05D4042}"/>
                </a:ext>
              </a:extLst>
            </p:cNvPr>
            <p:cNvSpPr/>
            <p:nvPr/>
          </p:nvSpPr>
          <p:spPr>
            <a:xfrm>
              <a:off x="5979097" y="4819540"/>
              <a:ext cx="273270" cy="1216231"/>
            </a:xfrm>
            <a:custGeom>
              <a:avLst/>
              <a:gdLst>
                <a:gd name="connsiteX0" fmla="*/ 229858 w 273270"/>
                <a:gd name="connsiteY0" fmla="*/ 1081311 h 1216231"/>
                <a:gd name="connsiteX1" fmla="*/ 225255 w 273270"/>
                <a:gd name="connsiteY1" fmla="*/ 841233 h 1216231"/>
                <a:gd name="connsiteX2" fmla="*/ 273270 w 273270"/>
                <a:gd name="connsiteY2" fmla="*/ 529965 h 1216231"/>
                <a:gd name="connsiteX3" fmla="*/ 138430 w 273270"/>
                <a:gd name="connsiteY3" fmla="*/ 47 h 1216231"/>
                <a:gd name="connsiteX4" fmla="*/ 83589 w 273270"/>
                <a:gd name="connsiteY4" fmla="*/ 249808 h 1216231"/>
                <a:gd name="connsiteX5" fmla="*/ 12716 w 273270"/>
                <a:gd name="connsiteY5" fmla="*/ 914566 h 1216231"/>
                <a:gd name="connsiteX6" fmla="*/ 1446 w 273270"/>
                <a:gd name="connsiteY6" fmla="*/ 1216231 h 1216231"/>
                <a:gd name="connsiteX7" fmla="*/ 213350 w 273270"/>
                <a:gd name="connsiteY7" fmla="*/ 1216231 h 1216231"/>
                <a:gd name="connsiteX8" fmla="*/ 229858 w 273270"/>
                <a:gd name="connsiteY8" fmla="*/ 1081311 h 1216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270" h="1216231">
                  <a:moveTo>
                    <a:pt x="229858" y="1081311"/>
                  </a:moveTo>
                  <a:cubicBezTo>
                    <a:pt x="250413" y="1005756"/>
                    <a:pt x="225255" y="841233"/>
                    <a:pt x="225255" y="841233"/>
                  </a:cubicBezTo>
                  <a:lnTo>
                    <a:pt x="273270" y="529965"/>
                  </a:lnTo>
                  <a:cubicBezTo>
                    <a:pt x="273270" y="529965"/>
                    <a:pt x="202398" y="5285"/>
                    <a:pt x="138430" y="47"/>
                  </a:cubicBezTo>
                  <a:cubicBezTo>
                    <a:pt x="102478" y="-2889"/>
                    <a:pt x="85890" y="131951"/>
                    <a:pt x="83589" y="249808"/>
                  </a:cubicBezTo>
                  <a:cubicBezTo>
                    <a:pt x="81287" y="367664"/>
                    <a:pt x="42478" y="821234"/>
                    <a:pt x="12716" y="914566"/>
                  </a:cubicBezTo>
                  <a:cubicBezTo>
                    <a:pt x="-776" y="956947"/>
                    <a:pt x="-1570" y="1084010"/>
                    <a:pt x="1446" y="1216231"/>
                  </a:cubicBezTo>
                  <a:lnTo>
                    <a:pt x="213350" y="1216231"/>
                  </a:lnTo>
                  <a:cubicBezTo>
                    <a:pt x="218588" y="1152978"/>
                    <a:pt x="224223" y="1101946"/>
                    <a:pt x="229858" y="1081311"/>
                  </a:cubicBezTo>
                  <a:close/>
                </a:path>
              </a:pathLst>
            </a:custGeom>
            <a:solidFill>
              <a:schemeClr val="accent4"/>
            </a:solidFill>
            <a:ln w="7932" cap="flat">
              <a:noFill/>
              <a:prstDash val="solid"/>
              <a:miter/>
            </a:ln>
          </p:spPr>
          <p:txBody>
            <a:bodyPr rtlCol="0" anchor="ctr"/>
            <a:lstStyle/>
            <a:p>
              <a:endParaRPr lang="en-US"/>
            </a:p>
          </p:txBody>
        </p:sp>
        <p:sp>
          <p:nvSpPr>
            <p:cNvPr id="42" name="Freihandform: Form 41">
              <a:extLst>
                <a:ext uri="{FF2B5EF4-FFF2-40B4-BE49-F238E27FC236}">
                  <a16:creationId xmlns:a16="http://schemas.microsoft.com/office/drawing/2014/main" id="{65F204FE-0EC8-2264-034C-D80608B73944}"/>
                </a:ext>
              </a:extLst>
            </p:cNvPr>
            <p:cNvSpPr/>
            <p:nvPr/>
          </p:nvSpPr>
          <p:spPr>
            <a:xfrm>
              <a:off x="6344272" y="4740381"/>
              <a:ext cx="332299" cy="735789"/>
            </a:xfrm>
            <a:custGeom>
              <a:avLst/>
              <a:gdLst>
                <a:gd name="connsiteX0" fmla="*/ 11508 w 332299"/>
                <a:gd name="connsiteY0" fmla="*/ 0 h 735789"/>
                <a:gd name="connsiteX1" fmla="*/ 0 w 332299"/>
                <a:gd name="connsiteY1" fmla="*/ 81428 h 735789"/>
                <a:gd name="connsiteX2" fmla="*/ 54841 w 332299"/>
                <a:gd name="connsiteY2" fmla="*/ 95476 h 735789"/>
                <a:gd name="connsiteX3" fmla="*/ 238 w 332299"/>
                <a:gd name="connsiteY3" fmla="*/ 142936 h 735789"/>
                <a:gd name="connsiteX4" fmla="*/ 332300 w 332299"/>
                <a:gd name="connsiteY4" fmla="*/ 735790 h 7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99" h="735789">
                  <a:moveTo>
                    <a:pt x="11508" y="0"/>
                  </a:moveTo>
                  <a:lnTo>
                    <a:pt x="0" y="81428"/>
                  </a:lnTo>
                  <a:lnTo>
                    <a:pt x="54841" y="95476"/>
                  </a:lnTo>
                  <a:lnTo>
                    <a:pt x="238" y="142936"/>
                  </a:lnTo>
                  <a:cubicBezTo>
                    <a:pt x="50238" y="335316"/>
                    <a:pt x="145952" y="553727"/>
                    <a:pt x="332300" y="735790"/>
                  </a:cubicBezTo>
                </a:path>
              </a:pathLst>
            </a:custGeom>
            <a:noFill/>
            <a:ln w="13327" cap="flat">
              <a:solidFill>
                <a:schemeClr val="accent5"/>
              </a:solidFill>
              <a:prstDash val="solid"/>
              <a:miter/>
            </a:ln>
          </p:spPr>
          <p:txBody>
            <a:bodyPr rtlCol="0" anchor="ctr"/>
            <a:lstStyle/>
            <a:p>
              <a:endParaRPr lang="en-US"/>
            </a:p>
          </p:txBody>
        </p:sp>
        <p:sp>
          <p:nvSpPr>
            <p:cNvPr id="43" name="Freihandform: Form 42">
              <a:extLst>
                <a:ext uri="{FF2B5EF4-FFF2-40B4-BE49-F238E27FC236}">
                  <a16:creationId xmlns:a16="http://schemas.microsoft.com/office/drawing/2014/main" id="{D5742EF1-9A87-35DB-3658-930EC40E6BF0}"/>
                </a:ext>
              </a:extLst>
            </p:cNvPr>
            <p:cNvSpPr/>
            <p:nvPr/>
          </p:nvSpPr>
          <p:spPr>
            <a:xfrm>
              <a:off x="6688318" y="4748794"/>
              <a:ext cx="234363" cy="609996"/>
            </a:xfrm>
            <a:custGeom>
              <a:avLst/>
              <a:gdLst>
                <a:gd name="connsiteX0" fmla="*/ 222538 w 234363"/>
                <a:gd name="connsiteY0" fmla="*/ 0 h 609996"/>
                <a:gd name="connsiteX1" fmla="*/ 234364 w 234363"/>
                <a:gd name="connsiteY1" fmla="*/ 72222 h 609996"/>
                <a:gd name="connsiteX2" fmla="*/ 171586 w 234363"/>
                <a:gd name="connsiteY2" fmla="*/ 77777 h 609996"/>
                <a:gd name="connsiteX3" fmla="*/ 234364 w 234363"/>
                <a:gd name="connsiteY3" fmla="*/ 121110 h 609996"/>
                <a:gd name="connsiteX4" fmla="*/ 0 w 234363"/>
                <a:gd name="connsiteY4" fmla="*/ 609997 h 609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363" h="609996">
                  <a:moveTo>
                    <a:pt x="222538" y="0"/>
                  </a:moveTo>
                  <a:lnTo>
                    <a:pt x="234364" y="72222"/>
                  </a:lnTo>
                  <a:lnTo>
                    <a:pt x="171586" y="77777"/>
                  </a:lnTo>
                  <a:lnTo>
                    <a:pt x="234364" y="121110"/>
                  </a:lnTo>
                  <a:cubicBezTo>
                    <a:pt x="219046" y="206110"/>
                    <a:pt x="66666" y="493093"/>
                    <a:pt x="0" y="609997"/>
                  </a:cubicBezTo>
                </a:path>
              </a:pathLst>
            </a:custGeom>
            <a:noFill/>
            <a:ln w="13327" cap="flat">
              <a:solidFill>
                <a:schemeClr val="accent5"/>
              </a:solidFill>
              <a:prstDash val="solid"/>
              <a:miter/>
            </a:ln>
          </p:spPr>
          <p:txBody>
            <a:bodyPr rtlCol="0" anchor="ctr"/>
            <a:lstStyle/>
            <a:p>
              <a:endParaRPr lang="en-US"/>
            </a:p>
          </p:txBody>
        </p:sp>
        <p:sp>
          <p:nvSpPr>
            <p:cNvPr id="44" name="Freihandform: Form 43">
              <a:extLst>
                <a:ext uri="{FF2B5EF4-FFF2-40B4-BE49-F238E27FC236}">
                  <a16:creationId xmlns:a16="http://schemas.microsoft.com/office/drawing/2014/main" id="{7646C396-F54A-8EF4-A156-B4BD3E7148C6}"/>
                </a:ext>
              </a:extLst>
            </p:cNvPr>
            <p:cNvSpPr/>
            <p:nvPr/>
          </p:nvSpPr>
          <p:spPr>
            <a:xfrm>
              <a:off x="6385963" y="3894751"/>
              <a:ext cx="506296" cy="318014"/>
            </a:xfrm>
            <a:custGeom>
              <a:avLst/>
              <a:gdLst>
                <a:gd name="connsiteX0" fmla="*/ 253149 w 506296"/>
                <a:gd name="connsiteY0" fmla="*/ 0 h 318014"/>
                <a:gd name="connsiteX1" fmla="*/ 8864 w 506296"/>
                <a:gd name="connsiteY1" fmla="*/ 318014 h 318014"/>
                <a:gd name="connsiteX2" fmla="*/ 252513 w 506296"/>
                <a:gd name="connsiteY2" fmla="*/ 98253 h 318014"/>
                <a:gd name="connsiteX3" fmla="*/ 253149 w 506296"/>
                <a:gd name="connsiteY3" fmla="*/ 99126 h 318014"/>
                <a:gd name="connsiteX4" fmla="*/ 253783 w 506296"/>
                <a:gd name="connsiteY4" fmla="*/ 98253 h 318014"/>
                <a:gd name="connsiteX5" fmla="*/ 497433 w 506296"/>
                <a:gd name="connsiteY5" fmla="*/ 318014 h 318014"/>
                <a:gd name="connsiteX6" fmla="*/ 253149 w 506296"/>
                <a:gd name="connsiteY6" fmla="*/ 0 h 318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296" h="318014">
                  <a:moveTo>
                    <a:pt x="253149" y="0"/>
                  </a:moveTo>
                  <a:cubicBezTo>
                    <a:pt x="96562" y="4841"/>
                    <a:pt x="-36056" y="143729"/>
                    <a:pt x="8864" y="318014"/>
                  </a:cubicBezTo>
                  <a:cubicBezTo>
                    <a:pt x="8864" y="318014"/>
                    <a:pt x="154974" y="314284"/>
                    <a:pt x="252513" y="98253"/>
                  </a:cubicBezTo>
                  <a:cubicBezTo>
                    <a:pt x="252752" y="98571"/>
                    <a:pt x="252910" y="98809"/>
                    <a:pt x="253149" y="99126"/>
                  </a:cubicBezTo>
                  <a:cubicBezTo>
                    <a:pt x="253386" y="98809"/>
                    <a:pt x="253545" y="98571"/>
                    <a:pt x="253783" y="98253"/>
                  </a:cubicBezTo>
                  <a:cubicBezTo>
                    <a:pt x="351243" y="314284"/>
                    <a:pt x="497433" y="318014"/>
                    <a:pt x="497433" y="318014"/>
                  </a:cubicBezTo>
                  <a:cubicBezTo>
                    <a:pt x="542353" y="143650"/>
                    <a:pt x="409735" y="4841"/>
                    <a:pt x="253149" y="0"/>
                  </a:cubicBezTo>
                  <a:close/>
                </a:path>
              </a:pathLst>
            </a:custGeom>
            <a:solidFill>
              <a:srgbClr val="C3A028"/>
            </a:solidFill>
            <a:ln w="7932" cap="flat">
              <a:noFill/>
              <a:prstDash val="solid"/>
              <a:miter/>
            </a:ln>
          </p:spPr>
          <p:txBody>
            <a:bodyPr rtlCol="0" anchor="ctr"/>
            <a:lstStyle/>
            <a:p>
              <a:endParaRPr lang="en-US"/>
            </a:p>
          </p:txBody>
        </p:sp>
      </p:grpSp>
      <p:grpSp>
        <p:nvGrpSpPr>
          <p:cNvPr id="50" name="Grafik 2">
            <a:extLst>
              <a:ext uri="{FF2B5EF4-FFF2-40B4-BE49-F238E27FC236}">
                <a16:creationId xmlns:a16="http://schemas.microsoft.com/office/drawing/2014/main" id="{CAAC65DB-F808-90B5-46BC-2EF3411CDA2C}"/>
              </a:ext>
            </a:extLst>
          </p:cNvPr>
          <p:cNvGrpSpPr>
            <a:grpSpLocks/>
          </p:cNvGrpSpPr>
          <p:nvPr/>
        </p:nvGrpSpPr>
        <p:grpSpPr>
          <a:xfrm>
            <a:off x="4299608" y="4070378"/>
            <a:ext cx="1501672" cy="2097060"/>
            <a:chOff x="3337144" y="3771230"/>
            <a:chExt cx="1625865" cy="2270494"/>
          </a:xfrm>
        </p:grpSpPr>
        <p:sp>
          <p:nvSpPr>
            <p:cNvPr id="51" name="Freihandform: Form 50">
              <a:extLst>
                <a:ext uri="{FF2B5EF4-FFF2-40B4-BE49-F238E27FC236}">
                  <a16:creationId xmlns:a16="http://schemas.microsoft.com/office/drawing/2014/main" id="{DADA30F5-2965-713E-865F-C0A1C09A3B2A}"/>
                </a:ext>
              </a:extLst>
            </p:cNvPr>
            <p:cNvSpPr/>
            <p:nvPr/>
          </p:nvSpPr>
          <p:spPr>
            <a:xfrm>
              <a:off x="4341266" y="5312759"/>
              <a:ext cx="295960" cy="278049"/>
            </a:xfrm>
            <a:custGeom>
              <a:avLst/>
              <a:gdLst>
                <a:gd name="connsiteX0" fmla="*/ 40635 w 295960"/>
                <a:gd name="connsiteY0" fmla="*/ 40238 h 278049"/>
                <a:gd name="connsiteX1" fmla="*/ 0 w 295960"/>
                <a:gd name="connsiteY1" fmla="*/ 96746 h 278049"/>
                <a:gd name="connsiteX2" fmla="*/ 129126 w 295960"/>
                <a:gd name="connsiteY2" fmla="*/ 259284 h 278049"/>
                <a:gd name="connsiteX3" fmla="*/ 240158 w 295960"/>
                <a:gd name="connsiteY3" fmla="*/ 262935 h 278049"/>
                <a:gd name="connsiteX4" fmla="*/ 288729 w 295960"/>
                <a:gd name="connsiteY4" fmla="*/ 195634 h 278049"/>
                <a:gd name="connsiteX5" fmla="*/ 117777 w 295960"/>
                <a:gd name="connsiteY5" fmla="*/ 0 h 278049"/>
                <a:gd name="connsiteX6" fmla="*/ 40635 w 295960"/>
                <a:gd name="connsiteY6" fmla="*/ 40238 h 278049"/>
                <a:gd name="connsiteX7" fmla="*/ 40635 w 295960"/>
                <a:gd name="connsiteY7" fmla="*/ 40238 h 27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960" h="278049">
                  <a:moveTo>
                    <a:pt x="40635" y="40238"/>
                  </a:moveTo>
                  <a:cubicBezTo>
                    <a:pt x="6032" y="74920"/>
                    <a:pt x="794" y="93095"/>
                    <a:pt x="0" y="96746"/>
                  </a:cubicBezTo>
                  <a:cubicBezTo>
                    <a:pt x="72857" y="171507"/>
                    <a:pt x="133491" y="239999"/>
                    <a:pt x="129126" y="259284"/>
                  </a:cubicBezTo>
                  <a:cubicBezTo>
                    <a:pt x="123650" y="283411"/>
                    <a:pt x="218571" y="283887"/>
                    <a:pt x="240158" y="262935"/>
                  </a:cubicBezTo>
                  <a:cubicBezTo>
                    <a:pt x="268411" y="235554"/>
                    <a:pt x="313649" y="208888"/>
                    <a:pt x="288729" y="195634"/>
                  </a:cubicBezTo>
                  <a:cubicBezTo>
                    <a:pt x="210475" y="154126"/>
                    <a:pt x="181507" y="77539"/>
                    <a:pt x="117777" y="0"/>
                  </a:cubicBezTo>
                  <a:cubicBezTo>
                    <a:pt x="117698" y="79"/>
                    <a:pt x="79761" y="1111"/>
                    <a:pt x="40635" y="40238"/>
                  </a:cubicBezTo>
                  <a:lnTo>
                    <a:pt x="40635" y="40238"/>
                  </a:lnTo>
                  <a:close/>
                </a:path>
              </a:pathLst>
            </a:custGeom>
            <a:solidFill>
              <a:srgbClr val="72645A"/>
            </a:solidFill>
            <a:ln w="7932" cap="flat">
              <a:noFill/>
              <a:prstDash val="solid"/>
              <a:miter/>
            </a:ln>
          </p:spPr>
          <p:txBody>
            <a:bodyPr rtlCol="0" anchor="ctr"/>
            <a:lstStyle/>
            <a:p>
              <a:endParaRPr lang="en-US"/>
            </a:p>
          </p:txBody>
        </p:sp>
        <p:sp>
          <p:nvSpPr>
            <p:cNvPr id="52" name="Freihandform: Form 51">
              <a:extLst>
                <a:ext uri="{FF2B5EF4-FFF2-40B4-BE49-F238E27FC236}">
                  <a16:creationId xmlns:a16="http://schemas.microsoft.com/office/drawing/2014/main" id="{90AF1931-02DC-8474-F3CB-0CFC4991CA36}"/>
                </a:ext>
              </a:extLst>
            </p:cNvPr>
            <p:cNvSpPr/>
            <p:nvPr/>
          </p:nvSpPr>
          <p:spPr>
            <a:xfrm>
              <a:off x="4669248" y="5678008"/>
              <a:ext cx="70027" cy="84713"/>
            </a:xfrm>
            <a:custGeom>
              <a:avLst/>
              <a:gdLst>
                <a:gd name="connsiteX0" fmla="*/ 33127 w 70027"/>
                <a:gd name="connsiteY0" fmla="*/ 83320 h 84713"/>
                <a:gd name="connsiteX1" fmla="*/ 59318 w 70027"/>
                <a:gd name="connsiteY1" fmla="*/ 79590 h 84713"/>
                <a:gd name="connsiteX2" fmla="*/ 69318 w 70027"/>
                <a:gd name="connsiteY2" fmla="*/ 61019 h 84713"/>
                <a:gd name="connsiteX3" fmla="*/ 39794 w 70027"/>
                <a:gd name="connsiteY3" fmla="*/ 10225 h 84713"/>
                <a:gd name="connsiteX4" fmla="*/ 14477 w 70027"/>
                <a:gd name="connsiteY4" fmla="*/ 3400 h 84713"/>
                <a:gd name="connsiteX5" fmla="*/ 3207 w 70027"/>
                <a:gd name="connsiteY5" fmla="*/ 36971 h 84713"/>
                <a:gd name="connsiteX6" fmla="*/ 33127 w 70027"/>
                <a:gd name="connsiteY6" fmla="*/ 83320 h 8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027" h="84713">
                  <a:moveTo>
                    <a:pt x="33127" y="83320"/>
                  </a:moveTo>
                  <a:cubicBezTo>
                    <a:pt x="33127" y="83320"/>
                    <a:pt x="44715" y="88241"/>
                    <a:pt x="59318" y="79590"/>
                  </a:cubicBezTo>
                  <a:cubicBezTo>
                    <a:pt x="74000" y="70939"/>
                    <a:pt x="69318" y="61019"/>
                    <a:pt x="69318" y="61019"/>
                  </a:cubicBezTo>
                  <a:lnTo>
                    <a:pt x="39794" y="10225"/>
                  </a:lnTo>
                  <a:cubicBezTo>
                    <a:pt x="31223" y="-806"/>
                    <a:pt x="24239" y="-2632"/>
                    <a:pt x="14477" y="3400"/>
                  </a:cubicBezTo>
                  <a:cubicBezTo>
                    <a:pt x="4477" y="9035"/>
                    <a:pt x="-5206" y="22765"/>
                    <a:pt x="3207" y="36971"/>
                  </a:cubicBezTo>
                  <a:lnTo>
                    <a:pt x="33127" y="83320"/>
                  </a:lnTo>
                  <a:close/>
                </a:path>
              </a:pathLst>
            </a:custGeom>
            <a:solidFill>
              <a:srgbClr val="72645A"/>
            </a:solidFill>
            <a:ln w="7932" cap="flat">
              <a:noFill/>
              <a:prstDash val="solid"/>
              <a:miter/>
            </a:ln>
          </p:spPr>
          <p:txBody>
            <a:bodyPr rtlCol="0" anchor="ctr"/>
            <a:lstStyle/>
            <a:p>
              <a:endParaRPr lang="en-US"/>
            </a:p>
          </p:txBody>
        </p:sp>
        <p:sp>
          <p:nvSpPr>
            <p:cNvPr id="53" name="Freihandform: Form 52">
              <a:extLst>
                <a:ext uri="{FF2B5EF4-FFF2-40B4-BE49-F238E27FC236}">
                  <a16:creationId xmlns:a16="http://schemas.microsoft.com/office/drawing/2014/main" id="{8E65BA67-69A9-936C-95E8-663480CD58D5}"/>
                </a:ext>
              </a:extLst>
            </p:cNvPr>
            <p:cNvSpPr/>
            <p:nvPr/>
          </p:nvSpPr>
          <p:spPr>
            <a:xfrm>
              <a:off x="4575349" y="5652632"/>
              <a:ext cx="50598" cy="74241"/>
            </a:xfrm>
            <a:custGeom>
              <a:avLst/>
              <a:gdLst>
                <a:gd name="connsiteX0" fmla="*/ 519 w 50598"/>
                <a:gd name="connsiteY0" fmla="*/ 19411 h 74241"/>
                <a:gd name="connsiteX1" fmla="*/ 9328 w 50598"/>
                <a:gd name="connsiteY1" fmla="*/ 920 h 74241"/>
                <a:gd name="connsiteX2" fmla="*/ 36551 w 50598"/>
                <a:gd name="connsiteY2" fmla="*/ 21157 h 74241"/>
                <a:gd name="connsiteX3" fmla="*/ 50598 w 50598"/>
                <a:gd name="connsiteY3" fmla="*/ 57824 h 74241"/>
                <a:gd name="connsiteX4" fmla="*/ 38376 w 50598"/>
                <a:gd name="connsiteY4" fmla="*/ 71554 h 74241"/>
                <a:gd name="connsiteX5" fmla="*/ 19328 w 50598"/>
                <a:gd name="connsiteY5" fmla="*/ 70284 h 74241"/>
                <a:gd name="connsiteX6" fmla="*/ 519 w 50598"/>
                <a:gd name="connsiteY6" fmla="*/ 19411 h 7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98" h="74241">
                  <a:moveTo>
                    <a:pt x="519" y="19411"/>
                  </a:moveTo>
                  <a:cubicBezTo>
                    <a:pt x="519" y="19411"/>
                    <a:pt x="-3211" y="5602"/>
                    <a:pt x="9328" y="920"/>
                  </a:cubicBezTo>
                  <a:cubicBezTo>
                    <a:pt x="25757" y="-5191"/>
                    <a:pt x="36551" y="21157"/>
                    <a:pt x="36551" y="21157"/>
                  </a:cubicBezTo>
                  <a:lnTo>
                    <a:pt x="50598" y="57824"/>
                  </a:lnTo>
                  <a:cubicBezTo>
                    <a:pt x="49884" y="66951"/>
                    <a:pt x="44884" y="69173"/>
                    <a:pt x="38376" y="71554"/>
                  </a:cubicBezTo>
                  <a:cubicBezTo>
                    <a:pt x="31789" y="74014"/>
                    <a:pt x="25995" y="76633"/>
                    <a:pt x="19328" y="70284"/>
                  </a:cubicBezTo>
                  <a:lnTo>
                    <a:pt x="519" y="19411"/>
                  </a:lnTo>
                  <a:close/>
                </a:path>
              </a:pathLst>
            </a:custGeom>
            <a:solidFill>
              <a:srgbClr val="72645A"/>
            </a:solidFill>
            <a:ln w="7932" cap="flat">
              <a:noFill/>
              <a:prstDash val="solid"/>
              <a:miter/>
            </a:ln>
          </p:spPr>
          <p:txBody>
            <a:bodyPr rtlCol="0" anchor="ctr"/>
            <a:lstStyle/>
            <a:p>
              <a:endParaRPr lang="en-US"/>
            </a:p>
          </p:txBody>
        </p:sp>
        <p:sp>
          <p:nvSpPr>
            <p:cNvPr id="54" name="Freihandform: Form 53">
              <a:extLst>
                <a:ext uri="{FF2B5EF4-FFF2-40B4-BE49-F238E27FC236}">
                  <a16:creationId xmlns:a16="http://schemas.microsoft.com/office/drawing/2014/main" id="{78179028-E18F-13C1-F68F-8926775C3F30}"/>
                </a:ext>
              </a:extLst>
            </p:cNvPr>
            <p:cNvSpPr/>
            <p:nvPr/>
          </p:nvSpPr>
          <p:spPr>
            <a:xfrm>
              <a:off x="4469379" y="5484689"/>
              <a:ext cx="239425" cy="272628"/>
            </a:xfrm>
            <a:custGeom>
              <a:avLst/>
              <a:gdLst>
                <a:gd name="connsiteX0" fmla="*/ 299 w 239425"/>
                <a:gd name="connsiteY0" fmla="*/ 81323 h 272628"/>
                <a:gd name="connsiteX1" fmla="*/ 6649 w 239425"/>
                <a:gd name="connsiteY1" fmla="*/ 140767 h 272628"/>
                <a:gd name="connsiteX2" fmla="*/ 79744 w 239425"/>
                <a:gd name="connsiteY2" fmla="*/ 268147 h 272628"/>
                <a:gd name="connsiteX3" fmla="*/ 239425 w 239425"/>
                <a:gd name="connsiteY3" fmla="*/ 203624 h 272628"/>
                <a:gd name="connsiteX4" fmla="*/ 225299 w 239425"/>
                <a:gd name="connsiteY4" fmla="*/ 135608 h 272628"/>
                <a:gd name="connsiteX5" fmla="*/ 157204 w 239425"/>
                <a:gd name="connsiteY5" fmla="*/ 10847 h 272628"/>
                <a:gd name="connsiteX6" fmla="*/ 117839 w 239425"/>
                <a:gd name="connsiteY6" fmla="*/ 6958 h 272628"/>
                <a:gd name="connsiteX7" fmla="*/ 299 w 239425"/>
                <a:gd name="connsiteY7" fmla="*/ 81323 h 272628"/>
                <a:gd name="connsiteX8" fmla="*/ 299 w 239425"/>
                <a:gd name="connsiteY8" fmla="*/ 81323 h 272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9425" h="272628">
                  <a:moveTo>
                    <a:pt x="299" y="81323"/>
                  </a:moveTo>
                  <a:cubicBezTo>
                    <a:pt x="1649" y="104338"/>
                    <a:pt x="-3351" y="104497"/>
                    <a:pt x="6649" y="140767"/>
                  </a:cubicBezTo>
                  <a:cubicBezTo>
                    <a:pt x="36490" y="209179"/>
                    <a:pt x="78791" y="266719"/>
                    <a:pt x="79744" y="268147"/>
                  </a:cubicBezTo>
                  <a:cubicBezTo>
                    <a:pt x="83950" y="270211"/>
                    <a:pt x="151092" y="294576"/>
                    <a:pt x="239425" y="203624"/>
                  </a:cubicBezTo>
                  <a:cubicBezTo>
                    <a:pt x="202997" y="142354"/>
                    <a:pt x="225219" y="135767"/>
                    <a:pt x="225299" y="135608"/>
                  </a:cubicBezTo>
                  <a:cubicBezTo>
                    <a:pt x="225299" y="135608"/>
                    <a:pt x="224108" y="50847"/>
                    <a:pt x="157204" y="10847"/>
                  </a:cubicBezTo>
                  <a:cubicBezTo>
                    <a:pt x="146490" y="4418"/>
                    <a:pt x="117839" y="6958"/>
                    <a:pt x="117839" y="6958"/>
                  </a:cubicBezTo>
                  <a:cubicBezTo>
                    <a:pt x="83236" y="-20105"/>
                    <a:pt x="-5811" y="37513"/>
                    <a:pt x="299" y="81323"/>
                  </a:cubicBezTo>
                  <a:lnTo>
                    <a:pt x="299" y="81323"/>
                  </a:lnTo>
                  <a:close/>
                </a:path>
              </a:pathLst>
            </a:custGeom>
            <a:solidFill>
              <a:srgbClr val="72645A"/>
            </a:solidFill>
            <a:ln w="7932" cap="flat">
              <a:noFill/>
              <a:prstDash val="solid"/>
              <a:miter/>
            </a:ln>
          </p:spPr>
          <p:txBody>
            <a:bodyPr rtlCol="0" anchor="ctr"/>
            <a:lstStyle/>
            <a:p>
              <a:endParaRPr lang="en-US"/>
            </a:p>
          </p:txBody>
        </p:sp>
        <p:sp>
          <p:nvSpPr>
            <p:cNvPr id="55" name="Freihandform: Form 54">
              <a:extLst>
                <a:ext uri="{FF2B5EF4-FFF2-40B4-BE49-F238E27FC236}">
                  <a16:creationId xmlns:a16="http://schemas.microsoft.com/office/drawing/2014/main" id="{927E3566-CECC-58E6-CE99-F83B6E50C44C}"/>
                </a:ext>
              </a:extLst>
            </p:cNvPr>
            <p:cNvSpPr/>
            <p:nvPr/>
          </p:nvSpPr>
          <p:spPr>
            <a:xfrm>
              <a:off x="4729261" y="5624827"/>
              <a:ext cx="107796" cy="62939"/>
            </a:xfrm>
            <a:custGeom>
              <a:avLst/>
              <a:gdLst>
                <a:gd name="connsiteX0" fmla="*/ 107796 w 107796"/>
                <a:gd name="connsiteY0" fmla="*/ 40788 h 62939"/>
                <a:gd name="connsiteX1" fmla="*/ 48670 w 107796"/>
                <a:gd name="connsiteY1" fmla="*/ 8487 h 62939"/>
                <a:gd name="connsiteX2" fmla="*/ 11527 w 107796"/>
                <a:gd name="connsiteY2" fmla="*/ 12534 h 62939"/>
                <a:gd name="connsiteX3" fmla="*/ 178 w 107796"/>
                <a:gd name="connsiteY3" fmla="*/ 29598 h 62939"/>
                <a:gd name="connsiteX4" fmla="*/ 61288 w 107796"/>
                <a:gd name="connsiteY4" fmla="*/ 62058 h 62939"/>
                <a:gd name="connsiteX5" fmla="*/ 107796 w 107796"/>
                <a:gd name="connsiteY5" fmla="*/ 40788 h 62939"/>
                <a:gd name="connsiteX6" fmla="*/ 107796 w 107796"/>
                <a:gd name="connsiteY6" fmla="*/ 40788 h 6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796" h="62939">
                  <a:moveTo>
                    <a:pt x="107796" y="40788"/>
                  </a:moveTo>
                  <a:cubicBezTo>
                    <a:pt x="107796" y="40788"/>
                    <a:pt x="62320" y="22455"/>
                    <a:pt x="48670" y="8487"/>
                  </a:cubicBezTo>
                  <a:cubicBezTo>
                    <a:pt x="35098" y="-5402"/>
                    <a:pt x="31130" y="-958"/>
                    <a:pt x="11527" y="12534"/>
                  </a:cubicBezTo>
                  <a:cubicBezTo>
                    <a:pt x="2559" y="18725"/>
                    <a:pt x="-854" y="28725"/>
                    <a:pt x="178" y="29598"/>
                  </a:cubicBezTo>
                  <a:cubicBezTo>
                    <a:pt x="14940" y="40629"/>
                    <a:pt x="25654" y="54518"/>
                    <a:pt x="61288" y="62058"/>
                  </a:cubicBezTo>
                  <a:cubicBezTo>
                    <a:pt x="74463" y="64835"/>
                    <a:pt x="92003" y="61899"/>
                    <a:pt x="107796" y="40788"/>
                  </a:cubicBezTo>
                  <a:lnTo>
                    <a:pt x="107796" y="40788"/>
                  </a:lnTo>
                  <a:close/>
                </a:path>
              </a:pathLst>
            </a:custGeom>
            <a:solidFill>
              <a:srgbClr val="9B644B"/>
            </a:solidFill>
            <a:ln w="7932" cap="flat">
              <a:noFill/>
              <a:prstDash val="solid"/>
              <a:miter/>
            </a:ln>
          </p:spPr>
          <p:txBody>
            <a:bodyPr rtlCol="0" anchor="ctr"/>
            <a:lstStyle/>
            <a:p>
              <a:endParaRPr lang="en-US"/>
            </a:p>
          </p:txBody>
        </p:sp>
        <p:sp>
          <p:nvSpPr>
            <p:cNvPr id="56" name="Freihandform: Form 55">
              <a:extLst>
                <a:ext uri="{FF2B5EF4-FFF2-40B4-BE49-F238E27FC236}">
                  <a16:creationId xmlns:a16="http://schemas.microsoft.com/office/drawing/2014/main" id="{EAE2921F-291F-7BA3-CD33-F20E39635ABE}"/>
                </a:ext>
              </a:extLst>
            </p:cNvPr>
            <p:cNvSpPr/>
            <p:nvPr/>
          </p:nvSpPr>
          <p:spPr>
            <a:xfrm>
              <a:off x="4667024" y="5561586"/>
              <a:ext cx="117572" cy="98902"/>
            </a:xfrm>
            <a:custGeom>
              <a:avLst/>
              <a:gdLst>
                <a:gd name="connsiteX0" fmla="*/ 117573 w 117572"/>
                <a:gd name="connsiteY0" fmla="*/ 77679 h 98902"/>
                <a:gd name="connsiteX1" fmla="*/ 61700 w 117572"/>
                <a:gd name="connsiteY1" fmla="*/ 4505 h 98902"/>
                <a:gd name="connsiteX2" fmla="*/ 3050 w 117572"/>
                <a:gd name="connsiteY2" fmla="*/ 57679 h 98902"/>
                <a:gd name="connsiteX3" fmla="*/ 5669 w 117572"/>
                <a:gd name="connsiteY3" fmla="*/ 55775 h 98902"/>
                <a:gd name="connsiteX4" fmla="*/ 64557 w 117572"/>
                <a:gd name="connsiteY4" fmla="*/ 94584 h 98902"/>
                <a:gd name="connsiteX5" fmla="*/ 117573 w 117572"/>
                <a:gd name="connsiteY5" fmla="*/ 77679 h 98902"/>
                <a:gd name="connsiteX6" fmla="*/ 117573 w 117572"/>
                <a:gd name="connsiteY6" fmla="*/ 77679 h 9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72" h="98902">
                  <a:moveTo>
                    <a:pt x="117573" y="77679"/>
                  </a:moveTo>
                  <a:cubicBezTo>
                    <a:pt x="85827" y="50933"/>
                    <a:pt x="61700" y="4505"/>
                    <a:pt x="61700" y="4505"/>
                  </a:cubicBezTo>
                  <a:cubicBezTo>
                    <a:pt x="44795" y="-9463"/>
                    <a:pt x="-13934" y="9267"/>
                    <a:pt x="3050" y="57679"/>
                  </a:cubicBezTo>
                  <a:lnTo>
                    <a:pt x="5669" y="55775"/>
                  </a:lnTo>
                  <a:lnTo>
                    <a:pt x="64557" y="94584"/>
                  </a:lnTo>
                  <a:cubicBezTo>
                    <a:pt x="80272" y="104187"/>
                    <a:pt x="100589" y="97441"/>
                    <a:pt x="117573" y="77679"/>
                  </a:cubicBezTo>
                  <a:lnTo>
                    <a:pt x="117573" y="77679"/>
                  </a:lnTo>
                  <a:close/>
                </a:path>
              </a:pathLst>
            </a:custGeom>
            <a:solidFill>
              <a:srgbClr val="72645A"/>
            </a:solidFill>
            <a:ln w="7932" cap="flat">
              <a:noFill/>
              <a:prstDash val="solid"/>
              <a:miter/>
            </a:ln>
          </p:spPr>
          <p:txBody>
            <a:bodyPr rtlCol="0" anchor="ctr"/>
            <a:lstStyle/>
            <a:p>
              <a:endParaRPr lang="en-US"/>
            </a:p>
          </p:txBody>
        </p:sp>
        <p:sp>
          <p:nvSpPr>
            <p:cNvPr id="57" name="Freihandform: Form 56">
              <a:extLst>
                <a:ext uri="{FF2B5EF4-FFF2-40B4-BE49-F238E27FC236}">
                  <a16:creationId xmlns:a16="http://schemas.microsoft.com/office/drawing/2014/main" id="{8E06DF1D-55F6-1D73-C27B-1EA64CC66874}"/>
                </a:ext>
              </a:extLst>
            </p:cNvPr>
            <p:cNvSpPr/>
            <p:nvPr/>
          </p:nvSpPr>
          <p:spPr>
            <a:xfrm>
              <a:off x="4560036" y="5486091"/>
              <a:ext cx="168688" cy="134372"/>
            </a:xfrm>
            <a:custGeom>
              <a:avLst/>
              <a:gdLst>
                <a:gd name="connsiteX0" fmla="*/ 88451 w 168688"/>
                <a:gd name="connsiteY0" fmla="*/ 15318 h 134372"/>
                <a:gd name="connsiteX1" fmla="*/ 168688 w 168688"/>
                <a:gd name="connsiteY1" fmla="*/ 80000 h 134372"/>
                <a:gd name="connsiteX2" fmla="*/ 115990 w 168688"/>
                <a:gd name="connsiteY2" fmla="*/ 133333 h 134372"/>
                <a:gd name="connsiteX3" fmla="*/ 43134 w 168688"/>
                <a:gd name="connsiteY3" fmla="*/ 112301 h 134372"/>
                <a:gd name="connsiteX4" fmla="*/ 3690 w 168688"/>
                <a:gd name="connsiteY4" fmla="*/ 20953 h 134372"/>
                <a:gd name="connsiteX5" fmla="*/ 88451 w 168688"/>
                <a:gd name="connsiteY5" fmla="*/ 15318 h 134372"/>
                <a:gd name="connsiteX6" fmla="*/ 88451 w 168688"/>
                <a:gd name="connsiteY6" fmla="*/ 15318 h 13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688" h="134372">
                  <a:moveTo>
                    <a:pt x="88451" y="15318"/>
                  </a:moveTo>
                  <a:cubicBezTo>
                    <a:pt x="111466" y="24286"/>
                    <a:pt x="137339" y="40635"/>
                    <a:pt x="168688" y="80000"/>
                  </a:cubicBezTo>
                  <a:cubicBezTo>
                    <a:pt x="167816" y="83889"/>
                    <a:pt x="134641" y="142857"/>
                    <a:pt x="115990" y="133333"/>
                  </a:cubicBezTo>
                  <a:cubicBezTo>
                    <a:pt x="115990" y="133333"/>
                    <a:pt x="66943" y="134603"/>
                    <a:pt x="43134" y="112301"/>
                  </a:cubicBezTo>
                  <a:cubicBezTo>
                    <a:pt x="14721" y="85635"/>
                    <a:pt x="-9485" y="61349"/>
                    <a:pt x="3690" y="20953"/>
                  </a:cubicBezTo>
                  <a:cubicBezTo>
                    <a:pt x="15594" y="-15396"/>
                    <a:pt x="59879" y="4286"/>
                    <a:pt x="88451" y="15318"/>
                  </a:cubicBezTo>
                  <a:lnTo>
                    <a:pt x="88451" y="15318"/>
                  </a:lnTo>
                  <a:close/>
                </a:path>
              </a:pathLst>
            </a:custGeom>
            <a:solidFill>
              <a:srgbClr val="72645A"/>
            </a:solidFill>
            <a:ln w="7932" cap="flat">
              <a:noFill/>
              <a:prstDash val="solid"/>
              <a:miter/>
            </a:ln>
          </p:spPr>
          <p:txBody>
            <a:bodyPr rtlCol="0" anchor="ctr"/>
            <a:lstStyle/>
            <a:p>
              <a:endParaRPr lang="en-US"/>
            </a:p>
          </p:txBody>
        </p:sp>
        <p:sp>
          <p:nvSpPr>
            <p:cNvPr id="58" name="Freihandform: Form 57">
              <a:extLst>
                <a:ext uri="{FF2B5EF4-FFF2-40B4-BE49-F238E27FC236}">
                  <a16:creationId xmlns:a16="http://schemas.microsoft.com/office/drawing/2014/main" id="{C4E33D8D-8D59-045D-3F6D-0AD780078F0F}"/>
                </a:ext>
              </a:extLst>
            </p:cNvPr>
            <p:cNvSpPr/>
            <p:nvPr/>
          </p:nvSpPr>
          <p:spPr>
            <a:xfrm>
              <a:off x="4558011" y="5644530"/>
              <a:ext cx="139284" cy="123891"/>
            </a:xfrm>
            <a:custGeom>
              <a:avLst/>
              <a:gdLst>
                <a:gd name="connsiteX0" fmla="*/ 20079 w 139284"/>
                <a:gd name="connsiteY0" fmla="*/ 83306 h 123891"/>
                <a:gd name="connsiteX1" fmla="*/ 0 w 139284"/>
                <a:gd name="connsiteY1" fmla="*/ 3148 h 123891"/>
                <a:gd name="connsiteX2" fmla="*/ 107222 w 139284"/>
                <a:gd name="connsiteY2" fmla="*/ 23386 h 123891"/>
                <a:gd name="connsiteX3" fmla="*/ 139285 w 139284"/>
                <a:gd name="connsiteY3" fmla="*/ 113624 h 123891"/>
                <a:gd name="connsiteX4" fmla="*/ 20079 w 139284"/>
                <a:gd name="connsiteY4" fmla="*/ 83306 h 123891"/>
                <a:gd name="connsiteX5" fmla="*/ 20079 w 139284"/>
                <a:gd name="connsiteY5" fmla="*/ 83306 h 12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284" h="123891">
                  <a:moveTo>
                    <a:pt x="20079" y="83306"/>
                  </a:moveTo>
                  <a:cubicBezTo>
                    <a:pt x="18254" y="70529"/>
                    <a:pt x="14524" y="29577"/>
                    <a:pt x="0" y="3148"/>
                  </a:cubicBezTo>
                  <a:cubicBezTo>
                    <a:pt x="23413" y="-2328"/>
                    <a:pt x="92063" y="-3439"/>
                    <a:pt x="107222" y="23386"/>
                  </a:cubicBezTo>
                  <a:cubicBezTo>
                    <a:pt x="114761" y="36719"/>
                    <a:pt x="125317" y="84735"/>
                    <a:pt x="139285" y="113624"/>
                  </a:cubicBezTo>
                  <a:cubicBezTo>
                    <a:pt x="102381" y="107116"/>
                    <a:pt x="30714" y="156402"/>
                    <a:pt x="20079" y="83306"/>
                  </a:cubicBezTo>
                  <a:lnTo>
                    <a:pt x="20079" y="83306"/>
                  </a:lnTo>
                  <a:close/>
                </a:path>
              </a:pathLst>
            </a:custGeom>
            <a:solidFill>
              <a:srgbClr val="72645A"/>
            </a:solidFill>
            <a:ln w="7932" cap="flat">
              <a:noFill/>
              <a:prstDash val="solid"/>
              <a:miter/>
            </a:ln>
          </p:spPr>
          <p:txBody>
            <a:bodyPr rtlCol="0" anchor="ctr"/>
            <a:lstStyle/>
            <a:p>
              <a:endParaRPr lang="en-US"/>
            </a:p>
          </p:txBody>
        </p:sp>
        <p:sp>
          <p:nvSpPr>
            <p:cNvPr id="59" name="Freihandform: Form 58">
              <a:extLst>
                <a:ext uri="{FF2B5EF4-FFF2-40B4-BE49-F238E27FC236}">
                  <a16:creationId xmlns:a16="http://schemas.microsoft.com/office/drawing/2014/main" id="{452531DB-D78D-C3BD-BE3E-777330A772EE}"/>
                </a:ext>
              </a:extLst>
            </p:cNvPr>
            <p:cNvSpPr/>
            <p:nvPr/>
          </p:nvSpPr>
          <p:spPr>
            <a:xfrm>
              <a:off x="4593805" y="5587282"/>
              <a:ext cx="95475" cy="41031"/>
            </a:xfrm>
            <a:custGeom>
              <a:avLst/>
              <a:gdLst>
                <a:gd name="connsiteX0" fmla="*/ 95476 w 95475"/>
                <a:gd name="connsiteY0" fmla="*/ 41032 h 41031"/>
                <a:gd name="connsiteX1" fmla="*/ 0 w 95475"/>
                <a:gd name="connsiteY1" fmla="*/ 0 h 41031"/>
              </a:gdLst>
              <a:ahLst/>
              <a:cxnLst>
                <a:cxn ang="0">
                  <a:pos x="connsiteX0" y="connsiteY0"/>
                </a:cxn>
                <a:cxn ang="0">
                  <a:pos x="connsiteX1" y="connsiteY1"/>
                </a:cxn>
              </a:cxnLst>
              <a:rect l="l" t="t" r="r" b="b"/>
              <a:pathLst>
                <a:path w="95475" h="41031">
                  <a:moveTo>
                    <a:pt x="95476" y="41032"/>
                  </a:moveTo>
                  <a:cubicBezTo>
                    <a:pt x="79127" y="34762"/>
                    <a:pt x="42302" y="56508"/>
                    <a:pt x="0" y="0"/>
                  </a:cubicBezTo>
                </a:path>
              </a:pathLst>
            </a:custGeom>
            <a:noFill/>
            <a:ln w="2112" cap="flat">
              <a:solidFill>
                <a:srgbClr val="72645A"/>
              </a:solidFill>
              <a:prstDash val="solid"/>
              <a:miter/>
            </a:ln>
          </p:spPr>
          <p:txBody>
            <a:bodyPr rtlCol="0" anchor="ctr"/>
            <a:lstStyle/>
            <a:p>
              <a:endParaRPr lang="en-US"/>
            </a:p>
          </p:txBody>
        </p:sp>
        <p:sp>
          <p:nvSpPr>
            <p:cNvPr id="60" name="Freihandform: Form 59">
              <a:extLst>
                <a:ext uri="{FF2B5EF4-FFF2-40B4-BE49-F238E27FC236}">
                  <a16:creationId xmlns:a16="http://schemas.microsoft.com/office/drawing/2014/main" id="{1060B2F9-7223-E2D6-0E99-D5F071E12D29}"/>
                </a:ext>
              </a:extLst>
            </p:cNvPr>
            <p:cNvSpPr/>
            <p:nvPr/>
          </p:nvSpPr>
          <p:spPr>
            <a:xfrm>
              <a:off x="4619661" y="5676772"/>
              <a:ext cx="71399" cy="94238"/>
            </a:xfrm>
            <a:custGeom>
              <a:avLst/>
              <a:gdLst>
                <a:gd name="connsiteX0" fmla="*/ 37556 w 71399"/>
                <a:gd name="connsiteY0" fmla="*/ 94239 h 94238"/>
                <a:gd name="connsiteX1" fmla="*/ 61207 w 71399"/>
                <a:gd name="connsiteY1" fmla="*/ 84397 h 94238"/>
                <a:gd name="connsiteX2" fmla="*/ 70174 w 71399"/>
                <a:gd name="connsiteY2" fmla="*/ 57810 h 94238"/>
                <a:gd name="connsiteX3" fmla="*/ 46524 w 71399"/>
                <a:gd name="connsiteY3" fmla="*/ 8763 h 94238"/>
                <a:gd name="connsiteX4" fmla="*/ 14857 w 71399"/>
                <a:gd name="connsiteY4" fmla="*/ 2969 h 94238"/>
                <a:gd name="connsiteX5" fmla="*/ 16 w 71399"/>
                <a:gd name="connsiteY5" fmla="*/ 27652 h 94238"/>
                <a:gd name="connsiteX6" fmla="*/ 37556 w 71399"/>
                <a:gd name="connsiteY6" fmla="*/ 94239 h 9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399" h="94238">
                  <a:moveTo>
                    <a:pt x="37556" y="94239"/>
                  </a:moveTo>
                  <a:cubicBezTo>
                    <a:pt x="37556" y="94239"/>
                    <a:pt x="46207" y="92334"/>
                    <a:pt x="61207" y="84397"/>
                  </a:cubicBezTo>
                  <a:cubicBezTo>
                    <a:pt x="76286" y="76461"/>
                    <a:pt x="70174" y="57810"/>
                    <a:pt x="70174" y="57810"/>
                  </a:cubicBezTo>
                  <a:lnTo>
                    <a:pt x="46524" y="8763"/>
                  </a:lnTo>
                  <a:cubicBezTo>
                    <a:pt x="39143" y="2017"/>
                    <a:pt x="27556" y="-3697"/>
                    <a:pt x="14857" y="2969"/>
                  </a:cubicBezTo>
                  <a:cubicBezTo>
                    <a:pt x="3985" y="7652"/>
                    <a:pt x="-301" y="17811"/>
                    <a:pt x="16" y="27652"/>
                  </a:cubicBezTo>
                  <a:lnTo>
                    <a:pt x="37556" y="94239"/>
                  </a:lnTo>
                  <a:close/>
                </a:path>
              </a:pathLst>
            </a:custGeom>
            <a:solidFill>
              <a:srgbClr val="72645A"/>
            </a:solidFill>
            <a:ln w="7932" cap="flat">
              <a:noFill/>
              <a:prstDash val="solid"/>
              <a:miter/>
            </a:ln>
          </p:spPr>
          <p:txBody>
            <a:bodyPr rtlCol="0" anchor="ctr"/>
            <a:lstStyle/>
            <a:p>
              <a:endParaRPr lang="en-US"/>
            </a:p>
          </p:txBody>
        </p:sp>
        <p:sp>
          <p:nvSpPr>
            <p:cNvPr id="61" name="Freihandform: Form 60">
              <a:extLst>
                <a:ext uri="{FF2B5EF4-FFF2-40B4-BE49-F238E27FC236}">
                  <a16:creationId xmlns:a16="http://schemas.microsoft.com/office/drawing/2014/main" id="{5C799073-ABDD-F10C-222A-A54CB9A568B8}"/>
                </a:ext>
              </a:extLst>
            </p:cNvPr>
            <p:cNvSpPr/>
            <p:nvPr/>
          </p:nvSpPr>
          <p:spPr>
            <a:xfrm>
              <a:off x="4577605" y="5694570"/>
              <a:ext cx="70477" cy="89669"/>
            </a:xfrm>
            <a:custGeom>
              <a:avLst/>
              <a:gdLst>
                <a:gd name="connsiteX0" fmla="*/ 50882 w 70477"/>
                <a:gd name="connsiteY0" fmla="*/ 86600 h 89669"/>
                <a:gd name="connsiteX1" fmla="*/ 66041 w 70477"/>
                <a:gd name="connsiteY1" fmla="*/ 86362 h 89669"/>
                <a:gd name="connsiteX2" fmla="*/ 59930 w 70477"/>
                <a:gd name="connsiteY2" fmla="*/ 45727 h 89669"/>
                <a:gd name="connsiteX3" fmla="*/ 44692 w 70477"/>
                <a:gd name="connsiteY3" fmla="*/ 12473 h 89669"/>
                <a:gd name="connsiteX4" fmla="*/ 17232 w 70477"/>
                <a:gd name="connsiteY4" fmla="*/ 1600 h 89669"/>
                <a:gd name="connsiteX5" fmla="*/ 10 w 70477"/>
                <a:gd name="connsiteY5" fmla="*/ 21839 h 89669"/>
                <a:gd name="connsiteX6" fmla="*/ 50882 w 70477"/>
                <a:gd name="connsiteY6" fmla="*/ 86600 h 8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477" h="89669">
                  <a:moveTo>
                    <a:pt x="50882" y="86600"/>
                  </a:moveTo>
                  <a:cubicBezTo>
                    <a:pt x="50882" y="86600"/>
                    <a:pt x="53263" y="93663"/>
                    <a:pt x="66041" y="86362"/>
                  </a:cubicBezTo>
                  <a:cubicBezTo>
                    <a:pt x="78819" y="78981"/>
                    <a:pt x="59930" y="45727"/>
                    <a:pt x="59930" y="45727"/>
                  </a:cubicBezTo>
                  <a:lnTo>
                    <a:pt x="44692" y="12473"/>
                  </a:lnTo>
                  <a:cubicBezTo>
                    <a:pt x="39692" y="966"/>
                    <a:pt x="30882" y="-2368"/>
                    <a:pt x="17232" y="1600"/>
                  </a:cubicBezTo>
                  <a:cubicBezTo>
                    <a:pt x="7073" y="4537"/>
                    <a:pt x="-308" y="12394"/>
                    <a:pt x="10" y="21839"/>
                  </a:cubicBezTo>
                  <a:lnTo>
                    <a:pt x="50882" y="86600"/>
                  </a:lnTo>
                  <a:close/>
                </a:path>
              </a:pathLst>
            </a:custGeom>
            <a:solidFill>
              <a:srgbClr val="72645A"/>
            </a:solidFill>
            <a:ln w="7932" cap="flat">
              <a:noFill/>
              <a:prstDash val="solid"/>
              <a:miter/>
            </a:ln>
          </p:spPr>
          <p:txBody>
            <a:bodyPr rtlCol="0" anchor="ctr"/>
            <a:lstStyle/>
            <a:p>
              <a:endParaRPr lang="en-US"/>
            </a:p>
          </p:txBody>
        </p:sp>
        <p:sp>
          <p:nvSpPr>
            <p:cNvPr id="62" name="Freihandform: Form 61">
              <a:extLst>
                <a:ext uri="{FF2B5EF4-FFF2-40B4-BE49-F238E27FC236}">
                  <a16:creationId xmlns:a16="http://schemas.microsoft.com/office/drawing/2014/main" id="{E18A71A7-034D-435F-1B60-EF4D281B7B26}"/>
                </a:ext>
              </a:extLst>
            </p:cNvPr>
            <p:cNvSpPr/>
            <p:nvPr/>
          </p:nvSpPr>
          <p:spPr>
            <a:xfrm>
              <a:off x="4549122" y="5728671"/>
              <a:ext cx="66662" cy="55852"/>
            </a:xfrm>
            <a:custGeom>
              <a:avLst/>
              <a:gdLst>
                <a:gd name="connsiteX0" fmla="*/ 64365 w 66662"/>
                <a:gd name="connsiteY0" fmla="*/ 19483 h 55852"/>
                <a:gd name="connsiteX1" fmla="*/ 60238 w 66662"/>
                <a:gd name="connsiteY1" fmla="*/ 52975 h 55852"/>
                <a:gd name="connsiteX2" fmla="*/ 34841 w 66662"/>
                <a:gd name="connsiteY2" fmla="*/ 49721 h 55852"/>
                <a:gd name="connsiteX3" fmla="*/ 0 w 66662"/>
                <a:gd name="connsiteY3" fmla="*/ 24244 h 55852"/>
                <a:gd name="connsiteX4" fmla="*/ 19206 w 66662"/>
                <a:gd name="connsiteY4" fmla="*/ 38 h 55852"/>
                <a:gd name="connsiteX5" fmla="*/ 47460 w 66662"/>
                <a:gd name="connsiteY5" fmla="*/ 8213 h 55852"/>
                <a:gd name="connsiteX6" fmla="*/ 64365 w 66662"/>
                <a:gd name="connsiteY6" fmla="*/ 19483 h 55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62" h="55852">
                  <a:moveTo>
                    <a:pt x="64365" y="19483"/>
                  </a:moveTo>
                  <a:cubicBezTo>
                    <a:pt x="64365" y="19483"/>
                    <a:pt x="71667" y="46308"/>
                    <a:pt x="60238" y="52975"/>
                  </a:cubicBezTo>
                  <a:cubicBezTo>
                    <a:pt x="46508" y="60990"/>
                    <a:pt x="34841" y="49721"/>
                    <a:pt x="34841" y="49721"/>
                  </a:cubicBezTo>
                  <a:lnTo>
                    <a:pt x="0" y="24244"/>
                  </a:lnTo>
                  <a:cubicBezTo>
                    <a:pt x="556" y="16705"/>
                    <a:pt x="5238" y="911"/>
                    <a:pt x="19206" y="38"/>
                  </a:cubicBezTo>
                  <a:cubicBezTo>
                    <a:pt x="26905" y="-438"/>
                    <a:pt x="40238" y="3610"/>
                    <a:pt x="47460" y="8213"/>
                  </a:cubicBezTo>
                  <a:lnTo>
                    <a:pt x="64365" y="19483"/>
                  </a:lnTo>
                  <a:close/>
                </a:path>
              </a:pathLst>
            </a:custGeom>
            <a:solidFill>
              <a:srgbClr val="9B644B"/>
            </a:solidFill>
            <a:ln w="7932" cap="flat">
              <a:noFill/>
              <a:prstDash val="solid"/>
              <a:miter/>
            </a:ln>
          </p:spPr>
          <p:txBody>
            <a:bodyPr rtlCol="0" anchor="ctr"/>
            <a:lstStyle/>
            <a:p>
              <a:endParaRPr lang="en-US"/>
            </a:p>
          </p:txBody>
        </p:sp>
        <p:grpSp>
          <p:nvGrpSpPr>
            <p:cNvPr id="63" name="Grafik 2">
              <a:extLst>
                <a:ext uri="{FF2B5EF4-FFF2-40B4-BE49-F238E27FC236}">
                  <a16:creationId xmlns:a16="http://schemas.microsoft.com/office/drawing/2014/main" id="{E05F352F-3E28-0D2A-7737-AFC481A4AA6C}"/>
                </a:ext>
              </a:extLst>
            </p:cNvPr>
            <p:cNvGrpSpPr/>
            <p:nvPr/>
          </p:nvGrpSpPr>
          <p:grpSpPr>
            <a:xfrm>
              <a:off x="3337144" y="5668464"/>
              <a:ext cx="200078" cy="373260"/>
              <a:chOff x="3337144" y="5668464"/>
              <a:chExt cx="200078" cy="373260"/>
            </a:xfrm>
          </p:grpSpPr>
          <p:sp>
            <p:nvSpPr>
              <p:cNvPr id="116" name="Freihandform: Form 115">
                <a:extLst>
                  <a:ext uri="{FF2B5EF4-FFF2-40B4-BE49-F238E27FC236}">
                    <a16:creationId xmlns:a16="http://schemas.microsoft.com/office/drawing/2014/main" id="{0660EEF1-C029-2161-7777-52874261A3E5}"/>
                  </a:ext>
                </a:extLst>
              </p:cNvPr>
              <p:cNvSpPr/>
              <p:nvPr/>
            </p:nvSpPr>
            <p:spPr>
              <a:xfrm>
                <a:off x="3356388" y="5668464"/>
                <a:ext cx="180834" cy="334607"/>
              </a:xfrm>
              <a:custGeom>
                <a:avLst/>
                <a:gdLst>
                  <a:gd name="connsiteX0" fmla="*/ 104248 w 180834"/>
                  <a:gd name="connsiteY0" fmla="*/ 3024 h 334607"/>
                  <a:gd name="connsiteX1" fmla="*/ 37185 w 180834"/>
                  <a:gd name="connsiteY1" fmla="*/ 14691 h 334607"/>
                  <a:gd name="connsiteX2" fmla="*/ 597 w 180834"/>
                  <a:gd name="connsiteY2" fmla="*/ 272864 h 334607"/>
                  <a:gd name="connsiteX3" fmla="*/ 45280 w 180834"/>
                  <a:gd name="connsiteY3" fmla="*/ 333498 h 334607"/>
                  <a:gd name="connsiteX4" fmla="*/ 110438 w 180834"/>
                  <a:gd name="connsiteY4" fmla="*/ 292070 h 334607"/>
                  <a:gd name="connsiteX5" fmla="*/ 180835 w 180834"/>
                  <a:gd name="connsiteY5" fmla="*/ 61040 h 334607"/>
                  <a:gd name="connsiteX6" fmla="*/ 104248 w 180834"/>
                  <a:gd name="connsiteY6" fmla="*/ 3024 h 334607"/>
                  <a:gd name="connsiteX7" fmla="*/ 104248 w 180834"/>
                  <a:gd name="connsiteY7" fmla="*/ 3024 h 33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834" h="334607">
                    <a:moveTo>
                      <a:pt x="104248" y="3024"/>
                    </a:moveTo>
                    <a:cubicBezTo>
                      <a:pt x="57264" y="-7532"/>
                      <a:pt x="40676" y="12786"/>
                      <a:pt x="37185" y="14691"/>
                    </a:cubicBezTo>
                    <a:cubicBezTo>
                      <a:pt x="21312" y="128182"/>
                      <a:pt x="3693" y="253975"/>
                      <a:pt x="597" y="272864"/>
                    </a:cubicBezTo>
                    <a:cubicBezTo>
                      <a:pt x="-3609" y="299054"/>
                      <a:pt x="14724" y="329133"/>
                      <a:pt x="45280" y="333498"/>
                    </a:cubicBezTo>
                    <a:cubicBezTo>
                      <a:pt x="85200" y="339213"/>
                      <a:pt x="104406" y="322467"/>
                      <a:pt x="110438" y="292070"/>
                    </a:cubicBezTo>
                    <a:cubicBezTo>
                      <a:pt x="112422" y="282070"/>
                      <a:pt x="157025" y="168658"/>
                      <a:pt x="180835" y="61040"/>
                    </a:cubicBezTo>
                    <a:cubicBezTo>
                      <a:pt x="180914" y="61119"/>
                      <a:pt x="159644" y="15484"/>
                      <a:pt x="104248" y="3024"/>
                    </a:cubicBezTo>
                    <a:lnTo>
                      <a:pt x="104248" y="3024"/>
                    </a:lnTo>
                    <a:close/>
                  </a:path>
                </a:pathLst>
              </a:custGeom>
              <a:solidFill>
                <a:srgbClr val="9B644B"/>
              </a:solidFill>
              <a:ln w="7932" cap="flat">
                <a:noFill/>
                <a:prstDash val="solid"/>
                <a:miter/>
              </a:ln>
            </p:spPr>
            <p:txBody>
              <a:bodyPr rtlCol="0" anchor="ctr"/>
              <a:lstStyle/>
              <a:p>
                <a:endParaRPr lang="en-US"/>
              </a:p>
            </p:txBody>
          </p:sp>
          <p:sp>
            <p:nvSpPr>
              <p:cNvPr id="117" name="Freihandform: Form 116">
                <a:extLst>
                  <a:ext uri="{FF2B5EF4-FFF2-40B4-BE49-F238E27FC236}">
                    <a16:creationId xmlns:a16="http://schemas.microsoft.com/office/drawing/2014/main" id="{36F03EDC-D212-168B-784A-88FA948F1646}"/>
                  </a:ext>
                </a:extLst>
              </p:cNvPr>
              <p:cNvSpPr/>
              <p:nvPr/>
            </p:nvSpPr>
            <p:spPr>
              <a:xfrm>
                <a:off x="3337144" y="5851088"/>
                <a:ext cx="176427" cy="184604"/>
              </a:xfrm>
              <a:custGeom>
                <a:avLst/>
                <a:gdLst>
                  <a:gd name="connsiteX0" fmla="*/ 153650 w 176427"/>
                  <a:gd name="connsiteY0" fmla="*/ 141589 h 184604"/>
                  <a:gd name="connsiteX1" fmla="*/ 134364 w 176427"/>
                  <a:gd name="connsiteY1" fmla="*/ 95319 h 184604"/>
                  <a:gd name="connsiteX2" fmla="*/ 137539 w 176427"/>
                  <a:gd name="connsiteY2" fmla="*/ 80795 h 184604"/>
                  <a:gd name="connsiteX3" fmla="*/ 81746 w 176427"/>
                  <a:gd name="connsiteY3" fmla="*/ 2 h 184604"/>
                  <a:gd name="connsiteX4" fmla="*/ 19603 w 176427"/>
                  <a:gd name="connsiteY4" fmla="*/ 93097 h 184604"/>
                  <a:gd name="connsiteX5" fmla="*/ 19365 w 176427"/>
                  <a:gd name="connsiteY5" fmla="*/ 93970 h 184604"/>
                  <a:gd name="connsiteX6" fmla="*/ 0 w 176427"/>
                  <a:gd name="connsiteY6" fmla="*/ 184604 h 184604"/>
                  <a:gd name="connsiteX7" fmla="*/ 176428 w 176427"/>
                  <a:gd name="connsiteY7" fmla="*/ 184604 h 184604"/>
                  <a:gd name="connsiteX8" fmla="*/ 153650 w 176427"/>
                  <a:gd name="connsiteY8" fmla="*/ 141589 h 184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427" h="184604">
                    <a:moveTo>
                      <a:pt x="153650" y="141589"/>
                    </a:moveTo>
                    <a:cubicBezTo>
                      <a:pt x="146666" y="133890"/>
                      <a:pt x="130079" y="125795"/>
                      <a:pt x="134364" y="95319"/>
                    </a:cubicBezTo>
                    <a:cubicBezTo>
                      <a:pt x="134920" y="90954"/>
                      <a:pt x="135952" y="86113"/>
                      <a:pt x="137539" y="80795"/>
                    </a:cubicBezTo>
                    <a:cubicBezTo>
                      <a:pt x="158412" y="8811"/>
                      <a:pt x="107539" y="-157"/>
                      <a:pt x="81746" y="2"/>
                    </a:cubicBezTo>
                    <a:cubicBezTo>
                      <a:pt x="53651" y="161"/>
                      <a:pt x="28492" y="31668"/>
                      <a:pt x="19603" y="93097"/>
                    </a:cubicBezTo>
                    <a:cubicBezTo>
                      <a:pt x="19524" y="93414"/>
                      <a:pt x="19444" y="93652"/>
                      <a:pt x="19365" y="93970"/>
                    </a:cubicBezTo>
                    <a:cubicBezTo>
                      <a:pt x="9206" y="130557"/>
                      <a:pt x="3730" y="159763"/>
                      <a:pt x="0" y="184604"/>
                    </a:cubicBezTo>
                    <a:lnTo>
                      <a:pt x="176428" y="184604"/>
                    </a:lnTo>
                    <a:cubicBezTo>
                      <a:pt x="171666" y="169287"/>
                      <a:pt x="164444" y="153572"/>
                      <a:pt x="153650" y="141589"/>
                    </a:cubicBezTo>
                    <a:close/>
                  </a:path>
                </a:pathLst>
              </a:custGeom>
              <a:solidFill>
                <a:srgbClr val="9B644B"/>
              </a:solidFill>
              <a:ln w="7932" cap="flat">
                <a:noFill/>
                <a:prstDash val="solid"/>
                <a:miter/>
              </a:ln>
            </p:spPr>
            <p:txBody>
              <a:bodyPr rtlCol="0" anchor="ctr"/>
              <a:lstStyle/>
              <a:p>
                <a:endParaRPr lang="en-US"/>
              </a:p>
            </p:txBody>
          </p:sp>
          <p:sp>
            <p:nvSpPr>
              <p:cNvPr id="118" name="Freihandform: Form 117">
                <a:extLst>
                  <a:ext uri="{FF2B5EF4-FFF2-40B4-BE49-F238E27FC236}">
                    <a16:creationId xmlns:a16="http://schemas.microsoft.com/office/drawing/2014/main" id="{3A5B43F0-2CA6-F097-12E7-AEF4E85B47AD}"/>
                  </a:ext>
                </a:extLst>
              </p:cNvPr>
              <p:cNvSpPr/>
              <p:nvPr/>
            </p:nvSpPr>
            <p:spPr>
              <a:xfrm>
                <a:off x="3387295" y="5972518"/>
                <a:ext cx="123182" cy="63174"/>
              </a:xfrm>
              <a:custGeom>
                <a:avLst/>
                <a:gdLst>
                  <a:gd name="connsiteX0" fmla="*/ 76119 w 123182"/>
                  <a:gd name="connsiteY0" fmla="*/ 238 h 63174"/>
                  <a:gd name="connsiteX1" fmla="*/ 73579 w 123182"/>
                  <a:gd name="connsiteY1" fmla="*/ 0 h 63174"/>
                  <a:gd name="connsiteX2" fmla="*/ 10485 w 123182"/>
                  <a:gd name="connsiteY2" fmla="*/ 28730 h 63174"/>
                  <a:gd name="connsiteX3" fmla="*/ 2786 w 123182"/>
                  <a:gd name="connsiteY3" fmla="*/ 63174 h 63174"/>
                  <a:gd name="connsiteX4" fmla="*/ 123182 w 123182"/>
                  <a:gd name="connsiteY4" fmla="*/ 63174 h 63174"/>
                  <a:gd name="connsiteX5" fmla="*/ 76119 w 123182"/>
                  <a:gd name="connsiteY5" fmla="*/ 238 h 6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182" h="63174">
                    <a:moveTo>
                      <a:pt x="76119" y="238"/>
                    </a:moveTo>
                    <a:cubicBezTo>
                      <a:pt x="75246" y="79"/>
                      <a:pt x="74453" y="0"/>
                      <a:pt x="73579" y="0"/>
                    </a:cubicBezTo>
                    <a:cubicBezTo>
                      <a:pt x="49135" y="79"/>
                      <a:pt x="24056" y="12936"/>
                      <a:pt x="10485" y="28730"/>
                    </a:cubicBezTo>
                    <a:cubicBezTo>
                      <a:pt x="723" y="39841"/>
                      <a:pt x="-3087" y="52460"/>
                      <a:pt x="2786" y="63174"/>
                    </a:cubicBezTo>
                    <a:lnTo>
                      <a:pt x="123182" y="63174"/>
                    </a:lnTo>
                    <a:cubicBezTo>
                      <a:pt x="113182" y="40635"/>
                      <a:pt x="93976" y="3572"/>
                      <a:pt x="76119" y="238"/>
                    </a:cubicBezTo>
                    <a:close/>
                  </a:path>
                </a:pathLst>
              </a:custGeom>
              <a:solidFill>
                <a:srgbClr val="9B644B"/>
              </a:solidFill>
              <a:ln w="7932" cap="flat">
                <a:noFill/>
                <a:prstDash val="solid"/>
                <a:miter/>
              </a:ln>
            </p:spPr>
            <p:txBody>
              <a:bodyPr rtlCol="0" anchor="ctr"/>
              <a:lstStyle/>
              <a:p>
                <a:endParaRPr lang="en-US"/>
              </a:p>
            </p:txBody>
          </p:sp>
          <p:sp>
            <p:nvSpPr>
              <p:cNvPr id="119" name="Freihandform: Form 118">
                <a:extLst>
                  <a:ext uri="{FF2B5EF4-FFF2-40B4-BE49-F238E27FC236}">
                    <a16:creationId xmlns:a16="http://schemas.microsoft.com/office/drawing/2014/main" id="{3BEDB80B-F44E-7BF9-690D-A984D6D7CBDF}"/>
                  </a:ext>
                </a:extLst>
              </p:cNvPr>
              <p:cNvSpPr/>
              <p:nvPr/>
            </p:nvSpPr>
            <p:spPr>
              <a:xfrm>
                <a:off x="3390160" y="6035692"/>
                <a:ext cx="123015" cy="6031"/>
              </a:xfrm>
              <a:custGeom>
                <a:avLst/>
                <a:gdLst>
                  <a:gd name="connsiteX0" fmla="*/ 123015 w 123015"/>
                  <a:gd name="connsiteY0" fmla="*/ 6032 h 6031"/>
                  <a:gd name="connsiteX1" fmla="*/ 120396 w 123015"/>
                  <a:gd name="connsiteY1" fmla="*/ 0 h 6031"/>
                  <a:gd name="connsiteX2" fmla="*/ 0 w 123015"/>
                  <a:gd name="connsiteY2" fmla="*/ 0 h 6031"/>
                  <a:gd name="connsiteX3" fmla="*/ 4524 w 123015"/>
                  <a:gd name="connsiteY3" fmla="*/ 6032 h 6031"/>
                  <a:gd name="connsiteX4" fmla="*/ 123015 w 123015"/>
                  <a:gd name="connsiteY4" fmla="*/ 6032 h 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15" h="6031">
                    <a:moveTo>
                      <a:pt x="123015" y="6032"/>
                    </a:moveTo>
                    <a:cubicBezTo>
                      <a:pt x="122222" y="4206"/>
                      <a:pt x="121349" y="2143"/>
                      <a:pt x="120396" y="0"/>
                    </a:cubicBezTo>
                    <a:lnTo>
                      <a:pt x="0" y="0"/>
                    </a:lnTo>
                    <a:cubicBezTo>
                      <a:pt x="1190" y="2064"/>
                      <a:pt x="2540" y="4127"/>
                      <a:pt x="4524" y="6032"/>
                    </a:cubicBezTo>
                    <a:lnTo>
                      <a:pt x="123015" y="6032"/>
                    </a:lnTo>
                    <a:close/>
                  </a:path>
                </a:pathLst>
              </a:custGeom>
              <a:solidFill>
                <a:srgbClr val="9B644B"/>
              </a:solidFill>
              <a:ln w="7932" cap="flat">
                <a:noFill/>
                <a:prstDash val="solid"/>
                <a:miter/>
              </a:ln>
            </p:spPr>
            <p:txBody>
              <a:bodyPr rtlCol="0" anchor="ctr"/>
              <a:lstStyle/>
              <a:p>
                <a:endParaRPr lang="en-US"/>
              </a:p>
            </p:txBody>
          </p:sp>
        </p:grpSp>
        <p:sp>
          <p:nvSpPr>
            <p:cNvPr id="64" name="Freihandform: Form 63">
              <a:extLst>
                <a:ext uri="{FF2B5EF4-FFF2-40B4-BE49-F238E27FC236}">
                  <a16:creationId xmlns:a16="http://schemas.microsoft.com/office/drawing/2014/main" id="{6438A5FA-6231-96F4-9BAD-4E077FC8D392}"/>
                </a:ext>
              </a:extLst>
            </p:cNvPr>
            <p:cNvSpPr/>
            <p:nvPr/>
          </p:nvSpPr>
          <p:spPr>
            <a:xfrm>
              <a:off x="3840713" y="5842135"/>
              <a:ext cx="401109" cy="193556"/>
            </a:xfrm>
            <a:custGeom>
              <a:avLst/>
              <a:gdLst>
                <a:gd name="connsiteX0" fmla="*/ 347697 w 401109"/>
                <a:gd name="connsiteY0" fmla="*/ 70145 h 193556"/>
                <a:gd name="connsiteX1" fmla="*/ 309046 w 401109"/>
                <a:gd name="connsiteY1" fmla="*/ 34828 h 193556"/>
                <a:gd name="connsiteX2" fmla="*/ 261586 w 401109"/>
                <a:gd name="connsiteY2" fmla="*/ 10383 h 193556"/>
                <a:gd name="connsiteX3" fmla="*/ 29365 w 401109"/>
                <a:gd name="connsiteY3" fmla="*/ 104431 h 193556"/>
                <a:gd name="connsiteX4" fmla="*/ 0 w 401109"/>
                <a:gd name="connsiteY4" fmla="*/ 193557 h 193556"/>
                <a:gd name="connsiteX5" fmla="*/ 401109 w 401109"/>
                <a:gd name="connsiteY5" fmla="*/ 193557 h 193556"/>
                <a:gd name="connsiteX6" fmla="*/ 347697 w 401109"/>
                <a:gd name="connsiteY6" fmla="*/ 70145 h 19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109" h="193556">
                  <a:moveTo>
                    <a:pt x="347697" y="70145"/>
                  </a:moveTo>
                  <a:cubicBezTo>
                    <a:pt x="336506" y="56891"/>
                    <a:pt x="323570" y="44986"/>
                    <a:pt x="309046" y="34828"/>
                  </a:cubicBezTo>
                  <a:cubicBezTo>
                    <a:pt x="293887" y="24193"/>
                    <a:pt x="277935" y="16098"/>
                    <a:pt x="261586" y="10383"/>
                  </a:cubicBezTo>
                  <a:cubicBezTo>
                    <a:pt x="176031" y="-19616"/>
                    <a:pt x="79682" y="16494"/>
                    <a:pt x="29365" y="104431"/>
                  </a:cubicBezTo>
                  <a:cubicBezTo>
                    <a:pt x="13413" y="132446"/>
                    <a:pt x="3809" y="162843"/>
                    <a:pt x="0" y="193557"/>
                  </a:cubicBezTo>
                  <a:lnTo>
                    <a:pt x="401109" y="193557"/>
                  </a:lnTo>
                  <a:cubicBezTo>
                    <a:pt x="395395" y="148002"/>
                    <a:pt x="377300" y="104589"/>
                    <a:pt x="347697" y="70145"/>
                  </a:cubicBezTo>
                  <a:close/>
                </a:path>
              </a:pathLst>
            </a:custGeom>
            <a:solidFill>
              <a:srgbClr val="867D6E"/>
            </a:solidFill>
            <a:ln w="7932" cap="flat">
              <a:noFill/>
              <a:prstDash val="solid"/>
              <a:miter/>
            </a:ln>
          </p:spPr>
          <p:txBody>
            <a:bodyPr rtlCol="0" anchor="ctr"/>
            <a:lstStyle/>
            <a:p>
              <a:endParaRPr lang="en-US"/>
            </a:p>
          </p:txBody>
        </p:sp>
        <p:sp>
          <p:nvSpPr>
            <p:cNvPr id="65" name="Freihandform: Form 64">
              <a:extLst>
                <a:ext uri="{FF2B5EF4-FFF2-40B4-BE49-F238E27FC236}">
                  <a16:creationId xmlns:a16="http://schemas.microsoft.com/office/drawing/2014/main" id="{C775DBE8-1730-85AD-74C4-D0CE23E6BA32}"/>
                </a:ext>
              </a:extLst>
            </p:cNvPr>
            <p:cNvSpPr/>
            <p:nvPr/>
          </p:nvSpPr>
          <p:spPr>
            <a:xfrm>
              <a:off x="3839920" y="6035692"/>
              <a:ext cx="402696" cy="6031"/>
            </a:xfrm>
            <a:custGeom>
              <a:avLst/>
              <a:gdLst>
                <a:gd name="connsiteX0" fmla="*/ 402696 w 402696"/>
                <a:gd name="connsiteY0" fmla="*/ 6032 h 6031"/>
                <a:gd name="connsiteX1" fmla="*/ 401903 w 402696"/>
                <a:gd name="connsiteY1" fmla="*/ 0 h 6031"/>
                <a:gd name="connsiteX2" fmla="*/ 794 w 402696"/>
                <a:gd name="connsiteY2" fmla="*/ 0 h 6031"/>
                <a:gd name="connsiteX3" fmla="*/ 0 w 402696"/>
                <a:gd name="connsiteY3" fmla="*/ 6032 h 6031"/>
                <a:gd name="connsiteX4" fmla="*/ 402696 w 402696"/>
                <a:gd name="connsiteY4" fmla="*/ 6032 h 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696" h="6031">
                  <a:moveTo>
                    <a:pt x="402696" y="6032"/>
                  </a:moveTo>
                  <a:cubicBezTo>
                    <a:pt x="402458" y="3968"/>
                    <a:pt x="402141" y="1984"/>
                    <a:pt x="401903" y="0"/>
                  </a:cubicBezTo>
                  <a:lnTo>
                    <a:pt x="794" y="0"/>
                  </a:lnTo>
                  <a:cubicBezTo>
                    <a:pt x="556" y="1984"/>
                    <a:pt x="238" y="4048"/>
                    <a:pt x="0" y="6032"/>
                  </a:cubicBezTo>
                  <a:lnTo>
                    <a:pt x="402696" y="6032"/>
                  </a:lnTo>
                  <a:close/>
                </a:path>
              </a:pathLst>
            </a:custGeom>
            <a:solidFill>
              <a:srgbClr val="867D6E"/>
            </a:solidFill>
            <a:ln w="7932" cap="flat">
              <a:noFill/>
              <a:prstDash val="solid"/>
              <a:miter/>
            </a:ln>
          </p:spPr>
          <p:txBody>
            <a:bodyPr rtlCol="0" anchor="ctr"/>
            <a:lstStyle/>
            <a:p>
              <a:endParaRPr lang="en-US"/>
            </a:p>
          </p:txBody>
        </p:sp>
        <p:sp>
          <p:nvSpPr>
            <p:cNvPr id="66" name="Freihandform: Form 65">
              <a:extLst>
                <a:ext uri="{FF2B5EF4-FFF2-40B4-BE49-F238E27FC236}">
                  <a16:creationId xmlns:a16="http://schemas.microsoft.com/office/drawing/2014/main" id="{86A953A3-37DE-651C-16F5-FBCDAA654FDE}"/>
                </a:ext>
              </a:extLst>
            </p:cNvPr>
            <p:cNvSpPr/>
            <p:nvPr/>
          </p:nvSpPr>
          <p:spPr>
            <a:xfrm>
              <a:off x="3938967" y="5848848"/>
              <a:ext cx="399363" cy="186844"/>
            </a:xfrm>
            <a:custGeom>
              <a:avLst/>
              <a:gdLst>
                <a:gd name="connsiteX0" fmla="*/ 394046 w 399363"/>
                <a:gd name="connsiteY0" fmla="*/ 161289 h 186844"/>
                <a:gd name="connsiteX1" fmla="*/ 264443 w 399363"/>
                <a:gd name="connsiteY1" fmla="*/ 11924 h 186844"/>
                <a:gd name="connsiteX2" fmla="*/ 163333 w 399363"/>
                <a:gd name="connsiteY2" fmla="*/ 3671 h 186844"/>
                <a:gd name="connsiteX3" fmla="*/ 142460 w 399363"/>
                <a:gd name="connsiteY3" fmla="*/ 9147 h 186844"/>
                <a:gd name="connsiteX4" fmla="*/ 6111 w 399363"/>
                <a:gd name="connsiteY4" fmla="*/ 157876 h 186844"/>
                <a:gd name="connsiteX5" fmla="*/ 0 w 399363"/>
                <a:gd name="connsiteY5" fmla="*/ 186844 h 186844"/>
                <a:gd name="connsiteX6" fmla="*/ 399363 w 399363"/>
                <a:gd name="connsiteY6" fmla="*/ 186844 h 186844"/>
                <a:gd name="connsiteX7" fmla="*/ 394046 w 399363"/>
                <a:gd name="connsiteY7" fmla="*/ 161289 h 18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363" h="186844">
                  <a:moveTo>
                    <a:pt x="394046" y="161289"/>
                  </a:moveTo>
                  <a:cubicBezTo>
                    <a:pt x="374681" y="88353"/>
                    <a:pt x="324840" y="34543"/>
                    <a:pt x="264443" y="11924"/>
                  </a:cubicBezTo>
                  <a:cubicBezTo>
                    <a:pt x="232697" y="-59"/>
                    <a:pt x="198015" y="-3393"/>
                    <a:pt x="163333" y="3671"/>
                  </a:cubicBezTo>
                  <a:cubicBezTo>
                    <a:pt x="156349" y="5099"/>
                    <a:pt x="149364" y="6925"/>
                    <a:pt x="142460" y="9147"/>
                  </a:cubicBezTo>
                  <a:cubicBezTo>
                    <a:pt x="74920" y="31210"/>
                    <a:pt x="25555" y="88670"/>
                    <a:pt x="6111" y="157876"/>
                  </a:cubicBezTo>
                  <a:cubicBezTo>
                    <a:pt x="3413" y="167321"/>
                    <a:pt x="1429" y="177003"/>
                    <a:pt x="0" y="186844"/>
                  </a:cubicBezTo>
                  <a:lnTo>
                    <a:pt x="399363" y="186844"/>
                  </a:lnTo>
                  <a:cubicBezTo>
                    <a:pt x="398014" y="178352"/>
                    <a:pt x="396347" y="169781"/>
                    <a:pt x="394046" y="161289"/>
                  </a:cubicBezTo>
                  <a:close/>
                </a:path>
              </a:pathLst>
            </a:custGeom>
            <a:solidFill>
              <a:srgbClr val="867D6E"/>
            </a:solidFill>
            <a:ln w="7932" cap="flat">
              <a:noFill/>
              <a:prstDash val="solid"/>
              <a:miter/>
            </a:ln>
          </p:spPr>
          <p:txBody>
            <a:bodyPr rtlCol="0" anchor="ctr"/>
            <a:lstStyle/>
            <a:p>
              <a:endParaRPr lang="en-US"/>
            </a:p>
          </p:txBody>
        </p:sp>
        <p:sp>
          <p:nvSpPr>
            <p:cNvPr id="67" name="Freihandform: Form 66">
              <a:extLst>
                <a:ext uri="{FF2B5EF4-FFF2-40B4-BE49-F238E27FC236}">
                  <a16:creationId xmlns:a16="http://schemas.microsoft.com/office/drawing/2014/main" id="{68C1E687-6416-CFF6-7590-0F2A47E7739F}"/>
                </a:ext>
              </a:extLst>
            </p:cNvPr>
            <p:cNvSpPr/>
            <p:nvPr/>
          </p:nvSpPr>
          <p:spPr>
            <a:xfrm>
              <a:off x="3937856" y="6035692"/>
              <a:ext cx="401426" cy="6031"/>
            </a:xfrm>
            <a:custGeom>
              <a:avLst/>
              <a:gdLst>
                <a:gd name="connsiteX0" fmla="*/ 401426 w 401426"/>
                <a:gd name="connsiteY0" fmla="*/ 6032 h 6031"/>
                <a:gd name="connsiteX1" fmla="*/ 400395 w 401426"/>
                <a:gd name="connsiteY1" fmla="*/ 0 h 6031"/>
                <a:gd name="connsiteX2" fmla="*/ 1032 w 401426"/>
                <a:gd name="connsiteY2" fmla="*/ 0 h 6031"/>
                <a:gd name="connsiteX3" fmla="*/ 0 w 401426"/>
                <a:gd name="connsiteY3" fmla="*/ 6032 h 6031"/>
                <a:gd name="connsiteX4" fmla="*/ 401426 w 401426"/>
                <a:gd name="connsiteY4" fmla="*/ 6032 h 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426" h="6031">
                  <a:moveTo>
                    <a:pt x="401426" y="6032"/>
                  </a:moveTo>
                  <a:cubicBezTo>
                    <a:pt x="401189" y="4048"/>
                    <a:pt x="400712" y="1984"/>
                    <a:pt x="400395" y="0"/>
                  </a:cubicBezTo>
                  <a:lnTo>
                    <a:pt x="1032" y="0"/>
                  </a:lnTo>
                  <a:cubicBezTo>
                    <a:pt x="714" y="1984"/>
                    <a:pt x="318" y="4048"/>
                    <a:pt x="0" y="6032"/>
                  </a:cubicBezTo>
                  <a:lnTo>
                    <a:pt x="401426" y="6032"/>
                  </a:lnTo>
                  <a:close/>
                </a:path>
              </a:pathLst>
            </a:custGeom>
            <a:solidFill>
              <a:srgbClr val="867D6E"/>
            </a:solidFill>
            <a:ln w="7932" cap="flat">
              <a:noFill/>
              <a:prstDash val="solid"/>
              <a:miter/>
            </a:ln>
          </p:spPr>
          <p:txBody>
            <a:bodyPr rtlCol="0" anchor="ctr"/>
            <a:lstStyle/>
            <a:p>
              <a:endParaRPr lang="en-US"/>
            </a:p>
          </p:txBody>
        </p:sp>
        <p:sp>
          <p:nvSpPr>
            <p:cNvPr id="68" name="Freihandform: Form 67">
              <a:extLst>
                <a:ext uri="{FF2B5EF4-FFF2-40B4-BE49-F238E27FC236}">
                  <a16:creationId xmlns:a16="http://schemas.microsoft.com/office/drawing/2014/main" id="{74F1AD6A-8F14-40B1-56B2-AE632E35C90C}"/>
                </a:ext>
              </a:extLst>
            </p:cNvPr>
            <p:cNvSpPr/>
            <p:nvPr/>
          </p:nvSpPr>
          <p:spPr>
            <a:xfrm>
              <a:off x="3919046" y="6001327"/>
              <a:ext cx="103808" cy="34364"/>
            </a:xfrm>
            <a:custGeom>
              <a:avLst/>
              <a:gdLst>
                <a:gd name="connsiteX0" fmla="*/ 26032 w 103808"/>
                <a:gd name="connsiteY0" fmla="*/ 5397 h 34364"/>
                <a:gd name="connsiteX1" fmla="*/ 10952 w 103808"/>
                <a:gd name="connsiteY1" fmla="*/ 0 h 34364"/>
                <a:gd name="connsiteX2" fmla="*/ 0 w 103808"/>
                <a:gd name="connsiteY2" fmla="*/ 34365 h 34364"/>
                <a:gd name="connsiteX3" fmla="*/ 103809 w 103808"/>
                <a:gd name="connsiteY3" fmla="*/ 34365 h 34364"/>
                <a:gd name="connsiteX4" fmla="*/ 26032 w 103808"/>
                <a:gd name="connsiteY4" fmla="*/ 5397 h 34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08" h="34364">
                  <a:moveTo>
                    <a:pt x="26032" y="5397"/>
                  </a:moveTo>
                  <a:cubicBezTo>
                    <a:pt x="15873" y="1746"/>
                    <a:pt x="10952" y="0"/>
                    <a:pt x="10952" y="0"/>
                  </a:cubicBezTo>
                  <a:lnTo>
                    <a:pt x="0" y="34365"/>
                  </a:lnTo>
                  <a:lnTo>
                    <a:pt x="103809" y="34365"/>
                  </a:lnTo>
                  <a:cubicBezTo>
                    <a:pt x="66508" y="20238"/>
                    <a:pt x="40793" y="10793"/>
                    <a:pt x="26032" y="5397"/>
                  </a:cubicBezTo>
                  <a:close/>
                </a:path>
              </a:pathLst>
            </a:custGeom>
            <a:solidFill>
              <a:srgbClr val="867D6E"/>
            </a:solidFill>
            <a:ln w="7932" cap="flat">
              <a:noFill/>
              <a:prstDash val="solid"/>
              <a:miter/>
            </a:ln>
          </p:spPr>
          <p:txBody>
            <a:bodyPr rtlCol="0" anchor="ctr"/>
            <a:lstStyle/>
            <a:p>
              <a:endParaRPr lang="en-US"/>
            </a:p>
          </p:txBody>
        </p:sp>
        <p:sp>
          <p:nvSpPr>
            <p:cNvPr id="69" name="Freihandform: Form 68">
              <a:extLst>
                <a:ext uri="{FF2B5EF4-FFF2-40B4-BE49-F238E27FC236}">
                  <a16:creationId xmlns:a16="http://schemas.microsoft.com/office/drawing/2014/main" id="{FA890935-706B-5769-804C-30A6CC4B0477}"/>
                </a:ext>
              </a:extLst>
            </p:cNvPr>
            <p:cNvSpPr/>
            <p:nvPr/>
          </p:nvSpPr>
          <p:spPr>
            <a:xfrm>
              <a:off x="3917141" y="6035692"/>
              <a:ext cx="121666" cy="6031"/>
            </a:xfrm>
            <a:custGeom>
              <a:avLst/>
              <a:gdLst>
                <a:gd name="connsiteX0" fmla="*/ 121666 w 121666"/>
                <a:gd name="connsiteY0" fmla="*/ 6032 h 6031"/>
                <a:gd name="connsiteX1" fmla="*/ 105714 w 121666"/>
                <a:gd name="connsiteY1" fmla="*/ 0 h 6031"/>
                <a:gd name="connsiteX2" fmla="*/ 1905 w 121666"/>
                <a:gd name="connsiteY2" fmla="*/ 0 h 6031"/>
                <a:gd name="connsiteX3" fmla="*/ 0 w 121666"/>
                <a:gd name="connsiteY3" fmla="*/ 6032 h 6031"/>
                <a:gd name="connsiteX4" fmla="*/ 121666 w 121666"/>
                <a:gd name="connsiteY4" fmla="*/ 6032 h 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66" h="6031">
                  <a:moveTo>
                    <a:pt x="121666" y="6032"/>
                  </a:moveTo>
                  <a:cubicBezTo>
                    <a:pt x="116111" y="3889"/>
                    <a:pt x="110793" y="1905"/>
                    <a:pt x="105714" y="0"/>
                  </a:cubicBezTo>
                  <a:lnTo>
                    <a:pt x="1905" y="0"/>
                  </a:lnTo>
                  <a:lnTo>
                    <a:pt x="0" y="6032"/>
                  </a:lnTo>
                  <a:lnTo>
                    <a:pt x="121666" y="6032"/>
                  </a:lnTo>
                  <a:close/>
                </a:path>
              </a:pathLst>
            </a:custGeom>
            <a:solidFill>
              <a:srgbClr val="867D6E"/>
            </a:solidFill>
            <a:ln w="7932" cap="flat">
              <a:noFill/>
              <a:prstDash val="solid"/>
              <a:miter/>
            </a:ln>
          </p:spPr>
          <p:txBody>
            <a:bodyPr rtlCol="0" anchor="ctr"/>
            <a:lstStyle/>
            <a:p>
              <a:endParaRPr lang="en-US"/>
            </a:p>
          </p:txBody>
        </p:sp>
        <p:sp>
          <p:nvSpPr>
            <p:cNvPr id="70" name="Freihandform: Form 69">
              <a:extLst>
                <a:ext uri="{FF2B5EF4-FFF2-40B4-BE49-F238E27FC236}">
                  <a16:creationId xmlns:a16="http://schemas.microsoft.com/office/drawing/2014/main" id="{58FBF57B-9DD0-C10E-5893-D01C43FEC2A4}"/>
                </a:ext>
              </a:extLst>
            </p:cNvPr>
            <p:cNvSpPr/>
            <p:nvPr/>
          </p:nvSpPr>
          <p:spPr>
            <a:xfrm>
              <a:off x="3571095" y="3881646"/>
              <a:ext cx="823430" cy="894813"/>
            </a:xfrm>
            <a:custGeom>
              <a:avLst/>
              <a:gdLst>
                <a:gd name="connsiteX0" fmla="*/ 617870 w 823430"/>
                <a:gd name="connsiteY0" fmla="*/ 6438 h 894813"/>
                <a:gd name="connsiteX1" fmla="*/ 713664 w 823430"/>
                <a:gd name="connsiteY1" fmla="*/ 138739 h 894813"/>
                <a:gd name="connsiteX2" fmla="*/ 729140 w 823430"/>
                <a:gd name="connsiteY2" fmla="*/ 256437 h 894813"/>
                <a:gd name="connsiteX3" fmla="*/ 792711 w 823430"/>
                <a:gd name="connsiteY3" fmla="*/ 496833 h 894813"/>
                <a:gd name="connsiteX4" fmla="*/ 706759 w 823430"/>
                <a:gd name="connsiteY4" fmla="*/ 746355 h 894813"/>
                <a:gd name="connsiteX5" fmla="*/ 345332 w 823430"/>
                <a:gd name="connsiteY5" fmla="*/ 893577 h 894813"/>
                <a:gd name="connsiteX6" fmla="*/ 9699 w 823430"/>
                <a:gd name="connsiteY6" fmla="*/ 651197 h 894813"/>
                <a:gd name="connsiteX7" fmla="*/ 258031 w 823430"/>
                <a:gd name="connsiteY7" fmla="*/ 244056 h 894813"/>
                <a:gd name="connsiteX8" fmla="*/ 617870 w 823430"/>
                <a:gd name="connsiteY8" fmla="*/ 6438 h 894813"/>
                <a:gd name="connsiteX9" fmla="*/ 617870 w 823430"/>
                <a:gd name="connsiteY9" fmla="*/ 6438 h 89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3430" h="894813">
                  <a:moveTo>
                    <a:pt x="617870" y="6438"/>
                  </a:moveTo>
                  <a:cubicBezTo>
                    <a:pt x="623029" y="9613"/>
                    <a:pt x="722870" y="61835"/>
                    <a:pt x="713664" y="138739"/>
                  </a:cubicBezTo>
                  <a:cubicBezTo>
                    <a:pt x="704457" y="215644"/>
                    <a:pt x="701997" y="211675"/>
                    <a:pt x="729140" y="256437"/>
                  </a:cubicBezTo>
                  <a:cubicBezTo>
                    <a:pt x="756282" y="301278"/>
                    <a:pt x="880012" y="356278"/>
                    <a:pt x="792711" y="496833"/>
                  </a:cubicBezTo>
                  <a:cubicBezTo>
                    <a:pt x="722791" y="609451"/>
                    <a:pt x="772473" y="665483"/>
                    <a:pt x="706759" y="746355"/>
                  </a:cubicBezTo>
                  <a:cubicBezTo>
                    <a:pt x="648902" y="817625"/>
                    <a:pt x="406522" y="859291"/>
                    <a:pt x="345332" y="893577"/>
                  </a:cubicBezTo>
                  <a:cubicBezTo>
                    <a:pt x="325570" y="904688"/>
                    <a:pt x="78032" y="842307"/>
                    <a:pt x="9699" y="651197"/>
                  </a:cubicBezTo>
                  <a:cubicBezTo>
                    <a:pt x="-58634" y="460087"/>
                    <a:pt x="256444" y="357389"/>
                    <a:pt x="258031" y="244056"/>
                  </a:cubicBezTo>
                  <a:cubicBezTo>
                    <a:pt x="259698" y="130803"/>
                    <a:pt x="551363" y="-34752"/>
                    <a:pt x="617870" y="6438"/>
                  </a:cubicBezTo>
                  <a:lnTo>
                    <a:pt x="617870" y="6438"/>
                  </a:lnTo>
                  <a:close/>
                </a:path>
              </a:pathLst>
            </a:custGeom>
            <a:solidFill>
              <a:srgbClr val="321E14"/>
            </a:solidFill>
            <a:ln w="7932" cap="flat">
              <a:noFill/>
              <a:prstDash val="solid"/>
              <a:miter/>
            </a:ln>
          </p:spPr>
          <p:txBody>
            <a:bodyPr rtlCol="0" anchor="ctr"/>
            <a:lstStyle/>
            <a:p>
              <a:endParaRPr lang="en-US"/>
            </a:p>
          </p:txBody>
        </p:sp>
        <p:sp>
          <p:nvSpPr>
            <p:cNvPr id="71" name="Freihandform: Form 70">
              <a:extLst>
                <a:ext uri="{FF2B5EF4-FFF2-40B4-BE49-F238E27FC236}">
                  <a16:creationId xmlns:a16="http://schemas.microsoft.com/office/drawing/2014/main" id="{22523050-22CD-0397-D293-22F812D5776D}"/>
                </a:ext>
              </a:extLst>
            </p:cNvPr>
            <p:cNvSpPr/>
            <p:nvPr/>
          </p:nvSpPr>
          <p:spPr>
            <a:xfrm>
              <a:off x="3970792" y="4687207"/>
              <a:ext cx="992217" cy="1143486"/>
            </a:xfrm>
            <a:custGeom>
              <a:avLst/>
              <a:gdLst>
                <a:gd name="connsiteX0" fmla="*/ 992217 w 992217"/>
                <a:gd name="connsiteY0" fmla="*/ 919281 h 1143486"/>
                <a:gd name="connsiteX1" fmla="*/ 662774 w 992217"/>
                <a:gd name="connsiteY1" fmla="*/ 0 h 1143486"/>
                <a:gd name="connsiteX2" fmla="*/ 0 w 992217"/>
                <a:gd name="connsiteY2" fmla="*/ 224205 h 1143486"/>
                <a:gd name="connsiteX3" fmla="*/ 329443 w 992217"/>
                <a:gd name="connsiteY3" fmla="*/ 1143486 h 1143486"/>
              </a:gdLst>
              <a:ahLst/>
              <a:cxnLst>
                <a:cxn ang="0">
                  <a:pos x="connsiteX0" y="connsiteY0"/>
                </a:cxn>
                <a:cxn ang="0">
                  <a:pos x="connsiteX1" y="connsiteY1"/>
                </a:cxn>
                <a:cxn ang="0">
                  <a:pos x="connsiteX2" y="connsiteY2"/>
                </a:cxn>
                <a:cxn ang="0">
                  <a:pos x="connsiteX3" y="connsiteY3"/>
                </a:cxn>
              </a:cxnLst>
              <a:rect l="l" t="t" r="r" b="b"/>
              <a:pathLst>
                <a:path w="992217" h="1143486">
                  <a:moveTo>
                    <a:pt x="992217" y="919281"/>
                  </a:moveTo>
                  <a:lnTo>
                    <a:pt x="662774" y="0"/>
                  </a:lnTo>
                  <a:lnTo>
                    <a:pt x="0" y="224205"/>
                  </a:lnTo>
                  <a:lnTo>
                    <a:pt x="329443" y="1143486"/>
                  </a:lnTo>
                  <a:close/>
                </a:path>
              </a:pathLst>
            </a:custGeom>
            <a:solidFill>
              <a:srgbClr val="A5E1E1"/>
            </a:solidFill>
            <a:ln w="7932" cap="flat">
              <a:noFill/>
              <a:prstDash val="solid"/>
              <a:miter/>
            </a:ln>
          </p:spPr>
          <p:txBody>
            <a:bodyPr rtlCol="0" anchor="ctr"/>
            <a:lstStyle/>
            <a:p>
              <a:endParaRPr lang="en-US"/>
            </a:p>
          </p:txBody>
        </p:sp>
        <p:sp>
          <p:nvSpPr>
            <p:cNvPr id="72" name="Freihandform: Form 71">
              <a:extLst>
                <a:ext uri="{FF2B5EF4-FFF2-40B4-BE49-F238E27FC236}">
                  <a16:creationId xmlns:a16="http://schemas.microsoft.com/office/drawing/2014/main" id="{EDCB533E-5A31-8D5D-D6B5-6DE5B2625BA0}"/>
                </a:ext>
              </a:extLst>
            </p:cNvPr>
            <p:cNvSpPr/>
            <p:nvPr/>
          </p:nvSpPr>
          <p:spPr>
            <a:xfrm>
              <a:off x="3575635" y="5547996"/>
              <a:ext cx="886741" cy="487695"/>
            </a:xfrm>
            <a:custGeom>
              <a:avLst/>
              <a:gdLst>
                <a:gd name="connsiteX0" fmla="*/ 881662 w 886741"/>
                <a:gd name="connsiteY0" fmla="*/ 448331 h 487695"/>
                <a:gd name="connsiteX1" fmla="*/ 872138 w 886741"/>
                <a:gd name="connsiteY1" fmla="*/ 386109 h 487695"/>
                <a:gd name="connsiteX2" fmla="*/ 845155 w 886741"/>
                <a:gd name="connsiteY2" fmla="*/ 241824 h 487695"/>
                <a:gd name="connsiteX3" fmla="*/ 825631 w 886741"/>
                <a:gd name="connsiteY3" fmla="*/ 157460 h 487695"/>
                <a:gd name="connsiteX4" fmla="*/ 823964 w 886741"/>
                <a:gd name="connsiteY4" fmla="*/ 150793 h 487695"/>
                <a:gd name="connsiteX5" fmla="*/ 819678 w 886741"/>
                <a:gd name="connsiteY5" fmla="*/ 133809 h 487695"/>
                <a:gd name="connsiteX6" fmla="*/ 807615 w 886741"/>
                <a:gd name="connsiteY6" fmla="*/ 89920 h 487695"/>
                <a:gd name="connsiteX7" fmla="*/ 806901 w 886741"/>
                <a:gd name="connsiteY7" fmla="*/ 87380 h 487695"/>
                <a:gd name="connsiteX8" fmla="*/ 806742 w 886741"/>
                <a:gd name="connsiteY8" fmla="*/ 86984 h 487695"/>
                <a:gd name="connsiteX9" fmla="*/ 802694 w 886741"/>
                <a:gd name="connsiteY9" fmla="*/ 73571 h 487695"/>
                <a:gd name="connsiteX10" fmla="*/ 802139 w 886741"/>
                <a:gd name="connsiteY10" fmla="*/ 73651 h 487695"/>
                <a:gd name="connsiteX11" fmla="*/ 652140 w 886741"/>
                <a:gd name="connsiteY11" fmla="*/ 80714 h 487695"/>
                <a:gd name="connsiteX12" fmla="*/ 531029 w 886741"/>
                <a:gd name="connsiteY12" fmla="*/ 79682 h 487695"/>
                <a:gd name="connsiteX13" fmla="*/ 526267 w 886741"/>
                <a:gd name="connsiteY13" fmla="*/ 79523 h 487695"/>
                <a:gd name="connsiteX14" fmla="*/ 262221 w 886741"/>
                <a:gd name="connsiteY14" fmla="*/ 28968 h 487695"/>
                <a:gd name="connsiteX15" fmla="*/ 234205 w 886741"/>
                <a:gd name="connsiteY15" fmla="*/ 8492 h 487695"/>
                <a:gd name="connsiteX16" fmla="*/ 230634 w 886741"/>
                <a:gd name="connsiteY16" fmla="*/ 4841 h 487695"/>
                <a:gd name="connsiteX17" fmla="*/ 226586 w 886741"/>
                <a:gd name="connsiteY17" fmla="*/ 0 h 487695"/>
                <a:gd name="connsiteX18" fmla="*/ 222697 w 886741"/>
                <a:gd name="connsiteY18" fmla="*/ 4682 h 487695"/>
                <a:gd name="connsiteX19" fmla="*/ 222301 w 886741"/>
                <a:gd name="connsiteY19" fmla="*/ 5159 h 487695"/>
                <a:gd name="connsiteX20" fmla="*/ 219682 w 886741"/>
                <a:gd name="connsiteY20" fmla="*/ 8413 h 487695"/>
                <a:gd name="connsiteX21" fmla="*/ 215158 w 886741"/>
                <a:gd name="connsiteY21" fmla="*/ 14127 h 487695"/>
                <a:gd name="connsiteX22" fmla="*/ 67619 w 886741"/>
                <a:gd name="connsiteY22" fmla="*/ 243253 h 487695"/>
                <a:gd name="connsiteX23" fmla="*/ 67301 w 886741"/>
                <a:gd name="connsiteY23" fmla="*/ 243967 h 487695"/>
                <a:gd name="connsiteX24" fmla="*/ 19286 w 886741"/>
                <a:gd name="connsiteY24" fmla="*/ 357300 h 487695"/>
                <a:gd name="connsiteX25" fmla="*/ 19286 w 886741"/>
                <a:gd name="connsiteY25" fmla="*/ 357458 h 487695"/>
                <a:gd name="connsiteX26" fmla="*/ 19127 w 886741"/>
                <a:gd name="connsiteY26" fmla="*/ 358014 h 487695"/>
                <a:gd name="connsiteX27" fmla="*/ 16826 w 886741"/>
                <a:gd name="connsiteY27" fmla="*/ 364601 h 487695"/>
                <a:gd name="connsiteX28" fmla="*/ 0 w 886741"/>
                <a:gd name="connsiteY28" fmla="*/ 487696 h 487695"/>
                <a:gd name="connsiteX29" fmla="*/ 886742 w 886741"/>
                <a:gd name="connsiteY29" fmla="*/ 487696 h 487695"/>
                <a:gd name="connsiteX30" fmla="*/ 881662 w 886741"/>
                <a:gd name="connsiteY30" fmla="*/ 448331 h 48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6741" h="487695">
                  <a:moveTo>
                    <a:pt x="881662" y="448331"/>
                  </a:moveTo>
                  <a:cubicBezTo>
                    <a:pt x="878646" y="426823"/>
                    <a:pt x="875472" y="406109"/>
                    <a:pt x="872138" y="386109"/>
                  </a:cubicBezTo>
                  <a:cubicBezTo>
                    <a:pt x="863488" y="332062"/>
                    <a:pt x="854123" y="283570"/>
                    <a:pt x="845155" y="241824"/>
                  </a:cubicBezTo>
                  <a:cubicBezTo>
                    <a:pt x="838250" y="209443"/>
                    <a:pt x="831583" y="181110"/>
                    <a:pt x="825631" y="157460"/>
                  </a:cubicBezTo>
                  <a:cubicBezTo>
                    <a:pt x="824996" y="155237"/>
                    <a:pt x="824441" y="153015"/>
                    <a:pt x="823964" y="150793"/>
                  </a:cubicBezTo>
                  <a:cubicBezTo>
                    <a:pt x="822535" y="144761"/>
                    <a:pt x="821028" y="139126"/>
                    <a:pt x="819678" y="133809"/>
                  </a:cubicBezTo>
                  <a:cubicBezTo>
                    <a:pt x="814758" y="114841"/>
                    <a:pt x="810552" y="99999"/>
                    <a:pt x="807615" y="89920"/>
                  </a:cubicBezTo>
                  <a:cubicBezTo>
                    <a:pt x="807377" y="88968"/>
                    <a:pt x="807139" y="88174"/>
                    <a:pt x="806901" y="87380"/>
                  </a:cubicBezTo>
                  <a:cubicBezTo>
                    <a:pt x="806821" y="87301"/>
                    <a:pt x="806821" y="87142"/>
                    <a:pt x="806742" y="86984"/>
                  </a:cubicBezTo>
                  <a:cubicBezTo>
                    <a:pt x="804202" y="78174"/>
                    <a:pt x="802694" y="73571"/>
                    <a:pt x="802694" y="73571"/>
                  </a:cubicBezTo>
                  <a:cubicBezTo>
                    <a:pt x="802694" y="73571"/>
                    <a:pt x="802536" y="73571"/>
                    <a:pt x="802139" y="73651"/>
                  </a:cubicBezTo>
                  <a:cubicBezTo>
                    <a:pt x="795711" y="74127"/>
                    <a:pt x="733727" y="79206"/>
                    <a:pt x="652140" y="80714"/>
                  </a:cubicBezTo>
                  <a:cubicBezTo>
                    <a:pt x="614759" y="81428"/>
                    <a:pt x="573251" y="81349"/>
                    <a:pt x="531029" y="79682"/>
                  </a:cubicBezTo>
                  <a:cubicBezTo>
                    <a:pt x="529442" y="79682"/>
                    <a:pt x="527855" y="79603"/>
                    <a:pt x="526267" y="79523"/>
                  </a:cubicBezTo>
                  <a:cubicBezTo>
                    <a:pt x="425395" y="75317"/>
                    <a:pt x="321427" y="61984"/>
                    <a:pt x="262221" y="28968"/>
                  </a:cubicBezTo>
                  <a:cubicBezTo>
                    <a:pt x="251189" y="22857"/>
                    <a:pt x="241745" y="16032"/>
                    <a:pt x="234205" y="8492"/>
                  </a:cubicBezTo>
                  <a:cubicBezTo>
                    <a:pt x="232935" y="7302"/>
                    <a:pt x="231745" y="6111"/>
                    <a:pt x="230634" y="4841"/>
                  </a:cubicBezTo>
                  <a:cubicBezTo>
                    <a:pt x="229205" y="3254"/>
                    <a:pt x="227935" y="1667"/>
                    <a:pt x="226586" y="0"/>
                  </a:cubicBezTo>
                  <a:cubicBezTo>
                    <a:pt x="226586" y="0"/>
                    <a:pt x="225316" y="1667"/>
                    <a:pt x="222697" y="4682"/>
                  </a:cubicBezTo>
                  <a:cubicBezTo>
                    <a:pt x="222618" y="4841"/>
                    <a:pt x="222459" y="5000"/>
                    <a:pt x="222301" y="5159"/>
                  </a:cubicBezTo>
                  <a:cubicBezTo>
                    <a:pt x="221586" y="6111"/>
                    <a:pt x="220713" y="7222"/>
                    <a:pt x="219682" y="8413"/>
                  </a:cubicBezTo>
                  <a:cubicBezTo>
                    <a:pt x="218332" y="10079"/>
                    <a:pt x="216824" y="11984"/>
                    <a:pt x="215158" y="14127"/>
                  </a:cubicBezTo>
                  <a:cubicBezTo>
                    <a:pt x="188729" y="47778"/>
                    <a:pt x="121190" y="137618"/>
                    <a:pt x="67619" y="243253"/>
                  </a:cubicBezTo>
                  <a:cubicBezTo>
                    <a:pt x="67460" y="243491"/>
                    <a:pt x="67381" y="243729"/>
                    <a:pt x="67301" y="243967"/>
                  </a:cubicBezTo>
                  <a:cubicBezTo>
                    <a:pt x="48809" y="280395"/>
                    <a:pt x="31984" y="318808"/>
                    <a:pt x="19286" y="357300"/>
                  </a:cubicBezTo>
                  <a:lnTo>
                    <a:pt x="19286" y="357458"/>
                  </a:lnTo>
                  <a:cubicBezTo>
                    <a:pt x="19206" y="357617"/>
                    <a:pt x="19127" y="357855"/>
                    <a:pt x="19127" y="358014"/>
                  </a:cubicBezTo>
                  <a:cubicBezTo>
                    <a:pt x="18254" y="360236"/>
                    <a:pt x="17540" y="362300"/>
                    <a:pt x="16826" y="364601"/>
                  </a:cubicBezTo>
                  <a:cubicBezTo>
                    <a:pt x="8651" y="390236"/>
                    <a:pt x="3572" y="433649"/>
                    <a:pt x="0" y="487696"/>
                  </a:cubicBezTo>
                  <a:lnTo>
                    <a:pt x="886742" y="487696"/>
                  </a:lnTo>
                  <a:cubicBezTo>
                    <a:pt x="885154" y="474363"/>
                    <a:pt x="883488" y="461268"/>
                    <a:pt x="881662" y="448331"/>
                  </a:cubicBezTo>
                  <a:close/>
                </a:path>
              </a:pathLst>
            </a:custGeom>
            <a:solidFill>
              <a:srgbClr val="FFD732"/>
            </a:solidFill>
            <a:ln w="7932" cap="flat">
              <a:noFill/>
              <a:prstDash val="solid"/>
              <a:miter/>
            </a:ln>
          </p:spPr>
          <p:txBody>
            <a:bodyPr rtlCol="0" anchor="ctr"/>
            <a:lstStyle/>
            <a:p>
              <a:endParaRPr lang="en-US"/>
            </a:p>
          </p:txBody>
        </p:sp>
        <p:sp>
          <p:nvSpPr>
            <p:cNvPr id="73" name="Freihandform: Form 72">
              <a:extLst>
                <a:ext uri="{FF2B5EF4-FFF2-40B4-BE49-F238E27FC236}">
                  <a16:creationId xmlns:a16="http://schemas.microsoft.com/office/drawing/2014/main" id="{5D94A6B0-7969-A91C-2F3E-7C90E324EFF5}"/>
                </a:ext>
              </a:extLst>
            </p:cNvPr>
            <p:cNvSpPr/>
            <p:nvPr/>
          </p:nvSpPr>
          <p:spPr>
            <a:xfrm>
              <a:off x="3575239" y="6035692"/>
              <a:ext cx="887931" cy="6031"/>
            </a:xfrm>
            <a:custGeom>
              <a:avLst/>
              <a:gdLst>
                <a:gd name="connsiteX0" fmla="*/ 887932 w 887931"/>
                <a:gd name="connsiteY0" fmla="*/ 6032 h 6031"/>
                <a:gd name="connsiteX1" fmla="*/ 887218 w 887931"/>
                <a:gd name="connsiteY1" fmla="*/ 0 h 6031"/>
                <a:gd name="connsiteX2" fmla="*/ 397 w 887931"/>
                <a:gd name="connsiteY2" fmla="*/ 0 h 6031"/>
                <a:gd name="connsiteX3" fmla="*/ 0 w 887931"/>
                <a:gd name="connsiteY3" fmla="*/ 6032 h 6031"/>
                <a:gd name="connsiteX4" fmla="*/ 887932 w 887931"/>
                <a:gd name="connsiteY4" fmla="*/ 6032 h 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931" h="6031">
                  <a:moveTo>
                    <a:pt x="887932" y="6032"/>
                  </a:moveTo>
                  <a:cubicBezTo>
                    <a:pt x="887694" y="3968"/>
                    <a:pt x="887456" y="1984"/>
                    <a:pt x="887218" y="0"/>
                  </a:cubicBezTo>
                  <a:lnTo>
                    <a:pt x="397" y="0"/>
                  </a:lnTo>
                  <a:cubicBezTo>
                    <a:pt x="238" y="2064"/>
                    <a:pt x="79" y="3968"/>
                    <a:pt x="0" y="6032"/>
                  </a:cubicBezTo>
                  <a:lnTo>
                    <a:pt x="887932" y="6032"/>
                  </a:lnTo>
                  <a:close/>
                </a:path>
              </a:pathLst>
            </a:custGeom>
            <a:solidFill>
              <a:srgbClr val="FFF09B"/>
            </a:solidFill>
            <a:ln w="7932" cap="flat">
              <a:noFill/>
              <a:prstDash val="solid"/>
              <a:miter/>
            </a:ln>
          </p:spPr>
          <p:txBody>
            <a:bodyPr rtlCol="0" anchor="ctr"/>
            <a:lstStyle/>
            <a:p>
              <a:endParaRPr lang="en-US"/>
            </a:p>
          </p:txBody>
        </p:sp>
        <p:sp>
          <p:nvSpPr>
            <p:cNvPr id="74" name="Freihandform: Form 73">
              <a:extLst>
                <a:ext uri="{FF2B5EF4-FFF2-40B4-BE49-F238E27FC236}">
                  <a16:creationId xmlns:a16="http://schemas.microsoft.com/office/drawing/2014/main" id="{34707B6D-77F0-B32C-1148-30436757EA57}"/>
                </a:ext>
              </a:extLst>
            </p:cNvPr>
            <p:cNvSpPr/>
            <p:nvPr/>
          </p:nvSpPr>
          <p:spPr>
            <a:xfrm>
              <a:off x="3603885" y="4466016"/>
              <a:ext cx="876514" cy="1290946"/>
            </a:xfrm>
            <a:custGeom>
              <a:avLst/>
              <a:gdLst>
                <a:gd name="connsiteX0" fmla="*/ 836429 w 876514"/>
                <a:gd name="connsiteY0" fmla="*/ 460952 h 1290946"/>
                <a:gd name="connsiteX1" fmla="*/ 725556 w 876514"/>
                <a:gd name="connsiteY1" fmla="*/ 163811 h 1290946"/>
                <a:gd name="connsiteX2" fmla="*/ 318574 w 876514"/>
                <a:gd name="connsiteY2" fmla="*/ 11113 h 1290946"/>
                <a:gd name="connsiteX3" fmla="*/ 3020 w 876514"/>
                <a:gd name="connsiteY3" fmla="*/ 196033 h 1290946"/>
                <a:gd name="connsiteX4" fmla="*/ 37464 w 876514"/>
                <a:gd name="connsiteY4" fmla="*/ 625872 h 1290946"/>
                <a:gd name="connsiteX5" fmla="*/ 52782 w 876514"/>
                <a:gd name="connsiteY5" fmla="*/ 669364 h 1290946"/>
                <a:gd name="connsiteX6" fmla="*/ 161591 w 876514"/>
                <a:gd name="connsiteY6" fmla="*/ 961187 h 1290946"/>
                <a:gd name="connsiteX7" fmla="*/ 195956 w 876514"/>
                <a:gd name="connsiteY7" fmla="*/ 1157139 h 1290946"/>
                <a:gd name="connsiteX8" fmla="*/ 779524 w 876514"/>
                <a:gd name="connsiteY8" fmla="*/ 1171901 h 1290946"/>
                <a:gd name="connsiteX9" fmla="*/ 780556 w 876514"/>
                <a:gd name="connsiteY9" fmla="*/ 1085790 h 1290946"/>
                <a:gd name="connsiteX10" fmla="*/ 810238 w 876514"/>
                <a:gd name="connsiteY10" fmla="*/ 747697 h 1290946"/>
                <a:gd name="connsiteX11" fmla="*/ 836429 w 876514"/>
                <a:gd name="connsiteY11" fmla="*/ 460952 h 1290946"/>
                <a:gd name="connsiteX12" fmla="*/ 836429 w 876514"/>
                <a:gd name="connsiteY12" fmla="*/ 460952 h 1290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6514" h="1290946">
                  <a:moveTo>
                    <a:pt x="836429" y="460952"/>
                  </a:moveTo>
                  <a:cubicBezTo>
                    <a:pt x="710953" y="271826"/>
                    <a:pt x="729524" y="223652"/>
                    <a:pt x="725556" y="163811"/>
                  </a:cubicBezTo>
                  <a:cubicBezTo>
                    <a:pt x="721905" y="108097"/>
                    <a:pt x="810873" y="-41744"/>
                    <a:pt x="318574" y="11113"/>
                  </a:cubicBezTo>
                  <a:cubicBezTo>
                    <a:pt x="146194" y="29605"/>
                    <a:pt x="64131" y="70081"/>
                    <a:pt x="3020" y="196033"/>
                  </a:cubicBezTo>
                  <a:cubicBezTo>
                    <a:pt x="-12377" y="292302"/>
                    <a:pt x="36036" y="412301"/>
                    <a:pt x="37464" y="625872"/>
                  </a:cubicBezTo>
                  <a:cubicBezTo>
                    <a:pt x="37464" y="628491"/>
                    <a:pt x="52702" y="666665"/>
                    <a:pt x="52782" y="669364"/>
                  </a:cubicBezTo>
                  <a:cubicBezTo>
                    <a:pt x="77306" y="753173"/>
                    <a:pt x="140480" y="893966"/>
                    <a:pt x="161591" y="961187"/>
                  </a:cubicBezTo>
                  <a:cubicBezTo>
                    <a:pt x="190559" y="1053568"/>
                    <a:pt x="203178" y="1111822"/>
                    <a:pt x="195956" y="1157139"/>
                  </a:cubicBezTo>
                  <a:cubicBezTo>
                    <a:pt x="169131" y="1325551"/>
                    <a:pt x="680953" y="1339995"/>
                    <a:pt x="779524" y="1171901"/>
                  </a:cubicBezTo>
                  <a:cubicBezTo>
                    <a:pt x="772858" y="1151821"/>
                    <a:pt x="756587" y="1115790"/>
                    <a:pt x="780556" y="1085790"/>
                  </a:cubicBezTo>
                  <a:cubicBezTo>
                    <a:pt x="816349" y="1058965"/>
                    <a:pt x="775635" y="807061"/>
                    <a:pt x="810238" y="747697"/>
                  </a:cubicBezTo>
                  <a:cubicBezTo>
                    <a:pt x="917619" y="563094"/>
                    <a:pt x="870079" y="511587"/>
                    <a:pt x="836429" y="460952"/>
                  </a:cubicBezTo>
                  <a:lnTo>
                    <a:pt x="836429" y="460952"/>
                  </a:lnTo>
                  <a:close/>
                </a:path>
              </a:pathLst>
            </a:custGeom>
            <a:solidFill>
              <a:srgbClr val="FFD732"/>
            </a:solidFill>
            <a:ln w="7932" cap="flat">
              <a:noFill/>
              <a:prstDash val="solid"/>
              <a:miter/>
            </a:ln>
          </p:spPr>
          <p:txBody>
            <a:bodyPr rtlCol="0" anchor="ctr"/>
            <a:lstStyle/>
            <a:p>
              <a:endParaRPr lang="en-US"/>
            </a:p>
          </p:txBody>
        </p:sp>
        <p:sp>
          <p:nvSpPr>
            <p:cNvPr id="75" name="Freihandform: Form 74">
              <a:extLst>
                <a:ext uri="{FF2B5EF4-FFF2-40B4-BE49-F238E27FC236}">
                  <a16:creationId xmlns:a16="http://schemas.microsoft.com/office/drawing/2014/main" id="{B9F270FC-E7C1-5EE6-7B19-62B62698F71B}"/>
                </a:ext>
              </a:extLst>
            </p:cNvPr>
            <p:cNvSpPr/>
            <p:nvPr/>
          </p:nvSpPr>
          <p:spPr>
            <a:xfrm>
              <a:off x="3344656" y="4541335"/>
              <a:ext cx="628857" cy="1217216"/>
            </a:xfrm>
            <a:custGeom>
              <a:avLst/>
              <a:gdLst>
                <a:gd name="connsiteX0" fmla="*/ 419629 w 628857"/>
                <a:gd name="connsiteY0" fmla="*/ 490791 h 1217216"/>
                <a:gd name="connsiteX1" fmla="*/ 609152 w 628857"/>
                <a:gd name="connsiteY1" fmla="*/ 333887 h 1217216"/>
                <a:gd name="connsiteX2" fmla="*/ 427407 w 628857"/>
                <a:gd name="connsiteY2" fmla="*/ 0 h 1217216"/>
                <a:gd name="connsiteX3" fmla="*/ 277170 w 628857"/>
                <a:gd name="connsiteY3" fmla="*/ 161586 h 1217216"/>
                <a:gd name="connsiteX4" fmla="*/ 74949 w 628857"/>
                <a:gd name="connsiteY4" fmla="*/ 932535 h 1217216"/>
                <a:gd name="connsiteX5" fmla="*/ 39314 w 628857"/>
                <a:gd name="connsiteY5" fmla="*/ 1190549 h 1217216"/>
                <a:gd name="connsiteX6" fmla="*/ 186773 w 628857"/>
                <a:gd name="connsiteY6" fmla="*/ 1217216 h 1217216"/>
                <a:gd name="connsiteX7" fmla="*/ 406455 w 628857"/>
                <a:gd name="connsiteY7" fmla="*/ 495235 h 1217216"/>
                <a:gd name="connsiteX8" fmla="*/ 419629 w 628857"/>
                <a:gd name="connsiteY8" fmla="*/ 490791 h 1217216"/>
                <a:gd name="connsiteX9" fmla="*/ 419629 w 628857"/>
                <a:gd name="connsiteY9" fmla="*/ 490791 h 121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8857" h="1217216">
                  <a:moveTo>
                    <a:pt x="419629" y="490791"/>
                  </a:moveTo>
                  <a:cubicBezTo>
                    <a:pt x="447248" y="483093"/>
                    <a:pt x="524549" y="453887"/>
                    <a:pt x="609152" y="333887"/>
                  </a:cubicBezTo>
                  <a:cubicBezTo>
                    <a:pt x="696850" y="209443"/>
                    <a:pt x="465661" y="28651"/>
                    <a:pt x="427407" y="0"/>
                  </a:cubicBezTo>
                  <a:cubicBezTo>
                    <a:pt x="372090" y="35555"/>
                    <a:pt x="339312" y="86349"/>
                    <a:pt x="277170" y="161586"/>
                  </a:cubicBezTo>
                  <a:cubicBezTo>
                    <a:pt x="112012" y="361665"/>
                    <a:pt x="207567" y="551743"/>
                    <a:pt x="74949" y="932535"/>
                  </a:cubicBezTo>
                  <a:cubicBezTo>
                    <a:pt x="63996" y="964122"/>
                    <a:pt x="-62352" y="1137851"/>
                    <a:pt x="39314" y="1190549"/>
                  </a:cubicBezTo>
                  <a:cubicBezTo>
                    <a:pt x="101059" y="1182295"/>
                    <a:pt x="167488" y="1172772"/>
                    <a:pt x="186773" y="1217216"/>
                  </a:cubicBezTo>
                  <a:cubicBezTo>
                    <a:pt x="291773" y="1171105"/>
                    <a:pt x="345423" y="811345"/>
                    <a:pt x="406455" y="495235"/>
                  </a:cubicBezTo>
                  <a:cubicBezTo>
                    <a:pt x="408201" y="492696"/>
                    <a:pt x="417724" y="489442"/>
                    <a:pt x="419629" y="490791"/>
                  </a:cubicBezTo>
                  <a:lnTo>
                    <a:pt x="419629" y="490791"/>
                  </a:lnTo>
                  <a:close/>
                </a:path>
              </a:pathLst>
            </a:custGeom>
            <a:solidFill>
              <a:srgbClr val="FFD732"/>
            </a:solidFill>
            <a:ln w="7932" cap="flat">
              <a:noFill/>
              <a:prstDash val="solid"/>
              <a:miter/>
            </a:ln>
          </p:spPr>
          <p:txBody>
            <a:bodyPr rtlCol="0" anchor="ctr"/>
            <a:lstStyle/>
            <a:p>
              <a:endParaRPr lang="en-US"/>
            </a:p>
          </p:txBody>
        </p:sp>
        <p:sp>
          <p:nvSpPr>
            <p:cNvPr id="76" name="Freihandform: Form 75">
              <a:extLst>
                <a:ext uri="{FF2B5EF4-FFF2-40B4-BE49-F238E27FC236}">
                  <a16:creationId xmlns:a16="http://schemas.microsoft.com/office/drawing/2014/main" id="{6A784513-83BF-8C12-BD0E-4644438BF002}"/>
                </a:ext>
              </a:extLst>
            </p:cNvPr>
            <p:cNvSpPr/>
            <p:nvPr/>
          </p:nvSpPr>
          <p:spPr>
            <a:xfrm>
              <a:off x="3955554" y="4198083"/>
              <a:ext cx="259500" cy="596108"/>
            </a:xfrm>
            <a:custGeom>
              <a:avLst/>
              <a:gdLst>
                <a:gd name="connsiteX0" fmla="*/ 207062 w 259500"/>
                <a:gd name="connsiteY0" fmla="*/ 307300 h 596108"/>
                <a:gd name="connsiteX1" fmla="*/ 226110 w 259500"/>
                <a:gd name="connsiteY1" fmla="*/ 0 h 596108"/>
                <a:gd name="connsiteX2" fmla="*/ 137380 w 259500"/>
                <a:gd name="connsiteY2" fmla="*/ 7857 h 596108"/>
                <a:gd name="connsiteX3" fmla="*/ 20158 w 259500"/>
                <a:gd name="connsiteY3" fmla="*/ 6032 h 596108"/>
                <a:gd name="connsiteX4" fmla="*/ 0 w 259500"/>
                <a:gd name="connsiteY4" fmla="*/ 327776 h 596108"/>
                <a:gd name="connsiteX5" fmla="*/ 253491 w 259500"/>
                <a:gd name="connsiteY5" fmla="*/ 596108 h 596108"/>
                <a:gd name="connsiteX6" fmla="*/ 207062 w 259500"/>
                <a:gd name="connsiteY6" fmla="*/ 307300 h 596108"/>
                <a:gd name="connsiteX7" fmla="*/ 207062 w 259500"/>
                <a:gd name="connsiteY7" fmla="*/ 307300 h 596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500" h="596108">
                  <a:moveTo>
                    <a:pt x="207062" y="307300"/>
                  </a:moveTo>
                  <a:cubicBezTo>
                    <a:pt x="203808" y="294284"/>
                    <a:pt x="226110" y="0"/>
                    <a:pt x="226110" y="0"/>
                  </a:cubicBezTo>
                  <a:lnTo>
                    <a:pt x="137380" y="7857"/>
                  </a:lnTo>
                  <a:lnTo>
                    <a:pt x="20158" y="6032"/>
                  </a:lnTo>
                  <a:lnTo>
                    <a:pt x="0" y="327776"/>
                  </a:lnTo>
                  <a:lnTo>
                    <a:pt x="253491" y="596108"/>
                  </a:lnTo>
                  <a:cubicBezTo>
                    <a:pt x="253491" y="596187"/>
                    <a:pt x="284125" y="378093"/>
                    <a:pt x="207062" y="307300"/>
                  </a:cubicBezTo>
                  <a:lnTo>
                    <a:pt x="207062" y="307300"/>
                  </a:lnTo>
                  <a:close/>
                </a:path>
              </a:pathLst>
            </a:custGeom>
            <a:solidFill>
              <a:srgbClr val="9B644B"/>
            </a:solidFill>
            <a:ln w="7932" cap="flat">
              <a:noFill/>
              <a:prstDash val="solid"/>
              <a:miter/>
            </a:ln>
          </p:spPr>
          <p:txBody>
            <a:bodyPr rtlCol="0" anchor="ctr"/>
            <a:lstStyle/>
            <a:p>
              <a:endParaRPr lang="en-US"/>
            </a:p>
          </p:txBody>
        </p:sp>
        <p:sp>
          <p:nvSpPr>
            <p:cNvPr id="77" name="Freihandform: Form 76">
              <a:extLst>
                <a:ext uri="{FF2B5EF4-FFF2-40B4-BE49-F238E27FC236}">
                  <a16:creationId xmlns:a16="http://schemas.microsoft.com/office/drawing/2014/main" id="{F4C19B03-9231-75BE-BAE2-1F0F8E6205A6}"/>
                </a:ext>
              </a:extLst>
            </p:cNvPr>
            <p:cNvSpPr/>
            <p:nvPr/>
          </p:nvSpPr>
          <p:spPr>
            <a:xfrm>
              <a:off x="3969363" y="4203876"/>
              <a:ext cx="218967" cy="241030"/>
            </a:xfrm>
            <a:custGeom>
              <a:avLst/>
              <a:gdLst>
                <a:gd name="connsiteX0" fmla="*/ 41190 w 218967"/>
                <a:gd name="connsiteY0" fmla="*/ 131428 h 241030"/>
                <a:gd name="connsiteX1" fmla="*/ 173412 w 218967"/>
                <a:gd name="connsiteY1" fmla="*/ 240078 h 241030"/>
                <a:gd name="connsiteX2" fmla="*/ 196586 w 218967"/>
                <a:gd name="connsiteY2" fmla="*/ 241031 h 241030"/>
                <a:gd name="connsiteX3" fmla="*/ 218967 w 218967"/>
                <a:gd name="connsiteY3" fmla="*/ 0 h 241030"/>
                <a:gd name="connsiteX4" fmla="*/ 123650 w 218967"/>
                <a:gd name="connsiteY4" fmla="*/ 2143 h 241030"/>
                <a:gd name="connsiteX5" fmla="*/ 6429 w 218967"/>
                <a:gd name="connsiteY5" fmla="*/ 317 h 241030"/>
                <a:gd name="connsiteX6" fmla="*/ 0 w 218967"/>
                <a:gd name="connsiteY6" fmla="*/ 102380 h 241030"/>
                <a:gd name="connsiteX7" fmla="*/ 41190 w 218967"/>
                <a:gd name="connsiteY7" fmla="*/ 131428 h 24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967" h="241030">
                  <a:moveTo>
                    <a:pt x="41190" y="131428"/>
                  </a:moveTo>
                  <a:cubicBezTo>
                    <a:pt x="41190" y="131428"/>
                    <a:pt x="103888" y="236824"/>
                    <a:pt x="173412" y="240078"/>
                  </a:cubicBezTo>
                  <a:cubicBezTo>
                    <a:pt x="179999" y="240396"/>
                    <a:pt x="191428" y="240554"/>
                    <a:pt x="196586" y="241031"/>
                  </a:cubicBezTo>
                  <a:lnTo>
                    <a:pt x="218967" y="0"/>
                  </a:lnTo>
                  <a:lnTo>
                    <a:pt x="123650" y="2143"/>
                  </a:lnTo>
                  <a:lnTo>
                    <a:pt x="6429" y="317"/>
                  </a:lnTo>
                  <a:lnTo>
                    <a:pt x="0" y="102380"/>
                  </a:lnTo>
                  <a:lnTo>
                    <a:pt x="41190" y="131428"/>
                  </a:lnTo>
                  <a:close/>
                </a:path>
              </a:pathLst>
            </a:custGeom>
            <a:solidFill>
              <a:srgbClr val="644132"/>
            </a:solidFill>
            <a:ln w="7932" cap="flat">
              <a:noFill/>
              <a:prstDash val="solid"/>
              <a:miter/>
            </a:ln>
          </p:spPr>
          <p:txBody>
            <a:bodyPr rtlCol="0" anchor="ctr"/>
            <a:lstStyle/>
            <a:p>
              <a:endParaRPr lang="en-US"/>
            </a:p>
          </p:txBody>
        </p:sp>
        <p:sp>
          <p:nvSpPr>
            <p:cNvPr id="78" name="Freihandform: Form 77">
              <a:extLst>
                <a:ext uri="{FF2B5EF4-FFF2-40B4-BE49-F238E27FC236}">
                  <a16:creationId xmlns:a16="http://schemas.microsoft.com/office/drawing/2014/main" id="{ECE53D3B-0030-0571-C1A2-2B06891F33E7}"/>
                </a:ext>
              </a:extLst>
            </p:cNvPr>
            <p:cNvSpPr/>
            <p:nvPr/>
          </p:nvSpPr>
          <p:spPr>
            <a:xfrm>
              <a:off x="3854727" y="3791096"/>
              <a:ext cx="494712" cy="614462"/>
            </a:xfrm>
            <a:custGeom>
              <a:avLst/>
              <a:gdLst>
                <a:gd name="connsiteX0" fmla="*/ 382016 w 494712"/>
                <a:gd name="connsiteY0" fmla="*/ 614446 h 614462"/>
                <a:gd name="connsiteX1" fmla="*/ 3447 w 494712"/>
                <a:gd name="connsiteY1" fmla="*/ 287702 h 614462"/>
                <a:gd name="connsiteX2" fmla="*/ 228604 w 494712"/>
                <a:gd name="connsiteY2" fmla="*/ 5 h 614462"/>
                <a:gd name="connsiteX3" fmla="*/ 492650 w 494712"/>
                <a:gd name="connsiteY3" fmla="*/ 194845 h 614462"/>
                <a:gd name="connsiteX4" fmla="*/ 476143 w 494712"/>
                <a:gd name="connsiteY4" fmla="*/ 345955 h 614462"/>
                <a:gd name="connsiteX5" fmla="*/ 441857 w 494712"/>
                <a:gd name="connsiteY5" fmla="*/ 524764 h 614462"/>
                <a:gd name="connsiteX6" fmla="*/ 382016 w 494712"/>
                <a:gd name="connsiteY6" fmla="*/ 614446 h 614462"/>
                <a:gd name="connsiteX7" fmla="*/ 382016 w 494712"/>
                <a:gd name="connsiteY7" fmla="*/ 614446 h 61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712" h="614462">
                  <a:moveTo>
                    <a:pt x="382016" y="614446"/>
                  </a:moveTo>
                  <a:cubicBezTo>
                    <a:pt x="261064" y="615875"/>
                    <a:pt x="25113" y="523018"/>
                    <a:pt x="3447" y="287702"/>
                  </a:cubicBezTo>
                  <a:cubicBezTo>
                    <a:pt x="-13061" y="108893"/>
                    <a:pt x="24637" y="1354"/>
                    <a:pt x="228604" y="5"/>
                  </a:cubicBezTo>
                  <a:cubicBezTo>
                    <a:pt x="325667" y="-630"/>
                    <a:pt x="462809" y="62068"/>
                    <a:pt x="492650" y="194845"/>
                  </a:cubicBezTo>
                  <a:cubicBezTo>
                    <a:pt x="497651" y="217226"/>
                    <a:pt x="494079" y="272622"/>
                    <a:pt x="476143" y="345955"/>
                  </a:cubicBezTo>
                  <a:cubicBezTo>
                    <a:pt x="486301" y="425717"/>
                    <a:pt x="445508" y="501986"/>
                    <a:pt x="441857" y="524764"/>
                  </a:cubicBezTo>
                  <a:cubicBezTo>
                    <a:pt x="432889" y="580557"/>
                    <a:pt x="400429" y="614446"/>
                    <a:pt x="382016" y="614446"/>
                  </a:cubicBezTo>
                  <a:lnTo>
                    <a:pt x="382016" y="614446"/>
                  </a:lnTo>
                  <a:close/>
                </a:path>
              </a:pathLst>
            </a:custGeom>
            <a:solidFill>
              <a:srgbClr val="9B644B"/>
            </a:solidFill>
            <a:ln w="7932" cap="flat">
              <a:noFill/>
              <a:prstDash val="solid"/>
              <a:miter/>
            </a:ln>
          </p:spPr>
          <p:txBody>
            <a:bodyPr rtlCol="0" anchor="ctr"/>
            <a:lstStyle/>
            <a:p>
              <a:endParaRPr lang="en-US"/>
            </a:p>
          </p:txBody>
        </p:sp>
        <p:sp>
          <p:nvSpPr>
            <p:cNvPr id="79" name="Freihandform: Form 78">
              <a:extLst>
                <a:ext uri="{FF2B5EF4-FFF2-40B4-BE49-F238E27FC236}">
                  <a16:creationId xmlns:a16="http://schemas.microsoft.com/office/drawing/2014/main" id="{721AAF1A-0B2E-F65A-97F1-E4F702EE2FCF}"/>
                </a:ext>
              </a:extLst>
            </p:cNvPr>
            <p:cNvSpPr/>
            <p:nvPr/>
          </p:nvSpPr>
          <p:spPr>
            <a:xfrm>
              <a:off x="4271131" y="4089022"/>
              <a:ext cx="67039" cy="60691"/>
            </a:xfrm>
            <a:custGeom>
              <a:avLst/>
              <a:gdLst>
                <a:gd name="connsiteX0" fmla="*/ 62517 w 67039"/>
                <a:gd name="connsiteY0" fmla="*/ 32474 h 60691"/>
                <a:gd name="connsiteX1" fmla="*/ 22516 w 67039"/>
                <a:gd name="connsiteY1" fmla="*/ 35807 h 60691"/>
                <a:gd name="connsiteX2" fmla="*/ 8866 w 67039"/>
                <a:gd name="connsiteY2" fmla="*/ 60093 h 60691"/>
                <a:gd name="connsiteX3" fmla="*/ 8945 w 67039"/>
                <a:gd name="connsiteY3" fmla="*/ 5331 h 60691"/>
                <a:gd name="connsiteX4" fmla="*/ 67040 w 67039"/>
                <a:gd name="connsiteY4" fmla="*/ 6759 h 60691"/>
                <a:gd name="connsiteX5" fmla="*/ 62517 w 67039"/>
                <a:gd name="connsiteY5" fmla="*/ 32474 h 60691"/>
                <a:gd name="connsiteX6" fmla="*/ 62517 w 67039"/>
                <a:gd name="connsiteY6" fmla="*/ 32474 h 6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039" h="60691">
                  <a:moveTo>
                    <a:pt x="62517" y="32474"/>
                  </a:moveTo>
                  <a:cubicBezTo>
                    <a:pt x="60611" y="34696"/>
                    <a:pt x="35770" y="24775"/>
                    <a:pt x="22516" y="35807"/>
                  </a:cubicBezTo>
                  <a:cubicBezTo>
                    <a:pt x="11961" y="44537"/>
                    <a:pt x="14342" y="53346"/>
                    <a:pt x="8866" y="60093"/>
                  </a:cubicBezTo>
                  <a:cubicBezTo>
                    <a:pt x="3390" y="66839"/>
                    <a:pt x="-8039" y="14537"/>
                    <a:pt x="8945" y="5331"/>
                  </a:cubicBezTo>
                  <a:cubicBezTo>
                    <a:pt x="32596" y="-7447"/>
                    <a:pt x="67040" y="6759"/>
                    <a:pt x="67040" y="6759"/>
                  </a:cubicBezTo>
                  <a:cubicBezTo>
                    <a:pt x="67040" y="6759"/>
                    <a:pt x="64897" y="20172"/>
                    <a:pt x="62517" y="32474"/>
                  </a:cubicBezTo>
                  <a:lnTo>
                    <a:pt x="62517" y="32474"/>
                  </a:lnTo>
                  <a:close/>
                </a:path>
              </a:pathLst>
            </a:custGeom>
            <a:solidFill>
              <a:srgbClr val="9B644B"/>
            </a:solidFill>
            <a:ln w="7932" cap="flat">
              <a:noFill/>
              <a:prstDash val="solid"/>
              <a:miter/>
            </a:ln>
          </p:spPr>
          <p:txBody>
            <a:bodyPr rtlCol="0" anchor="ctr"/>
            <a:lstStyle/>
            <a:p>
              <a:endParaRPr lang="en-US"/>
            </a:p>
          </p:txBody>
        </p:sp>
        <p:sp>
          <p:nvSpPr>
            <p:cNvPr id="80" name="Freihandform: Form 79">
              <a:extLst>
                <a:ext uri="{FF2B5EF4-FFF2-40B4-BE49-F238E27FC236}">
                  <a16:creationId xmlns:a16="http://schemas.microsoft.com/office/drawing/2014/main" id="{ED7D91C2-45C0-14D7-932D-CE713C97468F}"/>
                </a:ext>
              </a:extLst>
            </p:cNvPr>
            <p:cNvSpPr/>
            <p:nvPr/>
          </p:nvSpPr>
          <p:spPr>
            <a:xfrm>
              <a:off x="4094665" y="4074606"/>
              <a:ext cx="114496" cy="51576"/>
            </a:xfrm>
            <a:custGeom>
              <a:avLst/>
              <a:gdLst>
                <a:gd name="connsiteX0" fmla="*/ 174 w 114496"/>
                <a:gd name="connsiteY0" fmla="*/ 19589 h 51576"/>
                <a:gd name="connsiteX1" fmla="*/ 65253 w 114496"/>
                <a:gd name="connsiteY1" fmla="*/ 22922 h 51576"/>
                <a:gd name="connsiteX2" fmla="*/ 111126 w 114496"/>
                <a:gd name="connsiteY2" fmla="*/ 50620 h 51576"/>
                <a:gd name="connsiteX3" fmla="*/ 110888 w 114496"/>
                <a:gd name="connsiteY3" fmla="*/ 15382 h 51576"/>
                <a:gd name="connsiteX4" fmla="*/ 47555 w 114496"/>
                <a:gd name="connsiteY4" fmla="*/ 2684 h 51576"/>
                <a:gd name="connsiteX5" fmla="*/ 174 w 114496"/>
                <a:gd name="connsiteY5" fmla="*/ 19589 h 51576"/>
                <a:gd name="connsiteX6" fmla="*/ 174 w 114496"/>
                <a:gd name="connsiteY6" fmla="*/ 19589 h 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496" h="51576">
                  <a:moveTo>
                    <a:pt x="174" y="19589"/>
                  </a:moveTo>
                  <a:cubicBezTo>
                    <a:pt x="1126" y="21890"/>
                    <a:pt x="15571" y="24827"/>
                    <a:pt x="65253" y="22922"/>
                  </a:cubicBezTo>
                  <a:cubicBezTo>
                    <a:pt x="96047" y="21732"/>
                    <a:pt x="106126" y="57842"/>
                    <a:pt x="111126" y="50620"/>
                  </a:cubicBezTo>
                  <a:cubicBezTo>
                    <a:pt x="115094" y="44827"/>
                    <a:pt x="116205" y="28636"/>
                    <a:pt x="110888" y="15382"/>
                  </a:cubicBezTo>
                  <a:cubicBezTo>
                    <a:pt x="105650" y="2128"/>
                    <a:pt x="58825" y="-3903"/>
                    <a:pt x="47555" y="2684"/>
                  </a:cubicBezTo>
                  <a:cubicBezTo>
                    <a:pt x="36126" y="9271"/>
                    <a:pt x="-2921" y="12208"/>
                    <a:pt x="174" y="19589"/>
                  </a:cubicBezTo>
                  <a:lnTo>
                    <a:pt x="174" y="19589"/>
                  </a:lnTo>
                  <a:close/>
                </a:path>
              </a:pathLst>
            </a:custGeom>
            <a:solidFill>
              <a:srgbClr val="9B644B"/>
            </a:solidFill>
            <a:ln w="7932" cap="flat">
              <a:noFill/>
              <a:prstDash val="solid"/>
              <a:miter/>
            </a:ln>
          </p:spPr>
          <p:txBody>
            <a:bodyPr rtlCol="0" anchor="ctr"/>
            <a:lstStyle/>
            <a:p>
              <a:endParaRPr lang="en-US"/>
            </a:p>
          </p:txBody>
        </p:sp>
        <p:sp>
          <p:nvSpPr>
            <p:cNvPr id="81" name="Freihandform: Form 80">
              <a:extLst>
                <a:ext uri="{FF2B5EF4-FFF2-40B4-BE49-F238E27FC236}">
                  <a16:creationId xmlns:a16="http://schemas.microsoft.com/office/drawing/2014/main" id="{730C04A4-B32C-421F-8A0B-8CCB9387D486}"/>
                </a:ext>
              </a:extLst>
            </p:cNvPr>
            <p:cNvSpPr/>
            <p:nvPr/>
          </p:nvSpPr>
          <p:spPr>
            <a:xfrm>
              <a:off x="4191505" y="4283241"/>
              <a:ext cx="95713" cy="39574"/>
            </a:xfrm>
            <a:custGeom>
              <a:avLst/>
              <a:gdLst>
                <a:gd name="connsiteX0" fmla="*/ 95714 w 95713"/>
                <a:gd name="connsiteY0" fmla="*/ 0 h 39574"/>
                <a:gd name="connsiteX1" fmla="*/ 57063 w 95713"/>
                <a:gd name="connsiteY1" fmla="*/ 6429 h 39574"/>
                <a:gd name="connsiteX2" fmla="*/ 0 w 95713"/>
                <a:gd name="connsiteY2" fmla="*/ 12698 h 39574"/>
                <a:gd name="connsiteX3" fmla="*/ 26349 w 95713"/>
                <a:gd name="connsiteY3" fmla="*/ 32619 h 39574"/>
                <a:gd name="connsiteX4" fmla="*/ 72301 w 95713"/>
                <a:gd name="connsiteY4" fmla="*/ 35476 h 39574"/>
                <a:gd name="connsiteX5" fmla="*/ 95714 w 95713"/>
                <a:gd name="connsiteY5" fmla="*/ 0 h 39574"/>
                <a:gd name="connsiteX6" fmla="*/ 95714 w 95713"/>
                <a:gd name="connsiteY6" fmla="*/ 0 h 3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713" h="39574">
                  <a:moveTo>
                    <a:pt x="95714" y="0"/>
                  </a:moveTo>
                  <a:cubicBezTo>
                    <a:pt x="94682" y="0"/>
                    <a:pt x="79285" y="6825"/>
                    <a:pt x="57063" y="6429"/>
                  </a:cubicBezTo>
                  <a:cubicBezTo>
                    <a:pt x="44682" y="6190"/>
                    <a:pt x="0" y="12698"/>
                    <a:pt x="0" y="12698"/>
                  </a:cubicBezTo>
                  <a:cubicBezTo>
                    <a:pt x="0" y="12698"/>
                    <a:pt x="6349" y="23968"/>
                    <a:pt x="26349" y="32619"/>
                  </a:cubicBezTo>
                  <a:cubicBezTo>
                    <a:pt x="40794" y="38889"/>
                    <a:pt x="56111" y="43095"/>
                    <a:pt x="72301" y="35476"/>
                  </a:cubicBezTo>
                  <a:cubicBezTo>
                    <a:pt x="83016" y="30635"/>
                    <a:pt x="95714" y="0"/>
                    <a:pt x="95714" y="0"/>
                  </a:cubicBezTo>
                  <a:lnTo>
                    <a:pt x="95714" y="0"/>
                  </a:lnTo>
                  <a:close/>
                </a:path>
              </a:pathLst>
            </a:custGeom>
            <a:solidFill>
              <a:srgbClr val="F4F4EF"/>
            </a:solidFill>
            <a:ln w="7932" cap="flat">
              <a:noFill/>
              <a:prstDash val="solid"/>
              <a:miter/>
            </a:ln>
          </p:spPr>
          <p:txBody>
            <a:bodyPr rtlCol="0" anchor="ctr"/>
            <a:lstStyle/>
            <a:p>
              <a:endParaRPr lang="en-US"/>
            </a:p>
          </p:txBody>
        </p:sp>
        <p:sp>
          <p:nvSpPr>
            <p:cNvPr id="82" name="Freihandform: Form 81">
              <a:extLst>
                <a:ext uri="{FF2B5EF4-FFF2-40B4-BE49-F238E27FC236}">
                  <a16:creationId xmlns:a16="http://schemas.microsoft.com/office/drawing/2014/main" id="{294A68DB-F389-FFCD-F2EE-A0FCAC6D0356}"/>
                </a:ext>
              </a:extLst>
            </p:cNvPr>
            <p:cNvSpPr/>
            <p:nvPr/>
          </p:nvSpPr>
          <p:spPr>
            <a:xfrm>
              <a:off x="4154991" y="4113874"/>
              <a:ext cx="28901" cy="32386"/>
            </a:xfrm>
            <a:custGeom>
              <a:avLst/>
              <a:gdLst>
                <a:gd name="connsiteX0" fmla="*/ 6 w 28901"/>
                <a:gd name="connsiteY0" fmla="*/ 15876 h 32386"/>
                <a:gd name="connsiteX1" fmla="*/ 14054 w 28901"/>
                <a:gd name="connsiteY1" fmla="*/ 32383 h 32386"/>
                <a:gd name="connsiteX2" fmla="*/ 28895 w 28901"/>
                <a:gd name="connsiteY2" fmla="*/ 16510 h 32386"/>
                <a:gd name="connsiteX3" fmla="*/ 14848 w 28901"/>
                <a:gd name="connsiteY3" fmla="*/ 3 h 32386"/>
                <a:gd name="connsiteX4" fmla="*/ 6 w 28901"/>
                <a:gd name="connsiteY4" fmla="*/ 15876 h 32386"/>
                <a:gd name="connsiteX5" fmla="*/ 6 w 28901"/>
                <a:gd name="connsiteY5" fmla="*/ 15876 h 32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01" h="32386">
                  <a:moveTo>
                    <a:pt x="6" y="15876"/>
                  </a:moveTo>
                  <a:cubicBezTo>
                    <a:pt x="-232" y="24844"/>
                    <a:pt x="6118" y="32225"/>
                    <a:pt x="14054" y="32383"/>
                  </a:cubicBezTo>
                  <a:cubicBezTo>
                    <a:pt x="22070" y="32542"/>
                    <a:pt x="28657" y="25479"/>
                    <a:pt x="28895" y="16510"/>
                  </a:cubicBezTo>
                  <a:cubicBezTo>
                    <a:pt x="29133" y="7542"/>
                    <a:pt x="22784" y="161"/>
                    <a:pt x="14848" y="3"/>
                  </a:cubicBezTo>
                  <a:cubicBezTo>
                    <a:pt x="6832" y="-156"/>
                    <a:pt x="165" y="6907"/>
                    <a:pt x="6" y="15876"/>
                  </a:cubicBezTo>
                  <a:lnTo>
                    <a:pt x="6" y="15876"/>
                  </a:lnTo>
                  <a:close/>
                </a:path>
              </a:pathLst>
            </a:custGeom>
            <a:solidFill>
              <a:schemeClr val="accent6"/>
            </a:solidFill>
            <a:ln w="7932" cap="flat">
              <a:noFill/>
              <a:prstDash val="solid"/>
              <a:miter/>
            </a:ln>
          </p:spPr>
          <p:txBody>
            <a:bodyPr rtlCol="0" anchor="ctr"/>
            <a:lstStyle/>
            <a:p>
              <a:endParaRPr lang="en-US"/>
            </a:p>
          </p:txBody>
        </p:sp>
        <p:sp>
          <p:nvSpPr>
            <p:cNvPr id="83" name="Freihandform: Form 82">
              <a:extLst>
                <a:ext uri="{FF2B5EF4-FFF2-40B4-BE49-F238E27FC236}">
                  <a16:creationId xmlns:a16="http://schemas.microsoft.com/office/drawing/2014/main" id="{E66F2636-EADA-EFCD-29B0-5D6FA468860A}"/>
                </a:ext>
              </a:extLst>
            </p:cNvPr>
            <p:cNvSpPr/>
            <p:nvPr/>
          </p:nvSpPr>
          <p:spPr>
            <a:xfrm>
              <a:off x="4088087" y="4066059"/>
              <a:ext cx="122437" cy="30155"/>
            </a:xfrm>
            <a:custGeom>
              <a:avLst/>
              <a:gdLst>
                <a:gd name="connsiteX0" fmla="*/ 115958 w 122437"/>
                <a:gd name="connsiteY0" fmla="*/ 8770 h 30155"/>
                <a:gd name="connsiteX1" fmla="*/ 47387 w 122437"/>
                <a:gd name="connsiteY1" fmla="*/ 913 h 30155"/>
                <a:gd name="connsiteX2" fmla="*/ 4054 w 122437"/>
                <a:gd name="connsiteY2" fmla="*/ 27738 h 30155"/>
                <a:gd name="connsiteX3" fmla="*/ 59847 w 122437"/>
                <a:gd name="connsiteY3" fmla="*/ 20119 h 30155"/>
                <a:gd name="connsiteX4" fmla="*/ 115561 w 122437"/>
                <a:gd name="connsiteY4" fmla="*/ 22897 h 30155"/>
                <a:gd name="connsiteX5" fmla="*/ 115958 w 122437"/>
                <a:gd name="connsiteY5" fmla="*/ 8770 h 30155"/>
                <a:gd name="connsiteX6" fmla="*/ 115958 w 122437"/>
                <a:gd name="connsiteY6" fmla="*/ 8770 h 30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437" h="30155">
                  <a:moveTo>
                    <a:pt x="115958" y="8770"/>
                  </a:moveTo>
                  <a:cubicBezTo>
                    <a:pt x="105085" y="3770"/>
                    <a:pt x="83180" y="-2341"/>
                    <a:pt x="47387" y="913"/>
                  </a:cubicBezTo>
                  <a:cubicBezTo>
                    <a:pt x="11593" y="4246"/>
                    <a:pt x="-9279" y="20595"/>
                    <a:pt x="4054" y="27738"/>
                  </a:cubicBezTo>
                  <a:cubicBezTo>
                    <a:pt x="17387" y="34881"/>
                    <a:pt x="30641" y="24326"/>
                    <a:pt x="59847" y="20119"/>
                  </a:cubicBezTo>
                  <a:cubicBezTo>
                    <a:pt x="87704" y="16151"/>
                    <a:pt x="104530" y="22818"/>
                    <a:pt x="115561" y="22897"/>
                  </a:cubicBezTo>
                  <a:cubicBezTo>
                    <a:pt x="121038" y="22976"/>
                    <a:pt x="127625" y="14167"/>
                    <a:pt x="115958" y="8770"/>
                  </a:cubicBezTo>
                  <a:lnTo>
                    <a:pt x="115958" y="8770"/>
                  </a:lnTo>
                  <a:close/>
                </a:path>
              </a:pathLst>
            </a:custGeom>
            <a:solidFill>
              <a:srgbClr val="321E14"/>
            </a:solidFill>
            <a:ln w="7932" cap="flat">
              <a:noFill/>
              <a:prstDash val="solid"/>
              <a:miter/>
            </a:ln>
          </p:spPr>
          <p:txBody>
            <a:bodyPr rtlCol="0" anchor="ctr"/>
            <a:lstStyle/>
            <a:p>
              <a:endParaRPr lang="en-US"/>
            </a:p>
          </p:txBody>
        </p:sp>
        <p:sp>
          <p:nvSpPr>
            <p:cNvPr id="84" name="Freihandform: Form 83">
              <a:extLst>
                <a:ext uri="{FF2B5EF4-FFF2-40B4-BE49-F238E27FC236}">
                  <a16:creationId xmlns:a16="http://schemas.microsoft.com/office/drawing/2014/main" id="{8B2B8117-58D8-08C3-8CF0-D39438D2905C}"/>
                </a:ext>
              </a:extLst>
            </p:cNvPr>
            <p:cNvSpPr/>
            <p:nvPr/>
          </p:nvSpPr>
          <p:spPr>
            <a:xfrm>
              <a:off x="4270386" y="4075301"/>
              <a:ext cx="75631" cy="24517"/>
            </a:xfrm>
            <a:custGeom>
              <a:avLst/>
              <a:gdLst>
                <a:gd name="connsiteX0" fmla="*/ 69531 w 75631"/>
                <a:gd name="connsiteY0" fmla="*/ 4767 h 24517"/>
                <a:gd name="connsiteX1" fmla="*/ 36356 w 75631"/>
                <a:gd name="connsiteY1" fmla="*/ 5 h 24517"/>
                <a:gd name="connsiteX2" fmla="*/ 2071 w 75631"/>
                <a:gd name="connsiteY2" fmla="*/ 16910 h 24517"/>
                <a:gd name="connsiteX3" fmla="*/ 34610 w 75631"/>
                <a:gd name="connsiteY3" fmla="*/ 17068 h 24517"/>
                <a:gd name="connsiteX4" fmla="*/ 66118 w 75631"/>
                <a:gd name="connsiteY4" fmla="*/ 23656 h 24517"/>
                <a:gd name="connsiteX5" fmla="*/ 69531 w 75631"/>
                <a:gd name="connsiteY5" fmla="*/ 4767 h 24517"/>
                <a:gd name="connsiteX6" fmla="*/ 69531 w 75631"/>
                <a:gd name="connsiteY6" fmla="*/ 4767 h 2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631" h="24517">
                  <a:moveTo>
                    <a:pt x="69531" y="4767"/>
                  </a:moveTo>
                  <a:cubicBezTo>
                    <a:pt x="67150" y="3576"/>
                    <a:pt x="65880" y="-154"/>
                    <a:pt x="36356" y="5"/>
                  </a:cubicBezTo>
                  <a:cubicBezTo>
                    <a:pt x="6912" y="164"/>
                    <a:pt x="-5231" y="13497"/>
                    <a:pt x="2071" y="16910"/>
                  </a:cubicBezTo>
                  <a:cubicBezTo>
                    <a:pt x="9372" y="20243"/>
                    <a:pt x="18261" y="15878"/>
                    <a:pt x="34610" y="17068"/>
                  </a:cubicBezTo>
                  <a:cubicBezTo>
                    <a:pt x="50959" y="18259"/>
                    <a:pt x="55245" y="27306"/>
                    <a:pt x="66118" y="23656"/>
                  </a:cubicBezTo>
                  <a:cubicBezTo>
                    <a:pt x="81832" y="18338"/>
                    <a:pt x="74451" y="7227"/>
                    <a:pt x="69531" y="4767"/>
                  </a:cubicBezTo>
                  <a:lnTo>
                    <a:pt x="69531" y="4767"/>
                  </a:lnTo>
                  <a:close/>
                </a:path>
              </a:pathLst>
            </a:custGeom>
            <a:solidFill>
              <a:srgbClr val="321E14"/>
            </a:solidFill>
            <a:ln w="7932" cap="flat">
              <a:noFill/>
              <a:prstDash val="solid"/>
              <a:miter/>
            </a:ln>
          </p:spPr>
          <p:txBody>
            <a:bodyPr rtlCol="0" anchor="ctr"/>
            <a:lstStyle/>
            <a:p>
              <a:endParaRPr lang="en-US"/>
            </a:p>
          </p:txBody>
        </p:sp>
        <p:sp>
          <p:nvSpPr>
            <p:cNvPr id="85" name="Freihandform: Form 84">
              <a:extLst>
                <a:ext uri="{FF2B5EF4-FFF2-40B4-BE49-F238E27FC236}">
                  <a16:creationId xmlns:a16="http://schemas.microsoft.com/office/drawing/2014/main" id="{8CCE77F9-A126-4ADD-A14B-3828DC5B1BFA}"/>
                </a:ext>
              </a:extLst>
            </p:cNvPr>
            <p:cNvSpPr/>
            <p:nvPr/>
          </p:nvSpPr>
          <p:spPr>
            <a:xfrm>
              <a:off x="4225473" y="4339193"/>
              <a:ext cx="41824" cy="7758"/>
            </a:xfrm>
            <a:custGeom>
              <a:avLst/>
              <a:gdLst>
                <a:gd name="connsiteX0" fmla="*/ 0 w 41824"/>
                <a:gd name="connsiteY0" fmla="*/ 3492 h 7758"/>
                <a:gd name="connsiteX1" fmla="*/ 41825 w 41824"/>
                <a:gd name="connsiteY1" fmla="*/ 0 h 7758"/>
              </a:gdLst>
              <a:ahLst/>
              <a:cxnLst>
                <a:cxn ang="0">
                  <a:pos x="connsiteX0" y="connsiteY0"/>
                </a:cxn>
                <a:cxn ang="0">
                  <a:pos x="connsiteX1" y="connsiteY1"/>
                </a:cxn>
              </a:cxnLst>
              <a:rect l="l" t="t" r="r" b="b"/>
              <a:pathLst>
                <a:path w="41824" h="7758">
                  <a:moveTo>
                    <a:pt x="0" y="3492"/>
                  </a:moveTo>
                  <a:cubicBezTo>
                    <a:pt x="11429" y="9524"/>
                    <a:pt x="20952" y="9841"/>
                    <a:pt x="41825" y="0"/>
                  </a:cubicBezTo>
                </a:path>
              </a:pathLst>
            </a:custGeom>
            <a:noFill/>
            <a:ln w="5150" cap="flat">
              <a:solidFill>
                <a:srgbClr val="644132"/>
              </a:solidFill>
              <a:prstDash val="solid"/>
              <a:miter/>
            </a:ln>
          </p:spPr>
          <p:txBody>
            <a:bodyPr rtlCol="0" anchor="ctr"/>
            <a:lstStyle/>
            <a:p>
              <a:endParaRPr lang="en-US"/>
            </a:p>
          </p:txBody>
        </p:sp>
        <p:sp>
          <p:nvSpPr>
            <p:cNvPr id="86" name="Freihandform: Form 85">
              <a:extLst>
                <a:ext uri="{FF2B5EF4-FFF2-40B4-BE49-F238E27FC236}">
                  <a16:creationId xmlns:a16="http://schemas.microsoft.com/office/drawing/2014/main" id="{1B8D7E73-CF11-83A5-B41D-653C60E2E9C1}"/>
                </a:ext>
              </a:extLst>
            </p:cNvPr>
            <p:cNvSpPr/>
            <p:nvPr/>
          </p:nvSpPr>
          <p:spPr>
            <a:xfrm>
              <a:off x="4300228" y="4122366"/>
              <a:ext cx="27711" cy="32386"/>
            </a:xfrm>
            <a:custGeom>
              <a:avLst/>
              <a:gdLst>
                <a:gd name="connsiteX0" fmla="*/ 7 w 27711"/>
                <a:gd name="connsiteY0" fmla="*/ 15876 h 32386"/>
                <a:gd name="connsiteX1" fmla="*/ 13499 w 27711"/>
                <a:gd name="connsiteY1" fmla="*/ 32383 h 32386"/>
                <a:gd name="connsiteX2" fmla="*/ 27705 w 27711"/>
                <a:gd name="connsiteY2" fmla="*/ 16510 h 32386"/>
                <a:gd name="connsiteX3" fmla="*/ 14213 w 27711"/>
                <a:gd name="connsiteY3" fmla="*/ 3 h 32386"/>
                <a:gd name="connsiteX4" fmla="*/ 7 w 27711"/>
                <a:gd name="connsiteY4" fmla="*/ 15876 h 32386"/>
                <a:gd name="connsiteX5" fmla="*/ 7 w 27711"/>
                <a:gd name="connsiteY5" fmla="*/ 15876 h 32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11" h="32386">
                  <a:moveTo>
                    <a:pt x="7" y="15876"/>
                  </a:moveTo>
                  <a:cubicBezTo>
                    <a:pt x="-232" y="24844"/>
                    <a:pt x="5880" y="32225"/>
                    <a:pt x="13499" y="32383"/>
                  </a:cubicBezTo>
                  <a:cubicBezTo>
                    <a:pt x="21197" y="32542"/>
                    <a:pt x="27546" y="25479"/>
                    <a:pt x="27705" y="16510"/>
                  </a:cubicBezTo>
                  <a:cubicBezTo>
                    <a:pt x="27943" y="7542"/>
                    <a:pt x="21832" y="241"/>
                    <a:pt x="14213" y="3"/>
                  </a:cubicBezTo>
                  <a:cubicBezTo>
                    <a:pt x="6594" y="-156"/>
                    <a:pt x="166" y="6987"/>
                    <a:pt x="7" y="15876"/>
                  </a:cubicBezTo>
                  <a:lnTo>
                    <a:pt x="7" y="15876"/>
                  </a:lnTo>
                  <a:close/>
                </a:path>
              </a:pathLst>
            </a:custGeom>
            <a:solidFill>
              <a:schemeClr val="accent6"/>
            </a:solidFill>
            <a:ln w="7932" cap="flat">
              <a:noFill/>
              <a:prstDash val="solid"/>
              <a:miter/>
            </a:ln>
          </p:spPr>
          <p:txBody>
            <a:bodyPr rtlCol="0" anchor="ctr"/>
            <a:lstStyle/>
            <a:p>
              <a:endParaRPr lang="en-US"/>
            </a:p>
          </p:txBody>
        </p:sp>
        <p:sp>
          <p:nvSpPr>
            <p:cNvPr id="87" name="Freihandform: Form 86">
              <a:extLst>
                <a:ext uri="{FF2B5EF4-FFF2-40B4-BE49-F238E27FC236}">
                  <a16:creationId xmlns:a16="http://schemas.microsoft.com/office/drawing/2014/main" id="{9EE0B2D7-9589-3421-000F-8988075AC2B6}"/>
                </a:ext>
              </a:extLst>
            </p:cNvPr>
            <p:cNvSpPr/>
            <p:nvPr/>
          </p:nvSpPr>
          <p:spPr>
            <a:xfrm>
              <a:off x="4299518" y="4131078"/>
              <a:ext cx="10954" cy="8197"/>
            </a:xfrm>
            <a:custGeom>
              <a:avLst/>
              <a:gdLst>
                <a:gd name="connsiteX0" fmla="*/ 2 w 10954"/>
                <a:gd name="connsiteY0" fmla="*/ 3910 h 8197"/>
                <a:gd name="connsiteX1" fmla="*/ 5399 w 10954"/>
                <a:gd name="connsiteY1" fmla="*/ 8195 h 8197"/>
                <a:gd name="connsiteX2" fmla="*/ 10954 w 10954"/>
                <a:gd name="connsiteY2" fmla="*/ 4227 h 8197"/>
                <a:gd name="connsiteX3" fmla="*/ 5557 w 10954"/>
                <a:gd name="connsiteY3" fmla="*/ 21 h 8197"/>
                <a:gd name="connsiteX4" fmla="*/ 2 w 10954"/>
                <a:gd name="connsiteY4" fmla="*/ 3910 h 8197"/>
                <a:gd name="connsiteX5" fmla="*/ 2 w 10954"/>
                <a:gd name="connsiteY5" fmla="*/ 3910 h 8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54" h="8197">
                  <a:moveTo>
                    <a:pt x="2" y="3910"/>
                  </a:moveTo>
                  <a:cubicBezTo>
                    <a:pt x="-77" y="6211"/>
                    <a:pt x="2383" y="8116"/>
                    <a:pt x="5399" y="8195"/>
                  </a:cubicBezTo>
                  <a:cubicBezTo>
                    <a:pt x="8414" y="8275"/>
                    <a:pt x="10875" y="6449"/>
                    <a:pt x="10954" y="4227"/>
                  </a:cubicBezTo>
                  <a:cubicBezTo>
                    <a:pt x="10954" y="1926"/>
                    <a:pt x="8573" y="21"/>
                    <a:pt x="5557" y="21"/>
                  </a:cubicBezTo>
                  <a:cubicBezTo>
                    <a:pt x="2542" y="-217"/>
                    <a:pt x="81" y="1608"/>
                    <a:pt x="2" y="3910"/>
                  </a:cubicBezTo>
                  <a:lnTo>
                    <a:pt x="2" y="3910"/>
                  </a:lnTo>
                  <a:close/>
                </a:path>
              </a:pathLst>
            </a:custGeom>
            <a:solidFill>
              <a:srgbClr val="C8C8B9"/>
            </a:solidFill>
            <a:ln w="7932" cap="flat">
              <a:noFill/>
              <a:prstDash val="solid"/>
              <a:miter/>
            </a:ln>
          </p:spPr>
          <p:txBody>
            <a:bodyPr rtlCol="0" anchor="ctr"/>
            <a:lstStyle/>
            <a:p>
              <a:endParaRPr lang="en-US"/>
            </a:p>
          </p:txBody>
        </p:sp>
        <p:sp>
          <p:nvSpPr>
            <p:cNvPr id="88" name="Freihandform: Form 87">
              <a:extLst>
                <a:ext uri="{FF2B5EF4-FFF2-40B4-BE49-F238E27FC236}">
                  <a16:creationId xmlns:a16="http://schemas.microsoft.com/office/drawing/2014/main" id="{9B7867DC-4F63-D013-A824-BFB07A21634E}"/>
                </a:ext>
              </a:extLst>
            </p:cNvPr>
            <p:cNvSpPr/>
            <p:nvPr/>
          </p:nvSpPr>
          <p:spPr>
            <a:xfrm>
              <a:off x="4151821" y="4123629"/>
              <a:ext cx="10956" cy="8187"/>
            </a:xfrm>
            <a:custGeom>
              <a:avLst/>
              <a:gdLst>
                <a:gd name="connsiteX0" fmla="*/ 2 w 10956"/>
                <a:gd name="connsiteY0" fmla="*/ 3899 h 8187"/>
                <a:gd name="connsiteX1" fmla="*/ 5399 w 10956"/>
                <a:gd name="connsiteY1" fmla="*/ 8185 h 8187"/>
                <a:gd name="connsiteX2" fmla="*/ 10954 w 10956"/>
                <a:gd name="connsiteY2" fmla="*/ 4216 h 8187"/>
                <a:gd name="connsiteX3" fmla="*/ 5557 w 10956"/>
                <a:gd name="connsiteY3" fmla="*/ 10 h 8187"/>
                <a:gd name="connsiteX4" fmla="*/ 2 w 10956"/>
                <a:gd name="connsiteY4" fmla="*/ 3899 h 8187"/>
                <a:gd name="connsiteX5" fmla="*/ 2 w 10956"/>
                <a:gd name="connsiteY5" fmla="*/ 3899 h 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56" h="8187">
                  <a:moveTo>
                    <a:pt x="2" y="3899"/>
                  </a:moveTo>
                  <a:cubicBezTo>
                    <a:pt x="-77" y="6200"/>
                    <a:pt x="2383" y="8105"/>
                    <a:pt x="5399" y="8185"/>
                  </a:cubicBezTo>
                  <a:cubicBezTo>
                    <a:pt x="8414" y="8264"/>
                    <a:pt x="10875" y="6439"/>
                    <a:pt x="10954" y="4216"/>
                  </a:cubicBezTo>
                  <a:cubicBezTo>
                    <a:pt x="11034" y="1915"/>
                    <a:pt x="8573" y="10"/>
                    <a:pt x="5557" y="10"/>
                  </a:cubicBezTo>
                  <a:cubicBezTo>
                    <a:pt x="2542" y="-149"/>
                    <a:pt x="81" y="1597"/>
                    <a:pt x="2" y="3899"/>
                  </a:cubicBezTo>
                  <a:lnTo>
                    <a:pt x="2" y="3899"/>
                  </a:lnTo>
                  <a:close/>
                </a:path>
              </a:pathLst>
            </a:custGeom>
            <a:solidFill>
              <a:srgbClr val="C8C8B9"/>
            </a:solidFill>
            <a:ln w="7932" cap="flat">
              <a:noFill/>
              <a:prstDash val="solid"/>
              <a:miter/>
            </a:ln>
          </p:spPr>
          <p:txBody>
            <a:bodyPr rtlCol="0" anchor="ctr"/>
            <a:lstStyle/>
            <a:p>
              <a:endParaRPr lang="en-US"/>
            </a:p>
          </p:txBody>
        </p:sp>
        <p:sp>
          <p:nvSpPr>
            <p:cNvPr id="89" name="Freihandform: Form 88">
              <a:extLst>
                <a:ext uri="{FF2B5EF4-FFF2-40B4-BE49-F238E27FC236}">
                  <a16:creationId xmlns:a16="http://schemas.microsoft.com/office/drawing/2014/main" id="{692DE2C3-A0C4-A06A-CA21-776CC9469407}"/>
                </a:ext>
              </a:extLst>
            </p:cNvPr>
            <p:cNvSpPr/>
            <p:nvPr/>
          </p:nvSpPr>
          <p:spPr>
            <a:xfrm>
              <a:off x="3404403" y="3771230"/>
              <a:ext cx="985593" cy="991572"/>
            </a:xfrm>
            <a:custGeom>
              <a:avLst/>
              <a:gdLst>
                <a:gd name="connsiteX0" fmla="*/ 979483 w 985593"/>
                <a:gd name="connsiteY0" fmla="*/ 203620 h 991572"/>
                <a:gd name="connsiteX1" fmla="*/ 979483 w 985593"/>
                <a:gd name="connsiteY1" fmla="*/ 313461 h 991572"/>
                <a:gd name="connsiteX2" fmla="*/ 779008 w 985593"/>
                <a:gd name="connsiteY2" fmla="*/ 224890 h 991572"/>
                <a:gd name="connsiteX3" fmla="*/ 645278 w 985593"/>
                <a:gd name="connsiteY3" fmla="*/ 288858 h 991572"/>
                <a:gd name="connsiteX4" fmla="*/ 596469 w 985593"/>
                <a:gd name="connsiteY4" fmla="*/ 416873 h 991572"/>
                <a:gd name="connsiteX5" fmla="*/ 562263 w 985593"/>
                <a:gd name="connsiteY5" fmla="*/ 438936 h 991572"/>
                <a:gd name="connsiteX6" fmla="*/ 490517 w 985593"/>
                <a:gd name="connsiteY6" fmla="*/ 797664 h 991572"/>
                <a:gd name="connsiteX7" fmla="*/ 317740 w 985593"/>
                <a:gd name="connsiteY7" fmla="*/ 975917 h 991572"/>
                <a:gd name="connsiteX8" fmla="*/ 51868 w 985593"/>
                <a:gd name="connsiteY8" fmla="*/ 574174 h 991572"/>
                <a:gd name="connsiteX9" fmla="*/ 322423 w 985593"/>
                <a:gd name="connsiteY9" fmla="*/ 263143 h 991572"/>
                <a:gd name="connsiteX10" fmla="*/ 511310 w 985593"/>
                <a:gd name="connsiteY10" fmla="*/ 19256 h 991572"/>
                <a:gd name="connsiteX11" fmla="*/ 700357 w 985593"/>
                <a:gd name="connsiteY11" fmla="*/ 5684 h 991572"/>
                <a:gd name="connsiteX12" fmla="*/ 979483 w 985593"/>
                <a:gd name="connsiteY12" fmla="*/ 203620 h 991572"/>
                <a:gd name="connsiteX13" fmla="*/ 979483 w 985593"/>
                <a:gd name="connsiteY13" fmla="*/ 203620 h 991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5593" h="991572">
                  <a:moveTo>
                    <a:pt x="979483" y="203620"/>
                  </a:moveTo>
                  <a:cubicBezTo>
                    <a:pt x="968372" y="247429"/>
                    <a:pt x="973054" y="281397"/>
                    <a:pt x="979483" y="313461"/>
                  </a:cubicBezTo>
                  <a:cubicBezTo>
                    <a:pt x="941626" y="315048"/>
                    <a:pt x="805595" y="299254"/>
                    <a:pt x="779008" y="224890"/>
                  </a:cubicBezTo>
                  <a:cubicBezTo>
                    <a:pt x="751944" y="149334"/>
                    <a:pt x="671310" y="226636"/>
                    <a:pt x="645278" y="288858"/>
                  </a:cubicBezTo>
                  <a:cubicBezTo>
                    <a:pt x="635119" y="313143"/>
                    <a:pt x="636945" y="413381"/>
                    <a:pt x="596469" y="416873"/>
                  </a:cubicBezTo>
                  <a:cubicBezTo>
                    <a:pt x="555993" y="420285"/>
                    <a:pt x="536390" y="407825"/>
                    <a:pt x="562263" y="438936"/>
                  </a:cubicBezTo>
                  <a:cubicBezTo>
                    <a:pt x="580358" y="460682"/>
                    <a:pt x="696468" y="646395"/>
                    <a:pt x="490517" y="797664"/>
                  </a:cubicBezTo>
                  <a:cubicBezTo>
                    <a:pt x="401232" y="863220"/>
                    <a:pt x="302819" y="810283"/>
                    <a:pt x="317740" y="975917"/>
                  </a:cubicBezTo>
                  <a:cubicBezTo>
                    <a:pt x="156709" y="1046473"/>
                    <a:pt x="-113925" y="872585"/>
                    <a:pt x="51868" y="574174"/>
                  </a:cubicBezTo>
                  <a:cubicBezTo>
                    <a:pt x="169328" y="362667"/>
                    <a:pt x="319883" y="464968"/>
                    <a:pt x="322423" y="263143"/>
                  </a:cubicBezTo>
                  <a:cubicBezTo>
                    <a:pt x="324248" y="122509"/>
                    <a:pt x="428057" y="25922"/>
                    <a:pt x="511310" y="19256"/>
                  </a:cubicBezTo>
                  <a:cubicBezTo>
                    <a:pt x="604088" y="11795"/>
                    <a:pt x="622104" y="25922"/>
                    <a:pt x="700357" y="5684"/>
                  </a:cubicBezTo>
                  <a:cubicBezTo>
                    <a:pt x="779246" y="-14792"/>
                    <a:pt x="1027498" y="13224"/>
                    <a:pt x="979483" y="203620"/>
                  </a:cubicBezTo>
                  <a:lnTo>
                    <a:pt x="979483" y="203620"/>
                  </a:lnTo>
                  <a:close/>
                </a:path>
              </a:pathLst>
            </a:custGeom>
            <a:solidFill>
              <a:srgbClr val="321E14"/>
            </a:solidFill>
            <a:ln w="7932" cap="flat">
              <a:noFill/>
              <a:prstDash val="solid"/>
              <a:miter/>
            </a:ln>
          </p:spPr>
          <p:txBody>
            <a:bodyPr rtlCol="0" anchor="ctr"/>
            <a:lstStyle/>
            <a:p>
              <a:endParaRPr lang="en-US"/>
            </a:p>
          </p:txBody>
        </p:sp>
        <p:sp>
          <p:nvSpPr>
            <p:cNvPr id="90" name="Freihandform: Form 89">
              <a:extLst>
                <a:ext uri="{FF2B5EF4-FFF2-40B4-BE49-F238E27FC236}">
                  <a16:creationId xmlns:a16="http://schemas.microsoft.com/office/drawing/2014/main" id="{D5C4E50A-2722-2EC5-B905-EF0A8E8EE21A}"/>
                </a:ext>
              </a:extLst>
            </p:cNvPr>
            <p:cNvSpPr/>
            <p:nvPr/>
          </p:nvSpPr>
          <p:spPr>
            <a:xfrm>
              <a:off x="3934925" y="4142315"/>
              <a:ext cx="88078" cy="144979"/>
            </a:xfrm>
            <a:custGeom>
              <a:avLst/>
              <a:gdLst>
                <a:gd name="connsiteX0" fmla="*/ 78645 w 88078"/>
                <a:gd name="connsiteY0" fmla="*/ 125132 h 144979"/>
                <a:gd name="connsiteX1" fmla="*/ 40471 w 88078"/>
                <a:gd name="connsiteY1" fmla="*/ 139815 h 144979"/>
                <a:gd name="connsiteX2" fmla="*/ 3884 w 88078"/>
                <a:gd name="connsiteY2" fmla="*/ 86323 h 144979"/>
                <a:gd name="connsiteX3" fmla="*/ 44756 w 88078"/>
                <a:gd name="connsiteY3" fmla="*/ 133 h 144979"/>
                <a:gd name="connsiteX4" fmla="*/ 78645 w 88078"/>
                <a:gd name="connsiteY4" fmla="*/ 125132 h 144979"/>
                <a:gd name="connsiteX5" fmla="*/ 78645 w 88078"/>
                <a:gd name="connsiteY5" fmla="*/ 125132 h 144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078" h="144979">
                  <a:moveTo>
                    <a:pt x="78645" y="125132"/>
                  </a:moveTo>
                  <a:cubicBezTo>
                    <a:pt x="65709" y="152672"/>
                    <a:pt x="51026" y="145212"/>
                    <a:pt x="40471" y="139815"/>
                  </a:cubicBezTo>
                  <a:cubicBezTo>
                    <a:pt x="15233" y="127037"/>
                    <a:pt x="8249" y="106085"/>
                    <a:pt x="3884" y="86323"/>
                  </a:cubicBezTo>
                  <a:cubicBezTo>
                    <a:pt x="-1275" y="62831"/>
                    <a:pt x="-10085" y="-3359"/>
                    <a:pt x="44756" y="133"/>
                  </a:cubicBezTo>
                  <a:cubicBezTo>
                    <a:pt x="99518" y="3625"/>
                    <a:pt x="91582" y="97593"/>
                    <a:pt x="78645" y="125132"/>
                  </a:cubicBezTo>
                  <a:lnTo>
                    <a:pt x="78645" y="125132"/>
                  </a:lnTo>
                  <a:close/>
                </a:path>
              </a:pathLst>
            </a:custGeom>
            <a:solidFill>
              <a:srgbClr val="9B644B"/>
            </a:solidFill>
            <a:ln w="7932" cap="flat">
              <a:noFill/>
              <a:prstDash val="solid"/>
              <a:miter/>
            </a:ln>
          </p:spPr>
          <p:txBody>
            <a:bodyPr rtlCol="0" anchor="ctr"/>
            <a:lstStyle/>
            <a:p>
              <a:endParaRPr lang="en-US"/>
            </a:p>
          </p:txBody>
        </p:sp>
        <p:sp>
          <p:nvSpPr>
            <p:cNvPr id="91" name="Freihandform: Form 90">
              <a:extLst>
                <a:ext uri="{FF2B5EF4-FFF2-40B4-BE49-F238E27FC236}">
                  <a16:creationId xmlns:a16="http://schemas.microsoft.com/office/drawing/2014/main" id="{D4B3159E-FFAB-E20D-C03D-9467A7E7040F}"/>
                </a:ext>
              </a:extLst>
            </p:cNvPr>
            <p:cNvSpPr/>
            <p:nvPr/>
          </p:nvSpPr>
          <p:spPr>
            <a:xfrm>
              <a:off x="3715873" y="5099348"/>
              <a:ext cx="56682" cy="162935"/>
            </a:xfrm>
            <a:custGeom>
              <a:avLst/>
              <a:gdLst>
                <a:gd name="connsiteX0" fmla="*/ 0 w 56682"/>
                <a:gd name="connsiteY0" fmla="*/ 162936 h 162935"/>
                <a:gd name="connsiteX1" fmla="*/ 53651 w 56682"/>
                <a:gd name="connsiteY1" fmla="*/ 0 h 162935"/>
              </a:gdLst>
              <a:ahLst/>
              <a:cxnLst>
                <a:cxn ang="0">
                  <a:pos x="connsiteX0" y="connsiteY0"/>
                </a:cxn>
                <a:cxn ang="0">
                  <a:pos x="connsiteX1" y="connsiteY1"/>
                </a:cxn>
              </a:cxnLst>
              <a:rect l="l" t="t" r="r" b="b"/>
              <a:pathLst>
                <a:path w="56682" h="162935">
                  <a:moveTo>
                    <a:pt x="0" y="162936"/>
                  </a:moveTo>
                  <a:cubicBezTo>
                    <a:pt x="0" y="162936"/>
                    <a:pt x="72142" y="62777"/>
                    <a:pt x="53651" y="0"/>
                  </a:cubicBezTo>
                </a:path>
              </a:pathLst>
            </a:custGeom>
            <a:noFill/>
            <a:ln w="9531" cap="sq">
              <a:solidFill>
                <a:srgbClr val="FBB80B"/>
              </a:solidFill>
              <a:prstDash val="solid"/>
              <a:miter/>
            </a:ln>
          </p:spPr>
          <p:txBody>
            <a:bodyPr rtlCol="0" anchor="ctr"/>
            <a:lstStyle/>
            <a:p>
              <a:endParaRPr lang="en-US"/>
            </a:p>
          </p:txBody>
        </p:sp>
        <p:sp>
          <p:nvSpPr>
            <p:cNvPr id="92" name="Freihandform: Form 91">
              <a:extLst>
                <a:ext uri="{FF2B5EF4-FFF2-40B4-BE49-F238E27FC236}">
                  <a16:creationId xmlns:a16="http://schemas.microsoft.com/office/drawing/2014/main" id="{58FD40A9-FA2C-D288-2DDA-E6E197D17738}"/>
                </a:ext>
              </a:extLst>
            </p:cNvPr>
            <p:cNvSpPr/>
            <p:nvPr/>
          </p:nvSpPr>
          <p:spPr>
            <a:xfrm>
              <a:off x="4217992" y="4077945"/>
              <a:ext cx="78141" cy="165547"/>
            </a:xfrm>
            <a:custGeom>
              <a:avLst/>
              <a:gdLst>
                <a:gd name="connsiteX0" fmla="*/ 14386 w 78141"/>
                <a:gd name="connsiteY0" fmla="*/ 7757 h 165547"/>
                <a:gd name="connsiteX1" fmla="*/ 42481 w 78141"/>
                <a:gd name="connsiteY1" fmla="*/ 3233 h 165547"/>
                <a:gd name="connsiteX2" fmla="*/ 69306 w 78141"/>
                <a:gd name="connsiteY2" fmla="*/ 136963 h 165547"/>
                <a:gd name="connsiteX3" fmla="*/ 45973 w 78141"/>
                <a:gd name="connsiteY3" fmla="*/ 165455 h 165547"/>
                <a:gd name="connsiteX4" fmla="*/ 21 w 78141"/>
                <a:gd name="connsiteY4" fmla="*/ 145852 h 165547"/>
                <a:gd name="connsiteX5" fmla="*/ 14386 w 78141"/>
                <a:gd name="connsiteY5" fmla="*/ 7757 h 165547"/>
                <a:gd name="connsiteX6" fmla="*/ 14386 w 78141"/>
                <a:gd name="connsiteY6" fmla="*/ 7757 h 16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141" h="165547">
                  <a:moveTo>
                    <a:pt x="14386" y="7757"/>
                  </a:moveTo>
                  <a:cubicBezTo>
                    <a:pt x="17322" y="7598"/>
                    <a:pt x="41925" y="-6052"/>
                    <a:pt x="42481" y="3233"/>
                  </a:cubicBezTo>
                  <a:cubicBezTo>
                    <a:pt x="43592" y="22598"/>
                    <a:pt x="31529" y="109503"/>
                    <a:pt x="69306" y="136963"/>
                  </a:cubicBezTo>
                  <a:cubicBezTo>
                    <a:pt x="92004" y="153391"/>
                    <a:pt x="66131" y="162994"/>
                    <a:pt x="45973" y="165455"/>
                  </a:cubicBezTo>
                  <a:cubicBezTo>
                    <a:pt x="31846" y="167121"/>
                    <a:pt x="21" y="145852"/>
                    <a:pt x="21" y="145852"/>
                  </a:cubicBezTo>
                  <a:cubicBezTo>
                    <a:pt x="21" y="145852"/>
                    <a:pt x="-1170" y="8630"/>
                    <a:pt x="14386" y="7757"/>
                  </a:cubicBezTo>
                  <a:lnTo>
                    <a:pt x="14386" y="7757"/>
                  </a:lnTo>
                  <a:close/>
                </a:path>
              </a:pathLst>
            </a:custGeom>
            <a:solidFill>
              <a:srgbClr val="9B644B"/>
            </a:solidFill>
            <a:ln w="7932" cap="flat">
              <a:noFill/>
              <a:prstDash val="solid"/>
              <a:miter/>
            </a:ln>
          </p:spPr>
          <p:txBody>
            <a:bodyPr rtlCol="0" anchor="ctr"/>
            <a:lstStyle/>
            <a:p>
              <a:endParaRPr lang="en-US"/>
            </a:p>
          </p:txBody>
        </p:sp>
        <p:sp>
          <p:nvSpPr>
            <p:cNvPr id="93" name="Freihandform: Form 92">
              <a:extLst>
                <a:ext uri="{FF2B5EF4-FFF2-40B4-BE49-F238E27FC236}">
                  <a16:creationId xmlns:a16="http://schemas.microsoft.com/office/drawing/2014/main" id="{CE1754FD-35E0-D249-B8DF-7204786C4568}"/>
                </a:ext>
              </a:extLst>
            </p:cNvPr>
            <p:cNvSpPr/>
            <p:nvPr/>
          </p:nvSpPr>
          <p:spPr>
            <a:xfrm>
              <a:off x="4220235" y="4230994"/>
              <a:ext cx="78332" cy="24830"/>
            </a:xfrm>
            <a:custGeom>
              <a:avLst/>
              <a:gdLst>
                <a:gd name="connsiteX0" fmla="*/ 27857 w 78332"/>
                <a:gd name="connsiteY0" fmla="*/ 15025 h 24830"/>
                <a:gd name="connsiteX1" fmla="*/ 78333 w 78332"/>
                <a:gd name="connsiteY1" fmla="*/ 1295 h 24830"/>
                <a:gd name="connsiteX2" fmla="*/ 15317 w 78332"/>
                <a:gd name="connsiteY2" fmla="*/ 21691 h 24830"/>
                <a:gd name="connsiteX3" fmla="*/ 0 w 78332"/>
                <a:gd name="connsiteY3" fmla="*/ 8596 h 24830"/>
                <a:gd name="connsiteX4" fmla="*/ 27857 w 78332"/>
                <a:gd name="connsiteY4" fmla="*/ 15025 h 24830"/>
                <a:gd name="connsiteX5" fmla="*/ 27857 w 78332"/>
                <a:gd name="connsiteY5" fmla="*/ 15025 h 24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332" h="24830">
                  <a:moveTo>
                    <a:pt x="27857" y="15025"/>
                  </a:moveTo>
                  <a:cubicBezTo>
                    <a:pt x="45635" y="11215"/>
                    <a:pt x="78253" y="-4578"/>
                    <a:pt x="78333" y="1295"/>
                  </a:cubicBezTo>
                  <a:cubicBezTo>
                    <a:pt x="78333" y="8993"/>
                    <a:pt x="64682" y="33437"/>
                    <a:pt x="15317" y="21691"/>
                  </a:cubicBezTo>
                  <a:cubicBezTo>
                    <a:pt x="15317" y="21691"/>
                    <a:pt x="714" y="16136"/>
                    <a:pt x="0" y="8596"/>
                  </a:cubicBezTo>
                  <a:cubicBezTo>
                    <a:pt x="9048" y="11136"/>
                    <a:pt x="10397" y="18755"/>
                    <a:pt x="27857" y="15025"/>
                  </a:cubicBezTo>
                  <a:lnTo>
                    <a:pt x="27857" y="15025"/>
                  </a:lnTo>
                  <a:close/>
                </a:path>
              </a:pathLst>
            </a:custGeom>
            <a:solidFill>
              <a:srgbClr val="644132"/>
            </a:solidFill>
            <a:ln w="7932" cap="flat">
              <a:noFill/>
              <a:prstDash val="solid"/>
              <a:miter/>
            </a:ln>
          </p:spPr>
          <p:txBody>
            <a:bodyPr rtlCol="0" anchor="ctr"/>
            <a:lstStyle/>
            <a:p>
              <a:endParaRPr lang="en-US"/>
            </a:p>
          </p:txBody>
        </p:sp>
        <p:sp>
          <p:nvSpPr>
            <p:cNvPr id="94" name="Freihandform: Form 93">
              <a:extLst>
                <a:ext uri="{FF2B5EF4-FFF2-40B4-BE49-F238E27FC236}">
                  <a16:creationId xmlns:a16="http://schemas.microsoft.com/office/drawing/2014/main" id="{08C65514-12A1-501A-8251-DEEB1D9308DB}"/>
                </a:ext>
              </a:extLst>
            </p:cNvPr>
            <p:cNvSpPr/>
            <p:nvPr/>
          </p:nvSpPr>
          <p:spPr>
            <a:xfrm>
              <a:off x="4649456" y="5701330"/>
              <a:ext cx="54665" cy="73006"/>
            </a:xfrm>
            <a:custGeom>
              <a:avLst/>
              <a:gdLst>
                <a:gd name="connsiteX0" fmla="*/ 35221 w 54665"/>
                <a:gd name="connsiteY0" fmla="*/ 1744 h 73006"/>
                <a:gd name="connsiteX1" fmla="*/ 14110 w 54665"/>
                <a:gd name="connsiteY1" fmla="*/ 2459 h 73006"/>
                <a:gd name="connsiteX2" fmla="*/ 697 w 54665"/>
                <a:gd name="connsiteY2" fmla="*/ 15316 h 73006"/>
                <a:gd name="connsiteX3" fmla="*/ 7205 w 54665"/>
                <a:gd name="connsiteY3" fmla="*/ 67379 h 73006"/>
                <a:gd name="connsiteX4" fmla="*/ 32999 w 54665"/>
                <a:gd name="connsiteY4" fmla="*/ 71982 h 73006"/>
                <a:gd name="connsiteX5" fmla="*/ 54666 w 54665"/>
                <a:gd name="connsiteY5" fmla="*/ 53808 h 73006"/>
                <a:gd name="connsiteX6" fmla="*/ 35221 w 54665"/>
                <a:gd name="connsiteY6" fmla="*/ 1744 h 7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665" h="73006">
                  <a:moveTo>
                    <a:pt x="35221" y="1744"/>
                  </a:moveTo>
                  <a:cubicBezTo>
                    <a:pt x="35221" y="1744"/>
                    <a:pt x="32840" y="-2620"/>
                    <a:pt x="14110" y="2459"/>
                  </a:cubicBezTo>
                  <a:cubicBezTo>
                    <a:pt x="-4620" y="7697"/>
                    <a:pt x="697" y="15316"/>
                    <a:pt x="697" y="15316"/>
                  </a:cubicBezTo>
                  <a:lnTo>
                    <a:pt x="7205" y="67379"/>
                  </a:lnTo>
                  <a:cubicBezTo>
                    <a:pt x="13713" y="72300"/>
                    <a:pt x="24904" y="74443"/>
                    <a:pt x="32999" y="71982"/>
                  </a:cubicBezTo>
                  <a:cubicBezTo>
                    <a:pt x="41253" y="69998"/>
                    <a:pt x="51491" y="61347"/>
                    <a:pt x="54666" y="53808"/>
                  </a:cubicBezTo>
                  <a:lnTo>
                    <a:pt x="35221" y="1744"/>
                  </a:lnTo>
                  <a:close/>
                </a:path>
              </a:pathLst>
            </a:custGeom>
            <a:solidFill>
              <a:srgbClr val="9B644B"/>
            </a:solidFill>
            <a:ln w="7932" cap="flat">
              <a:noFill/>
              <a:prstDash val="solid"/>
              <a:miter/>
            </a:ln>
          </p:spPr>
          <p:txBody>
            <a:bodyPr rtlCol="0" anchor="ctr"/>
            <a:lstStyle/>
            <a:p>
              <a:endParaRPr lang="en-US"/>
            </a:p>
          </p:txBody>
        </p:sp>
        <p:sp>
          <p:nvSpPr>
            <p:cNvPr id="95" name="Freihandform: Form 94">
              <a:extLst>
                <a:ext uri="{FF2B5EF4-FFF2-40B4-BE49-F238E27FC236}">
                  <a16:creationId xmlns:a16="http://schemas.microsoft.com/office/drawing/2014/main" id="{EA59CCAD-CC40-CAC4-84D5-2B5DF3FC36C6}"/>
                </a:ext>
              </a:extLst>
            </p:cNvPr>
            <p:cNvSpPr/>
            <p:nvPr/>
          </p:nvSpPr>
          <p:spPr>
            <a:xfrm>
              <a:off x="4639281" y="5640103"/>
              <a:ext cx="52539" cy="110421"/>
            </a:xfrm>
            <a:custGeom>
              <a:avLst/>
              <a:gdLst>
                <a:gd name="connsiteX0" fmla="*/ 35159 w 52539"/>
                <a:gd name="connsiteY0" fmla="*/ 20433 h 110421"/>
                <a:gd name="connsiteX1" fmla="*/ 10079 w 52539"/>
                <a:gd name="connsiteY1" fmla="*/ 1465 h 110421"/>
                <a:gd name="connsiteX2" fmla="*/ 2064 w 52539"/>
                <a:gd name="connsiteY2" fmla="*/ 46782 h 110421"/>
                <a:gd name="connsiteX3" fmla="*/ 16032 w 52539"/>
                <a:gd name="connsiteY3" fmla="*/ 96861 h 110421"/>
                <a:gd name="connsiteX4" fmla="*/ 38889 w 52539"/>
                <a:gd name="connsiteY4" fmla="*/ 109956 h 110421"/>
                <a:gd name="connsiteX5" fmla="*/ 52539 w 52539"/>
                <a:gd name="connsiteY5" fmla="*/ 87258 h 110421"/>
                <a:gd name="connsiteX6" fmla="*/ 35159 w 52539"/>
                <a:gd name="connsiteY6" fmla="*/ 20433 h 11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539" h="110421">
                  <a:moveTo>
                    <a:pt x="35159" y="20433"/>
                  </a:moveTo>
                  <a:cubicBezTo>
                    <a:pt x="35159" y="20433"/>
                    <a:pt x="30079" y="-6472"/>
                    <a:pt x="10079" y="1465"/>
                  </a:cubicBezTo>
                  <a:cubicBezTo>
                    <a:pt x="-6111" y="7020"/>
                    <a:pt x="2064" y="46782"/>
                    <a:pt x="2064" y="46782"/>
                  </a:cubicBezTo>
                  <a:lnTo>
                    <a:pt x="16032" y="96861"/>
                  </a:lnTo>
                  <a:cubicBezTo>
                    <a:pt x="23254" y="107575"/>
                    <a:pt x="31746" y="111940"/>
                    <a:pt x="38889" y="109956"/>
                  </a:cubicBezTo>
                  <a:cubicBezTo>
                    <a:pt x="46111" y="107972"/>
                    <a:pt x="51666" y="100194"/>
                    <a:pt x="52539" y="87258"/>
                  </a:cubicBezTo>
                  <a:lnTo>
                    <a:pt x="35159" y="20433"/>
                  </a:lnTo>
                  <a:close/>
                </a:path>
              </a:pathLst>
            </a:custGeom>
            <a:solidFill>
              <a:srgbClr val="9B644B"/>
            </a:solidFill>
            <a:ln w="7932" cap="flat">
              <a:noFill/>
              <a:prstDash val="solid"/>
              <a:miter/>
            </a:ln>
          </p:spPr>
          <p:txBody>
            <a:bodyPr rtlCol="0" anchor="ctr"/>
            <a:lstStyle/>
            <a:p>
              <a:endParaRPr lang="en-US"/>
            </a:p>
          </p:txBody>
        </p:sp>
        <p:sp>
          <p:nvSpPr>
            <p:cNvPr id="96" name="Freihandform: Form 95">
              <a:extLst>
                <a:ext uri="{FF2B5EF4-FFF2-40B4-BE49-F238E27FC236}">
                  <a16:creationId xmlns:a16="http://schemas.microsoft.com/office/drawing/2014/main" id="{8467034E-9AB6-902B-11AE-882BBAE956CB}"/>
                </a:ext>
              </a:extLst>
            </p:cNvPr>
            <p:cNvSpPr/>
            <p:nvPr/>
          </p:nvSpPr>
          <p:spPr>
            <a:xfrm>
              <a:off x="4689692" y="5704969"/>
              <a:ext cx="51651" cy="58767"/>
            </a:xfrm>
            <a:custGeom>
              <a:avLst/>
              <a:gdLst>
                <a:gd name="connsiteX0" fmla="*/ 35382 w 51651"/>
                <a:gd name="connsiteY0" fmla="*/ 1122 h 58767"/>
                <a:gd name="connsiteX1" fmla="*/ 14509 w 51651"/>
                <a:gd name="connsiteY1" fmla="*/ 2788 h 58767"/>
                <a:gd name="connsiteX2" fmla="*/ 541 w 51651"/>
                <a:gd name="connsiteY2" fmla="*/ 13820 h 58767"/>
                <a:gd name="connsiteX3" fmla="*/ 4112 w 51651"/>
                <a:gd name="connsiteY3" fmla="*/ 55169 h 58767"/>
                <a:gd name="connsiteX4" fmla="*/ 29271 w 51651"/>
                <a:gd name="connsiteY4" fmla="*/ 57471 h 58767"/>
                <a:gd name="connsiteX5" fmla="*/ 51652 w 51651"/>
                <a:gd name="connsiteY5" fmla="*/ 41677 h 58767"/>
                <a:gd name="connsiteX6" fmla="*/ 35382 w 51651"/>
                <a:gd name="connsiteY6" fmla="*/ 1122 h 5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51" h="58767">
                  <a:moveTo>
                    <a:pt x="35382" y="1122"/>
                  </a:moveTo>
                  <a:cubicBezTo>
                    <a:pt x="35382" y="1122"/>
                    <a:pt x="33319" y="-2291"/>
                    <a:pt x="14509" y="2788"/>
                  </a:cubicBezTo>
                  <a:cubicBezTo>
                    <a:pt x="-4221" y="7947"/>
                    <a:pt x="541" y="13820"/>
                    <a:pt x="541" y="13820"/>
                  </a:cubicBezTo>
                  <a:lnTo>
                    <a:pt x="4112" y="55169"/>
                  </a:lnTo>
                  <a:cubicBezTo>
                    <a:pt x="10303" y="58741"/>
                    <a:pt x="21176" y="59931"/>
                    <a:pt x="29271" y="57471"/>
                  </a:cubicBezTo>
                  <a:cubicBezTo>
                    <a:pt x="37445" y="55407"/>
                    <a:pt x="48080" y="47947"/>
                    <a:pt x="51652" y="41677"/>
                  </a:cubicBezTo>
                  <a:lnTo>
                    <a:pt x="35382" y="1122"/>
                  </a:lnTo>
                  <a:close/>
                </a:path>
              </a:pathLst>
            </a:custGeom>
            <a:solidFill>
              <a:srgbClr val="9B644B"/>
            </a:solidFill>
            <a:ln w="7932" cap="flat">
              <a:noFill/>
              <a:prstDash val="solid"/>
              <a:miter/>
            </a:ln>
          </p:spPr>
          <p:txBody>
            <a:bodyPr rtlCol="0" anchor="ctr"/>
            <a:lstStyle/>
            <a:p>
              <a:endParaRPr lang="en-US"/>
            </a:p>
          </p:txBody>
        </p:sp>
        <p:sp>
          <p:nvSpPr>
            <p:cNvPr id="97" name="Freihandform: Form 96">
              <a:extLst>
                <a:ext uri="{FF2B5EF4-FFF2-40B4-BE49-F238E27FC236}">
                  <a16:creationId xmlns:a16="http://schemas.microsoft.com/office/drawing/2014/main" id="{CECD245B-508D-A6EA-2B2F-B94D601E1822}"/>
                </a:ext>
              </a:extLst>
            </p:cNvPr>
            <p:cNvSpPr/>
            <p:nvPr/>
          </p:nvSpPr>
          <p:spPr>
            <a:xfrm>
              <a:off x="4682211" y="5657833"/>
              <a:ext cx="48657" cy="86179"/>
            </a:xfrm>
            <a:custGeom>
              <a:avLst/>
              <a:gdLst>
                <a:gd name="connsiteX0" fmla="*/ 28736 w 48657"/>
                <a:gd name="connsiteY0" fmla="*/ 6750 h 86179"/>
                <a:gd name="connsiteX1" fmla="*/ 11356 w 48657"/>
                <a:gd name="connsiteY1" fmla="*/ 243 h 86179"/>
                <a:gd name="connsiteX2" fmla="*/ 1038 w 48657"/>
                <a:gd name="connsiteY2" fmla="*/ 36988 h 86179"/>
                <a:gd name="connsiteX3" fmla="*/ 12149 w 48657"/>
                <a:gd name="connsiteY3" fmla="*/ 76353 h 86179"/>
                <a:gd name="connsiteX4" fmla="*/ 33974 w 48657"/>
                <a:gd name="connsiteY4" fmla="*/ 85560 h 86179"/>
                <a:gd name="connsiteX5" fmla="*/ 48657 w 48657"/>
                <a:gd name="connsiteY5" fmla="*/ 66591 h 86179"/>
                <a:gd name="connsiteX6" fmla="*/ 28736 w 48657"/>
                <a:gd name="connsiteY6" fmla="*/ 6750 h 86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57" h="86179">
                  <a:moveTo>
                    <a:pt x="28736" y="6750"/>
                  </a:moveTo>
                  <a:cubicBezTo>
                    <a:pt x="28736" y="6750"/>
                    <a:pt x="21832" y="-1504"/>
                    <a:pt x="11356" y="243"/>
                  </a:cubicBezTo>
                  <a:cubicBezTo>
                    <a:pt x="-4835" y="5560"/>
                    <a:pt x="1038" y="36988"/>
                    <a:pt x="1038" y="36988"/>
                  </a:cubicBezTo>
                  <a:lnTo>
                    <a:pt x="12149" y="76353"/>
                  </a:lnTo>
                  <a:cubicBezTo>
                    <a:pt x="18736" y="84528"/>
                    <a:pt x="26832" y="87623"/>
                    <a:pt x="33974" y="85560"/>
                  </a:cubicBezTo>
                  <a:cubicBezTo>
                    <a:pt x="41197" y="83575"/>
                    <a:pt x="47149" y="77067"/>
                    <a:pt x="48657" y="66591"/>
                  </a:cubicBezTo>
                  <a:lnTo>
                    <a:pt x="28736" y="6750"/>
                  </a:lnTo>
                  <a:close/>
                </a:path>
              </a:pathLst>
            </a:custGeom>
            <a:solidFill>
              <a:srgbClr val="9B644B"/>
            </a:solidFill>
            <a:ln w="7932" cap="flat">
              <a:noFill/>
              <a:prstDash val="solid"/>
              <a:miter/>
            </a:ln>
          </p:spPr>
          <p:txBody>
            <a:bodyPr rtlCol="0" anchor="ctr"/>
            <a:lstStyle/>
            <a:p>
              <a:endParaRPr lang="en-US"/>
            </a:p>
          </p:txBody>
        </p:sp>
        <p:sp>
          <p:nvSpPr>
            <p:cNvPr id="98" name="Freihandform: Form 97">
              <a:extLst>
                <a:ext uri="{FF2B5EF4-FFF2-40B4-BE49-F238E27FC236}">
                  <a16:creationId xmlns:a16="http://schemas.microsoft.com/office/drawing/2014/main" id="{EA5EBCD2-64B6-B13A-FB3A-DD7BD4B0A09A}"/>
                </a:ext>
              </a:extLst>
            </p:cNvPr>
            <p:cNvSpPr/>
            <p:nvPr/>
          </p:nvSpPr>
          <p:spPr>
            <a:xfrm>
              <a:off x="4578405" y="5709132"/>
              <a:ext cx="40955" cy="75860"/>
            </a:xfrm>
            <a:custGeom>
              <a:avLst/>
              <a:gdLst>
                <a:gd name="connsiteX0" fmla="*/ 30161 w 40955"/>
                <a:gd name="connsiteY0" fmla="*/ 6641 h 75860"/>
                <a:gd name="connsiteX1" fmla="*/ 14368 w 40955"/>
                <a:gd name="connsiteY1" fmla="*/ 371 h 75860"/>
                <a:gd name="connsiteX2" fmla="*/ 3 w 40955"/>
                <a:gd name="connsiteY2" fmla="*/ 17276 h 75860"/>
                <a:gd name="connsiteX3" fmla="*/ 1193 w 40955"/>
                <a:gd name="connsiteY3" fmla="*/ 65926 h 75860"/>
                <a:gd name="connsiteX4" fmla="*/ 22701 w 40955"/>
                <a:gd name="connsiteY4" fmla="*/ 75688 h 75860"/>
                <a:gd name="connsiteX5" fmla="*/ 40955 w 40955"/>
                <a:gd name="connsiteY5" fmla="*/ 61799 h 75860"/>
                <a:gd name="connsiteX6" fmla="*/ 30161 w 40955"/>
                <a:gd name="connsiteY6" fmla="*/ 6641 h 7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55" h="75860">
                  <a:moveTo>
                    <a:pt x="30161" y="6641"/>
                  </a:moveTo>
                  <a:cubicBezTo>
                    <a:pt x="30161" y="6641"/>
                    <a:pt x="29368" y="-1851"/>
                    <a:pt x="14368" y="371"/>
                  </a:cubicBezTo>
                  <a:cubicBezTo>
                    <a:pt x="-553" y="2752"/>
                    <a:pt x="3" y="17276"/>
                    <a:pt x="3" y="17276"/>
                  </a:cubicBezTo>
                  <a:lnTo>
                    <a:pt x="1193" y="65926"/>
                  </a:lnTo>
                  <a:cubicBezTo>
                    <a:pt x="6114" y="71720"/>
                    <a:pt x="16272" y="76878"/>
                    <a:pt x="22701" y="75688"/>
                  </a:cubicBezTo>
                  <a:cubicBezTo>
                    <a:pt x="29288" y="74894"/>
                    <a:pt x="37384" y="71878"/>
                    <a:pt x="40955" y="61799"/>
                  </a:cubicBezTo>
                  <a:lnTo>
                    <a:pt x="30161" y="6641"/>
                  </a:lnTo>
                  <a:close/>
                </a:path>
              </a:pathLst>
            </a:custGeom>
            <a:solidFill>
              <a:srgbClr val="9B644B"/>
            </a:solidFill>
            <a:ln w="7932" cap="flat">
              <a:noFill/>
              <a:prstDash val="solid"/>
              <a:miter/>
            </a:ln>
          </p:spPr>
          <p:txBody>
            <a:bodyPr rtlCol="0" anchor="ctr"/>
            <a:lstStyle/>
            <a:p>
              <a:endParaRPr lang="en-US"/>
            </a:p>
          </p:txBody>
        </p:sp>
        <p:sp>
          <p:nvSpPr>
            <p:cNvPr id="99" name="Freihandform: Form 98">
              <a:extLst>
                <a:ext uri="{FF2B5EF4-FFF2-40B4-BE49-F238E27FC236}">
                  <a16:creationId xmlns:a16="http://schemas.microsoft.com/office/drawing/2014/main" id="{2D5D2B3C-D2E9-502F-1CE0-EF7D005E74EF}"/>
                </a:ext>
              </a:extLst>
            </p:cNvPr>
            <p:cNvSpPr/>
            <p:nvPr/>
          </p:nvSpPr>
          <p:spPr>
            <a:xfrm>
              <a:off x="4611821" y="5714567"/>
              <a:ext cx="45079" cy="72098"/>
            </a:xfrm>
            <a:custGeom>
              <a:avLst/>
              <a:gdLst>
                <a:gd name="connsiteX0" fmla="*/ 42460 w 45079"/>
                <a:gd name="connsiteY0" fmla="*/ 19142 h 72098"/>
                <a:gd name="connsiteX1" fmla="*/ 19762 w 45079"/>
                <a:gd name="connsiteY1" fmla="*/ 174 h 72098"/>
                <a:gd name="connsiteX2" fmla="*/ 0 w 45079"/>
                <a:gd name="connsiteY2" fmla="*/ 3825 h 72098"/>
                <a:gd name="connsiteX3" fmla="*/ 2936 w 45079"/>
                <a:gd name="connsiteY3" fmla="*/ 57714 h 72098"/>
                <a:gd name="connsiteX4" fmla="*/ 26825 w 45079"/>
                <a:gd name="connsiteY4" fmla="*/ 70968 h 72098"/>
                <a:gd name="connsiteX5" fmla="*/ 45079 w 45079"/>
                <a:gd name="connsiteY5" fmla="*/ 56920 h 72098"/>
                <a:gd name="connsiteX6" fmla="*/ 42460 w 45079"/>
                <a:gd name="connsiteY6" fmla="*/ 19142 h 72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79" h="72098">
                  <a:moveTo>
                    <a:pt x="42460" y="19142"/>
                  </a:moveTo>
                  <a:cubicBezTo>
                    <a:pt x="42460" y="19142"/>
                    <a:pt x="34762" y="-2127"/>
                    <a:pt x="19762" y="174"/>
                  </a:cubicBezTo>
                  <a:cubicBezTo>
                    <a:pt x="4841" y="2555"/>
                    <a:pt x="0" y="3825"/>
                    <a:pt x="0" y="3825"/>
                  </a:cubicBezTo>
                  <a:lnTo>
                    <a:pt x="2936" y="57714"/>
                  </a:lnTo>
                  <a:cubicBezTo>
                    <a:pt x="7857" y="63507"/>
                    <a:pt x="13571" y="75888"/>
                    <a:pt x="26825" y="70968"/>
                  </a:cubicBezTo>
                  <a:cubicBezTo>
                    <a:pt x="33412" y="70174"/>
                    <a:pt x="42301" y="63904"/>
                    <a:pt x="45079" y="56920"/>
                  </a:cubicBezTo>
                  <a:lnTo>
                    <a:pt x="42460" y="19142"/>
                  </a:lnTo>
                  <a:close/>
                </a:path>
              </a:pathLst>
            </a:custGeom>
            <a:solidFill>
              <a:srgbClr val="9B644B"/>
            </a:solidFill>
            <a:ln w="7932" cap="flat">
              <a:noFill/>
              <a:prstDash val="solid"/>
              <a:miter/>
            </a:ln>
          </p:spPr>
          <p:txBody>
            <a:bodyPr rtlCol="0" anchor="ctr"/>
            <a:lstStyle/>
            <a:p>
              <a:endParaRPr lang="en-US"/>
            </a:p>
          </p:txBody>
        </p:sp>
        <p:sp>
          <p:nvSpPr>
            <p:cNvPr id="100" name="Freihandform: Form 99">
              <a:extLst>
                <a:ext uri="{FF2B5EF4-FFF2-40B4-BE49-F238E27FC236}">
                  <a16:creationId xmlns:a16="http://schemas.microsoft.com/office/drawing/2014/main" id="{A1476513-1CD4-356A-F119-A11C0FAEA4C9}"/>
                </a:ext>
              </a:extLst>
            </p:cNvPr>
            <p:cNvSpPr/>
            <p:nvPr/>
          </p:nvSpPr>
          <p:spPr>
            <a:xfrm>
              <a:off x="4577191" y="5679543"/>
              <a:ext cx="32970" cy="52987"/>
            </a:xfrm>
            <a:custGeom>
              <a:avLst/>
              <a:gdLst>
                <a:gd name="connsiteX0" fmla="*/ 29947 w 32970"/>
                <a:gd name="connsiteY0" fmla="*/ 22182 h 52987"/>
                <a:gd name="connsiteX1" fmla="*/ 12328 w 32970"/>
                <a:gd name="connsiteY1" fmla="*/ 119 h 52987"/>
                <a:gd name="connsiteX2" fmla="*/ 27 w 32970"/>
                <a:gd name="connsiteY2" fmla="*/ 16071 h 52987"/>
                <a:gd name="connsiteX3" fmla="*/ 1058 w 32970"/>
                <a:gd name="connsiteY3" fmla="*/ 46865 h 52987"/>
                <a:gd name="connsiteX4" fmla="*/ 20423 w 32970"/>
                <a:gd name="connsiteY4" fmla="*/ 52658 h 52987"/>
                <a:gd name="connsiteX5" fmla="*/ 32963 w 32970"/>
                <a:gd name="connsiteY5" fmla="*/ 44801 h 52987"/>
                <a:gd name="connsiteX6" fmla="*/ 29947 w 32970"/>
                <a:gd name="connsiteY6" fmla="*/ 22182 h 52987"/>
                <a:gd name="connsiteX7" fmla="*/ 29947 w 32970"/>
                <a:gd name="connsiteY7" fmla="*/ 22182 h 52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970" h="52987">
                  <a:moveTo>
                    <a:pt x="29947" y="22182"/>
                  </a:moveTo>
                  <a:cubicBezTo>
                    <a:pt x="28598" y="13214"/>
                    <a:pt x="25423" y="-1469"/>
                    <a:pt x="12328" y="119"/>
                  </a:cubicBezTo>
                  <a:cubicBezTo>
                    <a:pt x="-1164" y="2182"/>
                    <a:pt x="27" y="16071"/>
                    <a:pt x="27" y="16071"/>
                  </a:cubicBezTo>
                  <a:lnTo>
                    <a:pt x="1058" y="46865"/>
                  </a:lnTo>
                  <a:cubicBezTo>
                    <a:pt x="5582" y="52738"/>
                    <a:pt x="14233" y="53611"/>
                    <a:pt x="20423" y="52658"/>
                  </a:cubicBezTo>
                  <a:cubicBezTo>
                    <a:pt x="26614" y="51706"/>
                    <a:pt x="30582" y="51706"/>
                    <a:pt x="32963" y="44801"/>
                  </a:cubicBezTo>
                  <a:cubicBezTo>
                    <a:pt x="33122" y="44801"/>
                    <a:pt x="30741" y="27182"/>
                    <a:pt x="29947" y="22182"/>
                  </a:cubicBezTo>
                  <a:lnTo>
                    <a:pt x="29947" y="22182"/>
                  </a:lnTo>
                  <a:close/>
                </a:path>
              </a:pathLst>
            </a:custGeom>
            <a:solidFill>
              <a:srgbClr val="9B644B"/>
            </a:solidFill>
            <a:ln w="7932" cap="flat">
              <a:noFill/>
              <a:prstDash val="solid"/>
              <a:miter/>
            </a:ln>
          </p:spPr>
          <p:txBody>
            <a:bodyPr rtlCol="0" anchor="ctr"/>
            <a:lstStyle/>
            <a:p>
              <a:endParaRPr lang="en-US"/>
            </a:p>
          </p:txBody>
        </p:sp>
        <p:sp>
          <p:nvSpPr>
            <p:cNvPr id="101" name="Freihandform: Form 100">
              <a:extLst>
                <a:ext uri="{FF2B5EF4-FFF2-40B4-BE49-F238E27FC236}">
                  <a16:creationId xmlns:a16="http://schemas.microsoft.com/office/drawing/2014/main" id="{9083EB9D-6FA0-9FF0-3C37-3913A365D820}"/>
                </a:ext>
              </a:extLst>
            </p:cNvPr>
            <p:cNvSpPr/>
            <p:nvPr/>
          </p:nvSpPr>
          <p:spPr>
            <a:xfrm>
              <a:off x="4608488" y="5662682"/>
              <a:ext cx="45872" cy="88913"/>
            </a:xfrm>
            <a:custGeom>
              <a:avLst/>
              <a:gdLst>
                <a:gd name="connsiteX0" fmla="*/ 1269 w 45872"/>
                <a:gd name="connsiteY0" fmla="*/ 28329 h 88913"/>
                <a:gd name="connsiteX1" fmla="*/ 11825 w 45872"/>
                <a:gd name="connsiteY1" fmla="*/ 75 h 88913"/>
                <a:gd name="connsiteX2" fmla="*/ 34682 w 45872"/>
                <a:gd name="connsiteY2" fmla="*/ 24996 h 88913"/>
                <a:gd name="connsiteX3" fmla="*/ 45872 w 45872"/>
                <a:gd name="connsiteY3" fmla="*/ 71106 h 88913"/>
                <a:gd name="connsiteX4" fmla="*/ 20634 w 45872"/>
                <a:gd name="connsiteY4" fmla="*/ 88725 h 88913"/>
                <a:gd name="connsiteX5" fmla="*/ 4603 w 45872"/>
                <a:gd name="connsiteY5" fmla="*/ 71741 h 88913"/>
                <a:gd name="connsiteX6" fmla="*/ 1269 w 45872"/>
                <a:gd name="connsiteY6" fmla="*/ 28329 h 88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72" h="88913">
                  <a:moveTo>
                    <a:pt x="1269" y="28329"/>
                  </a:moveTo>
                  <a:cubicBezTo>
                    <a:pt x="1269" y="28329"/>
                    <a:pt x="-5397" y="1901"/>
                    <a:pt x="11825" y="75"/>
                  </a:cubicBezTo>
                  <a:cubicBezTo>
                    <a:pt x="29047" y="-1591"/>
                    <a:pt x="34682" y="24996"/>
                    <a:pt x="34682" y="24996"/>
                  </a:cubicBezTo>
                  <a:lnTo>
                    <a:pt x="45872" y="71106"/>
                  </a:lnTo>
                  <a:cubicBezTo>
                    <a:pt x="43888" y="85868"/>
                    <a:pt x="28174" y="88329"/>
                    <a:pt x="20634" y="88725"/>
                  </a:cubicBezTo>
                  <a:cubicBezTo>
                    <a:pt x="13174" y="89837"/>
                    <a:pt x="7063" y="86265"/>
                    <a:pt x="4603" y="71741"/>
                  </a:cubicBezTo>
                  <a:lnTo>
                    <a:pt x="1269" y="28329"/>
                  </a:lnTo>
                  <a:close/>
                </a:path>
              </a:pathLst>
            </a:custGeom>
            <a:solidFill>
              <a:srgbClr val="9B644B"/>
            </a:solidFill>
            <a:ln w="7932" cap="flat">
              <a:noFill/>
              <a:prstDash val="solid"/>
              <a:miter/>
            </a:ln>
          </p:spPr>
          <p:txBody>
            <a:bodyPr rtlCol="0" anchor="ctr"/>
            <a:lstStyle/>
            <a:p>
              <a:endParaRPr lang="en-US"/>
            </a:p>
          </p:txBody>
        </p:sp>
        <p:sp>
          <p:nvSpPr>
            <p:cNvPr id="102" name="Freihandform: Form 101">
              <a:extLst>
                <a:ext uri="{FF2B5EF4-FFF2-40B4-BE49-F238E27FC236}">
                  <a16:creationId xmlns:a16="http://schemas.microsoft.com/office/drawing/2014/main" id="{D3F5E7ED-23B0-981C-9C0F-8699335B85D6}"/>
                </a:ext>
              </a:extLst>
            </p:cNvPr>
            <p:cNvSpPr/>
            <p:nvPr/>
          </p:nvSpPr>
          <p:spPr>
            <a:xfrm>
              <a:off x="4687138" y="5706964"/>
              <a:ext cx="11031" cy="33333"/>
            </a:xfrm>
            <a:custGeom>
              <a:avLst/>
              <a:gdLst>
                <a:gd name="connsiteX0" fmla="*/ 0 w 11031"/>
                <a:gd name="connsiteY0" fmla="*/ 0 h 33333"/>
                <a:gd name="connsiteX1" fmla="*/ 11032 w 11031"/>
                <a:gd name="connsiteY1" fmla="*/ 33333 h 33333"/>
              </a:gdLst>
              <a:ahLst/>
              <a:cxnLst>
                <a:cxn ang="0">
                  <a:pos x="connsiteX0" y="connsiteY0"/>
                </a:cxn>
                <a:cxn ang="0">
                  <a:pos x="connsiteX1" y="connsiteY1"/>
                </a:cxn>
              </a:cxnLst>
              <a:rect l="l" t="t" r="r" b="b"/>
              <a:pathLst>
                <a:path w="11031" h="33333">
                  <a:moveTo>
                    <a:pt x="0" y="0"/>
                  </a:moveTo>
                  <a:lnTo>
                    <a:pt x="11032" y="33333"/>
                  </a:lnTo>
                </a:path>
              </a:pathLst>
            </a:custGeom>
            <a:ln w="4498" cap="flat">
              <a:solidFill>
                <a:srgbClr val="644132"/>
              </a:solidFill>
              <a:prstDash val="solid"/>
              <a:miter/>
            </a:ln>
          </p:spPr>
          <p:txBody>
            <a:bodyPr rtlCol="0" anchor="ctr"/>
            <a:lstStyle/>
            <a:p>
              <a:endParaRPr lang="en-US"/>
            </a:p>
          </p:txBody>
        </p:sp>
        <p:sp>
          <p:nvSpPr>
            <p:cNvPr id="103" name="Freihandform: Form 102">
              <a:extLst>
                <a:ext uri="{FF2B5EF4-FFF2-40B4-BE49-F238E27FC236}">
                  <a16:creationId xmlns:a16="http://schemas.microsoft.com/office/drawing/2014/main" id="{322DBD9B-AD3F-C178-8B5E-D70D48EAFF4F}"/>
                </a:ext>
              </a:extLst>
            </p:cNvPr>
            <p:cNvSpPr/>
            <p:nvPr/>
          </p:nvSpPr>
          <p:spPr>
            <a:xfrm>
              <a:off x="4648169" y="5664900"/>
              <a:ext cx="21111" cy="5476"/>
            </a:xfrm>
            <a:custGeom>
              <a:avLst/>
              <a:gdLst>
                <a:gd name="connsiteX0" fmla="*/ 0 w 21111"/>
                <a:gd name="connsiteY0" fmla="*/ 5476 h 5476"/>
                <a:gd name="connsiteX1" fmla="*/ 21111 w 21111"/>
                <a:gd name="connsiteY1" fmla="*/ 0 h 5476"/>
              </a:gdLst>
              <a:ahLst/>
              <a:cxnLst>
                <a:cxn ang="0">
                  <a:pos x="connsiteX0" y="connsiteY0"/>
                </a:cxn>
                <a:cxn ang="0">
                  <a:pos x="connsiteX1" y="connsiteY1"/>
                </a:cxn>
              </a:cxnLst>
              <a:rect l="l" t="t" r="r" b="b"/>
              <a:pathLst>
                <a:path w="21111" h="5476">
                  <a:moveTo>
                    <a:pt x="0" y="5476"/>
                  </a:moveTo>
                  <a:cubicBezTo>
                    <a:pt x="8810" y="1270"/>
                    <a:pt x="21111" y="0"/>
                    <a:pt x="21111" y="0"/>
                  </a:cubicBezTo>
                </a:path>
              </a:pathLst>
            </a:custGeom>
            <a:noFill/>
            <a:ln w="4498" cap="flat">
              <a:solidFill>
                <a:srgbClr val="644132"/>
              </a:solidFill>
              <a:prstDash val="solid"/>
              <a:miter/>
            </a:ln>
          </p:spPr>
          <p:txBody>
            <a:bodyPr rtlCol="0" anchor="ctr"/>
            <a:lstStyle/>
            <a:p>
              <a:endParaRPr lang="en-US"/>
            </a:p>
          </p:txBody>
        </p:sp>
        <p:sp>
          <p:nvSpPr>
            <p:cNvPr id="104" name="Freihandform: Form 103">
              <a:extLst>
                <a:ext uri="{FF2B5EF4-FFF2-40B4-BE49-F238E27FC236}">
                  <a16:creationId xmlns:a16="http://schemas.microsoft.com/office/drawing/2014/main" id="{27B44A90-19BA-BDFA-6158-E7C9FAB0F723}"/>
                </a:ext>
              </a:extLst>
            </p:cNvPr>
            <p:cNvSpPr/>
            <p:nvPr/>
          </p:nvSpPr>
          <p:spPr>
            <a:xfrm>
              <a:off x="4694836" y="5680377"/>
              <a:ext cx="21111" cy="5476"/>
            </a:xfrm>
            <a:custGeom>
              <a:avLst/>
              <a:gdLst>
                <a:gd name="connsiteX0" fmla="*/ 0 w 21111"/>
                <a:gd name="connsiteY0" fmla="*/ 5476 h 5476"/>
                <a:gd name="connsiteX1" fmla="*/ 21111 w 21111"/>
                <a:gd name="connsiteY1" fmla="*/ 0 h 5476"/>
              </a:gdLst>
              <a:ahLst/>
              <a:cxnLst>
                <a:cxn ang="0">
                  <a:pos x="connsiteX0" y="connsiteY0"/>
                </a:cxn>
                <a:cxn ang="0">
                  <a:pos x="connsiteX1" y="connsiteY1"/>
                </a:cxn>
              </a:cxnLst>
              <a:rect l="l" t="t" r="r" b="b"/>
              <a:pathLst>
                <a:path w="21111" h="5476">
                  <a:moveTo>
                    <a:pt x="0" y="5476"/>
                  </a:moveTo>
                  <a:cubicBezTo>
                    <a:pt x="8810" y="1270"/>
                    <a:pt x="21111" y="0"/>
                    <a:pt x="21111" y="0"/>
                  </a:cubicBezTo>
                </a:path>
              </a:pathLst>
            </a:custGeom>
            <a:noFill/>
            <a:ln w="4498" cap="flat">
              <a:solidFill>
                <a:srgbClr val="644132"/>
              </a:solidFill>
              <a:prstDash val="solid"/>
              <a:miter/>
            </a:ln>
          </p:spPr>
          <p:txBody>
            <a:bodyPr rtlCol="0" anchor="ctr"/>
            <a:lstStyle/>
            <a:p>
              <a:endParaRPr lang="en-US"/>
            </a:p>
          </p:txBody>
        </p:sp>
        <p:sp>
          <p:nvSpPr>
            <p:cNvPr id="105" name="Freihandform: Form 104">
              <a:extLst>
                <a:ext uri="{FF2B5EF4-FFF2-40B4-BE49-F238E27FC236}">
                  <a16:creationId xmlns:a16="http://schemas.microsoft.com/office/drawing/2014/main" id="{9094EB4F-DB89-8268-F71B-B6642EA28005}"/>
                </a:ext>
              </a:extLst>
            </p:cNvPr>
            <p:cNvSpPr/>
            <p:nvPr/>
          </p:nvSpPr>
          <p:spPr>
            <a:xfrm>
              <a:off x="3745555" y="4536652"/>
              <a:ext cx="404601" cy="449458"/>
            </a:xfrm>
            <a:custGeom>
              <a:avLst/>
              <a:gdLst>
                <a:gd name="connsiteX0" fmla="*/ 404601 w 404601"/>
                <a:gd name="connsiteY0" fmla="*/ 228888 h 449458"/>
                <a:gd name="connsiteX1" fmla="*/ 390157 w 404601"/>
                <a:gd name="connsiteY1" fmla="*/ 273808 h 449458"/>
                <a:gd name="connsiteX2" fmla="*/ 635 w 404601"/>
                <a:gd name="connsiteY2" fmla="*/ 424522 h 449458"/>
                <a:gd name="connsiteX3" fmla="*/ 0 w 404601"/>
                <a:gd name="connsiteY3" fmla="*/ 424125 h 449458"/>
                <a:gd name="connsiteX4" fmla="*/ 120158 w 404601"/>
                <a:gd name="connsiteY4" fmla="*/ 154444 h 449458"/>
                <a:gd name="connsiteX5" fmla="*/ 188412 w 404601"/>
                <a:gd name="connsiteY5" fmla="*/ 0 h 449458"/>
                <a:gd name="connsiteX6" fmla="*/ 404601 w 404601"/>
                <a:gd name="connsiteY6" fmla="*/ 228888 h 449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4601" h="449458">
                  <a:moveTo>
                    <a:pt x="404601" y="228888"/>
                  </a:moveTo>
                  <a:cubicBezTo>
                    <a:pt x="400950" y="254999"/>
                    <a:pt x="401268" y="248650"/>
                    <a:pt x="390157" y="273808"/>
                  </a:cubicBezTo>
                  <a:cubicBezTo>
                    <a:pt x="324681" y="421982"/>
                    <a:pt x="148809" y="489997"/>
                    <a:pt x="635" y="424522"/>
                  </a:cubicBezTo>
                  <a:lnTo>
                    <a:pt x="0" y="424125"/>
                  </a:lnTo>
                  <a:lnTo>
                    <a:pt x="120158" y="154444"/>
                  </a:lnTo>
                  <a:lnTo>
                    <a:pt x="188412" y="0"/>
                  </a:lnTo>
                  <a:cubicBezTo>
                    <a:pt x="237142" y="49365"/>
                    <a:pt x="344998" y="168650"/>
                    <a:pt x="404601" y="228888"/>
                  </a:cubicBezTo>
                  <a:close/>
                </a:path>
              </a:pathLst>
            </a:custGeom>
            <a:solidFill>
              <a:srgbClr val="FF9000"/>
            </a:solidFill>
            <a:ln w="7932" cap="flat">
              <a:noFill/>
              <a:prstDash val="solid"/>
              <a:miter/>
            </a:ln>
          </p:spPr>
          <p:txBody>
            <a:bodyPr rtlCol="0" anchor="ctr"/>
            <a:lstStyle/>
            <a:p>
              <a:endParaRPr lang="en-US"/>
            </a:p>
          </p:txBody>
        </p:sp>
        <p:sp>
          <p:nvSpPr>
            <p:cNvPr id="106" name="Freihandform: Form 105">
              <a:extLst>
                <a:ext uri="{FF2B5EF4-FFF2-40B4-BE49-F238E27FC236}">
                  <a16:creationId xmlns:a16="http://schemas.microsoft.com/office/drawing/2014/main" id="{7308F8AA-4283-B45C-3C01-A3ADDB31C6FD}"/>
                </a:ext>
              </a:extLst>
            </p:cNvPr>
            <p:cNvSpPr/>
            <p:nvPr/>
          </p:nvSpPr>
          <p:spPr>
            <a:xfrm>
              <a:off x="3582162" y="4962285"/>
              <a:ext cx="550296" cy="443737"/>
            </a:xfrm>
            <a:custGeom>
              <a:avLst/>
              <a:gdLst>
                <a:gd name="connsiteX0" fmla="*/ 550296 w 550296"/>
                <a:gd name="connsiteY0" fmla="*/ 296903 h 443737"/>
                <a:gd name="connsiteX1" fmla="*/ 165219 w 550296"/>
                <a:gd name="connsiteY1" fmla="*/ 414046 h 443737"/>
                <a:gd name="connsiteX2" fmla="*/ 124108 w 550296"/>
                <a:gd name="connsiteY2" fmla="*/ 310316 h 443737"/>
                <a:gd name="connsiteX3" fmla="*/ 110537 w 550296"/>
                <a:gd name="connsiteY3" fmla="*/ 379363 h 443737"/>
                <a:gd name="connsiteX4" fmla="*/ 39426 w 550296"/>
                <a:gd name="connsiteY4" fmla="*/ 794 h 443737"/>
                <a:gd name="connsiteX5" fmla="*/ 39823 w 550296"/>
                <a:gd name="connsiteY5" fmla="*/ 0 h 443737"/>
                <a:gd name="connsiteX6" fmla="*/ 294901 w 550296"/>
                <a:gd name="connsiteY6" fmla="*/ 148888 h 443737"/>
                <a:gd name="connsiteX7" fmla="*/ 550296 w 550296"/>
                <a:gd name="connsiteY7" fmla="*/ 296903 h 44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0296" h="443737">
                  <a:moveTo>
                    <a:pt x="550296" y="296903"/>
                  </a:moveTo>
                  <a:cubicBezTo>
                    <a:pt x="472678" y="431030"/>
                    <a:pt x="302441" y="481267"/>
                    <a:pt x="165219" y="414046"/>
                  </a:cubicBezTo>
                  <a:cubicBezTo>
                    <a:pt x="153314" y="383014"/>
                    <a:pt x="138632" y="346824"/>
                    <a:pt x="124108" y="310316"/>
                  </a:cubicBezTo>
                  <a:cubicBezTo>
                    <a:pt x="119664" y="333649"/>
                    <a:pt x="115140" y="356665"/>
                    <a:pt x="110537" y="379363"/>
                  </a:cubicBezTo>
                  <a:cubicBezTo>
                    <a:pt x="-1129" y="289999"/>
                    <a:pt x="-34383" y="127936"/>
                    <a:pt x="39426" y="794"/>
                  </a:cubicBezTo>
                  <a:cubicBezTo>
                    <a:pt x="39585" y="556"/>
                    <a:pt x="39664" y="238"/>
                    <a:pt x="39823" y="0"/>
                  </a:cubicBezTo>
                  <a:lnTo>
                    <a:pt x="294901" y="148888"/>
                  </a:lnTo>
                  <a:lnTo>
                    <a:pt x="550296" y="296903"/>
                  </a:lnTo>
                  <a:close/>
                </a:path>
              </a:pathLst>
            </a:custGeom>
            <a:solidFill>
              <a:srgbClr val="FF9000"/>
            </a:solidFill>
            <a:ln w="7932" cap="flat">
              <a:noFill/>
              <a:prstDash val="solid"/>
              <a:miter/>
            </a:ln>
          </p:spPr>
          <p:txBody>
            <a:bodyPr rtlCol="0" anchor="ctr"/>
            <a:lstStyle/>
            <a:p>
              <a:endParaRPr lang="en-US"/>
            </a:p>
          </p:txBody>
        </p:sp>
        <p:sp>
          <p:nvSpPr>
            <p:cNvPr id="107" name="Freihandform: Form 106">
              <a:extLst>
                <a:ext uri="{FF2B5EF4-FFF2-40B4-BE49-F238E27FC236}">
                  <a16:creationId xmlns:a16="http://schemas.microsoft.com/office/drawing/2014/main" id="{E30E7B64-9675-4598-B2C4-5274D4BDB085}"/>
                </a:ext>
              </a:extLst>
            </p:cNvPr>
            <p:cNvSpPr/>
            <p:nvPr/>
          </p:nvSpPr>
          <p:spPr>
            <a:xfrm>
              <a:off x="3642778" y="5556568"/>
              <a:ext cx="472695" cy="295315"/>
            </a:xfrm>
            <a:custGeom>
              <a:avLst/>
              <a:gdLst>
                <a:gd name="connsiteX0" fmla="*/ 472696 w 472695"/>
                <a:gd name="connsiteY0" fmla="*/ 79 h 295315"/>
                <a:gd name="connsiteX1" fmla="*/ 177459 w 472695"/>
                <a:gd name="connsiteY1" fmla="*/ 295316 h 295315"/>
                <a:gd name="connsiteX2" fmla="*/ 0 w 472695"/>
                <a:gd name="connsiteY2" fmla="*/ 235475 h 295315"/>
                <a:gd name="connsiteX3" fmla="*/ 238 w 472695"/>
                <a:gd name="connsiteY3" fmla="*/ 234840 h 295315"/>
                <a:gd name="connsiteX4" fmla="*/ 152221 w 472695"/>
                <a:gd name="connsiteY4" fmla="*/ 0 h 295315"/>
                <a:gd name="connsiteX5" fmla="*/ 177380 w 472695"/>
                <a:gd name="connsiteY5" fmla="*/ 159 h 295315"/>
                <a:gd name="connsiteX6" fmla="*/ 472696 w 472695"/>
                <a:gd name="connsiteY6" fmla="*/ 159 h 2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695" h="295315">
                  <a:moveTo>
                    <a:pt x="472696" y="79"/>
                  </a:moveTo>
                  <a:cubicBezTo>
                    <a:pt x="472696" y="162142"/>
                    <a:pt x="339522" y="295316"/>
                    <a:pt x="177459" y="295316"/>
                  </a:cubicBezTo>
                  <a:cubicBezTo>
                    <a:pt x="111031" y="295316"/>
                    <a:pt x="49603" y="273014"/>
                    <a:pt x="0" y="235475"/>
                  </a:cubicBezTo>
                  <a:cubicBezTo>
                    <a:pt x="0" y="235237"/>
                    <a:pt x="159" y="235078"/>
                    <a:pt x="238" y="234840"/>
                  </a:cubicBezTo>
                  <a:cubicBezTo>
                    <a:pt x="57222" y="122539"/>
                    <a:pt x="130079" y="27936"/>
                    <a:pt x="152221" y="0"/>
                  </a:cubicBezTo>
                  <a:lnTo>
                    <a:pt x="177380" y="159"/>
                  </a:lnTo>
                  <a:lnTo>
                    <a:pt x="472696" y="159"/>
                  </a:lnTo>
                  <a:close/>
                </a:path>
              </a:pathLst>
            </a:custGeom>
            <a:solidFill>
              <a:srgbClr val="FF9000"/>
            </a:solidFill>
            <a:ln w="7932" cap="flat">
              <a:noFill/>
              <a:prstDash val="solid"/>
              <a:miter/>
            </a:ln>
          </p:spPr>
          <p:txBody>
            <a:bodyPr rtlCol="0" anchor="ctr"/>
            <a:lstStyle/>
            <a:p>
              <a:endParaRPr lang="en-US"/>
            </a:p>
          </p:txBody>
        </p:sp>
        <p:sp>
          <p:nvSpPr>
            <p:cNvPr id="108" name="Freihandform: Form 107">
              <a:extLst>
                <a:ext uri="{FF2B5EF4-FFF2-40B4-BE49-F238E27FC236}">
                  <a16:creationId xmlns:a16="http://schemas.microsoft.com/office/drawing/2014/main" id="{23A94960-D902-CB94-6698-7120EA5BEF5A}"/>
                </a:ext>
              </a:extLst>
            </p:cNvPr>
            <p:cNvSpPr/>
            <p:nvPr/>
          </p:nvSpPr>
          <p:spPr>
            <a:xfrm>
              <a:off x="3575556" y="5905931"/>
              <a:ext cx="193173" cy="129761"/>
            </a:xfrm>
            <a:custGeom>
              <a:avLst/>
              <a:gdLst>
                <a:gd name="connsiteX0" fmla="*/ 19206 w 193173"/>
                <a:gd name="connsiteY0" fmla="*/ 79 h 129761"/>
                <a:gd name="connsiteX1" fmla="*/ 19127 w 193173"/>
                <a:gd name="connsiteY1" fmla="*/ 0 h 129761"/>
                <a:gd name="connsiteX2" fmla="*/ 16746 w 193173"/>
                <a:gd name="connsiteY2" fmla="*/ 6667 h 129761"/>
                <a:gd name="connsiteX3" fmla="*/ 0 w 193173"/>
                <a:gd name="connsiteY3" fmla="*/ 129761 h 129761"/>
                <a:gd name="connsiteX4" fmla="*/ 193174 w 193173"/>
                <a:gd name="connsiteY4" fmla="*/ 129761 h 129761"/>
                <a:gd name="connsiteX5" fmla="*/ 19206 w 193173"/>
                <a:gd name="connsiteY5" fmla="*/ 79 h 129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3173" h="129761">
                  <a:moveTo>
                    <a:pt x="19206" y="79"/>
                  </a:moveTo>
                  <a:lnTo>
                    <a:pt x="19127" y="0"/>
                  </a:lnTo>
                  <a:cubicBezTo>
                    <a:pt x="18254" y="2381"/>
                    <a:pt x="17540" y="4286"/>
                    <a:pt x="16746" y="6667"/>
                  </a:cubicBezTo>
                  <a:cubicBezTo>
                    <a:pt x="8571" y="32301"/>
                    <a:pt x="3571" y="75714"/>
                    <a:pt x="0" y="129761"/>
                  </a:cubicBezTo>
                  <a:lnTo>
                    <a:pt x="193174" y="129761"/>
                  </a:lnTo>
                  <a:lnTo>
                    <a:pt x="19206" y="79"/>
                  </a:lnTo>
                  <a:close/>
                </a:path>
              </a:pathLst>
            </a:custGeom>
            <a:solidFill>
              <a:srgbClr val="FF9000"/>
            </a:solidFill>
            <a:ln w="7932" cap="flat">
              <a:noFill/>
              <a:prstDash val="solid"/>
              <a:miter/>
            </a:ln>
          </p:spPr>
          <p:txBody>
            <a:bodyPr rtlCol="0" anchor="ctr"/>
            <a:lstStyle/>
            <a:p>
              <a:endParaRPr lang="en-US"/>
            </a:p>
          </p:txBody>
        </p:sp>
        <p:sp>
          <p:nvSpPr>
            <p:cNvPr id="109" name="Freihandform: Form 108">
              <a:extLst>
                <a:ext uri="{FF2B5EF4-FFF2-40B4-BE49-F238E27FC236}">
                  <a16:creationId xmlns:a16="http://schemas.microsoft.com/office/drawing/2014/main" id="{1FC14804-FD59-6DB1-B5C6-39EB4D583627}"/>
                </a:ext>
              </a:extLst>
            </p:cNvPr>
            <p:cNvSpPr/>
            <p:nvPr/>
          </p:nvSpPr>
          <p:spPr>
            <a:xfrm>
              <a:off x="3575159" y="6035692"/>
              <a:ext cx="201665" cy="6031"/>
            </a:xfrm>
            <a:custGeom>
              <a:avLst/>
              <a:gdLst>
                <a:gd name="connsiteX0" fmla="*/ 201666 w 201665"/>
                <a:gd name="connsiteY0" fmla="*/ 6032 h 6031"/>
                <a:gd name="connsiteX1" fmla="*/ 193571 w 201665"/>
                <a:gd name="connsiteY1" fmla="*/ 0 h 6031"/>
                <a:gd name="connsiteX2" fmla="*/ 397 w 201665"/>
                <a:gd name="connsiteY2" fmla="*/ 0 h 6031"/>
                <a:gd name="connsiteX3" fmla="*/ 0 w 201665"/>
                <a:gd name="connsiteY3" fmla="*/ 6032 h 6031"/>
                <a:gd name="connsiteX4" fmla="*/ 201666 w 201665"/>
                <a:gd name="connsiteY4" fmla="*/ 6032 h 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665" h="6031">
                  <a:moveTo>
                    <a:pt x="201666" y="6032"/>
                  </a:moveTo>
                  <a:lnTo>
                    <a:pt x="193571" y="0"/>
                  </a:lnTo>
                  <a:lnTo>
                    <a:pt x="397" y="0"/>
                  </a:lnTo>
                  <a:cubicBezTo>
                    <a:pt x="238" y="2064"/>
                    <a:pt x="79" y="3968"/>
                    <a:pt x="0" y="6032"/>
                  </a:cubicBezTo>
                  <a:lnTo>
                    <a:pt x="201666" y="6032"/>
                  </a:lnTo>
                  <a:close/>
                </a:path>
              </a:pathLst>
            </a:custGeom>
            <a:solidFill>
              <a:srgbClr val="FFCD50"/>
            </a:solidFill>
            <a:ln w="7932" cap="flat">
              <a:noFill/>
              <a:prstDash val="solid"/>
              <a:miter/>
            </a:ln>
          </p:spPr>
          <p:txBody>
            <a:bodyPr rtlCol="0" anchor="ctr"/>
            <a:lstStyle/>
            <a:p>
              <a:endParaRPr lang="en-US"/>
            </a:p>
          </p:txBody>
        </p:sp>
        <p:sp>
          <p:nvSpPr>
            <p:cNvPr id="110" name="Freihandform: Form 109">
              <a:extLst>
                <a:ext uri="{FF2B5EF4-FFF2-40B4-BE49-F238E27FC236}">
                  <a16:creationId xmlns:a16="http://schemas.microsoft.com/office/drawing/2014/main" id="{3C05BFB0-CDEF-A3F2-4A11-5CAF3B318DFB}"/>
                </a:ext>
              </a:extLst>
            </p:cNvPr>
            <p:cNvSpPr/>
            <p:nvPr/>
          </p:nvSpPr>
          <p:spPr>
            <a:xfrm>
              <a:off x="4183153" y="5686249"/>
              <a:ext cx="275176" cy="349442"/>
            </a:xfrm>
            <a:custGeom>
              <a:avLst/>
              <a:gdLst>
                <a:gd name="connsiteX0" fmla="*/ 275176 w 275176"/>
                <a:gd name="connsiteY0" fmla="*/ 318729 h 349442"/>
                <a:gd name="connsiteX1" fmla="*/ 273986 w 275176"/>
                <a:gd name="connsiteY1" fmla="*/ 310078 h 349442"/>
                <a:gd name="connsiteX2" fmla="*/ 264621 w 275176"/>
                <a:gd name="connsiteY2" fmla="*/ 247856 h 349442"/>
                <a:gd name="connsiteX3" fmla="*/ 237557 w 275176"/>
                <a:gd name="connsiteY3" fmla="*/ 103571 h 349442"/>
                <a:gd name="connsiteX4" fmla="*/ 218113 w 275176"/>
                <a:gd name="connsiteY4" fmla="*/ 19206 h 349442"/>
                <a:gd name="connsiteX5" fmla="*/ 216447 w 275176"/>
                <a:gd name="connsiteY5" fmla="*/ 12540 h 349442"/>
                <a:gd name="connsiteX6" fmla="*/ 213192 w 275176"/>
                <a:gd name="connsiteY6" fmla="*/ 0 h 349442"/>
                <a:gd name="connsiteX7" fmla="*/ 90415 w 275176"/>
                <a:gd name="connsiteY7" fmla="*/ 70079 h 349442"/>
                <a:gd name="connsiteX8" fmla="*/ 36447 w 275176"/>
                <a:gd name="connsiteY8" fmla="*/ 140237 h 349442"/>
                <a:gd name="connsiteX9" fmla="*/ 20257 w 275176"/>
                <a:gd name="connsiteY9" fmla="*/ 174523 h 349442"/>
                <a:gd name="connsiteX10" fmla="*/ 5257 w 275176"/>
                <a:gd name="connsiteY10" fmla="*/ 226031 h 349442"/>
                <a:gd name="connsiteX11" fmla="*/ 7876 w 275176"/>
                <a:gd name="connsiteY11" fmla="*/ 349443 h 349442"/>
                <a:gd name="connsiteX12" fmla="*/ 258192 w 275176"/>
                <a:gd name="connsiteY12" fmla="*/ 349443 h 349442"/>
                <a:gd name="connsiteX13" fmla="*/ 275176 w 275176"/>
                <a:gd name="connsiteY13" fmla="*/ 318729 h 349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176" h="349442">
                  <a:moveTo>
                    <a:pt x="275176" y="318729"/>
                  </a:moveTo>
                  <a:cubicBezTo>
                    <a:pt x="274779" y="315872"/>
                    <a:pt x="274383" y="312935"/>
                    <a:pt x="273986" y="310078"/>
                  </a:cubicBezTo>
                  <a:cubicBezTo>
                    <a:pt x="270970" y="288649"/>
                    <a:pt x="267875" y="267856"/>
                    <a:pt x="264621" y="247856"/>
                  </a:cubicBezTo>
                  <a:cubicBezTo>
                    <a:pt x="255811" y="193809"/>
                    <a:pt x="246446" y="145317"/>
                    <a:pt x="237557" y="103571"/>
                  </a:cubicBezTo>
                  <a:cubicBezTo>
                    <a:pt x="230653" y="71190"/>
                    <a:pt x="223986" y="42857"/>
                    <a:pt x="218113" y="19206"/>
                  </a:cubicBezTo>
                  <a:cubicBezTo>
                    <a:pt x="217478" y="16984"/>
                    <a:pt x="216923" y="14762"/>
                    <a:pt x="216447" y="12540"/>
                  </a:cubicBezTo>
                  <a:cubicBezTo>
                    <a:pt x="215335" y="8175"/>
                    <a:pt x="214224" y="3968"/>
                    <a:pt x="213192" y="0"/>
                  </a:cubicBezTo>
                  <a:cubicBezTo>
                    <a:pt x="167717" y="13016"/>
                    <a:pt x="125336" y="36825"/>
                    <a:pt x="90415" y="70079"/>
                  </a:cubicBezTo>
                  <a:cubicBezTo>
                    <a:pt x="69384" y="90158"/>
                    <a:pt x="51130" y="113571"/>
                    <a:pt x="36447" y="140237"/>
                  </a:cubicBezTo>
                  <a:cubicBezTo>
                    <a:pt x="30257" y="151428"/>
                    <a:pt x="24860" y="162856"/>
                    <a:pt x="20257" y="174523"/>
                  </a:cubicBezTo>
                  <a:cubicBezTo>
                    <a:pt x="13670" y="191428"/>
                    <a:pt x="8670" y="208650"/>
                    <a:pt x="5257" y="226031"/>
                  </a:cubicBezTo>
                  <a:cubicBezTo>
                    <a:pt x="-2679" y="267300"/>
                    <a:pt x="-1489" y="309284"/>
                    <a:pt x="7876" y="349443"/>
                  </a:cubicBezTo>
                  <a:lnTo>
                    <a:pt x="258192" y="349443"/>
                  </a:lnTo>
                  <a:lnTo>
                    <a:pt x="275176" y="318729"/>
                  </a:lnTo>
                  <a:close/>
                </a:path>
              </a:pathLst>
            </a:custGeom>
            <a:solidFill>
              <a:srgbClr val="FF9000"/>
            </a:solidFill>
            <a:ln w="7932" cap="flat">
              <a:noFill/>
              <a:prstDash val="solid"/>
              <a:miter/>
            </a:ln>
          </p:spPr>
          <p:txBody>
            <a:bodyPr rtlCol="0" anchor="ctr"/>
            <a:lstStyle/>
            <a:p>
              <a:endParaRPr lang="en-US"/>
            </a:p>
          </p:txBody>
        </p:sp>
        <p:sp>
          <p:nvSpPr>
            <p:cNvPr id="111" name="Freihandform: Form 110">
              <a:extLst>
                <a:ext uri="{FF2B5EF4-FFF2-40B4-BE49-F238E27FC236}">
                  <a16:creationId xmlns:a16="http://schemas.microsoft.com/office/drawing/2014/main" id="{5612AC07-5AD0-4D6B-878F-DFAFEEAE9F1B}"/>
                </a:ext>
              </a:extLst>
            </p:cNvPr>
            <p:cNvSpPr/>
            <p:nvPr/>
          </p:nvSpPr>
          <p:spPr>
            <a:xfrm>
              <a:off x="4191029" y="6035692"/>
              <a:ext cx="250315" cy="6031"/>
            </a:xfrm>
            <a:custGeom>
              <a:avLst/>
              <a:gdLst>
                <a:gd name="connsiteX0" fmla="*/ 246983 w 250315"/>
                <a:gd name="connsiteY0" fmla="*/ 6032 h 6031"/>
                <a:gd name="connsiteX1" fmla="*/ 250316 w 250315"/>
                <a:gd name="connsiteY1" fmla="*/ 0 h 6031"/>
                <a:gd name="connsiteX2" fmla="*/ 0 w 250315"/>
                <a:gd name="connsiteY2" fmla="*/ 0 h 6031"/>
                <a:gd name="connsiteX3" fmla="*/ 1349 w 250315"/>
                <a:gd name="connsiteY3" fmla="*/ 6032 h 6031"/>
                <a:gd name="connsiteX4" fmla="*/ 246983 w 250315"/>
                <a:gd name="connsiteY4" fmla="*/ 6032 h 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15" h="6031">
                  <a:moveTo>
                    <a:pt x="246983" y="6032"/>
                  </a:moveTo>
                  <a:lnTo>
                    <a:pt x="250316" y="0"/>
                  </a:lnTo>
                  <a:lnTo>
                    <a:pt x="0" y="0"/>
                  </a:lnTo>
                  <a:cubicBezTo>
                    <a:pt x="476" y="1984"/>
                    <a:pt x="873" y="4048"/>
                    <a:pt x="1349" y="6032"/>
                  </a:cubicBezTo>
                  <a:lnTo>
                    <a:pt x="246983" y="6032"/>
                  </a:lnTo>
                  <a:close/>
                </a:path>
              </a:pathLst>
            </a:custGeom>
            <a:solidFill>
              <a:srgbClr val="FFCD50"/>
            </a:solidFill>
            <a:ln w="7932" cap="flat">
              <a:noFill/>
              <a:prstDash val="solid"/>
              <a:miter/>
            </a:ln>
          </p:spPr>
          <p:txBody>
            <a:bodyPr rtlCol="0" anchor="ctr"/>
            <a:lstStyle/>
            <a:p>
              <a:endParaRPr lang="en-US"/>
            </a:p>
          </p:txBody>
        </p:sp>
        <p:sp>
          <p:nvSpPr>
            <p:cNvPr id="112" name="Freihandform: Form 111">
              <a:extLst>
                <a:ext uri="{FF2B5EF4-FFF2-40B4-BE49-F238E27FC236}">
                  <a16:creationId xmlns:a16="http://schemas.microsoft.com/office/drawing/2014/main" id="{3D749738-48D4-8D99-5641-122D95E96497}"/>
                </a:ext>
              </a:extLst>
            </p:cNvPr>
            <p:cNvSpPr/>
            <p:nvPr/>
          </p:nvSpPr>
          <p:spPr>
            <a:xfrm>
              <a:off x="4213410" y="4849746"/>
              <a:ext cx="266858" cy="545155"/>
            </a:xfrm>
            <a:custGeom>
              <a:avLst/>
              <a:gdLst>
                <a:gd name="connsiteX0" fmla="*/ 200555 w 266858"/>
                <a:gd name="connsiteY0" fmla="*/ 363728 h 545155"/>
                <a:gd name="connsiteX1" fmla="*/ 186031 w 266858"/>
                <a:gd name="connsiteY1" fmla="*/ 545156 h 545155"/>
                <a:gd name="connsiteX2" fmla="*/ 0 w 266858"/>
                <a:gd name="connsiteY2" fmla="*/ 271189 h 545155"/>
                <a:gd name="connsiteX3" fmla="*/ 178888 w 266858"/>
                <a:gd name="connsiteY3" fmla="*/ 0 h 545155"/>
                <a:gd name="connsiteX4" fmla="*/ 226745 w 266858"/>
                <a:gd name="connsiteY4" fmla="*/ 77063 h 545155"/>
                <a:gd name="connsiteX5" fmla="*/ 200555 w 266858"/>
                <a:gd name="connsiteY5" fmla="*/ 363728 h 54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858" h="545155">
                  <a:moveTo>
                    <a:pt x="200555" y="363728"/>
                  </a:moveTo>
                  <a:cubicBezTo>
                    <a:pt x="183174" y="393490"/>
                    <a:pt x="184761" y="471347"/>
                    <a:pt x="186031" y="545156"/>
                  </a:cubicBezTo>
                  <a:cubicBezTo>
                    <a:pt x="77460" y="501426"/>
                    <a:pt x="0" y="394601"/>
                    <a:pt x="0" y="271189"/>
                  </a:cubicBezTo>
                  <a:cubicBezTo>
                    <a:pt x="0" y="150396"/>
                    <a:pt x="74127" y="45476"/>
                    <a:pt x="178888" y="0"/>
                  </a:cubicBezTo>
                  <a:cubicBezTo>
                    <a:pt x="191904" y="22698"/>
                    <a:pt x="207697" y="48254"/>
                    <a:pt x="226745" y="77063"/>
                  </a:cubicBezTo>
                  <a:cubicBezTo>
                    <a:pt x="260475" y="127936"/>
                    <a:pt x="307935" y="179285"/>
                    <a:pt x="200555" y="363728"/>
                  </a:cubicBezTo>
                  <a:close/>
                </a:path>
              </a:pathLst>
            </a:custGeom>
            <a:solidFill>
              <a:srgbClr val="FF9000"/>
            </a:solidFill>
            <a:ln w="7932" cap="flat">
              <a:noFill/>
              <a:prstDash val="solid"/>
              <a:miter/>
            </a:ln>
          </p:spPr>
          <p:txBody>
            <a:bodyPr rtlCol="0" anchor="ctr"/>
            <a:lstStyle/>
            <a:p>
              <a:endParaRPr lang="en-US"/>
            </a:p>
          </p:txBody>
        </p:sp>
        <p:sp>
          <p:nvSpPr>
            <p:cNvPr id="113" name="Freihandform: Form 112">
              <a:extLst>
                <a:ext uri="{FF2B5EF4-FFF2-40B4-BE49-F238E27FC236}">
                  <a16:creationId xmlns:a16="http://schemas.microsoft.com/office/drawing/2014/main" id="{5422193D-BD40-CCA9-F2D3-1B5A64F70CB9}"/>
                </a:ext>
              </a:extLst>
            </p:cNvPr>
            <p:cNvSpPr/>
            <p:nvPr/>
          </p:nvSpPr>
          <p:spPr>
            <a:xfrm>
              <a:off x="3344484" y="5223077"/>
              <a:ext cx="192818" cy="445791"/>
            </a:xfrm>
            <a:custGeom>
              <a:avLst/>
              <a:gdLst>
                <a:gd name="connsiteX0" fmla="*/ 192818 w 192818"/>
                <a:gd name="connsiteY0" fmla="*/ 169126 h 445791"/>
                <a:gd name="connsiteX1" fmla="*/ 121 w 192818"/>
                <a:gd name="connsiteY1" fmla="*/ 445791 h 445791"/>
                <a:gd name="connsiteX2" fmla="*/ 74882 w 192818"/>
                <a:gd name="connsiteY2" fmla="*/ 250634 h 445791"/>
                <a:gd name="connsiteX3" fmla="*/ 138771 w 192818"/>
                <a:gd name="connsiteY3" fmla="*/ 0 h 445791"/>
                <a:gd name="connsiteX4" fmla="*/ 192818 w 192818"/>
                <a:gd name="connsiteY4" fmla="*/ 169126 h 44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818" h="445791">
                  <a:moveTo>
                    <a:pt x="192818" y="169126"/>
                  </a:moveTo>
                  <a:cubicBezTo>
                    <a:pt x="192818" y="295157"/>
                    <a:pt x="112183" y="403808"/>
                    <a:pt x="121" y="445791"/>
                  </a:cubicBezTo>
                  <a:cubicBezTo>
                    <a:pt x="-3292" y="373490"/>
                    <a:pt x="66787" y="273888"/>
                    <a:pt x="74882" y="250634"/>
                  </a:cubicBezTo>
                  <a:cubicBezTo>
                    <a:pt x="107660" y="156428"/>
                    <a:pt x="126548" y="73889"/>
                    <a:pt x="138771" y="0"/>
                  </a:cubicBezTo>
                  <a:cubicBezTo>
                    <a:pt x="172897" y="48095"/>
                    <a:pt x="192818" y="106428"/>
                    <a:pt x="192818" y="169126"/>
                  </a:cubicBezTo>
                  <a:close/>
                </a:path>
              </a:pathLst>
            </a:custGeom>
            <a:solidFill>
              <a:srgbClr val="FF9000"/>
            </a:solidFill>
            <a:ln w="7932" cap="flat">
              <a:noFill/>
              <a:prstDash val="solid"/>
              <a:miter/>
            </a:ln>
          </p:spPr>
          <p:txBody>
            <a:bodyPr rtlCol="0" anchor="ctr"/>
            <a:lstStyle/>
            <a:p>
              <a:endParaRPr lang="en-US"/>
            </a:p>
          </p:txBody>
        </p:sp>
        <p:sp>
          <p:nvSpPr>
            <p:cNvPr id="114" name="Freihandform: Form 113">
              <a:extLst>
                <a:ext uri="{FF2B5EF4-FFF2-40B4-BE49-F238E27FC236}">
                  <a16:creationId xmlns:a16="http://schemas.microsoft.com/office/drawing/2014/main" id="{3F793C97-79D4-6A7E-1C49-542A3CCD255E}"/>
                </a:ext>
              </a:extLst>
            </p:cNvPr>
            <p:cNvSpPr/>
            <p:nvPr/>
          </p:nvSpPr>
          <p:spPr>
            <a:xfrm>
              <a:off x="3955554" y="4576176"/>
              <a:ext cx="290832" cy="265871"/>
            </a:xfrm>
            <a:custGeom>
              <a:avLst/>
              <a:gdLst>
                <a:gd name="connsiteX0" fmla="*/ 0 w 290832"/>
                <a:gd name="connsiteY0" fmla="*/ 0 h 265871"/>
                <a:gd name="connsiteX1" fmla="*/ 264602 w 290832"/>
                <a:gd name="connsiteY1" fmla="*/ 265872 h 265871"/>
                <a:gd name="connsiteX2" fmla="*/ 290792 w 290832"/>
                <a:gd name="connsiteY2" fmla="*/ 96269 h 265871"/>
              </a:gdLst>
              <a:ahLst/>
              <a:cxnLst>
                <a:cxn ang="0">
                  <a:pos x="connsiteX0" y="connsiteY0"/>
                </a:cxn>
                <a:cxn ang="0">
                  <a:pos x="connsiteX1" y="connsiteY1"/>
                </a:cxn>
                <a:cxn ang="0">
                  <a:pos x="connsiteX2" y="connsiteY2"/>
                </a:cxn>
              </a:cxnLst>
              <a:rect l="l" t="t" r="r" b="b"/>
              <a:pathLst>
                <a:path w="290832" h="265871">
                  <a:moveTo>
                    <a:pt x="0" y="0"/>
                  </a:moveTo>
                  <a:cubicBezTo>
                    <a:pt x="0" y="0"/>
                    <a:pt x="201745" y="200316"/>
                    <a:pt x="264602" y="265872"/>
                  </a:cubicBezTo>
                  <a:cubicBezTo>
                    <a:pt x="293014" y="232380"/>
                    <a:pt x="290792" y="96269"/>
                    <a:pt x="290792" y="96269"/>
                  </a:cubicBezTo>
                </a:path>
              </a:pathLst>
            </a:custGeom>
            <a:noFill/>
            <a:ln w="9531" cap="sq">
              <a:solidFill>
                <a:srgbClr val="EC6602"/>
              </a:solidFill>
              <a:prstDash val="solid"/>
              <a:miter/>
            </a:ln>
          </p:spPr>
          <p:txBody>
            <a:bodyPr rtlCol="0" anchor="ctr"/>
            <a:lstStyle/>
            <a:p>
              <a:endParaRPr lang="en-US"/>
            </a:p>
          </p:txBody>
        </p:sp>
        <p:sp>
          <p:nvSpPr>
            <p:cNvPr id="115" name="Freihandform: Form 114">
              <a:extLst>
                <a:ext uri="{FF2B5EF4-FFF2-40B4-BE49-F238E27FC236}">
                  <a16:creationId xmlns:a16="http://schemas.microsoft.com/office/drawing/2014/main" id="{D75E8B25-A256-E4A1-2AFE-46A728273EFF}"/>
                </a:ext>
              </a:extLst>
            </p:cNvPr>
            <p:cNvSpPr/>
            <p:nvPr/>
          </p:nvSpPr>
          <p:spPr>
            <a:xfrm>
              <a:off x="3780257" y="5578739"/>
              <a:ext cx="548806" cy="67656"/>
            </a:xfrm>
            <a:custGeom>
              <a:avLst/>
              <a:gdLst>
                <a:gd name="connsiteX0" fmla="*/ 0 w 548806"/>
                <a:gd name="connsiteY0" fmla="*/ 0 h 67656"/>
                <a:gd name="connsiteX1" fmla="*/ 351903 w 548806"/>
                <a:gd name="connsiteY1" fmla="*/ 67222 h 67656"/>
                <a:gd name="connsiteX2" fmla="*/ 548807 w 548806"/>
                <a:gd name="connsiteY2" fmla="*/ 57777 h 67656"/>
              </a:gdLst>
              <a:ahLst/>
              <a:cxnLst>
                <a:cxn ang="0">
                  <a:pos x="connsiteX0" y="connsiteY0"/>
                </a:cxn>
                <a:cxn ang="0">
                  <a:pos x="connsiteX1" y="connsiteY1"/>
                </a:cxn>
                <a:cxn ang="0">
                  <a:pos x="connsiteX2" y="connsiteY2"/>
                </a:cxn>
              </a:cxnLst>
              <a:rect l="l" t="t" r="r" b="b"/>
              <a:pathLst>
                <a:path w="548806" h="67656">
                  <a:moveTo>
                    <a:pt x="0" y="0"/>
                  </a:moveTo>
                  <a:cubicBezTo>
                    <a:pt x="0" y="0"/>
                    <a:pt x="195951" y="73968"/>
                    <a:pt x="351903" y="67222"/>
                  </a:cubicBezTo>
                  <a:cubicBezTo>
                    <a:pt x="478569" y="61825"/>
                    <a:pt x="548807" y="57777"/>
                    <a:pt x="548807" y="57777"/>
                  </a:cubicBezTo>
                </a:path>
              </a:pathLst>
            </a:custGeom>
            <a:noFill/>
            <a:ln w="9531" cap="sq">
              <a:solidFill>
                <a:srgbClr val="FFFFFF"/>
              </a:solidFill>
              <a:prstDash val="solid"/>
              <a:miter/>
            </a:ln>
          </p:spPr>
          <p:txBody>
            <a:bodyPr rtlCol="0" anchor="ctr"/>
            <a:lstStyle/>
            <a:p>
              <a:endParaRPr lang="en-US"/>
            </a:p>
          </p:txBody>
        </p:sp>
      </p:grpSp>
      <p:grpSp>
        <p:nvGrpSpPr>
          <p:cNvPr id="120" name="Grafik 692">
            <a:extLst>
              <a:ext uri="{FF2B5EF4-FFF2-40B4-BE49-F238E27FC236}">
                <a16:creationId xmlns:a16="http://schemas.microsoft.com/office/drawing/2014/main" id="{4E17E750-BB95-6AC8-769E-86F0F5BECC20}"/>
              </a:ext>
            </a:extLst>
          </p:cNvPr>
          <p:cNvGrpSpPr>
            <a:grpSpLocks/>
          </p:cNvGrpSpPr>
          <p:nvPr/>
        </p:nvGrpSpPr>
        <p:grpSpPr>
          <a:xfrm>
            <a:off x="7909588" y="4298767"/>
            <a:ext cx="1880658" cy="1906770"/>
            <a:chOff x="9453263" y="4037941"/>
            <a:chExt cx="2129973" cy="2159547"/>
          </a:xfrm>
        </p:grpSpPr>
        <p:sp>
          <p:nvSpPr>
            <p:cNvPr id="121" name="Freihandform: Form 120">
              <a:extLst>
                <a:ext uri="{FF2B5EF4-FFF2-40B4-BE49-F238E27FC236}">
                  <a16:creationId xmlns:a16="http://schemas.microsoft.com/office/drawing/2014/main" id="{4CB568D9-9BFF-C60C-D2F2-E642A15F029C}"/>
                </a:ext>
              </a:extLst>
            </p:cNvPr>
            <p:cNvSpPr/>
            <p:nvPr/>
          </p:nvSpPr>
          <p:spPr>
            <a:xfrm>
              <a:off x="9453263" y="5073015"/>
              <a:ext cx="368116" cy="1124473"/>
            </a:xfrm>
            <a:custGeom>
              <a:avLst/>
              <a:gdLst>
                <a:gd name="connsiteX0" fmla="*/ 365754 w 368116"/>
                <a:gd name="connsiteY0" fmla="*/ 307214 h 1124473"/>
                <a:gd name="connsiteX1" fmla="*/ 350100 w 368116"/>
                <a:gd name="connsiteY1" fmla="*/ 611820 h 1124473"/>
                <a:gd name="connsiteX2" fmla="*/ 338121 w 368116"/>
                <a:gd name="connsiteY2" fmla="*/ 778818 h 1124473"/>
                <a:gd name="connsiteX3" fmla="*/ 331093 w 368116"/>
                <a:gd name="connsiteY3" fmla="*/ 866669 h 1124473"/>
                <a:gd name="connsiteX4" fmla="*/ 320630 w 368116"/>
                <a:gd name="connsiteY4" fmla="*/ 984390 h 1124473"/>
                <a:gd name="connsiteX5" fmla="*/ 307692 w 368116"/>
                <a:gd name="connsiteY5" fmla="*/ 1120081 h 1124473"/>
                <a:gd name="connsiteX6" fmla="*/ 307692 w 368116"/>
                <a:gd name="connsiteY6" fmla="*/ 1120321 h 1124473"/>
                <a:gd name="connsiteX7" fmla="*/ 307213 w 368116"/>
                <a:gd name="connsiteY7" fmla="*/ 1124474 h 1124473"/>
                <a:gd name="connsiteX8" fmla="*/ 4364 w 368116"/>
                <a:gd name="connsiteY8" fmla="*/ 1124474 h 1124473"/>
                <a:gd name="connsiteX9" fmla="*/ 52204 w 368116"/>
                <a:gd name="connsiteY9" fmla="*/ 517419 h 1124473"/>
                <a:gd name="connsiteX10" fmla="*/ 201552 w 368116"/>
                <a:gd name="connsiteY10" fmla="*/ 112902 h 1124473"/>
                <a:gd name="connsiteX11" fmla="*/ 271833 w 368116"/>
                <a:gd name="connsiteY11" fmla="*/ 32798 h 1124473"/>
                <a:gd name="connsiteX12" fmla="*/ 271833 w 368116"/>
                <a:gd name="connsiteY12" fmla="*/ 32638 h 1124473"/>
                <a:gd name="connsiteX13" fmla="*/ 342513 w 368116"/>
                <a:gd name="connsiteY13" fmla="*/ 53 h 1124473"/>
                <a:gd name="connsiteX14" fmla="*/ 348104 w 368116"/>
                <a:gd name="connsiteY14" fmla="*/ 1970 h 1124473"/>
                <a:gd name="connsiteX15" fmla="*/ 355212 w 368116"/>
                <a:gd name="connsiteY15" fmla="*/ 14668 h 1124473"/>
                <a:gd name="connsiteX16" fmla="*/ 355691 w 368116"/>
                <a:gd name="connsiteY16" fmla="*/ 15707 h 1124473"/>
                <a:gd name="connsiteX17" fmla="*/ 362799 w 368116"/>
                <a:gd name="connsiteY17" fmla="*/ 52844 h 1124473"/>
                <a:gd name="connsiteX18" fmla="*/ 363278 w 368116"/>
                <a:gd name="connsiteY18" fmla="*/ 59393 h 1124473"/>
                <a:gd name="connsiteX19" fmla="*/ 367910 w 368116"/>
                <a:gd name="connsiteY19" fmla="*/ 154672 h 1124473"/>
                <a:gd name="connsiteX20" fmla="*/ 365754 w 368116"/>
                <a:gd name="connsiteY20" fmla="*/ 307214 h 1124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8116" h="1124473">
                  <a:moveTo>
                    <a:pt x="365754" y="307214"/>
                  </a:moveTo>
                  <a:cubicBezTo>
                    <a:pt x="362959" y="398819"/>
                    <a:pt x="357288" y="503842"/>
                    <a:pt x="350100" y="611820"/>
                  </a:cubicBezTo>
                  <a:cubicBezTo>
                    <a:pt x="346586" y="667086"/>
                    <a:pt x="342353" y="723311"/>
                    <a:pt x="338121" y="778818"/>
                  </a:cubicBezTo>
                  <a:cubicBezTo>
                    <a:pt x="335805" y="808368"/>
                    <a:pt x="333329" y="837678"/>
                    <a:pt x="331093" y="866669"/>
                  </a:cubicBezTo>
                  <a:cubicBezTo>
                    <a:pt x="327499" y="906841"/>
                    <a:pt x="324224" y="946295"/>
                    <a:pt x="320630" y="984390"/>
                  </a:cubicBezTo>
                  <a:cubicBezTo>
                    <a:pt x="316318" y="1031990"/>
                    <a:pt x="311925" y="1077593"/>
                    <a:pt x="307692" y="1120081"/>
                  </a:cubicBezTo>
                  <a:lnTo>
                    <a:pt x="307692" y="1120321"/>
                  </a:lnTo>
                  <a:cubicBezTo>
                    <a:pt x="307532" y="1121678"/>
                    <a:pt x="307373" y="1123116"/>
                    <a:pt x="307213" y="1124474"/>
                  </a:cubicBezTo>
                  <a:lnTo>
                    <a:pt x="4364" y="1124474"/>
                  </a:lnTo>
                  <a:cubicBezTo>
                    <a:pt x="-10251" y="890070"/>
                    <a:pt x="13389" y="685216"/>
                    <a:pt x="52204" y="517419"/>
                  </a:cubicBezTo>
                  <a:cubicBezTo>
                    <a:pt x="93973" y="336844"/>
                    <a:pt x="153233" y="198917"/>
                    <a:pt x="201552" y="112902"/>
                  </a:cubicBezTo>
                  <a:cubicBezTo>
                    <a:pt x="212493" y="87585"/>
                    <a:pt x="240366" y="56039"/>
                    <a:pt x="271833" y="32798"/>
                  </a:cubicBezTo>
                  <a:lnTo>
                    <a:pt x="271833" y="32638"/>
                  </a:lnTo>
                  <a:cubicBezTo>
                    <a:pt x="295153" y="15547"/>
                    <a:pt x="320471" y="2689"/>
                    <a:pt x="342513" y="53"/>
                  </a:cubicBezTo>
                  <a:cubicBezTo>
                    <a:pt x="344430" y="-186"/>
                    <a:pt x="346347" y="373"/>
                    <a:pt x="348104" y="1970"/>
                  </a:cubicBezTo>
                  <a:cubicBezTo>
                    <a:pt x="350819" y="4286"/>
                    <a:pt x="353056" y="8439"/>
                    <a:pt x="355212" y="14668"/>
                  </a:cubicBezTo>
                  <a:cubicBezTo>
                    <a:pt x="355372" y="14988"/>
                    <a:pt x="355531" y="15387"/>
                    <a:pt x="355691" y="15707"/>
                  </a:cubicBezTo>
                  <a:cubicBezTo>
                    <a:pt x="358566" y="24652"/>
                    <a:pt x="360802" y="37190"/>
                    <a:pt x="362799" y="52844"/>
                  </a:cubicBezTo>
                  <a:cubicBezTo>
                    <a:pt x="362959" y="55000"/>
                    <a:pt x="363118" y="57077"/>
                    <a:pt x="363278" y="59393"/>
                  </a:cubicBezTo>
                  <a:cubicBezTo>
                    <a:pt x="365914" y="84550"/>
                    <a:pt x="367351" y="116816"/>
                    <a:pt x="367910" y="154672"/>
                  </a:cubicBezTo>
                  <a:cubicBezTo>
                    <a:pt x="368549" y="198757"/>
                    <a:pt x="367671" y="250510"/>
                    <a:pt x="365754" y="307214"/>
                  </a:cubicBezTo>
                  <a:close/>
                </a:path>
              </a:pathLst>
            </a:custGeom>
            <a:solidFill>
              <a:schemeClr val="bg1">
                <a:lumMod val="95000"/>
              </a:schemeClr>
            </a:solidFill>
            <a:ln w="7981" cap="flat">
              <a:noFill/>
              <a:prstDash val="solid"/>
              <a:miter/>
            </a:ln>
          </p:spPr>
          <p:txBody>
            <a:bodyPr rtlCol="0" anchor="ctr"/>
            <a:lstStyle/>
            <a:p>
              <a:endParaRPr lang="en-US"/>
            </a:p>
          </p:txBody>
        </p:sp>
        <p:sp>
          <p:nvSpPr>
            <p:cNvPr id="122" name="Freihandform: Form 121">
              <a:extLst>
                <a:ext uri="{FF2B5EF4-FFF2-40B4-BE49-F238E27FC236}">
                  <a16:creationId xmlns:a16="http://schemas.microsoft.com/office/drawing/2014/main" id="{81F62B5E-3820-411E-8F83-AA78ADA381BE}"/>
                </a:ext>
              </a:extLst>
            </p:cNvPr>
            <p:cNvSpPr/>
            <p:nvPr/>
          </p:nvSpPr>
          <p:spPr>
            <a:xfrm>
              <a:off x="9665277" y="5108545"/>
              <a:ext cx="1003504" cy="1080574"/>
            </a:xfrm>
            <a:custGeom>
              <a:avLst/>
              <a:gdLst>
                <a:gd name="connsiteX0" fmla="*/ 1003505 w 1003504"/>
                <a:gd name="connsiteY0" fmla="*/ 1080575 h 1080574"/>
                <a:gd name="connsiteX1" fmla="*/ 0 w 1003504"/>
                <a:gd name="connsiteY1" fmla="*/ 1080575 h 1080574"/>
                <a:gd name="connsiteX2" fmla="*/ 9504 w 1003504"/>
                <a:gd name="connsiteY2" fmla="*/ 940491 h 1080574"/>
                <a:gd name="connsiteX3" fmla="*/ 23241 w 1003504"/>
                <a:gd name="connsiteY3" fmla="*/ 743464 h 1080574"/>
                <a:gd name="connsiteX4" fmla="*/ 28512 w 1003504"/>
                <a:gd name="connsiteY4" fmla="*/ 668711 h 1080574"/>
                <a:gd name="connsiteX5" fmla="*/ 38176 w 1003504"/>
                <a:gd name="connsiteY5" fmla="*/ 534298 h 1080574"/>
                <a:gd name="connsiteX6" fmla="*/ 68684 w 1003504"/>
                <a:gd name="connsiteY6" fmla="*/ 147591 h 1080574"/>
                <a:gd name="connsiteX7" fmla="*/ 83619 w 1003504"/>
                <a:gd name="connsiteY7" fmla="*/ 9823 h 1080574"/>
                <a:gd name="connsiteX8" fmla="*/ 135930 w 1003504"/>
                <a:gd name="connsiteY8" fmla="*/ 9105 h 1080574"/>
                <a:gd name="connsiteX9" fmla="*/ 140882 w 1003504"/>
                <a:gd name="connsiteY9" fmla="*/ 9105 h 1080574"/>
                <a:gd name="connsiteX10" fmla="*/ 150785 w 1003504"/>
                <a:gd name="connsiteY10" fmla="*/ 8945 h 1080574"/>
                <a:gd name="connsiteX11" fmla="*/ 346934 w 1003504"/>
                <a:gd name="connsiteY11" fmla="*/ 6469 h 1080574"/>
                <a:gd name="connsiteX12" fmla="*/ 355240 w 1003504"/>
                <a:gd name="connsiteY12" fmla="*/ 6469 h 1080574"/>
                <a:gd name="connsiteX13" fmla="*/ 559455 w 1003504"/>
                <a:gd name="connsiteY13" fmla="*/ 3834 h 1080574"/>
                <a:gd name="connsiteX14" fmla="*/ 559535 w 1003504"/>
                <a:gd name="connsiteY14" fmla="*/ 3834 h 1080574"/>
                <a:gd name="connsiteX15" fmla="*/ 579182 w 1003504"/>
                <a:gd name="connsiteY15" fmla="*/ 3674 h 1080574"/>
                <a:gd name="connsiteX16" fmla="*/ 645789 w 1003504"/>
                <a:gd name="connsiteY16" fmla="*/ 2795 h 1080574"/>
                <a:gd name="connsiteX17" fmla="*/ 645949 w 1003504"/>
                <a:gd name="connsiteY17" fmla="*/ 2795 h 1080574"/>
                <a:gd name="connsiteX18" fmla="*/ 684284 w 1003504"/>
                <a:gd name="connsiteY18" fmla="*/ 2316 h 1080574"/>
                <a:gd name="connsiteX19" fmla="*/ 684364 w 1003504"/>
                <a:gd name="connsiteY19" fmla="*/ 2316 h 1080574"/>
                <a:gd name="connsiteX20" fmla="*/ 740829 w 1003504"/>
                <a:gd name="connsiteY20" fmla="*/ 1597 h 1080574"/>
                <a:gd name="connsiteX21" fmla="*/ 740908 w 1003504"/>
                <a:gd name="connsiteY21" fmla="*/ 1597 h 1080574"/>
                <a:gd name="connsiteX22" fmla="*/ 827003 w 1003504"/>
                <a:gd name="connsiteY22" fmla="*/ 479 h 1080574"/>
                <a:gd name="connsiteX23" fmla="*/ 827083 w 1003504"/>
                <a:gd name="connsiteY23" fmla="*/ 479 h 1080574"/>
                <a:gd name="connsiteX24" fmla="*/ 835628 w 1003504"/>
                <a:gd name="connsiteY24" fmla="*/ 320 h 1080574"/>
                <a:gd name="connsiteX25" fmla="*/ 869092 w 1003504"/>
                <a:gd name="connsiteY25" fmla="*/ 0 h 1080574"/>
                <a:gd name="connsiteX26" fmla="*/ 890576 w 1003504"/>
                <a:gd name="connsiteY26" fmla="*/ 172269 h 1080574"/>
                <a:gd name="connsiteX27" fmla="*/ 949596 w 1003504"/>
                <a:gd name="connsiteY27" fmla="*/ 647706 h 1080574"/>
                <a:gd name="connsiteX28" fmla="*/ 953829 w 1003504"/>
                <a:gd name="connsiteY28" fmla="*/ 681249 h 1080574"/>
                <a:gd name="connsiteX29" fmla="*/ 953829 w 1003504"/>
                <a:gd name="connsiteY29" fmla="*/ 681329 h 1080574"/>
                <a:gd name="connsiteX30" fmla="*/ 968604 w 1003504"/>
                <a:gd name="connsiteY30" fmla="*/ 801127 h 1080574"/>
                <a:gd name="connsiteX31" fmla="*/ 968604 w 1003504"/>
                <a:gd name="connsiteY31" fmla="*/ 801287 h 1080574"/>
                <a:gd name="connsiteX32" fmla="*/ 1003505 w 1003504"/>
                <a:gd name="connsiteY32" fmla="*/ 1080575 h 1080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03504" h="1080574">
                  <a:moveTo>
                    <a:pt x="1003505" y="1080575"/>
                  </a:moveTo>
                  <a:lnTo>
                    <a:pt x="0" y="1080575"/>
                  </a:lnTo>
                  <a:cubicBezTo>
                    <a:pt x="3195" y="1032975"/>
                    <a:pt x="6309" y="986174"/>
                    <a:pt x="9504" y="940491"/>
                  </a:cubicBezTo>
                  <a:cubicBezTo>
                    <a:pt x="14136" y="872367"/>
                    <a:pt x="18768" y="806478"/>
                    <a:pt x="23241" y="743464"/>
                  </a:cubicBezTo>
                  <a:cubicBezTo>
                    <a:pt x="24998" y="718067"/>
                    <a:pt x="26755" y="693149"/>
                    <a:pt x="28512" y="668711"/>
                  </a:cubicBezTo>
                  <a:cubicBezTo>
                    <a:pt x="31866" y="621989"/>
                    <a:pt x="35221" y="577105"/>
                    <a:pt x="38176" y="534298"/>
                  </a:cubicBezTo>
                  <a:cubicBezTo>
                    <a:pt x="50155" y="372571"/>
                    <a:pt x="60697" y="239356"/>
                    <a:pt x="68684" y="147591"/>
                  </a:cubicBezTo>
                  <a:cubicBezTo>
                    <a:pt x="76031" y="63253"/>
                    <a:pt x="81143" y="13897"/>
                    <a:pt x="83619" y="9823"/>
                  </a:cubicBezTo>
                  <a:lnTo>
                    <a:pt x="135930" y="9105"/>
                  </a:lnTo>
                  <a:lnTo>
                    <a:pt x="140882" y="9105"/>
                  </a:lnTo>
                  <a:lnTo>
                    <a:pt x="150785" y="8945"/>
                  </a:lnTo>
                  <a:lnTo>
                    <a:pt x="346934" y="6469"/>
                  </a:lnTo>
                  <a:lnTo>
                    <a:pt x="355240" y="6469"/>
                  </a:lnTo>
                  <a:lnTo>
                    <a:pt x="559455" y="3834"/>
                  </a:lnTo>
                  <a:cubicBezTo>
                    <a:pt x="559455" y="3834"/>
                    <a:pt x="559455" y="3913"/>
                    <a:pt x="559535" y="3834"/>
                  </a:cubicBezTo>
                  <a:lnTo>
                    <a:pt x="579182" y="3674"/>
                  </a:lnTo>
                  <a:lnTo>
                    <a:pt x="645789" y="2795"/>
                  </a:lnTo>
                  <a:lnTo>
                    <a:pt x="645949" y="2795"/>
                  </a:lnTo>
                  <a:lnTo>
                    <a:pt x="684284" y="2316"/>
                  </a:lnTo>
                  <a:lnTo>
                    <a:pt x="684364" y="2316"/>
                  </a:lnTo>
                  <a:lnTo>
                    <a:pt x="740829" y="1597"/>
                  </a:lnTo>
                  <a:lnTo>
                    <a:pt x="740908" y="1597"/>
                  </a:lnTo>
                  <a:lnTo>
                    <a:pt x="827003" y="479"/>
                  </a:lnTo>
                  <a:lnTo>
                    <a:pt x="827083" y="479"/>
                  </a:lnTo>
                  <a:lnTo>
                    <a:pt x="835628" y="320"/>
                  </a:lnTo>
                  <a:lnTo>
                    <a:pt x="869092" y="0"/>
                  </a:lnTo>
                  <a:lnTo>
                    <a:pt x="890576" y="172269"/>
                  </a:lnTo>
                  <a:lnTo>
                    <a:pt x="949596" y="647706"/>
                  </a:lnTo>
                  <a:lnTo>
                    <a:pt x="953829" y="681249"/>
                  </a:lnTo>
                  <a:lnTo>
                    <a:pt x="953829" y="681329"/>
                  </a:lnTo>
                  <a:lnTo>
                    <a:pt x="968604" y="801127"/>
                  </a:lnTo>
                  <a:lnTo>
                    <a:pt x="968604" y="801287"/>
                  </a:lnTo>
                  <a:lnTo>
                    <a:pt x="1003505" y="1080575"/>
                  </a:lnTo>
                  <a:close/>
                </a:path>
              </a:pathLst>
            </a:custGeom>
            <a:solidFill>
              <a:srgbClr val="FF9000"/>
            </a:solidFill>
            <a:ln w="7981" cap="flat">
              <a:noFill/>
              <a:prstDash val="solid"/>
              <a:miter/>
            </a:ln>
          </p:spPr>
          <p:txBody>
            <a:bodyPr rtlCol="0" anchor="ctr"/>
            <a:lstStyle/>
            <a:p>
              <a:endParaRPr lang="en-US"/>
            </a:p>
          </p:txBody>
        </p:sp>
        <p:grpSp>
          <p:nvGrpSpPr>
            <p:cNvPr id="123" name="Grafik 692">
              <a:extLst>
                <a:ext uri="{FF2B5EF4-FFF2-40B4-BE49-F238E27FC236}">
                  <a16:creationId xmlns:a16="http://schemas.microsoft.com/office/drawing/2014/main" id="{E71D6B1D-5E27-7FF6-AD5D-95B8AA0B9AC8}"/>
                </a:ext>
              </a:extLst>
            </p:cNvPr>
            <p:cNvGrpSpPr/>
            <p:nvPr/>
          </p:nvGrpSpPr>
          <p:grpSpPr>
            <a:xfrm>
              <a:off x="9599867" y="5001121"/>
              <a:ext cx="913017" cy="1191345"/>
              <a:chOff x="9599867" y="5001121"/>
              <a:chExt cx="913017" cy="1191345"/>
            </a:xfrm>
            <a:solidFill>
              <a:srgbClr val="FEE177"/>
            </a:solidFill>
          </p:grpSpPr>
          <p:sp>
            <p:nvSpPr>
              <p:cNvPr id="162" name="Freihandform: Form 161">
                <a:extLst>
                  <a:ext uri="{FF2B5EF4-FFF2-40B4-BE49-F238E27FC236}">
                    <a16:creationId xmlns:a16="http://schemas.microsoft.com/office/drawing/2014/main" id="{2238C215-3E24-E598-8BB8-2F225BD6529B}"/>
                  </a:ext>
                </a:extLst>
              </p:cNvPr>
              <p:cNvSpPr/>
              <p:nvPr/>
            </p:nvSpPr>
            <p:spPr>
              <a:xfrm>
                <a:off x="9713515" y="5001121"/>
                <a:ext cx="799369" cy="453871"/>
              </a:xfrm>
              <a:custGeom>
                <a:avLst/>
                <a:gdLst>
                  <a:gd name="connsiteX0" fmla="*/ 764070 w 799369"/>
                  <a:gd name="connsiteY0" fmla="*/ 17409 h 453871"/>
                  <a:gd name="connsiteX1" fmla="*/ 763990 w 799369"/>
                  <a:gd name="connsiteY1" fmla="*/ 17409 h 453871"/>
                  <a:gd name="connsiteX2" fmla="*/ 704969 w 799369"/>
                  <a:gd name="connsiteY2" fmla="*/ 13176 h 453871"/>
                  <a:gd name="connsiteX3" fmla="*/ 671666 w 799369"/>
                  <a:gd name="connsiteY3" fmla="*/ 11419 h 453871"/>
                  <a:gd name="connsiteX4" fmla="*/ 648664 w 799369"/>
                  <a:gd name="connsiteY4" fmla="*/ 10141 h 453871"/>
                  <a:gd name="connsiteX5" fmla="*/ 648585 w 799369"/>
                  <a:gd name="connsiteY5" fmla="*/ 10141 h 453871"/>
                  <a:gd name="connsiteX6" fmla="*/ 640279 w 799369"/>
                  <a:gd name="connsiteY6" fmla="*/ 9742 h 453871"/>
                  <a:gd name="connsiteX7" fmla="*/ 633011 w 799369"/>
                  <a:gd name="connsiteY7" fmla="*/ 9343 h 453871"/>
                  <a:gd name="connsiteX8" fmla="*/ 632053 w 799369"/>
                  <a:gd name="connsiteY8" fmla="*/ 9263 h 453871"/>
                  <a:gd name="connsiteX9" fmla="*/ 618795 w 799369"/>
                  <a:gd name="connsiteY9" fmla="*/ 8624 h 453871"/>
                  <a:gd name="connsiteX10" fmla="*/ 618316 w 799369"/>
                  <a:gd name="connsiteY10" fmla="*/ 8624 h 453871"/>
                  <a:gd name="connsiteX11" fmla="*/ 618156 w 799369"/>
                  <a:gd name="connsiteY11" fmla="*/ 8624 h 453871"/>
                  <a:gd name="connsiteX12" fmla="*/ 599627 w 799369"/>
                  <a:gd name="connsiteY12" fmla="*/ 7506 h 453871"/>
                  <a:gd name="connsiteX13" fmla="*/ 595554 w 799369"/>
                  <a:gd name="connsiteY13" fmla="*/ 7346 h 453871"/>
                  <a:gd name="connsiteX14" fmla="*/ 543243 w 799369"/>
                  <a:gd name="connsiteY14" fmla="*/ 4551 h 453871"/>
                  <a:gd name="connsiteX15" fmla="*/ 525672 w 799369"/>
                  <a:gd name="connsiteY15" fmla="*/ 3672 h 453871"/>
                  <a:gd name="connsiteX16" fmla="*/ 492848 w 799369"/>
                  <a:gd name="connsiteY16" fmla="*/ 2235 h 453871"/>
                  <a:gd name="connsiteX17" fmla="*/ 461540 w 799369"/>
                  <a:gd name="connsiteY17" fmla="*/ 1037 h 453871"/>
                  <a:gd name="connsiteX18" fmla="*/ 447085 w 799369"/>
                  <a:gd name="connsiteY18" fmla="*/ 478 h 453871"/>
                  <a:gd name="connsiteX19" fmla="*/ 445168 w 799369"/>
                  <a:gd name="connsiteY19" fmla="*/ 478 h 453871"/>
                  <a:gd name="connsiteX20" fmla="*/ 417136 w 799369"/>
                  <a:gd name="connsiteY20" fmla="*/ 158 h 453871"/>
                  <a:gd name="connsiteX21" fmla="*/ 320579 w 799369"/>
                  <a:gd name="connsiteY21" fmla="*/ 3513 h 453871"/>
                  <a:gd name="connsiteX22" fmla="*/ 319381 w 799369"/>
                  <a:gd name="connsiteY22" fmla="*/ 3672 h 453871"/>
                  <a:gd name="connsiteX23" fmla="*/ 319301 w 799369"/>
                  <a:gd name="connsiteY23" fmla="*/ 3672 h 453871"/>
                  <a:gd name="connsiteX24" fmla="*/ 313710 w 799369"/>
                  <a:gd name="connsiteY24" fmla="*/ 4231 h 453871"/>
                  <a:gd name="connsiteX25" fmla="*/ 308120 w 799369"/>
                  <a:gd name="connsiteY25" fmla="*/ 4870 h 453871"/>
                  <a:gd name="connsiteX26" fmla="*/ 293983 w 799369"/>
                  <a:gd name="connsiteY26" fmla="*/ 6787 h 453871"/>
                  <a:gd name="connsiteX27" fmla="*/ 276413 w 799369"/>
                  <a:gd name="connsiteY27" fmla="*/ 9822 h 453871"/>
                  <a:gd name="connsiteX28" fmla="*/ 14296 w 799369"/>
                  <a:gd name="connsiteY28" fmla="*/ 89128 h 453871"/>
                  <a:gd name="connsiteX29" fmla="*/ 11581 w 799369"/>
                  <a:gd name="connsiteY29" fmla="*/ 99510 h 453871"/>
                  <a:gd name="connsiteX30" fmla="*/ 11581 w 799369"/>
                  <a:gd name="connsiteY30" fmla="*/ 99670 h 453871"/>
                  <a:gd name="connsiteX31" fmla="*/ 11421 w 799369"/>
                  <a:gd name="connsiteY31" fmla="*/ 100389 h 453871"/>
                  <a:gd name="connsiteX32" fmla="*/ 0 w 799369"/>
                  <a:gd name="connsiteY32" fmla="*/ 212360 h 453871"/>
                  <a:gd name="connsiteX33" fmla="*/ 20445 w 799369"/>
                  <a:gd name="connsiteY33" fmla="*/ 258362 h 453871"/>
                  <a:gd name="connsiteX34" fmla="*/ 51753 w 799369"/>
                  <a:gd name="connsiteY34" fmla="*/ 313549 h 453871"/>
                  <a:gd name="connsiteX35" fmla="*/ 75393 w 799369"/>
                  <a:gd name="connsiteY35" fmla="*/ 344536 h 453871"/>
                  <a:gd name="connsiteX36" fmla="*/ 105502 w 799369"/>
                  <a:gd name="connsiteY36" fmla="*/ 374086 h 453871"/>
                  <a:gd name="connsiteX37" fmla="*/ 247342 w 799369"/>
                  <a:gd name="connsiteY37" fmla="*/ 440534 h 453871"/>
                  <a:gd name="connsiteX38" fmla="*/ 354921 w 799369"/>
                  <a:gd name="connsiteY38" fmla="*/ 453872 h 453871"/>
                  <a:gd name="connsiteX39" fmla="*/ 434706 w 799369"/>
                  <a:gd name="connsiteY39" fmla="*/ 446524 h 453871"/>
                  <a:gd name="connsiteX40" fmla="*/ 434946 w 799369"/>
                  <a:gd name="connsiteY40" fmla="*/ 446524 h 453871"/>
                  <a:gd name="connsiteX41" fmla="*/ 787390 w 799369"/>
                  <a:gd name="connsiteY41" fmla="*/ 111091 h 453871"/>
                  <a:gd name="connsiteX42" fmla="*/ 799370 w 799369"/>
                  <a:gd name="connsiteY42" fmla="*/ 20763 h 453871"/>
                  <a:gd name="connsiteX43" fmla="*/ 764070 w 799369"/>
                  <a:gd name="connsiteY43" fmla="*/ 17409 h 453871"/>
                  <a:gd name="connsiteX44" fmla="*/ 500754 w 799369"/>
                  <a:gd name="connsiteY44" fmla="*/ 301250 h 453871"/>
                  <a:gd name="connsiteX45" fmla="*/ 500595 w 799369"/>
                  <a:gd name="connsiteY45" fmla="*/ 301329 h 453871"/>
                  <a:gd name="connsiteX46" fmla="*/ 475118 w 799369"/>
                  <a:gd name="connsiteY46" fmla="*/ 312990 h 453871"/>
                  <a:gd name="connsiteX47" fmla="*/ 474878 w 799369"/>
                  <a:gd name="connsiteY47" fmla="*/ 312990 h 453871"/>
                  <a:gd name="connsiteX48" fmla="*/ 473999 w 799369"/>
                  <a:gd name="connsiteY48" fmla="*/ 313309 h 453871"/>
                  <a:gd name="connsiteX49" fmla="*/ 473919 w 799369"/>
                  <a:gd name="connsiteY49" fmla="*/ 313309 h 453871"/>
                  <a:gd name="connsiteX50" fmla="*/ 461860 w 799369"/>
                  <a:gd name="connsiteY50" fmla="*/ 317941 h 453871"/>
                  <a:gd name="connsiteX51" fmla="*/ 461700 w 799369"/>
                  <a:gd name="connsiteY51" fmla="*/ 317941 h 453871"/>
                  <a:gd name="connsiteX52" fmla="*/ 461620 w 799369"/>
                  <a:gd name="connsiteY52" fmla="*/ 317941 h 453871"/>
                  <a:gd name="connsiteX53" fmla="*/ 354921 w 799369"/>
                  <a:gd name="connsiteY53" fmla="*/ 336231 h 453871"/>
                  <a:gd name="connsiteX54" fmla="*/ 296300 w 799369"/>
                  <a:gd name="connsiteY54" fmla="*/ 330959 h 453871"/>
                  <a:gd name="connsiteX55" fmla="*/ 296060 w 799369"/>
                  <a:gd name="connsiteY55" fmla="*/ 330879 h 453871"/>
                  <a:gd name="connsiteX56" fmla="*/ 260201 w 799369"/>
                  <a:gd name="connsiteY56" fmla="*/ 322174 h 453871"/>
                  <a:gd name="connsiteX57" fmla="*/ 124350 w 799369"/>
                  <a:gd name="connsiteY57" fmla="*/ 239913 h 453871"/>
                  <a:gd name="connsiteX58" fmla="*/ 107658 w 799369"/>
                  <a:gd name="connsiteY58" fmla="*/ 221544 h 453871"/>
                  <a:gd name="connsiteX59" fmla="*/ 86814 w 799369"/>
                  <a:gd name="connsiteY59" fmla="*/ 195109 h 453871"/>
                  <a:gd name="connsiteX60" fmla="*/ 76591 w 799369"/>
                  <a:gd name="connsiteY60" fmla="*/ 179775 h 453871"/>
                  <a:gd name="connsiteX61" fmla="*/ 49676 w 799369"/>
                  <a:gd name="connsiteY61" fmla="*/ 126105 h 453871"/>
                  <a:gd name="connsiteX62" fmla="*/ 86654 w 799369"/>
                  <a:gd name="connsiteY62" fmla="*/ 126265 h 453871"/>
                  <a:gd name="connsiteX63" fmla="*/ 103026 w 799369"/>
                  <a:gd name="connsiteY63" fmla="*/ 126265 h 453871"/>
                  <a:gd name="connsiteX64" fmla="*/ 296060 w 799369"/>
                  <a:gd name="connsiteY64" fmla="*/ 126824 h 453871"/>
                  <a:gd name="connsiteX65" fmla="*/ 302609 w 799369"/>
                  <a:gd name="connsiteY65" fmla="*/ 126824 h 453871"/>
                  <a:gd name="connsiteX66" fmla="*/ 354601 w 799369"/>
                  <a:gd name="connsiteY66" fmla="*/ 126984 h 453871"/>
                  <a:gd name="connsiteX67" fmla="*/ 659846 w 799369"/>
                  <a:gd name="connsiteY67" fmla="*/ 126984 h 453871"/>
                  <a:gd name="connsiteX68" fmla="*/ 585491 w 799369"/>
                  <a:gd name="connsiteY68" fmla="*/ 239913 h 453871"/>
                  <a:gd name="connsiteX69" fmla="*/ 500754 w 799369"/>
                  <a:gd name="connsiteY69" fmla="*/ 301250 h 45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799369" h="453871">
                    <a:moveTo>
                      <a:pt x="764070" y="17409"/>
                    </a:moveTo>
                    <a:lnTo>
                      <a:pt x="763990" y="17409"/>
                    </a:lnTo>
                    <a:cubicBezTo>
                      <a:pt x="744423" y="15812"/>
                      <a:pt x="724696" y="14374"/>
                      <a:pt x="704969" y="13176"/>
                    </a:cubicBezTo>
                    <a:cubicBezTo>
                      <a:pt x="693868" y="12617"/>
                      <a:pt x="682767" y="11898"/>
                      <a:pt x="671666" y="11419"/>
                    </a:cubicBezTo>
                    <a:cubicBezTo>
                      <a:pt x="663919" y="11020"/>
                      <a:pt x="656252" y="10700"/>
                      <a:pt x="648664" y="10141"/>
                    </a:cubicBezTo>
                    <a:lnTo>
                      <a:pt x="648585" y="10141"/>
                    </a:lnTo>
                    <a:cubicBezTo>
                      <a:pt x="645789" y="9982"/>
                      <a:pt x="642994" y="9902"/>
                      <a:pt x="640279" y="9742"/>
                    </a:cubicBezTo>
                    <a:cubicBezTo>
                      <a:pt x="637803" y="9582"/>
                      <a:pt x="635407" y="9502"/>
                      <a:pt x="633011" y="9343"/>
                    </a:cubicBezTo>
                    <a:cubicBezTo>
                      <a:pt x="632691" y="9263"/>
                      <a:pt x="632372" y="9263"/>
                      <a:pt x="632053" y="9263"/>
                    </a:cubicBezTo>
                    <a:cubicBezTo>
                      <a:pt x="627660" y="9103"/>
                      <a:pt x="623267" y="8784"/>
                      <a:pt x="618795" y="8624"/>
                    </a:cubicBezTo>
                    <a:lnTo>
                      <a:pt x="618316" y="8624"/>
                    </a:lnTo>
                    <a:cubicBezTo>
                      <a:pt x="618236" y="8624"/>
                      <a:pt x="618236" y="8624"/>
                      <a:pt x="618156" y="8624"/>
                    </a:cubicBezTo>
                    <a:cubicBezTo>
                      <a:pt x="611847" y="8225"/>
                      <a:pt x="605697" y="7905"/>
                      <a:pt x="599627" y="7506"/>
                    </a:cubicBezTo>
                    <a:cubicBezTo>
                      <a:pt x="598190" y="7506"/>
                      <a:pt x="596992" y="7506"/>
                      <a:pt x="595554" y="7346"/>
                    </a:cubicBezTo>
                    <a:cubicBezTo>
                      <a:pt x="577664" y="6308"/>
                      <a:pt x="560094" y="5429"/>
                      <a:pt x="543243" y="4551"/>
                    </a:cubicBezTo>
                    <a:cubicBezTo>
                      <a:pt x="537332" y="4311"/>
                      <a:pt x="531502" y="3992"/>
                      <a:pt x="525672" y="3672"/>
                    </a:cubicBezTo>
                    <a:cubicBezTo>
                      <a:pt x="514331" y="3113"/>
                      <a:pt x="503470" y="2634"/>
                      <a:pt x="492848" y="2235"/>
                    </a:cubicBezTo>
                    <a:cubicBezTo>
                      <a:pt x="482146" y="1755"/>
                      <a:pt x="471763" y="1356"/>
                      <a:pt x="461540" y="1037"/>
                    </a:cubicBezTo>
                    <a:cubicBezTo>
                      <a:pt x="456589" y="797"/>
                      <a:pt x="451797" y="637"/>
                      <a:pt x="447085" y="478"/>
                    </a:cubicBezTo>
                    <a:lnTo>
                      <a:pt x="445168" y="478"/>
                    </a:lnTo>
                    <a:cubicBezTo>
                      <a:pt x="435584" y="318"/>
                      <a:pt x="426320" y="158"/>
                      <a:pt x="417136" y="158"/>
                    </a:cubicBezTo>
                    <a:cubicBezTo>
                      <a:pt x="381755" y="-401"/>
                      <a:pt x="349649" y="478"/>
                      <a:pt x="320579" y="3513"/>
                    </a:cubicBezTo>
                    <a:cubicBezTo>
                      <a:pt x="320259" y="3513"/>
                      <a:pt x="319860" y="3513"/>
                      <a:pt x="319381" y="3672"/>
                    </a:cubicBezTo>
                    <a:lnTo>
                      <a:pt x="319301" y="3672"/>
                    </a:lnTo>
                    <a:cubicBezTo>
                      <a:pt x="317464" y="3832"/>
                      <a:pt x="315547" y="3992"/>
                      <a:pt x="313710" y="4231"/>
                    </a:cubicBezTo>
                    <a:cubicBezTo>
                      <a:pt x="311793" y="4391"/>
                      <a:pt x="309956" y="4631"/>
                      <a:pt x="308120" y="4870"/>
                    </a:cubicBezTo>
                    <a:cubicBezTo>
                      <a:pt x="303328" y="5429"/>
                      <a:pt x="298536" y="6148"/>
                      <a:pt x="293983" y="6787"/>
                    </a:cubicBezTo>
                    <a:cubicBezTo>
                      <a:pt x="287994" y="7745"/>
                      <a:pt x="282164" y="8624"/>
                      <a:pt x="276413" y="9822"/>
                    </a:cubicBezTo>
                    <a:cubicBezTo>
                      <a:pt x="138246" y="37295"/>
                      <a:pt x="74993" y="46081"/>
                      <a:pt x="14296" y="89128"/>
                    </a:cubicBezTo>
                    <a:cubicBezTo>
                      <a:pt x="13338" y="92402"/>
                      <a:pt x="12459" y="95757"/>
                      <a:pt x="11581" y="99510"/>
                    </a:cubicBezTo>
                    <a:lnTo>
                      <a:pt x="11581" y="99670"/>
                    </a:lnTo>
                    <a:cubicBezTo>
                      <a:pt x="11581" y="99830"/>
                      <a:pt x="11421" y="99990"/>
                      <a:pt x="11421" y="100389"/>
                    </a:cubicBezTo>
                    <a:cubicBezTo>
                      <a:pt x="2077" y="146870"/>
                      <a:pt x="11820" y="187921"/>
                      <a:pt x="0" y="212360"/>
                    </a:cubicBezTo>
                    <a:cubicBezTo>
                      <a:pt x="6709" y="228812"/>
                      <a:pt x="13338" y="244146"/>
                      <a:pt x="20445" y="258362"/>
                    </a:cubicBezTo>
                    <a:cubicBezTo>
                      <a:pt x="30269" y="278648"/>
                      <a:pt x="40492" y="296937"/>
                      <a:pt x="51753" y="313549"/>
                    </a:cubicBezTo>
                    <a:cubicBezTo>
                      <a:pt x="59020" y="324650"/>
                      <a:pt x="66927" y="335032"/>
                      <a:pt x="75393" y="344536"/>
                    </a:cubicBezTo>
                    <a:cubicBezTo>
                      <a:pt x="84577" y="355238"/>
                      <a:pt x="94560" y="365142"/>
                      <a:pt x="105502" y="374086"/>
                    </a:cubicBezTo>
                    <a:cubicBezTo>
                      <a:pt x="141441" y="404036"/>
                      <a:pt x="186325" y="425040"/>
                      <a:pt x="247342" y="440534"/>
                    </a:cubicBezTo>
                    <a:cubicBezTo>
                      <a:pt x="281844" y="449319"/>
                      <a:pt x="317943" y="453872"/>
                      <a:pt x="354921" y="453872"/>
                    </a:cubicBezTo>
                    <a:cubicBezTo>
                      <a:pt x="382075" y="453872"/>
                      <a:pt x="408829" y="451236"/>
                      <a:pt x="434706" y="446524"/>
                    </a:cubicBezTo>
                    <a:lnTo>
                      <a:pt x="434946" y="446524"/>
                    </a:lnTo>
                    <a:cubicBezTo>
                      <a:pt x="607933" y="414658"/>
                      <a:pt x="747058" y="281124"/>
                      <a:pt x="787390" y="111091"/>
                    </a:cubicBezTo>
                    <a:cubicBezTo>
                      <a:pt x="794418" y="82020"/>
                      <a:pt x="798491" y="51751"/>
                      <a:pt x="799370" y="20763"/>
                    </a:cubicBezTo>
                    <a:cubicBezTo>
                      <a:pt x="787789" y="19486"/>
                      <a:pt x="776049" y="18447"/>
                      <a:pt x="764070" y="17409"/>
                    </a:cubicBezTo>
                    <a:close/>
                    <a:moveTo>
                      <a:pt x="500754" y="301250"/>
                    </a:moveTo>
                    <a:lnTo>
                      <a:pt x="500595" y="301329"/>
                    </a:lnTo>
                    <a:cubicBezTo>
                      <a:pt x="492129" y="305562"/>
                      <a:pt x="483743" y="309476"/>
                      <a:pt x="475118" y="312990"/>
                    </a:cubicBezTo>
                    <a:lnTo>
                      <a:pt x="474878" y="312990"/>
                    </a:lnTo>
                    <a:cubicBezTo>
                      <a:pt x="474559" y="313150"/>
                      <a:pt x="474399" y="313309"/>
                      <a:pt x="473999" y="313309"/>
                    </a:cubicBezTo>
                    <a:lnTo>
                      <a:pt x="473919" y="313309"/>
                    </a:lnTo>
                    <a:cubicBezTo>
                      <a:pt x="469926" y="314906"/>
                      <a:pt x="465933" y="316504"/>
                      <a:pt x="461860" y="317941"/>
                    </a:cubicBezTo>
                    <a:cubicBezTo>
                      <a:pt x="461700" y="317941"/>
                      <a:pt x="461700" y="317941"/>
                      <a:pt x="461700" y="317941"/>
                    </a:cubicBezTo>
                    <a:cubicBezTo>
                      <a:pt x="461620" y="317941"/>
                      <a:pt x="461620" y="317941"/>
                      <a:pt x="461620" y="317941"/>
                    </a:cubicBezTo>
                    <a:cubicBezTo>
                      <a:pt x="427598" y="329921"/>
                      <a:pt x="391898" y="336231"/>
                      <a:pt x="354921" y="336231"/>
                    </a:cubicBezTo>
                    <a:cubicBezTo>
                      <a:pt x="335034" y="336231"/>
                      <a:pt x="315467" y="334473"/>
                      <a:pt x="296300" y="330959"/>
                    </a:cubicBezTo>
                    <a:cubicBezTo>
                      <a:pt x="296220" y="330959"/>
                      <a:pt x="296140" y="330959"/>
                      <a:pt x="296060" y="330879"/>
                    </a:cubicBezTo>
                    <a:cubicBezTo>
                      <a:pt x="284000" y="328643"/>
                      <a:pt x="271861" y="325848"/>
                      <a:pt x="260201" y="322174"/>
                    </a:cubicBezTo>
                    <a:cubicBezTo>
                      <a:pt x="209646" y="306680"/>
                      <a:pt x="163085" y="278648"/>
                      <a:pt x="124350" y="239913"/>
                    </a:cubicBezTo>
                    <a:cubicBezTo>
                      <a:pt x="118360" y="233923"/>
                      <a:pt x="112690" y="227933"/>
                      <a:pt x="107658" y="221544"/>
                    </a:cubicBezTo>
                    <a:cubicBezTo>
                      <a:pt x="100071" y="213078"/>
                      <a:pt x="93203" y="204293"/>
                      <a:pt x="86814" y="195109"/>
                    </a:cubicBezTo>
                    <a:cubicBezTo>
                      <a:pt x="83299" y="190237"/>
                      <a:pt x="79785" y="185126"/>
                      <a:pt x="76591" y="179775"/>
                    </a:cubicBezTo>
                    <a:cubicBezTo>
                      <a:pt x="66049" y="162684"/>
                      <a:pt x="56864" y="144794"/>
                      <a:pt x="49676" y="126105"/>
                    </a:cubicBezTo>
                    <a:lnTo>
                      <a:pt x="86654" y="126265"/>
                    </a:lnTo>
                    <a:lnTo>
                      <a:pt x="103026" y="126265"/>
                    </a:lnTo>
                    <a:lnTo>
                      <a:pt x="296060" y="126824"/>
                    </a:lnTo>
                    <a:lnTo>
                      <a:pt x="302609" y="126824"/>
                    </a:lnTo>
                    <a:lnTo>
                      <a:pt x="354601" y="126984"/>
                    </a:lnTo>
                    <a:lnTo>
                      <a:pt x="659846" y="126984"/>
                    </a:lnTo>
                    <a:cubicBezTo>
                      <a:pt x="643473" y="168673"/>
                      <a:pt x="618475" y="206929"/>
                      <a:pt x="585491" y="239913"/>
                    </a:cubicBezTo>
                    <a:cubicBezTo>
                      <a:pt x="560174" y="265230"/>
                      <a:pt x="531582" y="285836"/>
                      <a:pt x="500754" y="301250"/>
                    </a:cubicBezTo>
                    <a:close/>
                  </a:path>
                </a:pathLst>
              </a:custGeom>
              <a:solidFill>
                <a:srgbClr val="FFD732"/>
              </a:solidFill>
              <a:ln w="7981" cap="flat">
                <a:noFill/>
                <a:prstDash val="solid"/>
                <a:miter/>
              </a:ln>
            </p:spPr>
            <p:txBody>
              <a:bodyPr rtlCol="0" anchor="ctr"/>
              <a:lstStyle/>
              <a:p>
                <a:endParaRPr lang="en-US"/>
              </a:p>
            </p:txBody>
          </p:sp>
          <p:sp>
            <p:nvSpPr>
              <p:cNvPr id="163" name="Freihandform: Form 162">
                <a:extLst>
                  <a:ext uri="{FF2B5EF4-FFF2-40B4-BE49-F238E27FC236}">
                    <a16:creationId xmlns:a16="http://schemas.microsoft.com/office/drawing/2014/main" id="{D61C853B-BC3E-2DA9-E0BC-87CA8B71B4E0}"/>
                  </a:ext>
                </a:extLst>
              </p:cNvPr>
              <p:cNvSpPr/>
              <p:nvPr/>
            </p:nvSpPr>
            <p:spPr>
              <a:xfrm>
                <a:off x="9599867" y="5607775"/>
                <a:ext cx="889457" cy="445806"/>
              </a:xfrm>
              <a:custGeom>
                <a:avLst/>
                <a:gdLst>
                  <a:gd name="connsiteX0" fmla="*/ 444609 w 889457"/>
                  <a:gd name="connsiteY0" fmla="*/ 0 h 445806"/>
                  <a:gd name="connsiteX1" fmla="*/ 340145 w 889457"/>
                  <a:gd name="connsiteY1" fmla="*/ 12699 h 445806"/>
                  <a:gd name="connsiteX2" fmla="*/ 339986 w 889457"/>
                  <a:gd name="connsiteY2" fmla="*/ 12699 h 445806"/>
                  <a:gd name="connsiteX3" fmla="*/ 203496 w 889457"/>
                  <a:gd name="connsiteY3" fmla="*/ 72038 h 445806"/>
                  <a:gd name="connsiteX4" fmla="*/ 191516 w 889457"/>
                  <a:gd name="connsiteY4" fmla="*/ 239036 h 445806"/>
                  <a:gd name="connsiteX5" fmla="*/ 214038 w 889457"/>
                  <a:gd name="connsiteY5" fmla="*/ 214038 h 445806"/>
                  <a:gd name="connsiteX6" fmla="*/ 326409 w 889457"/>
                  <a:gd name="connsiteY6" fmla="*/ 140403 h 445806"/>
                  <a:gd name="connsiteX7" fmla="*/ 444609 w 889457"/>
                  <a:gd name="connsiteY7" fmla="*/ 117641 h 445806"/>
                  <a:gd name="connsiteX8" fmla="*/ 482305 w 889457"/>
                  <a:gd name="connsiteY8" fmla="*/ 120117 h 445806"/>
                  <a:gd name="connsiteX9" fmla="*/ 505945 w 889457"/>
                  <a:gd name="connsiteY9" fmla="*/ 4392 h 445806"/>
                  <a:gd name="connsiteX10" fmla="*/ 444609 w 889457"/>
                  <a:gd name="connsiteY10" fmla="*/ 0 h 445806"/>
                  <a:gd name="connsiteX11" fmla="*/ 444609 w 889457"/>
                  <a:gd name="connsiteY11" fmla="*/ 0 h 445806"/>
                  <a:gd name="connsiteX12" fmla="*/ 340145 w 889457"/>
                  <a:gd name="connsiteY12" fmla="*/ 12699 h 445806"/>
                  <a:gd name="connsiteX13" fmla="*/ 339986 w 889457"/>
                  <a:gd name="connsiteY13" fmla="*/ 12699 h 445806"/>
                  <a:gd name="connsiteX14" fmla="*/ 203496 w 889457"/>
                  <a:gd name="connsiteY14" fmla="*/ 72038 h 445806"/>
                  <a:gd name="connsiteX15" fmla="*/ 191516 w 889457"/>
                  <a:gd name="connsiteY15" fmla="*/ 239036 h 445806"/>
                  <a:gd name="connsiteX16" fmla="*/ 214038 w 889457"/>
                  <a:gd name="connsiteY16" fmla="*/ 214038 h 445806"/>
                  <a:gd name="connsiteX17" fmla="*/ 326409 w 889457"/>
                  <a:gd name="connsiteY17" fmla="*/ 140403 h 445806"/>
                  <a:gd name="connsiteX18" fmla="*/ 444609 w 889457"/>
                  <a:gd name="connsiteY18" fmla="*/ 117641 h 445806"/>
                  <a:gd name="connsiteX19" fmla="*/ 482305 w 889457"/>
                  <a:gd name="connsiteY19" fmla="*/ 120117 h 445806"/>
                  <a:gd name="connsiteX20" fmla="*/ 505945 w 889457"/>
                  <a:gd name="connsiteY20" fmla="*/ 4392 h 445806"/>
                  <a:gd name="connsiteX21" fmla="*/ 444609 w 889457"/>
                  <a:gd name="connsiteY21" fmla="*/ 0 h 445806"/>
                  <a:gd name="connsiteX22" fmla="*/ 444609 w 889457"/>
                  <a:gd name="connsiteY22" fmla="*/ 0 h 445806"/>
                  <a:gd name="connsiteX23" fmla="*/ 340145 w 889457"/>
                  <a:gd name="connsiteY23" fmla="*/ 12699 h 445806"/>
                  <a:gd name="connsiteX24" fmla="*/ 339986 w 889457"/>
                  <a:gd name="connsiteY24" fmla="*/ 12699 h 445806"/>
                  <a:gd name="connsiteX25" fmla="*/ 203496 w 889457"/>
                  <a:gd name="connsiteY25" fmla="*/ 72038 h 445806"/>
                  <a:gd name="connsiteX26" fmla="*/ 191516 w 889457"/>
                  <a:gd name="connsiteY26" fmla="*/ 239036 h 445806"/>
                  <a:gd name="connsiteX27" fmla="*/ 214038 w 889457"/>
                  <a:gd name="connsiteY27" fmla="*/ 214038 h 445806"/>
                  <a:gd name="connsiteX28" fmla="*/ 326409 w 889457"/>
                  <a:gd name="connsiteY28" fmla="*/ 140403 h 445806"/>
                  <a:gd name="connsiteX29" fmla="*/ 444609 w 889457"/>
                  <a:gd name="connsiteY29" fmla="*/ 117641 h 445806"/>
                  <a:gd name="connsiteX30" fmla="*/ 482305 w 889457"/>
                  <a:gd name="connsiteY30" fmla="*/ 120117 h 445806"/>
                  <a:gd name="connsiteX31" fmla="*/ 505945 w 889457"/>
                  <a:gd name="connsiteY31" fmla="*/ 4392 h 445806"/>
                  <a:gd name="connsiteX32" fmla="*/ 444609 w 889457"/>
                  <a:gd name="connsiteY32" fmla="*/ 0 h 445806"/>
                  <a:gd name="connsiteX33" fmla="*/ 865258 w 889457"/>
                  <a:gd name="connsiteY33" fmla="*/ 301411 h 445806"/>
                  <a:gd name="connsiteX34" fmla="*/ 801207 w 889457"/>
                  <a:gd name="connsiteY34" fmla="*/ 180176 h 445806"/>
                  <a:gd name="connsiteX35" fmla="*/ 505945 w 889457"/>
                  <a:gd name="connsiteY35" fmla="*/ 4392 h 445806"/>
                  <a:gd name="connsiteX36" fmla="*/ 444609 w 889457"/>
                  <a:gd name="connsiteY36" fmla="*/ 0 h 445806"/>
                  <a:gd name="connsiteX37" fmla="*/ 340145 w 889457"/>
                  <a:gd name="connsiteY37" fmla="*/ 12699 h 445806"/>
                  <a:gd name="connsiteX38" fmla="*/ 339986 w 889457"/>
                  <a:gd name="connsiteY38" fmla="*/ 12699 h 445806"/>
                  <a:gd name="connsiteX39" fmla="*/ 203496 w 889457"/>
                  <a:gd name="connsiteY39" fmla="*/ 72038 h 445806"/>
                  <a:gd name="connsiteX40" fmla="*/ 160129 w 889457"/>
                  <a:gd name="connsiteY40" fmla="*/ 104304 h 445806"/>
                  <a:gd name="connsiteX41" fmla="*/ 93921 w 889457"/>
                  <a:gd name="connsiteY41" fmla="*/ 172828 h 445806"/>
                  <a:gd name="connsiteX42" fmla="*/ 73316 w 889457"/>
                  <a:gd name="connsiteY42" fmla="*/ 201500 h 445806"/>
                  <a:gd name="connsiteX43" fmla="*/ 71319 w 889457"/>
                  <a:gd name="connsiteY43" fmla="*/ 204694 h 445806"/>
                  <a:gd name="connsiteX44" fmla="*/ 0 w 889457"/>
                  <a:gd name="connsiteY44" fmla="*/ 444609 h 445806"/>
                  <a:gd name="connsiteX45" fmla="*/ 460502 w 889457"/>
                  <a:gd name="connsiteY45" fmla="*/ 444609 h 445806"/>
                  <a:gd name="connsiteX46" fmla="*/ 889458 w 889457"/>
                  <a:gd name="connsiteY46" fmla="*/ 445807 h 445806"/>
                  <a:gd name="connsiteX47" fmla="*/ 889458 w 889457"/>
                  <a:gd name="connsiteY47" fmla="*/ 444609 h 445806"/>
                  <a:gd name="connsiteX48" fmla="*/ 865258 w 889457"/>
                  <a:gd name="connsiteY48" fmla="*/ 301411 h 445806"/>
                  <a:gd name="connsiteX49" fmla="*/ 460342 w 889457"/>
                  <a:gd name="connsiteY49" fmla="*/ 326888 h 445806"/>
                  <a:gd name="connsiteX50" fmla="*/ 139844 w 889457"/>
                  <a:gd name="connsiteY50" fmla="*/ 326888 h 445806"/>
                  <a:gd name="connsiteX51" fmla="*/ 143198 w 889457"/>
                  <a:gd name="connsiteY51" fmla="*/ 318821 h 445806"/>
                  <a:gd name="connsiteX52" fmla="*/ 191516 w 889457"/>
                  <a:gd name="connsiteY52" fmla="*/ 239036 h 445806"/>
                  <a:gd name="connsiteX53" fmla="*/ 214038 w 889457"/>
                  <a:gd name="connsiteY53" fmla="*/ 214038 h 445806"/>
                  <a:gd name="connsiteX54" fmla="*/ 326409 w 889457"/>
                  <a:gd name="connsiteY54" fmla="*/ 140403 h 445806"/>
                  <a:gd name="connsiteX55" fmla="*/ 444609 w 889457"/>
                  <a:gd name="connsiteY55" fmla="*/ 117641 h 445806"/>
                  <a:gd name="connsiteX56" fmla="*/ 482305 w 889457"/>
                  <a:gd name="connsiteY56" fmla="*/ 120117 h 445806"/>
                  <a:gd name="connsiteX57" fmla="*/ 675419 w 889457"/>
                  <a:gd name="connsiteY57" fmla="*/ 214038 h 445806"/>
                  <a:gd name="connsiteX58" fmla="*/ 749933 w 889457"/>
                  <a:gd name="connsiteY58" fmla="*/ 327846 h 445806"/>
                  <a:gd name="connsiteX59" fmla="*/ 460342 w 889457"/>
                  <a:gd name="connsiteY59" fmla="*/ 326888 h 445806"/>
                  <a:gd name="connsiteX60" fmla="*/ 444609 w 889457"/>
                  <a:gd name="connsiteY60" fmla="*/ 0 h 445806"/>
                  <a:gd name="connsiteX61" fmla="*/ 340145 w 889457"/>
                  <a:gd name="connsiteY61" fmla="*/ 12699 h 445806"/>
                  <a:gd name="connsiteX62" fmla="*/ 339986 w 889457"/>
                  <a:gd name="connsiteY62" fmla="*/ 12699 h 445806"/>
                  <a:gd name="connsiteX63" fmla="*/ 203496 w 889457"/>
                  <a:gd name="connsiteY63" fmla="*/ 72038 h 445806"/>
                  <a:gd name="connsiteX64" fmla="*/ 191516 w 889457"/>
                  <a:gd name="connsiteY64" fmla="*/ 239036 h 445806"/>
                  <a:gd name="connsiteX65" fmla="*/ 214038 w 889457"/>
                  <a:gd name="connsiteY65" fmla="*/ 214038 h 445806"/>
                  <a:gd name="connsiteX66" fmla="*/ 326409 w 889457"/>
                  <a:gd name="connsiteY66" fmla="*/ 140403 h 445806"/>
                  <a:gd name="connsiteX67" fmla="*/ 444609 w 889457"/>
                  <a:gd name="connsiteY67" fmla="*/ 117641 h 445806"/>
                  <a:gd name="connsiteX68" fmla="*/ 482305 w 889457"/>
                  <a:gd name="connsiteY68" fmla="*/ 120117 h 445806"/>
                  <a:gd name="connsiteX69" fmla="*/ 505945 w 889457"/>
                  <a:gd name="connsiteY69" fmla="*/ 4392 h 445806"/>
                  <a:gd name="connsiteX70" fmla="*/ 444609 w 889457"/>
                  <a:gd name="connsiteY70" fmla="*/ 0 h 445806"/>
                  <a:gd name="connsiteX71" fmla="*/ 444609 w 889457"/>
                  <a:gd name="connsiteY71" fmla="*/ 0 h 445806"/>
                  <a:gd name="connsiteX72" fmla="*/ 340145 w 889457"/>
                  <a:gd name="connsiteY72" fmla="*/ 12699 h 445806"/>
                  <a:gd name="connsiteX73" fmla="*/ 339986 w 889457"/>
                  <a:gd name="connsiteY73" fmla="*/ 12699 h 445806"/>
                  <a:gd name="connsiteX74" fmla="*/ 203496 w 889457"/>
                  <a:gd name="connsiteY74" fmla="*/ 72038 h 445806"/>
                  <a:gd name="connsiteX75" fmla="*/ 191516 w 889457"/>
                  <a:gd name="connsiteY75" fmla="*/ 239036 h 445806"/>
                  <a:gd name="connsiteX76" fmla="*/ 214038 w 889457"/>
                  <a:gd name="connsiteY76" fmla="*/ 214038 h 445806"/>
                  <a:gd name="connsiteX77" fmla="*/ 326409 w 889457"/>
                  <a:gd name="connsiteY77" fmla="*/ 140403 h 445806"/>
                  <a:gd name="connsiteX78" fmla="*/ 444609 w 889457"/>
                  <a:gd name="connsiteY78" fmla="*/ 117641 h 445806"/>
                  <a:gd name="connsiteX79" fmla="*/ 482305 w 889457"/>
                  <a:gd name="connsiteY79" fmla="*/ 120117 h 445806"/>
                  <a:gd name="connsiteX80" fmla="*/ 505945 w 889457"/>
                  <a:gd name="connsiteY80" fmla="*/ 4392 h 445806"/>
                  <a:gd name="connsiteX81" fmla="*/ 444609 w 889457"/>
                  <a:gd name="connsiteY81" fmla="*/ 0 h 445806"/>
                  <a:gd name="connsiteX82" fmla="*/ 203496 w 889457"/>
                  <a:gd name="connsiteY82" fmla="*/ 72038 h 445806"/>
                  <a:gd name="connsiteX83" fmla="*/ 191516 w 889457"/>
                  <a:gd name="connsiteY83" fmla="*/ 239036 h 445806"/>
                  <a:gd name="connsiteX84" fmla="*/ 214038 w 889457"/>
                  <a:gd name="connsiteY84" fmla="*/ 214038 h 445806"/>
                  <a:gd name="connsiteX85" fmla="*/ 326409 w 889457"/>
                  <a:gd name="connsiteY85" fmla="*/ 140403 h 445806"/>
                  <a:gd name="connsiteX86" fmla="*/ 339986 w 889457"/>
                  <a:gd name="connsiteY86" fmla="*/ 12699 h 445806"/>
                  <a:gd name="connsiteX87" fmla="*/ 203496 w 889457"/>
                  <a:gd name="connsiteY87" fmla="*/ 72038 h 445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889457" h="445806">
                    <a:moveTo>
                      <a:pt x="444609" y="0"/>
                    </a:moveTo>
                    <a:cubicBezTo>
                      <a:pt x="408670" y="0"/>
                      <a:pt x="373609" y="4392"/>
                      <a:pt x="340145" y="12699"/>
                    </a:cubicBezTo>
                    <a:lnTo>
                      <a:pt x="339986" y="12699"/>
                    </a:lnTo>
                    <a:cubicBezTo>
                      <a:pt x="290869" y="24838"/>
                      <a:pt x="244707" y="45044"/>
                      <a:pt x="203496" y="72038"/>
                    </a:cubicBezTo>
                    <a:cubicBezTo>
                      <a:pt x="199982" y="127305"/>
                      <a:pt x="195749" y="183530"/>
                      <a:pt x="191516" y="239036"/>
                    </a:cubicBezTo>
                    <a:cubicBezTo>
                      <a:pt x="198385" y="230411"/>
                      <a:pt x="205972" y="222105"/>
                      <a:pt x="214038" y="214038"/>
                    </a:cubicBezTo>
                    <a:cubicBezTo>
                      <a:pt x="246783" y="181453"/>
                      <a:pt x="285039" y="156615"/>
                      <a:pt x="326409" y="140403"/>
                    </a:cubicBezTo>
                    <a:cubicBezTo>
                      <a:pt x="363785" y="125548"/>
                      <a:pt x="403558" y="117641"/>
                      <a:pt x="444609" y="117641"/>
                    </a:cubicBezTo>
                    <a:cubicBezTo>
                      <a:pt x="457307" y="117641"/>
                      <a:pt x="470006" y="118520"/>
                      <a:pt x="482305" y="120117"/>
                    </a:cubicBezTo>
                    <a:cubicBezTo>
                      <a:pt x="489014" y="81382"/>
                      <a:pt x="497160" y="42408"/>
                      <a:pt x="505945" y="4392"/>
                    </a:cubicBezTo>
                    <a:cubicBezTo>
                      <a:pt x="485819" y="1597"/>
                      <a:pt x="465454" y="0"/>
                      <a:pt x="444609" y="0"/>
                    </a:cubicBezTo>
                    <a:close/>
                    <a:moveTo>
                      <a:pt x="444609" y="0"/>
                    </a:moveTo>
                    <a:cubicBezTo>
                      <a:pt x="408670" y="0"/>
                      <a:pt x="373609" y="4392"/>
                      <a:pt x="340145" y="12699"/>
                    </a:cubicBezTo>
                    <a:lnTo>
                      <a:pt x="339986" y="12699"/>
                    </a:lnTo>
                    <a:cubicBezTo>
                      <a:pt x="290869" y="24838"/>
                      <a:pt x="244707" y="45044"/>
                      <a:pt x="203496" y="72038"/>
                    </a:cubicBezTo>
                    <a:cubicBezTo>
                      <a:pt x="199982" y="127305"/>
                      <a:pt x="195749" y="183530"/>
                      <a:pt x="191516" y="239036"/>
                    </a:cubicBezTo>
                    <a:cubicBezTo>
                      <a:pt x="198385" y="230411"/>
                      <a:pt x="205972" y="222105"/>
                      <a:pt x="214038" y="214038"/>
                    </a:cubicBezTo>
                    <a:cubicBezTo>
                      <a:pt x="246783" y="181453"/>
                      <a:pt x="285039" y="156615"/>
                      <a:pt x="326409" y="140403"/>
                    </a:cubicBezTo>
                    <a:cubicBezTo>
                      <a:pt x="363785" y="125548"/>
                      <a:pt x="403558" y="117641"/>
                      <a:pt x="444609" y="117641"/>
                    </a:cubicBezTo>
                    <a:cubicBezTo>
                      <a:pt x="457307" y="117641"/>
                      <a:pt x="470006" y="118520"/>
                      <a:pt x="482305" y="120117"/>
                    </a:cubicBezTo>
                    <a:cubicBezTo>
                      <a:pt x="489014" y="81382"/>
                      <a:pt x="497160" y="42408"/>
                      <a:pt x="505945" y="4392"/>
                    </a:cubicBezTo>
                    <a:cubicBezTo>
                      <a:pt x="485819" y="1597"/>
                      <a:pt x="465454" y="0"/>
                      <a:pt x="444609" y="0"/>
                    </a:cubicBezTo>
                    <a:close/>
                    <a:moveTo>
                      <a:pt x="444609" y="0"/>
                    </a:moveTo>
                    <a:cubicBezTo>
                      <a:pt x="408670" y="0"/>
                      <a:pt x="373609" y="4392"/>
                      <a:pt x="340145" y="12699"/>
                    </a:cubicBezTo>
                    <a:lnTo>
                      <a:pt x="339986" y="12699"/>
                    </a:lnTo>
                    <a:cubicBezTo>
                      <a:pt x="290869" y="24838"/>
                      <a:pt x="244707" y="45044"/>
                      <a:pt x="203496" y="72038"/>
                    </a:cubicBezTo>
                    <a:cubicBezTo>
                      <a:pt x="199982" y="127305"/>
                      <a:pt x="195749" y="183530"/>
                      <a:pt x="191516" y="239036"/>
                    </a:cubicBezTo>
                    <a:cubicBezTo>
                      <a:pt x="198385" y="230411"/>
                      <a:pt x="205972" y="222105"/>
                      <a:pt x="214038" y="214038"/>
                    </a:cubicBezTo>
                    <a:cubicBezTo>
                      <a:pt x="246783" y="181453"/>
                      <a:pt x="285039" y="156615"/>
                      <a:pt x="326409" y="140403"/>
                    </a:cubicBezTo>
                    <a:cubicBezTo>
                      <a:pt x="363785" y="125548"/>
                      <a:pt x="403558" y="117641"/>
                      <a:pt x="444609" y="117641"/>
                    </a:cubicBezTo>
                    <a:cubicBezTo>
                      <a:pt x="457307" y="117641"/>
                      <a:pt x="470006" y="118520"/>
                      <a:pt x="482305" y="120117"/>
                    </a:cubicBezTo>
                    <a:cubicBezTo>
                      <a:pt x="489014" y="81382"/>
                      <a:pt x="497160" y="42408"/>
                      <a:pt x="505945" y="4392"/>
                    </a:cubicBezTo>
                    <a:cubicBezTo>
                      <a:pt x="485819" y="1597"/>
                      <a:pt x="465454" y="0"/>
                      <a:pt x="444609" y="0"/>
                    </a:cubicBezTo>
                    <a:close/>
                    <a:moveTo>
                      <a:pt x="865258" y="301411"/>
                    </a:moveTo>
                    <a:cubicBezTo>
                      <a:pt x="850324" y="257485"/>
                      <a:pt x="828441" y="216674"/>
                      <a:pt x="801207" y="180176"/>
                    </a:cubicBezTo>
                    <a:cubicBezTo>
                      <a:pt x="731404" y="86654"/>
                      <a:pt x="626062" y="21084"/>
                      <a:pt x="505945" y="4392"/>
                    </a:cubicBezTo>
                    <a:cubicBezTo>
                      <a:pt x="485819" y="1597"/>
                      <a:pt x="465454" y="0"/>
                      <a:pt x="444609" y="0"/>
                    </a:cubicBezTo>
                    <a:cubicBezTo>
                      <a:pt x="408670" y="0"/>
                      <a:pt x="373609" y="4392"/>
                      <a:pt x="340145" y="12699"/>
                    </a:cubicBezTo>
                    <a:lnTo>
                      <a:pt x="339986" y="12699"/>
                    </a:lnTo>
                    <a:cubicBezTo>
                      <a:pt x="290869" y="24838"/>
                      <a:pt x="244707" y="45044"/>
                      <a:pt x="203496" y="72038"/>
                    </a:cubicBezTo>
                    <a:cubicBezTo>
                      <a:pt x="188322" y="81862"/>
                      <a:pt x="173866" y="92643"/>
                      <a:pt x="160129" y="104304"/>
                    </a:cubicBezTo>
                    <a:cubicBezTo>
                      <a:pt x="135691" y="124669"/>
                      <a:pt x="113488" y="147591"/>
                      <a:pt x="93921" y="172828"/>
                    </a:cubicBezTo>
                    <a:cubicBezTo>
                      <a:pt x="86654" y="181933"/>
                      <a:pt x="79785" y="191676"/>
                      <a:pt x="73316" y="201500"/>
                    </a:cubicBezTo>
                    <a:cubicBezTo>
                      <a:pt x="72597" y="202538"/>
                      <a:pt x="71958" y="203576"/>
                      <a:pt x="71319" y="204694"/>
                    </a:cubicBezTo>
                    <a:cubicBezTo>
                      <a:pt x="26196" y="274017"/>
                      <a:pt x="0" y="356438"/>
                      <a:pt x="0" y="444609"/>
                    </a:cubicBezTo>
                    <a:lnTo>
                      <a:pt x="460502" y="444609"/>
                    </a:lnTo>
                    <a:lnTo>
                      <a:pt x="889458" y="445807"/>
                    </a:lnTo>
                    <a:lnTo>
                      <a:pt x="889458" y="444609"/>
                    </a:lnTo>
                    <a:cubicBezTo>
                      <a:pt x="889458" y="394534"/>
                      <a:pt x="880992" y="346295"/>
                      <a:pt x="865258" y="301411"/>
                    </a:cubicBezTo>
                    <a:close/>
                    <a:moveTo>
                      <a:pt x="460342" y="326888"/>
                    </a:moveTo>
                    <a:lnTo>
                      <a:pt x="139844" y="326888"/>
                    </a:lnTo>
                    <a:cubicBezTo>
                      <a:pt x="140962" y="324252"/>
                      <a:pt x="142000" y="321457"/>
                      <a:pt x="143198" y="318821"/>
                    </a:cubicBezTo>
                    <a:cubicBezTo>
                      <a:pt x="155178" y="290310"/>
                      <a:pt x="171390" y="263475"/>
                      <a:pt x="191516" y="239036"/>
                    </a:cubicBezTo>
                    <a:cubicBezTo>
                      <a:pt x="198385" y="230411"/>
                      <a:pt x="205972" y="222105"/>
                      <a:pt x="214038" y="214038"/>
                    </a:cubicBezTo>
                    <a:cubicBezTo>
                      <a:pt x="246783" y="181453"/>
                      <a:pt x="285039" y="156615"/>
                      <a:pt x="326409" y="140403"/>
                    </a:cubicBezTo>
                    <a:cubicBezTo>
                      <a:pt x="363785" y="125548"/>
                      <a:pt x="403558" y="117641"/>
                      <a:pt x="444609" y="117641"/>
                    </a:cubicBezTo>
                    <a:cubicBezTo>
                      <a:pt x="457307" y="117641"/>
                      <a:pt x="470006" y="118520"/>
                      <a:pt x="482305" y="120117"/>
                    </a:cubicBezTo>
                    <a:cubicBezTo>
                      <a:pt x="554743" y="128583"/>
                      <a:pt x="622229" y="161008"/>
                      <a:pt x="675419" y="214038"/>
                    </a:cubicBezTo>
                    <a:cubicBezTo>
                      <a:pt x="708324" y="247103"/>
                      <a:pt x="733561" y="285677"/>
                      <a:pt x="749933" y="327846"/>
                    </a:cubicBezTo>
                    <a:lnTo>
                      <a:pt x="460342" y="326888"/>
                    </a:lnTo>
                    <a:close/>
                    <a:moveTo>
                      <a:pt x="444609" y="0"/>
                    </a:moveTo>
                    <a:cubicBezTo>
                      <a:pt x="408670" y="0"/>
                      <a:pt x="373609" y="4392"/>
                      <a:pt x="340145" y="12699"/>
                    </a:cubicBezTo>
                    <a:lnTo>
                      <a:pt x="339986" y="12699"/>
                    </a:lnTo>
                    <a:cubicBezTo>
                      <a:pt x="290869" y="24838"/>
                      <a:pt x="244707" y="45044"/>
                      <a:pt x="203496" y="72038"/>
                    </a:cubicBezTo>
                    <a:cubicBezTo>
                      <a:pt x="199982" y="127305"/>
                      <a:pt x="195749" y="183530"/>
                      <a:pt x="191516" y="239036"/>
                    </a:cubicBezTo>
                    <a:cubicBezTo>
                      <a:pt x="198385" y="230411"/>
                      <a:pt x="205972" y="222105"/>
                      <a:pt x="214038" y="214038"/>
                    </a:cubicBezTo>
                    <a:cubicBezTo>
                      <a:pt x="246783" y="181453"/>
                      <a:pt x="285039" y="156615"/>
                      <a:pt x="326409" y="140403"/>
                    </a:cubicBezTo>
                    <a:cubicBezTo>
                      <a:pt x="363785" y="125548"/>
                      <a:pt x="403558" y="117641"/>
                      <a:pt x="444609" y="117641"/>
                    </a:cubicBezTo>
                    <a:cubicBezTo>
                      <a:pt x="457307" y="117641"/>
                      <a:pt x="470006" y="118520"/>
                      <a:pt x="482305" y="120117"/>
                    </a:cubicBezTo>
                    <a:cubicBezTo>
                      <a:pt x="489014" y="81382"/>
                      <a:pt x="497160" y="42408"/>
                      <a:pt x="505945" y="4392"/>
                    </a:cubicBezTo>
                    <a:cubicBezTo>
                      <a:pt x="485819" y="1597"/>
                      <a:pt x="465454" y="0"/>
                      <a:pt x="444609" y="0"/>
                    </a:cubicBezTo>
                    <a:close/>
                    <a:moveTo>
                      <a:pt x="444609" y="0"/>
                    </a:moveTo>
                    <a:cubicBezTo>
                      <a:pt x="408670" y="0"/>
                      <a:pt x="373609" y="4392"/>
                      <a:pt x="340145" y="12699"/>
                    </a:cubicBezTo>
                    <a:lnTo>
                      <a:pt x="339986" y="12699"/>
                    </a:lnTo>
                    <a:cubicBezTo>
                      <a:pt x="290869" y="24838"/>
                      <a:pt x="244707" y="45044"/>
                      <a:pt x="203496" y="72038"/>
                    </a:cubicBezTo>
                    <a:cubicBezTo>
                      <a:pt x="199982" y="127305"/>
                      <a:pt x="195749" y="183530"/>
                      <a:pt x="191516" y="239036"/>
                    </a:cubicBezTo>
                    <a:cubicBezTo>
                      <a:pt x="198385" y="230411"/>
                      <a:pt x="205972" y="222105"/>
                      <a:pt x="214038" y="214038"/>
                    </a:cubicBezTo>
                    <a:cubicBezTo>
                      <a:pt x="246783" y="181453"/>
                      <a:pt x="285039" y="156615"/>
                      <a:pt x="326409" y="140403"/>
                    </a:cubicBezTo>
                    <a:cubicBezTo>
                      <a:pt x="363785" y="125548"/>
                      <a:pt x="403558" y="117641"/>
                      <a:pt x="444609" y="117641"/>
                    </a:cubicBezTo>
                    <a:cubicBezTo>
                      <a:pt x="457307" y="117641"/>
                      <a:pt x="470006" y="118520"/>
                      <a:pt x="482305" y="120117"/>
                    </a:cubicBezTo>
                    <a:cubicBezTo>
                      <a:pt x="489014" y="81382"/>
                      <a:pt x="497160" y="42408"/>
                      <a:pt x="505945" y="4392"/>
                    </a:cubicBezTo>
                    <a:cubicBezTo>
                      <a:pt x="485819" y="1597"/>
                      <a:pt x="465454" y="0"/>
                      <a:pt x="444609" y="0"/>
                    </a:cubicBezTo>
                    <a:close/>
                    <a:moveTo>
                      <a:pt x="203496" y="72038"/>
                    </a:moveTo>
                    <a:cubicBezTo>
                      <a:pt x="199982" y="127305"/>
                      <a:pt x="195749" y="183530"/>
                      <a:pt x="191516" y="239036"/>
                    </a:cubicBezTo>
                    <a:cubicBezTo>
                      <a:pt x="198385" y="230411"/>
                      <a:pt x="205972" y="222105"/>
                      <a:pt x="214038" y="214038"/>
                    </a:cubicBezTo>
                    <a:cubicBezTo>
                      <a:pt x="246783" y="181453"/>
                      <a:pt x="285039" y="156615"/>
                      <a:pt x="326409" y="140403"/>
                    </a:cubicBezTo>
                    <a:cubicBezTo>
                      <a:pt x="331201" y="94081"/>
                      <a:pt x="335753" y="51273"/>
                      <a:pt x="339986" y="12699"/>
                    </a:cubicBezTo>
                    <a:cubicBezTo>
                      <a:pt x="290869" y="24838"/>
                      <a:pt x="244707" y="45044"/>
                      <a:pt x="203496" y="72038"/>
                    </a:cubicBezTo>
                    <a:close/>
                  </a:path>
                </a:pathLst>
              </a:custGeom>
              <a:solidFill>
                <a:srgbClr val="FFD732"/>
              </a:solidFill>
              <a:ln w="7981" cap="flat">
                <a:noFill/>
                <a:prstDash val="solid"/>
                <a:miter/>
              </a:ln>
            </p:spPr>
            <p:txBody>
              <a:bodyPr rtlCol="0" anchor="ctr"/>
              <a:lstStyle/>
              <a:p>
                <a:endParaRPr lang="en-US"/>
              </a:p>
            </p:txBody>
          </p:sp>
          <p:sp>
            <p:nvSpPr>
              <p:cNvPr id="164" name="Freihandform: Form 163">
                <a:extLst>
                  <a:ext uri="{FF2B5EF4-FFF2-40B4-BE49-F238E27FC236}">
                    <a16:creationId xmlns:a16="http://schemas.microsoft.com/office/drawing/2014/main" id="{26B9FB8A-3897-FDD6-9B27-C013900FC9A9}"/>
                  </a:ext>
                </a:extLst>
              </p:cNvPr>
              <p:cNvSpPr/>
              <p:nvPr/>
            </p:nvSpPr>
            <p:spPr>
              <a:xfrm>
                <a:off x="10061328" y="6176893"/>
                <a:ext cx="115644" cy="15573"/>
              </a:xfrm>
              <a:custGeom>
                <a:avLst/>
                <a:gdLst>
                  <a:gd name="connsiteX0" fmla="*/ 115645 w 115644"/>
                  <a:gd name="connsiteY0" fmla="*/ 0 h 15573"/>
                  <a:gd name="connsiteX1" fmla="*/ 115645 w 115644"/>
                  <a:gd name="connsiteY1" fmla="*/ 15574 h 15573"/>
                  <a:gd name="connsiteX2" fmla="*/ 0 w 115644"/>
                  <a:gd name="connsiteY2" fmla="*/ 15574 h 15573"/>
                  <a:gd name="connsiteX3" fmla="*/ 799 w 115644"/>
                  <a:gd name="connsiteY3" fmla="*/ 15334 h 15573"/>
                  <a:gd name="connsiteX4" fmla="*/ 958 w 115644"/>
                  <a:gd name="connsiteY4" fmla="*/ 15334 h 15573"/>
                  <a:gd name="connsiteX5" fmla="*/ 115645 w 115644"/>
                  <a:gd name="connsiteY5" fmla="*/ 0 h 15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644" h="15573">
                    <a:moveTo>
                      <a:pt x="115645" y="0"/>
                    </a:moveTo>
                    <a:lnTo>
                      <a:pt x="115645" y="15574"/>
                    </a:lnTo>
                    <a:lnTo>
                      <a:pt x="0" y="15574"/>
                    </a:lnTo>
                    <a:cubicBezTo>
                      <a:pt x="240" y="15494"/>
                      <a:pt x="559" y="15414"/>
                      <a:pt x="799" y="15334"/>
                    </a:cubicBezTo>
                    <a:lnTo>
                      <a:pt x="958" y="15334"/>
                    </a:lnTo>
                    <a:cubicBezTo>
                      <a:pt x="37616" y="5511"/>
                      <a:pt x="76031" y="0"/>
                      <a:pt x="115645" y="0"/>
                    </a:cubicBezTo>
                    <a:close/>
                  </a:path>
                </a:pathLst>
              </a:custGeom>
              <a:solidFill>
                <a:srgbClr val="FEE177"/>
              </a:solidFill>
              <a:ln w="7981" cap="flat">
                <a:noFill/>
                <a:prstDash val="solid"/>
                <a:miter/>
              </a:ln>
            </p:spPr>
            <p:txBody>
              <a:bodyPr rtlCol="0" anchor="ctr"/>
              <a:lstStyle/>
              <a:p>
                <a:endParaRPr lang="en-US"/>
              </a:p>
            </p:txBody>
          </p:sp>
        </p:grpSp>
        <p:sp>
          <p:nvSpPr>
            <p:cNvPr id="124" name="Freihandform: Form 123">
              <a:extLst>
                <a:ext uri="{FF2B5EF4-FFF2-40B4-BE49-F238E27FC236}">
                  <a16:creationId xmlns:a16="http://schemas.microsoft.com/office/drawing/2014/main" id="{D1F10BAE-7AAD-3331-A137-8C6A866B599C}"/>
                </a:ext>
              </a:extLst>
            </p:cNvPr>
            <p:cNvSpPr/>
            <p:nvPr/>
          </p:nvSpPr>
          <p:spPr>
            <a:xfrm>
              <a:off x="9601864" y="5076991"/>
              <a:ext cx="207649" cy="1115475"/>
            </a:xfrm>
            <a:custGeom>
              <a:avLst/>
              <a:gdLst>
                <a:gd name="connsiteX0" fmla="*/ 207649 w 207649"/>
                <a:gd name="connsiteY0" fmla="*/ 0 h 1115475"/>
                <a:gd name="connsiteX1" fmla="*/ 207090 w 207649"/>
                <a:gd name="connsiteY1" fmla="*/ 6709 h 1115475"/>
                <a:gd name="connsiteX2" fmla="*/ 204295 w 207649"/>
                <a:gd name="connsiteY2" fmla="*/ 44006 h 1115475"/>
                <a:gd name="connsiteX3" fmla="*/ 203736 w 207649"/>
                <a:gd name="connsiteY3" fmla="*/ 50395 h 1115475"/>
                <a:gd name="connsiteX4" fmla="*/ 198465 w 207649"/>
                <a:gd name="connsiteY4" fmla="*/ 119239 h 1115475"/>
                <a:gd name="connsiteX5" fmla="*/ 187044 w 207649"/>
                <a:gd name="connsiteY5" fmla="*/ 268666 h 1115475"/>
                <a:gd name="connsiteX6" fmla="*/ 158133 w 207649"/>
                <a:gd name="connsiteY6" fmla="*/ 635087 h 1115475"/>
                <a:gd name="connsiteX7" fmla="*/ 141201 w 207649"/>
                <a:gd name="connsiteY7" fmla="*/ 849605 h 1115475"/>
                <a:gd name="connsiteX8" fmla="*/ 140563 w 207649"/>
                <a:gd name="connsiteY8" fmla="*/ 857671 h 1115475"/>
                <a:gd name="connsiteX9" fmla="*/ 133774 w 207649"/>
                <a:gd name="connsiteY9" fmla="*/ 941370 h 1115475"/>
                <a:gd name="connsiteX10" fmla="*/ 133774 w 207649"/>
                <a:gd name="connsiteY10" fmla="*/ 941609 h 1115475"/>
                <a:gd name="connsiteX11" fmla="*/ 131059 w 207649"/>
                <a:gd name="connsiteY11" fmla="*/ 975392 h 1115475"/>
                <a:gd name="connsiteX12" fmla="*/ 119558 w 207649"/>
                <a:gd name="connsiteY12" fmla="*/ 1115476 h 1115475"/>
                <a:gd name="connsiteX13" fmla="*/ 0 w 207649"/>
                <a:gd name="connsiteY13" fmla="*/ 1115476 h 1115475"/>
                <a:gd name="connsiteX14" fmla="*/ 26036 w 207649"/>
                <a:gd name="connsiteY14" fmla="*/ 975392 h 1115475"/>
                <a:gd name="connsiteX15" fmla="*/ 70281 w 207649"/>
                <a:gd name="connsiteY15" fmla="*/ 737794 h 1115475"/>
                <a:gd name="connsiteX16" fmla="*/ 71319 w 207649"/>
                <a:gd name="connsiteY16" fmla="*/ 732283 h 1115475"/>
                <a:gd name="connsiteX17" fmla="*/ 101588 w 207649"/>
                <a:gd name="connsiteY17" fmla="*/ 569199 h 1115475"/>
                <a:gd name="connsiteX18" fmla="*/ 163404 w 207649"/>
                <a:gd name="connsiteY18" fmla="*/ 237678 h 1115475"/>
                <a:gd name="connsiteX19" fmla="*/ 188242 w 207649"/>
                <a:gd name="connsiteY19" fmla="*/ 103904 h 1115475"/>
                <a:gd name="connsiteX20" fmla="*/ 198305 w 207649"/>
                <a:gd name="connsiteY20" fmla="*/ 50395 h 1115475"/>
                <a:gd name="connsiteX21" fmla="*/ 199343 w 207649"/>
                <a:gd name="connsiteY21" fmla="*/ 44006 h 1115475"/>
                <a:gd name="connsiteX22" fmla="*/ 206611 w 207649"/>
                <a:gd name="connsiteY22" fmla="*/ 5670 h 1115475"/>
                <a:gd name="connsiteX23" fmla="*/ 207649 w 207649"/>
                <a:gd name="connsiteY23" fmla="*/ 0 h 1115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49" h="1115475">
                  <a:moveTo>
                    <a:pt x="207649" y="0"/>
                  </a:moveTo>
                  <a:cubicBezTo>
                    <a:pt x="207649" y="0"/>
                    <a:pt x="207489" y="2316"/>
                    <a:pt x="207090" y="6709"/>
                  </a:cubicBezTo>
                  <a:cubicBezTo>
                    <a:pt x="206611" y="13737"/>
                    <a:pt x="205732" y="26435"/>
                    <a:pt x="204295" y="44006"/>
                  </a:cubicBezTo>
                  <a:cubicBezTo>
                    <a:pt x="204135" y="46162"/>
                    <a:pt x="203975" y="48238"/>
                    <a:pt x="203736" y="50395"/>
                  </a:cubicBezTo>
                  <a:cubicBezTo>
                    <a:pt x="202378" y="69083"/>
                    <a:pt x="200621" y="92164"/>
                    <a:pt x="198465" y="119239"/>
                  </a:cubicBezTo>
                  <a:cubicBezTo>
                    <a:pt x="195350" y="160848"/>
                    <a:pt x="191437" y="211722"/>
                    <a:pt x="187044" y="268666"/>
                  </a:cubicBezTo>
                  <a:cubicBezTo>
                    <a:pt x="178738" y="375366"/>
                    <a:pt x="168675" y="503789"/>
                    <a:pt x="158133" y="635087"/>
                  </a:cubicBezTo>
                  <a:cubicBezTo>
                    <a:pt x="152702" y="706726"/>
                    <a:pt x="146872" y="779324"/>
                    <a:pt x="141201" y="849605"/>
                  </a:cubicBezTo>
                  <a:cubicBezTo>
                    <a:pt x="141042" y="852240"/>
                    <a:pt x="140882" y="854876"/>
                    <a:pt x="140563" y="857671"/>
                  </a:cubicBezTo>
                  <a:cubicBezTo>
                    <a:pt x="138326" y="886023"/>
                    <a:pt x="136090" y="913976"/>
                    <a:pt x="133774" y="941370"/>
                  </a:cubicBezTo>
                  <a:lnTo>
                    <a:pt x="133774" y="941609"/>
                  </a:lnTo>
                  <a:cubicBezTo>
                    <a:pt x="132895" y="953030"/>
                    <a:pt x="131937" y="964291"/>
                    <a:pt x="131059" y="975392"/>
                  </a:cubicBezTo>
                  <a:cubicBezTo>
                    <a:pt x="127065" y="1024829"/>
                    <a:pt x="123152" y="1071870"/>
                    <a:pt x="119558" y="1115476"/>
                  </a:cubicBezTo>
                  <a:lnTo>
                    <a:pt x="0" y="1115476"/>
                  </a:lnTo>
                  <a:lnTo>
                    <a:pt x="26036" y="975392"/>
                  </a:lnTo>
                  <a:lnTo>
                    <a:pt x="70281" y="737794"/>
                  </a:lnTo>
                  <a:lnTo>
                    <a:pt x="71319" y="732283"/>
                  </a:lnTo>
                  <a:lnTo>
                    <a:pt x="101588" y="569199"/>
                  </a:lnTo>
                  <a:lnTo>
                    <a:pt x="163404" y="237678"/>
                  </a:lnTo>
                  <a:lnTo>
                    <a:pt x="188242" y="103904"/>
                  </a:lnTo>
                  <a:lnTo>
                    <a:pt x="198305" y="50395"/>
                  </a:lnTo>
                  <a:lnTo>
                    <a:pt x="199343" y="44006"/>
                  </a:lnTo>
                  <a:lnTo>
                    <a:pt x="206611" y="5670"/>
                  </a:lnTo>
                  <a:lnTo>
                    <a:pt x="207649" y="0"/>
                  </a:lnTo>
                  <a:close/>
                </a:path>
              </a:pathLst>
            </a:custGeom>
            <a:solidFill>
              <a:srgbClr val="EBEAE2"/>
            </a:solidFill>
            <a:ln w="7981" cap="flat">
              <a:noFill/>
              <a:prstDash val="solid"/>
              <a:miter/>
            </a:ln>
          </p:spPr>
          <p:txBody>
            <a:bodyPr rtlCol="0" anchor="ctr"/>
            <a:lstStyle/>
            <a:p>
              <a:endParaRPr lang="en-US"/>
            </a:p>
          </p:txBody>
        </p:sp>
        <p:sp>
          <p:nvSpPr>
            <p:cNvPr id="125" name="Freihandform: Form 124">
              <a:extLst>
                <a:ext uri="{FF2B5EF4-FFF2-40B4-BE49-F238E27FC236}">
                  <a16:creationId xmlns:a16="http://schemas.microsoft.com/office/drawing/2014/main" id="{E44ED422-27E6-6462-63CC-F2B79C813C05}"/>
                </a:ext>
              </a:extLst>
            </p:cNvPr>
            <p:cNvSpPr/>
            <p:nvPr/>
          </p:nvSpPr>
          <p:spPr>
            <a:xfrm>
              <a:off x="10034031" y="4919120"/>
              <a:ext cx="332881" cy="139821"/>
            </a:xfrm>
            <a:custGeom>
              <a:avLst/>
              <a:gdLst>
                <a:gd name="connsiteX0" fmla="*/ 314412 w 332881"/>
                <a:gd name="connsiteY0" fmla="*/ 139822 h 139821"/>
                <a:gd name="connsiteX1" fmla="*/ 317446 w 332881"/>
                <a:gd name="connsiteY1" fmla="*/ 13954 h 139821"/>
                <a:gd name="connsiteX2" fmla="*/ 17793 w 332881"/>
                <a:gd name="connsiteY2" fmla="*/ 34799 h 139821"/>
                <a:gd name="connsiteX3" fmla="*/ 48141 w 332881"/>
                <a:gd name="connsiteY3" fmla="*/ 126724 h 139821"/>
                <a:gd name="connsiteX4" fmla="*/ 314412 w 332881"/>
                <a:gd name="connsiteY4" fmla="*/ 139822 h 139821"/>
                <a:gd name="connsiteX5" fmla="*/ 314412 w 332881"/>
                <a:gd name="connsiteY5" fmla="*/ 139822 h 13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881" h="139821">
                  <a:moveTo>
                    <a:pt x="314412" y="139822"/>
                  </a:moveTo>
                  <a:cubicBezTo>
                    <a:pt x="314412" y="139822"/>
                    <a:pt x="353865" y="35358"/>
                    <a:pt x="317446" y="13954"/>
                  </a:cubicBezTo>
                  <a:cubicBezTo>
                    <a:pt x="280948" y="-7449"/>
                    <a:pt x="46145" y="-6970"/>
                    <a:pt x="17793" y="34799"/>
                  </a:cubicBezTo>
                  <a:cubicBezTo>
                    <a:pt x="-10639" y="76569"/>
                    <a:pt x="-8084" y="118578"/>
                    <a:pt x="48141" y="126724"/>
                  </a:cubicBezTo>
                  <a:cubicBezTo>
                    <a:pt x="104366" y="134790"/>
                    <a:pt x="314412" y="139822"/>
                    <a:pt x="314412" y="139822"/>
                  </a:cubicBezTo>
                  <a:lnTo>
                    <a:pt x="314412" y="139822"/>
                  </a:lnTo>
                  <a:close/>
                </a:path>
              </a:pathLst>
            </a:custGeom>
            <a:solidFill>
              <a:srgbClr val="DFE6ED"/>
            </a:solidFill>
            <a:ln w="7981" cap="flat">
              <a:noFill/>
              <a:prstDash val="solid"/>
              <a:miter/>
            </a:ln>
          </p:spPr>
          <p:txBody>
            <a:bodyPr rtlCol="0" anchor="ctr"/>
            <a:lstStyle/>
            <a:p>
              <a:endParaRPr lang="en-US"/>
            </a:p>
          </p:txBody>
        </p:sp>
        <p:sp>
          <p:nvSpPr>
            <p:cNvPr id="126" name="Freihandform: Form 125">
              <a:extLst>
                <a:ext uri="{FF2B5EF4-FFF2-40B4-BE49-F238E27FC236}">
                  <a16:creationId xmlns:a16="http://schemas.microsoft.com/office/drawing/2014/main" id="{8B9A99FB-81A4-4834-AAF6-1B6C42343A58}"/>
                </a:ext>
              </a:extLst>
            </p:cNvPr>
            <p:cNvSpPr/>
            <p:nvPr/>
          </p:nvSpPr>
          <p:spPr>
            <a:xfrm>
              <a:off x="9523546" y="5001121"/>
              <a:ext cx="1428956" cy="1191345"/>
            </a:xfrm>
            <a:custGeom>
              <a:avLst/>
              <a:gdLst>
                <a:gd name="connsiteX0" fmla="*/ 1428837 w 1428956"/>
                <a:gd name="connsiteY0" fmla="*/ 594674 h 1191345"/>
                <a:gd name="connsiteX1" fmla="*/ 1428357 w 1428956"/>
                <a:gd name="connsiteY1" fmla="*/ 626540 h 1191345"/>
                <a:gd name="connsiteX2" fmla="*/ 1427479 w 1428956"/>
                <a:gd name="connsiteY2" fmla="*/ 659045 h 1191345"/>
                <a:gd name="connsiteX3" fmla="*/ 1426600 w 1428956"/>
                <a:gd name="connsiteY3" fmla="*/ 684123 h 1191345"/>
                <a:gd name="connsiteX4" fmla="*/ 1425802 w 1428956"/>
                <a:gd name="connsiteY4" fmla="*/ 703530 h 1191345"/>
                <a:gd name="connsiteX5" fmla="*/ 1424764 w 1428956"/>
                <a:gd name="connsiteY5" fmla="*/ 724934 h 1191345"/>
                <a:gd name="connsiteX6" fmla="*/ 1423566 w 1428956"/>
                <a:gd name="connsiteY6" fmla="*/ 747056 h 1191345"/>
                <a:gd name="connsiteX7" fmla="*/ 1420850 w 1428956"/>
                <a:gd name="connsiteY7" fmla="*/ 791382 h 1191345"/>
                <a:gd name="connsiteX8" fmla="*/ 1419333 w 1428956"/>
                <a:gd name="connsiteY8" fmla="*/ 813265 h 1191345"/>
                <a:gd name="connsiteX9" fmla="*/ 1415100 w 1428956"/>
                <a:gd name="connsiteY9" fmla="*/ 867653 h 1191345"/>
                <a:gd name="connsiteX10" fmla="*/ 1414621 w 1428956"/>
                <a:gd name="connsiteY10" fmla="*/ 874042 h 1191345"/>
                <a:gd name="connsiteX11" fmla="*/ 1414221 w 1428956"/>
                <a:gd name="connsiteY11" fmla="*/ 878355 h 1191345"/>
                <a:gd name="connsiteX12" fmla="*/ 1408791 w 1428956"/>
                <a:gd name="connsiteY12" fmla="*/ 938254 h 1191345"/>
                <a:gd name="connsiteX13" fmla="*/ 1408072 w 1428956"/>
                <a:gd name="connsiteY13" fmla="*/ 945521 h 1191345"/>
                <a:gd name="connsiteX14" fmla="*/ 1405436 w 1428956"/>
                <a:gd name="connsiteY14" fmla="*/ 971957 h 1191345"/>
                <a:gd name="connsiteX15" fmla="*/ 1403519 w 1428956"/>
                <a:gd name="connsiteY15" fmla="*/ 990805 h 1191345"/>
                <a:gd name="connsiteX16" fmla="*/ 1401124 w 1428956"/>
                <a:gd name="connsiteY16" fmla="*/ 1013167 h 1191345"/>
                <a:gd name="connsiteX17" fmla="*/ 1397689 w 1428956"/>
                <a:gd name="connsiteY17" fmla="*/ 1043755 h 1191345"/>
                <a:gd name="connsiteX18" fmla="*/ 1395134 w 1428956"/>
                <a:gd name="connsiteY18" fmla="*/ 1065079 h 1191345"/>
                <a:gd name="connsiteX19" fmla="*/ 1393297 w 1428956"/>
                <a:gd name="connsiteY19" fmla="*/ 1080813 h 1191345"/>
                <a:gd name="connsiteX20" fmla="*/ 1379560 w 1428956"/>
                <a:gd name="connsiteY20" fmla="*/ 1181043 h 1191345"/>
                <a:gd name="connsiteX21" fmla="*/ 1378362 w 1428956"/>
                <a:gd name="connsiteY21" fmla="*/ 1191346 h 1191345"/>
                <a:gd name="connsiteX22" fmla="*/ 538581 w 1428956"/>
                <a:gd name="connsiteY22" fmla="*/ 1191346 h 1191345"/>
                <a:gd name="connsiteX23" fmla="*/ 538581 w 1428956"/>
                <a:gd name="connsiteY23" fmla="*/ 1191106 h 1191345"/>
                <a:gd name="connsiteX24" fmla="*/ 536823 w 1428956"/>
                <a:gd name="connsiteY24" fmla="*/ 1051263 h 1191345"/>
                <a:gd name="connsiteX25" fmla="*/ 536664 w 1428956"/>
                <a:gd name="connsiteY25" fmla="*/ 935378 h 1191345"/>
                <a:gd name="connsiteX26" fmla="*/ 536664 w 1428956"/>
                <a:gd name="connsiteY26" fmla="*/ 933542 h 1191345"/>
                <a:gd name="connsiteX27" fmla="*/ 558626 w 1428956"/>
                <a:gd name="connsiteY27" fmla="*/ 726771 h 1191345"/>
                <a:gd name="connsiteX28" fmla="*/ 582267 w 1428956"/>
                <a:gd name="connsiteY28" fmla="*/ 611046 h 1191345"/>
                <a:gd name="connsiteX29" fmla="*/ 624675 w 1428956"/>
                <a:gd name="connsiteY29" fmla="*/ 446524 h 1191345"/>
                <a:gd name="connsiteX30" fmla="*/ 624915 w 1428956"/>
                <a:gd name="connsiteY30" fmla="*/ 446524 h 1191345"/>
                <a:gd name="connsiteX31" fmla="*/ 663330 w 1428956"/>
                <a:gd name="connsiteY31" fmla="*/ 318580 h 1191345"/>
                <a:gd name="connsiteX32" fmla="*/ 663409 w 1428956"/>
                <a:gd name="connsiteY32" fmla="*/ 318341 h 1191345"/>
                <a:gd name="connsiteX33" fmla="*/ 663489 w 1428956"/>
                <a:gd name="connsiteY33" fmla="*/ 317941 h 1191345"/>
                <a:gd name="connsiteX34" fmla="*/ 664847 w 1428956"/>
                <a:gd name="connsiteY34" fmla="*/ 312990 h 1191345"/>
                <a:gd name="connsiteX35" fmla="*/ 665087 w 1428956"/>
                <a:gd name="connsiteY35" fmla="*/ 312990 h 1191345"/>
                <a:gd name="connsiteX36" fmla="*/ 668601 w 1428956"/>
                <a:gd name="connsiteY36" fmla="*/ 301889 h 1191345"/>
                <a:gd name="connsiteX37" fmla="*/ 668681 w 1428956"/>
                <a:gd name="connsiteY37" fmla="*/ 301649 h 1191345"/>
                <a:gd name="connsiteX38" fmla="*/ 668681 w 1428956"/>
                <a:gd name="connsiteY38" fmla="*/ 301569 h 1191345"/>
                <a:gd name="connsiteX39" fmla="*/ 719475 w 1428956"/>
                <a:gd name="connsiteY39" fmla="*/ 134172 h 1191345"/>
                <a:gd name="connsiteX40" fmla="*/ 720034 w 1428956"/>
                <a:gd name="connsiteY40" fmla="*/ 126984 h 1191345"/>
                <a:gd name="connsiteX41" fmla="*/ 720912 w 1428956"/>
                <a:gd name="connsiteY41" fmla="*/ 114445 h 1191345"/>
                <a:gd name="connsiteX42" fmla="*/ 721631 w 1428956"/>
                <a:gd name="connsiteY42" fmla="*/ 99830 h 1191345"/>
                <a:gd name="connsiteX43" fmla="*/ 721631 w 1428956"/>
                <a:gd name="connsiteY43" fmla="*/ 99750 h 1191345"/>
                <a:gd name="connsiteX44" fmla="*/ 708374 w 1428956"/>
                <a:gd name="connsiteY44" fmla="*/ 54227 h 1191345"/>
                <a:gd name="connsiteX45" fmla="*/ 708294 w 1428956"/>
                <a:gd name="connsiteY45" fmla="*/ 54147 h 1191345"/>
                <a:gd name="connsiteX46" fmla="*/ 611817 w 1428956"/>
                <a:gd name="connsiteY46" fmla="*/ 29389 h 1191345"/>
                <a:gd name="connsiteX47" fmla="*/ 555672 w 1428956"/>
                <a:gd name="connsiteY47" fmla="*/ 44164 h 1191345"/>
                <a:gd name="connsiteX48" fmla="*/ 555592 w 1428956"/>
                <a:gd name="connsiteY48" fmla="*/ 44244 h 1191345"/>
                <a:gd name="connsiteX49" fmla="*/ 496971 w 1428956"/>
                <a:gd name="connsiteY49" fmla="*/ 117240 h 1191345"/>
                <a:gd name="connsiteX50" fmla="*/ 492578 w 1428956"/>
                <a:gd name="connsiteY50" fmla="*/ 126824 h 1191345"/>
                <a:gd name="connsiteX51" fmla="*/ 473091 w 1428956"/>
                <a:gd name="connsiteY51" fmla="*/ 185765 h 1191345"/>
                <a:gd name="connsiteX52" fmla="*/ 473011 w 1428956"/>
                <a:gd name="connsiteY52" fmla="*/ 186004 h 1191345"/>
                <a:gd name="connsiteX53" fmla="*/ 450170 w 1428956"/>
                <a:gd name="connsiteY53" fmla="*/ 322174 h 1191345"/>
                <a:gd name="connsiteX54" fmla="*/ 441145 w 1428956"/>
                <a:gd name="connsiteY54" fmla="*/ 410745 h 1191345"/>
                <a:gd name="connsiteX55" fmla="*/ 437311 w 1428956"/>
                <a:gd name="connsiteY55" fmla="*/ 440534 h 1191345"/>
                <a:gd name="connsiteX56" fmla="*/ 416467 w 1428956"/>
                <a:gd name="connsiteY56" fmla="*/ 619352 h 1191345"/>
                <a:gd name="connsiteX57" fmla="*/ 416307 w 1428956"/>
                <a:gd name="connsiteY57" fmla="*/ 619352 h 1191345"/>
                <a:gd name="connsiteX58" fmla="*/ 402730 w 1428956"/>
                <a:gd name="connsiteY58" fmla="*/ 747056 h 1191345"/>
                <a:gd name="connsiteX59" fmla="*/ 384441 w 1428956"/>
                <a:gd name="connsiteY59" fmla="*/ 933542 h 1191345"/>
                <a:gd name="connsiteX60" fmla="*/ 373898 w 1428956"/>
                <a:gd name="connsiteY60" fmla="*/ 1051263 h 1191345"/>
                <a:gd name="connsiteX61" fmla="*/ 362797 w 1428956"/>
                <a:gd name="connsiteY61" fmla="*/ 1191346 h 1191345"/>
                <a:gd name="connsiteX62" fmla="*/ 38545 w 1428956"/>
                <a:gd name="connsiteY62" fmla="*/ 1191346 h 1191345"/>
                <a:gd name="connsiteX63" fmla="*/ 35989 w 1428956"/>
                <a:gd name="connsiteY63" fmla="*/ 1094550 h 1191345"/>
                <a:gd name="connsiteX64" fmla="*/ 43257 w 1428956"/>
                <a:gd name="connsiteY64" fmla="*/ 679011 h 1191345"/>
                <a:gd name="connsiteX65" fmla="*/ 55317 w 1428956"/>
                <a:gd name="connsiteY65" fmla="*/ 648503 h 1191345"/>
                <a:gd name="connsiteX66" fmla="*/ 129352 w 1428956"/>
                <a:gd name="connsiteY66" fmla="*/ 428874 h 1191345"/>
                <a:gd name="connsiteX67" fmla="*/ 201390 w 1428956"/>
                <a:gd name="connsiteY67" fmla="*/ 100389 h 1191345"/>
                <a:gd name="connsiteX68" fmla="*/ 201550 w 1428956"/>
                <a:gd name="connsiteY68" fmla="*/ 99670 h 1191345"/>
                <a:gd name="connsiteX69" fmla="*/ 201550 w 1428956"/>
                <a:gd name="connsiteY69" fmla="*/ 99510 h 1191345"/>
                <a:gd name="connsiteX70" fmla="*/ 204265 w 1428956"/>
                <a:gd name="connsiteY70" fmla="*/ 89128 h 1191345"/>
                <a:gd name="connsiteX71" fmla="*/ 466382 w 1428956"/>
                <a:gd name="connsiteY71" fmla="*/ 9822 h 1191345"/>
                <a:gd name="connsiteX72" fmla="*/ 483953 w 1428956"/>
                <a:gd name="connsiteY72" fmla="*/ 6787 h 1191345"/>
                <a:gd name="connsiteX73" fmla="*/ 498089 w 1428956"/>
                <a:gd name="connsiteY73" fmla="*/ 4870 h 1191345"/>
                <a:gd name="connsiteX74" fmla="*/ 503679 w 1428956"/>
                <a:gd name="connsiteY74" fmla="*/ 4231 h 1191345"/>
                <a:gd name="connsiteX75" fmla="*/ 509190 w 1428956"/>
                <a:gd name="connsiteY75" fmla="*/ 3513 h 1191345"/>
                <a:gd name="connsiteX76" fmla="*/ 510548 w 1428956"/>
                <a:gd name="connsiteY76" fmla="*/ 3513 h 1191345"/>
                <a:gd name="connsiteX77" fmla="*/ 607105 w 1428956"/>
                <a:gd name="connsiteY77" fmla="*/ 158 h 1191345"/>
                <a:gd name="connsiteX78" fmla="*/ 635137 w 1428956"/>
                <a:gd name="connsiteY78" fmla="*/ 478 h 1191345"/>
                <a:gd name="connsiteX79" fmla="*/ 637054 w 1428956"/>
                <a:gd name="connsiteY79" fmla="*/ 478 h 1191345"/>
                <a:gd name="connsiteX80" fmla="*/ 651510 w 1428956"/>
                <a:gd name="connsiteY80" fmla="*/ 1037 h 1191345"/>
                <a:gd name="connsiteX81" fmla="*/ 682817 w 1428956"/>
                <a:gd name="connsiteY81" fmla="*/ 2235 h 1191345"/>
                <a:gd name="connsiteX82" fmla="*/ 715641 w 1428956"/>
                <a:gd name="connsiteY82" fmla="*/ 3672 h 1191345"/>
                <a:gd name="connsiteX83" fmla="*/ 733212 w 1428956"/>
                <a:gd name="connsiteY83" fmla="*/ 4551 h 1191345"/>
                <a:gd name="connsiteX84" fmla="*/ 785523 w 1428956"/>
                <a:gd name="connsiteY84" fmla="*/ 7346 h 1191345"/>
                <a:gd name="connsiteX85" fmla="*/ 789596 w 1428956"/>
                <a:gd name="connsiteY85" fmla="*/ 7506 h 1191345"/>
                <a:gd name="connsiteX86" fmla="*/ 808125 w 1428956"/>
                <a:gd name="connsiteY86" fmla="*/ 8624 h 1191345"/>
                <a:gd name="connsiteX87" fmla="*/ 808285 w 1428956"/>
                <a:gd name="connsiteY87" fmla="*/ 8624 h 1191345"/>
                <a:gd name="connsiteX88" fmla="*/ 808764 w 1428956"/>
                <a:gd name="connsiteY88" fmla="*/ 8624 h 1191345"/>
                <a:gd name="connsiteX89" fmla="*/ 808764 w 1428956"/>
                <a:gd name="connsiteY89" fmla="*/ 8784 h 1191345"/>
                <a:gd name="connsiteX90" fmla="*/ 822980 w 1428956"/>
                <a:gd name="connsiteY90" fmla="*/ 9343 h 1191345"/>
                <a:gd name="connsiteX91" fmla="*/ 830248 w 1428956"/>
                <a:gd name="connsiteY91" fmla="*/ 9742 h 1191345"/>
                <a:gd name="connsiteX92" fmla="*/ 838554 w 1428956"/>
                <a:gd name="connsiteY92" fmla="*/ 10141 h 1191345"/>
                <a:gd name="connsiteX93" fmla="*/ 838634 w 1428956"/>
                <a:gd name="connsiteY93" fmla="*/ 10141 h 1191345"/>
                <a:gd name="connsiteX94" fmla="*/ 861635 w 1428956"/>
                <a:gd name="connsiteY94" fmla="*/ 11419 h 1191345"/>
                <a:gd name="connsiteX95" fmla="*/ 894939 w 1428956"/>
                <a:gd name="connsiteY95" fmla="*/ 13176 h 1191345"/>
                <a:gd name="connsiteX96" fmla="*/ 953959 w 1428956"/>
                <a:gd name="connsiteY96" fmla="*/ 17409 h 1191345"/>
                <a:gd name="connsiteX97" fmla="*/ 954039 w 1428956"/>
                <a:gd name="connsiteY97" fmla="*/ 17409 h 1191345"/>
                <a:gd name="connsiteX98" fmla="*/ 989339 w 1428956"/>
                <a:gd name="connsiteY98" fmla="*/ 20763 h 1191345"/>
                <a:gd name="connsiteX99" fmla="*/ 1230292 w 1428956"/>
                <a:gd name="connsiteY99" fmla="*/ 78106 h 1191345"/>
                <a:gd name="connsiteX100" fmla="*/ 1231810 w 1428956"/>
                <a:gd name="connsiteY100" fmla="*/ 79704 h 1191345"/>
                <a:gd name="connsiteX101" fmla="*/ 1231889 w 1428956"/>
                <a:gd name="connsiteY101" fmla="*/ 79784 h 1191345"/>
                <a:gd name="connsiteX102" fmla="*/ 1238279 w 1428956"/>
                <a:gd name="connsiteY102" fmla="*/ 86173 h 1191345"/>
                <a:gd name="connsiteX103" fmla="*/ 1305445 w 1428956"/>
                <a:gd name="connsiteY103" fmla="*/ 155735 h 1191345"/>
                <a:gd name="connsiteX104" fmla="*/ 1315668 w 1428956"/>
                <a:gd name="connsiteY104" fmla="*/ 167476 h 1191345"/>
                <a:gd name="connsiteX105" fmla="*/ 1323574 w 1428956"/>
                <a:gd name="connsiteY105" fmla="*/ 177139 h 1191345"/>
                <a:gd name="connsiteX106" fmla="*/ 1329165 w 1428956"/>
                <a:gd name="connsiteY106" fmla="*/ 184247 h 1191345"/>
                <a:gd name="connsiteX107" fmla="*/ 1340666 w 1428956"/>
                <a:gd name="connsiteY107" fmla="*/ 199901 h 1191345"/>
                <a:gd name="connsiteX108" fmla="*/ 1345298 w 1428956"/>
                <a:gd name="connsiteY108" fmla="*/ 206769 h 1191345"/>
                <a:gd name="connsiteX109" fmla="*/ 1345697 w 1428956"/>
                <a:gd name="connsiteY109" fmla="*/ 207328 h 1191345"/>
                <a:gd name="connsiteX110" fmla="*/ 1354402 w 1428956"/>
                <a:gd name="connsiteY110" fmla="*/ 221145 h 1191345"/>
                <a:gd name="connsiteX111" fmla="*/ 1363188 w 1428956"/>
                <a:gd name="connsiteY111" fmla="*/ 236559 h 1191345"/>
                <a:gd name="connsiteX112" fmla="*/ 1372053 w 1428956"/>
                <a:gd name="connsiteY112" fmla="*/ 253570 h 1191345"/>
                <a:gd name="connsiteX113" fmla="*/ 1380438 w 1428956"/>
                <a:gd name="connsiteY113" fmla="*/ 271300 h 1191345"/>
                <a:gd name="connsiteX114" fmla="*/ 1380598 w 1428956"/>
                <a:gd name="connsiteY114" fmla="*/ 271540 h 1191345"/>
                <a:gd name="connsiteX115" fmla="*/ 1388984 w 1428956"/>
                <a:gd name="connsiteY115" fmla="*/ 291107 h 1191345"/>
                <a:gd name="connsiteX116" fmla="*/ 1392179 w 1428956"/>
                <a:gd name="connsiteY116" fmla="*/ 299013 h 1191345"/>
                <a:gd name="connsiteX117" fmla="*/ 1398648 w 1428956"/>
                <a:gd name="connsiteY117" fmla="*/ 315705 h 1191345"/>
                <a:gd name="connsiteX118" fmla="*/ 1401922 w 1428956"/>
                <a:gd name="connsiteY118" fmla="*/ 324490 h 1191345"/>
                <a:gd name="connsiteX119" fmla="*/ 1409589 w 1428956"/>
                <a:gd name="connsiteY119" fmla="*/ 349808 h 1191345"/>
                <a:gd name="connsiteX120" fmla="*/ 1410707 w 1428956"/>
                <a:gd name="connsiteY120" fmla="*/ 354120 h 1191345"/>
                <a:gd name="connsiteX121" fmla="*/ 1416298 w 1428956"/>
                <a:gd name="connsiteY121" fmla="*/ 381514 h 1191345"/>
                <a:gd name="connsiteX122" fmla="*/ 1418055 w 1428956"/>
                <a:gd name="connsiteY122" fmla="*/ 392216 h 1191345"/>
                <a:gd name="connsiteX123" fmla="*/ 1421090 w 1428956"/>
                <a:gd name="connsiteY123" fmla="*/ 414498 h 1191345"/>
                <a:gd name="connsiteX124" fmla="*/ 1422847 w 1428956"/>
                <a:gd name="connsiteY124" fmla="*/ 430152 h 1191345"/>
                <a:gd name="connsiteX125" fmla="*/ 1422927 w 1428956"/>
                <a:gd name="connsiteY125" fmla="*/ 430871 h 1191345"/>
                <a:gd name="connsiteX126" fmla="*/ 1424284 w 1428956"/>
                <a:gd name="connsiteY126" fmla="*/ 446444 h 1191345"/>
                <a:gd name="connsiteX127" fmla="*/ 1424764 w 1428956"/>
                <a:gd name="connsiteY127" fmla="*/ 452035 h 1191345"/>
                <a:gd name="connsiteX128" fmla="*/ 1425003 w 1428956"/>
                <a:gd name="connsiteY128" fmla="*/ 455389 h 1191345"/>
                <a:gd name="connsiteX129" fmla="*/ 1427080 w 1428956"/>
                <a:gd name="connsiteY129" fmla="*/ 489971 h 1191345"/>
                <a:gd name="connsiteX130" fmla="*/ 1427799 w 1428956"/>
                <a:gd name="connsiteY130" fmla="*/ 507461 h 1191345"/>
                <a:gd name="connsiteX131" fmla="*/ 1428357 w 1428956"/>
                <a:gd name="connsiteY131" fmla="*/ 526469 h 1191345"/>
                <a:gd name="connsiteX132" fmla="*/ 1428677 w 1428956"/>
                <a:gd name="connsiteY132" fmla="*/ 541723 h 1191345"/>
                <a:gd name="connsiteX133" fmla="*/ 1428837 w 1428956"/>
                <a:gd name="connsiteY133" fmla="*/ 554342 h 1191345"/>
                <a:gd name="connsiteX134" fmla="*/ 1428837 w 1428956"/>
                <a:gd name="connsiteY134" fmla="*/ 594674 h 119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1428956" h="1191345">
                  <a:moveTo>
                    <a:pt x="1428837" y="594674"/>
                  </a:moveTo>
                  <a:cubicBezTo>
                    <a:pt x="1428837" y="605136"/>
                    <a:pt x="1428677" y="615838"/>
                    <a:pt x="1428357" y="626540"/>
                  </a:cubicBezTo>
                  <a:cubicBezTo>
                    <a:pt x="1428118" y="637242"/>
                    <a:pt x="1427878" y="648104"/>
                    <a:pt x="1427479" y="659045"/>
                  </a:cubicBezTo>
                  <a:cubicBezTo>
                    <a:pt x="1427239" y="667351"/>
                    <a:pt x="1426920" y="675737"/>
                    <a:pt x="1426600" y="684123"/>
                  </a:cubicBezTo>
                  <a:cubicBezTo>
                    <a:pt x="1426361" y="690512"/>
                    <a:pt x="1426041" y="696981"/>
                    <a:pt x="1425802" y="703530"/>
                  </a:cubicBezTo>
                  <a:cubicBezTo>
                    <a:pt x="1425402" y="710638"/>
                    <a:pt x="1425083" y="717746"/>
                    <a:pt x="1424764" y="724934"/>
                  </a:cubicBezTo>
                  <a:cubicBezTo>
                    <a:pt x="1424364" y="732282"/>
                    <a:pt x="1423965" y="739709"/>
                    <a:pt x="1423566" y="747056"/>
                  </a:cubicBezTo>
                  <a:cubicBezTo>
                    <a:pt x="1422687" y="761832"/>
                    <a:pt x="1421809" y="776607"/>
                    <a:pt x="1420850" y="791382"/>
                  </a:cubicBezTo>
                  <a:cubicBezTo>
                    <a:pt x="1420371" y="798649"/>
                    <a:pt x="1419892" y="805997"/>
                    <a:pt x="1419333" y="813265"/>
                  </a:cubicBezTo>
                  <a:cubicBezTo>
                    <a:pt x="1417975" y="831554"/>
                    <a:pt x="1416617" y="849683"/>
                    <a:pt x="1415100" y="867653"/>
                  </a:cubicBezTo>
                  <a:cubicBezTo>
                    <a:pt x="1414940" y="869809"/>
                    <a:pt x="1414780" y="871886"/>
                    <a:pt x="1414621" y="874042"/>
                  </a:cubicBezTo>
                  <a:cubicBezTo>
                    <a:pt x="1414461" y="875480"/>
                    <a:pt x="1414381" y="876917"/>
                    <a:pt x="1414221" y="878355"/>
                  </a:cubicBezTo>
                  <a:cubicBezTo>
                    <a:pt x="1412464" y="898720"/>
                    <a:pt x="1410707" y="918766"/>
                    <a:pt x="1408791" y="938254"/>
                  </a:cubicBezTo>
                  <a:cubicBezTo>
                    <a:pt x="1408551" y="940729"/>
                    <a:pt x="1408311" y="943125"/>
                    <a:pt x="1408072" y="945521"/>
                  </a:cubicBezTo>
                  <a:cubicBezTo>
                    <a:pt x="1407273" y="954466"/>
                    <a:pt x="1406394" y="963251"/>
                    <a:pt x="1405436" y="971957"/>
                  </a:cubicBezTo>
                  <a:cubicBezTo>
                    <a:pt x="1404797" y="978346"/>
                    <a:pt x="1404158" y="984575"/>
                    <a:pt x="1403519" y="990805"/>
                  </a:cubicBezTo>
                  <a:cubicBezTo>
                    <a:pt x="1402721" y="998392"/>
                    <a:pt x="1401922" y="1005819"/>
                    <a:pt x="1401124" y="1013167"/>
                  </a:cubicBezTo>
                  <a:cubicBezTo>
                    <a:pt x="1399925" y="1023629"/>
                    <a:pt x="1398807" y="1033852"/>
                    <a:pt x="1397689" y="1043755"/>
                  </a:cubicBezTo>
                  <a:cubicBezTo>
                    <a:pt x="1396891" y="1051023"/>
                    <a:pt x="1396012" y="1058131"/>
                    <a:pt x="1395134" y="1065079"/>
                  </a:cubicBezTo>
                  <a:cubicBezTo>
                    <a:pt x="1394495" y="1070430"/>
                    <a:pt x="1393856" y="1075701"/>
                    <a:pt x="1393297" y="1080813"/>
                  </a:cubicBezTo>
                  <a:cubicBezTo>
                    <a:pt x="1388106" y="1121784"/>
                    <a:pt x="1383314" y="1156205"/>
                    <a:pt x="1379560" y="1181043"/>
                  </a:cubicBezTo>
                  <a:cubicBezTo>
                    <a:pt x="1379001" y="1184398"/>
                    <a:pt x="1378681" y="1187912"/>
                    <a:pt x="1378362" y="1191346"/>
                  </a:cubicBezTo>
                  <a:lnTo>
                    <a:pt x="538581" y="1191346"/>
                  </a:lnTo>
                  <a:lnTo>
                    <a:pt x="538581" y="1191106"/>
                  </a:lnTo>
                  <a:cubicBezTo>
                    <a:pt x="537702" y="1137757"/>
                    <a:pt x="537143" y="1090876"/>
                    <a:pt x="536823" y="1051263"/>
                  </a:cubicBezTo>
                  <a:cubicBezTo>
                    <a:pt x="536264" y="998951"/>
                    <a:pt x="536104" y="959657"/>
                    <a:pt x="536664" y="935378"/>
                  </a:cubicBezTo>
                  <a:lnTo>
                    <a:pt x="536664" y="933542"/>
                  </a:lnTo>
                  <a:cubicBezTo>
                    <a:pt x="538021" y="867733"/>
                    <a:pt x="546327" y="797451"/>
                    <a:pt x="558626" y="726771"/>
                  </a:cubicBezTo>
                  <a:cubicBezTo>
                    <a:pt x="565335" y="688036"/>
                    <a:pt x="573482" y="649062"/>
                    <a:pt x="582267" y="611046"/>
                  </a:cubicBezTo>
                  <a:cubicBezTo>
                    <a:pt x="595125" y="554103"/>
                    <a:pt x="609900" y="498437"/>
                    <a:pt x="624675" y="446524"/>
                  </a:cubicBezTo>
                  <a:lnTo>
                    <a:pt x="624915" y="446524"/>
                  </a:lnTo>
                  <a:cubicBezTo>
                    <a:pt x="637853" y="400442"/>
                    <a:pt x="650951" y="357315"/>
                    <a:pt x="663330" y="318580"/>
                  </a:cubicBezTo>
                  <a:cubicBezTo>
                    <a:pt x="663330" y="318500"/>
                    <a:pt x="663330" y="318421"/>
                    <a:pt x="663409" y="318341"/>
                  </a:cubicBezTo>
                  <a:cubicBezTo>
                    <a:pt x="663409" y="318181"/>
                    <a:pt x="663409" y="318101"/>
                    <a:pt x="663489" y="317941"/>
                  </a:cubicBezTo>
                  <a:cubicBezTo>
                    <a:pt x="663969" y="316344"/>
                    <a:pt x="664528" y="314587"/>
                    <a:pt x="664847" y="312990"/>
                  </a:cubicBezTo>
                  <a:lnTo>
                    <a:pt x="665087" y="312990"/>
                  </a:lnTo>
                  <a:cubicBezTo>
                    <a:pt x="666125" y="309316"/>
                    <a:pt x="667323" y="305562"/>
                    <a:pt x="668601" y="301889"/>
                  </a:cubicBezTo>
                  <a:cubicBezTo>
                    <a:pt x="668601" y="301809"/>
                    <a:pt x="668681" y="301729"/>
                    <a:pt x="668681" y="301649"/>
                  </a:cubicBezTo>
                  <a:cubicBezTo>
                    <a:pt x="668681" y="301569"/>
                    <a:pt x="668681" y="301569"/>
                    <a:pt x="668681" y="301569"/>
                  </a:cubicBezTo>
                  <a:cubicBezTo>
                    <a:pt x="696474" y="213638"/>
                    <a:pt x="718037" y="151263"/>
                    <a:pt x="719475" y="134172"/>
                  </a:cubicBezTo>
                  <a:cubicBezTo>
                    <a:pt x="719635" y="131696"/>
                    <a:pt x="719874" y="129220"/>
                    <a:pt x="720034" y="126984"/>
                  </a:cubicBezTo>
                  <a:cubicBezTo>
                    <a:pt x="720353" y="122591"/>
                    <a:pt x="720753" y="118518"/>
                    <a:pt x="720912" y="114445"/>
                  </a:cubicBezTo>
                  <a:cubicBezTo>
                    <a:pt x="721392" y="109334"/>
                    <a:pt x="721631" y="104382"/>
                    <a:pt x="721631" y="99830"/>
                  </a:cubicBezTo>
                  <a:lnTo>
                    <a:pt x="721631" y="99750"/>
                  </a:lnTo>
                  <a:cubicBezTo>
                    <a:pt x="721791" y="80582"/>
                    <a:pt x="718756" y="65488"/>
                    <a:pt x="708374" y="54227"/>
                  </a:cubicBezTo>
                  <a:lnTo>
                    <a:pt x="708294" y="54147"/>
                  </a:lnTo>
                  <a:cubicBezTo>
                    <a:pt x="694238" y="38733"/>
                    <a:pt x="665885" y="30587"/>
                    <a:pt x="611817" y="29389"/>
                  </a:cubicBezTo>
                  <a:cubicBezTo>
                    <a:pt x="590333" y="28830"/>
                    <a:pt x="571724" y="34340"/>
                    <a:pt x="555672" y="44164"/>
                  </a:cubicBezTo>
                  <a:cubicBezTo>
                    <a:pt x="555672" y="44164"/>
                    <a:pt x="555592" y="44164"/>
                    <a:pt x="555592" y="44244"/>
                  </a:cubicBezTo>
                  <a:cubicBezTo>
                    <a:pt x="530594" y="59578"/>
                    <a:pt x="511586" y="85534"/>
                    <a:pt x="496971" y="117240"/>
                  </a:cubicBezTo>
                  <a:cubicBezTo>
                    <a:pt x="495373" y="120435"/>
                    <a:pt x="494016" y="123630"/>
                    <a:pt x="492578" y="126824"/>
                  </a:cubicBezTo>
                  <a:cubicBezTo>
                    <a:pt x="484831" y="145193"/>
                    <a:pt x="478602" y="165000"/>
                    <a:pt x="473091" y="185765"/>
                  </a:cubicBezTo>
                  <a:cubicBezTo>
                    <a:pt x="473011" y="185845"/>
                    <a:pt x="473011" y="185924"/>
                    <a:pt x="473011" y="186004"/>
                  </a:cubicBezTo>
                  <a:cubicBezTo>
                    <a:pt x="461431" y="231447"/>
                    <a:pt x="454722" y="280245"/>
                    <a:pt x="450170" y="322174"/>
                  </a:cubicBezTo>
                  <a:cubicBezTo>
                    <a:pt x="446256" y="358992"/>
                    <a:pt x="443780" y="390698"/>
                    <a:pt x="441145" y="410745"/>
                  </a:cubicBezTo>
                  <a:cubicBezTo>
                    <a:pt x="441145" y="410745"/>
                    <a:pt x="439707" y="421127"/>
                    <a:pt x="437311" y="440534"/>
                  </a:cubicBezTo>
                  <a:cubicBezTo>
                    <a:pt x="433238" y="474876"/>
                    <a:pt x="425651" y="537251"/>
                    <a:pt x="416467" y="619352"/>
                  </a:cubicBezTo>
                  <a:lnTo>
                    <a:pt x="416307" y="619352"/>
                  </a:lnTo>
                  <a:cubicBezTo>
                    <a:pt x="412074" y="657927"/>
                    <a:pt x="407522" y="700735"/>
                    <a:pt x="402730" y="747056"/>
                  </a:cubicBezTo>
                  <a:cubicBezTo>
                    <a:pt x="396740" y="804479"/>
                    <a:pt x="390590" y="867174"/>
                    <a:pt x="384441" y="933542"/>
                  </a:cubicBezTo>
                  <a:cubicBezTo>
                    <a:pt x="380927" y="971637"/>
                    <a:pt x="377413" y="1010931"/>
                    <a:pt x="373898" y="1051263"/>
                  </a:cubicBezTo>
                  <a:cubicBezTo>
                    <a:pt x="370065" y="1096945"/>
                    <a:pt x="366311" y="1143826"/>
                    <a:pt x="362797" y="1191346"/>
                  </a:cubicBezTo>
                  <a:lnTo>
                    <a:pt x="38545" y="1191346"/>
                  </a:lnTo>
                  <a:cubicBezTo>
                    <a:pt x="40382" y="1138236"/>
                    <a:pt x="39743" y="1103894"/>
                    <a:pt x="35989" y="1094550"/>
                  </a:cubicBezTo>
                  <a:cubicBezTo>
                    <a:pt x="-32695" y="921083"/>
                    <a:pt x="12589" y="755123"/>
                    <a:pt x="43257" y="679011"/>
                  </a:cubicBezTo>
                  <a:cubicBezTo>
                    <a:pt x="47410" y="668709"/>
                    <a:pt x="51403" y="658566"/>
                    <a:pt x="55317" y="648503"/>
                  </a:cubicBezTo>
                  <a:cubicBezTo>
                    <a:pt x="86784" y="567680"/>
                    <a:pt x="110743" y="494363"/>
                    <a:pt x="129352" y="428874"/>
                  </a:cubicBezTo>
                  <a:cubicBezTo>
                    <a:pt x="173757" y="271620"/>
                    <a:pt x="187493" y="159729"/>
                    <a:pt x="201390" y="100389"/>
                  </a:cubicBezTo>
                  <a:cubicBezTo>
                    <a:pt x="201390" y="99990"/>
                    <a:pt x="201550" y="99830"/>
                    <a:pt x="201550" y="99670"/>
                  </a:cubicBezTo>
                  <a:lnTo>
                    <a:pt x="201550" y="99510"/>
                  </a:lnTo>
                  <a:cubicBezTo>
                    <a:pt x="202428" y="95757"/>
                    <a:pt x="203307" y="92402"/>
                    <a:pt x="204265" y="89128"/>
                  </a:cubicBezTo>
                  <a:cubicBezTo>
                    <a:pt x="264963" y="46081"/>
                    <a:pt x="328216" y="37295"/>
                    <a:pt x="466382" y="9822"/>
                  </a:cubicBezTo>
                  <a:cubicBezTo>
                    <a:pt x="472133" y="8624"/>
                    <a:pt x="477963" y="7745"/>
                    <a:pt x="483953" y="6787"/>
                  </a:cubicBezTo>
                  <a:cubicBezTo>
                    <a:pt x="488505" y="6148"/>
                    <a:pt x="493297" y="5429"/>
                    <a:pt x="498089" y="4870"/>
                  </a:cubicBezTo>
                  <a:cubicBezTo>
                    <a:pt x="499926" y="4631"/>
                    <a:pt x="501763" y="4391"/>
                    <a:pt x="503679" y="4231"/>
                  </a:cubicBezTo>
                  <a:cubicBezTo>
                    <a:pt x="505516" y="3992"/>
                    <a:pt x="507353" y="3752"/>
                    <a:pt x="509190" y="3513"/>
                  </a:cubicBezTo>
                  <a:lnTo>
                    <a:pt x="510548" y="3513"/>
                  </a:lnTo>
                  <a:cubicBezTo>
                    <a:pt x="539619" y="478"/>
                    <a:pt x="571724" y="-401"/>
                    <a:pt x="607105" y="158"/>
                  </a:cubicBezTo>
                  <a:cubicBezTo>
                    <a:pt x="616289" y="158"/>
                    <a:pt x="625553" y="318"/>
                    <a:pt x="635137" y="478"/>
                  </a:cubicBezTo>
                  <a:lnTo>
                    <a:pt x="637054" y="478"/>
                  </a:lnTo>
                  <a:cubicBezTo>
                    <a:pt x="641766" y="637"/>
                    <a:pt x="646558" y="797"/>
                    <a:pt x="651510" y="1037"/>
                  </a:cubicBezTo>
                  <a:cubicBezTo>
                    <a:pt x="661732" y="1356"/>
                    <a:pt x="672115" y="1755"/>
                    <a:pt x="682817" y="2235"/>
                  </a:cubicBezTo>
                  <a:cubicBezTo>
                    <a:pt x="693439" y="2634"/>
                    <a:pt x="704301" y="3113"/>
                    <a:pt x="715641" y="3672"/>
                  </a:cubicBezTo>
                  <a:cubicBezTo>
                    <a:pt x="721472" y="3992"/>
                    <a:pt x="727302" y="4311"/>
                    <a:pt x="733212" y="4551"/>
                  </a:cubicBezTo>
                  <a:cubicBezTo>
                    <a:pt x="750143" y="5509"/>
                    <a:pt x="767554" y="6467"/>
                    <a:pt x="785523" y="7346"/>
                  </a:cubicBezTo>
                  <a:cubicBezTo>
                    <a:pt x="786961" y="7506"/>
                    <a:pt x="788159" y="7506"/>
                    <a:pt x="789596" y="7506"/>
                  </a:cubicBezTo>
                  <a:cubicBezTo>
                    <a:pt x="795666" y="7905"/>
                    <a:pt x="801816" y="8225"/>
                    <a:pt x="808125" y="8624"/>
                  </a:cubicBezTo>
                  <a:cubicBezTo>
                    <a:pt x="808205" y="8624"/>
                    <a:pt x="808205" y="8624"/>
                    <a:pt x="808285" y="8624"/>
                  </a:cubicBezTo>
                  <a:lnTo>
                    <a:pt x="808764" y="8624"/>
                  </a:lnTo>
                  <a:cubicBezTo>
                    <a:pt x="808764" y="8624"/>
                    <a:pt x="808764" y="8624"/>
                    <a:pt x="808764" y="8784"/>
                  </a:cubicBezTo>
                  <a:cubicBezTo>
                    <a:pt x="813476" y="8943"/>
                    <a:pt x="818188" y="9103"/>
                    <a:pt x="822980" y="9343"/>
                  </a:cubicBezTo>
                  <a:cubicBezTo>
                    <a:pt x="825376" y="9502"/>
                    <a:pt x="827772" y="9582"/>
                    <a:pt x="830248" y="9742"/>
                  </a:cubicBezTo>
                  <a:cubicBezTo>
                    <a:pt x="832963" y="9902"/>
                    <a:pt x="835758" y="9982"/>
                    <a:pt x="838554" y="10141"/>
                  </a:cubicBezTo>
                  <a:lnTo>
                    <a:pt x="838634" y="10141"/>
                  </a:lnTo>
                  <a:cubicBezTo>
                    <a:pt x="846221" y="10700"/>
                    <a:pt x="853888" y="11020"/>
                    <a:pt x="861635" y="11419"/>
                  </a:cubicBezTo>
                  <a:cubicBezTo>
                    <a:pt x="872736" y="11898"/>
                    <a:pt x="883837" y="12617"/>
                    <a:pt x="894939" y="13176"/>
                  </a:cubicBezTo>
                  <a:cubicBezTo>
                    <a:pt x="914665" y="14374"/>
                    <a:pt x="934392" y="15812"/>
                    <a:pt x="953959" y="17409"/>
                  </a:cubicBezTo>
                  <a:lnTo>
                    <a:pt x="954039" y="17409"/>
                  </a:lnTo>
                  <a:cubicBezTo>
                    <a:pt x="966018" y="18447"/>
                    <a:pt x="977759" y="19486"/>
                    <a:pt x="989339" y="20763"/>
                  </a:cubicBezTo>
                  <a:cubicBezTo>
                    <a:pt x="1083101" y="30587"/>
                    <a:pt x="1169275" y="47518"/>
                    <a:pt x="1230292" y="78106"/>
                  </a:cubicBezTo>
                  <a:cubicBezTo>
                    <a:pt x="1230851" y="78666"/>
                    <a:pt x="1231330" y="79225"/>
                    <a:pt x="1231810" y="79704"/>
                  </a:cubicBezTo>
                  <a:lnTo>
                    <a:pt x="1231889" y="79784"/>
                  </a:lnTo>
                  <a:cubicBezTo>
                    <a:pt x="1233966" y="81940"/>
                    <a:pt x="1236122" y="84096"/>
                    <a:pt x="1238279" y="86173"/>
                  </a:cubicBezTo>
                  <a:cubicBezTo>
                    <a:pt x="1264634" y="113007"/>
                    <a:pt x="1286437" y="134571"/>
                    <a:pt x="1305445" y="155735"/>
                  </a:cubicBezTo>
                  <a:cubicBezTo>
                    <a:pt x="1308959" y="159649"/>
                    <a:pt x="1312313" y="163562"/>
                    <a:pt x="1315668" y="167476"/>
                  </a:cubicBezTo>
                  <a:cubicBezTo>
                    <a:pt x="1318383" y="170670"/>
                    <a:pt x="1321019" y="173865"/>
                    <a:pt x="1323574" y="177139"/>
                  </a:cubicBezTo>
                  <a:cubicBezTo>
                    <a:pt x="1325491" y="179455"/>
                    <a:pt x="1327328" y="181851"/>
                    <a:pt x="1329165" y="184247"/>
                  </a:cubicBezTo>
                  <a:cubicBezTo>
                    <a:pt x="1333078" y="189359"/>
                    <a:pt x="1336912" y="194550"/>
                    <a:pt x="1340666" y="199901"/>
                  </a:cubicBezTo>
                  <a:cubicBezTo>
                    <a:pt x="1342183" y="202137"/>
                    <a:pt x="1343780" y="204453"/>
                    <a:pt x="1345298" y="206769"/>
                  </a:cubicBezTo>
                  <a:cubicBezTo>
                    <a:pt x="1345458" y="207009"/>
                    <a:pt x="1345537" y="207168"/>
                    <a:pt x="1345697" y="207328"/>
                  </a:cubicBezTo>
                  <a:cubicBezTo>
                    <a:pt x="1348652" y="211801"/>
                    <a:pt x="1351527" y="216433"/>
                    <a:pt x="1354402" y="221145"/>
                  </a:cubicBezTo>
                  <a:cubicBezTo>
                    <a:pt x="1357357" y="226096"/>
                    <a:pt x="1360312" y="231208"/>
                    <a:pt x="1363188" y="236559"/>
                  </a:cubicBezTo>
                  <a:cubicBezTo>
                    <a:pt x="1366222" y="241990"/>
                    <a:pt x="1369098" y="247660"/>
                    <a:pt x="1372053" y="253570"/>
                  </a:cubicBezTo>
                  <a:cubicBezTo>
                    <a:pt x="1374928" y="259241"/>
                    <a:pt x="1377723" y="265151"/>
                    <a:pt x="1380438" y="271300"/>
                  </a:cubicBezTo>
                  <a:cubicBezTo>
                    <a:pt x="1380438" y="271380"/>
                    <a:pt x="1380518" y="271460"/>
                    <a:pt x="1380598" y="271540"/>
                  </a:cubicBezTo>
                  <a:cubicBezTo>
                    <a:pt x="1383394" y="277769"/>
                    <a:pt x="1386189" y="284318"/>
                    <a:pt x="1388984" y="291107"/>
                  </a:cubicBezTo>
                  <a:cubicBezTo>
                    <a:pt x="1390022" y="293742"/>
                    <a:pt x="1391061" y="296298"/>
                    <a:pt x="1392179" y="299013"/>
                  </a:cubicBezTo>
                  <a:cubicBezTo>
                    <a:pt x="1394335" y="304364"/>
                    <a:pt x="1396491" y="309955"/>
                    <a:pt x="1398648" y="315705"/>
                  </a:cubicBezTo>
                  <a:cubicBezTo>
                    <a:pt x="1399766" y="318580"/>
                    <a:pt x="1400804" y="321535"/>
                    <a:pt x="1401922" y="324490"/>
                  </a:cubicBezTo>
                  <a:cubicBezTo>
                    <a:pt x="1404717" y="332157"/>
                    <a:pt x="1407353" y="340623"/>
                    <a:pt x="1409589" y="349808"/>
                  </a:cubicBezTo>
                  <a:cubicBezTo>
                    <a:pt x="1409989" y="351165"/>
                    <a:pt x="1410388" y="352603"/>
                    <a:pt x="1410707" y="354120"/>
                  </a:cubicBezTo>
                  <a:cubicBezTo>
                    <a:pt x="1412784" y="362666"/>
                    <a:pt x="1414621" y="371850"/>
                    <a:pt x="1416298" y="381514"/>
                  </a:cubicBezTo>
                  <a:cubicBezTo>
                    <a:pt x="1416937" y="385028"/>
                    <a:pt x="1417496" y="388622"/>
                    <a:pt x="1418055" y="392216"/>
                  </a:cubicBezTo>
                  <a:cubicBezTo>
                    <a:pt x="1419173" y="399404"/>
                    <a:pt x="1420211" y="406831"/>
                    <a:pt x="1421090" y="414498"/>
                  </a:cubicBezTo>
                  <a:cubicBezTo>
                    <a:pt x="1421729" y="419610"/>
                    <a:pt x="1422288" y="424881"/>
                    <a:pt x="1422847" y="430152"/>
                  </a:cubicBezTo>
                  <a:cubicBezTo>
                    <a:pt x="1422847" y="430391"/>
                    <a:pt x="1422847" y="430631"/>
                    <a:pt x="1422927" y="430871"/>
                  </a:cubicBezTo>
                  <a:cubicBezTo>
                    <a:pt x="1423406" y="435902"/>
                    <a:pt x="1423885" y="441173"/>
                    <a:pt x="1424284" y="446444"/>
                  </a:cubicBezTo>
                  <a:cubicBezTo>
                    <a:pt x="1424444" y="448281"/>
                    <a:pt x="1424604" y="450118"/>
                    <a:pt x="1424764" y="452035"/>
                  </a:cubicBezTo>
                  <a:cubicBezTo>
                    <a:pt x="1424844" y="453153"/>
                    <a:pt x="1424923" y="454271"/>
                    <a:pt x="1425003" y="455389"/>
                  </a:cubicBezTo>
                  <a:cubicBezTo>
                    <a:pt x="1425882" y="466570"/>
                    <a:pt x="1426600" y="478071"/>
                    <a:pt x="1427080" y="489971"/>
                  </a:cubicBezTo>
                  <a:cubicBezTo>
                    <a:pt x="1427399" y="495721"/>
                    <a:pt x="1427639" y="501551"/>
                    <a:pt x="1427799" y="507461"/>
                  </a:cubicBezTo>
                  <a:cubicBezTo>
                    <a:pt x="1428038" y="513691"/>
                    <a:pt x="1428278" y="520000"/>
                    <a:pt x="1428357" y="526469"/>
                  </a:cubicBezTo>
                  <a:cubicBezTo>
                    <a:pt x="1428517" y="531501"/>
                    <a:pt x="1428597" y="536612"/>
                    <a:pt x="1428677" y="541723"/>
                  </a:cubicBezTo>
                  <a:cubicBezTo>
                    <a:pt x="1428757" y="545876"/>
                    <a:pt x="1428837" y="550109"/>
                    <a:pt x="1428837" y="554342"/>
                  </a:cubicBezTo>
                  <a:cubicBezTo>
                    <a:pt x="1428996" y="567520"/>
                    <a:pt x="1428996" y="581017"/>
                    <a:pt x="1428837" y="594674"/>
                  </a:cubicBezTo>
                  <a:close/>
                </a:path>
              </a:pathLst>
            </a:custGeom>
            <a:solidFill>
              <a:srgbClr val="FFFFFF"/>
            </a:solidFill>
            <a:ln w="7981" cap="flat">
              <a:noFill/>
              <a:prstDash val="solid"/>
              <a:miter/>
            </a:ln>
          </p:spPr>
          <p:txBody>
            <a:bodyPr rtlCol="0" anchor="ctr"/>
            <a:lstStyle/>
            <a:p>
              <a:endParaRPr lang="en-US"/>
            </a:p>
          </p:txBody>
        </p:sp>
        <p:sp>
          <p:nvSpPr>
            <p:cNvPr id="127" name="Freihandform: Form 126">
              <a:extLst>
                <a:ext uri="{FF2B5EF4-FFF2-40B4-BE49-F238E27FC236}">
                  <a16:creationId xmlns:a16="http://schemas.microsoft.com/office/drawing/2014/main" id="{A22ABC96-A42E-2CD2-B256-9250EE53973B}"/>
                </a:ext>
              </a:extLst>
            </p:cNvPr>
            <p:cNvSpPr/>
            <p:nvPr/>
          </p:nvSpPr>
          <p:spPr>
            <a:xfrm>
              <a:off x="10477584" y="5018530"/>
              <a:ext cx="474904" cy="1163634"/>
            </a:xfrm>
            <a:custGeom>
              <a:avLst/>
              <a:gdLst>
                <a:gd name="connsiteX0" fmla="*/ 425601 w 474904"/>
                <a:gd name="connsiteY0" fmla="*/ 1163634 h 1163634"/>
                <a:gd name="connsiteX1" fmla="*/ 447883 w 474904"/>
                <a:gd name="connsiteY1" fmla="*/ 307081 h 1163634"/>
                <a:gd name="connsiteX2" fmla="*/ 276253 w 474904"/>
                <a:gd name="connsiteY2" fmla="*/ 60697 h 1163634"/>
                <a:gd name="connsiteX3" fmla="*/ 0 w 474904"/>
                <a:gd name="connsiteY3" fmla="*/ 0 h 1163634"/>
              </a:gdLst>
              <a:ahLst/>
              <a:cxnLst>
                <a:cxn ang="0">
                  <a:pos x="connsiteX0" y="connsiteY0"/>
                </a:cxn>
                <a:cxn ang="0">
                  <a:pos x="connsiteX1" y="connsiteY1"/>
                </a:cxn>
                <a:cxn ang="0">
                  <a:pos x="connsiteX2" y="connsiteY2"/>
                </a:cxn>
                <a:cxn ang="0">
                  <a:pos x="connsiteX3" y="connsiteY3"/>
                </a:cxn>
              </a:cxnLst>
              <a:rect l="l" t="t" r="r" b="b"/>
              <a:pathLst>
                <a:path w="474904" h="1163634">
                  <a:moveTo>
                    <a:pt x="425601" y="1163634"/>
                  </a:moveTo>
                  <a:cubicBezTo>
                    <a:pt x="449880" y="1007578"/>
                    <a:pt x="509460" y="474798"/>
                    <a:pt x="447883" y="307081"/>
                  </a:cubicBezTo>
                  <a:cubicBezTo>
                    <a:pt x="401242" y="179936"/>
                    <a:pt x="362667" y="148709"/>
                    <a:pt x="276253" y="60697"/>
                  </a:cubicBezTo>
                  <a:cubicBezTo>
                    <a:pt x="188162" y="16372"/>
                    <a:pt x="139604" y="6868"/>
                    <a:pt x="0" y="0"/>
                  </a:cubicBezTo>
                </a:path>
              </a:pathLst>
            </a:custGeom>
            <a:noFill/>
            <a:ln w="17603" cap="flat">
              <a:solidFill>
                <a:srgbClr val="DFE6ED"/>
              </a:solidFill>
              <a:prstDash val="solid"/>
              <a:miter/>
            </a:ln>
          </p:spPr>
          <p:txBody>
            <a:bodyPr rtlCol="0" anchor="ctr"/>
            <a:lstStyle/>
            <a:p>
              <a:endParaRPr lang="en-US"/>
            </a:p>
          </p:txBody>
        </p:sp>
        <p:sp>
          <p:nvSpPr>
            <p:cNvPr id="128" name="Freihandform: Form 127">
              <a:extLst>
                <a:ext uri="{FF2B5EF4-FFF2-40B4-BE49-F238E27FC236}">
                  <a16:creationId xmlns:a16="http://schemas.microsoft.com/office/drawing/2014/main" id="{3141A509-A32F-633A-F1D3-40EC70D053B8}"/>
                </a:ext>
              </a:extLst>
            </p:cNvPr>
            <p:cNvSpPr/>
            <p:nvPr/>
          </p:nvSpPr>
          <p:spPr>
            <a:xfrm>
              <a:off x="9720900" y="5007269"/>
              <a:ext cx="314269" cy="95199"/>
            </a:xfrm>
            <a:custGeom>
              <a:avLst/>
              <a:gdLst>
                <a:gd name="connsiteX0" fmla="*/ 314269 w 314269"/>
                <a:gd name="connsiteY0" fmla="*/ 0 h 95199"/>
                <a:gd name="connsiteX1" fmla="*/ 0 w 314269"/>
                <a:gd name="connsiteY1" fmla="*/ 95199 h 95199"/>
              </a:gdLst>
              <a:ahLst/>
              <a:cxnLst>
                <a:cxn ang="0">
                  <a:pos x="connsiteX0" y="connsiteY0"/>
                </a:cxn>
                <a:cxn ang="0">
                  <a:pos x="connsiteX1" y="connsiteY1"/>
                </a:cxn>
              </a:cxnLst>
              <a:rect l="l" t="t" r="r" b="b"/>
              <a:pathLst>
                <a:path w="314269" h="95199">
                  <a:moveTo>
                    <a:pt x="314269" y="0"/>
                  </a:moveTo>
                  <a:cubicBezTo>
                    <a:pt x="176102" y="27553"/>
                    <a:pt x="60777" y="52072"/>
                    <a:pt x="0" y="95199"/>
                  </a:cubicBezTo>
                </a:path>
              </a:pathLst>
            </a:custGeom>
            <a:noFill/>
            <a:ln w="17603" cap="flat">
              <a:solidFill>
                <a:srgbClr val="DFE6ED"/>
              </a:solidFill>
              <a:prstDash val="solid"/>
              <a:miter/>
            </a:ln>
          </p:spPr>
          <p:txBody>
            <a:bodyPr rtlCol="0" anchor="ctr"/>
            <a:lstStyle/>
            <a:p>
              <a:endParaRPr lang="en-US"/>
            </a:p>
          </p:txBody>
        </p:sp>
        <p:sp>
          <p:nvSpPr>
            <p:cNvPr id="129" name="Freihandform: Form 128">
              <a:extLst>
                <a:ext uri="{FF2B5EF4-FFF2-40B4-BE49-F238E27FC236}">
                  <a16:creationId xmlns:a16="http://schemas.microsoft.com/office/drawing/2014/main" id="{DAD23DAC-6E7C-1A68-75B6-551A14082785}"/>
                </a:ext>
              </a:extLst>
            </p:cNvPr>
            <p:cNvSpPr/>
            <p:nvPr/>
          </p:nvSpPr>
          <p:spPr>
            <a:xfrm>
              <a:off x="9988091" y="4623757"/>
              <a:ext cx="348770" cy="739512"/>
            </a:xfrm>
            <a:custGeom>
              <a:avLst/>
              <a:gdLst>
                <a:gd name="connsiteX0" fmla="*/ 49197 w 348770"/>
                <a:gd name="connsiteY0" fmla="*/ 418333 h 739512"/>
                <a:gd name="connsiteX1" fmla="*/ 0 w 348770"/>
                <a:gd name="connsiteY1" fmla="*/ 8865 h 739512"/>
                <a:gd name="connsiteX2" fmla="*/ 140323 w 348770"/>
                <a:gd name="connsiteY2" fmla="*/ 11501 h 739512"/>
                <a:gd name="connsiteX3" fmla="*/ 296938 w 348770"/>
                <a:gd name="connsiteY3" fmla="*/ 0 h 739512"/>
                <a:gd name="connsiteX4" fmla="*/ 348771 w 348770"/>
                <a:gd name="connsiteY4" fmla="*/ 428716 h 739512"/>
                <a:gd name="connsiteX5" fmla="*/ 79785 w 348770"/>
                <a:gd name="connsiteY5" fmla="*/ 739231 h 739512"/>
                <a:gd name="connsiteX6" fmla="*/ 49197 w 348770"/>
                <a:gd name="connsiteY6" fmla="*/ 418333 h 739512"/>
                <a:gd name="connsiteX7" fmla="*/ 49197 w 348770"/>
                <a:gd name="connsiteY7" fmla="*/ 418333 h 73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770" h="739512">
                  <a:moveTo>
                    <a:pt x="49197" y="418333"/>
                  </a:moveTo>
                  <a:lnTo>
                    <a:pt x="0" y="8865"/>
                  </a:lnTo>
                  <a:lnTo>
                    <a:pt x="140323" y="11501"/>
                  </a:lnTo>
                  <a:lnTo>
                    <a:pt x="296938" y="0"/>
                  </a:lnTo>
                  <a:lnTo>
                    <a:pt x="348771" y="428716"/>
                  </a:lnTo>
                  <a:cubicBezTo>
                    <a:pt x="348771" y="428716"/>
                    <a:pt x="233925" y="750333"/>
                    <a:pt x="79785" y="739231"/>
                  </a:cubicBezTo>
                  <a:cubicBezTo>
                    <a:pt x="-74434" y="728130"/>
                    <a:pt x="49197" y="418333"/>
                    <a:pt x="49197" y="418333"/>
                  </a:cubicBezTo>
                  <a:lnTo>
                    <a:pt x="49197" y="418333"/>
                  </a:lnTo>
                  <a:close/>
                </a:path>
              </a:pathLst>
            </a:custGeom>
            <a:solidFill>
              <a:srgbClr val="9B644B"/>
            </a:solidFill>
            <a:ln w="7981" cap="flat">
              <a:noFill/>
              <a:prstDash val="solid"/>
              <a:miter/>
            </a:ln>
          </p:spPr>
          <p:txBody>
            <a:bodyPr rtlCol="0" anchor="ctr"/>
            <a:lstStyle/>
            <a:p>
              <a:endParaRPr lang="en-US"/>
            </a:p>
          </p:txBody>
        </p:sp>
        <p:sp>
          <p:nvSpPr>
            <p:cNvPr id="130" name="Freihandform: Form 129">
              <a:extLst>
                <a:ext uri="{FF2B5EF4-FFF2-40B4-BE49-F238E27FC236}">
                  <a16:creationId xmlns:a16="http://schemas.microsoft.com/office/drawing/2014/main" id="{63F51D96-60A0-41C7-F099-74C266C9221B}"/>
                </a:ext>
              </a:extLst>
            </p:cNvPr>
            <p:cNvSpPr/>
            <p:nvPr/>
          </p:nvSpPr>
          <p:spPr>
            <a:xfrm>
              <a:off x="9988331" y="4623757"/>
              <a:ext cx="313071" cy="308598"/>
            </a:xfrm>
            <a:custGeom>
              <a:avLst/>
              <a:gdLst>
                <a:gd name="connsiteX0" fmla="*/ 260280 w 313071"/>
                <a:gd name="connsiteY0" fmla="*/ 178099 h 308598"/>
                <a:gd name="connsiteX1" fmla="*/ 87133 w 313071"/>
                <a:gd name="connsiteY1" fmla="*/ 302289 h 308598"/>
                <a:gd name="connsiteX2" fmla="*/ 35700 w 313071"/>
                <a:gd name="connsiteY2" fmla="*/ 308599 h 308598"/>
                <a:gd name="connsiteX3" fmla="*/ 0 w 313071"/>
                <a:gd name="connsiteY3" fmla="*/ 12219 h 308598"/>
                <a:gd name="connsiteX4" fmla="*/ 140004 w 313071"/>
                <a:gd name="connsiteY4" fmla="*/ 11501 h 308598"/>
                <a:gd name="connsiteX5" fmla="*/ 296619 w 313071"/>
                <a:gd name="connsiteY5" fmla="*/ 0 h 308598"/>
                <a:gd name="connsiteX6" fmla="*/ 313071 w 313071"/>
                <a:gd name="connsiteY6" fmla="*/ 136010 h 308598"/>
                <a:gd name="connsiteX7" fmla="*/ 260280 w 313071"/>
                <a:gd name="connsiteY7" fmla="*/ 178099 h 308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3071" h="308598">
                  <a:moveTo>
                    <a:pt x="260280" y="178099"/>
                  </a:moveTo>
                  <a:cubicBezTo>
                    <a:pt x="260280" y="178099"/>
                    <a:pt x="179856" y="292626"/>
                    <a:pt x="87133" y="302289"/>
                  </a:cubicBezTo>
                  <a:cubicBezTo>
                    <a:pt x="78428" y="303168"/>
                    <a:pt x="42488" y="307561"/>
                    <a:pt x="35700" y="308599"/>
                  </a:cubicBezTo>
                  <a:lnTo>
                    <a:pt x="0" y="12219"/>
                  </a:lnTo>
                  <a:lnTo>
                    <a:pt x="140004" y="11501"/>
                  </a:lnTo>
                  <a:lnTo>
                    <a:pt x="296619" y="0"/>
                  </a:lnTo>
                  <a:lnTo>
                    <a:pt x="313071" y="136010"/>
                  </a:lnTo>
                  <a:lnTo>
                    <a:pt x="260280" y="178099"/>
                  </a:lnTo>
                  <a:close/>
                </a:path>
              </a:pathLst>
            </a:custGeom>
            <a:solidFill>
              <a:srgbClr val="644132"/>
            </a:solidFill>
            <a:ln w="7981" cap="flat">
              <a:noFill/>
              <a:prstDash val="solid"/>
              <a:miter/>
            </a:ln>
          </p:spPr>
          <p:txBody>
            <a:bodyPr rtlCol="0" anchor="ctr"/>
            <a:lstStyle/>
            <a:p>
              <a:endParaRPr lang="en-US"/>
            </a:p>
          </p:txBody>
        </p:sp>
        <p:sp>
          <p:nvSpPr>
            <p:cNvPr id="131" name="Freihandform: Form 130">
              <a:extLst>
                <a:ext uri="{FF2B5EF4-FFF2-40B4-BE49-F238E27FC236}">
                  <a16:creationId xmlns:a16="http://schemas.microsoft.com/office/drawing/2014/main" id="{708B2F01-8B21-C7C3-59A0-8CA704DF9531}"/>
                </a:ext>
              </a:extLst>
            </p:cNvPr>
            <p:cNvSpPr/>
            <p:nvPr/>
          </p:nvSpPr>
          <p:spPr>
            <a:xfrm>
              <a:off x="9808235" y="4080116"/>
              <a:ext cx="705364" cy="785869"/>
            </a:xfrm>
            <a:custGeom>
              <a:avLst/>
              <a:gdLst>
                <a:gd name="connsiteX0" fmla="*/ 32984 w 705364"/>
                <a:gd name="connsiteY0" fmla="*/ 758717 h 785869"/>
                <a:gd name="connsiteX1" fmla="*/ 142639 w 705364"/>
                <a:gd name="connsiteY1" fmla="*/ 785392 h 785869"/>
                <a:gd name="connsiteX2" fmla="*/ 679093 w 705364"/>
                <a:gd name="connsiteY2" fmla="*/ 481505 h 785869"/>
                <a:gd name="connsiteX3" fmla="*/ 437581 w 705364"/>
                <a:gd name="connsiteY3" fmla="*/ 4950 h 785869"/>
                <a:gd name="connsiteX4" fmla="*/ 45363 w 705364"/>
                <a:gd name="connsiteY4" fmla="*/ 203415 h 785869"/>
                <a:gd name="connsiteX5" fmla="*/ 26914 w 705364"/>
                <a:gd name="connsiteY5" fmla="*/ 412502 h 785869"/>
                <a:gd name="connsiteX6" fmla="*/ 32984 w 705364"/>
                <a:gd name="connsiteY6" fmla="*/ 758717 h 785869"/>
                <a:gd name="connsiteX7" fmla="*/ 32984 w 705364"/>
                <a:gd name="connsiteY7" fmla="*/ 758717 h 785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5364" h="785869">
                  <a:moveTo>
                    <a:pt x="32984" y="758717"/>
                  </a:moveTo>
                  <a:cubicBezTo>
                    <a:pt x="42089" y="763429"/>
                    <a:pt x="109734" y="784673"/>
                    <a:pt x="142639" y="785392"/>
                  </a:cubicBezTo>
                  <a:cubicBezTo>
                    <a:pt x="358035" y="789865"/>
                    <a:pt x="603061" y="768381"/>
                    <a:pt x="679093" y="481505"/>
                  </a:cubicBezTo>
                  <a:cubicBezTo>
                    <a:pt x="740749" y="249018"/>
                    <a:pt x="706726" y="52230"/>
                    <a:pt x="437581" y="4950"/>
                  </a:cubicBezTo>
                  <a:cubicBezTo>
                    <a:pt x="309557" y="-17572"/>
                    <a:pt x="114367" y="34740"/>
                    <a:pt x="45363" y="203415"/>
                  </a:cubicBezTo>
                  <a:cubicBezTo>
                    <a:pt x="22043" y="260359"/>
                    <a:pt x="31467" y="347891"/>
                    <a:pt x="26914" y="412502"/>
                  </a:cubicBezTo>
                  <a:cubicBezTo>
                    <a:pt x="-21804" y="513771"/>
                    <a:pt x="5191" y="720382"/>
                    <a:pt x="32984" y="758717"/>
                  </a:cubicBezTo>
                  <a:lnTo>
                    <a:pt x="32984" y="758717"/>
                  </a:lnTo>
                  <a:close/>
                </a:path>
              </a:pathLst>
            </a:custGeom>
            <a:solidFill>
              <a:srgbClr val="9B644B"/>
            </a:solidFill>
            <a:ln w="7981" cap="flat">
              <a:noFill/>
              <a:prstDash val="solid"/>
              <a:miter/>
            </a:ln>
          </p:spPr>
          <p:txBody>
            <a:bodyPr rtlCol="0" anchor="ctr"/>
            <a:lstStyle/>
            <a:p>
              <a:endParaRPr lang="en-US"/>
            </a:p>
          </p:txBody>
        </p:sp>
        <p:grpSp>
          <p:nvGrpSpPr>
            <p:cNvPr id="132" name="Grafik 692">
              <a:extLst>
                <a:ext uri="{FF2B5EF4-FFF2-40B4-BE49-F238E27FC236}">
                  <a16:creationId xmlns:a16="http://schemas.microsoft.com/office/drawing/2014/main" id="{73AE2046-81F1-2D8B-D277-5E014A8A57F7}"/>
                </a:ext>
              </a:extLst>
            </p:cNvPr>
            <p:cNvGrpSpPr/>
            <p:nvPr/>
          </p:nvGrpSpPr>
          <p:grpSpPr>
            <a:xfrm>
              <a:off x="9828558" y="4416838"/>
              <a:ext cx="64656" cy="91475"/>
              <a:chOff x="9828558" y="4416838"/>
              <a:chExt cx="64656" cy="91475"/>
            </a:xfrm>
          </p:grpSpPr>
          <p:sp>
            <p:nvSpPr>
              <p:cNvPr id="159" name="Freihandform: Form 158">
                <a:extLst>
                  <a:ext uri="{FF2B5EF4-FFF2-40B4-BE49-F238E27FC236}">
                    <a16:creationId xmlns:a16="http://schemas.microsoft.com/office/drawing/2014/main" id="{0AF7266F-2BB8-C062-52C9-0EC7DCC179E6}"/>
                  </a:ext>
                </a:extLst>
              </p:cNvPr>
              <p:cNvSpPr/>
              <p:nvPr/>
            </p:nvSpPr>
            <p:spPr>
              <a:xfrm>
                <a:off x="9834901" y="4420157"/>
                <a:ext cx="54538" cy="87221"/>
              </a:xfrm>
              <a:custGeom>
                <a:avLst/>
                <a:gdLst>
                  <a:gd name="connsiteX0" fmla="*/ 89 w 54538"/>
                  <a:gd name="connsiteY0" fmla="*/ 41314 h 87221"/>
                  <a:gd name="connsiteX1" fmla="*/ 30038 w 54538"/>
                  <a:gd name="connsiteY1" fmla="*/ 72382 h 87221"/>
                  <a:gd name="connsiteX2" fmla="*/ 39382 w 54538"/>
                  <a:gd name="connsiteY2" fmla="*/ 86278 h 87221"/>
                  <a:gd name="connsiteX3" fmla="*/ 50883 w 54538"/>
                  <a:gd name="connsiteY3" fmla="*/ 13841 h 87221"/>
                  <a:gd name="connsiteX4" fmla="*/ 18537 w 54538"/>
                  <a:gd name="connsiteY4" fmla="*/ 3139 h 87221"/>
                  <a:gd name="connsiteX5" fmla="*/ 89 w 54538"/>
                  <a:gd name="connsiteY5" fmla="*/ 41314 h 87221"/>
                  <a:gd name="connsiteX6" fmla="*/ 89 w 54538"/>
                  <a:gd name="connsiteY6" fmla="*/ 41314 h 8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538" h="87221">
                    <a:moveTo>
                      <a:pt x="89" y="41314"/>
                    </a:moveTo>
                    <a:cubicBezTo>
                      <a:pt x="1207" y="44589"/>
                      <a:pt x="21572" y="55850"/>
                      <a:pt x="30038" y="72382"/>
                    </a:cubicBezTo>
                    <a:cubicBezTo>
                      <a:pt x="36747" y="85480"/>
                      <a:pt x="36347" y="76615"/>
                      <a:pt x="39382" y="86278"/>
                    </a:cubicBezTo>
                    <a:cubicBezTo>
                      <a:pt x="42337" y="95942"/>
                      <a:pt x="62703" y="28456"/>
                      <a:pt x="50883" y="13841"/>
                    </a:cubicBezTo>
                    <a:cubicBezTo>
                      <a:pt x="34351" y="-6525"/>
                      <a:pt x="25006" y="983"/>
                      <a:pt x="18537" y="3139"/>
                    </a:cubicBezTo>
                    <a:cubicBezTo>
                      <a:pt x="-151" y="9368"/>
                      <a:pt x="-311" y="26140"/>
                      <a:pt x="89" y="41314"/>
                    </a:cubicBezTo>
                    <a:lnTo>
                      <a:pt x="89" y="41314"/>
                    </a:lnTo>
                    <a:close/>
                  </a:path>
                </a:pathLst>
              </a:custGeom>
              <a:solidFill>
                <a:srgbClr val="644132"/>
              </a:solidFill>
              <a:ln w="7981" cap="flat">
                <a:noFill/>
                <a:prstDash val="solid"/>
                <a:miter/>
              </a:ln>
            </p:spPr>
            <p:txBody>
              <a:bodyPr rtlCol="0" anchor="ctr"/>
              <a:lstStyle/>
              <a:p>
                <a:endParaRPr lang="en-US"/>
              </a:p>
            </p:txBody>
          </p:sp>
          <p:sp>
            <p:nvSpPr>
              <p:cNvPr id="160" name="Freihandform: Form 159">
                <a:extLst>
                  <a:ext uri="{FF2B5EF4-FFF2-40B4-BE49-F238E27FC236}">
                    <a16:creationId xmlns:a16="http://schemas.microsoft.com/office/drawing/2014/main" id="{BD505EE3-F4CE-4A23-AAAD-BFD6DDD8C75B}"/>
                  </a:ext>
                </a:extLst>
              </p:cNvPr>
              <p:cNvSpPr/>
              <p:nvPr/>
            </p:nvSpPr>
            <p:spPr>
              <a:xfrm rot="-4986143">
                <a:off x="9818170" y="4435253"/>
                <a:ext cx="85458" cy="54709"/>
              </a:xfrm>
              <a:custGeom>
                <a:avLst/>
                <a:gdLst>
                  <a:gd name="connsiteX0" fmla="*/ 0 w 85458"/>
                  <a:gd name="connsiteY0" fmla="*/ 0 h 54709"/>
                  <a:gd name="connsiteX1" fmla="*/ 85459 w 85458"/>
                  <a:gd name="connsiteY1" fmla="*/ 0 h 54709"/>
                  <a:gd name="connsiteX2" fmla="*/ 85459 w 85458"/>
                  <a:gd name="connsiteY2" fmla="*/ 54710 h 54709"/>
                  <a:gd name="connsiteX3" fmla="*/ 0 w 85458"/>
                  <a:gd name="connsiteY3" fmla="*/ 54710 h 54709"/>
                </a:gdLst>
                <a:ahLst/>
                <a:cxnLst>
                  <a:cxn ang="0">
                    <a:pos x="connsiteX0" y="connsiteY0"/>
                  </a:cxn>
                  <a:cxn ang="0">
                    <a:pos x="connsiteX1" y="connsiteY1"/>
                  </a:cxn>
                  <a:cxn ang="0">
                    <a:pos x="connsiteX2" y="connsiteY2"/>
                  </a:cxn>
                  <a:cxn ang="0">
                    <a:pos x="connsiteX3" y="connsiteY3"/>
                  </a:cxn>
                </a:cxnLst>
                <a:rect l="l" t="t" r="r" b="b"/>
                <a:pathLst>
                  <a:path w="85458" h="54709">
                    <a:moveTo>
                      <a:pt x="0" y="0"/>
                    </a:moveTo>
                    <a:lnTo>
                      <a:pt x="85459" y="0"/>
                    </a:lnTo>
                    <a:lnTo>
                      <a:pt x="85459" y="54710"/>
                    </a:lnTo>
                    <a:lnTo>
                      <a:pt x="0" y="54710"/>
                    </a:lnTo>
                    <a:close/>
                  </a:path>
                </a:pathLst>
              </a:custGeom>
              <a:noFill/>
              <a:ln w="7981" cap="flat">
                <a:noFill/>
                <a:prstDash val="solid"/>
                <a:miter/>
              </a:ln>
            </p:spPr>
            <p:txBody>
              <a:bodyPr rtlCol="0" anchor="ctr"/>
              <a:lstStyle/>
              <a:p>
                <a:endParaRPr lang="en-US"/>
              </a:p>
            </p:txBody>
          </p:sp>
          <p:sp>
            <p:nvSpPr>
              <p:cNvPr id="161" name="Freihandform: Form 160">
                <a:extLst>
                  <a:ext uri="{FF2B5EF4-FFF2-40B4-BE49-F238E27FC236}">
                    <a16:creationId xmlns:a16="http://schemas.microsoft.com/office/drawing/2014/main" id="{B2633433-05A8-C0CD-2F4D-EC26703D011F}"/>
                  </a:ext>
                </a:extLst>
              </p:cNvPr>
              <p:cNvSpPr/>
              <p:nvPr/>
            </p:nvSpPr>
            <p:spPr>
              <a:xfrm rot="-4986143">
                <a:off x="9818156" y="4435153"/>
                <a:ext cx="85458" cy="54789"/>
              </a:xfrm>
              <a:custGeom>
                <a:avLst/>
                <a:gdLst>
                  <a:gd name="connsiteX0" fmla="*/ 0 w 85458"/>
                  <a:gd name="connsiteY0" fmla="*/ 0 h 54789"/>
                  <a:gd name="connsiteX1" fmla="*/ 85459 w 85458"/>
                  <a:gd name="connsiteY1" fmla="*/ 0 h 54789"/>
                  <a:gd name="connsiteX2" fmla="*/ 85459 w 85458"/>
                  <a:gd name="connsiteY2" fmla="*/ 54790 h 54789"/>
                  <a:gd name="connsiteX3" fmla="*/ 0 w 85458"/>
                  <a:gd name="connsiteY3" fmla="*/ 54790 h 54789"/>
                </a:gdLst>
                <a:ahLst/>
                <a:cxnLst>
                  <a:cxn ang="0">
                    <a:pos x="connsiteX0" y="connsiteY0"/>
                  </a:cxn>
                  <a:cxn ang="0">
                    <a:pos x="connsiteX1" y="connsiteY1"/>
                  </a:cxn>
                  <a:cxn ang="0">
                    <a:pos x="connsiteX2" y="connsiteY2"/>
                  </a:cxn>
                  <a:cxn ang="0">
                    <a:pos x="connsiteX3" y="connsiteY3"/>
                  </a:cxn>
                </a:cxnLst>
                <a:rect l="l" t="t" r="r" b="b"/>
                <a:pathLst>
                  <a:path w="85458" h="54789">
                    <a:moveTo>
                      <a:pt x="0" y="0"/>
                    </a:moveTo>
                    <a:lnTo>
                      <a:pt x="85459" y="0"/>
                    </a:lnTo>
                    <a:lnTo>
                      <a:pt x="85459" y="54790"/>
                    </a:lnTo>
                    <a:lnTo>
                      <a:pt x="0" y="54790"/>
                    </a:lnTo>
                    <a:close/>
                  </a:path>
                </a:pathLst>
              </a:custGeom>
              <a:noFill/>
              <a:ln w="7981" cap="flat">
                <a:noFill/>
                <a:prstDash val="solid"/>
                <a:miter/>
              </a:ln>
            </p:spPr>
            <p:txBody>
              <a:bodyPr rtlCol="0" anchor="ctr"/>
              <a:lstStyle/>
              <a:p>
                <a:endParaRPr lang="en-US"/>
              </a:p>
            </p:txBody>
          </p:sp>
        </p:grpSp>
        <p:grpSp>
          <p:nvGrpSpPr>
            <p:cNvPr id="133" name="Grafik 692">
              <a:extLst>
                <a:ext uri="{FF2B5EF4-FFF2-40B4-BE49-F238E27FC236}">
                  <a16:creationId xmlns:a16="http://schemas.microsoft.com/office/drawing/2014/main" id="{B029D019-8808-614B-A827-3122A741BFF5}"/>
                </a:ext>
              </a:extLst>
            </p:cNvPr>
            <p:cNvGrpSpPr/>
            <p:nvPr/>
          </p:nvGrpSpPr>
          <p:grpSpPr>
            <a:xfrm>
              <a:off x="9952160" y="4426800"/>
              <a:ext cx="162198" cy="87203"/>
              <a:chOff x="9952160" y="4426800"/>
              <a:chExt cx="162198" cy="87203"/>
            </a:xfrm>
          </p:grpSpPr>
          <p:sp>
            <p:nvSpPr>
              <p:cNvPr id="156" name="Freihandform: Form 155">
                <a:extLst>
                  <a:ext uri="{FF2B5EF4-FFF2-40B4-BE49-F238E27FC236}">
                    <a16:creationId xmlns:a16="http://schemas.microsoft.com/office/drawing/2014/main" id="{3410F5D8-6FF3-A3F8-D55E-A9A05DF2E1B0}"/>
                  </a:ext>
                </a:extLst>
              </p:cNvPr>
              <p:cNvSpPr/>
              <p:nvPr/>
            </p:nvSpPr>
            <p:spPr>
              <a:xfrm>
                <a:off x="9955953" y="4433458"/>
                <a:ext cx="154600" cy="75545"/>
              </a:xfrm>
              <a:custGeom>
                <a:avLst/>
                <a:gdLst>
                  <a:gd name="connsiteX0" fmla="*/ 154172 w 154600"/>
                  <a:gd name="connsiteY0" fmla="*/ 45982 h 75545"/>
                  <a:gd name="connsiteX1" fmla="*/ 72550 w 154600"/>
                  <a:gd name="connsiteY1" fmla="*/ 58441 h 75545"/>
                  <a:gd name="connsiteX2" fmla="*/ 2907 w 154600"/>
                  <a:gd name="connsiteY2" fmla="*/ 44705 h 75545"/>
                  <a:gd name="connsiteX3" fmla="*/ 7619 w 154600"/>
                  <a:gd name="connsiteY3" fmla="*/ 11640 h 75545"/>
                  <a:gd name="connsiteX4" fmla="*/ 94113 w 154600"/>
                  <a:gd name="connsiteY4" fmla="*/ 9085 h 75545"/>
                  <a:gd name="connsiteX5" fmla="*/ 154172 w 154600"/>
                  <a:gd name="connsiteY5" fmla="*/ 45982 h 75545"/>
                  <a:gd name="connsiteX6" fmla="*/ 154172 w 154600"/>
                  <a:gd name="connsiteY6" fmla="*/ 45982 h 75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600" h="75545">
                    <a:moveTo>
                      <a:pt x="154172" y="45982"/>
                    </a:moveTo>
                    <a:cubicBezTo>
                      <a:pt x="152415" y="48857"/>
                      <a:pt x="122705" y="102048"/>
                      <a:pt x="72550" y="58441"/>
                    </a:cubicBezTo>
                    <a:cubicBezTo>
                      <a:pt x="60730" y="48139"/>
                      <a:pt x="7859" y="55327"/>
                      <a:pt x="2907" y="44705"/>
                    </a:cubicBezTo>
                    <a:cubicBezTo>
                      <a:pt x="-1006" y="36079"/>
                      <a:pt x="-2284" y="28013"/>
                      <a:pt x="7619" y="11640"/>
                    </a:cubicBezTo>
                    <a:cubicBezTo>
                      <a:pt x="17603" y="-4732"/>
                      <a:pt x="80696" y="-2176"/>
                      <a:pt x="94113" y="9085"/>
                    </a:cubicBezTo>
                    <a:cubicBezTo>
                      <a:pt x="107611" y="20266"/>
                      <a:pt x="159843" y="36798"/>
                      <a:pt x="154172" y="45982"/>
                    </a:cubicBezTo>
                    <a:lnTo>
                      <a:pt x="154172" y="45982"/>
                    </a:lnTo>
                    <a:close/>
                  </a:path>
                </a:pathLst>
              </a:custGeom>
              <a:solidFill>
                <a:srgbClr val="644132"/>
              </a:solidFill>
              <a:ln w="7981" cap="flat">
                <a:noFill/>
                <a:prstDash val="solid"/>
                <a:miter/>
              </a:ln>
            </p:spPr>
            <p:txBody>
              <a:bodyPr rtlCol="0" anchor="ctr"/>
              <a:lstStyle/>
              <a:p>
                <a:endParaRPr lang="en-US"/>
              </a:p>
            </p:txBody>
          </p:sp>
          <p:sp>
            <p:nvSpPr>
              <p:cNvPr id="157" name="Freihandform: Form 156">
                <a:extLst>
                  <a:ext uri="{FF2B5EF4-FFF2-40B4-BE49-F238E27FC236}">
                    <a16:creationId xmlns:a16="http://schemas.microsoft.com/office/drawing/2014/main" id="{F3CA1EA5-46C4-0DC5-194B-A28554478D2D}"/>
                  </a:ext>
                </a:extLst>
              </p:cNvPr>
              <p:cNvSpPr/>
              <p:nvPr/>
            </p:nvSpPr>
            <p:spPr>
              <a:xfrm rot="-4986143">
                <a:off x="9998717" y="4392890"/>
                <a:ext cx="69085" cy="155024"/>
              </a:xfrm>
              <a:custGeom>
                <a:avLst/>
                <a:gdLst>
                  <a:gd name="connsiteX0" fmla="*/ 0 w 69085"/>
                  <a:gd name="connsiteY0" fmla="*/ 0 h 155024"/>
                  <a:gd name="connsiteX1" fmla="*/ 69086 w 69085"/>
                  <a:gd name="connsiteY1" fmla="*/ 0 h 155024"/>
                  <a:gd name="connsiteX2" fmla="*/ 69086 w 69085"/>
                  <a:gd name="connsiteY2" fmla="*/ 155024 h 155024"/>
                  <a:gd name="connsiteX3" fmla="*/ 0 w 69085"/>
                  <a:gd name="connsiteY3" fmla="*/ 155024 h 155024"/>
                </a:gdLst>
                <a:ahLst/>
                <a:cxnLst>
                  <a:cxn ang="0">
                    <a:pos x="connsiteX0" y="connsiteY0"/>
                  </a:cxn>
                  <a:cxn ang="0">
                    <a:pos x="connsiteX1" y="connsiteY1"/>
                  </a:cxn>
                  <a:cxn ang="0">
                    <a:pos x="connsiteX2" y="connsiteY2"/>
                  </a:cxn>
                  <a:cxn ang="0">
                    <a:pos x="connsiteX3" y="connsiteY3"/>
                  </a:cxn>
                </a:cxnLst>
                <a:rect l="l" t="t" r="r" b="b"/>
                <a:pathLst>
                  <a:path w="69085" h="155024">
                    <a:moveTo>
                      <a:pt x="0" y="0"/>
                    </a:moveTo>
                    <a:lnTo>
                      <a:pt x="69086" y="0"/>
                    </a:lnTo>
                    <a:lnTo>
                      <a:pt x="69086" y="155024"/>
                    </a:lnTo>
                    <a:lnTo>
                      <a:pt x="0" y="155024"/>
                    </a:lnTo>
                    <a:close/>
                  </a:path>
                </a:pathLst>
              </a:custGeom>
              <a:noFill/>
              <a:ln w="7981" cap="flat">
                <a:noFill/>
                <a:prstDash val="solid"/>
                <a:miter/>
              </a:ln>
            </p:spPr>
            <p:txBody>
              <a:bodyPr rtlCol="0" anchor="ctr"/>
              <a:lstStyle/>
              <a:p>
                <a:endParaRPr lang="en-US"/>
              </a:p>
            </p:txBody>
          </p:sp>
          <p:sp>
            <p:nvSpPr>
              <p:cNvPr id="158" name="Freihandform: Form 157">
                <a:extLst>
                  <a:ext uri="{FF2B5EF4-FFF2-40B4-BE49-F238E27FC236}">
                    <a16:creationId xmlns:a16="http://schemas.microsoft.com/office/drawing/2014/main" id="{255E6FDA-FCC9-59C4-548D-554B74881244}"/>
                  </a:ext>
                </a:extLst>
              </p:cNvPr>
              <p:cNvSpPr/>
              <p:nvPr/>
            </p:nvSpPr>
            <p:spPr>
              <a:xfrm rot="-4986143">
                <a:off x="9998717" y="4392890"/>
                <a:ext cx="69085" cy="155024"/>
              </a:xfrm>
              <a:custGeom>
                <a:avLst/>
                <a:gdLst>
                  <a:gd name="connsiteX0" fmla="*/ 0 w 69085"/>
                  <a:gd name="connsiteY0" fmla="*/ 0 h 155024"/>
                  <a:gd name="connsiteX1" fmla="*/ 69086 w 69085"/>
                  <a:gd name="connsiteY1" fmla="*/ 0 h 155024"/>
                  <a:gd name="connsiteX2" fmla="*/ 69086 w 69085"/>
                  <a:gd name="connsiteY2" fmla="*/ 155024 h 155024"/>
                  <a:gd name="connsiteX3" fmla="*/ 0 w 69085"/>
                  <a:gd name="connsiteY3" fmla="*/ 155024 h 155024"/>
                </a:gdLst>
                <a:ahLst/>
                <a:cxnLst>
                  <a:cxn ang="0">
                    <a:pos x="connsiteX0" y="connsiteY0"/>
                  </a:cxn>
                  <a:cxn ang="0">
                    <a:pos x="connsiteX1" y="connsiteY1"/>
                  </a:cxn>
                  <a:cxn ang="0">
                    <a:pos x="connsiteX2" y="connsiteY2"/>
                  </a:cxn>
                  <a:cxn ang="0">
                    <a:pos x="connsiteX3" y="connsiteY3"/>
                  </a:cxn>
                </a:cxnLst>
                <a:rect l="l" t="t" r="r" b="b"/>
                <a:pathLst>
                  <a:path w="69085" h="155024">
                    <a:moveTo>
                      <a:pt x="0" y="0"/>
                    </a:moveTo>
                    <a:lnTo>
                      <a:pt x="69086" y="0"/>
                    </a:lnTo>
                    <a:lnTo>
                      <a:pt x="69086" y="155024"/>
                    </a:lnTo>
                    <a:lnTo>
                      <a:pt x="0" y="155024"/>
                    </a:lnTo>
                    <a:close/>
                  </a:path>
                </a:pathLst>
              </a:custGeom>
              <a:noFill/>
              <a:ln w="7981" cap="flat">
                <a:noFill/>
                <a:prstDash val="solid"/>
                <a:miter/>
              </a:ln>
            </p:spPr>
            <p:txBody>
              <a:bodyPr rtlCol="0" anchor="ctr"/>
              <a:lstStyle/>
              <a:p>
                <a:endParaRPr lang="en-US"/>
              </a:p>
            </p:txBody>
          </p:sp>
        </p:grpSp>
        <p:sp>
          <p:nvSpPr>
            <p:cNvPr id="134" name="Freihandform: Form 133">
              <a:extLst>
                <a:ext uri="{FF2B5EF4-FFF2-40B4-BE49-F238E27FC236}">
                  <a16:creationId xmlns:a16="http://schemas.microsoft.com/office/drawing/2014/main" id="{65750FCD-69A7-2441-B627-54E55920DFE0}"/>
                </a:ext>
              </a:extLst>
            </p:cNvPr>
            <p:cNvSpPr/>
            <p:nvPr/>
          </p:nvSpPr>
          <p:spPr>
            <a:xfrm>
              <a:off x="10024983" y="4490363"/>
              <a:ext cx="38823" cy="43261"/>
            </a:xfrm>
            <a:custGeom>
              <a:avLst/>
              <a:gdLst>
                <a:gd name="connsiteX0" fmla="*/ 38580 w 38823"/>
                <a:gd name="connsiteY0" fmla="*/ 24458 h 43261"/>
                <a:gd name="connsiteX1" fmla="*/ 16298 w 38823"/>
                <a:gd name="connsiteY1" fmla="*/ 43066 h 43261"/>
                <a:gd name="connsiteX2" fmla="*/ 245 w 38823"/>
                <a:gd name="connsiteY2" fmla="*/ 18867 h 43261"/>
                <a:gd name="connsiteX3" fmla="*/ 22527 w 38823"/>
                <a:gd name="connsiteY3" fmla="*/ 179 h 43261"/>
                <a:gd name="connsiteX4" fmla="*/ 38580 w 38823"/>
                <a:gd name="connsiteY4" fmla="*/ 24458 h 43261"/>
                <a:gd name="connsiteX5" fmla="*/ 38580 w 38823"/>
                <a:gd name="connsiteY5" fmla="*/ 24458 h 4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823" h="43261">
                  <a:moveTo>
                    <a:pt x="38580" y="24458"/>
                  </a:moveTo>
                  <a:cubicBezTo>
                    <a:pt x="36903" y="36278"/>
                    <a:pt x="26920" y="44664"/>
                    <a:pt x="16298" y="43066"/>
                  </a:cubicBezTo>
                  <a:cubicBezTo>
                    <a:pt x="5676" y="41549"/>
                    <a:pt x="-1432" y="30687"/>
                    <a:pt x="245" y="18867"/>
                  </a:cubicBezTo>
                  <a:cubicBezTo>
                    <a:pt x="2002" y="6967"/>
                    <a:pt x="11985" y="-1339"/>
                    <a:pt x="22527" y="179"/>
                  </a:cubicBezTo>
                  <a:cubicBezTo>
                    <a:pt x="33070" y="1776"/>
                    <a:pt x="40257" y="12638"/>
                    <a:pt x="38580" y="24458"/>
                  </a:cubicBezTo>
                  <a:lnTo>
                    <a:pt x="38580" y="24458"/>
                  </a:lnTo>
                  <a:close/>
                </a:path>
              </a:pathLst>
            </a:custGeom>
            <a:solidFill>
              <a:schemeClr val="tx1"/>
            </a:solidFill>
            <a:ln w="7981" cap="flat">
              <a:noFill/>
              <a:prstDash val="solid"/>
              <a:miter/>
            </a:ln>
          </p:spPr>
          <p:txBody>
            <a:bodyPr rtlCol="0" anchor="ctr"/>
            <a:lstStyle/>
            <a:p>
              <a:endParaRPr lang="en-US"/>
            </a:p>
          </p:txBody>
        </p:sp>
        <p:sp>
          <p:nvSpPr>
            <p:cNvPr id="135" name="Freihandform: Form 134">
              <a:extLst>
                <a:ext uri="{FF2B5EF4-FFF2-40B4-BE49-F238E27FC236}">
                  <a16:creationId xmlns:a16="http://schemas.microsoft.com/office/drawing/2014/main" id="{33E25BF2-560E-9CA3-4966-DB486C71B712}"/>
                </a:ext>
              </a:extLst>
            </p:cNvPr>
            <p:cNvSpPr/>
            <p:nvPr/>
          </p:nvSpPr>
          <p:spPr>
            <a:xfrm>
              <a:off x="9837670" y="4467283"/>
              <a:ext cx="37346" cy="43225"/>
            </a:xfrm>
            <a:custGeom>
              <a:avLst/>
              <a:gdLst>
                <a:gd name="connsiteX0" fmla="*/ 37092 w 37346"/>
                <a:gd name="connsiteY0" fmla="*/ 24297 h 43225"/>
                <a:gd name="connsiteX1" fmla="*/ 15529 w 37346"/>
                <a:gd name="connsiteY1" fmla="*/ 43065 h 43225"/>
                <a:gd name="connsiteX2" fmla="*/ 274 w 37346"/>
                <a:gd name="connsiteY2" fmla="*/ 18946 h 43225"/>
                <a:gd name="connsiteX3" fmla="*/ 21758 w 37346"/>
                <a:gd name="connsiteY3" fmla="*/ 177 h 43225"/>
                <a:gd name="connsiteX4" fmla="*/ 37092 w 37346"/>
                <a:gd name="connsiteY4" fmla="*/ 24297 h 43225"/>
                <a:gd name="connsiteX5" fmla="*/ 37092 w 37346"/>
                <a:gd name="connsiteY5" fmla="*/ 24297 h 4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346" h="43225">
                  <a:moveTo>
                    <a:pt x="37092" y="24297"/>
                  </a:moveTo>
                  <a:cubicBezTo>
                    <a:pt x="35415" y="36117"/>
                    <a:pt x="25671" y="44502"/>
                    <a:pt x="15529" y="43065"/>
                  </a:cubicBezTo>
                  <a:cubicBezTo>
                    <a:pt x="5386" y="41547"/>
                    <a:pt x="-1483" y="30766"/>
                    <a:pt x="274" y="18946"/>
                  </a:cubicBezTo>
                  <a:cubicBezTo>
                    <a:pt x="2031" y="7046"/>
                    <a:pt x="11615" y="-1340"/>
                    <a:pt x="21758" y="177"/>
                  </a:cubicBezTo>
                  <a:cubicBezTo>
                    <a:pt x="31981" y="1615"/>
                    <a:pt x="38769" y="12477"/>
                    <a:pt x="37092" y="24297"/>
                  </a:cubicBezTo>
                  <a:lnTo>
                    <a:pt x="37092" y="24297"/>
                  </a:lnTo>
                  <a:close/>
                </a:path>
              </a:pathLst>
            </a:custGeom>
            <a:solidFill>
              <a:schemeClr val="tx1"/>
            </a:solidFill>
            <a:ln w="7981" cap="flat">
              <a:noFill/>
              <a:prstDash val="solid"/>
              <a:miter/>
            </a:ln>
          </p:spPr>
          <p:txBody>
            <a:bodyPr rtlCol="0" anchor="ctr"/>
            <a:lstStyle/>
            <a:p>
              <a:endParaRPr lang="en-US"/>
            </a:p>
          </p:txBody>
        </p:sp>
        <p:sp>
          <p:nvSpPr>
            <p:cNvPr id="136" name="Freihandform: Form 135">
              <a:extLst>
                <a:ext uri="{FF2B5EF4-FFF2-40B4-BE49-F238E27FC236}">
                  <a16:creationId xmlns:a16="http://schemas.microsoft.com/office/drawing/2014/main" id="{9F07949D-8885-5584-8DA3-447258784686}"/>
                </a:ext>
              </a:extLst>
            </p:cNvPr>
            <p:cNvSpPr/>
            <p:nvPr/>
          </p:nvSpPr>
          <p:spPr>
            <a:xfrm>
              <a:off x="9960654" y="4416406"/>
              <a:ext cx="160666" cy="60868"/>
            </a:xfrm>
            <a:custGeom>
              <a:avLst/>
              <a:gdLst>
                <a:gd name="connsiteX0" fmla="*/ 10825 w 160666"/>
                <a:gd name="connsiteY0" fmla="*/ 5691 h 60868"/>
                <a:gd name="connsiteX1" fmla="*/ 103628 w 160666"/>
                <a:gd name="connsiteY1" fmla="*/ 8087 h 60868"/>
                <a:gd name="connsiteX2" fmla="*/ 153704 w 160666"/>
                <a:gd name="connsiteY2" fmla="*/ 58881 h 60868"/>
                <a:gd name="connsiteX3" fmla="*/ 81905 w 160666"/>
                <a:gd name="connsiteY3" fmla="*/ 35241 h 60868"/>
                <a:gd name="connsiteX4" fmla="*/ 7391 w 160666"/>
                <a:gd name="connsiteY4" fmla="*/ 27734 h 60868"/>
                <a:gd name="connsiteX5" fmla="*/ 10825 w 160666"/>
                <a:gd name="connsiteY5" fmla="*/ 5691 h 60868"/>
                <a:gd name="connsiteX6" fmla="*/ 10825 w 160666"/>
                <a:gd name="connsiteY6" fmla="*/ 5691 h 6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666" h="60868">
                  <a:moveTo>
                    <a:pt x="10825" y="5691"/>
                  </a:moveTo>
                  <a:cubicBezTo>
                    <a:pt x="26558" y="181"/>
                    <a:pt x="57227" y="-4691"/>
                    <a:pt x="103628" y="8087"/>
                  </a:cubicBezTo>
                  <a:cubicBezTo>
                    <a:pt x="150030" y="20786"/>
                    <a:pt x="173271" y="50735"/>
                    <a:pt x="153704" y="58881"/>
                  </a:cubicBezTo>
                  <a:cubicBezTo>
                    <a:pt x="134137" y="67107"/>
                    <a:pt x="119442" y="47940"/>
                    <a:pt x="81905" y="35241"/>
                  </a:cubicBezTo>
                  <a:cubicBezTo>
                    <a:pt x="46125" y="23102"/>
                    <a:pt x="22086" y="29970"/>
                    <a:pt x="7391" y="27734"/>
                  </a:cubicBezTo>
                  <a:cubicBezTo>
                    <a:pt x="203" y="26696"/>
                    <a:pt x="-6186" y="11601"/>
                    <a:pt x="10825" y="5691"/>
                  </a:cubicBezTo>
                  <a:lnTo>
                    <a:pt x="10825" y="5691"/>
                  </a:lnTo>
                  <a:close/>
                </a:path>
              </a:pathLst>
            </a:custGeom>
            <a:solidFill>
              <a:srgbClr val="321E14"/>
            </a:solidFill>
            <a:ln w="7981" cap="flat">
              <a:noFill/>
              <a:prstDash val="solid"/>
              <a:miter/>
            </a:ln>
          </p:spPr>
          <p:txBody>
            <a:bodyPr rtlCol="0" anchor="ctr"/>
            <a:lstStyle/>
            <a:p>
              <a:endParaRPr lang="en-US"/>
            </a:p>
          </p:txBody>
        </p:sp>
        <p:sp>
          <p:nvSpPr>
            <p:cNvPr id="137" name="Freihandform: Form 136">
              <a:extLst>
                <a:ext uri="{FF2B5EF4-FFF2-40B4-BE49-F238E27FC236}">
                  <a16:creationId xmlns:a16="http://schemas.microsoft.com/office/drawing/2014/main" id="{F8999606-7965-E5D5-E5BE-DED8A2274F95}"/>
                </a:ext>
              </a:extLst>
            </p:cNvPr>
            <p:cNvSpPr/>
            <p:nvPr/>
          </p:nvSpPr>
          <p:spPr>
            <a:xfrm>
              <a:off x="9825304" y="4401933"/>
              <a:ext cx="70018" cy="31119"/>
            </a:xfrm>
            <a:custGeom>
              <a:avLst/>
              <a:gdLst>
                <a:gd name="connsiteX0" fmla="*/ 7769 w 70018"/>
                <a:gd name="connsiteY0" fmla="*/ 3153 h 31119"/>
                <a:gd name="connsiteX1" fmla="*/ 39396 w 70018"/>
                <a:gd name="connsiteY1" fmla="*/ 2275 h 31119"/>
                <a:gd name="connsiteX2" fmla="*/ 67428 w 70018"/>
                <a:gd name="connsiteY2" fmla="*/ 30307 h 31119"/>
                <a:gd name="connsiteX3" fmla="*/ 37399 w 70018"/>
                <a:gd name="connsiteY3" fmla="*/ 25196 h 31119"/>
                <a:gd name="connsiteX4" fmla="*/ 6891 w 70018"/>
                <a:gd name="connsiteY4" fmla="*/ 28710 h 31119"/>
                <a:gd name="connsiteX5" fmla="*/ 7769 w 70018"/>
                <a:gd name="connsiteY5" fmla="*/ 3153 h 31119"/>
                <a:gd name="connsiteX6" fmla="*/ 7769 w 70018"/>
                <a:gd name="connsiteY6" fmla="*/ 3153 h 31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018" h="31119">
                  <a:moveTo>
                    <a:pt x="7769" y="3153"/>
                  </a:moveTo>
                  <a:cubicBezTo>
                    <a:pt x="10165" y="1955"/>
                    <a:pt x="12162" y="-2757"/>
                    <a:pt x="39396" y="2275"/>
                  </a:cubicBezTo>
                  <a:cubicBezTo>
                    <a:pt x="66550" y="7306"/>
                    <a:pt x="74856" y="27033"/>
                    <a:pt x="67428" y="30307"/>
                  </a:cubicBezTo>
                  <a:cubicBezTo>
                    <a:pt x="60001" y="33502"/>
                    <a:pt x="52733" y="26314"/>
                    <a:pt x="37399" y="25196"/>
                  </a:cubicBezTo>
                  <a:cubicBezTo>
                    <a:pt x="22065" y="23998"/>
                    <a:pt x="16155" y="35339"/>
                    <a:pt x="6891" y="28710"/>
                  </a:cubicBezTo>
                  <a:cubicBezTo>
                    <a:pt x="-6447" y="19126"/>
                    <a:pt x="2817" y="5709"/>
                    <a:pt x="7769" y="3153"/>
                  </a:cubicBezTo>
                  <a:lnTo>
                    <a:pt x="7769" y="3153"/>
                  </a:lnTo>
                  <a:close/>
                </a:path>
              </a:pathLst>
            </a:custGeom>
            <a:solidFill>
              <a:srgbClr val="321E14"/>
            </a:solidFill>
            <a:ln w="7981" cap="flat">
              <a:noFill/>
              <a:prstDash val="solid"/>
              <a:miter/>
            </a:ln>
          </p:spPr>
          <p:txBody>
            <a:bodyPr rtlCol="0" anchor="ctr"/>
            <a:lstStyle/>
            <a:p>
              <a:endParaRPr lang="en-US"/>
            </a:p>
          </p:txBody>
        </p:sp>
        <p:sp>
          <p:nvSpPr>
            <p:cNvPr id="138" name="Freihandform: Form 137">
              <a:extLst>
                <a:ext uri="{FF2B5EF4-FFF2-40B4-BE49-F238E27FC236}">
                  <a16:creationId xmlns:a16="http://schemas.microsoft.com/office/drawing/2014/main" id="{98AE8850-D3DB-17E1-478A-76B2224BD6F7}"/>
                </a:ext>
              </a:extLst>
            </p:cNvPr>
            <p:cNvSpPr/>
            <p:nvPr/>
          </p:nvSpPr>
          <p:spPr>
            <a:xfrm>
              <a:off x="9799674" y="4431601"/>
              <a:ext cx="119705" cy="204614"/>
            </a:xfrm>
            <a:custGeom>
              <a:avLst/>
              <a:gdLst>
                <a:gd name="connsiteX0" fmla="*/ 112305 w 119705"/>
                <a:gd name="connsiteY0" fmla="*/ 80 h 204614"/>
                <a:gd name="connsiteX1" fmla="*/ 21818 w 119705"/>
                <a:gd name="connsiteY1" fmla="*/ 128823 h 204614"/>
                <a:gd name="connsiteX2" fmla="*/ 26291 w 119705"/>
                <a:gd name="connsiteY2" fmla="*/ 194791 h 204614"/>
                <a:gd name="connsiteX3" fmla="*/ 99447 w 119705"/>
                <a:gd name="connsiteY3" fmla="*/ 204615 h 204614"/>
                <a:gd name="connsiteX4" fmla="*/ 112305 w 119705"/>
                <a:gd name="connsiteY4" fmla="*/ 80 h 204614"/>
                <a:gd name="connsiteX5" fmla="*/ 112305 w 119705"/>
                <a:gd name="connsiteY5" fmla="*/ 80 h 20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05" h="204614">
                  <a:moveTo>
                    <a:pt x="112305" y="80"/>
                  </a:moveTo>
                  <a:cubicBezTo>
                    <a:pt x="99287" y="-2955"/>
                    <a:pt x="94176" y="80744"/>
                    <a:pt x="21818" y="128823"/>
                  </a:cubicBezTo>
                  <a:cubicBezTo>
                    <a:pt x="-12603" y="151664"/>
                    <a:pt x="-2620" y="186406"/>
                    <a:pt x="26291" y="194791"/>
                  </a:cubicBezTo>
                  <a:cubicBezTo>
                    <a:pt x="46497" y="200781"/>
                    <a:pt x="99447" y="204615"/>
                    <a:pt x="99447" y="204615"/>
                  </a:cubicBezTo>
                  <a:cubicBezTo>
                    <a:pt x="99447" y="204615"/>
                    <a:pt x="134588" y="5272"/>
                    <a:pt x="112305" y="80"/>
                  </a:cubicBezTo>
                  <a:lnTo>
                    <a:pt x="112305" y="80"/>
                  </a:lnTo>
                  <a:close/>
                </a:path>
              </a:pathLst>
            </a:custGeom>
            <a:solidFill>
              <a:srgbClr val="9B644B"/>
            </a:solidFill>
            <a:ln w="7981" cap="flat">
              <a:noFill/>
              <a:prstDash val="solid"/>
              <a:miter/>
            </a:ln>
          </p:spPr>
          <p:txBody>
            <a:bodyPr rtlCol="0" anchor="ctr"/>
            <a:lstStyle/>
            <a:p>
              <a:endParaRPr lang="en-US"/>
            </a:p>
          </p:txBody>
        </p:sp>
        <p:sp>
          <p:nvSpPr>
            <p:cNvPr id="139" name="Freihandform: Form 138">
              <a:extLst>
                <a:ext uri="{FF2B5EF4-FFF2-40B4-BE49-F238E27FC236}">
                  <a16:creationId xmlns:a16="http://schemas.microsoft.com/office/drawing/2014/main" id="{421AFACD-7875-FE84-D2E8-81B03F658E1B}"/>
                </a:ext>
              </a:extLst>
            </p:cNvPr>
            <p:cNvSpPr/>
            <p:nvPr/>
          </p:nvSpPr>
          <p:spPr>
            <a:xfrm>
              <a:off x="9864939" y="4037941"/>
              <a:ext cx="745603" cy="779128"/>
            </a:xfrm>
            <a:custGeom>
              <a:avLst/>
              <a:gdLst>
                <a:gd name="connsiteX0" fmla="*/ 348931 w 745603"/>
                <a:gd name="connsiteY0" fmla="*/ 546762 h 779128"/>
                <a:gd name="connsiteX1" fmla="*/ 108137 w 745603"/>
                <a:gd name="connsiteY1" fmla="*/ 194796 h 779128"/>
                <a:gd name="connsiteX2" fmla="*/ 0 w 745603"/>
                <a:gd name="connsiteY2" fmla="*/ 221152 h 779128"/>
                <a:gd name="connsiteX3" fmla="*/ 392697 w 745603"/>
                <a:gd name="connsiteY3" fmla="*/ 4238 h 779128"/>
                <a:gd name="connsiteX4" fmla="*/ 716869 w 745603"/>
                <a:gd name="connsiteY4" fmla="*/ 539334 h 779128"/>
                <a:gd name="connsiteX5" fmla="*/ 404676 w 745603"/>
                <a:gd name="connsiteY5" fmla="*/ 777412 h 779128"/>
                <a:gd name="connsiteX6" fmla="*/ 417614 w 745603"/>
                <a:gd name="connsiteY6" fmla="*/ 672070 h 779128"/>
                <a:gd name="connsiteX7" fmla="*/ 416097 w 745603"/>
                <a:gd name="connsiteY7" fmla="*/ 583979 h 779128"/>
                <a:gd name="connsiteX8" fmla="*/ 348931 w 745603"/>
                <a:gd name="connsiteY8" fmla="*/ 546762 h 779128"/>
                <a:gd name="connsiteX9" fmla="*/ 348931 w 745603"/>
                <a:gd name="connsiteY9" fmla="*/ 546762 h 77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5603" h="779128">
                  <a:moveTo>
                    <a:pt x="348931" y="546762"/>
                  </a:moveTo>
                  <a:cubicBezTo>
                    <a:pt x="357875" y="508267"/>
                    <a:pt x="445727" y="246709"/>
                    <a:pt x="108137" y="194796"/>
                  </a:cubicBezTo>
                  <a:cubicBezTo>
                    <a:pt x="35141" y="183535"/>
                    <a:pt x="13657" y="211728"/>
                    <a:pt x="0" y="221152"/>
                  </a:cubicBezTo>
                  <a:cubicBezTo>
                    <a:pt x="65809" y="19892"/>
                    <a:pt x="286316" y="-13811"/>
                    <a:pt x="392697" y="4238"/>
                  </a:cubicBezTo>
                  <a:cubicBezTo>
                    <a:pt x="669589" y="51199"/>
                    <a:pt x="810152" y="293589"/>
                    <a:pt x="716869" y="539334"/>
                  </a:cubicBezTo>
                  <a:cubicBezTo>
                    <a:pt x="666235" y="672709"/>
                    <a:pt x="453953" y="795142"/>
                    <a:pt x="404676" y="777412"/>
                  </a:cubicBezTo>
                  <a:cubicBezTo>
                    <a:pt x="393415" y="762957"/>
                    <a:pt x="406992" y="701381"/>
                    <a:pt x="417614" y="672070"/>
                  </a:cubicBezTo>
                  <a:cubicBezTo>
                    <a:pt x="427118" y="645795"/>
                    <a:pt x="433108" y="557144"/>
                    <a:pt x="416097" y="583979"/>
                  </a:cubicBezTo>
                  <a:cubicBezTo>
                    <a:pt x="357396" y="676463"/>
                    <a:pt x="330322" y="592285"/>
                    <a:pt x="348931" y="546762"/>
                  </a:cubicBezTo>
                  <a:lnTo>
                    <a:pt x="348931" y="546762"/>
                  </a:lnTo>
                  <a:close/>
                </a:path>
              </a:pathLst>
            </a:custGeom>
            <a:solidFill>
              <a:srgbClr val="321E14"/>
            </a:solidFill>
            <a:ln w="7981" cap="flat">
              <a:noFill/>
              <a:prstDash val="solid"/>
              <a:miter/>
            </a:ln>
          </p:spPr>
          <p:txBody>
            <a:bodyPr rtlCol="0" anchor="ctr"/>
            <a:lstStyle/>
            <a:p>
              <a:endParaRPr lang="en-US"/>
            </a:p>
          </p:txBody>
        </p:sp>
        <p:grpSp>
          <p:nvGrpSpPr>
            <p:cNvPr id="140" name="Grafik 692">
              <a:extLst>
                <a:ext uri="{FF2B5EF4-FFF2-40B4-BE49-F238E27FC236}">
                  <a16:creationId xmlns:a16="http://schemas.microsoft.com/office/drawing/2014/main" id="{355D91E6-1A8B-3914-96F0-49828A914DA8}"/>
                </a:ext>
              </a:extLst>
            </p:cNvPr>
            <p:cNvGrpSpPr/>
            <p:nvPr/>
          </p:nvGrpSpPr>
          <p:grpSpPr>
            <a:xfrm>
              <a:off x="9973213" y="4689330"/>
              <a:ext cx="23288" cy="37506"/>
              <a:chOff x="9973213" y="4689330"/>
              <a:chExt cx="23288" cy="37506"/>
            </a:xfrm>
            <a:noFill/>
          </p:grpSpPr>
          <p:sp>
            <p:nvSpPr>
              <p:cNvPr id="153" name="Freihandform: Form 152">
                <a:extLst>
                  <a:ext uri="{FF2B5EF4-FFF2-40B4-BE49-F238E27FC236}">
                    <a16:creationId xmlns:a16="http://schemas.microsoft.com/office/drawing/2014/main" id="{7AECA1CC-5F17-6E5F-E0E4-C7D5D2EAA44F}"/>
                  </a:ext>
                </a:extLst>
              </p:cNvPr>
              <p:cNvSpPr/>
              <p:nvPr/>
            </p:nvSpPr>
            <p:spPr>
              <a:xfrm>
                <a:off x="9980584" y="4693319"/>
                <a:ext cx="8032" cy="32265"/>
              </a:xfrm>
              <a:custGeom>
                <a:avLst/>
                <a:gdLst>
                  <a:gd name="connsiteX0" fmla="*/ 0 w 8032"/>
                  <a:gd name="connsiteY0" fmla="*/ 0 h 32265"/>
                  <a:gd name="connsiteX1" fmla="*/ 6549 w 8032"/>
                  <a:gd name="connsiteY1" fmla="*/ 32266 h 32265"/>
                </a:gdLst>
                <a:ahLst/>
                <a:cxnLst>
                  <a:cxn ang="0">
                    <a:pos x="connsiteX0" y="connsiteY0"/>
                  </a:cxn>
                  <a:cxn ang="0">
                    <a:pos x="connsiteX1" y="connsiteY1"/>
                  </a:cxn>
                </a:cxnLst>
                <a:rect l="l" t="t" r="r" b="b"/>
                <a:pathLst>
                  <a:path w="8032" h="32265">
                    <a:moveTo>
                      <a:pt x="0" y="0"/>
                    </a:moveTo>
                    <a:cubicBezTo>
                      <a:pt x="7507" y="9664"/>
                      <a:pt x="9903" y="21004"/>
                      <a:pt x="6549" y="32266"/>
                    </a:cubicBezTo>
                  </a:path>
                </a:pathLst>
              </a:custGeom>
              <a:noFill/>
              <a:ln w="5457" cap="flat">
                <a:solidFill>
                  <a:srgbClr val="644132"/>
                </a:solidFill>
                <a:prstDash val="solid"/>
                <a:miter/>
              </a:ln>
            </p:spPr>
            <p:txBody>
              <a:bodyPr rtlCol="0" anchor="ctr"/>
              <a:lstStyle/>
              <a:p>
                <a:endParaRPr lang="en-US"/>
              </a:p>
            </p:txBody>
          </p:sp>
          <p:sp>
            <p:nvSpPr>
              <p:cNvPr id="154" name="Freihandform: Form 153">
                <a:extLst>
                  <a:ext uri="{FF2B5EF4-FFF2-40B4-BE49-F238E27FC236}">
                    <a16:creationId xmlns:a16="http://schemas.microsoft.com/office/drawing/2014/main" id="{82825C24-33E8-E5DB-1F05-F72A4C592CC4}"/>
                  </a:ext>
                </a:extLst>
              </p:cNvPr>
              <p:cNvSpPr/>
              <p:nvPr/>
            </p:nvSpPr>
            <p:spPr>
              <a:xfrm rot="-4986143">
                <a:off x="9967126" y="4698500"/>
                <a:ext cx="35461" cy="19168"/>
              </a:xfrm>
              <a:custGeom>
                <a:avLst/>
                <a:gdLst>
                  <a:gd name="connsiteX0" fmla="*/ 0 w 35461"/>
                  <a:gd name="connsiteY0" fmla="*/ 0 h 19168"/>
                  <a:gd name="connsiteX1" fmla="*/ 35462 w 35461"/>
                  <a:gd name="connsiteY1" fmla="*/ 0 h 19168"/>
                  <a:gd name="connsiteX2" fmla="*/ 35462 w 35461"/>
                  <a:gd name="connsiteY2" fmla="*/ 19168 h 19168"/>
                  <a:gd name="connsiteX3" fmla="*/ 0 w 35461"/>
                  <a:gd name="connsiteY3" fmla="*/ 19168 h 19168"/>
                </a:gdLst>
                <a:ahLst/>
                <a:cxnLst>
                  <a:cxn ang="0">
                    <a:pos x="connsiteX0" y="connsiteY0"/>
                  </a:cxn>
                  <a:cxn ang="0">
                    <a:pos x="connsiteX1" y="connsiteY1"/>
                  </a:cxn>
                  <a:cxn ang="0">
                    <a:pos x="connsiteX2" y="connsiteY2"/>
                  </a:cxn>
                  <a:cxn ang="0">
                    <a:pos x="connsiteX3" y="connsiteY3"/>
                  </a:cxn>
                </a:cxnLst>
                <a:rect l="l" t="t" r="r" b="b"/>
                <a:pathLst>
                  <a:path w="35461" h="19168">
                    <a:moveTo>
                      <a:pt x="0" y="0"/>
                    </a:moveTo>
                    <a:lnTo>
                      <a:pt x="35462" y="0"/>
                    </a:lnTo>
                    <a:lnTo>
                      <a:pt x="35462" y="19168"/>
                    </a:lnTo>
                    <a:lnTo>
                      <a:pt x="0" y="19168"/>
                    </a:lnTo>
                    <a:close/>
                  </a:path>
                </a:pathLst>
              </a:custGeom>
              <a:noFill/>
              <a:ln w="7981" cap="flat">
                <a:noFill/>
                <a:prstDash val="solid"/>
                <a:miter/>
              </a:ln>
            </p:spPr>
            <p:txBody>
              <a:bodyPr rtlCol="0" anchor="ctr"/>
              <a:lstStyle/>
              <a:p>
                <a:endParaRPr lang="en-US"/>
              </a:p>
            </p:txBody>
          </p:sp>
          <p:sp>
            <p:nvSpPr>
              <p:cNvPr id="155" name="Freihandform: Form 154">
                <a:extLst>
                  <a:ext uri="{FF2B5EF4-FFF2-40B4-BE49-F238E27FC236}">
                    <a16:creationId xmlns:a16="http://schemas.microsoft.com/office/drawing/2014/main" id="{EF063718-545A-DDFB-57A5-6CA86B8E5952}"/>
                  </a:ext>
                </a:extLst>
              </p:cNvPr>
              <p:cNvSpPr/>
              <p:nvPr/>
            </p:nvSpPr>
            <p:spPr>
              <a:xfrm rot="-4986143">
                <a:off x="9967126" y="4698500"/>
                <a:ext cx="35461" cy="19168"/>
              </a:xfrm>
              <a:custGeom>
                <a:avLst/>
                <a:gdLst>
                  <a:gd name="connsiteX0" fmla="*/ 0 w 35461"/>
                  <a:gd name="connsiteY0" fmla="*/ 0 h 19168"/>
                  <a:gd name="connsiteX1" fmla="*/ 35462 w 35461"/>
                  <a:gd name="connsiteY1" fmla="*/ 0 h 19168"/>
                  <a:gd name="connsiteX2" fmla="*/ 35462 w 35461"/>
                  <a:gd name="connsiteY2" fmla="*/ 19168 h 19168"/>
                  <a:gd name="connsiteX3" fmla="*/ 0 w 35461"/>
                  <a:gd name="connsiteY3" fmla="*/ 19168 h 19168"/>
                </a:gdLst>
                <a:ahLst/>
                <a:cxnLst>
                  <a:cxn ang="0">
                    <a:pos x="connsiteX0" y="connsiteY0"/>
                  </a:cxn>
                  <a:cxn ang="0">
                    <a:pos x="connsiteX1" y="connsiteY1"/>
                  </a:cxn>
                  <a:cxn ang="0">
                    <a:pos x="connsiteX2" y="connsiteY2"/>
                  </a:cxn>
                  <a:cxn ang="0">
                    <a:pos x="connsiteX3" y="connsiteY3"/>
                  </a:cxn>
                </a:cxnLst>
                <a:rect l="l" t="t" r="r" b="b"/>
                <a:pathLst>
                  <a:path w="35461" h="19168">
                    <a:moveTo>
                      <a:pt x="0" y="0"/>
                    </a:moveTo>
                    <a:lnTo>
                      <a:pt x="35462" y="0"/>
                    </a:lnTo>
                    <a:lnTo>
                      <a:pt x="35462" y="19168"/>
                    </a:lnTo>
                    <a:lnTo>
                      <a:pt x="0" y="19168"/>
                    </a:lnTo>
                    <a:close/>
                  </a:path>
                </a:pathLst>
              </a:custGeom>
              <a:noFill/>
              <a:ln w="7981" cap="flat">
                <a:noFill/>
                <a:prstDash val="solid"/>
                <a:miter/>
              </a:ln>
            </p:spPr>
            <p:txBody>
              <a:bodyPr rtlCol="0" anchor="ctr"/>
              <a:lstStyle/>
              <a:p>
                <a:endParaRPr lang="en-US"/>
              </a:p>
            </p:txBody>
          </p:sp>
        </p:grpSp>
        <p:sp>
          <p:nvSpPr>
            <p:cNvPr id="141" name="Freihandform: Form 140">
              <a:extLst>
                <a:ext uri="{FF2B5EF4-FFF2-40B4-BE49-F238E27FC236}">
                  <a16:creationId xmlns:a16="http://schemas.microsoft.com/office/drawing/2014/main" id="{AB9BE7AA-717E-C6DC-B978-041C16FF65E6}"/>
                </a:ext>
              </a:extLst>
            </p:cNvPr>
            <p:cNvSpPr/>
            <p:nvPr/>
          </p:nvSpPr>
          <p:spPr>
            <a:xfrm>
              <a:off x="10053322" y="4505700"/>
              <a:ext cx="10499" cy="7753"/>
            </a:xfrm>
            <a:custGeom>
              <a:avLst/>
              <a:gdLst>
                <a:gd name="connsiteX0" fmla="*/ 10481 w 10499"/>
                <a:gd name="connsiteY0" fmla="*/ 4649 h 7753"/>
                <a:gd name="connsiteX1" fmla="*/ 4731 w 10499"/>
                <a:gd name="connsiteY1" fmla="*/ 7683 h 7753"/>
                <a:gd name="connsiteX2" fmla="*/ 19 w 10499"/>
                <a:gd name="connsiteY2" fmla="*/ 3131 h 7753"/>
                <a:gd name="connsiteX3" fmla="*/ 5769 w 10499"/>
                <a:gd name="connsiteY3" fmla="*/ 96 h 7753"/>
                <a:gd name="connsiteX4" fmla="*/ 10481 w 10499"/>
                <a:gd name="connsiteY4" fmla="*/ 4649 h 7753"/>
                <a:gd name="connsiteX5" fmla="*/ 10481 w 10499"/>
                <a:gd name="connsiteY5" fmla="*/ 4649 h 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99" h="7753">
                  <a:moveTo>
                    <a:pt x="10481" y="4649"/>
                  </a:moveTo>
                  <a:cubicBezTo>
                    <a:pt x="10162" y="6725"/>
                    <a:pt x="7606" y="8083"/>
                    <a:pt x="4731" y="7683"/>
                  </a:cubicBezTo>
                  <a:cubicBezTo>
                    <a:pt x="1856" y="7284"/>
                    <a:pt x="-221" y="5208"/>
                    <a:pt x="19" y="3131"/>
                  </a:cubicBezTo>
                  <a:cubicBezTo>
                    <a:pt x="338" y="975"/>
                    <a:pt x="2894" y="-383"/>
                    <a:pt x="5769" y="96"/>
                  </a:cubicBezTo>
                  <a:cubicBezTo>
                    <a:pt x="8644" y="575"/>
                    <a:pt x="10721" y="2572"/>
                    <a:pt x="10481" y="4649"/>
                  </a:cubicBezTo>
                  <a:lnTo>
                    <a:pt x="10481" y="4649"/>
                  </a:lnTo>
                  <a:close/>
                </a:path>
              </a:pathLst>
            </a:custGeom>
            <a:solidFill>
              <a:srgbClr val="9B9682"/>
            </a:solidFill>
            <a:ln w="7981" cap="flat">
              <a:noFill/>
              <a:prstDash val="solid"/>
              <a:miter/>
            </a:ln>
          </p:spPr>
          <p:txBody>
            <a:bodyPr rtlCol="0" anchor="ctr"/>
            <a:lstStyle/>
            <a:p>
              <a:endParaRPr lang="en-US"/>
            </a:p>
          </p:txBody>
        </p:sp>
        <p:sp>
          <p:nvSpPr>
            <p:cNvPr id="142" name="Freihandform: Form 141">
              <a:extLst>
                <a:ext uri="{FF2B5EF4-FFF2-40B4-BE49-F238E27FC236}">
                  <a16:creationId xmlns:a16="http://schemas.microsoft.com/office/drawing/2014/main" id="{8CDE1B0F-3D17-8BE2-6105-0D2D64C6F46C}"/>
                </a:ext>
              </a:extLst>
            </p:cNvPr>
            <p:cNvSpPr/>
            <p:nvPr/>
          </p:nvSpPr>
          <p:spPr>
            <a:xfrm>
              <a:off x="9861712" y="4477857"/>
              <a:ext cx="10527" cy="7985"/>
            </a:xfrm>
            <a:custGeom>
              <a:avLst/>
              <a:gdLst>
                <a:gd name="connsiteX0" fmla="*/ 10495 w 10527"/>
                <a:gd name="connsiteY0" fmla="*/ 4779 h 7985"/>
                <a:gd name="connsiteX1" fmla="*/ 4665 w 10527"/>
                <a:gd name="connsiteY1" fmla="*/ 7893 h 7985"/>
                <a:gd name="connsiteX2" fmla="*/ 32 w 10527"/>
                <a:gd name="connsiteY2" fmla="*/ 3261 h 7985"/>
                <a:gd name="connsiteX3" fmla="*/ 5863 w 10527"/>
                <a:gd name="connsiteY3" fmla="*/ 67 h 7985"/>
                <a:gd name="connsiteX4" fmla="*/ 10495 w 10527"/>
                <a:gd name="connsiteY4" fmla="*/ 4779 h 7985"/>
                <a:gd name="connsiteX5" fmla="*/ 10495 w 10527"/>
                <a:gd name="connsiteY5" fmla="*/ 4779 h 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27" h="7985">
                  <a:moveTo>
                    <a:pt x="10495" y="4779"/>
                  </a:moveTo>
                  <a:cubicBezTo>
                    <a:pt x="10175" y="6935"/>
                    <a:pt x="7540" y="8373"/>
                    <a:pt x="4665" y="7893"/>
                  </a:cubicBezTo>
                  <a:cubicBezTo>
                    <a:pt x="1789" y="7494"/>
                    <a:pt x="-287" y="5418"/>
                    <a:pt x="32" y="3261"/>
                  </a:cubicBezTo>
                  <a:cubicBezTo>
                    <a:pt x="352" y="1105"/>
                    <a:pt x="2988" y="-333"/>
                    <a:pt x="5863" y="67"/>
                  </a:cubicBezTo>
                  <a:cubicBezTo>
                    <a:pt x="8738" y="546"/>
                    <a:pt x="10814" y="2622"/>
                    <a:pt x="10495" y="4779"/>
                  </a:cubicBezTo>
                  <a:lnTo>
                    <a:pt x="10495" y="4779"/>
                  </a:lnTo>
                  <a:close/>
                </a:path>
              </a:pathLst>
            </a:custGeom>
            <a:solidFill>
              <a:srgbClr val="9B9682"/>
            </a:solidFill>
            <a:ln w="7981" cap="flat">
              <a:noFill/>
              <a:prstDash val="solid"/>
              <a:miter/>
            </a:ln>
          </p:spPr>
          <p:txBody>
            <a:bodyPr rtlCol="0" anchor="ctr"/>
            <a:lstStyle/>
            <a:p>
              <a:endParaRPr lang="en-US"/>
            </a:p>
          </p:txBody>
        </p:sp>
        <p:sp>
          <p:nvSpPr>
            <p:cNvPr id="143" name="Freihandform: Form 142">
              <a:extLst>
                <a:ext uri="{FF2B5EF4-FFF2-40B4-BE49-F238E27FC236}">
                  <a16:creationId xmlns:a16="http://schemas.microsoft.com/office/drawing/2014/main" id="{40078A29-9A09-CC20-3B3A-5BC83BB03E53}"/>
                </a:ext>
              </a:extLst>
            </p:cNvPr>
            <p:cNvSpPr/>
            <p:nvPr/>
          </p:nvSpPr>
          <p:spPr>
            <a:xfrm>
              <a:off x="10182643" y="4933074"/>
              <a:ext cx="236879" cy="412902"/>
            </a:xfrm>
            <a:custGeom>
              <a:avLst/>
              <a:gdLst>
                <a:gd name="connsiteX0" fmla="*/ 153022 w 236879"/>
                <a:gd name="connsiteY0" fmla="*/ 201580 h 412902"/>
                <a:gd name="connsiteX1" fmla="*/ 236880 w 236879"/>
                <a:gd name="connsiteY1" fmla="*/ 83779 h 412902"/>
                <a:gd name="connsiteX2" fmla="*/ 168835 w 236879"/>
                <a:gd name="connsiteY2" fmla="*/ 0 h 412902"/>
                <a:gd name="connsiteX3" fmla="*/ 131458 w 236879"/>
                <a:gd name="connsiteY3" fmla="*/ 103186 h 412902"/>
                <a:gd name="connsiteX4" fmla="*/ 15254 w 236879"/>
                <a:gd name="connsiteY4" fmla="*/ 200781 h 412902"/>
                <a:gd name="connsiteX5" fmla="*/ 0 w 236879"/>
                <a:gd name="connsiteY5" fmla="*/ 412903 h 412902"/>
                <a:gd name="connsiteX6" fmla="*/ 153022 w 236879"/>
                <a:gd name="connsiteY6" fmla="*/ 201580 h 41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879" h="412902">
                  <a:moveTo>
                    <a:pt x="153022" y="201580"/>
                  </a:moveTo>
                  <a:cubicBezTo>
                    <a:pt x="208208" y="120197"/>
                    <a:pt x="236880" y="83779"/>
                    <a:pt x="236880" y="83779"/>
                  </a:cubicBezTo>
                  <a:cubicBezTo>
                    <a:pt x="236880" y="83779"/>
                    <a:pt x="220268" y="33543"/>
                    <a:pt x="168835" y="0"/>
                  </a:cubicBezTo>
                  <a:cubicBezTo>
                    <a:pt x="181454" y="16053"/>
                    <a:pt x="180495" y="34981"/>
                    <a:pt x="131458" y="103186"/>
                  </a:cubicBezTo>
                  <a:cubicBezTo>
                    <a:pt x="99033" y="148310"/>
                    <a:pt x="15254" y="200781"/>
                    <a:pt x="15254" y="200781"/>
                  </a:cubicBezTo>
                  <a:cubicBezTo>
                    <a:pt x="15254" y="200781"/>
                    <a:pt x="10782" y="367779"/>
                    <a:pt x="0" y="412903"/>
                  </a:cubicBezTo>
                  <a:lnTo>
                    <a:pt x="153022" y="201580"/>
                  </a:lnTo>
                  <a:close/>
                </a:path>
              </a:pathLst>
            </a:custGeom>
            <a:solidFill>
              <a:srgbClr val="FFFFFF"/>
            </a:solidFill>
            <a:ln w="7981" cap="flat">
              <a:noFill/>
              <a:prstDash val="solid"/>
              <a:miter/>
            </a:ln>
          </p:spPr>
          <p:txBody>
            <a:bodyPr rtlCol="0" anchor="ctr"/>
            <a:lstStyle/>
            <a:p>
              <a:endParaRPr lang="en-US"/>
            </a:p>
          </p:txBody>
        </p:sp>
        <p:sp>
          <p:nvSpPr>
            <p:cNvPr id="144" name="Freihandform: Form 143">
              <a:extLst>
                <a:ext uri="{FF2B5EF4-FFF2-40B4-BE49-F238E27FC236}">
                  <a16:creationId xmlns:a16="http://schemas.microsoft.com/office/drawing/2014/main" id="{3CF86DAD-3D9A-145E-A99C-3B2C5248EA07}"/>
                </a:ext>
              </a:extLst>
            </p:cNvPr>
            <p:cNvSpPr/>
            <p:nvPr/>
          </p:nvSpPr>
          <p:spPr>
            <a:xfrm>
              <a:off x="10302520" y="5016853"/>
              <a:ext cx="194059" cy="295500"/>
            </a:xfrm>
            <a:custGeom>
              <a:avLst/>
              <a:gdLst>
                <a:gd name="connsiteX0" fmla="*/ 116923 w 194059"/>
                <a:gd name="connsiteY0" fmla="*/ 0 h 295500"/>
                <a:gd name="connsiteX1" fmla="*/ 0 w 194059"/>
                <a:gd name="connsiteY1" fmla="*/ 295501 h 295500"/>
                <a:gd name="connsiteX2" fmla="*/ 186245 w 194059"/>
                <a:gd name="connsiteY2" fmla="*/ 103106 h 295500"/>
                <a:gd name="connsiteX3" fmla="*/ 116923 w 194059"/>
                <a:gd name="connsiteY3" fmla="*/ 0 h 295500"/>
                <a:gd name="connsiteX4" fmla="*/ 116923 w 194059"/>
                <a:gd name="connsiteY4" fmla="*/ 0 h 29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059" h="295500">
                  <a:moveTo>
                    <a:pt x="116923" y="0"/>
                  </a:moveTo>
                  <a:cubicBezTo>
                    <a:pt x="116923" y="0"/>
                    <a:pt x="117482" y="170592"/>
                    <a:pt x="0" y="295501"/>
                  </a:cubicBezTo>
                  <a:cubicBezTo>
                    <a:pt x="0" y="295501"/>
                    <a:pt x="110134" y="243828"/>
                    <a:pt x="186245" y="103106"/>
                  </a:cubicBezTo>
                  <a:cubicBezTo>
                    <a:pt x="216994" y="46162"/>
                    <a:pt x="149268" y="6789"/>
                    <a:pt x="116923" y="0"/>
                  </a:cubicBezTo>
                  <a:lnTo>
                    <a:pt x="116923" y="0"/>
                  </a:lnTo>
                  <a:close/>
                </a:path>
              </a:pathLst>
            </a:custGeom>
            <a:solidFill>
              <a:schemeClr val="bg1">
                <a:lumMod val="95000"/>
              </a:schemeClr>
            </a:solidFill>
            <a:ln w="7981" cap="flat">
              <a:noFill/>
              <a:prstDash val="solid"/>
              <a:miter/>
            </a:ln>
          </p:spPr>
          <p:txBody>
            <a:bodyPr rtlCol="0" anchor="ctr"/>
            <a:lstStyle/>
            <a:p>
              <a:endParaRPr lang="en-US"/>
            </a:p>
          </p:txBody>
        </p:sp>
        <p:sp>
          <p:nvSpPr>
            <p:cNvPr id="145" name="Freihandform: Form 144">
              <a:extLst>
                <a:ext uri="{FF2B5EF4-FFF2-40B4-BE49-F238E27FC236}">
                  <a16:creationId xmlns:a16="http://schemas.microsoft.com/office/drawing/2014/main" id="{45B6EDDD-0DB4-66EB-2BB8-6AF5D516F17E}"/>
                </a:ext>
              </a:extLst>
            </p:cNvPr>
            <p:cNvSpPr/>
            <p:nvPr/>
          </p:nvSpPr>
          <p:spPr>
            <a:xfrm>
              <a:off x="10257563" y="4561608"/>
              <a:ext cx="129404" cy="196059"/>
            </a:xfrm>
            <a:custGeom>
              <a:avLst/>
              <a:gdLst>
                <a:gd name="connsiteX0" fmla="*/ 6622 w 129404"/>
                <a:gd name="connsiteY0" fmla="*/ 165414 h 196059"/>
                <a:gd name="connsiteX1" fmla="*/ 33776 w 129404"/>
                <a:gd name="connsiteY1" fmla="*/ 194805 h 196059"/>
                <a:gd name="connsiteX2" fmla="*/ 121947 w 129404"/>
                <a:gd name="connsiteY2" fmla="*/ 117815 h 196059"/>
                <a:gd name="connsiteX3" fmla="*/ 72671 w 129404"/>
                <a:gd name="connsiteY3" fmla="*/ 14 h 196059"/>
                <a:gd name="connsiteX4" fmla="*/ 6622 w 129404"/>
                <a:gd name="connsiteY4" fmla="*/ 165414 h 196059"/>
                <a:gd name="connsiteX5" fmla="*/ 6622 w 129404"/>
                <a:gd name="connsiteY5" fmla="*/ 165414 h 196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404" h="196059">
                  <a:moveTo>
                    <a:pt x="6622" y="165414"/>
                  </a:moveTo>
                  <a:cubicBezTo>
                    <a:pt x="22196" y="203031"/>
                    <a:pt x="18362" y="190811"/>
                    <a:pt x="33776" y="194805"/>
                  </a:cubicBezTo>
                  <a:cubicBezTo>
                    <a:pt x="75705" y="205587"/>
                    <a:pt x="114919" y="144090"/>
                    <a:pt x="121947" y="117815"/>
                  </a:cubicBezTo>
                  <a:cubicBezTo>
                    <a:pt x="130253" y="86667"/>
                    <a:pt x="146226" y="-1264"/>
                    <a:pt x="72671" y="14"/>
                  </a:cubicBezTo>
                  <a:cubicBezTo>
                    <a:pt x="-885" y="1132"/>
                    <a:pt x="-8952" y="127718"/>
                    <a:pt x="6622" y="165414"/>
                  </a:cubicBezTo>
                  <a:lnTo>
                    <a:pt x="6622" y="165414"/>
                  </a:lnTo>
                  <a:close/>
                </a:path>
              </a:pathLst>
            </a:custGeom>
            <a:solidFill>
              <a:srgbClr val="9B644B"/>
            </a:solidFill>
            <a:ln w="7981" cap="flat">
              <a:noFill/>
              <a:prstDash val="solid"/>
              <a:miter/>
            </a:ln>
          </p:spPr>
          <p:txBody>
            <a:bodyPr rtlCol="0" anchor="ctr"/>
            <a:lstStyle/>
            <a:p>
              <a:endParaRPr lang="en-US"/>
            </a:p>
          </p:txBody>
        </p:sp>
        <p:sp>
          <p:nvSpPr>
            <p:cNvPr id="146" name="Freihandform: Form 145">
              <a:extLst>
                <a:ext uri="{FF2B5EF4-FFF2-40B4-BE49-F238E27FC236}">
                  <a16:creationId xmlns:a16="http://schemas.microsoft.com/office/drawing/2014/main" id="{C0680F35-6978-612C-4AF2-9394EFC25545}"/>
                </a:ext>
              </a:extLst>
            </p:cNvPr>
            <p:cNvSpPr/>
            <p:nvPr/>
          </p:nvSpPr>
          <p:spPr>
            <a:xfrm>
              <a:off x="10250416" y="4719017"/>
              <a:ext cx="140274" cy="140340"/>
            </a:xfrm>
            <a:custGeom>
              <a:avLst/>
              <a:gdLst>
                <a:gd name="connsiteX0" fmla="*/ 140275 w 140274"/>
                <a:gd name="connsiteY0" fmla="*/ 71818 h 140340"/>
                <a:gd name="connsiteX1" fmla="*/ 40044 w 140274"/>
                <a:gd name="connsiteY1" fmla="*/ 133793 h 140340"/>
                <a:gd name="connsiteX2" fmla="*/ 5143 w 140274"/>
                <a:gd name="connsiteY2" fmla="*/ 97215 h 140340"/>
                <a:gd name="connsiteX3" fmla="*/ 71830 w 140274"/>
                <a:gd name="connsiteY3" fmla="*/ 19 h 140340"/>
                <a:gd name="connsiteX4" fmla="*/ 75664 w 140274"/>
                <a:gd name="connsiteY4" fmla="*/ 179 h 140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274" h="140340">
                  <a:moveTo>
                    <a:pt x="140275" y="71818"/>
                  </a:moveTo>
                  <a:cubicBezTo>
                    <a:pt x="139157" y="119577"/>
                    <a:pt x="89560" y="155676"/>
                    <a:pt x="40044" y="133793"/>
                  </a:cubicBezTo>
                  <a:cubicBezTo>
                    <a:pt x="24071" y="126765"/>
                    <a:pt x="11373" y="113428"/>
                    <a:pt x="5143" y="97215"/>
                  </a:cubicBezTo>
                  <a:cubicBezTo>
                    <a:pt x="-14264" y="46660"/>
                    <a:pt x="24151" y="-1099"/>
                    <a:pt x="71830" y="19"/>
                  </a:cubicBezTo>
                  <a:cubicBezTo>
                    <a:pt x="73108" y="19"/>
                    <a:pt x="74386" y="99"/>
                    <a:pt x="75664" y="179"/>
                  </a:cubicBezTo>
                </a:path>
              </a:pathLst>
            </a:custGeom>
            <a:noFill/>
            <a:ln w="10597" cap="flat">
              <a:solidFill>
                <a:schemeClr val="accent2"/>
              </a:solidFill>
              <a:prstDash val="solid"/>
              <a:round/>
            </a:ln>
          </p:spPr>
          <p:txBody>
            <a:bodyPr rtlCol="0" anchor="ctr"/>
            <a:lstStyle/>
            <a:p>
              <a:endParaRPr lang="en-US"/>
            </a:p>
          </p:txBody>
        </p:sp>
        <p:sp>
          <p:nvSpPr>
            <p:cNvPr id="147" name="Freihandform: Form 146">
              <a:extLst>
                <a:ext uri="{FF2B5EF4-FFF2-40B4-BE49-F238E27FC236}">
                  <a16:creationId xmlns:a16="http://schemas.microsoft.com/office/drawing/2014/main" id="{CFD371F0-E219-6FE0-357F-FBEECD859612}"/>
                </a:ext>
              </a:extLst>
            </p:cNvPr>
            <p:cNvSpPr/>
            <p:nvPr/>
          </p:nvSpPr>
          <p:spPr>
            <a:xfrm>
              <a:off x="10512926" y="5080825"/>
              <a:ext cx="1070310" cy="1113079"/>
            </a:xfrm>
            <a:custGeom>
              <a:avLst/>
              <a:gdLst>
                <a:gd name="connsiteX0" fmla="*/ 1070310 w 1070310"/>
                <a:gd name="connsiteY0" fmla="*/ 811030 h 1113079"/>
                <a:gd name="connsiteX1" fmla="*/ 525950 w 1070310"/>
                <a:gd name="connsiteY1" fmla="*/ 234324 h 1113079"/>
                <a:gd name="connsiteX2" fmla="*/ 242509 w 1070310"/>
                <a:gd name="connsiteY2" fmla="*/ 0 h 1113079"/>
                <a:gd name="connsiteX3" fmla="*/ 42926 w 1070310"/>
                <a:gd name="connsiteY3" fmla="*/ 203257 h 1113079"/>
                <a:gd name="connsiteX4" fmla="*/ 438 w 1070310"/>
                <a:gd name="connsiteY4" fmla="*/ 390540 h 1113079"/>
                <a:gd name="connsiteX5" fmla="*/ 101866 w 1070310"/>
                <a:gd name="connsiteY5" fmla="*/ 678694 h 1113079"/>
                <a:gd name="connsiteX6" fmla="*/ 258801 w 1070310"/>
                <a:gd name="connsiteY6" fmla="*/ 728689 h 1113079"/>
                <a:gd name="connsiteX7" fmla="*/ 425080 w 1070310"/>
                <a:gd name="connsiteY7" fmla="*/ 794258 h 1113079"/>
                <a:gd name="connsiteX8" fmla="*/ 586807 w 1070310"/>
                <a:gd name="connsiteY8" fmla="*/ 845691 h 1113079"/>
                <a:gd name="connsiteX9" fmla="*/ 469485 w 1070310"/>
                <a:gd name="connsiteY9" fmla="*/ 1093912 h 1113079"/>
                <a:gd name="connsiteX10" fmla="*/ 451436 w 1070310"/>
                <a:gd name="connsiteY10" fmla="*/ 1113080 h 1113079"/>
                <a:gd name="connsiteX11" fmla="*/ 927671 w 1070310"/>
                <a:gd name="connsiteY11" fmla="*/ 1113080 h 1113079"/>
                <a:gd name="connsiteX12" fmla="*/ 1070310 w 1070310"/>
                <a:gd name="connsiteY12" fmla="*/ 811030 h 1113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0310" h="1113079">
                  <a:moveTo>
                    <a:pt x="1070310" y="811030"/>
                  </a:moveTo>
                  <a:cubicBezTo>
                    <a:pt x="1043556" y="735637"/>
                    <a:pt x="721140" y="415059"/>
                    <a:pt x="525950" y="234324"/>
                  </a:cubicBezTo>
                  <a:cubicBezTo>
                    <a:pt x="387464" y="105741"/>
                    <a:pt x="349288" y="80185"/>
                    <a:pt x="242509" y="0"/>
                  </a:cubicBezTo>
                  <a:cubicBezTo>
                    <a:pt x="202895" y="56225"/>
                    <a:pt x="101227" y="103266"/>
                    <a:pt x="42926" y="203257"/>
                  </a:cubicBezTo>
                  <a:cubicBezTo>
                    <a:pt x="14893" y="251176"/>
                    <a:pt x="-3077" y="311394"/>
                    <a:pt x="438" y="390540"/>
                  </a:cubicBezTo>
                  <a:cubicBezTo>
                    <a:pt x="8025" y="564247"/>
                    <a:pt x="38853" y="638761"/>
                    <a:pt x="101866" y="678694"/>
                  </a:cubicBezTo>
                  <a:cubicBezTo>
                    <a:pt x="141000" y="703532"/>
                    <a:pt x="192753" y="714952"/>
                    <a:pt x="258801" y="728689"/>
                  </a:cubicBezTo>
                  <a:cubicBezTo>
                    <a:pt x="316384" y="740669"/>
                    <a:pt x="365581" y="767823"/>
                    <a:pt x="425080" y="794258"/>
                  </a:cubicBezTo>
                  <a:cubicBezTo>
                    <a:pt x="470364" y="814145"/>
                    <a:pt x="521397" y="833871"/>
                    <a:pt x="586807" y="845691"/>
                  </a:cubicBezTo>
                  <a:cubicBezTo>
                    <a:pt x="608450" y="849605"/>
                    <a:pt x="535933" y="1001269"/>
                    <a:pt x="469485" y="1093912"/>
                  </a:cubicBezTo>
                  <a:cubicBezTo>
                    <a:pt x="463016" y="1100461"/>
                    <a:pt x="457106" y="1106850"/>
                    <a:pt x="451436" y="1113080"/>
                  </a:cubicBezTo>
                  <a:lnTo>
                    <a:pt x="927671" y="1113080"/>
                  </a:lnTo>
                  <a:cubicBezTo>
                    <a:pt x="1005540" y="1000949"/>
                    <a:pt x="1070390" y="893052"/>
                    <a:pt x="1070310" y="811030"/>
                  </a:cubicBezTo>
                  <a:close/>
                </a:path>
              </a:pathLst>
            </a:custGeom>
            <a:solidFill>
              <a:srgbClr val="FFFFFF"/>
            </a:solidFill>
            <a:ln w="7981" cap="flat">
              <a:noFill/>
              <a:prstDash val="solid"/>
              <a:miter/>
            </a:ln>
          </p:spPr>
          <p:txBody>
            <a:bodyPr rtlCol="0" anchor="ctr"/>
            <a:lstStyle/>
            <a:p>
              <a:endParaRPr lang="en-US"/>
            </a:p>
          </p:txBody>
        </p:sp>
        <p:sp>
          <p:nvSpPr>
            <p:cNvPr id="148" name="Freihandform: Form 147">
              <a:extLst>
                <a:ext uri="{FF2B5EF4-FFF2-40B4-BE49-F238E27FC236}">
                  <a16:creationId xmlns:a16="http://schemas.microsoft.com/office/drawing/2014/main" id="{8F472D27-66A2-9674-07A0-943BDC484164}"/>
                </a:ext>
              </a:extLst>
            </p:cNvPr>
            <p:cNvSpPr/>
            <p:nvPr/>
          </p:nvSpPr>
          <p:spPr>
            <a:xfrm>
              <a:off x="10755355" y="5080825"/>
              <a:ext cx="283601" cy="234244"/>
            </a:xfrm>
            <a:custGeom>
              <a:avLst/>
              <a:gdLst>
                <a:gd name="connsiteX0" fmla="*/ 283601 w 283601"/>
                <a:gd name="connsiteY0" fmla="*/ 234244 h 234244"/>
                <a:gd name="connsiteX1" fmla="*/ 0 w 283601"/>
                <a:gd name="connsiteY1" fmla="*/ 0 h 234244"/>
              </a:gdLst>
              <a:ahLst/>
              <a:cxnLst>
                <a:cxn ang="0">
                  <a:pos x="connsiteX0" y="connsiteY0"/>
                </a:cxn>
                <a:cxn ang="0">
                  <a:pos x="connsiteX1" y="connsiteY1"/>
                </a:cxn>
              </a:cxnLst>
              <a:rect l="l" t="t" r="r" b="b"/>
              <a:pathLst>
                <a:path w="283601" h="234244">
                  <a:moveTo>
                    <a:pt x="283601" y="234244"/>
                  </a:moveTo>
                  <a:cubicBezTo>
                    <a:pt x="145035" y="105741"/>
                    <a:pt x="106860" y="80105"/>
                    <a:pt x="0" y="0"/>
                  </a:cubicBezTo>
                </a:path>
              </a:pathLst>
            </a:custGeom>
            <a:noFill/>
            <a:ln w="17603" cap="flat">
              <a:solidFill>
                <a:srgbClr val="DFE6ED"/>
              </a:solidFill>
              <a:prstDash val="solid"/>
              <a:miter/>
            </a:ln>
          </p:spPr>
          <p:txBody>
            <a:bodyPr rtlCol="0" anchor="ctr"/>
            <a:lstStyle/>
            <a:p>
              <a:endParaRPr lang="en-US"/>
            </a:p>
          </p:txBody>
        </p:sp>
        <p:sp>
          <p:nvSpPr>
            <p:cNvPr id="149" name="Freihandform: Form 148">
              <a:extLst>
                <a:ext uri="{FF2B5EF4-FFF2-40B4-BE49-F238E27FC236}">
                  <a16:creationId xmlns:a16="http://schemas.microsoft.com/office/drawing/2014/main" id="{3CAD92F2-2C47-BF9D-BD66-2E7B321649D4}"/>
                </a:ext>
              </a:extLst>
            </p:cNvPr>
            <p:cNvSpPr/>
            <p:nvPr/>
          </p:nvSpPr>
          <p:spPr>
            <a:xfrm>
              <a:off x="10379350" y="5787471"/>
              <a:ext cx="285277" cy="126346"/>
            </a:xfrm>
            <a:custGeom>
              <a:avLst/>
              <a:gdLst>
                <a:gd name="connsiteX0" fmla="*/ 0 w 285277"/>
                <a:gd name="connsiteY0" fmla="*/ 119558 h 126346"/>
                <a:gd name="connsiteX1" fmla="*/ 282403 w 285277"/>
                <a:gd name="connsiteY1" fmla="*/ 126347 h 126346"/>
                <a:gd name="connsiteX2" fmla="*/ 285278 w 285277"/>
                <a:gd name="connsiteY2" fmla="*/ 6709 h 126346"/>
                <a:gd name="connsiteX3" fmla="*/ 2875 w 285277"/>
                <a:gd name="connsiteY3" fmla="*/ 0 h 126346"/>
              </a:gdLst>
              <a:ahLst/>
              <a:cxnLst>
                <a:cxn ang="0">
                  <a:pos x="connsiteX0" y="connsiteY0"/>
                </a:cxn>
                <a:cxn ang="0">
                  <a:pos x="connsiteX1" y="connsiteY1"/>
                </a:cxn>
                <a:cxn ang="0">
                  <a:pos x="connsiteX2" y="connsiteY2"/>
                </a:cxn>
                <a:cxn ang="0">
                  <a:pos x="connsiteX3" y="connsiteY3"/>
                </a:cxn>
              </a:cxnLst>
              <a:rect l="l" t="t" r="r" b="b"/>
              <a:pathLst>
                <a:path w="285277" h="126346">
                  <a:moveTo>
                    <a:pt x="0" y="119558"/>
                  </a:moveTo>
                  <a:lnTo>
                    <a:pt x="282403" y="126347"/>
                  </a:lnTo>
                  <a:lnTo>
                    <a:pt x="285278" y="6709"/>
                  </a:lnTo>
                  <a:lnTo>
                    <a:pt x="2875" y="0"/>
                  </a:lnTo>
                  <a:close/>
                </a:path>
              </a:pathLst>
            </a:custGeom>
            <a:solidFill>
              <a:srgbClr val="66667E"/>
            </a:solidFill>
            <a:ln w="7981" cap="flat">
              <a:noFill/>
              <a:prstDash val="solid"/>
              <a:miter/>
            </a:ln>
          </p:spPr>
          <p:txBody>
            <a:bodyPr rtlCol="0" anchor="ctr"/>
            <a:lstStyle/>
            <a:p>
              <a:endParaRPr lang="en-US"/>
            </a:p>
          </p:txBody>
        </p:sp>
        <p:sp>
          <p:nvSpPr>
            <p:cNvPr id="150" name="Freihandform: Form 149">
              <a:extLst>
                <a:ext uri="{FF2B5EF4-FFF2-40B4-BE49-F238E27FC236}">
                  <a16:creationId xmlns:a16="http://schemas.microsoft.com/office/drawing/2014/main" id="{F5F3EC4A-4F56-DCF4-ABFF-6D89E7FE8DC2}"/>
                </a:ext>
              </a:extLst>
            </p:cNvPr>
            <p:cNvSpPr/>
            <p:nvPr/>
          </p:nvSpPr>
          <p:spPr>
            <a:xfrm>
              <a:off x="9802565" y="4607384"/>
              <a:ext cx="124749" cy="30870"/>
            </a:xfrm>
            <a:custGeom>
              <a:avLst/>
              <a:gdLst>
                <a:gd name="connsiteX0" fmla="*/ 82181 w 124749"/>
                <a:gd name="connsiteY0" fmla="*/ 13657 h 30870"/>
                <a:gd name="connsiteX1" fmla="*/ 0 w 124749"/>
                <a:gd name="connsiteY1" fmla="*/ 0 h 30870"/>
                <a:gd name="connsiteX2" fmla="*/ 12858 w 124749"/>
                <a:gd name="connsiteY2" fmla="*/ 17570 h 30870"/>
                <a:gd name="connsiteX3" fmla="*/ 103345 w 124749"/>
                <a:gd name="connsiteY3" fmla="*/ 24279 h 30870"/>
                <a:gd name="connsiteX4" fmla="*/ 124749 w 124749"/>
                <a:gd name="connsiteY4" fmla="*/ 9504 h 30870"/>
                <a:gd name="connsiteX5" fmla="*/ 82181 w 124749"/>
                <a:gd name="connsiteY5" fmla="*/ 13657 h 30870"/>
                <a:gd name="connsiteX6" fmla="*/ 82181 w 124749"/>
                <a:gd name="connsiteY6" fmla="*/ 13657 h 3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749" h="30870">
                  <a:moveTo>
                    <a:pt x="82181" y="13657"/>
                  </a:moveTo>
                  <a:cubicBezTo>
                    <a:pt x="59739" y="4073"/>
                    <a:pt x="12539" y="319"/>
                    <a:pt x="0" y="0"/>
                  </a:cubicBezTo>
                  <a:cubicBezTo>
                    <a:pt x="4632" y="8625"/>
                    <a:pt x="2396" y="14535"/>
                    <a:pt x="12858" y="17570"/>
                  </a:cubicBezTo>
                  <a:cubicBezTo>
                    <a:pt x="24998" y="42888"/>
                    <a:pt x="103345" y="24279"/>
                    <a:pt x="103345" y="24279"/>
                  </a:cubicBezTo>
                  <a:cubicBezTo>
                    <a:pt x="103345" y="24279"/>
                    <a:pt x="122353" y="29710"/>
                    <a:pt x="124749" y="9504"/>
                  </a:cubicBezTo>
                  <a:cubicBezTo>
                    <a:pt x="112130" y="10782"/>
                    <a:pt x="112370" y="26515"/>
                    <a:pt x="82181" y="13657"/>
                  </a:cubicBezTo>
                  <a:lnTo>
                    <a:pt x="82181" y="13657"/>
                  </a:lnTo>
                  <a:close/>
                </a:path>
              </a:pathLst>
            </a:custGeom>
            <a:solidFill>
              <a:srgbClr val="644132"/>
            </a:solidFill>
            <a:ln w="7981" cap="flat">
              <a:noFill/>
              <a:prstDash val="solid"/>
              <a:miter/>
            </a:ln>
          </p:spPr>
          <p:txBody>
            <a:bodyPr rtlCol="0" anchor="ctr"/>
            <a:lstStyle/>
            <a:p>
              <a:endParaRPr lang="en-US"/>
            </a:p>
          </p:txBody>
        </p:sp>
        <p:sp>
          <p:nvSpPr>
            <p:cNvPr id="151" name="Freihandform: Form 150">
              <a:extLst>
                <a:ext uri="{FF2B5EF4-FFF2-40B4-BE49-F238E27FC236}">
                  <a16:creationId xmlns:a16="http://schemas.microsoft.com/office/drawing/2014/main" id="{58285D19-D915-DBD7-5472-C086F5F89338}"/>
                </a:ext>
              </a:extLst>
            </p:cNvPr>
            <p:cNvSpPr/>
            <p:nvPr/>
          </p:nvSpPr>
          <p:spPr>
            <a:xfrm>
              <a:off x="9808650" y="4666940"/>
              <a:ext cx="142666" cy="50732"/>
            </a:xfrm>
            <a:custGeom>
              <a:avLst/>
              <a:gdLst>
                <a:gd name="connsiteX0" fmla="*/ 6533 w 142666"/>
                <a:gd name="connsiteY0" fmla="*/ 9369 h 50732"/>
                <a:gd name="connsiteX1" fmla="*/ 54372 w 142666"/>
                <a:gd name="connsiteY1" fmla="*/ 264 h 50732"/>
                <a:gd name="connsiteX2" fmla="*/ 114830 w 142666"/>
                <a:gd name="connsiteY2" fmla="*/ 32210 h 50732"/>
                <a:gd name="connsiteX3" fmla="*/ 140307 w 142666"/>
                <a:gd name="connsiteY3" fmla="*/ 35165 h 50732"/>
                <a:gd name="connsiteX4" fmla="*/ 120021 w 142666"/>
                <a:gd name="connsiteY4" fmla="*/ 50659 h 50732"/>
                <a:gd name="connsiteX5" fmla="*/ 64515 w 142666"/>
                <a:gd name="connsiteY5" fmla="*/ 35724 h 50732"/>
                <a:gd name="connsiteX6" fmla="*/ 19631 w 142666"/>
                <a:gd name="connsiteY6" fmla="*/ 33408 h 50732"/>
                <a:gd name="connsiteX7" fmla="*/ 6533 w 142666"/>
                <a:gd name="connsiteY7" fmla="*/ 9369 h 50732"/>
                <a:gd name="connsiteX8" fmla="*/ 6533 w 142666"/>
                <a:gd name="connsiteY8" fmla="*/ 9369 h 50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666" h="50732">
                  <a:moveTo>
                    <a:pt x="6533" y="9369"/>
                  </a:moveTo>
                  <a:cubicBezTo>
                    <a:pt x="13401" y="3458"/>
                    <a:pt x="32888" y="-1174"/>
                    <a:pt x="54372" y="264"/>
                  </a:cubicBezTo>
                  <a:cubicBezTo>
                    <a:pt x="82325" y="2181"/>
                    <a:pt x="101892" y="28057"/>
                    <a:pt x="114830" y="32210"/>
                  </a:cubicBezTo>
                  <a:cubicBezTo>
                    <a:pt x="122976" y="34766"/>
                    <a:pt x="127688" y="32929"/>
                    <a:pt x="140307" y="35165"/>
                  </a:cubicBezTo>
                  <a:cubicBezTo>
                    <a:pt x="146217" y="36203"/>
                    <a:pt x="141585" y="51937"/>
                    <a:pt x="120021" y="50659"/>
                  </a:cubicBezTo>
                  <a:cubicBezTo>
                    <a:pt x="108361" y="49940"/>
                    <a:pt x="89992" y="40676"/>
                    <a:pt x="64515" y="35724"/>
                  </a:cubicBezTo>
                  <a:cubicBezTo>
                    <a:pt x="39038" y="30772"/>
                    <a:pt x="33767" y="31252"/>
                    <a:pt x="19631" y="33408"/>
                  </a:cubicBezTo>
                  <a:cubicBezTo>
                    <a:pt x="-2093" y="36682"/>
                    <a:pt x="-4728" y="19032"/>
                    <a:pt x="6533" y="9369"/>
                  </a:cubicBezTo>
                  <a:lnTo>
                    <a:pt x="6533" y="9369"/>
                  </a:lnTo>
                  <a:close/>
                </a:path>
              </a:pathLst>
            </a:custGeom>
            <a:solidFill>
              <a:srgbClr val="644132"/>
            </a:solidFill>
            <a:ln w="7981" cap="flat">
              <a:noFill/>
              <a:prstDash val="solid"/>
              <a:miter/>
            </a:ln>
          </p:spPr>
          <p:txBody>
            <a:bodyPr rtlCol="0" anchor="ctr"/>
            <a:lstStyle/>
            <a:p>
              <a:endParaRPr lang="en-US"/>
            </a:p>
          </p:txBody>
        </p:sp>
        <p:sp>
          <p:nvSpPr>
            <p:cNvPr id="152" name="Freihandform: Form 151">
              <a:extLst>
                <a:ext uri="{FF2B5EF4-FFF2-40B4-BE49-F238E27FC236}">
                  <a16:creationId xmlns:a16="http://schemas.microsoft.com/office/drawing/2014/main" id="{6FB8F7D5-BCBC-0C2F-0C4C-2BB7C08F420B}"/>
                </a:ext>
              </a:extLst>
            </p:cNvPr>
            <p:cNvSpPr/>
            <p:nvPr/>
          </p:nvSpPr>
          <p:spPr>
            <a:xfrm>
              <a:off x="9831912" y="4725533"/>
              <a:ext cx="66410" cy="23387"/>
            </a:xfrm>
            <a:custGeom>
              <a:avLst/>
              <a:gdLst>
                <a:gd name="connsiteX0" fmla="*/ 66411 w 66410"/>
                <a:gd name="connsiteY0" fmla="*/ 16185 h 23387"/>
                <a:gd name="connsiteX1" fmla="*/ 4436 w 66410"/>
                <a:gd name="connsiteY1" fmla="*/ 3806 h 23387"/>
                <a:gd name="connsiteX2" fmla="*/ 66411 w 66410"/>
                <a:gd name="connsiteY2" fmla="*/ 16185 h 23387"/>
                <a:gd name="connsiteX3" fmla="*/ 66411 w 66410"/>
                <a:gd name="connsiteY3" fmla="*/ 16185 h 23387"/>
              </a:gdLst>
              <a:ahLst/>
              <a:cxnLst>
                <a:cxn ang="0">
                  <a:pos x="connsiteX0" y="connsiteY0"/>
                </a:cxn>
                <a:cxn ang="0">
                  <a:pos x="connsiteX1" y="connsiteY1"/>
                </a:cxn>
                <a:cxn ang="0">
                  <a:pos x="connsiteX2" y="connsiteY2"/>
                </a:cxn>
                <a:cxn ang="0">
                  <a:pos x="connsiteX3" y="connsiteY3"/>
                </a:cxn>
              </a:cxnLst>
              <a:rect l="l" t="t" r="r" b="b"/>
              <a:pathLst>
                <a:path w="66410" h="23387">
                  <a:moveTo>
                    <a:pt x="66411" y="16185"/>
                  </a:moveTo>
                  <a:cubicBezTo>
                    <a:pt x="66411" y="16185"/>
                    <a:pt x="27117" y="-9452"/>
                    <a:pt x="4436" y="3806"/>
                  </a:cubicBezTo>
                  <a:cubicBezTo>
                    <a:pt x="-14412" y="14667"/>
                    <a:pt x="30711" y="33915"/>
                    <a:pt x="66411" y="16185"/>
                  </a:cubicBezTo>
                  <a:lnTo>
                    <a:pt x="66411" y="16185"/>
                  </a:lnTo>
                  <a:close/>
                </a:path>
              </a:pathLst>
            </a:custGeom>
            <a:solidFill>
              <a:srgbClr val="644132"/>
            </a:solidFill>
            <a:ln w="7981" cap="flat">
              <a:noFill/>
              <a:prstDash val="solid"/>
              <a:miter/>
            </a:ln>
          </p:spPr>
          <p:txBody>
            <a:bodyPr rtlCol="0" anchor="ctr"/>
            <a:lstStyle/>
            <a:p>
              <a:endParaRPr lang="en-US"/>
            </a:p>
          </p:txBody>
        </p:sp>
      </p:grpSp>
      <p:pic>
        <p:nvPicPr>
          <p:cNvPr id="165" name="Grafik 164">
            <a:extLst>
              <a:ext uri="{FF2B5EF4-FFF2-40B4-BE49-F238E27FC236}">
                <a16:creationId xmlns:a16="http://schemas.microsoft.com/office/drawing/2014/main" id="{3DF82559-70A3-BE5E-B1EA-B681712EDEA8}"/>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b="51946"/>
          <a:stretch>
            <a:fillRect/>
          </a:stretch>
        </p:blipFill>
        <p:spPr>
          <a:xfrm>
            <a:off x="8892573" y="3969795"/>
            <a:ext cx="1940163" cy="2197643"/>
          </a:xfrm>
          <a:custGeom>
            <a:avLst/>
            <a:gdLst>
              <a:gd name="connsiteX0" fmla="*/ 0 w 1940163"/>
              <a:gd name="connsiteY0" fmla="*/ 0 h 2197643"/>
              <a:gd name="connsiteX1" fmla="*/ 1940163 w 1940163"/>
              <a:gd name="connsiteY1" fmla="*/ 0 h 2197643"/>
              <a:gd name="connsiteX2" fmla="*/ 1940163 w 1940163"/>
              <a:gd name="connsiteY2" fmla="*/ 2197643 h 2197643"/>
              <a:gd name="connsiteX3" fmla="*/ 0 w 1940163"/>
              <a:gd name="connsiteY3" fmla="*/ 2197643 h 2197643"/>
            </a:gdLst>
            <a:ahLst/>
            <a:cxnLst>
              <a:cxn ang="0">
                <a:pos x="connsiteX0" y="connsiteY0"/>
              </a:cxn>
              <a:cxn ang="0">
                <a:pos x="connsiteX1" y="connsiteY1"/>
              </a:cxn>
              <a:cxn ang="0">
                <a:pos x="connsiteX2" y="connsiteY2"/>
              </a:cxn>
              <a:cxn ang="0">
                <a:pos x="connsiteX3" y="connsiteY3"/>
              </a:cxn>
            </a:cxnLst>
            <a:rect l="l" t="t" r="r" b="b"/>
            <a:pathLst>
              <a:path w="1940163" h="2197643">
                <a:moveTo>
                  <a:pt x="0" y="0"/>
                </a:moveTo>
                <a:lnTo>
                  <a:pt x="1940163" y="0"/>
                </a:lnTo>
                <a:lnTo>
                  <a:pt x="1940163" y="2197643"/>
                </a:lnTo>
                <a:lnTo>
                  <a:pt x="0" y="2197643"/>
                </a:lnTo>
                <a:close/>
              </a:path>
            </a:pathLst>
          </a:custGeom>
        </p:spPr>
      </p:pic>
      <p:pic>
        <p:nvPicPr>
          <p:cNvPr id="166" name="Grafik 165">
            <a:extLst>
              <a:ext uri="{FF2B5EF4-FFF2-40B4-BE49-F238E27FC236}">
                <a16:creationId xmlns:a16="http://schemas.microsoft.com/office/drawing/2014/main" id="{2D7DA960-FC2C-715D-A8BB-31E01B2029A1}"/>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b="1450"/>
          <a:stretch>
            <a:fillRect/>
          </a:stretch>
        </p:blipFill>
        <p:spPr>
          <a:xfrm>
            <a:off x="1609138" y="4194696"/>
            <a:ext cx="1458079" cy="1972742"/>
          </a:xfrm>
          <a:custGeom>
            <a:avLst/>
            <a:gdLst>
              <a:gd name="connsiteX0" fmla="*/ 0 w 1458079"/>
              <a:gd name="connsiteY0" fmla="*/ 0 h 1972742"/>
              <a:gd name="connsiteX1" fmla="*/ 1458079 w 1458079"/>
              <a:gd name="connsiteY1" fmla="*/ 0 h 1972742"/>
              <a:gd name="connsiteX2" fmla="*/ 1458079 w 1458079"/>
              <a:gd name="connsiteY2" fmla="*/ 1972742 h 1972742"/>
              <a:gd name="connsiteX3" fmla="*/ 0 w 1458079"/>
              <a:gd name="connsiteY3" fmla="*/ 1972742 h 1972742"/>
            </a:gdLst>
            <a:ahLst/>
            <a:cxnLst>
              <a:cxn ang="0">
                <a:pos x="connsiteX0" y="connsiteY0"/>
              </a:cxn>
              <a:cxn ang="0">
                <a:pos x="connsiteX1" y="connsiteY1"/>
              </a:cxn>
              <a:cxn ang="0">
                <a:pos x="connsiteX2" y="connsiteY2"/>
              </a:cxn>
              <a:cxn ang="0">
                <a:pos x="connsiteX3" y="connsiteY3"/>
              </a:cxn>
            </a:cxnLst>
            <a:rect l="l" t="t" r="r" b="b"/>
            <a:pathLst>
              <a:path w="1458079" h="1972742">
                <a:moveTo>
                  <a:pt x="0" y="0"/>
                </a:moveTo>
                <a:lnTo>
                  <a:pt x="1458079" y="0"/>
                </a:lnTo>
                <a:lnTo>
                  <a:pt x="1458079" y="1972742"/>
                </a:lnTo>
                <a:lnTo>
                  <a:pt x="0" y="1972742"/>
                </a:lnTo>
                <a:close/>
              </a:path>
            </a:pathLst>
          </a:custGeom>
        </p:spPr>
      </p:pic>
      <p:sp>
        <p:nvSpPr>
          <p:cNvPr id="3" name="Slide Number Placeholder 2">
            <a:extLst>
              <a:ext uri="{FF2B5EF4-FFF2-40B4-BE49-F238E27FC236}">
                <a16:creationId xmlns:a16="http://schemas.microsoft.com/office/drawing/2014/main" id="{5BBC3F37-94A2-2426-D561-2A32F18DD354}"/>
              </a:ext>
            </a:extLst>
          </p:cNvPr>
          <p:cNvSpPr>
            <a:spLocks noGrp="1"/>
          </p:cNvSpPr>
          <p:nvPr>
            <p:ph type="sldNum" sz="quarter" idx="11"/>
          </p:nvPr>
        </p:nvSpPr>
        <p:spPr>
          <a:xfrm>
            <a:off x="411162" y="6310800"/>
            <a:ext cx="648000" cy="547200"/>
          </a:xfrm>
        </p:spPr>
        <p:txBody>
          <a:bodyPr/>
          <a:lstStyle/>
          <a:p>
            <a:r>
              <a:rPr lang="en-US" b="0"/>
              <a:t>Page </a:t>
            </a:r>
            <a:fld id="{15EBE321-CBB1-4E91-BD14-37C8D44326FB}" type="slidenum">
              <a:rPr lang="en-US" b="0" smtClean="0"/>
              <a:pPr/>
              <a:t>30</a:t>
            </a:fld>
            <a:endParaRPr lang="en-US" b="0"/>
          </a:p>
        </p:txBody>
      </p:sp>
      <p:sp>
        <p:nvSpPr>
          <p:cNvPr id="9" name="Footer Placeholder 2">
            <a:extLst>
              <a:ext uri="{FF2B5EF4-FFF2-40B4-BE49-F238E27FC236}">
                <a16:creationId xmlns:a16="http://schemas.microsoft.com/office/drawing/2014/main" id="{0F414B5B-E745-6174-79B0-06FE088C0F45}"/>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pic>
        <p:nvPicPr>
          <p:cNvPr id="171" name="Picture 170" descr="A blue and black square with white text&#10;&#10;Description automatically generated">
            <a:extLst>
              <a:ext uri="{FF2B5EF4-FFF2-40B4-BE49-F238E27FC236}">
                <a16:creationId xmlns:a16="http://schemas.microsoft.com/office/drawing/2014/main" id="{0B08B761-5222-BAFA-F9D3-4BCD6BDE7F35}"/>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9974614" y="486113"/>
            <a:ext cx="1808231" cy="1055177"/>
          </a:xfrm>
          <a:prstGeom prst="rect">
            <a:avLst/>
          </a:prstGeom>
        </p:spPr>
      </p:pic>
      <p:sp>
        <p:nvSpPr>
          <p:cNvPr id="14" name="TextBox 13">
            <a:extLst>
              <a:ext uri="{FF2B5EF4-FFF2-40B4-BE49-F238E27FC236}">
                <a16:creationId xmlns:a16="http://schemas.microsoft.com/office/drawing/2014/main" id="{E8625E2A-3CFB-4308-1829-B378EED6F23A}"/>
              </a:ext>
            </a:extLst>
          </p:cNvPr>
          <p:cNvSpPr txBox="1"/>
          <p:nvPr/>
        </p:nvSpPr>
        <p:spPr>
          <a:xfrm rot="603247">
            <a:off x="8488862" y="843539"/>
            <a:ext cx="3458191" cy="276999"/>
          </a:xfrm>
          <a:prstGeom prst="rect">
            <a:avLst/>
          </a:prstGeom>
          <a:solidFill>
            <a:srgbClr val="FF9000"/>
          </a:solidFill>
        </p:spPr>
        <p:txBody>
          <a:bodyPr wrap="none" lIns="0" tIns="0" rIns="0" bIns="0" rtlCol="0">
            <a:spAutoFit/>
          </a:bodyPr>
          <a:lstStyle/>
          <a:p>
            <a:pPr algn="l"/>
            <a:r>
              <a:rPr lang="en-US"/>
              <a:t>UPDATED by Marcus 2025-01-17</a:t>
            </a:r>
            <a:endParaRPr lang="en-DE"/>
          </a:p>
        </p:txBody>
      </p:sp>
    </p:spTree>
    <p:extLst>
      <p:ext uri="{BB962C8B-B14F-4D97-AF65-F5344CB8AC3E}">
        <p14:creationId xmlns:p14="http://schemas.microsoft.com/office/powerpoint/2010/main" val="310393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515D7-C526-E792-8F4C-10CB57BC521B}"/>
              </a:ext>
            </a:extLst>
          </p:cNvPr>
          <p:cNvSpPr>
            <a:spLocks noGrp="1"/>
          </p:cNvSpPr>
          <p:nvPr>
            <p:ph type="title"/>
          </p:nvPr>
        </p:nvSpPr>
        <p:spPr/>
        <p:txBody>
          <a:bodyPr/>
          <a:lstStyle/>
          <a:p>
            <a:r>
              <a:rPr lang="en-US" dirty="0"/>
              <a:t>Backup Slides</a:t>
            </a:r>
          </a:p>
        </p:txBody>
      </p:sp>
      <p:sp>
        <p:nvSpPr>
          <p:cNvPr id="3" name="Footer Placeholder 2">
            <a:extLst>
              <a:ext uri="{FF2B5EF4-FFF2-40B4-BE49-F238E27FC236}">
                <a16:creationId xmlns:a16="http://schemas.microsoft.com/office/drawing/2014/main" id="{F0084E8A-CCAE-078F-25D1-DBEB710CED56}"/>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7AFB3620-0CBB-C1E1-64E5-9705C0EF6A27}"/>
              </a:ext>
            </a:extLst>
          </p:cNvPr>
          <p:cNvSpPr>
            <a:spLocks noGrp="1"/>
          </p:cNvSpPr>
          <p:nvPr>
            <p:ph type="sldNum" sz="quarter" idx="11"/>
          </p:nvPr>
        </p:nvSpPr>
        <p:spPr/>
        <p:txBody>
          <a:bodyPr/>
          <a:lstStyle/>
          <a:p>
            <a:r>
              <a:rPr lang="en-US"/>
              <a:t>Page </a:t>
            </a:r>
            <a:fld id="{15EBE321-CBB1-4E91-BD14-37C8D44326FB}" type="slidenum">
              <a:rPr lang="en-US" smtClean="0"/>
              <a:pPr/>
              <a:t>31</a:t>
            </a:fld>
            <a:endParaRPr lang="en-US"/>
          </a:p>
        </p:txBody>
      </p:sp>
    </p:spTree>
    <p:extLst>
      <p:ext uri="{BB962C8B-B14F-4D97-AF65-F5344CB8AC3E}">
        <p14:creationId xmlns:p14="http://schemas.microsoft.com/office/powerpoint/2010/main" val="36173058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00C27-1055-7277-9010-3896FF4B9B3D}"/>
              </a:ext>
            </a:extLst>
          </p:cNvPr>
          <p:cNvSpPr>
            <a:spLocks noGrp="1"/>
          </p:cNvSpPr>
          <p:nvPr>
            <p:ph type="title"/>
          </p:nvPr>
        </p:nvSpPr>
        <p:spPr/>
        <p:txBody>
          <a:bodyPr/>
          <a:lstStyle/>
          <a:p>
            <a:r>
              <a:rPr lang="en-US"/>
              <a:t>Definitions</a:t>
            </a:r>
            <a:endParaRPr lang="en-DE"/>
          </a:p>
        </p:txBody>
      </p:sp>
      <p:sp>
        <p:nvSpPr>
          <p:cNvPr id="3" name="Footer Placeholder 2">
            <a:extLst>
              <a:ext uri="{FF2B5EF4-FFF2-40B4-BE49-F238E27FC236}">
                <a16:creationId xmlns:a16="http://schemas.microsoft.com/office/drawing/2014/main" id="{14D46C32-A856-440D-924A-0065832169FF}"/>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A80A443A-B0E8-9F98-EFA1-EE49230B8763}"/>
              </a:ext>
            </a:extLst>
          </p:cNvPr>
          <p:cNvSpPr>
            <a:spLocks noGrp="1"/>
          </p:cNvSpPr>
          <p:nvPr>
            <p:ph type="sldNum" sz="quarter" idx="11"/>
          </p:nvPr>
        </p:nvSpPr>
        <p:spPr/>
        <p:txBody>
          <a:bodyPr/>
          <a:lstStyle/>
          <a:p>
            <a:r>
              <a:rPr lang="en-US"/>
              <a:t>Page </a:t>
            </a:r>
            <a:fld id="{15EBE321-CBB1-4E91-BD14-37C8D44326FB}" type="slidenum">
              <a:rPr lang="en-US" smtClean="0"/>
              <a:pPr/>
              <a:t>32</a:t>
            </a:fld>
            <a:endParaRPr lang="en-US"/>
          </a:p>
        </p:txBody>
      </p:sp>
      <p:sp>
        <p:nvSpPr>
          <p:cNvPr id="5" name="TextBox 4">
            <a:extLst>
              <a:ext uri="{FF2B5EF4-FFF2-40B4-BE49-F238E27FC236}">
                <a16:creationId xmlns:a16="http://schemas.microsoft.com/office/drawing/2014/main" id="{96A03686-F8B8-EF1B-10C4-1F00E007E63E}"/>
              </a:ext>
            </a:extLst>
          </p:cNvPr>
          <p:cNvSpPr txBox="1"/>
          <p:nvPr/>
        </p:nvSpPr>
        <p:spPr>
          <a:xfrm>
            <a:off x="362145" y="1327375"/>
            <a:ext cx="11144712" cy="4862870"/>
          </a:xfrm>
          <a:prstGeom prst="rect">
            <a:avLst/>
          </a:prstGeom>
          <a:noFill/>
        </p:spPr>
        <p:txBody>
          <a:bodyPr wrap="square" lIns="0" tIns="0" rIns="0" bIns="0" rtlCol="0">
            <a:spAutoFit/>
          </a:bodyPr>
          <a:lstStyle/>
          <a:p>
            <a:pPr marL="342900" lvl="0" indent="-342900">
              <a:spcAft>
                <a:spcPts val="600"/>
              </a:spcAft>
              <a:buFont typeface="Symbol" panose="05050102010706020507" pitchFamily="18" charset="2"/>
              <a:buChar char=""/>
              <a:tabLst>
                <a:tab pos="540385" algn="l"/>
              </a:tabLst>
            </a:pPr>
            <a:r>
              <a:rPr lang="de-DE" sz="1400" dirty="0">
                <a:effectLst/>
                <a:latin typeface="Arial" panose="020B0604020202020204" pitchFamily="34" charset="0"/>
                <a:ea typeface="Calibri" panose="020F0502020204030204" pitchFamily="34" charset="0"/>
                <a:cs typeface="Arial" panose="020B0604020202020204" pitchFamily="34" charset="0"/>
              </a:rPr>
              <a:t>SAP S/4HANA (S4P)</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457200" indent="-107950">
              <a:spcAft>
                <a:spcPts val="600"/>
              </a:spcAft>
              <a:tabLst>
                <a:tab pos="540385" algn="l"/>
              </a:tabLst>
            </a:pPr>
            <a:r>
              <a:rPr lang="en-US" sz="1400" dirty="0">
                <a:effectLst/>
                <a:latin typeface="Arial" panose="020B0604020202020204" pitchFamily="34" charset="0"/>
                <a:ea typeface="Calibri" panose="020F0502020204030204" pitchFamily="34" charset="0"/>
                <a:cs typeface="Arial" panose="020B0604020202020204" pitchFamily="34" charset="0"/>
              </a:rPr>
              <a:t>SAP S/4HANA system is the main system in the SHERPAX landscape and S4P_100 is its production system. In the SRE Direct Procurement process, the Purchase Requisition and the Purchaser Order will be created and managed on S4P.</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spcAft>
                <a:spcPts val="600"/>
              </a:spcAft>
              <a:buFont typeface="Symbol" panose="05050102010706020507" pitchFamily="18" charset="2"/>
              <a:buChar char=""/>
              <a:tabLst>
                <a:tab pos="540385" algn="l"/>
              </a:tabLst>
            </a:pPr>
            <a:r>
              <a:rPr lang="de-DE" sz="1400" dirty="0">
                <a:effectLst/>
                <a:latin typeface="Arial" panose="020B0604020202020204" pitchFamily="34" charset="0"/>
                <a:ea typeface="Calibri" panose="020F0502020204030204" pitchFamily="34" charset="0"/>
                <a:cs typeface="Arial" panose="020B0604020202020204" pitchFamily="34" charset="0"/>
              </a:rPr>
              <a:t>SAP BTP</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457200" indent="-107950">
              <a:spcAft>
                <a:spcPts val="600"/>
              </a:spcAft>
              <a:tabLst>
                <a:tab pos="540385" algn="l"/>
              </a:tabLst>
            </a:pPr>
            <a:r>
              <a:rPr lang="en-US" sz="1400" dirty="0">
                <a:effectLst/>
                <a:latin typeface="Arial" panose="020B0604020202020204" pitchFamily="34" charset="0"/>
                <a:ea typeface="Calibri" panose="020F0502020204030204" pitchFamily="34" charset="0"/>
                <a:cs typeface="Arial" panose="020B0604020202020204" pitchFamily="34" charset="0"/>
              </a:rPr>
              <a:t>SAP Business Technology Platform (BTP) is integrated with the SAP S/4HANA to manage the Purchase Order approval workflow. In addition, the SAP BTP will control process mandatory fields in the Purchaser Requisition and Purchase Order.</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457200" indent="-107950">
              <a:spcAft>
                <a:spcPts val="600"/>
              </a:spcAft>
              <a:tabLst>
                <a:tab pos="540385" algn="l"/>
              </a:tabLst>
            </a:pPr>
            <a:r>
              <a:rPr lang="en-US" sz="1400" dirty="0">
                <a:effectLst/>
                <a:latin typeface="Arial" panose="020B0604020202020204" pitchFamily="34" charset="0"/>
                <a:ea typeface="Calibri" panose="020F0502020204030204" pitchFamily="34" charset="0"/>
                <a:cs typeface="Arial" panose="020B0604020202020204" pitchFamily="34" charset="0"/>
              </a:rPr>
              <a:t> </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indent="-107950">
              <a:spcAft>
                <a:spcPts val="600"/>
              </a:spcAft>
              <a:tabLst>
                <a:tab pos="540385" algn="l"/>
              </a:tabLst>
            </a:pPr>
            <a:r>
              <a:rPr lang="en-US" sz="1400" dirty="0">
                <a:effectLst/>
                <a:latin typeface="Arial" panose="020B0604020202020204" pitchFamily="34" charset="0"/>
                <a:ea typeface="Calibri" panose="020F0502020204030204" pitchFamily="34" charset="0"/>
                <a:cs typeface="Arial" panose="020B0604020202020204" pitchFamily="34" charset="0"/>
              </a:rPr>
              <a:t>Additionally, there are integrations with other SHERPAX systems as follows:</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spcAft>
                <a:spcPts val="600"/>
              </a:spcAft>
              <a:buFont typeface="Symbol" panose="05050102010706020507" pitchFamily="18" charset="2"/>
              <a:buChar char=""/>
              <a:tabLst>
                <a:tab pos="540385" algn="l"/>
              </a:tabLst>
            </a:pPr>
            <a:r>
              <a:rPr lang="de-DE" sz="1400" dirty="0">
                <a:effectLst/>
                <a:latin typeface="Arial" panose="020B0604020202020204" pitchFamily="34" charset="0"/>
                <a:ea typeface="Calibri" panose="020F0502020204030204" pitchFamily="34" charset="0"/>
                <a:cs typeface="Arial" panose="020B0604020202020204" pitchFamily="34" charset="0"/>
              </a:rPr>
              <a:t>SAT – </a:t>
            </a:r>
            <a:r>
              <a:rPr lang="de-DE" sz="1400" dirty="0" err="1">
                <a:effectLst/>
                <a:latin typeface="Arial" panose="020B0604020202020204" pitchFamily="34" charset="0"/>
                <a:ea typeface="Calibri" panose="020F0502020204030204" pitchFamily="34" charset="0"/>
                <a:cs typeface="Arial" panose="020B0604020202020204" pitchFamily="34" charset="0"/>
              </a:rPr>
              <a:t>Mendix</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457200" indent="-107950">
              <a:spcAft>
                <a:spcPts val="600"/>
              </a:spcAft>
              <a:tabLst>
                <a:tab pos="540385" algn="l"/>
              </a:tabLst>
            </a:pPr>
            <a:r>
              <a:rPr lang="en-US" sz="1400" dirty="0">
                <a:effectLst/>
                <a:latin typeface="Arial" panose="020B0604020202020204" pitchFamily="34" charset="0"/>
                <a:ea typeface="Calibri" panose="020F0502020204030204" pitchFamily="34" charset="0"/>
                <a:cs typeface="Arial" panose="020B0604020202020204" pitchFamily="34" charset="0"/>
              </a:rPr>
              <a:t>Signature Authorization Tool (SAT) is SHERPAX harmonized tool to manage the authorized approvers per each Company Code (ARE), Cost Center and Profit Center. The SAT will be used to determine the Purchase Order Functional and Technical approvers.</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spcAft>
                <a:spcPts val="600"/>
              </a:spcAft>
              <a:buFont typeface="Symbol" panose="05050102010706020507" pitchFamily="18" charset="2"/>
              <a:buChar char=""/>
              <a:tabLst>
                <a:tab pos="540385" algn="l"/>
              </a:tabLst>
            </a:pPr>
            <a:r>
              <a:rPr lang="de-DE" sz="1400" dirty="0">
                <a:effectLst/>
                <a:latin typeface="Arial" panose="020B0604020202020204" pitchFamily="34" charset="0"/>
                <a:ea typeface="Calibri" panose="020F0502020204030204" pitchFamily="34" charset="0"/>
                <a:cs typeface="Arial" panose="020B0604020202020204" pitchFamily="34" charset="0"/>
              </a:rPr>
              <a:t>SAP VIM  - OpenText (S4P)</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457200" indent="-107950">
              <a:spcAft>
                <a:spcPts val="600"/>
              </a:spcAft>
              <a:tabLst>
                <a:tab pos="540385" algn="l"/>
              </a:tabLst>
            </a:pPr>
            <a:r>
              <a:rPr lang="en-US" sz="1400" dirty="0">
                <a:effectLst/>
                <a:latin typeface="Arial" panose="020B0604020202020204" pitchFamily="34" charset="0"/>
                <a:ea typeface="Calibri" panose="020F0502020204030204" pitchFamily="34" charset="0"/>
                <a:cs typeface="Arial" panose="020B0604020202020204" pitchFamily="34" charset="0"/>
              </a:rPr>
              <a:t>SAP Vendor Invoice Management (VIM) is a part of SAP S/4HANA system (S4P), which manages the received invoices from the supplier. In SRE Direct Procurement process, the VIM workflows will manage the Service Confirmation and the Price Deviation.</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spcAft>
                <a:spcPts val="600"/>
              </a:spcAft>
              <a:buFont typeface="Symbol" panose="05050102010706020507" pitchFamily="18" charset="2"/>
              <a:buChar char=""/>
              <a:tabLst>
                <a:tab pos="540385" algn="l"/>
              </a:tabLst>
            </a:pPr>
            <a:r>
              <a:rPr lang="de-DE" sz="1400" dirty="0">
                <a:effectLst/>
                <a:latin typeface="Arial" panose="020B0604020202020204" pitchFamily="34" charset="0"/>
                <a:ea typeface="Calibri" panose="020F0502020204030204" pitchFamily="34" charset="0"/>
                <a:cs typeface="Arial" panose="020B0604020202020204" pitchFamily="34" charset="0"/>
              </a:rPr>
              <a:t>SAP MDG (M4P)</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marL="457200" indent="-107950">
              <a:spcAft>
                <a:spcPts val="600"/>
              </a:spcAft>
              <a:tabLst>
                <a:tab pos="540385" algn="l"/>
              </a:tabLst>
            </a:pPr>
            <a:r>
              <a:rPr lang="en-US" sz="1400" dirty="0">
                <a:effectLst/>
                <a:latin typeface="Arial" panose="020B0604020202020204" pitchFamily="34" charset="0"/>
                <a:ea typeface="Calibri" panose="020F0502020204030204" pitchFamily="34" charset="0"/>
                <a:cs typeface="Arial" panose="020B0604020202020204" pitchFamily="34" charset="0"/>
              </a:rPr>
              <a:t>SAP Master Data Management (MDG) controls the Master Data in SERPAX and M4P is its production system. Business Partner (Supplier) has to be created first in MDG and then it will be automatically replicated to S4P to be used in the SRE Direct Procurement.</a:t>
            </a:r>
            <a:endParaRPr lang="en-DE" sz="1400" dirty="0">
              <a:effectLst/>
              <a:latin typeface="Arial" panose="020B0604020202020204" pitchFamily="34" charset="0"/>
              <a:ea typeface="Calibri" panose="020F0502020204030204" pitchFamily="34" charset="0"/>
              <a:cs typeface="Arial" panose="020B0604020202020204" pitchFamily="34" charset="0"/>
            </a:endParaRPr>
          </a:p>
          <a:p>
            <a:pPr algn="l"/>
            <a:endParaRPr lang="en-DE" dirty="0"/>
          </a:p>
        </p:txBody>
      </p:sp>
      <p:sp>
        <p:nvSpPr>
          <p:cNvPr id="6" name="TextBox 5">
            <a:extLst>
              <a:ext uri="{FF2B5EF4-FFF2-40B4-BE49-F238E27FC236}">
                <a16:creationId xmlns:a16="http://schemas.microsoft.com/office/drawing/2014/main" id="{9B6FD2DA-EEF9-E76C-8B0B-3B86DC3F6B64}"/>
              </a:ext>
            </a:extLst>
          </p:cNvPr>
          <p:cNvSpPr txBox="1"/>
          <p:nvPr/>
        </p:nvSpPr>
        <p:spPr>
          <a:xfrm rot="603247">
            <a:off x="9020995" y="843539"/>
            <a:ext cx="2393925" cy="276999"/>
          </a:xfrm>
          <a:prstGeom prst="rect">
            <a:avLst/>
          </a:prstGeom>
          <a:solidFill>
            <a:srgbClr val="FF9000"/>
          </a:solidFill>
        </p:spPr>
        <p:txBody>
          <a:bodyPr wrap="none" lIns="0" tIns="0" rIns="0" bIns="0" rtlCol="0">
            <a:spAutoFit/>
          </a:bodyPr>
          <a:lstStyle/>
          <a:p>
            <a:pPr algn="l"/>
            <a:r>
              <a:rPr lang="en-US"/>
              <a:t>To be UPDATED by Ajit</a:t>
            </a:r>
            <a:endParaRPr lang="en-DE"/>
          </a:p>
        </p:txBody>
      </p:sp>
    </p:spTree>
    <p:extLst>
      <p:ext uri="{BB962C8B-B14F-4D97-AF65-F5344CB8AC3E}">
        <p14:creationId xmlns:p14="http://schemas.microsoft.com/office/powerpoint/2010/main" val="2409592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8B3822FE-2E2C-54C5-6ACA-E7279D97E97C}"/>
              </a:ext>
            </a:extLst>
          </p:cNvPr>
          <p:cNvSpPr/>
          <p:nvPr/>
        </p:nvSpPr>
        <p:spPr>
          <a:xfrm>
            <a:off x="9605234" y="420014"/>
            <a:ext cx="2458064" cy="12193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DE"/>
          </a:p>
        </p:txBody>
      </p:sp>
      <p:sp>
        <p:nvSpPr>
          <p:cNvPr id="2" name="Title 1">
            <a:extLst>
              <a:ext uri="{FF2B5EF4-FFF2-40B4-BE49-F238E27FC236}">
                <a16:creationId xmlns:a16="http://schemas.microsoft.com/office/drawing/2014/main" id="{E225C1A3-A104-3280-0B95-63678B357B1F}"/>
              </a:ext>
            </a:extLst>
          </p:cNvPr>
          <p:cNvSpPr>
            <a:spLocks noGrp="1"/>
          </p:cNvSpPr>
          <p:nvPr>
            <p:ph type="title"/>
          </p:nvPr>
        </p:nvSpPr>
        <p:spPr/>
        <p:txBody>
          <a:bodyPr/>
          <a:lstStyle/>
          <a:p>
            <a:r>
              <a:rPr lang="en-US"/>
              <a:t>SRE Direct X Process</a:t>
            </a:r>
            <a:endParaRPr lang="en-DE"/>
          </a:p>
        </p:txBody>
      </p:sp>
      <p:grpSp>
        <p:nvGrpSpPr>
          <p:cNvPr id="61" name="Group 60">
            <a:extLst>
              <a:ext uri="{FF2B5EF4-FFF2-40B4-BE49-F238E27FC236}">
                <a16:creationId xmlns:a16="http://schemas.microsoft.com/office/drawing/2014/main" id="{DB51468F-8DCA-36EE-05F3-DC66C9F6BB6D}"/>
              </a:ext>
            </a:extLst>
          </p:cNvPr>
          <p:cNvGrpSpPr/>
          <p:nvPr/>
        </p:nvGrpSpPr>
        <p:grpSpPr>
          <a:xfrm>
            <a:off x="6507166" y="6260756"/>
            <a:ext cx="1177746" cy="261240"/>
            <a:chOff x="4146730" y="6514218"/>
            <a:chExt cx="1407475" cy="261240"/>
          </a:xfrm>
        </p:grpSpPr>
        <p:sp>
          <p:nvSpPr>
            <p:cNvPr id="62" name="Rectangle: Rounded Corners 61">
              <a:extLst>
                <a:ext uri="{FF2B5EF4-FFF2-40B4-BE49-F238E27FC236}">
                  <a16:creationId xmlns:a16="http://schemas.microsoft.com/office/drawing/2014/main" id="{83F0F03A-AA9E-F109-FECD-164BFE9B00F6}"/>
                </a:ext>
              </a:extLst>
            </p:cNvPr>
            <p:cNvSpPr/>
            <p:nvPr/>
          </p:nvSpPr>
          <p:spPr>
            <a:xfrm>
              <a:off x="4146730" y="6514218"/>
              <a:ext cx="1407475" cy="26124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l"/>
              <a:r>
                <a:rPr lang="en-US" sz="900"/>
                <a:t>SAP BTP</a:t>
              </a:r>
            </a:p>
          </p:txBody>
        </p:sp>
        <p:sp>
          <p:nvSpPr>
            <p:cNvPr id="63" name="Rectangle: Rounded Corners 62">
              <a:extLst>
                <a:ext uri="{FF2B5EF4-FFF2-40B4-BE49-F238E27FC236}">
                  <a16:creationId xmlns:a16="http://schemas.microsoft.com/office/drawing/2014/main" id="{513CD1BD-BFA1-842E-5AEF-B64988E434F8}"/>
                </a:ext>
              </a:extLst>
            </p:cNvPr>
            <p:cNvSpPr/>
            <p:nvPr/>
          </p:nvSpPr>
          <p:spPr>
            <a:xfrm>
              <a:off x="5005652" y="6570586"/>
              <a:ext cx="259387"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endParaRPr lang="en-US" sz="900"/>
            </a:p>
          </p:txBody>
        </p:sp>
      </p:grpSp>
      <p:sp>
        <p:nvSpPr>
          <p:cNvPr id="64" name="Footer Placeholder 2">
            <a:extLst>
              <a:ext uri="{FF2B5EF4-FFF2-40B4-BE49-F238E27FC236}">
                <a16:creationId xmlns:a16="http://schemas.microsoft.com/office/drawing/2014/main" id="{56479186-30F9-CCBA-4DAA-4B64E650D2EF}"/>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mn-ea"/>
                <a:cs typeface="+mn-cs"/>
              </a:rPr>
              <a:t>Restricted | © Siemens 2025 | SHERPA X | Governance Foundation | P2P SRE Direct X</a:t>
            </a:r>
          </a:p>
        </p:txBody>
      </p:sp>
      <p:sp>
        <p:nvSpPr>
          <p:cNvPr id="65" name="Slide Number Placeholder 3">
            <a:extLst>
              <a:ext uri="{FF2B5EF4-FFF2-40B4-BE49-F238E27FC236}">
                <a16:creationId xmlns:a16="http://schemas.microsoft.com/office/drawing/2014/main" id="{D1FB5A0C-BB5B-942C-08AA-8BE57877CDF0}"/>
              </a:ext>
            </a:extLst>
          </p:cNvPr>
          <p:cNvSpPr>
            <a:spLocks noGrp="1"/>
          </p:cNvSpPr>
          <p:nvPr>
            <p:ph type="sldNum" sz="quarter" idx="11"/>
          </p:nvPr>
        </p:nvSpPr>
        <p:spPr>
          <a:xfrm>
            <a:off x="411162" y="6310800"/>
            <a:ext cx="648000" cy="547200"/>
          </a:xfrm>
        </p:spPr>
        <p:txBody>
          <a:bodyPr/>
          <a:lstStyle/>
          <a:p>
            <a:r>
              <a:rPr lang="en-US"/>
              <a:t>Page </a:t>
            </a:r>
            <a:fld id="{15EBE321-CBB1-4E91-BD14-37C8D44326FB}" type="slidenum">
              <a:rPr lang="en-US" smtClean="0"/>
              <a:pPr/>
              <a:t>33</a:t>
            </a:fld>
            <a:endParaRPr lang="en-US"/>
          </a:p>
        </p:txBody>
      </p:sp>
      <p:pic>
        <p:nvPicPr>
          <p:cNvPr id="5" name="Picture 4">
            <a:extLst>
              <a:ext uri="{FF2B5EF4-FFF2-40B4-BE49-F238E27FC236}">
                <a16:creationId xmlns:a16="http://schemas.microsoft.com/office/drawing/2014/main" id="{D03ED70B-F05E-3A51-AAC5-BA8151367450}"/>
              </a:ext>
            </a:extLst>
          </p:cNvPr>
          <p:cNvPicPr>
            <a:picLocks noChangeAspect="1"/>
          </p:cNvPicPr>
          <p:nvPr/>
        </p:nvPicPr>
        <p:blipFill>
          <a:blip r:embed="rId2"/>
          <a:stretch>
            <a:fillRect/>
          </a:stretch>
        </p:blipFill>
        <p:spPr>
          <a:xfrm>
            <a:off x="735162" y="911957"/>
            <a:ext cx="10487956" cy="5292430"/>
          </a:xfrm>
          <a:prstGeom prst="rect">
            <a:avLst/>
          </a:prstGeom>
        </p:spPr>
      </p:pic>
      <p:sp>
        <p:nvSpPr>
          <p:cNvPr id="66" name="TextBox 65">
            <a:extLst>
              <a:ext uri="{FF2B5EF4-FFF2-40B4-BE49-F238E27FC236}">
                <a16:creationId xmlns:a16="http://schemas.microsoft.com/office/drawing/2014/main" id="{2A8B03D0-6466-8D4B-BA4E-6BE79BC0A6B7}"/>
              </a:ext>
            </a:extLst>
          </p:cNvPr>
          <p:cNvSpPr txBox="1"/>
          <p:nvPr/>
        </p:nvSpPr>
        <p:spPr>
          <a:xfrm rot="603247">
            <a:off x="9020995" y="843539"/>
            <a:ext cx="2393925" cy="276999"/>
          </a:xfrm>
          <a:prstGeom prst="rect">
            <a:avLst/>
          </a:prstGeom>
          <a:solidFill>
            <a:srgbClr val="FF9000"/>
          </a:solidFill>
        </p:spPr>
        <p:txBody>
          <a:bodyPr wrap="none" lIns="0" tIns="0" rIns="0" bIns="0" rtlCol="0">
            <a:spAutoFit/>
          </a:bodyPr>
          <a:lstStyle/>
          <a:p>
            <a:pPr algn="l"/>
            <a:r>
              <a:rPr lang="en-US"/>
              <a:t>To be UPDATED by Ajit</a:t>
            </a:r>
            <a:endParaRPr lang="en-DE"/>
          </a:p>
        </p:txBody>
      </p:sp>
    </p:spTree>
    <p:extLst>
      <p:ext uri="{BB962C8B-B14F-4D97-AF65-F5344CB8AC3E}">
        <p14:creationId xmlns:p14="http://schemas.microsoft.com/office/powerpoint/2010/main" val="253503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 name="think-cell data - do not delete" hidden="1">
            <a:extLst>
              <a:ext uri="{FF2B5EF4-FFF2-40B4-BE49-F238E27FC236}">
                <a16:creationId xmlns:a16="http://schemas.microsoft.com/office/drawing/2014/main" id="{045B8895-A0DF-673A-2F8C-7F17A0772DA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1" imgW="408" imgH="408" progId="TCLayout.ActiveDocument.1">
                  <p:embed/>
                </p:oleObj>
              </mc:Choice>
              <mc:Fallback>
                <p:oleObj name="think-cell Folie" r:id="rId11" imgW="408" imgH="408" progId="TCLayout.ActiveDocument.1">
                  <p:embed/>
                  <p:pic>
                    <p:nvPicPr>
                      <p:cNvPr id="96" name="think-cell data - do not delete" hidden="1">
                        <a:extLst>
                          <a:ext uri="{FF2B5EF4-FFF2-40B4-BE49-F238E27FC236}">
                            <a16:creationId xmlns:a16="http://schemas.microsoft.com/office/drawing/2014/main" id="{045B8895-A0DF-673A-2F8C-7F17A0772DA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94F04F1A-FD23-DA0A-379D-5E46313BB2E7}"/>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
        <p:nvSpPr>
          <p:cNvPr id="3" name="Fußzeilenplatzhalter 1">
            <a:extLst>
              <a:ext uri="{FF2B5EF4-FFF2-40B4-BE49-F238E27FC236}">
                <a16:creationId xmlns:a16="http://schemas.microsoft.com/office/drawing/2014/main" id="{BAB56D88-38E8-EB75-6935-43BC975B84CC}"/>
              </a:ext>
            </a:extLst>
          </p:cNvPr>
          <p:cNvSpPr>
            <a:spLocks noGrp="1"/>
          </p:cNvSpPr>
          <p:nvPr>
            <p:ph type="ftr" sz="quarter" idx="10"/>
          </p:nvPr>
        </p:nvSpPr>
        <p:spPr>
          <a:xfrm>
            <a:off x="1059160" y="6310800"/>
            <a:ext cx="163012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Restricted | © Siemens 2024</a:t>
            </a:r>
          </a:p>
        </p:txBody>
      </p:sp>
      <p:sp>
        <p:nvSpPr>
          <p:cNvPr id="8" name="Title 1">
            <a:extLst>
              <a:ext uri="{FF2B5EF4-FFF2-40B4-BE49-F238E27FC236}">
                <a16:creationId xmlns:a16="http://schemas.microsoft.com/office/drawing/2014/main" id="{604BBA53-F797-146C-1AF9-6B8F0E78416D}"/>
              </a:ext>
            </a:extLst>
          </p:cNvPr>
          <p:cNvSpPr>
            <a:spLocks noGrp="1"/>
          </p:cNvSpPr>
          <p:nvPr>
            <p:ph type="title"/>
          </p:nvPr>
        </p:nvSpPr>
        <p:spPr>
          <a:xfrm>
            <a:off x="187147" y="163762"/>
            <a:ext cx="9863997" cy="295095"/>
          </a:xfrm>
        </p:spPr>
        <p:txBody>
          <a:bodyPr/>
          <a:lstStyle/>
          <a:p>
            <a:r>
              <a:rPr lang="en-US">
                <a:solidFill>
                  <a:srgbClr val="00BEDC"/>
                </a:solidFill>
              </a:rPr>
              <a:t>SRE Direct X Process</a:t>
            </a:r>
          </a:p>
        </p:txBody>
      </p:sp>
      <p:grpSp>
        <p:nvGrpSpPr>
          <p:cNvPr id="4" name="Group 3">
            <a:extLst>
              <a:ext uri="{FF2B5EF4-FFF2-40B4-BE49-F238E27FC236}">
                <a16:creationId xmlns:a16="http://schemas.microsoft.com/office/drawing/2014/main" id="{0FAA1575-2A93-4389-361B-3C561FF96227}"/>
              </a:ext>
            </a:extLst>
          </p:cNvPr>
          <p:cNvGrpSpPr/>
          <p:nvPr/>
        </p:nvGrpSpPr>
        <p:grpSpPr>
          <a:xfrm>
            <a:off x="5544070" y="6387998"/>
            <a:ext cx="1177746" cy="261240"/>
            <a:chOff x="4146730" y="6514218"/>
            <a:chExt cx="1407475" cy="261240"/>
          </a:xfrm>
        </p:grpSpPr>
        <p:sp>
          <p:nvSpPr>
            <p:cNvPr id="64" name="Rectangle: Rounded Corners 63">
              <a:extLst>
                <a:ext uri="{FF2B5EF4-FFF2-40B4-BE49-F238E27FC236}">
                  <a16:creationId xmlns:a16="http://schemas.microsoft.com/office/drawing/2014/main" id="{E0C9577E-AC10-5780-A4F8-D3CC32C786F4}"/>
                </a:ext>
              </a:extLst>
            </p:cNvPr>
            <p:cNvSpPr/>
            <p:nvPr/>
          </p:nvSpPr>
          <p:spPr>
            <a:xfrm>
              <a:off x="4146730" y="6514218"/>
              <a:ext cx="1407475" cy="26124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l"/>
              <a:r>
                <a:rPr lang="en-US" sz="900"/>
                <a:t>SAP BTP</a:t>
              </a:r>
            </a:p>
          </p:txBody>
        </p:sp>
        <p:sp>
          <p:nvSpPr>
            <p:cNvPr id="2" name="Rectangle: Rounded Corners 1">
              <a:extLst>
                <a:ext uri="{FF2B5EF4-FFF2-40B4-BE49-F238E27FC236}">
                  <a16:creationId xmlns:a16="http://schemas.microsoft.com/office/drawing/2014/main" id="{EA35775D-1DB7-6F22-CE1E-236C03EB5FFF}"/>
                </a:ext>
              </a:extLst>
            </p:cNvPr>
            <p:cNvSpPr/>
            <p:nvPr/>
          </p:nvSpPr>
          <p:spPr>
            <a:xfrm>
              <a:off x="5005652" y="6570586"/>
              <a:ext cx="259387"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endParaRPr lang="en-US" sz="900"/>
            </a:p>
          </p:txBody>
        </p:sp>
      </p:grpSp>
      <p:sp>
        <p:nvSpPr>
          <p:cNvPr id="62" name="Oval 61">
            <a:extLst>
              <a:ext uri="{FF2B5EF4-FFF2-40B4-BE49-F238E27FC236}">
                <a16:creationId xmlns:a16="http://schemas.microsoft.com/office/drawing/2014/main" id="{6C0A4D09-535D-F5CB-1365-F248381C49D8}"/>
              </a:ext>
            </a:extLst>
          </p:cNvPr>
          <p:cNvSpPr/>
          <p:nvPr/>
        </p:nvSpPr>
        <p:spPr>
          <a:xfrm>
            <a:off x="12345257" y="229792"/>
            <a:ext cx="258379" cy="248236"/>
          </a:xfrm>
          <a:prstGeom prst="ellipse">
            <a:avLst/>
          </a:prstGeom>
          <a:solidFill>
            <a:srgbClr val="FFC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1100" b="1">
                <a:solidFill>
                  <a:schemeClr val="bg1"/>
                </a:solidFill>
              </a:rPr>
              <a:t>1</a:t>
            </a:r>
            <a:endParaRPr lang="en-US" sz="1100" b="1">
              <a:solidFill>
                <a:schemeClr val="bg1"/>
              </a:solidFill>
            </a:endParaRPr>
          </a:p>
        </p:txBody>
      </p:sp>
      <p:sp>
        <p:nvSpPr>
          <p:cNvPr id="79" name="Oval 78">
            <a:extLst>
              <a:ext uri="{FF2B5EF4-FFF2-40B4-BE49-F238E27FC236}">
                <a16:creationId xmlns:a16="http://schemas.microsoft.com/office/drawing/2014/main" id="{F7B7D973-6F41-A3A2-4DF1-438A0C382531}"/>
              </a:ext>
            </a:extLst>
          </p:cNvPr>
          <p:cNvSpPr/>
          <p:nvPr/>
        </p:nvSpPr>
        <p:spPr>
          <a:xfrm>
            <a:off x="12345257" y="988789"/>
            <a:ext cx="258379" cy="248236"/>
          </a:xfrm>
          <a:prstGeom prst="ellipse">
            <a:avLst/>
          </a:prstGeom>
          <a:solidFill>
            <a:srgbClr val="FFC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1100" b="1">
                <a:solidFill>
                  <a:schemeClr val="bg1"/>
                </a:solidFill>
              </a:rPr>
              <a:t>3</a:t>
            </a:r>
            <a:endParaRPr lang="en-US" sz="1100" b="1">
              <a:solidFill>
                <a:schemeClr val="bg1"/>
              </a:solidFill>
            </a:endParaRPr>
          </a:p>
        </p:txBody>
      </p:sp>
      <p:sp>
        <p:nvSpPr>
          <p:cNvPr id="80" name="Oval 79">
            <a:extLst>
              <a:ext uri="{FF2B5EF4-FFF2-40B4-BE49-F238E27FC236}">
                <a16:creationId xmlns:a16="http://schemas.microsoft.com/office/drawing/2014/main" id="{5349DCE5-1E5C-0ADE-110E-E95EC0CFD0C7}"/>
              </a:ext>
            </a:extLst>
          </p:cNvPr>
          <p:cNvSpPr/>
          <p:nvPr/>
        </p:nvSpPr>
        <p:spPr>
          <a:xfrm>
            <a:off x="12345257" y="1342632"/>
            <a:ext cx="258379" cy="248236"/>
          </a:xfrm>
          <a:prstGeom prst="ellipse">
            <a:avLst/>
          </a:prstGeom>
          <a:solidFill>
            <a:srgbClr val="FFC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1100" b="1">
                <a:solidFill>
                  <a:schemeClr val="bg1"/>
                </a:solidFill>
              </a:rPr>
              <a:t>4</a:t>
            </a:r>
            <a:endParaRPr lang="en-US" sz="1100" b="1">
              <a:solidFill>
                <a:schemeClr val="bg1"/>
              </a:solidFill>
            </a:endParaRPr>
          </a:p>
        </p:txBody>
      </p:sp>
      <p:sp>
        <p:nvSpPr>
          <p:cNvPr id="78" name="Oval 77">
            <a:extLst>
              <a:ext uri="{FF2B5EF4-FFF2-40B4-BE49-F238E27FC236}">
                <a16:creationId xmlns:a16="http://schemas.microsoft.com/office/drawing/2014/main" id="{9E486486-FB0E-6EC9-2C01-F75007835BDD}"/>
              </a:ext>
            </a:extLst>
          </p:cNvPr>
          <p:cNvSpPr/>
          <p:nvPr/>
        </p:nvSpPr>
        <p:spPr>
          <a:xfrm>
            <a:off x="12345257" y="611931"/>
            <a:ext cx="258379" cy="248236"/>
          </a:xfrm>
          <a:prstGeom prst="ellipse">
            <a:avLst/>
          </a:prstGeom>
          <a:solidFill>
            <a:srgbClr val="FFC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1100" b="1">
                <a:solidFill>
                  <a:schemeClr val="bg1"/>
                </a:solidFill>
              </a:rPr>
              <a:t>2</a:t>
            </a:r>
            <a:endParaRPr lang="en-US" sz="1100" b="1">
              <a:solidFill>
                <a:schemeClr val="bg1"/>
              </a:solidFill>
            </a:endParaRPr>
          </a:p>
        </p:txBody>
      </p:sp>
      <p:grpSp>
        <p:nvGrpSpPr>
          <p:cNvPr id="11" name="Group 10">
            <a:extLst>
              <a:ext uri="{FF2B5EF4-FFF2-40B4-BE49-F238E27FC236}">
                <a16:creationId xmlns:a16="http://schemas.microsoft.com/office/drawing/2014/main" id="{C2F46579-008A-9B2A-A1C7-89C1ADD3ADAE}"/>
              </a:ext>
            </a:extLst>
          </p:cNvPr>
          <p:cNvGrpSpPr/>
          <p:nvPr/>
        </p:nvGrpSpPr>
        <p:grpSpPr>
          <a:xfrm>
            <a:off x="413405" y="581801"/>
            <a:ext cx="11375172" cy="5533281"/>
            <a:chOff x="413405" y="581801"/>
            <a:chExt cx="11375172" cy="5533281"/>
          </a:xfrm>
        </p:grpSpPr>
        <p:sp>
          <p:nvSpPr>
            <p:cNvPr id="9" name="Flowchart: Terminator 8">
              <a:extLst>
                <a:ext uri="{FF2B5EF4-FFF2-40B4-BE49-F238E27FC236}">
                  <a16:creationId xmlns:a16="http://schemas.microsoft.com/office/drawing/2014/main" id="{830082C1-0D4E-C0EC-3EC4-AF519718EE66}"/>
                </a:ext>
              </a:extLst>
            </p:cNvPr>
            <p:cNvSpPr/>
            <p:nvPr/>
          </p:nvSpPr>
          <p:spPr>
            <a:xfrm>
              <a:off x="1540356" y="676064"/>
              <a:ext cx="719171" cy="240348"/>
            </a:xfrm>
            <a:prstGeom prst="flowChartTermina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800"/>
                <a:t>Start</a:t>
              </a:r>
              <a:endParaRPr lang="en-US" sz="800"/>
            </a:p>
          </p:txBody>
        </p:sp>
        <p:sp>
          <p:nvSpPr>
            <p:cNvPr id="12" name="Rectangle: Rounded Corners 11">
              <a:extLst>
                <a:ext uri="{FF2B5EF4-FFF2-40B4-BE49-F238E27FC236}">
                  <a16:creationId xmlns:a16="http://schemas.microsoft.com/office/drawing/2014/main" id="{1601E15C-A82D-5BE7-6F95-7D74C24E42A6}"/>
                </a:ext>
              </a:extLst>
            </p:cNvPr>
            <p:cNvSpPr/>
            <p:nvPr/>
          </p:nvSpPr>
          <p:spPr>
            <a:xfrm>
              <a:off x="980838" y="581801"/>
              <a:ext cx="10800000" cy="42380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13" name="Rectangle: Rounded Corners 12">
              <a:extLst>
                <a:ext uri="{FF2B5EF4-FFF2-40B4-BE49-F238E27FC236}">
                  <a16:creationId xmlns:a16="http://schemas.microsoft.com/office/drawing/2014/main" id="{2064E7A4-320D-F238-C328-3291F7615FBA}"/>
                </a:ext>
              </a:extLst>
            </p:cNvPr>
            <p:cNvSpPr/>
            <p:nvPr/>
          </p:nvSpPr>
          <p:spPr>
            <a:xfrm rot="16200000">
              <a:off x="169143" y="4448859"/>
              <a:ext cx="920524"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900"/>
                <a:t>Purchaser</a:t>
              </a:r>
            </a:p>
          </p:txBody>
        </p:sp>
        <p:sp>
          <p:nvSpPr>
            <p:cNvPr id="14" name="Flowchart: Decision 13">
              <a:extLst>
                <a:ext uri="{FF2B5EF4-FFF2-40B4-BE49-F238E27FC236}">
                  <a16:creationId xmlns:a16="http://schemas.microsoft.com/office/drawing/2014/main" id="{BDF5296C-C71B-CF08-88F3-6B8771808F7A}"/>
                </a:ext>
              </a:extLst>
            </p:cNvPr>
            <p:cNvSpPr/>
            <p:nvPr/>
          </p:nvSpPr>
          <p:spPr>
            <a:xfrm>
              <a:off x="1245822" y="4375736"/>
              <a:ext cx="1314310" cy="540000"/>
            </a:xfrm>
            <a:prstGeom prst="flowChartDecisi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Is PR complete?</a:t>
              </a:r>
            </a:p>
          </p:txBody>
        </p:sp>
        <p:sp>
          <p:nvSpPr>
            <p:cNvPr id="15" name="Flowchart: Alternate Process 14">
              <a:extLst>
                <a:ext uri="{FF2B5EF4-FFF2-40B4-BE49-F238E27FC236}">
                  <a16:creationId xmlns:a16="http://schemas.microsoft.com/office/drawing/2014/main" id="{5ABE3E1E-C6F4-79E8-FFF0-DDF54AE4D948}"/>
                </a:ext>
              </a:extLst>
            </p:cNvPr>
            <p:cNvSpPr/>
            <p:nvPr>
              <p:custDataLst>
                <p:tags r:id="rId2"/>
              </p:custDataLst>
            </p:nvPr>
          </p:nvSpPr>
          <p:spPr>
            <a:xfrm>
              <a:off x="3012914" y="4388842"/>
              <a:ext cx="894225" cy="514906"/>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Finalize PR</a:t>
              </a:r>
            </a:p>
          </p:txBody>
        </p:sp>
        <p:sp>
          <p:nvSpPr>
            <p:cNvPr id="16" name="Flowchart: Alternate Process 15">
              <a:extLst>
                <a:ext uri="{FF2B5EF4-FFF2-40B4-BE49-F238E27FC236}">
                  <a16:creationId xmlns:a16="http://schemas.microsoft.com/office/drawing/2014/main" id="{97F8B2B4-C43C-4622-B76E-09486FF4534C}"/>
                </a:ext>
              </a:extLst>
            </p:cNvPr>
            <p:cNvSpPr/>
            <p:nvPr>
              <p:custDataLst>
                <p:tags r:id="rId3"/>
              </p:custDataLst>
            </p:nvPr>
          </p:nvSpPr>
          <p:spPr>
            <a:xfrm>
              <a:off x="4343408" y="4395192"/>
              <a:ext cx="914765" cy="508556"/>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b="1"/>
                <a:t>Create PO</a:t>
              </a:r>
            </a:p>
          </p:txBody>
        </p:sp>
        <p:sp>
          <p:nvSpPr>
            <p:cNvPr id="18" name="Flowchart: Alternate Process 17">
              <a:extLst>
                <a:ext uri="{FF2B5EF4-FFF2-40B4-BE49-F238E27FC236}">
                  <a16:creationId xmlns:a16="http://schemas.microsoft.com/office/drawing/2014/main" id="{413087A7-98DD-D9EB-90E8-B150FC519F3B}"/>
                </a:ext>
              </a:extLst>
            </p:cNvPr>
            <p:cNvSpPr/>
            <p:nvPr/>
          </p:nvSpPr>
          <p:spPr>
            <a:xfrm>
              <a:off x="9416388" y="4376376"/>
              <a:ext cx="1008000"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Send PO to Supplier</a:t>
              </a:r>
            </a:p>
          </p:txBody>
        </p:sp>
        <p:sp>
          <p:nvSpPr>
            <p:cNvPr id="19" name="TextBox 18">
              <a:extLst>
                <a:ext uri="{FF2B5EF4-FFF2-40B4-BE49-F238E27FC236}">
                  <a16:creationId xmlns:a16="http://schemas.microsoft.com/office/drawing/2014/main" id="{51FEB3AE-9C37-5E5F-3BAF-E13698C0A180}"/>
                </a:ext>
              </a:extLst>
            </p:cNvPr>
            <p:cNvSpPr txBox="1"/>
            <p:nvPr>
              <p:custDataLst>
                <p:tags r:id="rId4"/>
              </p:custDataLst>
            </p:nvPr>
          </p:nvSpPr>
          <p:spPr>
            <a:xfrm>
              <a:off x="2613694" y="4466247"/>
              <a:ext cx="118622" cy="107722"/>
            </a:xfrm>
            <a:prstGeom prst="rect">
              <a:avLst/>
            </a:prstGeom>
            <a:noFill/>
          </p:spPr>
          <p:txBody>
            <a:bodyPr wrap="none" lIns="0" tIns="0" rIns="0" bIns="0" rtlCol="0">
              <a:spAutoFit/>
            </a:bodyPr>
            <a:lstStyle/>
            <a:p>
              <a:pPr algn="l"/>
              <a:r>
                <a:rPr lang="en-US" sz="700" b="1"/>
                <a:t>No</a:t>
              </a:r>
            </a:p>
          </p:txBody>
        </p:sp>
        <p:sp>
          <p:nvSpPr>
            <p:cNvPr id="20" name="TextBox 19">
              <a:extLst>
                <a:ext uri="{FF2B5EF4-FFF2-40B4-BE49-F238E27FC236}">
                  <a16:creationId xmlns:a16="http://schemas.microsoft.com/office/drawing/2014/main" id="{FFACE97C-CEFC-EBC3-36AE-EF77903BBECE}"/>
                </a:ext>
              </a:extLst>
            </p:cNvPr>
            <p:cNvSpPr txBox="1"/>
            <p:nvPr>
              <p:custDataLst>
                <p:tags r:id="rId5"/>
              </p:custDataLst>
            </p:nvPr>
          </p:nvSpPr>
          <p:spPr>
            <a:xfrm>
              <a:off x="2008192" y="4939853"/>
              <a:ext cx="158698" cy="107722"/>
            </a:xfrm>
            <a:prstGeom prst="rect">
              <a:avLst/>
            </a:prstGeom>
            <a:noFill/>
          </p:spPr>
          <p:txBody>
            <a:bodyPr wrap="none" lIns="0" tIns="0" rIns="0" bIns="0" rtlCol="0">
              <a:spAutoFit/>
            </a:bodyPr>
            <a:lstStyle/>
            <a:p>
              <a:pPr algn="l"/>
              <a:r>
                <a:rPr lang="en-US" sz="700" b="1"/>
                <a:t>Yes</a:t>
              </a:r>
            </a:p>
          </p:txBody>
        </p:sp>
        <p:sp>
          <p:nvSpPr>
            <p:cNvPr id="21" name="Flowchart: Alternate Process 20">
              <a:extLst>
                <a:ext uri="{FF2B5EF4-FFF2-40B4-BE49-F238E27FC236}">
                  <a16:creationId xmlns:a16="http://schemas.microsoft.com/office/drawing/2014/main" id="{7B2FEDF9-31B8-57DA-22D3-6178CAEE3E14}"/>
                </a:ext>
              </a:extLst>
            </p:cNvPr>
            <p:cNvSpPr/>
            <p:nvPr/>
          </p:nvSpPr>
          <p:spPr>
            <a:xfrm>
              <a:off x="10583567" y="4378416"/>
              <a:ext cx="1008000"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Receive PO Response</a:t>
              </a:r>
            </a:p>
            <a:p>
              <a:pPr algn="ctr"/>
              <a:r>
                <a:rPr lang="en-US" sz="800"/>
                <a:t>(Manual/EDI)</a:t>
              </a:r>
            </a:p>
          </p:txBody>
        </p:sp>
        <p:cxnSp>
          <p:nvCxnSpPr>
            <p:cNvPr id="22" name="Connector: Elbow 21">
              <a:extLst>
                <a:ext uri="{FF2B5EF4-FFF2-40B4-BE49-F238E27FC236}">
                  <a16:creationId xmlns:a16="http://schemas.microsoft.com/office/drawing/2014/main" id="{FC0B4006-2A87-D549-6165-B9286583CFFE}"/>
                </a:ext>
              </a:extLst>
            </p:cNvPr>
            <p:cNvCxnSpPr>
              <a:cxnSpLocks/>
              <a:stCxn id="14" idx="2"/>
              <a:endCxn id="16" idx="2"/>
            </p:cNvCxnSpPr>
            <p:nvPr/>
          </p:nvCxnSpPr>
          <p:spPr>
            <a:xfrm rot="5400000" flipH="1" flipV="1">
              <a:off x="3345890" y="3460835"/>
              <a:ext cx="11988" cy="2897814"/>
            </a:xfrm>
            <a:prstGeom prst="bentConnector3">
              <a:avLst>
                <a:gd name="adj1" fmla="val -4013046"/>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1D23D8C-CD4D-8037-B627-FB6CFA49CD68}"/>
                </a:ext>
              </a:extLst>
            </p:cNvPr>
            <p:cNvCxnSpPr>
              <a:cxnSpLocks/>
              <a:stCxn id="15" idx="3"/>
              <a:endCxn id="16" idx="1"/>
            </p:cNvCxnSpPr>
            <p:nvPr/>
          </p:nvCxnSpPr>
          <p:spPr>
            <a:xfrm>
              <a:off x="3907139" y="4646295"/>
              <a:ext cx="436269" cy="3175"/>
            </a:xfrm>
            <a:prstGeom prst="straightConnector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CC43BCD-CA5F-2D12-7718-A9B2A160A5F1}"/>
                </a:ext>
              </a:extLst>
            </p:cNvPr>
            <p:cNvCxnSpPr>
              <a:cxnSpLocks/>
              <a:stCxn id="14" idx="3"/>
              <a:endCxn id="15" idx="1"/>
            </p:cNvCxnSpPr>
            <p:nvPr/>
          </p:nvCxnSpPr>
          <p:spPr>
            <a:xfrm>
              <a:off x="2560132" y="4645736"/>
              <a:ext cx="452782" cy="559"/>
            </a:xfrm>
            <a:prstGeom prst="straightConnector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BBB603C8-5918-8A8B-A66C-DD6003522AF6}"/>
                </a:ext>
              </a:extLst>
            </p:cNvPr>
            <p:cNvSpPr/>
            <p:nvPr/>
          </p:nvSpPr>
          <p:spPr>
            <a:xfrm rot="16200000">
              <a:off x="156787" y="1450555"/>
              <a:ext cx="940914" cy="42767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900"/>
                <a:t>Requisitioner</a:t>
              </a:r>
            </a:p>
          </p:txBody>
        </p:sp>
        <p:sp>
          <p:nvSpPr>
            <p:cNvPr id="27" name="Flowchart: Alternate Process 26">
              <a:extLst>
                <a:ext uri="{FF2B5EF4-FFF2-40B4-BE49-F238E27FC236}">
                  <a16:creationId xmlns:a16="http://schemas.microsoft.com/office/drawing/2014/main" id="{B990521B-8C1C-8E4B-0825-BD50E547E9FA}"/>
                </a:ext>
              </a:extLst>
            </p:cNvPr>
            <p:cNvSpPr/>
            <p:nvPr/>
          </p:nvSpPr>
          <p:spPr>
            <a:xfrm>
              <a:off x="1239752" y="1431171"/>
              <a:ext cx="1320381" cy="540000"/>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800"/>
                <a:t>Create </a:t>
              </a:r>
              <a:r>
                <a:rPr lang="en-US" sz="800"/>
                <a:t>PR in SAP S/4  with GBS Purchasing Group</a:t>
              </a:r>
            </a:p>
          </p:txBody>
        </p:sp>
        <p:sp>
          <p:nvSpPr>
            <p:cNvPr id="28" name="Rectangle: Rounded Corners 27">
              <a:extLst>
                <a:ext uri="{FF2B5EF4-FFF2-40B4-BE49-F238E27FC236}">
                  <a16:creationId xmlns:a16="http://schemas.microsoft.com/office/drawing/2014/main" id="{A3513AD0-5E25-9258-5DCF-06BB428E71AB}"/>
                </a:ext>
              </a:extLst>
            </p:cNvPr>
            <p:cNvSpPr/>
            <p:nvPr/>
          </p:nvSpPr>
          <p:spPr>
            <a:xfrm rot="16200000">
              <a:off x="162007" y="2455685"/>
              <a:ext cx="940913" cy="43811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900"/>
                <a:t>Buyer</a:t>
              </a:r>
            </a:p>
          </p:txBody>
        </p:sp>
        <p:sp>
          <p:nvSpPr>
            <p:cNvPr id="30" name="Flowchart: Alternate Process 29">
              <a:extLst>
                <a:ext uri="{FF2B5EF4-FFF2-40B4-BE49-F238E27FC236}">
                  <a16:creationId xmlns:a16="http://schemas.microsoft.com/office/drawing/2014/main" id="{E2367F75-65EC-D7E7-82EF-41B494FD6714}"/>
                </a:ext>
              </a:extLst>
            </p:cNvPr>
            <p:cNvSpPr/>
            <p:nvPr/>
          </p:nvSpPr>
          <p:spPr>
            <a:xfrm>
              <a:off x="1245821" y="2386132"/>
              <a:ext cx="1314311" cy="540000"/>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Review PR and Assign a Purchaser</a:t>
              </a:r>
            </a:p>
          </p:txBody>
        </p:sp>
        <p:sp>
          <p:nvSpPr>
            <p:cNvPr id="34" name="Flowchart: Decision 33">
              <a:extLst>
                <a:ext uri="{FF2B5EF4-FFF2-40B4-BE49-F238E27FC236}">
                  <a16:creationId xmlns:a16="http://schemas.microsoft.com/office/drawing/2014/main" id="{DB9C4B9C-26C4-97FC-62F9-CAB5DED3C428}"/>
                </a:ext>
              </a:extLst>
            </p:cNvPr>
            <p:cNvSpPr/>
            <p:nvPr/>
          </p:nvSpPr>
          <p:spPr>
            <a:xfrm>
              <a:off x="7334505" y="3380636"/>
              <a:ext cx="1320380" cy="571119"/>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Confirm PO</a:t>
              </a:r>
            </a:p>
          </p:txBody>
        </p:sp>
        <p:sp>
          <p:nvSpPr>
            <p:cNvPr id="35" name="Flowchart: Alternate Process 34">
              <a:extLst>
                <a:ext uri="{FF2B5EF4-FFF2-40B4-BE49-F238E27FC236}">
                  <a16:creationId xmlns:a16="http://schemas.microsoft.com/office/drawing/2014/main" id="{EBC14C73-BE65-01E4-1A88-9FC5FAFEA4FB}"/>
                </a:ext>
              </a:extLst>
            </p:cNvPr>
            <p:cNvSpPr/>
            <p:nvPr>
              <p:custDataLst>
                <p:tags r:id="rId6"/>
              </p:custDataLst>
            </p:nvPr>
          </p:nvSpPr>
          <p:spPr>
            <a:xfrm>
              <a:off x="7490694" y="4389227"/>
              <a:ext cx="1008000"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Update PO</a:t>
              </a:r>
            </a:p>
          </p:txBody>
        </p:sp>
        <p:sp>
          <p:nvSpPr>
            <p:cNvPr id="40" name="Rectangle: Rounded Corners 39">
              <a:extLst>
                <a:ext uri="{FF2B5EF4-FFF2-40B4-BE49-F238E27FC236}">
                  <a16:creationId xmlns:a16="http://schemas.microsoft.com/office/drawing/2014/main" id="{002D6947-A75C-05F7-27D3-FBA7BF552991}"/>
                </a:ext>
              </a:extLst>
            </p:cNvPr>
            <p:cNvSpPr/>
            <p:nvPr/>
          </p:nvSpPr>
          <p:spPr>
            <a:xfrm rot="16200000">
              <a:off x="175263" y="3452778"/>
              <a:ext cx="920525" cy="44424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900"/>
                <a:t>Procurement Expert</a:t>
              </a:r>
            </a:p>
          </p:txBody>
        </p:sp>
        <p:cxnSp>
          <p:nvCxnSpPr>
            <p:cNvPr id="43" name="Connector: Elbow 42">
              <a:extLst>
                <a:ext uri="{FF2B5EF4-FFF2-40B4-BE49-F238E27FC236}">
                  <a16:creationId xmlns:a16="http://schemas.microsoft.com/office/drawing/2014/main" id="{B0C59F4F-8159-26E9-BB5A-1B5F8C2CDD4E}"/>
                </a:ext>
              </a:extLst>
            </p:cNvPr>
            <p:cNvCxnSpPr>
              <a:cxnSpLocks/>
              <a:stCxn id="74" idx="3"/>
              <a:endCxn id="34" idx="1"/>
            </p:cNvCxnSpPr>
            <p:nvPr/>
          </p:nvCxnSpPr>
          <p:spPr>
            <a:xfrm flipV="1">
              <a:off x="6570294" y="3666196"/>
              <a:ext cx="764211" cy="983127"/>
            </a:xfrm>
            <a:prstGeom prst="bentConnector3">
              <a:avLst>
                <a:gd name="adj1" fmla="val 50000"/>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5733D166-CFDD-4A68-A75F-6D6DBC073B95}"/>
                </a:ext>
              </a:extLst>
            </p:cNvPr>
            <p:cNvSpPr/>
            <p:nvPr/>
          </p:nvSpPr>
          <p:spPr>
            <a:xfrm rot="16200000">
              <a:off x="169143" y="5438819"/>
              <a:ext cx="920525"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t>Approver</a:t>
              </a:r>
            </a:p>
          </p:txBody>
        </p:sp>
        <p:sp>
          <p:nvSpPr>
            <p:cNvPr id="48" name="Rectangle: Rounded Corners 47">
              <a:extLst>
                <a:ext uri="{FF2B5EF4-FFF2-40B4-BE49-F238E27FC236}">
                  <a16:creationId xmlns:a16="http://schemas.microsoft.com/office/drawing/2014/main" id="{52EF52B7-3789-BA4A-E4B9-F142A779CFA5}"/>
                </a:ext>
              </a:extLst>
            </p:cNvPr>
            <p:cNvSpPr/>
            <p:nvPr/>
          </p:nvSpPr>
          <p:spPr>
            <a:xfrm>
              <a:off x="988577" y="5199295"/>
              <a:ext cx="10800000"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49" name="Flowchart: Predefined Process 48">
              <a:extLst>
                <a:ext uri="{FF2B5EF4-FFF2-40B4-BE49-F238E27FC236}">
                  <a16:creationId xmlns:a16="http://schemas.microsoft.com/office/drawing/2014/main" id="{72F3E940-F63C-E8A6-E50F-0F2548D190CB}"/>
                </a:ext>
              </a:extLst>
            </p:cNvPr>
            <p:cNvSpPr/>
            <p:nvPr/>
          </p:nvSpPr>
          <p:spPr>
            <a:xfrm>
              <a:off x="8154312" y="5376949"/>
              <a:ext cx="1565491" cy="547200"/>
            </a:xfrm>
            <a:prstGeom prst="flowChartPredefinedProcess">
              <a:avLst/>
            </a:prstGeom>
            <a:ln w="2222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t>Approve PO - SAT</a:t>
              </a:r>
            </a:p>
            <a:p>
              <a:pPr algn="ctr"/>
              <a:r>
                <a:rPr lang="en-US" sz="800"/>
                <a:t>(max. 2 levels)</a:t>
              </a:r>
            </a:p>
            <a:p>
              <a:pPr algn="ctr"/>
              <a:r>
                <a:rPr lang="en-US" sz="800"/>
                <a:t>(Commercial</a:t>
              </a:r>
            </a:p>
            <a:p>
              <a:pPr algn="ctr"/>
              <a:r>
                <a:rPr lang="en-US" sz="800"/>
                <a:t>Technical)</a:t>
              </a:r>
            </a:p>
          </p:txBody>
        </p:sp>
        <p:cxnSp>
          <p:nvCxnSpPr>
            <p:cNvPr id="51" name="Connector: Elbow 50">
              <a:extLst>
                <a:ext uri="{FF2B5EF4-FFF2-40B4-BE49-F238E27FC236}">
                  <a16:creationId xmlns:a16="http://schemas.microsoft.com/office/drawing/2014/main" id="{BC6697B4-226C-DFD9-C102-99448ECE01B9}"/>
                </a:ext>
              </a:extLst>
            </p:cNvPr>
            <p:cNvCxnSpPr>
              <a:cxnSpLocks/>
              <a:stCxn id="34" idx="2"/>
              <a:endCxn id="35" idx="0"/>
            </p:cNvCxnSpPr>
            <p:nvPr/>
          </p:nvCxnSpPr>
          <p:spPr>
            <a:xfrm rot="5400000">
              <a:off x="7775959" y="4170491"/>
              <a:ext cx="437472" cy="1"/>
            </a:xfrm>
            <a:prstGeom prst="bentConnector3">
              <a:avLst>
                <a:gd name="adj1" fmla="val 50000"/>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A4A7564-8FD7-918B-AB08-10359E1744C1}"/>
                </a:ext>
              </a:extLst>
            </p:cNvPr>
            <p:cNvSpPr txBox="1"/>
            <p:nvPr>
              <p:custDataLst>
                <p:tags r:id="rId7"/>
              </p:custDataLst>
            </p:nvPr>
          </p:nvSpPr>
          <p:spPr>
            <a:xfrm>
              <a:off x="8104674" y="3951755"/>
              <a:ext cx="118622" cy="107722"/>
            </a:xfrm>
            <a:prstGeom prst="rect">
              <a:avLst/>
            </a:prstGeom>
            <a:noFill/>
          </p:spPr>
          <p:txBody>
            <a:bodyPr wrap="none" lIns="0" tIns="0" rIns="0" bIns="0" rtlCol="0">
              <a:spAutoFit/>
            </a:bodyPr>
            <a:lstStyle/>
            <a:p>
              <a:pPr algn="l"/>
              <a:r>
                <a:rPr lang="en-US" sz="700" b="1"/>
                <a:t>No</a:t>
              </a:r>
            </a:p>
          </p:txBody>
        </p:sp>
        <p:sp>
          <p:nvSpPr>
            <p:cNvPr id="53" name="TextBox 52">
              <a:extLst>
                <a:ext uri="{FF2B5EF4-FFF2-40B4-BE49-F238E27FC236}">
                  <a16:creationId xmlns:a16="http://schemas.microsoft.com/office/drawing/2014/main" id="{C6D8B02A-99D3-B484-970B-093986072918}"/>
                </a:ext>
              </a:extLst>
            </p:cNvPr>
            <p:cNvSpPr txBox="1"/>
            <p:nvPr>
              <p:custDataLst>
                <p:tags r:id="rId8"/>
              </p:custDataLst>
            </p:nvPr>
          </p:nvSpPr>
          <p:spPr>
            <a:xfrm>
              <a:off x="8706467" y="3479988"/>
              <a:ext cx="158698" cy="107722"/>
            </a:xfrm>
            <a:prstGeom prst="rect">
              <a:avLst/>
            </a:prstGeom>
            <a:noFill/>
          </p:spPr>
          <p:txBody>
            <a:bodyPr wrap="none" lIns="0" tIns="0" rIns="0" bIns="0" rtlCol="0">
              <a:spAutoFit/>
            </a:bodyPr>
            <a:lstStyle/>
            <a:p>
              <a:pPr algn="l"/>
              <a:r>
                <a:rPr lang="en-US" sz="700" b="1"/>
                <a:t>Yes</a:t>
              </a:r>
            </a:p>
          </p:txBody>
        </p:sp>
        <p:cxnSp>
          <p:nvCxnSpPr>
            <p:cNvPr id="54" name="Connector: Elbow 53">
              <a:extLst>
                <a:ext uri="{FF2B5EF4-FFF2-40B4-BE49-F238E27FC236}">
                  <a16:creationId xmlns:a16="http://schemas.microsoft.com/office/drawing/2014/main" id="{9003701B-294E-6601-8868-5F261BB04346}"/>
                </a:ext>
              </a:extLst>
            </p:cNvPr>
            <p:cNvCxnSpPr>
              <a:cxnSpLocks/>
              <a:stCxn id="9" idx="2"/>
              <a:endCxn id="27" idx="0"/>
            </p:cNvCxnSpPr>
            <p:nvPr/>
          </p:nvCxnSpPr>
          <p:spPr>
            <a:xfrm rot="16200000" flipH="1">
              <a:off x="1642563" y="1173790"/>
              <a:ext cx="514759" cy="1"/>
            </a:xfrm>
            <a:prstGeom prst="bentConnector3">
              <a:avLst>
                <a:gd name="adj1" fmla="val 50000"/>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B39C1C14-24FA-0390-66A7-284E76119F64}"/>
                </a:ext>
              </a:extLst>
            </p:cNvPr>
            <p:cNvCxnSpPr>
              <a:cxnSpLocks/>
              <a:stCxn id="27" idx="2"/>
              <a:endCxn id="30" idx="0"/>
            </p:cNvCxnSpPr>
            <p:nvPr/>
          </p:nvCxnSpPr>
          <p:spPr>
            <a:xfrm rot="16200000" flipH="1">
              <a:off x="1693980" y="2177134"/>
              <a:ext cx="414961" cy="3034"/>
            </a:xfrm>
            <a:prstGeom prst="bentConnector3">
              <a:avLst>
                <a:gd name="adj1" fmla="val 50000"/>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028CB0C4-F1DD-78D5-3F45-0F26F5D3FFCB}"/>
                </a:ext>
              </a:extLst>
            </p:cNvPr>
            <p:cNvCxnSpPr>
              <a:cxnSpLocks/>
              <a:stCxn id="35" idx="1"/>
              <a:endCxn id="34" idx="1"/>
            </p:cNvCxnSpPr>
            <p:nvPr/>
          </p:nvCxnSpPr>
          <p:spPr>
            <a:xfrm rot="10800000">
              <a:off x="7334506" y="3666197"/>
              <a:ext cx="156189" cy="967729"/>
            </a:xfrm>
            <a:prstGeom prst="bentConnector3">
              <a:avLst>
                <a:gd name="adj1" fmla="val 24636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12A37850-F1BB-42B1-E3BA-B4E8ED1EDAE8}"/>
                </a:ext>
              </a:extLst>
            </p:cNvPr>
            <p:cNvCxnSpPr>
              <a:cxnSpLocks/>
              <a:stCxn id="49" idx="2"/>
              <a:endCxn id="18" idx="2"/>
            </p:cNvCxnSpPr>
            <p:nvPr/>
          </p:nvCxnSpPr>
          <p:spPr>
            <a:xfrm rot="5400000" flipH="1" flipV="1">
              <a:off x="8899534" y="4903295"/>
              <a:ext cx="1058378" cy="983330"/>
            </a:xfrm>
            <a:prstGeom prst="bentConnector3">
              <a:avLst>
                <a:gd name="adj1" fmla="val -33204"/>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0746239C-902A-9113-AFF6-D9F70F9A13EE}"/>
                </a:ext>
              </a:extLst>
            </p:cNvPr>
            <p:cNvCxnSpPr>
              <a:cxnSpLocks/>
              <a:stCxn id="34" idx="3"/>
              <a:endCxn id="49" idx="0"/>
            </p:cNvCxnSpPr>
            <p:nvPr/>
          </p:nvCxnSpPr>
          <p:spPr>
            <a:xfrm>
              <a:off x="8654885" y="3666196"/>
              <a:ext cx="282173" cy="1710753"/>
            </a:xfrm>
            <a:prstGeom prst="bentConnector2">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68" name="Flowchart: Alternate Process 67">
              <a:extLst>
                <a:ext uri="{FF2B5EF4-FFF2-40B4-BE49-F238E27FC236}">
                  <a16:creationId xmlns:a16="http://schemas.microsoft.com/office/drawing/2014/main" id="{DD1051DF-1A64-E63D-DA8F-7B0C49AD5591}"/>
                </a:ext>
              </a:extLst>
            </p:cNvPr>
            <p:cNvSpPr/>
            <p:nvPr/>
          </p:nvSpPr>
          <p:spPr>
            <a:xfrm>
              <a:off x="3015671" y="1449990"/>
              <a:ext cx="87470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Receive BTP Form to confirm PR</a:t>
              </a:r>
            </a:p>
          </p:txBody>
        </p:sp>
        <p:sp>
          <p:nvSpPr>
            <p:cNvPr id="74" name="Flowchart: Alternate Process 73">
              <a:extLst>
                <a:ext uri="{FF2B5EF4-FFF2-40B4-BE49-F238E27FC236}">
                  <a16:creationId xmlns:a16="http://schemas.microsoft.com/office/drawing/2014/main" id="{030F7AF9-553A-DFFE-F8CE-A2138A9CAC47}"/>
                </a:ext>
              </a:extLst>
            </p:cNvPr>
            <p:cNvSpPr/>
            <p:nvPr/>
          </p:nvSpPr>
          <p:spPr>
            <a:xfrm>
              <a:off x="5695593" y="4404625"/>
              <a:ext cx="874701" cy="48939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Receive BTP Form to confirm PO</a:t>
              </a:r>
            </a:p>
          </p:txBody>
        </p:sp>
        <p:cxnSp>
          <p:nvCxnSpPr>
            <p:cNvPr id="75" name="Straight Arrow Connector 74">
              <a:extLst>
                <a:ext uri="{FF2B5EF4-FFF2-40B4-BE49-F238E27FC236}">
                  <a16:creationId xmlns:a16="http://schemas.microsoft.com/office/drawing/2014/main" id="{83C8FA48-F983-B429-CB50-0F5EE8C1E799}"/>
                </a:ext>
              </a:extLst>
            </p:cNvPr>
            <p:cNvCxnSpPr>
              <a:cxnSpLocks/>
              <a:stCxn id="74" idx="1"/>
              <a:endCxn id="16" idx="3"/>
            </p:cNvCxnSpPr>
            <p:nvPr/>
          </p:nvCxnSpPr>
          <p:spPr>
            <a:xfrm flipH="1">
              <a:off x="5258173" y="4649323"/>
              <a:ext cx="437420" cy="147"/>
            </a:xfrm>
            <a:prstGeom prst="straightConnector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9BB6D777-95BF-9129-7E6B-2C032E1B4551}"/>
                </a:ext>
              </a:extLst>
            </p:cNvPr>
            <p:cNvCxnSpPr>
              <a:cxnSpLocks/>
              <a:stCxn id="16" idx="3"/>
              <a:endCxn id="74" idx="1"/>
            </p:cNvCxnSpPr>
            <p:nvPr/>
          </p:nvCxnSpPr>
          <p:spPr>
            <a:xfrm flipV="1">
              <a:off x="5258173" y="4649323"/>
              <a:ext cx="437420" cy="147"/>
            </a:xfrm>
            <a:prstGeom prst="straightConnector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82" name="Flowchart: Alternate Process 81">
              <a:extLst>
                <a:ext uri="{FF2B5EF4-FFF2-40B4-BE49-F238E27FC236}">
                  <a16:creationId xmlns:a16="http://schemas.microsoft.com/office/drawing/2014/main" id="{224B4716-28D0-E585-DF21-850E9D7BA677}"/>
                </a:ext>
              </a:extLst>
            </p:cNvPr>
            <p:cNvSpPr/>
            <p:nvPr/>
          </p:nvSpPr>
          <p:spPr>
            <a:xfrm>
              <a:off x="3022677" y="2410246"/>
              <a:ext cx="87470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t>Receive PR to change the </a:t>
              </a:r>
              <a:r>
                <a:rPr lang="en-US" sz="800" err="1"/>
                <a:t>PGroup</a:t>
              </a:r>
              <a:endParaRPr lang="en-US" sz="800"/>
            </a:p>
          </p:txBody>
        </p:sp>
        <p:cxnSp>
          <p:nvCxnSpPr>
            <p:cNvPr id="92" name="Straight Arrow Connector 91">
              <a:extLst>
                <a:ext uri="{FF2B5EF4-FFF2-40B4-BE49-F238E27FC236}">
                  <a16:creationId xmlns:a16="http://schemas.microsoft.com/office/drawing/2014/main" id="{DB32D1ED-5506-2F2E-7301-B16C464181D5}"/>
                </a:ext>
              </a:extLst>
            </p:cNvPr>
            <p:cNvCxnSpPr>
              <a:cxnSpLocks/>
              <a:stCxn id="68" idx="1"/>
              <a:endCxn id="27" idx="3"/>
            </p:cNvCxnSpPr>
            <p:nvPr/>
          </p:nvCxnSpPr>
          <p:spPr>
            <a:xfrm flipH="1">
              <a:off x="2560133" y="1695877"/>
              <a:ext cx="455538" cy="5294"/>
            </a:xfrm>
            <a:prstGeom prst="straightConnector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DB4BDEFB-B09E-A4DC-6F38-F4E7A9736F06}"/>
                </a:ext>
              </a:extLst>
            </p:cNvPr>
            <p:cNvCxnSpPr>
              <a:cxnSpLocks/>
              <a:stCxn id="82" idx="1"/>
              <a:endCxn id="30" idx="3"/>
            </p:cNvCxnSpPr>
            <p:nvPr/>
          </p:nvCxnSpPr>
          <p:spPr>
            <a:xfrm flipH="1" flipV="1">
              <a:off x="2560132" y="2656132"/>
              <a:ext cx="462545" cy="1"/>
            </a:xfrm>
            <a:prstGeom prst="straightConnector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42C27D6-59F4-0FD7-C5C9-FB0C64217BE7}"/>
                </a:ext>
              </a:extLst>
            </p:cNvPr>
            <p:cNvSpPr/>
            <p:nvPr/>
          </p:nvSpPr>
          <p:spPr>
            <a:xfrm>
              <a:off x="9456364" y="651003"/>
              <a:ext cx="914400" cy="2687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800" b="1"/>
                <a:t>Supplier</a:t>
              </a:r>
              <a:endParaRPr lang="en-US" sz="800" b="1"/>
            </a:p>
          </p:txBody>
        </p:sp>
        <p:cxnSp>
          <p:nvCxnSpPr>
            <p:cNvPr id="7" name="Connector: Elbow 6">
              <a:extLst>
                <a:ext uri="{FF2B5EF4-FFF2-40B4-BE49-F238E27FC236}">
                  <a16:creationId xmlns:a16="http://schemas.microsoft.com/office/drawing/2014/main" id="{E19A1404-3B94-B36A-BAB9-86D40683C339}"/>
                </a:ext>
              </a:extLst>
            </p:cNvPr>
            <p:cNvCxnSpPr>
              <a:cxnSpLocks/>
              <a:stCxn id="6" idx="3"/>
              <a:endCxn id="21" idx="0"/>
            </p:cNvCxnSpPr>
            <p:nvPr/>
          </p:nvCxnSpPr>
          <p:spPr>
            <a:xfrm>
              <a:off x="10370764" y="785401"/>
              <a:ext cx="716803" cy="3593015"/>
            </a:xfrm>
            <a:prstGeom prst="bentConnector2">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5D37DCD4-F2F4-3CE0-65B4-816028FC5DF0}"/>
                </a:ext>
              </a:extLst>
            </p:cNvPr>
            <p:cNvCxnSpPr>
              <a:cxnSpLocks/>
              <a:stCxn id="18" idx="0"/>
              <a:endCxn id="6" idx="2"/>
            </p:cNvCxnSpPr>
            <p:nvPr/>
          </p:nvCxnSpPr>
          <p:spPr>
            <a:xfrm rot="16200000" flipV="1">
              <a:off x="8188688" y="2644676"/>
              <a:ext cx="3456577" cy="6824"/>
            </a:xfrm>
            <a:prstGeom prst="bentConnector3">
              <a:avLst>
                <a:gd name="adj1" fmla="val 50000"/>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BA6C421B-7AC2-41EF-C8E0-C9EA1560EB38}"/>
                </a:ext>
              </a:extLst>
            </p:cNvPr>
            <p:cNvCxnSpPr>
              <a:cxnSpLocks/>
              <a:stCxn id="30" idx="2"/>
              <a:endCxn id="14" idx="0"/>
            </p:cNvCxnSpPr>
            <p:nvPr/>
          </p:nvCxnSpPr>
          <p:spPr>
            <a:xfrm>
              <a:off x="1902977" y="2926132"/>
              <a:ext cx="0" cy="1449604"/>
            </a:xfrm>
            <a:prstGeom prst="straightConnector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883735CC-DC24-A0F4-EA0B-C20B78B39586}"/>
                </a:ext>
              </a:extLst>
            </p:cNvPr>
            <p:cNvSpPr/>
            <p:nvPr/>
          </p:nvSpPr>
          <p:spPr>
            <a:xfrm>
              <a:off x="978596" y="1207451"/>
              <a:ext cx="10800000"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36" name="Rectangle: Rounded Corners 35">
              <a:extLst>
                <a:ext uri="{FF2B5EF4-FFF2-40B4-BE49-F238E27FC236}">
                  <a16:creationId xmlns:a16="http://schemas.microsoft.com/office/drawing/2014/main" id="{BAFAF896-FBB6-5B12-BBD5-757D07ACD8CA}"/>
                </a:ext>
              </a:extLst>
            </p:cNvPr>
            <p:cNvSpPr/>
            <p:nvPr/>
          </p:nvSpPr>
          <p:spPr>
            <a:xfrm>
              <a:off x="988577" y="4201334"/>
              <a:ext cx="10800000"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37" name="Rectangle: Rounded Corners 36">
              <a:extLst>
                <a:ext uri="{FF2B5EF4-FFF2-40B4-BE49-F238E27FC236}">
                  <a16:creationId xmlns:a16="http://schemas.microsoft.com/office/drawing/2014/main" id="{43A8197A-6B96-E33C-C718-4FF7AB76261F}"/>
                </a:ext>
              </a:extLst>
            </p:cNvPr>
            <p:cNvSpPr/>
            <p:nvPr/>
          </p:nvSpPr>
          <p:spPr>
            <a:xfrm>
              <a:off x="988577" y="3203373"/>
              <a:ext cx="10800000"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38" name="Rectangle: Rounded Corners 37">
              <a:extLst>
                <a:ext uri="{FF2B5EF4-FFF2-40B4-BE49-F238E27FC236}">
                  <a16:creationId xmlns:a16="http://schemas.microsoft.com/office/drawing/2014/main" id="{925A0471-9334-A431-8B8E-6652F8816B9A}"/>
                </a:ext>
              </a:extLst>
            </p:cNvPr>
            <p:cNvSpPr/>
            <p:nvPr/>
          </p:nvSpPr>
          <p:spPr>
            <a:xfrm>
              <a:off x="988577" y="2205412"/>
              <a:ext cx="10800000"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cxnSp>
          <p:nvCxnSpPr>
            <p:cNvPr id="59" name="Straight Arrow Connector 58">
              <a:extLst>
                <a:ext uri="{FF2B5EF4-FFF2-40B4-BE49-F238E27FC236}">
                  <a16:creationId xmlns:a16="http://schemas.microsoft.com/office/drawing/2014/main" id="{33E2EE61-AE1D-693F-35C8-6CEEB5A4420A}"/>
                </a:ext>
              </a:extLst>
            </p:cNvPr>
            <p:cNvCxnSpPr>
              <a:cxnSpLocks/>
              <a:stCxn id="30" idx="3"/>
              <a:endCxn id="82" idx="1"/>
            </p:cNvCxnSpPr>
            <p:nvPr/>
          </p:nvCxnSpPr>
          <p:spPr>
            <a:xfrm>
              <a:off x="2560132" y="2656132"/>
              <a:ext cx="462545" cy="1"/>
            </a:xfrm>
            <a:prstGeom prst="straightConnector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46A8954-1E2F-0A33-EE57-F1DC80DEEDFE}"/>
                </a:ext>
              </a:extLst>
            </p:cNvPr>
            <p:cNvCxnSpPr>
              <a:cxnSpLocks/>
              <a:stCxn id="27" idx="3"/>
              <a:endCxn id="68" idx="1"/>
            </p:cNvCxnSpPr>
            <p:nvPr/>
          </p:nvCxnSpPr>
          <p:spPr>
            <a:xfrm flipV="1">
              <a:off x="2560133" y="1695877"/>
              <a:ext cx="455538" cy="5294"/>
            </a:xfrm>
            <a:prstGeom prst="straightConnector1">
              <a:avLst/>
            </a:prstGeom>
            <a:ln w="25400">
              <a:solidFill>
                <a:schemeClr val="accent1">
                  <a:lumMod val="20000"/>
                  <a:lumOff val="80000"/>
                </a:schemeClr>
              </a:solidFill>
              <a:headEnd w="lg" len="lg"/>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57803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07E86FF0-4AF7-63C9-31FD-9838BD8BC8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4" name="Object 13" hidden="1">
                        <a:extLst>
                          <a:ext uri="{FF2B5EF4-FFF2-40B4-BE49-F238E27FC236}">
                            <a16:creationId xmlns:a16="http://schemas.microsoft.com/office/drawing/2014/main" id="{07E86FF0-4AF7-63C9-31FD-9838BD8BC83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Inhaltsplatzhalter 2">
            <a:extLst>
              <a:ext uri="{FF2B5EF4-FFF2-40B4-BE49-F238E27FC236}">
                <a16:creationId xmlns:a16="http://schemas.microsoft.com/office/drawing/2014/main" id="{AAF67409-A46B-DF6A-2328-66A69456F28D}"/>
              </a:ext>
            </a:extLst>
          </p:cNvPr>
          <p:cNvSpPr txBox="1">
            <a:spLocks/>
          </p:cNvSpPr>
          <p:nvPr/>
        </p:nvSpPr>
        <p:spPr>
          <a:xfrm>
            <a:off x="4219575" y="1247118"/>
            <a:ext cx="7654373" cy="4960806"/>
          </a:xfrm>
          <a:prstGeom prst="rect">
            <a:avLst/>
          </a:prstGeom>
          <a:solidFill>
            <a:srgbClr val="DFDFD9"/>
          </a:solidFill>
        </p:spPr>
        <p:txBody>
          <a:bodyPr vert="horz" lIns="109728" tIns="109728" rIns="109728" bIns="109728" rtlCol="0" anchor="t">
            <a:noAutofit/>
          </a:bodyPr>
          <a:lstStyle>
            <a:defPPr>
              <a:defRPr lang="en-US"/>
            </a:defPPr>
            <a:lvl1pPr indent="0">
              <a:lnSpc>
                <a:spcPct val="110000"/>
              </a:lnSpc>
              <a:spcBef>
                <a:spcPts val="0"/>
              </a:spcBef>
              <a:spcAft>
                <a:spcPts val="300"/>
              </a:spcAft>
              <a:buFont typeface="Arial" panose="020B0604020202020204" pitchFamily="34" charset="0"/>
              <a:buNone/>
            </a:lvl1pPr>
            <a:lvl2pPr marL="0" lvl="1" indent="0">
              <a:lnSpc>
                <a:spcPct val="110000"/>
              </a:lnSpc>
              <a:spcBef>
                <a:spcPts val="0"/>
              </a:spcBef>
              <a:spcAft>
                <a:spcPts val="300"/>
              </a:spcAft>
              <a:buClr>
                <a:schemeClr val="accent1"/>
              </a:buClr>
              <a:buFont typeface="Arial" panose="020B0604020202020204" pitchFamily="34" charset="0"/>
              <a:buNone/>
              <a:defRPr sz="1400" b="1">
                <a:solidFill>
                  <a:schemeClr val="tx2"/>
                </a:solidFill>
              </a:defRPr>
            </a:lvl2pPr>
            <a:lvl3pPr marL="360000" indent="-180000">
              <a:lnSpc>
                <a:spcPct val="110000"/>
              </a:lnSpc>
              <a:spcBef>
                <a:spcPts val="0"/>
              </a:spcBef>
              <a:spcAft>
                <a:spcPts val="300"/>
              </a:spcAft>
              <a:buClr>
                <a:schemeClr val="accent1"/>
              </a:buClr>
              <a:buFont typeface="Arial" panose="020B0604020202020204" pitchFamily="34" charset="0"/>
              <a:buChar char="•"/>
            </a:lvl3pPr>
            <a:lvl4pPr marL="540000" indent="-180000">
              <a:lnSpc>
                <a:spcPct val="110000"/>
              </a:lnSpc>
              <a:spcBef>
                <a:spcPts val="0"/>
              </a:spcBef>
              <a:spcAft>
                <a:spcPts val="300"/>
              </a:spcAft>
              <a:buClr>
                <a:schemeClr val="accent1"/>
              </a:buClr>
              <a:buFont typeface="Arial" panose="020B0604020202020204" pitchFamily="34" charset="0"/>
              <a:buChar char="•"/>
            </a:lvl4pPr>
            <a:lvl5pPr marL="720000" indent="-180000">
              <a:lnSpc>
                <a:spcPct val="110000"/>
              </a:lnSpc>
              <a:spcBef>
                <a:spcPts val="0"/>
              </a:spcBef>
              <a:spcAft>
                <a:spcPts val="300"/>
              </a:spcAft>
              <a:buClr>
                <a:schemeClr val="accent1"/>
              </a:buClr>
              <a:buFont typeface="Arial" panose="020B0604020202020204" pitchFamily="34" charset="0"/>
              <a:buChar char="•"/>
            </a:lvl5pPr>
            <a:lvl6pPr marL="900000" indent="-180000">
              <a:lnSpc>
                <a:spcPct val="110000"/>
              </a:lnSpc>
              <a:spcBef>
                <a:spcPts val="0"/>
              </a:spcBef>
              <a:spcAft>
                <a:spcPts val="300"/>
              </a:spcAft>
              <a:buClr>
                <a:schemeClr val="accent1"/>
              </a:buClr>
              <a:buFont typeface="Arial" panose="020B0604020202020204" pitchFamily="34" charset="0"/>
              <a:buChar char="•"/>
            </a:lvl6pPr>
            <a:lvl7pPr marL="1080000" indent="-180000">
              <a:lnSpc>
                <a:spcPct val="110000"/>
              </a:lnSpc>
              <a:spcBef>
                <a:spcPts val="0"/>
              </a:spcBef>
              <a:spcAft>
                <a:spcPts val="300"/>
              </a:spcAft>
              <a:buClr>
                <a:schemeClr val="accent1"/>
              </a:buClr>
              <a:buFont typeface="Arial" panose="020B0604020202020204" pitchFamily="34" charset="0"/>
              <a:buChar char="•"/>
            </a:lvl7pPr>
            <a:lvl8pPr marL="1260000" indent="-180000">
              <a:lnSpc>
                <a:spcPct val="110000"/>
              </a:lnSpc>
              <a:spcBef>
                <a:spcPts val="0"/>
              </a:spcBef>
              <a:spcAft>
                <a:spcPts val="300"/>
              </a:spcAft>
              <a:buClr>
                <a:schemeClr val="accent1"/>
              </a:buClr>
              <a:buFont typeface="Arial" panose="020B0604020202020204" pitchFamily="34" charset="0"/>
              <a:buChar char="•"/>
            </a:lvl8pPr>
            <a:lvl9pPr marL="1440000" indent="-180000">
              <a:lnSpc>
                <a:spcPct val="110000"/>
              </a:lnSpc>
              <a:spcBef>
                <a:spcPts val="0"/>
              </a:spcBef>
              <a:spcAft>
                <a:spcPts val="300"/>
              </a:spcAft>
              <a:buClr>
                <a:schemeClr val="accent1"/>
              </a:buClr>
              <a:buFont typeface="Arial" panose="020B0604020202020204" pitchFamily="34" charset="0"/>
              <a:buChar char="•"/>
            </a:lvl9pPr>
          </a:lstStyle>
          <a:p>
            <a:pPr marL="0" marR="0" lvl="0" indent="0" algn="l" defTabSz="914400" rtl="0" eaLnBrk="1" fontAlgn="auto" latinLnBrk="0" hangingPunct="1">
              <a:lnSpc>
                <a:spcPct val="110000"/>
              </a:lnSpc>
              <a:spcBef>
                <a:spcPts val="0"/>
              </a:spcBef>
              <a:spcAft>
                <a:spcPts val="300"/>
              </a:spcAft>
              <a:buClrTx/>
              <a:buSzTx/>
              <a:buFont typeface="Arial" panose="020B0604020202020204" pitchFamily="34" charset="0"/>
              <a:buNone/>
              <a:tabLst/>
              <a:defRPr/>
            </a:pPr>
            <a:r>
              <a:rPr kumimoji="0" lang="en-US" sz="1800" b="1" i="0" u="none" strike="noStrike" kern="1200" cap="none" spc="0" normalizeH="0" baseline="0" noProof="0">
                <a:ln>
                  <a:noFill/>
                </a:ln>
                <a:solidFill>
                  <a:srgbClr val="000028"/>
                </a:solidFill>
                <a:effectLst/>
                <a:uLnTx/>
                <a:uFillTx/>
                <a:latin typeface="Arial"/>
                <a:ea typeface="+mn-ea"/>
                <a:cs typeface="+mn-cs"/>
              </a:rPr>
              <a:t>Details</a:t>
            </a:r>
            <a:endParaRPr kumimoji="0" lang="en-US" sz="1800" b="0" i="0" u="none" strike="noStrike" kern="1200" cap="none" spc="0" normalizeH="0" baseline="0" noProof="0">
              <a:ln>
                <a:noFill/>
              </a:ln>
              <a:solidFill>
                <a:srgbClr val="000028"/>
              </a:solidFill>
              <a:effectLst/>
              <a:uLnTx/>
              <a:uFillTx/>
              <a:latin typeface="Arial"/>
              <a:ea typeface="+mn-ea"/>
              <a:cs typeface="+mn-cs"/>
            </a:endParaRPr>
          </a:p>
        </p:txBody>
      </p:sp>
      <p:sp>
        <p:nvSpPr>
          <p:cNvPr id="25" name="Titel 24">
            <a:extLst>
              <a:ext uri="{FF2B5EF4-FFF2-40B4-BE49-F238E27FC236}">
                <a16:creationId xmlns:a16="http://schemas.microsoft.com/office/drawing/2014/main" id="{22F4FF54-D55A-8E8C-1BCC-0FF9E4973F9A}"/>
              </a:ext>
            </a:extLst>
          </p:cNvPr>
          <p:cNvSpPr>
            <a:spLocks noGrp="1"/>
          </p:cNvSpPr>
          <p:nvPr>
            <p:ph type="title"/>
          </p:nvPr>
        </p:nvSpPr>
        <p:spPr>
          <a:xfrm>
            <a:off x="410400" y="478800"/>
            <a:ext cx="10383445" cy="576000"/>
          </a:xfrm>
        </p:spPr>
        <p:txBody>
          <a:bodyPr/>
          <a:lstStyle/>
          <a:p>
            <a:endParaRPr lang="en-US"/>
          </a:p>
        </p:txBody>
      </p:sp>
      <p:sp>
        <p:nvSpPr>
          <p:cNvPr id="21" name="NavigationTriangle">
            <a:extLst>
              <a:ext uri="{FF2B5EF4-FFF2-40B4-BE49-F238E27FC236}">
                <a16:creationId xmlns:a16="http://schemas.microsoft.com/office/drawing/2014/main" id="{BF127E96-5C77-2F9B-A85E-DD86F5B52EF9}"/>
              </a:ext>
            </a:extLst>
          </p:cNvPr>
          <p:cNvSpPr/>
          <p:nvPr/>
        </p:nvSpPr>
        <p:spPr>
          <a:xfrm rot="10800000">
            <a:off x="0" y="0"/>
            <a:ext cx="796833" cy="829249"/>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9769214D-1D5E-B7A2-7200-C3830B0FD5CD}"/>
              </a:ext>
            </a:extLst>
          </p:cNvPr>
          <p:cNvSpPr/>
          <p:nvPr/>
        </p:nvSpPr>
        <p:spPr>
          <a:xfrm>
            <a:off x="4059580" y="489636"/>
            <a:ext cx="6734265" cy="649480"/>
          </a:xfrm>
          <a:prstGeom prst="rect">
            <a:avLst/>
          </a:prstGeom>
          <a:noFill/>
          <a:ln w="38100" cap="flat" cmpd="sng" algn="ctr">
            <a:solidFill>
              <a:srgbClr val="009999"/>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chorCtr="0">
            <a:noAutofit/>
          </a:bodyPr>
          <a:lstStyle/>
          <a:p>
            <a:pPr marL="26670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a:ea typeface="+mn-ea"/>
                <a:cs typeface="+mn-cs"/>
              </a:rPr>
              <a:t>Business Partner Master Data in S/4 HANA is replicated from corporate </a:t>
            </a:r>
            <a:r>
              <a:rPr lang="en-US" b="1">
                <a:solidFill>
                  <a:srgbClr val="000000"/>
                </a:solidFill>
                <a:latin typeface="Arial"/>
              </a:rPr>
              <a:t>M</a:t>
            </a:r>
            <a:r>
              <a:rPr kumimoji="0" lang="en-US" sz="1800" b="1" i="0" u="none" strike="noStrike" kern="1200" cap="none" spc="0" normalizeH="0" baseline="0" noProof="0">
                <a:ln>
                  <a:noFill/>
                </a:ln>
                <a:solidFill>
                  <a:srgbClr val="000000"/>
                </a:solidFill>
                <a:effectLst/>
                <a:uLnTx/>
                <a:uFillTx/>
                <a:latin typeface="Arial"/>
                <a:ea typeface="+mn-ea"/>
                <a:cs typeface="+mn-cs"/>
              </a:rPr>
              <a:t>aster </a:t>
            </a:r>
            <a:r>
              <a:rPr lang="en-US" b="1">
                <a:solidFill>
                  <a:srgbClr val="000000"/>
                </a:solidFill>
                <a:latin typeface="Arial"/>
              </a:rPr>
              <a:t>D</a:t>
            </a:r>
            <a:r>
              <a:rPr kumimoji="0" lang="en-US" sz="1800" b="1" i="0" u="none" strike="noStrike" kern="1200" cap="none" spc="0" normalizeH="0" baseline="0" noProof="0" err="1">
                <a:ln>
                  <a:noFill/>
                </a:ln>
                <a:solidFill>
                  <a:srgbClr val="000000"/>
                </a:solidFill>
                <a:effectLst/>
                <a:uLnTx/>
                <a:uFillTx/>
                <a:latin typeface="Arial"/>
                <a:ea typeface="+mn-ea"/>
                <a:cs typeface="+mn-cs"/>
              </a:rPr>
              <a:t>ata</a:t>
            </a:r>
            <a:r>
              <a:rPr kumimoji="0" lang="en-US" sz="1800" b="1" i="0" u="none" strike="noStrike" kern="1200" cap="none" spc="0" normalizeH="0" baseline="0" noProof="0">
                <a:ln>
                  <a:noFill/>
                </a:ln>
                <a:solidFill>
                  <a:srgbClr val="000000"/>
                </a:solidFill>
                <a:effectLst/>
                <a:uLnTx/>
                <a:uFillTx/>
                <a:latin typeface="Arial"/>
                <a:ea typeface="+mn-ea"/>
                <a:cs typeface="+mn-cs"/>
              </a:rPr>
              <a:t> Governance system (MDG)</a:t>
            </a:r>
          </a:p>
        </p:txBody>
      </p:sp>
      <p:sp>
        <p:nvSpPr>
          <p:cNvPr id="17" name="Rectangle 8">
            <a:extLst>
              <a:ext uri="{FF2B5EF4-FFF2-40B4-BE49-F238E27FC236}">
                <a16:creationId xmlns:a16="http://schemas.microsoft.com/office/drawing/2014/main" id="{1F1FDD74-0A53-2D2A-9477-3BD1764BEAD5}"/>
              </a:ext>
            </a:extLst>
          </p:cNvPr>
          <p:cNvSpPr/>
          <p:nvPr/>
        </p:nvSpPr>
        <p:spPr>
          <a:xfrm>
            <a:off x="431502" y="1344765"/>
            <a:ext cx="3219451" cy="276999"/>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rial"/>
                <a:ea typeface="+mn-ea"/>
                <a:cs typeface="+mn-cs"/>
              </a:rPr>
              <a:t>Feature Abstract &amp; Rationale</a:t>
            </a:r>
            <a:endParaRPr kumimoji="0" lang="en-US" sz="1800" b="1" i="0" u="none" strike="noStrike" kern="1200" cap="none" spc="0" normalizeH="0" baseline="0" noProof="0">
              <a:ln>
                <a:noFill/>
              </a:ln>
              <a:solidFill>
                <a:prstClr val="white"/>
              </a:solidFill>
              <a:effectLst/>
              <a:uLnTx/>
              <a:uFillTx/>
              <a:latin typeface="Arial"/>
              <a:ea typeface="+mn-ea"/>
              <a:cs typeface="Arial"/>
            </a:endParaRPr>
          </a:p>
        </p:txBody>
      </p:sp>
      <p:cxnSp>
        <p:nvCxnSpPr>
          <p:cNvPr id="52" name="Straight Connector 5">
            <a:extLst>
              <a:ext uri="{FF2B5EF4-FFF2-40B4-BE49-F238E27FC236}">
                <a16:creationId xmlns:a16="http://schemas.microsoft.com/office/drawing/2014/main" id="{4FE00619-AA6A-6D95-4623-2162FFF2F05C}"/>
              </a:ext>
            </a:extLst>
          </p:cNvPr>
          <p:cNvCxnSpPr>
            <a:cxnSpLocks/>
          </p:cNvCxnSpPr>
          <p:nvPr/>
        </p:nvCxnSpPr>
        <p:spPr>
          <a:xfrm>
            <a:off x="410400" y="1623613"/>
            <a:ext cx="3471182" cy="0"/>
          </a:xfrm>
          <a:prstGeom prst="line">
            <a:avLst/>
          </a:prstGeom>
          <a:ln w="19050" cap="flat" cmpd="sng" algn="ctr">
            <a:solidFill>
              <a:schemeClr val="bg1"/>
            </a:solidFill>
            <a:prstDash val="solid"/>
            <a:round/>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68" name="Rectangle 3">
            <a:extLst>
              <a:ext uri="{FF2B5EF4-FFF2-40B4-BE49-F238E27FC236}">
                <a16:creationId xmlns:a16="http://schemas.microsoft.com/office/drawing/2014/main" id="{4AB5F5D7-34CD-F96D-8B59-1700867FD4EE}"/>
              </a:ext>
            </a:extLst>
          </p:cNvPr>
          <p:cNvSpPr/>
          <p:nvPr/>
        </p:nvSpPr>
        <p:spPr>
          <a:xfrm>
            <a:off x="410399" y="1623613"/>
            <a:ext cx="3542475" cy="2119042"/>
          </a:xfrm>
          <a:prstGeom prst="rect">
            <a:avLst/>
          </a:prstGeom>
          <a:noFill/>
          <a:ln w="10795"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0795" cap="flat" cmpd="sng" algn="ctr">
                <a:solidFill>
                  <a:srgbClr val="009999"/>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109728" rIns="0" bIns="0" rtlCol="0" anchor="t" anchorCtr="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Arial"/>
                <a:ea typeface="+mn-ea"/>
                <a:cs typeface="+mn-cs"/>
              </a:rPr>
              <a:t>Business </a:t>
            </a:r>
            <a:r>
              <a:rPr lang="en-US" sz="1600" dirty="0">
                <a:solidFill>
                  <a:prstClr val="white"/>
                </a:solidFill>
                <a:latin typeface="Arial"/>
              </a:rPr>
              <a:t>P</a:t>
            </a:r>
            <a:r>
              <a:rPr kumimoji="0" lang="en-US" sz="1600" b="0" i="0" u="none" strike="noStrike" kern="1200" cap="none" spc="0" normalizeH="0" baseline="0" noProof="0" dirty="0" err="1">
                <a:ln>
                  <a:noFill/>
                </a:ln>
                <a:solidFill>
                  <a:prstClr val="white"/>
                </a:solidFill>
                <a:effectLst/>
                <a:uLnTx/>
                <a:uFillTx/>
                <a:latin typeface="Arial"/>
                <a:ea typeface="+mn-ea"/>
                <a:cs typeface="+mn-cs"/>
              </a:rPr>
              <a:t>artners</a:t>
            </a:r>
            <a:r>
              <a:rPr kumimoji="0" lang="en-US" sz="1600" b="0" i="0" u="none" strike="noStrike" kern="1200" cap="none" spc="0" normalizeH="0" baseline="0" noProof="0" dirty="0">
                <a:ln>
                  <a:noFill/>
                </a:ln>
                <a:solidFill>
                  <a:prstClr val="white"/>
                </a:solidFill>
                <a:effectLst/>
                <a:uLnTx/>
                <a:uFillTx/>
                <a:latin typeface="Arial"/>
                <a:ea typeface="+mn-ea"/>
                <a:cs typeface="+mn-cs"/>
              </a:rPr>
              <a:t> including internal and external suppliers are centrally managed in MDG</a:t>
            </a:r>
          </a:p>
          <a:p>
            <a:pPr marL="120000" marR="0" lvl="1" indent="-120000" algn="l" defTabSz="914400" rtl="0" eaLnBrk="1" fontAlgn="auto" latinLnBrk="0" hangingPunct="1">
              <a:lnSpc>
                <a:spcPct val="100000"/>
              </a:lnSpc>
              <a:spcBef>
                <a:spcPts val="300"/>
              </a:spcBef>
              <a:spcAft>
                <a:spcPct val="0"/>
              </a:spcAft>
              <a:buClr>
                <a:srgbClr val="009999"/>
              </a:buClr>
              <a:buSzTx/>
              <a:buFont typeface="Arial" panose="020B0604020202020204" pitchFamily="34" charset="0"/>
              <a:buChar char="•"/>
              <a:tabLst/>
              <a:defRPr/>
            </a:pPr>
            <a:r>
              <a:rPr lang="en-US" sz="1600" dirty="0">
                <a:solidFill>
                  <a:prstClr val="white"/>
                </a:solidFill>
                <a:latin typeface="Arial"/>
              </a:rPr>
              <a:t>Creation and/or change of Business Partner data have to be executed in MDG first before such data is available in S4P system (e.g., Purchasing Organization, terms etc.)</a:t>
            </a:r>
            <a:endParaRPr kumimoji="0" lang="en-US" sz="16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Arrow: Pentagon 58">
            <a:extLst>
              <a:ext uri="{FF2B5EF4-FFF2-40B4-BE49-F238E27FC236}">
                <a16:creationId xmlns:a16="http://schemas.microsoft.com/office/drawing/2014/main" id="{DAD4BC89-1139-9D99-6E0A-10F66D3DBD79}"/>
              </a:ext>
            </a:extLst>
          </p:cNvPr>
          <p:cNvSpPr/>
          <p:nvPr/>
        </p:nvSpPr>
        <p:spPr>
          <a:xfrm>
            <a:off x="509427" y="482962"/>
            <a:ext cx="3875965" cy="649480"/>
          </a:xfrm>
          <a:prstGeom prst="homePlate">
            <a:avLst>
              <a:gd name="adj" fmla="val 38737"/>
            </a:avLst>
          </a:prstGeom>
          <a:solidFill>
            <a:srgbClr val="009999"/>
          </a:solidFill>
          <a:ln w="1905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457200" tIns="109728" rIns="109728" bIns="109728"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rial"/>
                <a:ea typeface="+mn-ea"/>
                <a:cs typeface="+mn-cs"/>
              </a:rPr>
              <a:t>Supplier Master Data</a:t>
            </a:r>
          </a:p>
        </p:txBody>
      </p:sp>
      <p:sp>
        <p:nvSpPr>
          <p:cNvPr id="39" name="Rectangle 7">
            <a:extLst>
              <a:ext uri="{FF2B5EF4-FFF2-40B4-BE49-F238E27FC236}">
                <a16:creationId xmlns:a16="http://schemas.microsoft.com/office/drawing/2014/main" id="{E8496658-1BEF-BE7F-2B03-878CB6C0F56B}"/>
              </a:ext>
            </a:extLst>
          </p:cNvPr>
          <p:cNvSpPr/>
          <p:nvPr/>
        </p:nvSpPr>
        <p:spPr>
          <a:xfrm>
            <a:off x="4385392" y="1704976"/>
            <a:ext cx="7309501" cy="4389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109728" rIns="109728" bIns="109728"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200" b="1" i="0" u="none" strike="noStrike" kern="1200" cap="none" spc="0" normalizeH="0" baseline="0" noProof="0">
              <a:ln>
                <a:noFill/>
              </a:ln>
              <a:solidFill>
                <a:srgbClr val="000000"/>
              </a:solidFill>
              <a:effectLst/>
              <a:uLnTx/>
              <a:uFillTx/>
              <a:latin typeface="Arial"/>
              <a:ea typeface="+mn-ea"/>
              <a:cs typeface="+mn-cs"/>
            </a:endParaRPr>
          </a:p>
        </p:txBody>
      </p:sp>
      <p:grpSp>
        <p:nvGrpSpPr>
          <p:cNvPr id="5" name="Gruppieren 4">
            <a:extLst>
              <a:ext uri="{FF2B5EF4-FFF2-40B4-BE49-F238E27FC236}">
                <a16:creationId xmlns:a16="http://schemas.microsoft.com/office/drawing/2014/main" id="{852BA4AB-1CF2-46AA-7685-F3E1E9FB4E8B}"/>
              </a:ext>
            </a:extLst>
          </p:cNvPr>
          <p:cNvGrpSpPr/>
          <p:nvPr/>
        </p:nvGrpSpPr>
        <p:grpSpPr>
          <a:xfrm>
            <a:off x="186665" y="489636"/>
            <a:ext cx="639458" cy="649480"/>
            <a:chOff x="186665" y="489636"/>
            <a:chExt cx="639458" cy="649480"/>
          </a:xfrm>
        </p:grpSpPr>
        <p:sp>
          <p:nvSpPr>
            <p:cNvPr id="6" name="Oval 29">
              <a:extLst>
                <a:ext uri="{FF2B5EF4-FFF2-40B4-BE49-F238E27FC236}">
                  <a16:creationId xmlns:a16="http://schemas.microsoft.com/office/drawing/2014/main" id="{6FDE77DB-3359-7B20-3D48-7D80039CB6B4}"/>
                </a:ext>
              </a:extLst>
            </p:cNvPr>
            <p:cNvSpPr/>
            <p:nvPr/>
          </p:nvSpPr>
          <p:spPr>
            <a:xfrm>
              <a:off x="186665" y="489636"/>
              <a:ext cx="639458" cy="649480"/>
            </a:xfrm>
            <a:prstGeom prst="ellipse">
              <a:avLst/>
            </a:prstGeom>
            <a:solidFill>
              <a:schemeClr val="bg1"/>
            </a:solidFill>
            <a:ln w="38100" cap="flat" cmpd="sng" algn="ctr">
              <a:solidFill>
                <a:srgbClr val="0099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grpSp>
          <p:nvGrpSpPr>
            <p:cNvPr id="9" name="bcgIcons_Iceberg ">
              <a:extLst>
                <a:ext uri="{FF2B5EF4-FFF2-40B4-BE49-F238E27FC236}">
                  <a16:creationId xmlns:a16="http://schemas.microsoft.com/office/drawing/2014/main" id="{DE8C0249-C00E-6A24-FF1A-6B79A6C779BF}"/>
                </a:ext>
              </a:extLst>
            </p:cNvPr>
            <p:cNvGrpSpPr>
              <a:grpSpLocks noChangeAspect="1"/>
            </p:cNvGrpSpPr>
            <p:nvPr/>
          </p:nvGrpSpPr>
          <p:grpSpPr>
            <a:xfrm>
              <a:off x="193456" y="503931"/>
              <a:ext cx="625877" cy="620890"/>
              <a:chOff x="5272881" y="2605881"/>
              <a:chExt cx="1646238" cy="1646237"/>
            </a:xfrm>
          </p:grpSpPr>
          <p:sp>
            <p:nvSpPr>
              <p:cNvPr id="10" name="AutoShape 3">
                <a:extLst>
                  <a:ext uri="{FF2B5EF4-FFF2-40B4-BE49-F238E27FC236}">
                    <a16:creationId xmlns:a16="http://schemas.microsoft.com/office/drawing/2014/main" id="{531EBE13-93F6-C3A4-2F0B-D13A46A59B9D}"/>
                  </a:ext>
                </a:extLst>
              </p:cNvPr>
              <p:cNvSpPr>
                <a:spLocks noChangeAspect="1" noChangeArrowheads="1" noTextEdit="1"/>
              </p:cNvSpPr>
              <p:nvPr/>
            </p:nvSpPr>
            <p:spPr bwMode="auto">
              <a:xfrm>
                <a:off x="5272881" y="2605881"/>
                <a:ext cx="1646238"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2" name="Group 32">
                <a:extLst>
                  <a:ext uri="{FF2B5EF4-FFF2-40B4-BE49-F238E27FC236}">
                    <a16:creationId xmlns:a16="http://schemas.microsoft.com/office/drawing/2014/main" id="{0A7B39FD-066A-F6A1-DCA5-1A71CA2853E6}"/>
                  </a:ext>
                </a:extLst>
              </p:cNvPr>
              <p:cNvGrpSpPr/>
              <p:nvPr/>
            </p:nvGrpSpPr>
            <p:grpSpPr>
              <a:xfrm>
                <a:off x="5526881" y="2774156"/>
                <a:ext cx="1139825" cy="1308100"/>
                <a:chOff x="5526881" y="2774156"/>
                <a:chExt cx="1139825" cy="1308100"/>
              </a:xfrm>
            </p:grpSpPr>
            <p:sp>
              <p:nvSpPr>
                <p:cNvPr id="13" name="Freeform 10">
                  <a:extLst>
                    <a:ext uri="{FF2B5EF4-FFF2-40B4-BE49-F238E27FC236}">
                      <a16:creationId xmlns:a16="http://schemas.microsoft.com/office/drawing/2014/main" id="{0DAB9CF7-F8EF-D058-96AD-DB1C363148B3}"/>
                    </a:ext>
                  </a:extLst>
                </p:cNvPr>
                <p:cNvSpPr>
                  <a:spLocks/>
                </p:cNvSpPr>
                <p:nvPr/>
              </p:nvSpPr>
              <p:spPr bwMode="auto">
                <a:xfrm>
                  <a:off x="5606256" y="2774156"/>
                  <a:ext cx="981075" cy="517525"/>
                </a:xfrm>
                <a:custGeom>
                  <a:avLst/>
                  <a:gdLst>
                    <a:gd name="T0" fmla="*/ 1194 w 1374"/>
                    <a:gd name="T1" fmla="*/ 534 h 724"/>
                    <a:gd name="T2" fmla="*/ 1108 w 1374"/>
                    <a:gd name="T3" fmla="*/ 422 h 724"/>
                    <a:gd name="T4" fmla="*/ 1106 w 1374"/>
                    <a:gd name="T5" fmla="*/ 420 h 724"/>
                    <a:gd name="T6" fmla="*/ 914 w 1374"/>
                    <a:gd name="T7" fmla="*/ 224 h 724"/>
                    <a:gd name="T8" fmla="*/ 898 w 1374"/>
                    <a:gd name="T9" fmla="*/ 217 h 724"/>
                    <a:gd name="T10" fmla="*/ 898 w 1374"/>
                    <a:gd name="T11" fmla="*/ 217 h 724"/>
                    <a:gd name="T12" fmla="*/ 882 w 1374"/>
                    <a:gd name="T13" fmla="*/ 224 h 724"/>
                    <a:gd name="T14" fmla="*/ 862 w 1374"/>
                    <a:gd name="T15" fmla="*/ 244 h 724"/>
                    <a:gd name="T16" fmla="*/ 727 w 1374"/>
                    <a:gd name="T17" fmla="*/ 11 h 724"/>
                    <a:gd name="T18" fmla="*/ 709 w 1374"/>
                    <a:gd name="T19" fmla="*/ 0 h 724"/>
                    <a:gd name="T20" fmla="*/ 690 w 1374"/>
                    <a:gd name="T21" fmla="*/ 9 h 724"/>
                    <a:gd name="T22" fmla="*/ 518 w 1374"/>
                    <a:gd name="T23" fmla="*/ 237 h 724"/>
                    <a:gd name="T24" fmla="*/ 477 w 1374"/>
                    <a:gd name="T25" fmla="*/ 224 h 724"/>
                    <a:gd name="T26" fmla="*/ 453 w 1374"/>
                    <a:gd name="T27" fmla="*/ 230 h 724"/>
                    <a:gd name="T28" fmla="*/ 336 w 1374"/>
                    <a:gd name="T29" fmla="*/ 374 h 724"/>
                    <a:gd name="T30" fmla="*/ 322 w 1374"/>
                    <a:gd name="T31" fmla="*/ 356 h 724"/>
                    <a:gd name="T32" fmla="*/ 304 w 1374"/>
                    <a:gd name="T33" fmla="*/ 348 h 724"/>
                    <a:gd name="T34" fmla="*/ 287 w 1374"/>
                    <a:gd name="T35" fmla="*/ 358 h 724"/>
                    <a:gd name="T36" fmla="*/ 145 w 1374"/>
                    <a:gd name="T37" fmla="*/ 571 h 724"/>
                    <a:gd name="T38" fmla="*/ 0 w 1374"/>
                    <a:gd name="T39" fmla="*/ 724 h 724"/>
                    <a:gd name="T40" fmla="*/ 61 w 1374"/>
                    <a:gd name="T41" fmla="*/ 724 h 724"/>
                    <a:gd name="T42" fmla="*/ 178 w 1374"/>
                    <a:gd name="T43" fmla="*/ 600 h 724"/>
                    <a:gd name="T44" fmla="*/ 180 w 1374"/>
                    <a:gd name="T45" fmla="*/ 597 h 724"/>
                    <a:gd name="T46" fmla="*/ 307 w 1374"/>
                    <a:gd name="T47" fmla="*/ 407 h 724"/>
                    <a:gd name="T48" fmla="*/ 319 w 1374"/>
                    <a:gd name="T49" fmla="*/ 422 h 724"/>
                    <a:gd name="T50" fmla="*/ 336 w 1374"/>
                    <a:gd name="T51" fmla="*/ 431 h 724"/>
                    <a:gd name="T52" fmla="*/ 353 w 1374"/>
                    <a:gd name="T53" fmla="*/ 422 h 724"/>
                    <a:gd name="T54" fmla="*/ 478 w 1374"/>
                    <a:gd name="T55" fmla="*/ 270 h 724"/>
                    <a:gd name="T56" fmla="*/ 519 w 1374"/>
                    <a:gd name="T57" fmla="*/ 284 h 724"/>
                    <a:gd name="T58" fmla="*/ 544 w 1374"/>
                    <a:gd name="T59" fmla="*/ 276 h 724"/>
                    <a:gd name="T60" fmla="*/ 688 w 1374"/>
                    <a:gd name="T61" fmla="*/ 85 h 724"/>
                    <a:gd name="T62" fmla="*/ 619 w 1374"/>
                    <a:gd name="T63" fmla="*/ 307 h 724"/>
                    <a:gd name="T64" fmla="*/ 620 w 1374"/>
                    <a:gd name="T65" fmla="*/ 312 h 724"/>
                    <a:gd name="T66" fmla="*/ 646 w 1374"/>
                    <a:gd name="T67" fmla="*/ 329 h 724"/>
                    <a:gd name="T68" fmla="*/ 648 w 1374"/>
                    <a:gd name="T69" fmla="*/ 334 h 724"/>
                    <a:gd name="T70" fmla="*/ 565 w 1374"/>
                    <a:gd name="T71" fmla="*/ 506 h 724"/>
                    <a:gd name="T72" fmla="*/ 571 w 1374"/>
                    <a:gd name="T73" fmla="*/ 511 h 724"/>
                    <a:gd name="T74" fmla="*/ 726 w 1374"/>
                    <a:gd name="T75" fmla="*/ 357 h 724"/>
                    <a:gd name="T76" fmla="*/ 730 w 1374"/>
                    <a:gd name="T77" fmla="*/ 356 h 724"/>
                    <a:gd name="T78" fmla="*/ 787 w 1374"/>
                    <a:gd name="T79" fmla="*/ 383 h 724"/>
                    <a:gd name="T80" fmla="*/ 792 w 1374"/>
                    <a:gd name="T81" fmla="*/ 382 h 724"/>
                    <a:gd name="T82" fmla="*/ 863 w 1374"/>
                    <a:gd name="T83" fmla="*/ 302 h 724"/>
                    <a:gd name="T84" fmla="*/ 873 w 1374"/>
                    <a:gd name="T85" fmla="*/ 296 h 724"/>
                    <a:gd name="T86" fmla="*/ 897 w 1374"/>
                    <a:gd name="T87" fmla="*/ 272 h 724"/>
                    <a:gd name="T88" fmla="*/ 897 w 1374"/>
                    <a:gd name="T89" fmla="*/ 274 h 724"/>
                    <a:gd name="T90" fmla="*/ 881 w 1374"/>
                    <a:gd name="T91" fmla="*/ 498 h 724"/>
                    <a:gd name="T92" fmla="*/ 879 w 1374"/>
                    <a:gd name="T93" fmla="*/ 500 h 724"/>
                    <a:gd name="T94" fmla="*/ 804 w 1374"/>
                    <a:gd name="T95" fmla="*/ 561 h 724"/>
                    <a:gd name="T96" fmla="*/ 803 w 1374"/>
                    <a:gd name="T97" fmla="*/ 563 h 724"/>
                    <a:gd name="T98" fmla="*/ 761 w 1374"/>
                    <a:gd name="T99" fmla="*/ 724 h 724"/>
                    <a:gd name="T100" fmla="*/ 1313 w 1374"/>
                    <a:gd name="T101" fmla="*/ 724 h 724"/>
                    <a:gd name="T102" fmla="*/ 1343 w 1374"/>
                    <a:gd name="T103" fmla="*/ 724 h 724"/>
                    <a:gd name="T104" fmla="*/ 1374 w 1374"/>
                    <a:gd name="T105" fmla="*/ 724 h 724"/>
                    <a:gd name="T106" fmla="*/ 1194 w 1374"/>
                    <a:gd name="T107" fmla="*/ 534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74" h="724">
                      <a:moveTo>
                        <a:pt x="1194" y="534"/>
                      </a:moveTo>
                      <a:cubicBezTo>
                        <a:pt x="1108" y="422"/>
                        <a:pt x="1108" y="422"/>
                        <a:pt x="1108" y="422"/>
                      </a:cubicBezTo>
                      <a:cubicBezTo>
                        <a:pt x="1108" y="422"/>
                        <a:pt x="1107" y="421"/>
                        <a:pt x="1106" y="420"/>
                      </a:cubicBezTo>
                      <a:cubicBezTo>
                        <a:pt x="914" y="224"/>
                        <a:pt x="914" y="224"/>
                        <a:pt x="914" y="224"/>
                      </a:cubicBezTo>
                      <a:cubicBezTo>
                        <a:pt x="910" y="219"/>
                        <a:pt x="904" y="217"/>
                        <a:pt x="898" y="217"/>
                      </a:cubicBezTo>
                      <a:cubicBezTo>
                        <a:pt x="898" y="217"/>
                        <a:pt x="898" y="217"/>
                        <a:pt x="898" y="217"/>
                      </a:cubicBezTo>
                      <a:cubicBezTo>
                        <a:pt x="892" y="217"/>
                        <a:pt x="887" y="219"/>
                        <a:pt x="882" y="224"/>
                      </a:cubicBezTo>
                      <a:cubicBezTo>
                        <a:pt x="862" y="244"/>
                        <a:pt x="862" y="244"/>
                        <a:pt x="862" y="244"/>
                      </a:cubicBezTo>
                      <a:cubicBezTo>
                        <a:pt x="727" y="11"/>
                        <a:pt x="727" y="11"/>
                        <a:pt x="727" y="11"/>
                      </a:cubicBezTo>
                      <a:cubicBezTo>
                        <a:pt x="723" y="5"/>
                        <a:pt x="716" y="1"/>
                        <a:pt x="709" y="0"/>
                      </a:cubicBezTo>
                      <a:cubicBezTo>
                        <a:pt x="702" y="0"/>
                        <a:pt x="695" y="3"/>
                        <a:pt x="690" y="9"/>
                      </a:cubicBezTo>
                      <a:cubicBezTo>
                        <a:pt x="518" y="237"/>
                        <a:pt x="518" y="237"/>
                        <a:pt x="518" y="237"/>
                      </a:cubicBezTo>
                      <a:cubicBezTo>
                        <a:pt x="477" y="224"/>
                        <a:pt x="477" y="224"/>
                        <a:pt x="477" y="224"/>
                      </a:cubicBezTo>
                      <a:cubicBezTo>
                        <a:pt x="469" y="221"/>
                        <a:pt x="459" y="223"/>
                        <a:pt x="453" y="230"/>
                      </a:cubicBezTo>
                      <a:cubicBezTo>
                        <a:pt x="336" y="374"/>
                        <a:pt x="336" y="374"/>
                        <a:pt x="336" y="374"/>
                      </a:cubicBezTo>
                      <a:cubicBezTo>
                        <a:pt x="322" y="356"/>
                        <a:pt x="322" y="356"/>
                        <a:pt x="322" y="356"/>
                      </a:cubicBezTo>
                      <a:cubicBezTo>
                        <a:pt x="318" y="351"/>
                        <a:pt x="311" y="348"/>
                        <a:pt x="304" y="348"/>
                      </a:cubicBezTo>
                      <a:cubicBezTo>
                        <a:pt x="297" y="349"/>
                        <a:pt x="291" y="352"/>
                        <a:pt x="287" y="358"/>
                      </a:cubicBezTo>
                      <a:cubicBezTo>
                        <a:pt x="145" y="571"/>
                        <a:pt x="145" y="571"/>
                        <a:pt x="145" y="571"/>
                      </a:cubicBezTo>
                      <a:cubicBezTo>
                        <a:pt x="0" y="724"/>
                        <a:pt x="0" y="724"/>
                        <a:pt x="0" y="724"/>
                      </a:cubicBezTo>
                      <a:cubicBezTo>
                        <a:pt x="61" y="724"/>
                        <a:pt x="61" y="724"/>
                        <a:pt x="61" y="724"/>
                      </a:cubicBezTo>
                      <a:cubicBezTo>
                        <a:pt x="178" y="600"/>
                        <a:pt x="178" y="600"/>
                        <a:pt x="178" y="600"/>
                      </a:cubicBezTo>
                      <a:cubicBezTo>
                        <a:pt x="179" y="599"/>
                        <a:pt x="180" y="598"/>
                        <a:pt x="180" y="597"/>
                      </a:cubicBezTo>
                      <a:cubicBezTo>
                        <a:pt x="307" y="407"/>
                        <a:pt x="307" y="407"/>
                        <a:pt x="307" y="407"/>
                      </a:cubicBezTo>
                      <a:cubicBezTo>
                        <a:pt x="319" y="422"/>
                        <a:pt x="319" y="422"/>
                        <a:pt x="319" y="422"/>
                      </a:cubicBezTo>
                      <a:cubicBezTo>
                        <a:pt x="323" y="427"/>
                        <a:pt x="329" y="430"/>
                        <a:pt x="336" y="431"/>
                      </a:cubicBezTo>
                      <a:cubicBezTo>
                        <a:pt x="342" y="431"/>
                        <a:pt x="349" y="428"/>
                        <a:pt x="353" y="422"/>
                      </a:cubicBezTo>
                      <a:cubicBezTo>
                        <a:pt x="478" y="270"/>
                        <a:pt x="478" y="270"/>
                        <a:pt x="478" y="270"/>
                      </a:cubicBezTo>
                      <a:cubicBezTo>
                        <a:pt x="519" y="284"/>
                        <a:pt x="519" y="284"/>
                        <a:pt x="519" y="284"/>
                      </a:cubicBezTo>
                      <a:cubicBezTo>
                        <a:pt x="528" y="287"/>
                        <a:pt x="538" y="284"/>
                        <a:pt x="544" y="276"/>
                      </a:cubicBezTo>
                      <a:cubicBezTo>
                        <a:pt x="688" y="85"/>
                        <a:pt x="688" y="85"/>
                        <a:pt x="688" y="85"/>
                      </a:cubicBezTo>
                      <a:cubicBezTo>
                        <a:pt x="619" y="307"/>
                        <a:pt x="619" y="307"/>
                        <a:pt x="619" y="307"/>
                      </a:cubicBezTo>
                      <a:cubicBezTo>
                        <a:pt x="618" y="309"/>
                        <a:pt x="619" y="311"/>
                        <a:pt x="620" y="312"/>
                      </a:cubicBezTo>
                      <a:cubicBezTo>
                        <a:pt x="646" y="329"/>
                        <a:pt x="646" y="329"/>
                        <a:pt x="646" y="329"/>
                      </a:cubicBezTo>
                      <a:cubicBezTo>
                        <a:pt x="648" y="331"/>
                        <a:pt x="649" y="333"/>
                        <a:pt x="648" y="334"/>
                      </a:cubicBezTo>
                      <a:cubicBezTo>
                        <a:pt x="565" y="506"/>
                        <a:pt x="565" y="506"/>
                        <a:pt x="565" y="506"/>
                      </a:cubicBezTo>
                      <a:cubicBezTo>
                        <a:pt x="563" y="510"/>
                        <a:pt x="568" y="514"/>
                        <a:pt x="571" y="511"/>
                      </a:cubicBezTo>
                      <a:cubicBezTo>
                        <a:pt x="726" y="357"/>
                        <a:pt x="726" y="357"/>
                        <a:pt x="726" y="357"/>
                      </a:cubicBezTo>
                      <a:cubicBezTo>
                        <a:pt x="727" y="356"/>
                        <a:pt x="728" y="355"/>
                        <a:pt x="730" y="356"/>
                      </a:cubicBezTo>
                      <a:cubicBezTo>
                        <a:pt x="787" y="383"/>
                        <a:pt x="787" y="383"/>
                        <a:pt x="787" y="383"/>
                      </a:cubicBezTo>
                      <a:cubicBezTo>
                        <a:pt x="789" y="384"/>
                        <a:pt x="791" y="384"/>
                        <a:pt x="792" y="382"/>
                      </a:cubicBezTo>
                      <a:cubicBezTo>
                        <a:pt x="863" y="302"/>
                        <a:pt x="863" y="302"/>
                        <a:pt x="863" y="302"/>
                      </a:cubicBezTo>
                      <a:cubicBezTo>
                        <a:pt x="867" y="301"/>
                        <a:pt x="871" y="299"/>
                        <a:pt x="873" y="296"/>
                      </a:cubicBezTo>
                      <a:cubicBezTo>
                        <a:pt x="897" y="272"/>
                        <a:pt x="897" y="272"/>
                        <a:pt x="897" y="272"/>
                      </a:cubicBezTo>
                      <a:cubicBezTo>
                        <a:pt x="897" y="272"/>
                        <a:pt x="897" y="273"/>
                        <a:pt x="897" y="274"/>
                      </a:cubicBezTo>
                      <a:cubicBezTo>
                        <a:pt x="881" y="498"/>
                        <a:pt x="881" y="498"/>
                        <a:pt x="881" y="498"/>
                      </a:cubicBezTo>
                      <a:cubicBezTo>
                        <a:pt x="881" y="499"/>
                        <a:pt x="880" y="500"/>
                        <a:pt x="879" y="500"/>
                      </a:cubicBezTo>
                      <a:cubicBezTo>
                        <a:pt x="804" y="561"/>
                        <a:pt x="804" y="561"/>
                        <a:pt x="804" y="561"/>
                      </a:cubicBezTo>
                      <a:cubicBezTo>
                        <a:pt x="803" y="561"/>
                        <a:pt x="803" y="562"/>
                        <a:pt x="803" y="563"/>
                      </a:cubicBezTo>
                      <a:cubicBezTo>
                        <a:pt x="761" y="724"/>
                        <a:pt x="761" y="724"/>
                        <a:pt x="761" y="724"/>
                      </a:cubicBezTo>
                      <a:cubicBezTo>
                        <a:pt x="1313" y="724"/>
                        <a:pt x="1313" y="724"/>
                        <a:pt x="1313" y="724"/>
                      </a:cubicBezTo>
                      <a:cubicBezTo>
                        <a:pt x="1343" y="724"/>
                        <a:pt x="1343" y="724"/>
                        <a:pt x="1343" y="724"/>
                      </a:cubicBezTo>
                      <a:cubicBezTo>
                        <a:pt x="1374" y="724"/>
                        <a:pt x="1374" y="724"/>
                        <a:pt x="1374" y="724"/>
                      </a:cubicBezTo>
                      <a:lnTo>
                        <a:pt x="1194" y="534"/>
                      </a:lnTo>
                      <a:close/>
                    </a:path>
                  </a:pathLst>
                </a:custGeom>
                <a:solidFill>
                  <a:srgbClr val="00999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11">
                  <a:extLst>
                    <a:ext uri="{FF2B5EF4-FFF2-40B4-BE49-F238E27FC236}">
                      <a16:creationId xmlns:a16="http://schemas.microsoft.com/office/drawing/2014/main" id="{160734BD-8A65-8691-2F76-E7C0B106F584}"/>
                    </a:ext>
                  </a:extLst>
                </p:cNvPr>
                <p:cNvSpPr>
                  <a:spLocks/>
                </p:cNvSpPr>
                <p:nvPr/>
              </p:nvSpPr>
              <p:spPr bwMode="auto">
                <a:xfrm>
                  <a:off x="5526881" y="3323431"/>
                  <a:ext cx="1139825" cy="758825"/>
                </a:xfrm>
                <a:custGeom>
                  <a:avLst/>
                  <a:gdLst>
                    <a:gd name="connsiteX0" fmla="*/ 88900 w 1139825"/>
                    <a:gd name="connsiteY0" fmla="*/ 33337 h 758825"/>
                    <a:gd name="connsiteX1" fmla="*/ 99607 w 1139825"/>
                    <a:gd name="connsiteY1" fmla="*/ 49044 h 758825"/>
                    <a:gd name="connsiteX2" fmla="*/ 110314 w 1139825"/>
                    <a:gd name="connsiteY2" fmla="*/ 64751 h 758825"/>
                    <a:gd name="connsiteX3" fmla="*/ 208103 w 1139825"/>
                    <a:gd name="connsiteY3" fmla="*/ 203972 h 758825"/>
                    <a:gd name="connsiteX4" fmla="*/ 209530 w 1139825"/>
                    <a:gd name="connsiteY4" fmla="*/ 206114 h 758825"/>
                    <a:gd name="connsiteX5" fmla="*/ 298040 w 1139825"/>
                    <a:gd name="connsiteY5" fmla="*/ 382461 h 758825"/>
                    <a:gd name="connsiteX6" fmla="*/ 304464 w 1139825"/>
                    <a:gd name="connsiteY6" fmla="*/ 368896 h 758825"/>
                    <a:gd name="connsiteX7" fmla="*/ 318026 w 1139825"/>
                    <a:gd name="connsiteY7" fmla="*/ 361042 h 758825"/>
                    <a:gd name="connsiteX8" fmla="*/ 332302 w 1139825"/>
                    <a:gd name="connsiteY8" fmla="*/ 368182 h 758825"/>
                    <a:gd name="connsiteX9" fmla="*/ 419384 w 1139825"/>
                    <a:gd name="connsiteY9" fmla="*/ 513829 h 758825"/>
                    <a:gd name="connsiteX10" fmla="*/ 450077 w 1139825"/>
                    <a:gd name="connsiteY10" fmla="*/ 502405 h 758825"/>
                    <a:gd name="connsiteX11" fmla="*/ 469349 w 1139825"/>
                    <a:gd name="connsiteY11" fmla="*/ 509545 h 758825"/>
                    <a:gd name="connsiteX12" fmla="*/ 581414 w 1139825"/>
                    <a:gd name="connsiteY12" fmla="*/ 708024 h 758825"/>
                    <a:gd name="connsiteX13" fmla="*/ 676347 w 1139825"/>
                    <a:gd name="connsiteY13" fmla="*/ 491696 h 758825"/>
                    <a:gd name="connsiteX14" fmla="*/ 689195 w 1139825"/>
                    <a:gd name="connsiteY14" fmla="*/ 482415 h 758825"/>
                    <a:gd name="connsiteX15" fmla="*/ 704185 w 1139825"/>
                    <a:gd name="connsiteY15" fmla="*/ 489554 h 758825"/>
                    <a:gd name="connsiteX16" fmla="*/ 719888 w 1139825"/>
                    <a:gd name="connsiteY16" fmla="*/ 512401 h 758825"/>
                    <a:gd name="connsiteX17" fmla="*/ 841232 w 1139825"/>
                    <a:gd name="connsiteY17" fmla="*/ 350333 h 758825"/>
                    <a:gd name="connsiteX18" fmla="*/ 905473 w 1139825"/>
                    <a:gd name="connsiteY18" fmla="*/ 240384 h 758825"/>
                    <a:gd name="connsiteX19" fmla="*/ 906187 w 1139825"/>
                    <a:gd name="connsiteY19" fmla="*/ 238956 h 758825"/>
                    <a:gd name="connsiteX20" fmla="*/ 1030386 w 1139825"/>
                    <a:gd name="connsiteY20" fmla="*/ 64751 h 758825"/>
                    <a:gd name="connsiteX21" fmla="*/ 1041806 w 1139825"/>
                    <a:gd name="connsiteY21" fmla="*/ 49044 h 758825"/>
                    <a:gd name="connsiteX22" fmla="*/ 1052513 w 1139825"/>
                    <a:gd name="connsiteY22" fmla="*/ 33337 h 758825"/>
                    <a:gd name="connsiteX23" fmla="*/ 88900 w 1139825"/>
                    <a:gd name="connsiteY23" fmla="*/ 33337 h 758825"/>
                    <a:gd name="connsiteX24" fmla="*/ 16426 w 1139825"/>
                    <a:gd name="connsiteY24" fmla="*/ 0 h 758825"/>
                    <a:gd name="connsiteX25" fmla="*/ 49993 w 1139825"/>
                    <a:gd name="connsiteY25" fmla="*/ 0 h 758825"/>
                    <a:gd name="connsiteX26" fmla="*/ 92843 w 1139825"/>
                    <a:gd name="connsiteY26" fmla="*/ 0 h 758825"/>
                    <a:gd name="connsiteX27" fmla="*/ 614906 w 1139825"/>
                    <a:gd name="connsiteY27" fmla="*/ 0 h 758825"/>
                    <a:gd name="connsiteX28" fmla="*/ 1046982 w 1139825"/>
                    <a:gd name="connsiteY28" fmla="*/ 0 h 758825"/>
                    <a:gd name="connsiteX29" fmla="*/ 1068408 w 1139825"/>
                    <a:gd name="connsiteY29" fmla="*/ 0 h 758825"/>
                    <a:gd name="connsiteX30" fmla="*/ 1089833 w 1139825"/>
                    <a:gd name="connsiteY30" fmla="*/ 0 h 758825"/>
                    <a:gd name="connsiteX31" fmla="*/ 1123399 w 1139825"/>
                    <a:gd name="connsiteY31" fmla="*/ 0 h 758825"/>
                    <a:gd name="connsiteX32" fmla="*/ 1139825 w 1139825"/>
                    <a:gd name="connsiteY32" fmla="*/ 16434 h 758825"/>
                    <a:gd name="connsiteX33" fmla="*/ 1123399 w 1139825"/>
                    <a:gd name="connsiteY33" fmla="*/ 32868 h 758825"/>
                    <a:gd name="connsiteX34" fmla="*/ 1091261 w 1139825"/>
                    <a:gd name="connsiteY34" fmla="*/ 32868 h 758825"/>
                    <a:gd name="connsiteX35" fmla="*/ 1080549 w 1139825"/>
                    <a:gd name="connsiteY35" fmla="*/ 48588 h 758825"/>
                    <a:gd name="connsiteX36" fmla="*/ 1069122 w 1139825"/>
                    <a:gd name="connsiteY36" fmla="*/ 64307 h 758825"/>
                    <a:gd name="connsiteX37" fmla="*/ 932000 w 1139825"/>
                    <a:gd name="connsiteY37" fmla="*/ 256514 h 758825"/>
                    <a:gd name="connsiteX38" fmla="*/ 867724 w 1139825"/>
                    <a:gd name="connsiteY38" fmla="*/ 367266 h 758825"/>
                    <a:gd name="connsiteX39" fmla="*/ 867010 w 1139825"/>
                    <a:gd name="connsiteY39" fmla="*/ 368695 h 758825"/>
                    <a:gd name="connsiteX40" fmla="*/ 732031 w 1139825"/>
                    <a:gd name="connsiteY40" fmla="*/ 548040 h 758825"/>
                    <a:gd name="connsiteX41" fmla="*/ 719176 w 1139825"/>
                    <a:gd name="connsiteY41" fmla="*/ 554471 h 758825"/>
                    <a:gd name="connsiteX42" fmla="*/ 706320 w 1139825"/>
                    <a:gd name="connsiteY42" fmla="*/ 548040 h 758825"/>
                    <a:gd name="connsiteX43" fmla="*/ 694179 w 1139825"/>
                    <a:gd name="connsiteY43" fmla="*/ 530177 h 758825"/>
                    <a:gd name="connsiteX44" fmla="*/ 597766 w 1139825"/>
                    <a:gd name="connsiteY44" fmla="*/ 749536 h 758825"/>
                    <a:gd name="connsiteX45" fmla="*/ 584196 w 1139825"/>
                    <a:gd name="connsiteY45" fmla="*/ 758825 h 758825"/>
                    <a:gd name="connsiteX46" fmla="*/ 583482 w 1139825"/>
                    <a:gd name="connsiteY46" fmla="*/ 758825 h 758825"/>
                    <a:gd name="connsiteX47" fmla="*/ 569199 w 1139825"/>
                    <a:gd name="connsiteY47" fmla="*/ 750251 h 758825"/>
                    <a:gd name="connsiteX48" fmla="*/ 448503 w 1139825"/>
                    <a:gd name="connsiteY48" fmla="*/ 536608 h 758825"/>
                    <a:gd name="connsiteX49" fmla="*/ 418507 w 1139825"/>
                    <a:gd name="connsiteY49" fmla="*/ 548040 h 758825"/>
                    <a:gd name="connsiteX50" fmla="*/ 399225 w 1139825"/>
                    <a:gd name="connsiteY50" fmla="*/ 541610 h 758825"/>
                    <a:gd name="connsiteX51" fmla="*/ 319237 w 1139825"/>
                    <a:gd name="connsiteY51" fmla="*/ 408708 h 758825"/>
                    <a:gd name="connsiteX52" fmla="*/ 311381 w 1139825"/>
                    <a:gd name="connsiteY52" fmla="*/ 424428 h 758825"/>
                    <a:gd name="connsiteX53" fmla="*/ 297097 w 1139825"/>
                    <a:gd name="connsiteY53" fmla="*/ 432287 h 758825"/>
                    <a:gd name="connsiteX54" fmla="*/ 283528 w 1139825"/>
                    <a:gd name="connsiteY54" fmla="*/ 423713 h 758825"/>
                    <a:gd name="connsiteX55" fmla="*/ 181401 w 1139825"/>
                    <a:gd name="connsiteY55" fmla="*/ 220788 h 758825"/>
                    <a:gd name="connsiteX56" fmla="*/ 72132 w 1139825"/>
                    <a:gd name="connsiteY56" fmla="*/ 64307 h 758825"/>
                    <a:gd name="connsiteX57" fmla="*/ 62134 w 1139825"/>
                    <a:gd name="connsiteY57" fmla="*/ 50017 h 758825"/>
                    <a:gd name="connsiteX58" fmla="*/ 60705 w 1139825"/>
                    <a:gd name="connsiteY58" fmla="*/ 48588 h 758825"/>
                    <a:gd name="connsiteX59" fmla="*/ 48564 w 1139825"/>
                    <a:gd name="connsiteY59" fmla="*/ 32868 h 758825"/>
                    <a:gd name="connsiteX60" fmla="*/ 16426 w 1139825"/>
                    <a:gd name="connsiteY60" fmla="*/ 32868 h 758825"/>
                    <a:gd name="connsiteX61" fmla="*/ 0 w 1139825"/>
                    <a:gd name="connsiteY61" fmla="*/ 16434 h 758825"/>
                    <a:gd name="connsiteX62" fmla="*/ 16426 w 1139825"/>
                    <a:gd name="connsiteY62" fmla="*/ 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9825" h="758825">
                      <a:moveTo>
                        <a:pt x="88900" y="33337"/>
                      </a:moveTo>
                      <a:cubicBezTo>
                        <a:pt x="88900" y="33337"/>
                        <a:pt x="88900" y="33337"/>
                        <a:pt x="99607" y="49044"/>
                      </a:cubicBezTo>
                      <a:cubicBezTo>
                        <a:pt x="99607" y="49044"/>
                        <a:pt x="99607" y="49044"/>
                        <a:pt x="110314" y="64751"/>
                      </a:cubicBezTo>
                      <a:cubicBezTo>
                        <a:pt x="110314" y="64751"/>
                        <a:pt x="110314" y="64751"/>
                        <a:pt x="208103" y="203972"/>
                      </a:cubicBezTo>
                      <a:cubicBezTo>
                        <a:pt x="208817" y="204686"/>
                        <a:pt x="208817" y="205400"/>
                        <a:pt x="209530" y="206114"/>
                      </a:cubicBezTo>
                      <a:cubicBezTo>
                        <a:pt x="209530" y="206114"/>
                        <a:pt x="209530" y="206114"/>
                        <a:pt x="298040" y="382461"/>
                      </a:cubicBezTo>
                      <a:cubicBezTo>
                        <a:pt x="298040" y="382461"/>
                        <a:pt x="298040" y="382461"/>
                        <a:pt x="304464" y="368896"/>
                      </a:cubicBezTo>
                      <a:cubicBezTo>
                        <a:pt x="307319" y="363898"/>
                        <a:pt x="312316" y="361042"/>
                        <a:pt x="318026" y="361042"/>
                      </a:cubicBezTo>
                      <a:cubicBezTo>
                        <a:pt x="323736" y="360328"/>
                        <a:pt x="328733" y="363184"/>
                        <a:pt x="332302" y="368182"/>
                      </a:cubicBezTo>
                      <a:cubicBezTo>
                        <a:pt x="332302" y="368182"/>
                        <a:pt x="332302" y="368182"/>
                        <a:pt x="419384" y="513829"/>
                      </a:cubicBezTo>
                      <a:cubicBezTo>
                        <a:pt x="419384" y="513829"/>
                        <a:pt x="419384" y="513829"/>
                        <a:pt x="450077" y="502405"/>
                      </a:cubicBezTo>
                      <a:cubicBezTo>
                        <a:pt x="457928" y="499549"/>
                        <a:pt x="465780" y="502405"/>
                        <a:pt x="469349" y="509545"/>
                      </a:cubicBezTo>
                      <a:cubicBezTo>
                        <a:pt x="469349" y="509545"/>
                        <a:pt x="469349" y="509545"/>
                        <a:pt x="581414" y="708024"/>
                      </a:cubicBezTo>
                      <a:cubicBezTo>
                        <a:pt x="581414" y="708024"/>
                        <a:pt x="581414" y="708024"/>
                        <a:pt x="676347" y="491696"/>
                      </a:cubicBezTo>
                      <a:cubicBezTo>
                        <a:pt x="679202" y="486698"/>
                        <a:pt x="684199" y="483128"/>
                        <a:pt x="689195" y="482415"/>
                      </a:cubicBezTo>
                      <a:cubicBezTo>
                        <a:pt x="694906" y="482415"/>
                        <a:pt x="700616" y="484556"/>
                        <a:pt x="704185" y="489554"/>
                      </a:cubicBezTo>
                      <a:cubicBezTo>
                        <a:pt x="704185" y="489554"/>
                        <a:pt x="704185" y="489554"/>
                        <a:pt x="719888" y="512401"/>
                      </a:cubicBezTo>
                      <a:cubicBezTo>
                        <a:pt x="719888" y="512401"/>
                        <a:pt x="719888" y="512401"/>
                        <a:pt x="841232" y="350333"/>
                      </a:cubicBezTo>
                      <a:cubicBezTo>
                        <a:pt x="841232" y="350333"/>
                        <a:pt x="841232" y="350333"/>
                        <a:pt x="905473" y="240384"/>
                      </a:cubicBezTo>
                      <a:cubicBezTo>
                        <a:pt x="905473" y="240384"/>
                        <a:pt x="906187" y="239670"/>
                        <a:pt x="906187" y="238956"/>
                      </a:cubicBezTo>
                      <a:cubicBezTo>
                        <a:pt x="906187" y="238956"/>
                        <a:pt x="906187" y="238956"/>
                        <a:pt x="1030386" y="64751"/>
                      </a:cubicBezTo>
                      <a:cubicBezTo>
                        <a:pt x="1030386" y="64751"/>
                        <a:pt x="1030386" y="64751"/>
                        <a:pt x="1041806" y="49044"/>
                      </a:cubicBezTo>
                      <a:lnTo>
                        <a:pt x="1052513" y="33337"/>
                      </a:lnTo>
                      <a:cubicBezTo>
                        <a:pt x="763429" y="33337"/>
                        <a:pt x="272344" y="33337"/>
                        <a:pt x="88900" y="33337"/>
                      </a:cubicBezTo>
                      <a:close/>
                      <a:moveTo>
                        <a:pt x="16426" y="0"/>
                      </a:moveTo>
                      <a:cubicBezTo>
                        <a:pt x="27139" y="0"/>
                        <a:pt x="37852" y="0"/>
                        <a:pt x="49993" y="0"/>
                      </a:cubicBezTo>
                      <a:cubicBezTo>
                        <a:pt x="63562" y="0"/>
                        <a:pt x="77845" y="0"/>
                        <a:pt x="92843" y="0"/>
                      </a:cubicBezTo>
                      <a:cubicBezTo>
                        <a:pt x="238535" y="0"/>
                        <a:pt x="433505" y="0"/>
                        <a:pt x="614906" y="0"/>
                      </a:cubicBezTo>
                      <a:cubicBezTo>
                        <a:pt x="791307" y="0"/>
                        <a:pt x="954854" y="0"/>
                        <a:pt x="1046982" y="0"/>
                      </a:cubicBezTo>
                      <a:cubicBezTo>
                        <a:pt x="1054838" y="0"/>
                        <a:pt x="1061980" y="0"/>
                        <a:pt x="1068408" y="0"/>
                      </a:cubicBezTo>
                      <a:cubicBezTo>
                        <a:pt x="1076264" y="0"/>
                        <a:pt x="1083405" y="0"/>
                        <a:pt x="1089833" y="0"/>
                      </a:cubicBezTo>
                      <a:cubicBezTo>
                        <a:pt x="1111258" y="0"/>
                        <a:pt x="1123399" y="0"/>
                        <a:pt x="1123399" y="0"/>
                      </a:cubicBezTo>
                      <a:cubicBezTo>
                        <a:pt x="1131969" y="0"/>
                        <a:pt x="1139825" y="7145"/>
                        <a:pt x="1139825" y="16434"/>
                      </a:cubicBezTo>
                      <a:cubicBezTo>
                        <a:pt x="1139825" y="25723"/>
                        <a:pt x="1131969" y="32868"/>
                        <a:pt x="1123399" y="32868"/>
                      </a:cubicBezTo>
                      <a:cubicBezTo>
                        <a:pt x="1113401" y="32868"/>
                        <a:pt x="1102688" y="32868"/>
                        <a:pt x="1091261" y="32868"/>
                      </a:cubicBezTo>
                      <a:cubicBezTo>
                        <a:pt x="1091261" y="32868"/>
                        <a:pt x="1091261" y="32868"/>
                        <a:pt x="1080549" y="48588"/>
                      </a:cubicBezTo>
                      <a:cubicBezTo>
                        <a:pt x="1080549" y="48588"/>
                        <a:pt x="1080549" y="48588"/>
                        <a:pt x="1069122" y="64307"/>
                      </a:cubicBezTo>
                      <a:cubicBezTo>
                        <a:pt x="1069122" y="64307"/>
                        <a:pt x="1069122" y="64307"/>
                        <a:pt x="932000" y="256514"/>
                      </a:cubicBezTo>
                      <a:cubicBezTo>
                        <a:pt x="932000" y="256514"/>
                        <a:pt x="932000" y="256514"/>
                        <a:pt x="867724" y="367266"/>
                      </a:cubicBezTo>
                      <a:cubicBezTo>
                        <a:pt x="867724" y="367266"/>
                        <a:pt x="867010" y="367980"/>
                        <a:pt x="867010" y="368695"/>
                      </a:cubicBezTo>
                      <a:cubicBezTo>
                        <a:pt x="867010" y="368695"/>
                        <a:pt x="867010" y="368695"/>
                        <a:pt x="732031" y="548040"/>
                      </a:cubicBezTo>
                      <a:cubicBezTo>
                        <a:pt x="728460" y="552328"/>
                        <a:pt x="724175" y="554471"/>
                        <a:pt x="719176" y="554471"/>
                      </a:cubicBezTo>
                      <a:cubicBezTo>
                        <a:pt x="713462" y="554471"/>
                        <a:pt x="709177" y="551613"/>
                        <a:pt x="706320" y="548040"/>
                      </a:cubicBezTo>
                      <a:cubicBezTo>
                        <a:pt x="706320" y="548040"/>
                        <a:pt x="706320" y="548040"/>
                        <a:pt x="694179" y="530177"/>
                      </a:cubicBezTo>
                      <a:cubicBezTo>
                        <a:pt x="694179" y="530177"/>
                        <a:pt x="694179" y="530177"/>
                        <a:pt x="597766" y="749536"/>
                      </a:cubicBezTo>
                      <a:cubicBezTo>
                        <a:pt x="594909" y="754538"/>
                        <a:pt x="589910" y="758111"/>
                        <a:pt x="584196" y="758825"/>
                      </a:cubicBezTo>
                      <a:cubicBezTo>
                        <a:pt x="583482" y="758825"/>
                        <a:pt x="583482" y="758825"/>
                        <a:pt x="583482" y="758825"/>
                      </a:cubicBezTo>
                      <a:cubicBezTo>
                        <a:pt x="577769" y="758825"/>
                        <a:pt x="572055" y="755253"/>
                        <a:pt x="569199" y="750251"/>
                      </a:cubicBezTo>
                      <a:cubicBezTo>
                        <a:pt x="569199" y="750251"/>
                        <a:pt x="569199" y="750251"/>
                        <a:pt x="448503" y="536608"/>
                      </a:cubicBezTo>
                      <a:cubicBezTo>
                        <a:pt x="448503" y="536608"/>
                        <a:pt x="448503" y="536608"/>
                        <a:pt x="418507" y="548040"/>
                      </a:cubicBezTo>
                      <a:cubicBezTo>
                        <a:pt x="411366" y="550899"/>
                        <a:pt x="403510" y="548040"/>
                        <a:pt x="399225" y="541610"/>
                      </a:cubicBezTo>
                      <a:cubicBezTo>
                        <a:pt x="399225" y="541610"/>
                        <a:pt x="399225" y="541610"/>
                        <a:pt x="319237" y="408708"/>
                      </a:cubicBezTo>
                      <a:cubicBezTo>
                        <a:pt x="319237" y="408708"/>
                        <a:pt x="319237" y="408708"/>
                        <a:pt x="311381" y="424428"/>
                      </a:cubicBezTo>
                      <a:cubicBezTo>
                        <a:pt x="308524" y="429429"/>
                        <a:pt x="302811" y="432287"/>
                        <a:pt x="297097" y="432287"/>
                      </a:cubicBezTo>
                      <a:cubicBezTo>
                        <a:pt x="291384" y="432287"/>
                        <a:pt x="285671" y="429429"/>
                        <a:pt x="283528" y="423713"/>
                      </a:cubicBezTo>
                      <a:cubicBezTo>
                        <a:pt x="283528" y="423713"/>
                        <a:pt x="283528" y="423713"/>
                        <a:pt x="181401" y="220788"/>
                      </a:cubicBezTo>
                      <a:cubicBezTo>
                        <a:pt x="181401" y="220788"/>
                        <a:pt x="181401" y="220788"/>
                        <a:pt x="72132" y="64307"/>
                      </a:cubicBezTo>
                      <a:cubicBezTo>
                        <a:pt x="72132" y="64307"/>
                        <a:pt x="72132" y="64307"/>
                        <a:pt x="62134" y="50017"/>
                      </a:cubicBezTo>
                      <a:cubicBezTo>
                        <a:pt x="62134" y="50017"/>
                        <a:pt x="62134" y="50017"/>
                        <a:pt x="60705" y="48588"/>
                      </a:cubicBezTo>
                      <a:cubicBezTo>
                        <a:pt x="60705" y="48588"/>
                        <a:pt x="60705" y="48588"/>
                        <a:pt x="48564" y="32868"/>
                      </a:cubicBezTo>
                      <a:cubicBezTo>
                        <a:pt x="27853" y="32868"/>
                        <a:pt x="16426" y="32868"/>
                        <a:pt x="16426" y="32868"/>
                      </a:cubicBezTo>
                      <a:cubicBezTo>
                        <a:pt x="7856" y="32868"/>
                        <a:pt x="0" y="25723"/>
                        <a:pt x="0" y="16434"/>
                      </a:cubicBezTo>
                      <a:cubicBezTo>
                        <a:pt x="0" y="7145"/>
                        <a:pt x="7856" y="0"/>
                        <a:pt x="16426" y="0"/>
                      </a:cubicBezTo>
                      <a:close/>
                    </a:path>
                  </a:pathLst>
                </a:custGeom>
                <a:solidFill>
                  <a:srgbClr val="00607B"/>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grpSp>
      <p:sp>
        <p:nvSpPr>
          <p:cNvPr id="27" name="Foliennummernplatzhalter 26">
            <a:extLst>
              <a:ext uri="{FF2B5EF4-FFF2-40B4-BE49-F238E27FC236}">
                <a16:creationId xmlns:a16="http://schemas.microsoft.com/office/drawing/2014/main" id="{3858EACC-069C-F499-74AD-A57AE5F66A7A}"/>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
        <p:nvSpPr>
          <p:cNvPr id="3" name="Footer Placeholder 2">
            <a:extLst>
              <a:ext uri="{FF2B5EF4-FFF2-40B4-BE49-F238E27FC236}">
                <a16:creationId xmlns:a16="http://schemas.microsoft.com/office/drawing/2014/main" id="{0A8D3E21-C64A-DF7B-4B93-5B48B1360BC3}"/>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outerShdw blurRad="50800" dist="50800" dir="5400000" algn="ctr" rotWithShape="0">
                    <a:schemeClr val="tx2"/>
                  </a:outerShdw>
                </a:effectLst>
                <a:uLnTx/>
                <a:uFillTx/>
                <a:latin typeface="Arial"/>
                <a:ea typeface="+mn-ea"/>
                <a:cs typeface="+mn-cs"/>
              </a:rPr>
              <a:t>Restricted | © Siemens 2025 | SHERPA X | Governance Foundation | P2P SRE Direct X</a:t>
            </a:r>
          </a:p>
        </p:txBody>
      </p:sp>
      <p:sp>
        <p:nvSpPr>
          <p:cNvPr id="4" name="TextBox 3">
            <a:extLst>
              <a:ext uri="{FF2B5EF4-FFF2-40B4-BE49-F238E27FC236}">
                <a16:creationId xmlns:a16="http://schemas.microsoft.com/office/drawing/2014/main" id="{E3FF6076-4627-7B2D-B7C9-1A1962649E38}"/>
              </a:ext>
            </a:extLst>
          </p:cNvPr>
          <p:cNvSpPr txBox="1"/>
          <p:nvPr/>
        </p:nvSpPr>
        <p:spPr>
          <a:xfrm rot="603247">
            <a:off x="7223474" y="1050733"/>
            <a:ext cx="5638403" cy="276999"/>
          </a:xfrm>
          <a:prstGeom prst="rect">
            <a:avLst/>
          </a:prstGeom>
          <a:solidFill>
            <a:srgbClr val="FF9000"/>
          </a:solidFill>
        </p:spPr>
        <p:txBody>
          <a:bodyPr wrap="none" lIns="0" tIns="0" rIns="0" bIns="0" rtlCol="0">
            <a:spAutoFit/>
          </a:bodyPr>
          <a:lstStyle/>
          <a:p>
            <a:pPr algn="l"/>
            <a:r>
              <a:rPr lang="en-US"/>
              <a:t>To be UPDATED and merged with previous slide by Ajit</a:t>
            </a:r>
            <a:endParaRPr lang="en-DE"/>
          </a:p>
        </p:txBody>
      </p:sp>
      <p:pic>
        <p:nvPicPr>
          <p:cNvPr id="18" name="Picture 17">
            <a:extLst>
              <a:ext uri="{FF2B5EF4-FFF2-40B4-BE49-F238E27FC236}">
                <a16:creationId xmlns:a16="http://schemas.microsoft.com/office/drawing/2014/main" id="{14B4EABA-5B70-4187-A2D2-49E164FDE57D}"/>
              </a:ext>
            </a:extLst>
          </p:cNvPr>
          <p:cNvPicPr>
            <a:picLocks noChangeAspect="1"/>
          </p:cNvPicPr>
          <p:nvPr/>
        </p:nvPicPr>
        <p:blipFill>
          <a:blip r:embed="rId6"/>
          <a:stretch>
            <a:fillRect/>
          </a:stretch>
        </p:blipFill>
        <p:spPr>
          <a:xfrm>
            <a:off x="4405744" y="2022362"/>
            <a:ext cx="7287548" cy="2805768"/>
          </a:xfrm>
          <a:prstGeom prst="rect">
            <a:avLst/>
          </a:prstGeom>
        </p:spPr>
      </p:pic>
      <p:sp>
        <p:nvSpPr>
          <p:cNvPr id="19" name="Rectangle 18">
            <a:extLst>
              <a:ext uri="{FF2B5EF4-FFF2-40B4-BE49-F238E27FC236}">
                <a16:creationId xmlns:a16="http://schemas.microsoft.com/office/drawing/2014/main" id="{A8B53D90-8603-7344-A29C-6AD0A8AFE3D8}"/>
              </a:ext>
            </a:extLst>
          </p:cNvPr>
          <p:cNvSpPr/>
          <p:nvPr/>
        </p:nvSpPr>
        <p:spPr>
          <a:xfrm>
            <a:off x="7153324" y="5310372"/>
            <a:ext cx="1773636" cy="408561"/>
          </a:xfrm>
          <a:prstGeom prst="rect">
            <a:avLst/>
          </a:prstGeom>
          <a:solidFill>
            <a:srgbClr val="1E1E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a:t>(SRE) Direct X</a:t>
            </a:r>
            <a:endParaRPr lang="en-DE"/>
          </a:p>
        </p:txBody>
      </p:sp>
      <p:sp>
        <p:nvSpPr>
          <p:cNvPr id="20" name="Arrow: Down 19">
            <a:extLst>
              <a:ext uri="{FF2B5EF4-FFF2-40B4-BE49-F238E27FC236}">
                <a16:creationId xmlns:a16="http://schemas.microsoft.com/office/drawing/2014/main" id="{3208E95D-B7AB-F751-0446-7CD4D75DD2BA}"/>
              </a:ext>
            </a:extLst>
          </p:cNvPr>
          <p:cNvSpPr/>
          <p:nvPr/>
        </p:nvSpPr>
        <p:spPr>
          <a:xfrm>
            <a:off x="7852928" y="4891424"/>
            <a:ext cx="389106" cy="369651"/>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DE"/>
          </a:p>
        </p:txBody>
      </p:sp>
    </p:spTree>
    <p:extLst>
      <p:ext uri="{BB962C8B-B14F-4D97-AF65-F5344CB8AC3E}">
        <p14:creationId xmlns:p14="http://schemas.microsoft.com/office/powerpoint/2010/main" val="36455803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FDCDC-2379-63ED-8CFB-E8573BBFAF75}"/>
              </a:ext>
            </a:extLst>
          </p:cNvPr>
          <p:cNvSpPr>
            <a:spLocks noGrp="1"/>
          </p:cNvSpPr>
          <p:nvPr>
            <p:ph type="title"/>
          </p:nvPr>
        </p:nvSpPr>
        <p:spPr>
          <a:xfrm>
            <a:off x="411161" y="582452"/>
            <a:ext cx="8885239" cy="583884"/>
          </a:xfrm>
        </p:spPr>
        <p:txBody>
          <a:bodyPr/>
          <a:lstStyle/>
          <a:p>
            <a:r>
              <a:rPr lang="en-US" dirty="0"/>
              <a:t>SRE Direct X : Major interfaces</a:t>
            </a:r>
            <a:endParaRPr lang="en-DE" dirty="0"/>
          </a:p>
        </p:txBody>
      </p:sp>
      <p:sp>
        <p:nvSpPr>
          <p:cNvPr id="3" name="Footer Placeholder 2">
            <a:extLst>
              <a:ext uri="{FF2B5EF4-FFF2-40B4-BE49-F238E27FC236}">
                <a16:creationId xmlns:a16="http://schemas.microsoft.com/office/drawing/2014/main" id="{E8D6715E-34E6-235C-9835-7119E66F008C}"/>
              </a:ext>
            </a:extLst>
          </p:cNvPr>
          <p:cNvSpPr>
            <a:spLocks noGrp="1"/>
          </p:cNvSpPr>
          <p:nvPr>
            <p:ph type="ftr" sz="quarter" idx="10"/>
          </p:nvPr>
        </p:nvSpPr>
        <p:spPr/>
        <p:txBody>
          <a:bodyPr/>
          <a:lstStyle/>
          <a:p>
            <a:pPr>
              <a:lnSpc>
                <a:spcPct val="100000"/>
              </a:lnSpc>
            </a:pPr>
            <a:r>
              <a:rPr lang="en-US"/>
              <a:t>Restricted | © Siemens 2024 | SHERPA X DEPA | 2024-01</a:t>
            </a:r>
          </a:p>
        </p:txBody>
      </p:sp>
      <p:sp>
        <p:nvSpPr>
          <p:cNvPr id="4" name="Slide Number Placeholder 3">
            <a:extLst>
              <a:ext uri="{FF2B5EF4-FFF2-40B4-BE49-F238E27FC236}">
                <a16:creationId xmlns:a16="http://schemas.microsoft.com/office/drawing/2014/main" id="{141AC372-1501-4C9C-F84E-C524344843D2}"/>
              </a:ext>
            </a:extLst>
          </p:cNvPr>
          <p:cNvSpPr>
            <a:spLocks noGrp="1"/>
          </p:cNvSpPr>
          <p:nvPr>
            <p:ph type="sldNum" sz="quarter" idx="11"/>
          </p:nvPr>
        </p:nvSpPr>
        <p:spPr/>
        <p:txBody>
          <a:bodyPr/>
          <a:lstStyle/>
          <a:p>
            <a:r>
              <a:rPr lang="en-US"/>
              <a:t>Page </a:t>
            </a:r>
            <a:fld id="{15EBE321-CBB1-4E91-BD14-37C8D44326FB}" type="slidenum">
              <a:rPr lang="en-US" smtClean="0"/>
              <a:pPr/>
              <a:t>36</a:t>
            </a:fld>
            <a:endParaRPr lang="en-US"/>
          </a:p>
        </p:txBody>
      </p:sp>
      <p:sp>
        <p:nvSpPr>
          <p:cNvPr id="20" name="Flowchart: Alternate Process 19">
            <a:extLst>
              <a:ext uri="{FF2B5EF4-FFF2-40B4-BE49-F238E27FC236}">
                <a16:creationId xmlns:a16="http://schemas.microsoft.com/office/drawing/2014/main" id="{B4689424-039F-FC16-BEBF-5568C7A8C188}"/>
              </a:ext>
            </a:extLst>
          </p:cNvPr>
          <p:cNvSpPr/>
          <p:nvPr/>
        </p:nvSpPr>
        <p:spPr>
          <a:xfrm>
            <a:off x="3558848" y="3647214"/>
            <a:ext cx="1377824" cy="400110"/>
          </a:xfrm>
          <a:prstGeom prst="flowChartAlternateProcess">
            <a:avLst/>
          </a:prstGeom>
          <a:solidFill>
            <a:srgbClr val="00BEDC"/>
          </a:solidFill>
          <a:ln w="12700" cap="flat" cmpd="sng" algn="ctr">
            <a:solidFill>
              <a:srgbClr val="009999">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a:ea typeface="+mn-ea"/>
                <a:cs typeface="+mn-cs"/>
              </a:rPr>
              <a:t>S/4 Hana (S4P)</a:t>
            </a:r>
            <a:endParaRPr kumimoji="0" lang="en-DE" sz="1200" b="0" i="0" u="none" strike="noStrike" kern="0" cap="none" spc="0" normalizeH="0" baseline="0" noProof="0" dirty="0">
              <a:ln>
                <a:noFill/>
              </a:ln>
              <a:solidFill>
                <a:srgbClr val="000000"/>
              </a:solidFill>
              <a:effectLst/>
              <a:uLnTx/>
              <a:uFillTx/>
              <a:latin typeface="Arial"/>
              <a:ea typeface="+mn-ea"/>
              <a:cs typeface="+mn-cs"/>
            </a:endParaRPr>
          </a:p>
        </p:txBody>
      </p:sp>
      <p:sp>
        <p:nvSpPr>
          <p:cNvPr id="21" name="Flowchart: Alternate Process 20">
            <a:extLst>
              <a:ext uri="{FF2B5EF4-FFF2-40B4-BE49-F238E27FC236}">
                <a16:creationId xmlns:a16="http://schemas.microsoft.com/office/drawing/2014/main" id="{89D67AB8-45B0-CACB-3379-7F43EDED6CF4}"/>
              </a:ext>
            </a:extLst>
          </p:cNvPr>
          <p:cNvSpPr/>
          <p:nvPr/>
        </p:nvSpPr>
        <p:spPr>
          <a:xfrm>
            <a:off x="3834639" y="4666033"/>
            <a:ext cx="854235" cy="288276"/>
          </a:xfrm>
          <a:prstGeom prst="flowChartAlternateProcess">
            <a:avLst/>
          </a:prstGeom>
          <a:solidFill>
            <a:srgbClr val="0087BE">
              <a:lumMod val="20000"/>
              <a:lumOff val="80000"/>
            </a:srgbClr>
          </a:solidFill>
          <a:ln w="12700" cap="flat" cmpd="sng" algn="ctr">
            <a:solidFill>
              <a:srgbClr val="009999">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Arial"/>
                <a:ea typeface="+mn-ea"/>
                <a:cs typeface="+mn-cs"/>
              </a:rPr>
              <a:t>myMall</a:t>
            </a:r>
            <a:endParaRPr kumimoji="0" lang="en-DE" sz="1400" b="0" i="0" u="none" strike="noStrike" kern="0" cap="none" spc="0" normalizeH="0" baseline="0" noProof="0" dirty="0">
              <a:ln>
                <a:noFill/>
              </a:ln>
              <a:solidFill>
                <a:srgbClr val="000000"/>
              </a:solidFill>
              <a:effectLst/>
              <a:uLnTx/>
              <a:uFillTx/>
              <a:latin typeface="Arial"/>
              <a:ea typeface="+mn-ea"/>
              <a:cs typeface="+mn-cs"/>
            </a:endParaRPr>
          </a:p>
        </p:txBody>
      </p:sp>
      <p:sp>
        <p:nvSpPr>
          <p:cNvPr id="22" name="Flowchart: Alternate Process 21">
            <a:extLst>
              <a:ext uri="{FF2B5EF4-FFF2-40B4-BE49-F238E27FC236}">
                <a16:creationId xmlns:a16="http://schemas.microsoft.com/office/drawing/2014/main" id="{117B5938-2F47-E561-448C-713605C3789A}"/>
              </a:ext>
            </a:extLst>
          </p:cNvPr>
          <p:cNvSpPr/>
          <p:nvPr/>
        </p:nvSpPr>
        <p:spPr>
          <a:xfrm>
            <a:off x="5832788" y="3647214"/>
            <a:ext cx="932683" cy="400112"/>
          </a:xfrm>
          <a:prstGeom prst="flowChartAlternateProcess">
            <a:avLst/>
          </a:prstGeom>
          <a:solidFill>
            <a:srgbClr val="00C1E0"/>
          </a:solidFill>
          <a:ln w="12700" cap="flat" cmpd="sng" algn="ctr">
            <a:solidFill>
              <a:srgbClr val="009999">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a:ea typeface="+mn-ea"/>
                <a:cs typeface="+mn-cs"/>
              </a:rPr>
              <a:t>SAP BTP</a:t>
            </a:r>
            <a:endParaRPr kumimoji="0" lang="en-DE" sz="1050" b="0" i="0" u="none" strike="noStrike" kern="0" cap="none" spc="0" normalizeH="0" baseline="0" noProof="0" dirty="0">
              <a:ln>
                <a:noFill/>
              </a:ln>
              <a:solidFill>
                <a:srgbClr val="000000"/>
              </a:solidFill>
              <a:effectLst/>
              <a:uLnTx/>
              <a:uFillTx/>
              <a:latin typeface="Arial"/>
              <a:ea typeface="+mn-ea"/>
              <a:cs typeface="+mn-cs"/>
            </a:endParaRPr>
          </a:p>
        </p:txBody>
      </p:sp>
      <p:sp>
        <p:nvSpPr>
          <p:cNvPr id="23" name="Flowchart: Alternate Process 22">
            <a:extLst>
              <a:ext uri="{FF2B5EF4-FFF2-40B4-BE49-F238E27FC236}">
                <a16:creationId xmlns:a16="http://schemas.microsoft.com/office/drawing/2014/main" id="{73D2685D-CEFF-699D-7C47-E6F5DB9632D5}"/>
              </a:ext>
            </a:extLst>
          </p:cNvPr>
          <p:cNvSpPr/>
          <p:nvPr/>
        </p:nvSpPr>
        <p:spPr>
          <a:xfrm>
            <a:off x="2155371" y="4670089"/>
            <a:ext cx="892629" cy="284220"/>
          </a:xfrm>
          <a:prstGeom prst="flowChartAlternateProcess">
            <a:avLst/>
          </a:prstGeom>
          <a:solidFill>
            <a:srgbClr val="0087BE">
              <a:lumMod val="20000"/>
              <a:lumOff val="80000"/>
            </a:srgbClr>
          </a:solidFill>
          <a:ln w="12700" cap="flat" cmpd="sng" algn="ctr">
            <a:solidFill>
              <a:srgbClr val="009999">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a:ea typeface="+mn-ea"/>
                <a:cs typeface="+mn-cs"/>
              </a:rPr>
              <a:t>MDG</a:t>
            </a:r>
            <a:endParaRPr kumimoji="0" lang="en-DE" sz="1200" b="0" i="0" u="none" strike="noStrike" kern="0" cap="none" spc="0" normalizeH="0" baseline="0" noProof="0" dirty="0">
              <a:ln>
                <a:noFill/>
              </a:ln>
              <a:solidFill>
                <a:srgbClr val="000000"/>
              </a:solidFill>
              <a:effectLst/>
              <a:uLnTx/>
              <a:uFillTx/>
              <a:latin typeface="Arial"/>
              <a:ea typeface="+mn-ea"/>
              <a:cs typeface="+mn-cs"/>
            </a:endParaRPr>
          </a:p>
        </p:txBody>
      </p:sp>
      <p:cxnSp>
        <p:nvCxnSpPr>
          <p:cNvPr id="24" name="Straight Arrow Connector 23">
            <a:extLst>
              <a:ext uri="{FF2B5EF4-FFF2-40B4-BE49-F238E27FC236}">
                <a16:creationId xmlns:a16="http://schemas.microsoft.com/office/drawing/2014/main" id="{2F54BB7F-F509-8F0A-3134-2F20774607CF}"/>
              </a:ext>
            </a:extLst>
          </p:cNvPr>
          <p:cNvCxnSpPr>
            <a:cxnSpLocks/>
            <a:stCxn id="21" idx="0"/>
            <a:endCxn id="20" idx="2"/>
          </p:cNvCxnSpPr>
          <p:nvPr/>
        </p:nvCxnSpPr>
        <p:spPr>
          <a:xfrm flipH="1" flipV="1">
            <a:off x="4247760" y="4047324"/>
            <a:ext cx="13997" cy="618709"/>
          </a:xfrm>
          <a:prstGeom prst="straightConnector1">
            <a:avLst/>
          </a:prstGeom>
          <a:noFill/>
          <a:ln w="19050" cap="flat" cmpd="sng" algn="ctr">
            <a:solidFill>
              <a:srgbClr val="F3F3F0"/>
            </a:solidFill>
            <a:prstDash val="solid"/>
            <a:miter lim="800000"/>
            <a:headEnd type="triangle"/>
            <a:tailEnd type="triangle"/>
          </a:ln>
          <a:effectLst/>
        </p:spPr>
      </p:cxnSp>
      <p:cxnSp>
        <p:nvCxnSpPr>
          <p:cNvPr id="25" name="Straight Arrow Connector 24">
            <a:extLst>
              <a:ext uri="{FF2B5EF4-FFF2-40B4-BE49-F238E27FC236}">
                <a16:creationId xmlns:a16="http://schemas.microsoft.com/office/drawing/2014/main" id="{AB5D72C9-A3C3-779D-2BE9-7608F948DCD9}"/>
              </a:ext>
            </a:extLst>
          </p:cNvPr>
          <p:cNvCxnSpPr>
            <a:cxnSpLocks/>
            <a:stCxn id="23" idx="3"/>
            <a:endCxn id="21" idx="1"/>
          </p:cNvCxnSpPr>
          <p:nvPr/>
        </p:nvCxnSpPr>
        <p:spPr>
          <a:xfrm flipV="1">
            <a:off x="3048000" y="4810171"/>
            <a:ext cx="786639" cy="2028"/>
          </a:xfrm>
          <a:prstGeom prst="straightConnector1">
            <a:avLst/>
          </a:prstGeom>
          <a:noFill/>
          <a:ln w="19050" cap="flat" cmpd="sng" algn="ctr">
            <a:solidFill>
              <a:srgbClr val="F3F3F0"/>
            </a:solidFill>
            <a:prstDash val="solid"/>
            <a:miter lim="800000"/>
            <a:tailEnd type="triangle"/>
          </a:ln>
          <a:effectLst/>
        </p:spPr>
      </p:cxnSp>
      <p:cxnSp>
        <p:nvCxnSpPr>
          <p:cNvPr id="26" name="Straight Arrow Connector 25">
            <a:extLst>
              <a:ext uri="{FF2B5EF4-FFF2-40B4-BE49-F238E27FC236}">
                <a16:creationId xmlns:a16="http://schemas.microsoft.com/office/drawing/2014/main" id="{7364BEC6-CC8D-F5AB-0F6F-5832BAF09574}"/>
              </a:ext>
            </a:extLst>
          </p:cNvPr>
          <p:cNvCxnSpPr>
            <a:cxnSpLocks/>
            <a:stCxn id="20" idx="3"/>
            <a:endCxn id="22" idx="1"/>
          </p:cNvCxnSpPr>
          <p:nvPr/>
        </p:nvCxnSpPr>
        <p:spPr>
          <a:xfrm>
            <a:off x="4936672" y="3847269"/>
            <a:ext cx="896116" cy="1"/>
          </a:xfrm>
          <a:prstGeom prst="straightConnector1">
            <a:avLst/>
          </a:prstGeom>
          <a:noFill/>
          <a:ln w="19050" cap="flat" cmpd="sng" algn="ctr">
            <a:solidFill>
              <a:srgbClr val="F3F3F0"/>
            </a:solidFill>
            <a:prstDash val="solid"/>
            <a:miter lim="800000"/>
            <a:headEnd type="triangle"/>
            <a:tailEnd type="triangle"/>
          </a:ln>
          <a:effectLst/>
        </p:spPr>
      </p:cxnSp>
      <p:sp>
        <p:nvSpPr>
          <p:cNvPr id="27" name="TextBox 26">
            <a:extLst>
              <a:ext uri="{FF2B5EF4-FFF2-40B4-BE49-F238E27FC236}">
                <a16:creationId xmlns:a16="http://schemas.microsoft.com/office/drawing/2014/main" id="{6583A07E-C6D0-B3FA-4AA6-31AFB7204048}"/>
              </a:ext>
            </a:extLst>
          </p:cNvPr>
          <p:cNvSpPr txBox="1"/>
          <p:nvPr/>
        </p:nvSpPr>
        <p:spPr>
          <a:xfrm>
            <a:off x="4222315" y="4215778"/>
            <a:ext cx="1493159" cy="20005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700" kern="0" dirty="0"/>
              <a:t>Via OCI Punchout only</a:t>
            </a:r>
            <a:endParaRPr kumimoji="0" lang="en-DE" sz="700" b="0" i="0" u="none" strike="noStrike" kern="0" cap="none" spc="0" normalizeH="0" baseline="0" noProof="0" dirty="0">
              <a:ln>
                <a:noFill/>
              </a:ln>
              <a:effectLst/>
              <a:uLnTx/>
              <a:uFillTx/>
            </a:endParaRPr>
          </a:p>
        </p:txBody>
      </p:sp>
      <p:sp>
        <p:nvSpPr>
          <p:cNvPr id="28" name="Flowchart: Alternate Process 27">
            <a:extLst>
              <a:ext uri="{FF2B5EF4-FFF2-40B4-BE49-F238E27FC236}">
                <a16:creationId xmlns:a16="http://schemas.microsoft.com/office/drawing/2014/main" id="{C736618A-3233-5EEE-3D83-88432B3C45BD}"/>
              </a:ext>
            </a:extLst>
          </p:cNvPr>
          <p:cNvSpPr/>
          <p:nvPr/>
        </p:nvSpPr>
        <p:spPr>
          <a:xfrm>
            <a:off x="5915408" y="4670089"/>
            <a:ext cx="767443" cy="288276"/>
          </a:xfrm>
          <a:prstGeom prst="flowChartAlternateProcess">
            <a:avLst/>
          </a:prstGeom>
          <a:solidFill>
            <a:srgbClr val="0087BE">
              <a:lumMod val="20000"/>
              <a:lumOff val="80000"/>
            </a:srgbClr>
          </a:solidFill>
          <a:ln w="12700" cap="flat" cmpd="sng" algn="ctr">
            <a:solidFill>
              <a:srgbClr val="009999">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a:ea typeface="+mn-ea"/>
                <a:cs typeface="+mn-cs"/>
              </a:rPr>
              <a:t>SAT</a:t>
            </a:r>
            <a:endParaRPr kumimoji="0" lang="en-DE" sz="1200" b="0" i="0" u="none" strike="noStrike" kern="0" cap="none" spc="0" normalizeH="0" baseline="0" noProof="0" dirty="0">
              <a:ln>
                <a:noFill/>
              </a:ln>
              <a:solidFill>
                <a:srgbClr val="000000"/>
              </a:solidFill>
              <a:effectLst/>
              <a:uLnTx/>
              <a:uFillTx/>
              <a:latin typeface="Arial"/>
              <a:ea typeface="+mn-ea"/>
              <a:cs typeface="+mn-cs"/>
            </a:endParaRPr>
          </a:p>
        </p:txBody>
      </p:sp>
      <p:cxnSp>
        <p:nvCxnSpPr>
          <p:cNvPr id="29" name="Straight Arrow Connector 28">
            <a:extLst>
              <a:ext uri="{FF2B5EF4-FFF2-40B4-BE49-F238E27FC236}">
                <a16:creationId xmlns:a16="http://schemas.microsoft.com/office/drawing/2014/main" id="{AF4995FB-4906-3D44-5BDD-FFDF9234075A}"/>
              </a:ext>
            </a:extLst>
          </p:cNvPr>
          <p:cNvCxnSpPr>
            <a:cxnSpLocks/>
            <a:stCxn id="28" idx="0"/>
            <a:endCxn id="22" idx="2"/>
          </p:cNvCxnSpPr>
          <p:nvPr/>
        </p:nvCxnSpPr>
        <p:spPr>
          <a:xfrm flipV="1">
            <a:off x="6299130" y="4047326"/>
            <a:ext cx="0" cy="622763"/>
          </a:xfrm>
          <a:prstGeom prst="straightConnector1">
            <a:avLst/>
          </a:prstGeom>
          <a:noFill/>
          <a:ln w="19050" cap="flat" cmpd="sng" algn="ctr">
            <a:solidFill>
              <a:srgbClr val="F3F3F0"/>
            </a:solidFill>
            <a:prstDash val="solid"/>
            <a:miter lim="800000"/>
            <a:tailEnd type="triangle"/>
          </a:ln>
          <a:effectLst/>
        </p:spPr>
      </p:cxnSp>
      <p:sp>
        <p:nvSpPr>
          <p:cNvPr id="30" name="TextBox 29">
            <a:extLst>
              <a:ext uri="{FF2B5EF4-FFF2-40B4-BE49-F238E27FC236}">
                <a16:creationId xmlns:a16="http://schemas.microsoft.com/office/drawing/2014/main" id="{DC310AAC-A31B-B983-DF95-DC46C9C49950}"/>
              </a:ext>
            </a:extLst>
          </p:cNvPr>
          <p:cNvSpPr txBox="1"/>
          <p:nvPr/>
        </p:nvSpPr>
        <p:spPr>
          <a:xfrm>
            <a:off x="2985407" y="4541088"/>
            <a:ext cx="892629" cy="20005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effectLst/>
                <a:uLnTx/>
                <a:uFillTx/>
              </a:rPr>
              <a:t>Suppliers master</a:t>
            </a:r>
            <a:endParaRPr kumimoji="0" lang="en-DE" sz="700" b="0" i="0" u="none" strike="noStrike" kern="0" cap="none" spc="0" normalizeH="0" baseline="0" noProof="0" dirty="0">
              <a:ln>
                <a:noFill/>
              </a:ln>
              <a:effectLst/>
              <a:uLnTx/>
              <a:uFillTx/>
            </a:endParaRPr>
          </a:p>
        </p:txBody>
      </p:sp>
      <p:cxnSp>
        <p:nvCxnSpPr>
          <p:cNvPr id="31" name="Connector: Elbow 30">
            <a:extLst>
              <a:ext uri="{FF2B5EF4-FFF2-40B4-BE49-F238E27FC236}">
                <a16:creationId xmlns:a16="http://schemas.microsoft.com/office/drawing/2014/main" id="{41C815EB-3F64-DF6A-9271-8A4AD7BF008A}"/>
              </a:ext>
            </a:extLst>
          </p:cNvPr>
          <p:cNvCxnSpPr>
            <a:cxnSpLocks/>
            <a:stCxn id="23" idx="0"/>
            <a:endCxn id="20" idx="1"/>
          </p:cNvCxnSpPr>
          <p:nvPr/>
        </p:nvCxnSpPr>
        <p:spPr>
          <a:xfrm rot="5400000" flipH="1" flipV="1">
            <a:off x="2668857" y="3780098"/>
            <a:ext cx="822820" cy="957162"/>
          </a:xfrm>
          <a:prstGeom prst="bentConnector2">
            <a:avLst/>
          </a:prstGeom>
          <a:noFill/>
          <a:ln w="19050" cap="flat" cmpd="sng" algn="ctr">
            <a:solidFill>
              <a:srgbClr val="F3F3F0"/>
            </a:solidFill>
            <a:prstDash val="solid"/>
            <a:miter lim="800000"/>
            <a:tailEnd type="triangle"/>
          </a:ln>
          <a:effectLst/>
        </p:spPr>
      </p:cxnSp>
      <p:sp>
        <p:nvSpPr>
          <p:cNvPr id="32" name="TextBox 31">
            <a:extLst>
              <a:ext uri="{FF2B5EF4-FFF2-40B4-BE49-F238E27FC236}">
                <a16:creationId xmlns:a16="http://schemas.microsoft.com/office/drawing/2014/main" id="{01F37F3B-953E-DC40-A4E1-59637EAF3D15}"/>
              </a:ext>
            </a:extLst>
          </p:cNvPr>
          <p:cNvSpPr txBox="1"/>
          <p:nvPr/>
        </p:nvSpPr>
        <p:spPr>
          <a:xfrm>
            <a:off x="2643832" y="3602864"/>
            <a:ext cx="1647384" cy="21544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rPr>
              <a:t>Master Data</a:t>
            </a:r>
            <a:endParaRPr kumimoji="0" lang="en-DE" sz="800" b="0" i="0" u="none" strike="noStrike" kern="0" cap="none" spc="0" normalizeH="0" baseline="0" noProof="0" dirty="0">
              <a:ln>
                <a:noFill/>
              </a:ln>
              <a:effectLst/>
              <a:uLnTx/>
              <a:uFillTx/>
            </a:endParaRPr>
          </a:p>
        </p:txBody>
      </p:sp>
      <p:sp>
        <p:nvSpPr>
          <p:cNvPr id="5" name="TextBox 4">
            <a:extLst>
              <a:ext uri="{FF2B5EF4-FFF2-40B4-BE49-F238E27FC236}">
                <a16:creationId xmlns:a16="http://schemas.microsoft.com/office/drawing/2014/main" id="{D40B53A0-0BBB-306C-9478-CF478E223D25}"/>
              </a:ext>
            </a:extLst>
          </p:cNvPr>
          <p:cNvSpPr txBox="1"/>
          <p:nvPr/>
        </p:nvSpPr>
        <p:spPr>
          <a:xfrm>
            <a:off x="820629" y="1583794"/>
            <a:ext cx="9216000" cy="2108269"/>
          </a:xfrm>
          <a:prstGeom prst="rect">
            <a:avLst/>
          </a:prstGeom>
          <a:noFill/>
        </p:spPr>
        <p:txBody>
          <a:bodyPr wrap="square" lIns="0" tIns="0" rIns="0" bIns="0" rtlCol="0">
            <a:spAutoFit/>
          </a:bodyPr>
          <a:lstStyle/>
          <a:p>
            <a:pPr marL="171450" lvl="0" indent="-171450">
              <a:spcAft>
                <a:spcPts val="600"/>
              </a:spcAft>
              <a:buFont typeface="Wingdings" panose="05000000000000000000" pitchFamily="2" charset="2"/>
              <a:buChar char="q"/>
              <a:tabLst>
                <a:tab pos="540385" algn="l"/>
              </a:tabLst>
            </a:pPr>
            <a:r>
              <a:rPr lang="de-DE" sz="1050" dirty="0">
                <a:effectLst/>
                <a:latin typeface="Arial" panose="020B0604020202020204" pitchFamily="34" charset="0"/>
                <a:ea typeface="Calibri" panose="020F0502020204030204" pitchFamily="34" charset="0"/>
                <a:cs typeface="Arial" panose="020B0604020202020204" pitchFamily="34" charset="0"/>
              </a:rPr>
              <a:t>SAP S/4HANA (S4P) : </a:t>
            </a:r>
            <a:r>
              <a:rPr lang="en-US" sz="1050" dirty="0">
                <a:effectLst/>
                <a:latin typeface="Arial" panose="020B0604020202020204" pitchFamily="34" charset="0"/>
                <a:ea typeface="Calibri" panose="020F0502020204030204" pitchFamily="34" charset="0"/>
                <a:cs typeface="Arial" panose="020B0604020202020204" pitchFamily="34" charset="0"/>
              </a:rPr>
              <a:t>SAP S/4HANA system is the main system in the SHERPAX landscape and S4P is its production system. In the SRE Direct Procurement process, the Purchase Requisition and the Purchaser Order will be created and managed on S4P.</a:t>
            </a:r>
            <a:endParaRPr lang="en-DE" sz="105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spcAft>
                <a:spcPts val="600"/>
              </a:spcAft>
              <a:buFont typeface="Wingdings" panose="05000000000000000000" pitchFamily="2" charset="2"/>
              <a:buChar char="q"/>
              <a:tabLst>
                <a:tab pos="540385" algn="l"/>
              </a:tabLst>
            </a:pPr>
            <a:r>
              <a:rPr lang="de-DE" sz="1050" dirty="0">
                <a:effectLst/>
                <a:latin typeface="Arial" panose="020B0604020202020204" pitchFamily="34" charset="0"/>
                <a:ea typeface="Calibri" panose="020F0502020204030204" pitchFamily="34" charset="0"/>
                <a:cs typeface="Arial" panose="020B0604020202020204" pitchFamily="34" charset="0"/>
              </a:rPr>
              <a:t>SAP BTP : </a:t>
            </a:r>
            <a:r>
              <a:rPr lang="en-US" sz="1050" b="0" i="0" dirty="0">
                <a:effectLst/>
                <a:latin typeface="Segoe UI" panose="020B0502040204020203" pitchFamily="34" charset="0"/>
              </a:rPr>
              <a:t>SAP Business Technology Platform (SAP BTP) is a comprehensive technology platform that integrates various services and tools to help businesses innovate and transform digitally, it</a:t>
            </a:r>
            <a:r>
              <a:rPr lang="en-US" sz="1050" dirty="0">
                <a:effectLst/>
                <a:latin typeface="Arial" panose="020B0604020202020204" pitchFamily="34" charset="0"/>
                <a:ea typeface="Calibri" panose="020F0502020204030204" pitchFamily="34" charset="0"/>
                <a:cs typeface="Arial" panose="020B0604020202020204" pitchFamily="34" charset="0"/>
              </a:rPr>
              <a:t> is integrated with the SAP S/4HANA to manage the PR/PO forms &amp;  approval workflow.  </a:t>
            </a:r>
          </a:p>
          <a:p>
            <a:pPr marL="171450" lvl="0" indent="-171450">
              <a:spcAft>
                <a:spcPts val="600"/>
              </a:spcAft>
              <a:buFont typeface="Wingdings" panose="05000000000000000000" pitchFamily="2" charset="2"/>
              <a:buChar char="q"/>
              <a:tabLst>
                <a:tab pos="540385" algn="l"/>
              </a:tabLst>
            </a:pPr>
            <a:r>
              <a:rPr lang="de-DE" sz="1050" dirty="0">
                <a:effectLst/>
                <a:latin typeface="Arial" panose="020B0604020202020204" pitchFamily="34" charset="0"/>
                <a:ea typeface="Calibri" panose="020F0502020204030204" pitchFamily="34" charset="0"/>
                <a:cs typeface="Arial" panose="020B0604020202020204" pitchFamily="34" charset="0"/>
              </a:rPr>
              <a:t>SAT (</a:t>
            </a:r>
            <a:r>
              <a:rPr lang="de-DE" sz="1050" dirty="0" err="1">
                <a:effectLst/>
                <a:latin typeface="Arial" panose="020B0604020202020204" pitchFamily="34" charset="0"/>
                <a:ea typeface="Calibri" panose="020F0502020204030204" pitchFamily="34" charset="0"/>
                <a:cs typeface="Arial" panose="020B0604020202020204" pitchFamily="34" charset="0"/>
              </a:rPr>
              <a:t>Mendix</a:t>
            </a:r>
            <a:r>
              <a:rPr lang="de-DE" sz="1050" dirty="0">
                <a:effectLst/>
                <a:latin typeface="Arial" panose="020B0604020202020204" pitchFamily="34" charset="0"/>
                <a:ea typeface="Calibri" panose="020F0502020204030204" pitchFamily="34" charset="0"/>
                <a:cs typeface="Arial" panose="020B0604020202020204" pitchFamily="34" charset="0"/>
              </a:rPr>
              <a:t>) : </a:t>
            </a:r>
            <a:r>
              <a:rPr lang="en-US" sz="1050" dirty="0">
                <a:effectLst/>
                <a:latin typeface="Arial" panose="020B0604020202020204" pitchFamily="34" charset="0"/>
                <a:ea typeface="Calibri" panose="020F0502020204030204" pitchFamily="34" charset="0"/>
                <a:cs typeface="Arial" panose="020B0604020202020204" pitchFamily="34" charset="0"/>
              </a:rPr>
              <a:t>Signature Authorization Tool (SAT) is SHERPAX harmonized tool to manage the authorized approvers per each Company Code (ARE), Cost Center and Profit Center. The SAT will be used to determine the Purchase Order Functional and Technical approvers.</a:t>
            </a:r>
            <a:endParaRPr lang="en-DE" sz="105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spcAft>
                <a:spcPts val="600"/>
              </a:spcAft>
              <a:buFont typeface="Wingdings" panose="05000000000000000000" pitchFamily="2" charset="2"/>
              <a:buChar char="q"/>
              <a:tabLst>
                <a:tab pos="540385" algn="l"/>
              </a:tabLst>
            </a:pPr>
            <a:r>
              <a:rPr lang="de-DE" sz="1050" dirty="0">
                <a:effectLst/>
                <a:latin typeface="Arial" panose="020B0604020202020204" pitchFamily="34" charset="0"/>
                <a:ea typeface="Calibri" panose="020F0502020204030204" pitchFamily="34" charset="0"/>
                <a:cs typeface="Arial" panose="020B0604020202020204" pitchFamily="34" charset="0"/>
              </a:rPr>
              <a:t>SAP MDG (M4P) :</a:t>
            </a:r>
            <a:r>
              <a:rPr kumimoji="0" lang="en-US" sz="1050" b="0" i="0" u="none" strike="noStrike" kern="1200" cap="none" spc="0" normalizeH="0" baseline="0" noProof="0" dirty="0">
                <a:ln>
                  <a:noFill/>
                </a:ln>
                <a:solidFill>
                  <a:prstClr val="white"/>
                </a:solidFill>
                <a:effectLst/>
                <a:uLnTx/>
                <a:uFillTx/>
                <a:latin typeface="Arial"/>
                <a:ea typeface="+mn-ea"/>
                <a:cs typeface="+mn-cs"/>
              </a:rPr>
              <a:t>Business </a:t>
            </a:r>
            <a:r>
              <a:rPr lang="en-US" sz="1050" dirty="0">
                <a:solidFill>
                  <a:prstClr val="white"/>
                </a:solidFill>
                <a:latin typeface="Arial"/>
              </a:rPr>
              <a:t>P</a:t>
            </a:r>
            <a:r>
              <a:rPr kumimoji="0" lang="en-US" sz="1050" b="0" i="0" u="none" strike="noStrike" kern="1200" cap="none" spc="0" normalizeH="0" baseline="0" noProof="0" dirty="0" err="1">
                <a:ln>
                  <a:noFill/>
                </a:ln>
                <a:solidFill>
                  <a:prstClr val="white"/>
                </a:solidFill>
                <a:effectLst/>
                <a:uLnTx/>
                <a:uFillTx/>
                <a:latin typeface="Arial"/>
                <a:ea typeface="+mn-ea"/>
                <a:cs typeface="+mn-cs"/>
              </a:rPr>
              <a:t>artners</a:t>
            </a:r>
            <a:r>
              <a:rPr kumimoji="0" lang="en-US" sz="1050" b="0" i="0" u="none" strike="noStrike" kern="1200" cap="none" spc="0" normalizeH="0" baseline="0" noProof="0" dirty="0">
                <a:ln>
                  <a:noFill/>
                </a:ln>
                <a:solidFill>
                  <a:prstClr val="white"/>
                </a:solidFill>
                <a:effectLst/>
                <a:uLnTx/>
                <a:uFillTx/>
                <a:latin typeface="Arial"/>
                <a:ea typeface="+mn-ea"/>
                <a:cs typeface="+mn-cs"/>
              </a:rPr>
              <a:t> including internal and external suppliers are centrally managed in MDG </a:t>
            </a:r>
            <a:r>
              <a:rPr lang="en-US" sz="1050" dirty="0">
                <a:solidFill>
                  <a:prstClr val="white"/>
                </a:solidFill>
                <a:latin typeface="Arial"/>
              </a:rPr>
              <a:t>Creation and/or change of Business Partner data have to be executed in MDG first before such data is available in S4P system (e.g., Purchasing Organization, terms etc.).</a:t>
            </a:r>
          </a:p>
          <a:p>
            <a:pPr lvl="0">
              <a:spcAft>
                <a:spcPts val="600"/>
              </a:spcAft>
              <a:tabLst>
                <a:tab pos="540385" algn="l"/>
              </a:tabLst>
            </a:pPr>
            <a:endParaRPr lang="en-DE" sz="1000" dirty="0">
              <a:effectLst/>
              <a:latin typeface="Arial" panose="020B0604020202020204" pitchFamily="34" charset="0"/>
              <a:ea typeface="Calibri" panose="020F0502020204030204" pitchFamily="34" charset="0"/>
              <a:cs typeface="Arial" panose="020B0604020202020204" pitchFamily="34" charset="0"/>
            </a:endParaRPr>
          </a:p>
          <a:p>
            <a:pPr algn="l"/>
            <a:endParaRPr lang="en-DE" dirty="0" err="1"/>
          </a:p>
        </p:txBody>
      </p:sp>
      <p:sp>
        <p:nvSpPr>
          <p:cNvPr id="151" name="TextBox 150">
            <a:extLst>
              <a:ext uri="{FF2B5EF4-FFF2-40B4-BE49-F238E27FC236}">
                <a16:creationId xmlns:a16="http://schemas.microsoft.com/office/drawing/2014/main" id="{760CF876-DBDF-47BE-4FFB-D58F3A4934DD}"/>
              </a:ext>
            </a:extLst>
          </p:cNvPr>
          <p:cNvSpPr txBox="1"/>
          <p:nvPr/>
        </p:nvSpPr>
        <p:spPr>
          <a:xfrm>
            <a:off x="5067618" y="3629866"/>
            <a:ext cx="703250" cy="107722"/>
          </a:xfrm>
          <a:prstGeom prst="rect">
            <a:avLst/>
          </a:prstGeom>
          <a:noFill/>
        </p:spPr>
        <p:txBody>
          <a:bodyPr wrap="square" lIns="0" tIns="0" rIns="0" bIns="0" rtlCol="0">
            <a:spAutoFit/>
          </a:bodyPr>
          <a:lstStyle/>
          <a:p>
            <a:pPr algn="l"/>
            <a:r>
              <a:rPr lang="en-US" sz="700" dirty="0"/>
              <a:t>Cloud connector</a:t>
            </a:r>
            <a:endParaRPr lang="en-DE" sz="700" dirty="0" err="1"/>
          </a:p>
        </p:txBody>
      </p:sp>
    </p:spTree>
    <p:extLst>
      <p:ext uri="{BB962C8B-B14F-4D97-AF65-F5344CB8AC3E}">
        <p14:creationId xmlns:p14="http://schemas.microsoft.com/office/powerpoint/2010/main" val="7752600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4F290-86E5-5B9A-0A8B-A6AF61C87B39}"/>
              </a:ext>
            </a:extLst>
          </p:cNvPr>
          <p:cNvSpPr>
            <a:spLocks noGrp="1"/>
          </p:cNvSpPr>
          <p:nvPr>
            <p:ph type="title"/>
          </p:nvPr>
        </p:nvSpPr>
        <p:spPr/>
        <p:txBody>
          <a:bodyPr/>
          <a:lstStyle/>
          <a:p>
            <a:r>
              <a:rPr lang="en-US"/>
              <a:t>Definitions for SRE Direct X template</a:t>
            </a:r>
            <a:endParaRPr lang="en-DE"/>
          </a:p>
        </p:txBody>
      </p:sp>
      <p:sp>
        <p:nvSpPr>
          <p:cNvPr id="3" name="Footer Placeholder 2">
            <a:extLst>
              <a:ext uri="{FF2B5EF4-FFF2-40B4-BE49-F238E27FC236}">
                <a16:creationId xmlns:a16="http://schemas.microsoft.com/office/drawing/2014/main" id="{C72FB5ED-3DFA-D4B3-260D-BF9CDF268249}"/>
              </a:ext>
            </a:extLst>
          </p:cNvPr>
          <p:cNvSpPr>
            <a:spLocks noGrp="1"/>
          </p:cNvSpPr>
          <p:nvPr>
            <p:ph type="ftr" sz="quarter" idx="10"/>
          </p:nvPr>
        </p:nvSpPr>
        <p:spPr/>
        <p:txBody>
          <a:bodyPr/>
          <a:lstStyle/>
          <a:p>
            <a:pPr>
              <a:lnSpc>
                <a:spcPct val="100000"/>
              </a:lnSpc>
            </a:pPr>
            <a:r>
              <a:rPr lang="en-US"/>
              <a:t>Restricted | © Siemens 2024 | SHERPA X | Governance Foundation Roll-out Management | P2P</a:t>
            </a:r>
          </a:p>
        </p:txBody>
      </p:sp>
      <p:sp>
        <p:nvSpPr>
          <p:cNvPr id="4" name="Slide Number Placeholder 3">
            <a:extLst>
              <a:ext uri="{FF2B5EF4-FFF2-40B4-BE49-F238E27FC236}">
                <a16:creationId xmlns:a16="http://schemas.microsoft.com/office/drawing/2014/main" id="{ADD1990D-97EC-748F-9CA4-1C312A00760A}"/>
              </a:ext>
            </a:extLst>
          </p:cNvPr>
          <p:cNvSpPr>
            <a:spLocks noGrp="1"/>
          </p:cNvSpPr>
          <p:nvPr>
            <p:ph type="sldNum" sz="quarter" idx="11"/>
          </p:nvPr>
        </p:nvSpPr>
        <p:spPr/>
        <p:txBody>
          <a:bodyPr/>
          <a:lstStyle/>
          <a:p>
            <a:r>
              <a:rPr lang="en-US"/>
              <a:t>Page </a:t>
            </a:r>
            <a:fld id="{15EBE321-CBB1-4E91-BD14-37C8D44326FB}" type="slidenum">
              <a:rPr lang="en-US" smtClean="0"/>
              <a:pPr/>
              <a:t>37</a:t>
            </a:fld>
            <a:endParaRPr lang="en-US"/>
          </a:p>
        </p:txBody>
      </p:sp>
      <p:pic>
        <p:nvPicPr>
          <p:cNvPr id="9" name="Picture 8">
            <a:extLst>
              <a:ext uri="{FF2B5EF4-FFF2-40B4-BE49-F238E27FC236}">
                <a16:creationId xmlns:a16="http://schemas.microsoft.com/office/drawing/2014/main" id="{F3E4A750-6368-1F56-AC1D-B27AA887501F}"/>
              </a:ext>
            </a:extLst>
          </p:cNvPr>
          <p:cNvPicPr>
            <a:picLocks noChangeAspect="1"/>
          </p:cNvPicPr>
          <p:nvPr/>
        </p:nvPicPr>
        <p:blipFill>
          <a:blip r:embed="rId2"/>
          <a:stretch>
            <a:fillRect/>
          </a:stretch>
        </p:blipFill>
        <p:spPr>
          <a:xfrm>
            <a:off x="6515221" y="1796605"/>
            <a:ext cx="4807318" cy="2221599"/>
          </a:xfrm>
          <a:prstGeom prst="rect">
            <a:avLst/>
          </a:prstGeom>
        </p:spPr>
      </p:pic>
      <p:graphicFrame>
        <p:nvGraphicFramePr>
          <p:cNvPr id="8" name="Table 7">
            <a:extLst>
              <a:ext uri="{FF2B5EF4-FFF2-40B4-BE49-F238E27FC236}">
                <a16:creationId xmlns:a16="http://schemas.microsoft.com/office/drawing/2014/main" id="{C50AAA03-8827-3DBD-D662-0054F81A4995}"/>
              </a:ext>
            </a:extLst>
          </p:cNvPr>
          <p:cNvGraphicFramePr>
            <a:graphicFrameLocks noGrp="1"/>
          </p:cNvGraphicFramePr>
          <p:nvPr>
            <p:extLst>
              <p:ext uri="{D42A27DB-BD31-4B8C-83A1-F6EECF244321}">
                <p14:modId xmlns:p14="http://schemas.microsoft.com/office/powerpoint/2010/main" val="3981567564"/>
              </p:ext>
            </p:extLst>
          </p:nvPr>
        </p:nvGraphicFramePr>
        <p:xfrm>
          <a:off x="558135" y="1852542"/>
          <a:ext cx="5390131" cy="2130701"/>
        </p:xfrm>
        <a:graphic>
          <a:graphicData uri="http://schemas.openxmlformats.org/drawingml/2006/table">
            <a:tbl>
              <a:tblPr firstRow="1" bandRow="1">
                <a:tableStyleId>{69012ECD-51FC-41F1-AA8D-1B2483CD663E}</a:tableStyleId>
              </a:tblPr>
              <a:tblGrid>
                <a:gridCol w="1254166">
                  <a:extLst>
                    <a:ext uri="{9D8B030D-6E8A-4147-A177-3AD203B41FA5}">
                      <a16:colId xmlns:a16="http://schemas.microsoft.com/office/drawing/2014/main" val="832773323"/>
                    </a:ext>
                  </a:extLst>
                </a:gridCol>
                <a:gridCol w="4135965">
                  <a:extLst>
                    <a:ext uri="{9D8B030D-6E8A-4147-A177-3AD203B41FA5}">
                      <a16:colId xmlns:a16="http://schemas.microsoft.com/office/drawing/2014/main" val="2541897505"/>
                    </a:ext>
                  </a:extLst>
                </a:gridCol>
              </a:tblGrid>
              <a:tr h="232212">
                <a:tc>
                  <a:txBody>
                    <a:bodyPr/>
                    <a:lstStyle/>
                    <a:p>
                      <a:r>
                        <a:rPr lang="en-US" sz="1100">
                          <a:solidFill>
                            <a:schemeClr val="tx1"/>
                          </a:solidFill>
                        </a:rPr>
                        <a:t>Role</a:t>
                      </a:r>
                      <a:endParaRPr lang="en-DE" sz="1100">
                        <a:solidFill>
                          <a:schemeClr val="tx1"/>
                        </a:solidFill>
                      </a:endParaRPr>
                    </a:p>
                  </a:txBody>
                  <a:tcPr/>
                </a:tc>
                <a:tc>
                  <a:txBody>
                    <a:bodyPr/>
                    <a:lstStyle/>
                    <a:p>
                      <a:r>
                        <a:rPr lang="en-US" sz="1100">
                          <a:solidFill>
                            <a:schemeClr val="tx1"/>
                          </a:solidFill>
                        </a:rPr>
                        <a:t>Description</a:t>
                      </a:r>
                      <a:endParaRPr lang="en-DE" sz="1100">
                        <a:solidFill>
                          <a:schemeClr val="tx1"/>
                        </a:solidFill>
                      </a:endParaRPr>
                    </a:p>
                  </a:txBody>
                  <a:tcPr/>
                </a:tc>
                <a:extLst>
                  <a:ext uri="{0D108BD9-81ED-4DB2-BD59-A6C34878D82A}">
                    <a16:rowId xmlns:a16="http://schemas.microsoft.com/office/drawing/2014/main" val="751639147"/>
                  </a:ext>
                </a:extLst>
              </a:tr>
              <a:tr h="2322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a:effectLst/>
                        </a:rPr>
                        <a:t>Requisitioner</a:t>
                      </a:r>
                      <a:endParaRPr lang="en-US" sz="1100" b="0" u="none" strike="noStrike">
                        <a:solidFill>
                          <a:srgbClr val="000000"/>
                        </a:solidFill>
                        <a:effectLs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a:effectLst/>
                        </a:rPr>
                        <a:t>Processes Purchase Requisitions (PR)</a:t>
                      </a:r>
                      <a:endParaRPr lang="en-US" sz="11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3805573649"/>
                  </a:ext>
                </a:extLst>
              </a:tr>
              <a:tr h="382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a:effectLst/>
                        </a:rPr>
                        <a:t>Buyer</a:t>
                      </a:r>
                      <a:endParaRPr lang="en-US" sz="1100" b="0" i="0" u="none" strike="noStrike">
                        <a:solidFill>
                          <a:srgbClr val="000000"/>
                        </a:solidFill>
                        <a:effectLst/>
                        <a:latin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a:effectLst/>
                        </a:rPr>
                        <a:t>Executes buying activities (eg retrieves quotes from supplier, determines sources)</a:t>
                      </a:r>
                      <a:endParaRPr lang="en-US" sz="11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566172184"/>
                  </a:ext>
                </a:extLst>
              </a:tr>
              <a:tr h="382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a:effectLst/>
                        </a:rPr>
                        <a:t>Procurement Expert</a:t>
                      </a:r>
                      <a:endParaRPr lang="en-US" sz="1100" b="0" i="0" u="none" strike="noStrike">
                        <a:solidFill>
                          <a:srgbClr val="000000"/>
                        </a:solidFill>
                        <a:effectLst/>
                        <a:latin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a:effectLst/>
                        </a:rPr>
                        <a:t>Involved in predefined use cases in PR or PO to validate and update data for dedicated purpose</a:t>
                      </a:r>
                      <a:endParaRPr lang="en-US" sz="11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1326093241"/>
                  </a:ext>
                </a:extLst>
              </a:tr>
              <a:tr h="382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a:effectLst/>
                        </a:rPr>
                        <a:t>Purchaser</a:t>
                      </a:r>
                      <a:endParaRPr lang="en-US" sz="1100" b="0" i="0" u="none" strike="noStrike">
                        <a:solidFill>
                          <a:srgbClr val="000000"/>
                        </a:solidFill>
                        <a:effectLst/>
                        <a:latin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dirty="0">
                          <a:effectLst/>
                        </a:rPr>
                        <a:t>Processes PR and creates PO, Order Confirmations and Claims/Returns</a:t>
                      </a:r>
                      <a:endParaRPr lang="en-US" sz="1100" b="0" i="0" u="none" strike="noStrike" dirty="0">
                        <a:solidFill>
                          <a:srgbClr val="000000"/>
                        </a:solidFill>
                        <a:effectLst/>
                        <a:latin typeface="Calibri" panose="020F0502020204030204" pitchFamily="34" charset="0"/>
                      </a:endParaRPr>
                    </a:p>
                  </a:txBody>
                  <a:tcPr/>
                </a:tc>
                <a:extLst>
                  <a:ext uri="{0D108BD9-81ED-4DB2-BD59-A6C34878D82A}">
                    <a16:rowId xmlns:a16="http://schemas.microsoft.com/office/drawing/2014/main" val="1924821839"/>
                  </a:ext>
                </a:extLst>
              </a:tr>
              <a:tr h="3323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a:effectLst/>
                        </a:rPr>
                        <a:t>Approver</a:t>
                      </a:r>
                      <a:endParaRPr lang="en-US" sz="1100" b="0" i="0" u="none" strike="noStrike">
                        <a:solidFill>
                          <a:srgbClr val="000000"/>
                        </a:solidFill>
                        <a:effectLst/>
                        <a:latin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strike="noStrike" dirty="0">
                          <a:effectLst/>
                        </a:rPr>
                        <a:t>Approves POs based on a signature mandate</a:t>
                      </a:r>
                      <a:endParaRPr lang="en-US" sz="1100" b="0" i="0" u="none" strike="noStrike" dirty="0">
                        <a:solidFill>
                          <a:srgbClr val="000000"/>
                        </a:solidFill>
                        <a:effectLst/>
                        <a:latin typeface="Calibri" panose="020F0502020204030204" pitchFamily="34" charset="0"/>
                      </a:endParaRPr>
                    </a:p>
                  </a:txBody>
                  <a:tcPr/>
                </a:tc>
                <a:extLst>
                  <a:ext uri="{0D108BD9-81ED-4DB2-BD59-A6C34878D82A}">
                    <a16:rowId xmlns:a16="http://schemas.microsoft.com/office/drawing/2014/main" val="269805450"/>
                  </a:ext>
                </a:extLst>
              </a:tr>
            </a:tbl>
          </a:graphicData>
        </a:graphic>
      </p:graphicFrame>
      <p:sp>
        <p:nvSpPr>
          <p:cNvPr id="10" name="TextBox 9">
            <a:extLst>
              <a:ext uri="{FF2B5EF4-FFF2-40B4-BE49-F238E27FC236}">
                <a16:creationId xmlns:a16="http://schemas.microsoft.com/office/drawing/2014/main" id="{4FF690DC-6EF2-5E42-2CE2-06CC542ACEAA}"/>
              </a:ext>
            </a:extLst>
          </p:cNvPr>
          <p:cNvSpPr txBox="1"/>
          <p:nvPr/>
        </p:nvSpPr>
        <p:spPr>
          <a:xfrm>
            <a:off x="466854" y="1529100"/>
            <a:ext cx="1692771" cy="215444"/>
          </a:xfrm>
          <a:prstGeom prst="rect">
            <a:avLst/>
          </a:prstGeom>
          <a:noFill/>
        </p:spPr>
        <p:txBody>
          <a:bodyPr wrap="none" lIns="0" tIns="0" rIns="0" bIns="0" rtlCol="0">
            <a:spAutoFit/>
          </a:bodyPr>
          <a:lstStyle/>
          <a:p>
            <a:pPr algn="l"/>
            <a:r>
              <a:rPr lang="en-US" sz="1400" b="1" dirty="0">
                <a:solidFill>
                  <a:srgbClr val="FF9000"/>
                </a:solidFill>
              </a:rPr>
              <a:t>P2R Process Roles:</a:t>
            </a:r>
            <a:endParaRPr lang="en-DE" sz="1400" b="1" dirty="0">
              <a:solidFill>
                <a:srgbClr val="FF9000"/>
              </a:solidFill>
            </a:endParaRPr>
          </a:p>
        </p:txBody>
      </p:sp>
      <p:cxnSp>
        <p:nvCxnSpPr>
          <p:cNvPr id="12" name="Straight Connector 11">
            <a:extLst>
              <a:ext uri="{FF2B5EF4-FFF2-40B4-BE49-F238E27FC236}">
                <a16:creationId xmlns:a16="http://schemas.microsoft.com/office/drawing/2014/main" id="{5F7429FD-3E93-92F2-A958-7E7D2782F20F}"/>
              </a:ext>
            </a:extLst>
          </p:cNvPr>
          <p:cNvCxnSpPr>
            <a:cxnSpLocks/>
          </p:cNvCxnSpPr>
          <p:nvPr/>
        </p:nvCxnSpPr>
        <p:spPr>
          <a:xfrm>
            <a:off x="6096000" y="1602808"/>
            <a:ext cx="0" cy="4840102"/>
          </a:xfrm>
          <a:prstGeom prst="line">
            <a:avLst/>
          </a:prstGeom>
          <a:ln w="2540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13464CE-E9D3-3D62-04D3-89383564448D}"/>
              </a:ext>
            </a:extLst>
          </p:cNvPr>
          <p:cNvSpPr txBox="1"/>
          <p:nvPr/>
        </p:nvSpPr>
        <p:spPr>
          <a:xfrm>
            <a:off x="6243735" y="1555329"/>
            <a:ext cx="2793522" cy="215444"/>
          </a:xfrm>
          <a:prstGeom prst="rect">
            <a:avLst/>
          </a:prstGeom>
          <a:noFill/>
        </p:spPr>
        <p:txBody>
          <a:bodyPr wrap="none" lIns="0" tIns="0" rIns="0" bIns="0" rtlCol="0">
            <a:spAutoFit/>
          </a:bodyPr>
          <a:lstStyle/>
          <a:p>
            <a:r>
              <a:rPr lang="en-US" sz="1400" b="1" dirty="0">
                <a:solidFill>
                  <a:srgbClr val="FF9000"/>
                </a:solidFill>
              </a:rPr>
              <a:t>PR / PO Document Types in S4P:</a:t>
            </a:r>
            <a:endParaRPr lang="en-DE" sz="1400" b="1" dirty="0">
              <a:solidFill>
                <a:srgbClr val="FF9000"/>
              </a:solidFill>
            </a:endParaRPr>
          </a:p>
        </p:txBody>
      </p:sp>
      <p:cxnSp>
        <p:nvCxnSpPr>
          <p:cNvPr id="16" name="Straight Connector 15">
            <a:extLst>
              <a:ext uri="{FF2B5EF4-FFF2-40B4-BE49-F238E27FC236}">
                <a16:creationId xmlns:a16="http://schemas.microsoft.com/office/drawing/2014/main" id="{E0D446FC-1E78-9662-EE5A-3B3EFE6B5B4F}"/>
              </a:ext>
            </a:extLst>
          </p:cNvPr>
          <p:cNvCxnSpPr>
            <a:cxnSpLocks/>
          </p:cNvCxnSpPr>
          <p:nvPr/>
        </p:nvCxnSpPr>
        <p:spPr>
          <a:xfrm>
            <a:off x="410401" y="4091241"/>
            <a:ext cx="11317773" cy="0"/>
          </a:xfrm>
          <a:prstGeom prst="line">
            <a:avLst/>
          </a:prstGeom>
          <a:ln w="2540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FA2D338-BEC4-D61E-0BAC-9FBB98E69F20}"/>
              </a:ext>
            </a:extLst>
          </p:cNvPr>
          <p:cNvSpPr txBox="1"/>
          <p:nvPr/>
        </p:nvSpPr>
        <p:spPr>
          <a:xfrm>
            <a:off x="492154" y="4209742"/>
            <a:ext cx="3222036" cy="215444"/>
          </a:xfrm>
          <a:prstGeom prst="rect">
            <a:avLst/>
          </a:prstGeom>
          <a:noFill/>
        </p:spPr>
        <p:txBody>
          <a:bodyPr wrap="none" lIns="0" tIns="0" rIns="0" bIns="0" rtlCol="0">
            <a:spAutoFit/>
          </a:bodyPr>
          <a:lstStyle/>
          <a:p>
            <a:r>
              <a:rPr lang="en-US" sz="1400" b="1" dirty="0">
                <a:solidFill>
                  <a:srgbClr val="FF9000"/>
                </a:solidFill>
              </a:rPr>
              <a:t>Purchasing Organization (Purch Org):</a:t>
            </a:r>
            <a:endParaRPr lang="en-DE" sz="1400" b="1" dirty="0">
              <a:solidFill>
                <a:srgbClr val="FF9000"/>
              </a:solidFill>
            </a:endParaRPr>
          </a:p>
        </p:txBody>
      </p:sp>
      <p:sp>
        <p:nvSpPr>
          <p:cNvPr id="20" name="TextBox 19">
            <a:extLst>
              <a:ext uri="{FF2B5EF4-FFF2-40B4-BE49-F238E27FC236}">
                <a16:creationId xmlns:a16="http://schemas.microsoft.com/office/drawing/2014/main" id="{9E7A479D-3A62-0A84-2FB6-3EDD8DFC6600}"/>
              </a:ext>
            </a:extLst>
          </p:cNvPr>
          <p:cNvSpPr txBox="1"/>
          <p:nvPr/>
        </p:nvSpPr>
        <p:spPr>
          <a:xfrm>
            <a:off x="6243735" y="4199585"/>
            <a:ext cx="1779333" cy="215444"/>
          </a:xfrm>
          <a:prstGeom prst="rect">
            <a:avLst/>
          </a:prstGeom>
          <a:noFill/>
        </p:spPr>
        <p:txBody>
          <a:bodyPr wrap="none" lIns="0" tIns="0" rIns="0" bIns="0" rtlCol="0">
            <a:spAutoFit/>
          </a:bodyPr>
          <a:lstStyle/>
          <a:p>
            <a:r>
              <a:rPr lang="en-US" sz="1400" b="1" dirty="0">
                <a:solidFill>
                  <a:srgbClr val="FF9000"/>
                </a:solidFill>
              </a:rPr>
              <a:t>Purchasing Groups:</a:t>
            </a:r>
            <a:endParaRPr lang="en-DE" sz="1400" b="1" dirty="0">
              <a:solidFill>
                <a:srgbClr val="FF9000"/>
              </a:solidFill>
            </a:endParaRPr>
          </a:p>
        </p:txBody>
      </p:sp>
      <p:graphicFrame>
        <p:nvGraphicFramePr>
          <p:cNvPr id="23" name="Table 22">
            <a:extLst>
              <a:ext uri="{FF2B5EF4-FFF2-40B4-BE49-F238E27FC236}">
                <a16:creationId xmlns:a16="http://schemas.microsoft.com/office/drawing/2014/main" id="{0E6C54C4-C595-3AA5-E585-9A8DC889C519}"/>
              </a:ext>
            </a:extLst>
          </p:cNvPr>
          <p:cNvGraphicFramePr>
            <a:graphicFrameLocks noGrp="1"/>
          </p:cNvGraphicFramePr>
          <p:nvPr>
            <p:extLst>
              <p:ext uri="{D42A27DB-BD31-4B8C-83A1-F6EECF244321}">
                <p14:modId xmlns:p14="http://schemas.microsoft.com/office/powerpoint/2010/main" val="370128454"/>
              </p:ext>
            </p:extLst>
          </p:nvPr>
        </p:nvGraphicFramePr>
        <p:xfrm>
          <a:off x="558134" y="4556793"/>
          <a:ext cx="5390131" cy="1036320"/>
        </p:xfrm>
        <a:graphic>
          <a:graphicData uri="http://schemas.openxmlformats.org/drawingml/2006/table">
            <a:tbl>
              <a:tblPr firstRow="1" bandRow="1">
                <a:tableStyleId>{69012ECD-51FC-41F1-AA8D-1B2483CD663E}</a:tableStyleId>
              </a:tblPr>
              <a:tblGrid>
                <a:gridCol w="5390131">
                  <a:extLst>
                    <a:ext uri="{9D8B030D-6E8A-4147-A177-3AD203B41FA5}">
                      <a16:colId xmlns:a16="http://schemas.microsoft.com/office/drawing/2014/main" val="832773323"/>
                    </a:ext>
                  </a:extLst>
                </a:gridCol>
              </a:tblGrid>
              <a:tr h="221331">
                <a:tc>
                  <a:txBody>
                    <a:bodyPr/>
                    <a:lstStyle/>
                    <a:p>
                      <a:r>
                        <a:rPr lang="en-US" sz="1100" dirty="0">
                          <a:solidFill>
                            <a:schemeClr val="tx1"/>
                          </a:solidFill>
                        </a:rPr>
                        <a:t>Notes</a:t>
                      </a:r>
                      <a:endParaRPr lang="en-DE" sz="1100" dirty="0">
                        <a:solidFill>
                          <a:schemeClr val="tx1"/>
                        </a:solidFill>
                      </a:endParaRPr>
                    </a:p>
                  </a:txBody>
                  <a:tcPr/>
                </a:tc>
                <a:extLst>
                  <a:ext uri="{0D108BD9-81ED-4DB2-BD59-A6C34878D82A}">
                    <a16:rowId xmlns:a16="http://schemas.microsoft.com/office/drawing/2014/main" val="751639147"/>
                  </a:ext>
                </a:extLst>
              </a:tr>
              <a:tr h="146987">
                <a:tc>
                  <a:txBody>
                    <a:bodyPr/>
                    <a:lstStyle/>
                    <a:p>
                      <a:pPr marL="285750" indent="-285750" algn="l">
                        <a:buFont typeface="Arial" panose="020B0604020202020204" pitchFamily="34" charset="0"/>
                        <a:buChar char="•"/>
                      </a:pPr>
                      <a:r>
                        <a:rPr lang="en-US" sz="1100" b="0" dirty="0">
                          <a:ln>
                            <a:noFill/>
                          </a:ln>
                          <a:solidFill>
                            <a:schemeClr val="tx1"/>
                          </a:solidFill>
                          <a:latin typeface="+mn-lt"/>
                        </a:rPr>
                        <a:t>no IM** Purch Orgs</a:t>
                      </a:r>
                    </a:p>
                  </a:txBody>
                  <a:tcPr/>
                </a:tc>
                <a:extLst>
                  <a:ext uri="{0D108BD9-81ED-4DB2-BD59-A6C34878D82A}">
                    <a16:rowId xmlns:a16="http://schemas.microsoft.com/office/drawing/2014/main" val="3805573649"/>
                  </a:ext>
                </a:extLst>
              </a:tr>
              <a:tr h="255594">
                <a:tc>
                  <a:txBody>
                    <a:bodyPr/>
                    <a:lstStyle/>
                    <a:p>
                      <a:pPr marL="285750" indent="-285750" algn="l">
                        <a:buFont typeface="Arial" panose="020B0604020202020204" pitchFamily="34" charset="0"/>
                        <a:buChar char="•"/>
                      </a:pPr>
                      <a:r>
                        <a:rPr lang="en-US" sz="1100" dirty="0"/>
                        <a:t>Purchase Org for 426Q/3003 = C300 </a:t>
                      </a:r>
                    </a:p>
                  </a:txBody>
                  <a:tcPr/>
                </a:tc>
                <a:extLst>
                  <a:ext uri="{0D108BD9-81ED-4DB2-BD59-A6C34878D82A}">
                    <a16:rowId xmlns:a16="http://schemas.microsoft.com/office/drawing/2014/main" val="566172184"/>
                  </a:ext>
                </a:extLst>
              </a:tr>
              <a:tr h="119062">
                <a:tc>
                  <a:txBody>
                    <a:bodyPr/>
                    <a:lstStyle/>
                    <a:p>
                      <a:pPr marL="285750" indent="-285750">
                        <a:buFont typeface="Arial" panose="020B0604020202020204" pitchFamily="34" charset="0"/>
                        <a:buChar char="•"/>
                      </a:pPr>
                      <a:r>
                        <a:rPr lang="en-US" sz="1100" b="0" dirty="0">
                          <a:ln>
                            <a:noFill/>
                          </a:ln>
                          <a:solidFill>
                            <a:schemeClr val="tx1"/>
                          </a:solidFill>
                          <a:latin typeface="+mn-lt"/>
                        </a:rPr>
                        <a:t>Purch Orgs </a:t>
                      </a:r>
                      <a:r>
                        <a:rPr lang="en-US" sz="1100" dirty="0"/>
                        <a:t>per company code</a:t>
                      </a:r>
                    </a:p>
                  </a:txBody>
                  <a:tcPr/>
                </a:tc>
                <a:extLst>
                  <a:ext uri="{0D108BD9-81ED-4DB2-BD59-A6C34878D82A}">
                    <a16:rowId xmlns:a16="http://schemas.microsoft.com/office/drawing/2014/main" val="1326093241"/>
                  </a:ext>
                </a:extLst>
              </a:tr>
            </a:tbl>
          </a:graphicData>
        </a:graphic>
      </p:graphicFrame>
      <p:graphicFrame>
        <p:nvGraphicFramePr>
          <p:cNvPr id="24" name="Table 23">
            <a:extLst>
              <a:ext uri="{FF2B5EF4-FFF2-40B4-BE49-F238E27FC236}">
                <a16:creationId xmlns:a16="http://schemas.microsoft.com/office/drawing/2014/main" id="{0FCB5760-BFB0-75FD-71FC-6B7902E92D88}"/>
              </a:ext>
            </a:extLst>
          </p:cNvPr>
          <p:cNvGraphicFramePr>
            <a:graphicFrameLocks noGrp="1"/>
          </p:cNvGraphicFramePr>
          <p:nvPr>
            <p:extLst>
              <p:ext uri="{D42A27DB-BD31-4B8C-83A1-F6EECF244321}">
                <p14:modId xmlns:p14="http://schemas.microsoft.com/office/powerpoint/2010/main" val="1569840559"/>
              </p:ext>
            </p:extLst>
          </p:nvPr>
        </p:nvGraphicFramePr>
        <p:xfrm>
          <a:off x="6243735" y="4537348"/>
          <a:ext cx="5390131" cy="1036320"/>
        </p:xfrm>
        <a:graphic>
          <a:graphicData uri="http://schemas.openxmlformats.org/drawingml/2006/table">
            <a:tbl>
              <a:tblPr firstRow="1" bandRow="1">
                <a:tableStyleId>{69012ECD-51FC-41F1-AA8D-1B2483CD663E}</a:tableStyleId>
              </a:tblPr>
              <a:tblGrid>
                <a:gridCol w="5390131">
                  <a:extLst>
                    <a:ext uri="{9D8B030D-6E8A-4147-A177-3AD203B41FA5}">
                      <a16:colId xmlns:a16="http://schemas.microsoft.com/office/drawing/2014/main" val="832773323"/>
                    </a:ext>
                  </a:extLst>
                </a:gridCol>
              </a:tblGrid>
              <a:tr h="221331">
                <a:tc>
                  <a:txBody>
                    <a:bodyPr/>
                    <a:lstStyle/>
                    <a:p>
                      <a:r>
                        <a:rPr lang="en-US" sz="1100">
                          <a:solidFill>
                            <a:schemeClr val="tx1"/>
                          </a:solidFill>
                        </a:rPr>
                        <a:t>Notes</a:t>
                      </a:r>
                      <a:endParaRPr lang="en-DE" sz="1100">
                        <a:solidFill>
                          <a:schemeClr val="tx1"/>
                        </a:solidFill>
                      </a:endParaRPr>
                    </a:p>
                  </a:txBody>
                  <a:tcPr/>
                </a:tc>
                <a:extLst>
                  <a:ext uri="{0D108BD9-81ED-4DB2-BD59-A6C34878D82A}">
                    <a16:rowId xmlns:a16="http://schemas.microsoft.com/office/drawing/2014/main" val="751639147"/>
                  </a:ext>
                </a:extLst>
              </a:tr>
              <a:tr h="146987">
                <a:tc>
                  <a:txBody>
                    <a:bodyPr/>
                    <a:lstStyle/>
                    <a:p>
                      <a:pPr marL="285750" indent="-285750" algn="l" defTabSz="914400" rtl="0" eaLnBrk="1" latinLnBrk="0" hangingPunct="1">
                        <a:buFont typeface="Arial" panose="020B0604020202020204" pitchFamily="34" charset="0"/>
                        <a:buChar char="•"/>
                      </a:pPr>
                      <a:r>
                        <a:rPr lang="en-US" sz="1100" kern="1200">
                          <a:solidFill>
                            <a:schemeClr val="tx1"/>
                          </a:solidFill>
                          <a:latin typeface="+mn-lt"/>
                          <a:ea typeface="+mn-ea"/>
                          <a:cs typeface="+mn-cs"/>
                        </a:rPr>
                        <a:t>represents a buyer or a group of buyers responsible for specific proc. activities</a:t>
                      </a:r>
                    </a:p>
                  </a:txBody>
                  <a:tcPr/>
                </a:tc>
                <a:extLst>
                  <a:ext uri="{0D108BD9-81ED-4DB2-BD59-A6C34878D82A}">
                    <a16:rowId xmlns:a16="http://schemas.microsoft.com/office/drawing/2014/main" val="3805573649"/>
                  </a:ext>
                </a:extLst>
              </a:tr>
              <a:tr h="165975">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white"/>
                          </a:solidFill>
                          <a:effectLst/>
                          <a:uLnTx/>
                          <a:uFillTx/>
                          <a:latin typeface="+mn-lt"/>
                          <a:ea typeface="+mn-ea"/>
                          <a:cs typeface="+mn-cs"/>
                        </a:rPr>
                        <a:t>PR: F</a:t>
                      </a:r>
                      <a:r>
                        <a:rPr kumimoji="0" lang="en-US" sz="1100" b="0" i="1" u="none" strike="noStrike" kern="1200" cap="none" spc="0" normalizeH="0" baseline="0" noProof="0">
                          <a:ln>
                            <a:noFill/>
                          </a:ln>
                          <a:solidFill>
                            <a:prstClr val="white"/>
                          </a:solidFill>
                          <a:effectLst/>
                          <a:uLnTx/>
                          <a:uFillTx/>
                          <a:latin typeface="+mn-lt"/>
                          <a:ea typeface="+mn-ea"/>
                          <a:cs typeface="+mn-cs"/>
                        </a:rPr>
                        <a:t>xx</a:t>
                      </a:r>
                      <a:r>
                        <a:rPr kumimoji="0" lang="en-US" sz="1100" b="0" i="0" u="none" strike="noStrike" kern="1200" cap="none" spc="0" normalizeH="0" baseline="0" noProof="0">
                          <a:ln>
                            <a:noFill/>
                          </a:ln>
                          <a:solidFill>
                            <a:prstClr val="white"/>
                          </a:solidFill>
                          <a:effectLst/>
                          <a:uLnTx/>
                          <a:uFillTx/>
                          <a:latin typeface="+mn-lt"/>
                          <a:ea typeface="+mn-ea"/>
                          <a:cs typeface="+mn-cs"/>
                        </a:rPr>
                        <a:t> – SRE Functional Group</a:t>
                      </a:r>
                    </a:p>
                  </a:txBody>
                  <a:tcPr/>
                </a:tc>
                <a:extLst>
                  <a:ext uri="{0D108BD9-81ED-4DB2-BD59-A6C34878D82A}">
                    <a16:rowId xmlns:a16="http://schemas.microsoft.com/office/drawing/2014/main" val="566172184"/>
                  </a:ext>
                </a:extLst>
              </a:tr>
              <a:tr h="172785">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white"/>
                          </a:solidFill>
                          <a:effectLst/>
                          <a:highlight>
                            <a:srgbClr val="800080"/>
                          </a:highlight>
                          <a:uLnTx/>
                          <a:uFillTx/>
                          <a:latin typeface="+mn-lt"/>
                          <a:ea typeface="+mn-ea"/>
                          <a:cs typeface="+mn-cs"/>
                        </a:rPr>
                        <a:t>PO: individual groups are used to assign a PR to the respective Purchaser (I</a:t>
                      </a:r>
                      <a:r>
                        <a:rPr kumimoji="0" lang="en-US" sz="1100" b="0" i="1" u="none" strike="noStrike" kern="1200" cap="none" spc="0" normalizeH="0" baseline="0" noProof="0">
                          <a:ln>
                            <a:noFill/>
                          </a:ln>
                          <a:solidFill>
                            <a:prstClr val="white"/>
                          </a:solidFill>
                          <a:effectLst/>
                          <a:highlight>
                            <a:srgbClr val="800080"/>
                          </a:highlight>
                          <a:uLnTx/>
                          <a:uFillTx/>
                          <a:latin typeface="+mn-lt"/>
                          <a:ea typeface="+mn-ea"/>
                          <a:cs typeface="+mn-cs"/>
                        </a:rPr>
                        <a:t>xx</a:t>
                      </a:r>
                      <a:r>
                        <a:rPr kumimoji="0" lang="en-US" sz="1100" b="0" i="0" u="none" strike="noStrike" kern="1200" cap="none" spc="0" normalizeH="0" baseline="0" noProof="0">
                          <a:ln>
                            <a:noFill/>
                          </a:ln>
                          <a:solidFill>
                            <a:prstClr val="white"/>
                          </a:solidFill>
                          <a:effectLst/>
                          <a:highlight>
                            <a:srgbClr val="800080"/>
                          </a:highlight>
                          <a:uLnTx/>
                          <a:uFillTx/>
                          <a:latin typeface="+mn-lt"/>
                          <a:ea typeface="+mn-ea"/>
                          <a:cs typeface="+mn-cs"/>
                        </a:rPr>
                        <a:t>)</a:t>
                      </a:r>
                    </a:p>
                  </a:txBody>
                  <a:tcPr/>
                </a:tc>
                <a:extLst>
                  <a:ext uri="{0D108BD9-81ED-4DB2-BD59-A6C34878D82A}">
                    <a16:rowId xmlns:a16="http://schemas.microsoft.com/office/drawing/2014/main" val="1497680521"/>
                  </a:ext>
                </a:extLst>
              </a:tr>
            </a:tbl>
          </a:graphicData>
        </a:graphic>
      </p:graphicFrame>
      <p:sp>
        <p:nvSpPr>
          <p:cNvPr id="25" name="TextBox 24">
            <a:extLst>
              <a:ext uri="{FF2B5EF4-FFF2-40B4-BE49-F238E27FC236}">
                <a16:creationId xmlns:a16="http://schemas.microsoft.com/office/drawing/2014/main" id="{BD8FE388-147D-58C1-E083-1A6754C73CE4}"/>
              </a:ext>
            </a:extLst>
          </p:cNvPr>
          <p:cNvSpPr txBox="1"/>
          <p:nvPr/>
        </p:nvSpPr>
        <p:spPr>
          <a:xfrm rot="603247">
            <a:off x="9268317" y="431527"/>
            <a:ext cx="2393925" cy="276999"/>
          </a:xfrm>
          <a:prstGeom prst="rect">
            <a:avLst/>
          </a:prstGeom>
          <a:solidFill>
            <a:srgbClr val="FF9000"/>
          </a:solidFill>
        </p:spPr>
        <p:txBody>
          <a:bodyPr wrap="none" lIns="0" tIns="0" rIns="0" bIns="0" rtlCol="0">
            <a:spAutoFit/>
          </a:bodyPr>
          <a:lstStyle/>
          <a:p>
            <a:pPr algn="l"/>
            <a:r>
              <a:rPr lang="en-US"/>
              <a:t>To be UPDATED by Ajit</a:t>
            </a:r>
            <a:endParaRPr lang="en-DE"/>
          </a:p>
        </p:txBody>
      </p:sp>
    </p:spTree>
    <p:extLst>
      <p:ext uri="{BB962C8B-B14F-4D97-AF65-F5344CB8AC3E}">
        <p14:creationId xmlns:p14="http://schemas.microsoft.com/office/powerpoint/2010/main" val="31325465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1577221-EE25-B1B8-8003-80A58AD01FCD}"/>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Arial"/>
                <a:ea typeface="+mn-ea"/>
                <a:cs typeface="+mn-cs"/>
              </a:rPr>
              <a:t>Restricted | © Siemens 2024 | SHERPA X DEPA | 2024-01</a:t>
            </a:r>
          </a:p>
        </p:txBody>
      </p:sp>
      <p:sp>
        <p:nvSpPr>
          <p:cNvPr id="4" name="Slide Number Placeholder 3">
            <a:extLst>
              <a:ext uri="{FF2B5EF4-FFF2-40B4-BE49-F238E27FC236}">
                <a16:creationId xmlns:a16="http://schemas.microsoft.com/office/drawing/2014/main" id="{45021801-F46F-354E-47F8-748F1E144D11}"/>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
        <p:nvSpPr>
          <p:cNvPr id="5" name="Title 1">
            <a:extLst>
              <a:ext uri="{FF2B5EF4-FFF2-40B4-BE49-F238E27FC236}">
                <a16:creationId xmlns:a16="http://schemas.microsoft.com/office/drawing/2014/main" id="{6D05694E-72C1-B8C7-1CB2-517D182017A3}"/>
              </a:ext>
            </a:extLst>
          </p:cNvPr>
          <p:cNvSpPr>
            <a:spLocks noGrp="1"/>
          </p:cNvSpPr>
          <p:nvPr>
            <p:ph type="title"/>
          </p:nvPr>
        </p:nvSpPr>
        <p:spPr>
          <a:xfrm>
            <a:off x="273944" y="380464"/>
            <a:ext cx="9863997" cy="295095"/>
          </a:xfrm>
        </p:spPr>
        <p:txBody>
          <a:bodyPr/>
          <a:lstStyle/>
          <a:p>
            <a:r>
              <a:rPr lang="en-US">
                <a:solidFill>
                  <a:srgbClr val="00BEDC"/>
                </a:solidFill>
              </a:rPr>
              <a:t>SRE Direct Process</a:t>
            </a:r>
          </a:p>
        </p:txBody>
      </p:sp>
      <p:sp>
        <p:nvSpPr>
          <p:cNvPr id="12" name="Flowchart: Terminator 11">
            <a:extLst>
              <a:ext uri="{FF2B5EF4-FFF2-40B4-BE49-F238E27FC236}">
                <a16:creationId xmlns:a16="http://schemas.microsoft.com/office/drawing/2014/main" id="{C34BE62B-78E2-9918-C8EA-7273C93F31C1}"/>
              </a:ext>
            </a:extLst>
          </p:cNvPr>
          <p:cNvSpPr/>
          <p:nvPr/>
        </p:nvSpPr>
        <p:spPr>
          <a:xfrm>
            <a:off x="1364593" y="1027373"/>
            <a:ext cx="719171" cy="240348"/>
          </a:xfrm>
          <a:prstGeom prst="flowChartTermina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white"/>
                </a:solidFill>
                <a:effectLst/>
                <a:uLnTx/>
                <a:uFillTx/>
                <a:latin typeface="Arial"/>
                <a:ea typeface="+mn-ea"/>
                <a:cs typeface="+mn-cs"/>
              </a:rPr>
              <a:t>Start</a:t>
            </a:r>
            <a:endParaRPr kumimoji="0" lang="en-US" sz="800" b="0" i="0" u="none" strike="noStrike" kern="1200" cap="none" spc="0" normalizeH="0" baseline="0" noProof="0">
              <a:ln>
                <a:noFill/>
              </a:ln>
              <a:solidFill>
                <a:prstClr val="white"/>
              </a:solidFill>
              <a:effectLst/>
              <a:uLnTx/>
              <a:uFillTx/>
              <a:latin typeface="Arial"/>
              <a:ea typeface="+mn-ea"/>
              <a:cs typeface="+mn-cs"/>
            </a:endParaRPr>
          </a:p>
        </p:txBody>
      </p:sp>
      <p:sp>
        <p:nvSpPr>
          <p:cNvPr id="9" name="Rectangle: Rounded Corners 8">
            <a:extLst>
              <a:ext uri="{FF2B5EF4-FFF2-40B4-BE49-F238E27FC236}">
                <a16:creationId xmlns:a16="http://schemas.microsoft.com/office/drawing/2014/main" id="{B371C429-30E7-A048-44B2-818CC1283AA1}"/>
              </a:ext>
            </a:extLst>
          </p:cNvPr>
          <p:cNvSpPr/>
          <p:nvPr/>
        </p:nvSpPr>
        <p:spPr>
          <a:xfrm rot="16200000">
            <a:off x="114786" y="4675189"/>
            <a:ext cx="1073880"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Purchaser</a:t>
            </a:r>
          </a:p>
        </p:txBody>
      </p:sp>
      <p:sp>
        <p:nvSpPr>
          <p:cNvPr id="13" name="Flowchart: Decision 12">
            <a:extLst>
              <a:ext uri="{FF2B5EF4-FFF2-40B4-BE49-F238E27FC236}">
                <a16:creationId xmlns:a16="http://schemas.microsoft.com/office/drawing/2014/main" id="{D51BE424-EAC0-EBBA-A6E0-B8781D57704F}"/>
              </a:ext>
            </a:extLst>
          </p:cNvPr>
          <p:cNvSpPr/>
          <p:nvPr/>
        </p:nvSpPr>
        <p:spPr>
          <a:xfrm>
            <a:off x="6552862" y="4551842"/>
            <a:ext cx="1188000" cy="540000"/>
          </a:xfrm>
          <a:prstGeom prst="flowChartDecisi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Is PO  &gt;50K EUR ?</a:t>
            </a:r>
          </a:p>
        </p:txBody>
      </p:sp>
      <p:sp>
        <p:nvSpPr>
          <p:cNvPr id="14" name="Flowchart: Alternate Process 13">
            <a:extLst>
              <a:ext uri="{FF2B5EF4-FFF2-40B4-BE49-F238E27FC236}">
                <a16:creationId xmlns:a16="http://schemas.microsoft.com/office/drawing/2014/main" id="{CD0E3385-EBF6-34C7-AE35-F8F0D5839CFC}"/>
              </a:ext>
            </a:extLst>
          </p:cNvPr>
          <p:cNvSpPr/>
          <p:nvPr>
            <p:custDataLst>
              <p:tags r:id="rId1"/>
            </p:custDataLst>
          </p:nvPr>
        </p:nvSpPr>
        <p:spPr>
          <a:xfrm>
            <a:off x="2618445" y="4551842"/>
            <a:ext cx="702026" cy="540000"/>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rial"/>
                <a:ea typeface="+mn-ea"/>
                <a:cs typeface="+mn-cs"/>
              </a:rPr>
              <a:t>Finalize PR</a:t>
            </a:r>
          </a:p>
        </p:txBody>
      </p:sp>
      <p:sp>
        <p:nvSpPr>
          <p:cNvPr id="15" name="Flowchart: Alternate Process 14">
            <a:extLst>
              <a:ext uri="{FF2B5EF4-FFF2-40B4-BE49-F238E27FC236}">
                <a16:creationId xmlns:a16="http://schemas.microsoft.com/office/drawing/2014/main" id="{CF817745-97AA-C8DE-5584-0BAA29BF8D0D}"/>
              </a:ext>
            </a:extLst>
          </p:cNvPr>
          <p:cNvSpPr/>
          <p:nvPr>
            <p:custDataLst>
              <p:tags r:id="rId2"/>
            </p:custDataLst>
          </p:nvPr>
        </p:nvSpPr>
        <p:spPr>
          <a:xfrm>
            <a:off x="3612097" y="4551842"/>
            <a:ext cx="1008000" cy="540000"/>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Create PO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rial"/>
              <a:ea typeface="+mn-ea"/>
              <a:cs typeface="+mn-cs"/>
            </a:endParaRPr>
          </a:p>
        </p:txBody>
      </p:sp>
      <p:sp>
        <p:nvSpPr>
          <p:cNvPr id="18" name="Rectangle: Rounded Corners 17">
            <a:extLst>
              <a:ext uri="{FF2B5EF4-FFF2-40B4-BE49-F238E27FC236}">
                <a16:creationId xmlns:a16="http://schemas.microsoft.com/office/drawing/2014/main" id="{FCF7E536-E6A7-2DA3-13B4-70A4F8BA539B}"/>
              </a:ext>
            </a:extLst>
          </p:cNvPr>
          <p:cNvSpPr/>
          <p:nvPr/>
        </p:nvSpPr>
        <p:spPr>
          <a:xfrm>
            <a:off x="968979" y="4354250"/>
            <a:ext cx="8330469" cy="107388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9" name="Flowchart: Alternate Process 18">
            <a:extLst>
              <a:ext uri="{FF2B5EF4-FFF2-40B4-BE49-F238E27FC236}">
                <a16:creationId xmlns:a16="http://schemas.microsoft.com/office/drawing/2014/main" id="{B45833BE-94A0-8D01-EAB2-988267B0E027}"/>
              </a:ext>
            </a:extLst>
          </p:cNvPr>
          <p:cNvSpPr/>
          <p:nvPr/>
        </p:nvSpPr>
        <p:spPr>
          <a:xfrm>
            <a:off x="10587777" y="5594593"/>
            <a:ext cx="1008000" cy="540000"/>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Supplier</a:t>
            </a:r>
          </a:p>
        </p:txBody>
      </p:sp>
      <p:sp>
        <p:nvSpPr>
          <p:cNvPr id="29" name="TextBox 28">
            <a:extLst>
              <a:ext uri="{FF2B5EF4-FFF2-40B4-BE49-F238E27FC236}">
                <a16:creationId xmlns:a16="http://schemas.microsoft.com/office/drawing/2014/main" id="{C1D059F8-C90C-0304-6231-7D10B9BD5777}"/>
              </a:ext>
            </a:extLst>
          </p:cNvPr>
          <p:cNvSpPr txBox="1"/>
          <p:nvPr>
            <p:custDataLst>
              <p:tags r:id="rId3"/>
            </p:custDataLst>
          </p:nvPr>
        </p:nvSpPr>
        <p:spPr>
          <a:xfrm>
            <a:off x="2396750" y="4638316"/>
            <a:ext cx="134652"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white"/>
                </a:solidFill>
                <a:effectLst/>
                <a:uLnTx/>
                <a:uFillTx/>
                <a:latin typeface="Arial"/>
                <a:ea typeface="+mn-ea"/>
                <a:cs typeface="+mn-cs"/>
              </a:rPr>
              <a:t>NO</a:t>
            </a:r>
          </a:p>
        </p:txBody>
      </p:sp>
      <p:sp>
        <p:nvSpPr>
          <p:cNvPr id="30" name="TextBox 29">
            <a:extLst>
              <a:ext uri="{FF2B5EF4-FFF2-40B4-BE49-F238E27FC236}">
                <a16:creationId xmlns:a16="http://schemas.microsoft.com/office/drawing/2014/main" id="{59CC09F2-6342-B9C6-3BE8-3149B8AC573A}"/>
              </a:ext>
            </a:extLst>
          </p:cNvPr>
          <p:cNvSpPr txBox="1"/>
          <p:nvPr>
            <p:custDataLst>
              <p:tags r:id="rId4"/>
            </p:custDataLst>
          </p:nvPr>
        </p:nvSpPr>
        <p:spPr>
          <a:xfrm>
            <a:off x="1847976" y="5106127"/>
            <a:ext cx="158698"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white"/>
                </a:solidFill>
                <a:effectLst/>
                <a:uLnTx/>
                <a:uFillTx/>
                <a:latin typeface="Arial"/>
                <a:ea typeface="+mn-ea"/>
                <a:cs typeface="+mn-cs"/>
              </a:rPr>
              <a:t>Yes</a:t>
            </a:r>
          </a:p>
        </p:txBody>
      </p:sp>
      <p:cxnSp>
        <p:nvCxnSpPr>
          <p:cNvPr id="43" name="Connector: Elbow 42">
            <a:extLst>
              <a:ext uri="{FF2B5EF4-FFF2-40B4-BE49-F238E27FC236}">
                <a16:creationId xmlns:a16="http://schemas.microsoft.com/office/drawing/2014/main" id="{5B6A9589-3875-C707-64BF-5F57461921CC}"/>
              </a:ext>
            </a:extLst>
          </p:cNvPr>
          <p:cNvCxnSpPr>
            <a:cxnSpLocks/>
            <a:endCxn id="15" idx="2"/>
          </p:cNvCxnSpPr>
          <p:nvPr/>
        </p:nvCxnSpPr>
        <p:spPr>
          <a:xfrm>
            <a:off x="1740129" y="5060844"/>
            <a:ext cx="2375968" cy="30998"/>
          </a:xfrm>
          <a:prstGeom prst="bentConnector4">
            <a:avLst>
              <a:gd name="adj1" fmla="val -53"/>
              <a:gd name="adj2" fmla="val 837467"/>
            </a:avLst>
          </a:prstGeom>
          <a:ln w="19050">
            <a:solidFill>
              <a:srgbClr val="F3F3F0"/>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2D456F2-8B40-F86C-7AC8-3F01A389E830}"/>
              </a:ext>
            </a:extLst>
          </p:cNvPr>
          <p:cNvCxnSpPr>
            <a:cxnSpLocks/>
            <a:stCxn id="14" idx="3"/>
            <a:endCxn id="15" idx="1"/>
          </p:cNvCxnSpPr>
          <p:nvPr/>
        </p:nvCxnSpPr>
        <p:spPr>
          <a:xfrm>
            <a:off x="3320471" y="4821842"/>
            <a:ext cx="291626" cy="0"/>
          </a:xfrm>
          <a:prstGeom prst="straightConnector1">
            <a:avLst/>
          </a:prstGeom>
          <a:ln w="19050">
            <a:solidFill>
              <a:srgbClr val="F3F3F0"/>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E68A6716-20FA-456E-CDB2-5046342117D5}"/>
              </a:ext>
            </a:extLst>
          </p:cNvPr>
          <p:cNvSpPr/>
          <p:nvPr/>
        </p:nvSpPr>
        <p:spPr>
          <a:xfrm>
            <a:off x="926898" y="1725426"/>
            <a:ext cx="8372550" cy="852555"/>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Rectangle: Rounded Corners 6">
            <a:extLst>
              <a:ext uri="{FF2B5EF4-FFF2-40B4-BE49-F238E27FC236}">
                <a16:creationId xmlns:a16="http://schemas.microsoft.com/office/drawing/2014/main" id="{BB172B5A-28C1-F53B-7357-AF6F7A2C3EFB}"/>
              </a:ext>
            </a:extLst>
          </p:cNvPr>
          <p:cNvSpPr/>
          <p:nvPr/>
        </p:nvSpPr>
        <p:spPr>
          <a:xfrm rot="16200000">
            <a:off x="153780" y="1894028"/>
            <a:ext cx="950882" cy="472954"/>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Requisitioner</a:t>
            </a:r>
          </a:p>
        </p:txBody>
      </p:sp>
      <p:sp>
        <p:nvSpPr>
          <p:cNvPr id="11" name="Flowchart: Alternate Process 10">
            <a:extLst>
              <a:ext uri="{FF2B5EF4-FFF2-40B4-BE49-F238E27FC236}">
                <a16:creationId xmlns:a16="http://schemas.microsoft.com/office/drawing/2014/main" id="{2CDE9C4A-4EC3-BD31-DD64-ABEAA1FEBDB9}"/>
              </a:ext>
            </a:extLst>
          </p:cNvPr>
          <p:cNvSpPr/>
          <p:nvPr/>
        </p:nvSpPr>
        <p:spPr>
          <a:xfrm>
            <a:off x="1068178" y="1979776"/>
            <a:ext cx="1320381" cy="540000"/>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white"/>
                </a:solidFill>
                <a:effectLst/>
                <a:uLnTx/>
                <a:uFillTx/>
                <a:latin typeface="Arial"/>
                <a:ea typeface="+mn-ea"/>
                <a:cs typeface="+mn-cs"/>
              </a:rPr>
              <a:t>Create </a:t>
            </a:r>
            <a:r>
              <a:rPr kumimoji="0" lang="en-US" sz="800" b="0" i="0" u="none" strike="noStrike" kern="1200" cap="none" spc="0" normalizeH="0" baseline="0" noProof="0">
                <a:ln>
                  <a:noFill/>
                </a:ln>
                <a:solidFill>
                  <a:prstClr val="white"/>
                </a:solidFill>
                <a:effectLst/>
                <a:uLnTx/>
                <a:uFillTx/>
                <a:latin typeface="Arial"/>
                <a:ea typeface="+mn-ea"/>
                <a:cs typeface="+mn-cs"/>
              </a:rPr>
              <a:t>PR in SAP S/4 &amp; Review the PR details in BTP</a:t>
            </a:r>
          </a:p>
        </p:txBody>
      </p:sp>
      <p:sp>
        <p:nvSpPr>
          <p:cNvPr id="75" name="Rectangle: Rounded Corners 74">
            <a:extLst>
              <a:ext uri="{FF2B5EF4-FFF2-40B4-BE49-F238E27FC236}">
                <a16:creationId xmlns:a16="http://schemas.microsoft.com/office/drawing/2014/main" id="{83A5D4FE-EED1-5EFB-7012-FD87FF148759}"/>
              </a:ext>
            </a:extLst>
          </p:cNvPr>
          <p:cNvSpPr/>
          <p:nvPr/>
        </p:nvSpPr>
        <p:spPr>
          <a:xfrm rot="16200000">
            <a:off x="255564" y="2827730"/>
            <a:ext cx="737422" cy="43132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Buyer</a:t>
            </a:r>
          </a:p>
        </p:txBody>
      </p:sp>
      <p:sp>
        <p:nvSpPr>
          <p:cNvPr id="76" name="Rectangle: Rounded Corners 75">
            <a:extLst>
              <a:ext uri="{FF2B5EF4-FFF2-40B4-BE49-F238E27FC236}">
                <a16:creationId xmlns:a16="http://schemas.microsoft.com/office/drawing/2014/main" id="{4306AC1C-B7E0-74D6-C9C0-BA3CA108F123}"/>
              </a:ext>
            </a:extLst>
          </p:cNvPr>
          <p:cNvSpPr/>
          <p:nvPr/>
        </p:nvSpPr>
        <p:spPr>
          <a:xfrm>
            <a:off x="944414" y="2674682"/>
            <a:ext cx="8355034" cy="664549"/>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6" name="Flowchart: Alternate Process 55">
            <a:extLst>
              <a:ext uri="{FF2B5EF4-FFF2-40B4-BE49-F238E27FC236}">
                <a16:creationId xmlns:a16="http://schemas.microsoft.com/office/drawing/2014/main" id="{A3C87B6E-6243-489A-EB10-D0E381B6E51E}"/>
              </a:ext>
            </a:extLst>
          </p:cNvPr>
          <p:cNvSpPr/>
          <p:nvPr/>
        </p:nvSpPr>
        <p:spPr>
          <a:xfrm>
            <a:off x="1068178" y="2745823"/>
            <a:ext cx="1320381" cy="495943"/>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Assign PR to individual  Purchaser</a:t>
            </a:r>
          </a:p>
        </p:txBody>
      </p:sp>
      <p:sp>
        <p:nvSpPr>
          <p:cNvPr id="10" name="Rectangle: Rounded Corners 9">
            <a:extLst>
              <a:ext uri="{FF2B5EF4-FFF2-40B4-BE49-F238E27FC236}">
                <a16:creationId xmlns:a16="http://schemas.microsoft.com/office/drawing/2014/main" id="{7B6C9DCD-3EA1-A3F0-0368-245C612061DA}"/>
              </a:ext>
            </a:extLst>
          </p:cNvPr>
          <p:cNvSpPr/>
          <p:nvPr/>
        </p:nvSpPr>
        <p:spPr>
          <a:xfrm rot="16200000">
            <a:off x="250302" y="3690692"/>
            <a:ext cx="790150" cy="44424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Expert</a:t>
            </a:r>
          </a:p>
        </p:txBody>
      </p:sp>
      <p:sp>
        <p:nvSpPr>
          <p:cNvPr id="21" name="Rectangle: Rounded Corners 20">
            <a:extLst>
              <a:ext uri="{FF2B5EF4-FFF2-40B4-BE49-F238E27FC236}">
                <a16:creationId xmlns:a16="http://schemas.microsoft.com/office/drawing/2014/main" id="{9142256F-3C13-5574-3B4C-65B169E03177}"/>
              </a:ext>
            </a:extLst>
          </p:cNvPr>
          <p:cNvSpPr/>
          <p:nvPr/>
        </p:nvSpPr>
        <p:spPr>
          <a:xfrm>
            <a:off x="968979" y="3421874"/>
            <a:ext cx="8330469" cy="81412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cxnSp>
        <p:nvCxnSpPr>
          <p:cNvPr id="28" name="Connector: Elbow 27">
            <a:extLst>
              <a:ext uri="{FF2B5EF4-FFF2-40B4-BE49-F238E27FC236}">
                <a16:creationId xmlns:a16="http://schemas.microsoft.com/office/drawing/2014/main" id="{6D4AC164-22D0-E459-AACE-2FC057242265}"/>
              </a:ext>
            </a:extLst>
          </p:cNvPr>
          <p:cNvCxnSpPr>
            <a:cxnSpLocks/>
            <a:stCxn id="56" idx="2"/>
          </p:cNvCxnSpPr>
          <p:nvPr/>
        </p:nvCxnSpPr>
        <p:spPr>
          <a:xfrm rot="16200000" flipH="1">
            <a:off x="1062214" y="3907921"/>
            <a:ext cx="1335864" cy="3554"/>
          </a:xfrm>
          <a:prstGeom prst="bentConnector3">
            <a:avLst>
              <a:gd name="adj1" fmla="val 50000"/>
            </a:avLst>
          </a:prstGeom>
          <a:ln w="19050">
            <a:solidFill>
              <a:srgbClr val="F3F3F0"/>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849132CF-B155-F3D5-33E0-C5521A37C287}"/>
              </a:ext>
            </a:extLst>
          </p:cNvPr>
          <p:cNvSpPr/>
          <p:nvPr/>
        </p:nvSpPr>
        <p:spPr>
          <a:xfrm rot="16200000">
            <a:off x="253897" y="5685108"/>
            <a:ext cx="782959" cy="4684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a:ea typeface="+mn-ea"/>
                <a:cs typeface="+mn-cs"/>
              </a:rPr>
              <a:t>Approver</a:t>
            </a:r>
          </a:p>
        </p:txBody>
      </p:sp>
      <p:sp>
        <p:nvSpPr>
          <p:cNvPr id="17" name="Rectangle: Rounded Corners 16">
            <a:extLst>
              <a:ext uri="{FF2B5EF4-FFF2-40B4-BE49-F238E27FC236}">
                <a16:creationId xmlns:a16="http://schemas.microsoft.com/office/drawing/2014/main" id="{DB4DB8E9-76C5-C465-66B0-B737FCD9C09E}"/>
              </a:ext>
            </a:extLst>
          </p:cNvPr>
          <p:cNvSpPr/>
          <p:nvPr/>
        </p:nvSpPr>
        <p:spPr>
          <a:xfrm>
            <a:off x="980839" y="5497990"/>
            <a:ext cx="8318610" cy="7912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86" name="Flowchart: Predefined Process 185">
            <a:extLst>
              <a:ext uri="{FF2B5EF4-FFF2-40B4-BE49-F238E27FC236}">
                <a16:creationId xmlns:a16="http://schemas.microsoft.com/office/drawing/2014/main" id="{6EB63E7E-36B4-C0B0-98FB-EF8C0CB5E9CB}"/>
              </a:ext>
            </a:extLst>
          </p:cNvPr>
          <p:cNvSpPr/>
          <p:nvPr/>
        </p:nvSpPr>
        <p:spPr>
          <a:xfrm>
            <a:off x="7600906" y="5625723"/>
            <a:ext cx="1387645" cy="509458"/>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Approve PO - SAT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(max. 2 levels)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(Commercial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Technical)</a:t>
            </a:r>
          </a:p>
        </p:txBody>
      </p:sp>
      <p:cxnSp>
        <p:nvCxnSpPr>
          <p:cNvPr id="209" name="Connector: Elbow 208">
            <a:extLst>
              <a:ext uri="{FF2B5EF4-FFF2-40B4-BE49-F238E27FC236}">
                <a16:creationId xmlns:a16="http://schemas.microsoft.com/office/drawing/2014/main" id="{812B0FEE-A5B6-7CD1-47C1-FF9D8311BF78}"/>
              </a:ext>
            </a:extLst>
          </p:cNvPr>
          <p:cNvCxnSpPr>
            <a:cxnSpLocks/>
            <a:stCxn id="12" idx="2"/>
            <a:endCxn id="11" idx="0"/>
          </p:cNvCxnSpPr>
          <p:nvPr/>
        </p:nvCxnSpPr>
        <p:spPr>
          <a:xfrm rot="16200000" flipH="1">
            <a:off x="1370247" y="1621653"/>
            <a:ext cx="712055" cy="4190"/>
          </a:xfrm>
          <a:prstGeom prst="bentConnector3">
            <a:avLst>
              <a:gd name="adj1" fmla="val 50000"/>
            </a:avLst>
          </a:prstGeom>
          <a:ln w="19050">
            <a:solidFill>
              <a:srgbClr val="F3F3F0"/>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61C4ACE5-D88A-AB50-E135-85C441BDA05B}"/>
              </a:ext>
            </a:extLst>
          </p:cNvPr>
          <p:cNvSpPr txBox="1"/>
          <p:nvPr/>
        </p:nvSpPr>
        <p:spPr>
          <a:xfrm>
            <a:off x="9353443" y="5489804"/>
            <a:ext cx="1522373" cy="246221"/>
          </a:xfrm>
          <a:prstGeom prst="rect">
            <a:avLst/>
          </a:prstGeom>
          <a:noFill/>
          <a:ln w="19050">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rial"/>
                <a:ea typeface="+mn-ea"/>
                <a:cs typeface="+mn-cs"/>
              </a:rPr>
              <a:t> Send PO to supplier via Print/EDI/Email</a:t>
            </a:r>
            <a:endParaRPr kumimoji="0" lang="en-DE" sz="800" b="0" i="0" u="none" strike="noStrike" kern="1200" cap="none" spc="0" normalizeH="0" baseline="0" noProof="0" dirty="0">
              <a:ln>
                <a:noFill/>
              </a:ln>
              <a:solidFill>
                <a:prstClr val="white"/>
              </a:solidFill>
              <a:effectLst/>
              <a:uLnTx/>
              <a:uFillTx/>
              <a:latin typeface="Arial"/>
              <a:ea typeface="+mn-ea"/>
              <a:cs typeface="+mn-cs"/>
            </a:endParaRPr>
          </a:p>
        </p:txBody>
      </p:sp>
      <p:sp>
        <p:nvSpPr>
          <p:cNvPr id="73" name="Flowchart: Predefined Process 72">
            <a:extLst>
              <a:ext uri="{FF2B5EF4-FFF2-40B4-BE49-F238E27FC236}">
                <a16:creationId xmlns:a16="http://schemas.microsoft.com/office/drawing/2014/main" id="{A907BF87-E9E1-142B-D8AF-02AF743E9D0E}"/>
              </a:ext>
            </a:extLst>
          </p:cNvPr>
          <p:cNvSpPr/>
          <p:nvPr/>
        </p:nvSpPr>
        <p:spPr>
          <a:xfrm>
            <a:off x="7600907" y="3621151"/>
            <a:ext cx="1307988" cy="457262"/>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Procurement Expert confirms PO</a:t>
            </a:r>
          </a:p>
        </p:txBody>
      </p:sp>
      <p:sp>
        <p:nvSpPr>
          <p:cNvPr id="134" name="Flowchart: Predefined Process 133">
            <a:extLst>
              <a:ext uri="{FF2B5EF4-FFF2-40B4-BE49-F238E27FC236}">
                <a16:creationId xmlns:a16="http://schemas.microsoft.com/office/drawing/2014/main" id="{39186757-39D1-658D-A3F4-6621F561A0D0}"/>
              </a:ext>
            </a:extLst>
          </p:cNvPr>
          <p:cNvSpPr/>
          <p:nvPr/>
        </p:nvSpPr>
        <p:spPr>
          <a:xfrm>
            <a:off x="5010123" y="4575997"/>
            <a:ext cx="1235875" cy="484846"/>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rial"/>
                <a:ea typeface="+mn-ea"/>
                <a:cs typeface="+mn-cs"/>
              </a:rPr>
              <a:t>Purchaser reviews the PO</a:t>
            </a:r>
          </a:p>
        </p:txBody>
      </p:sp>
      <p:cxnSp>
        <p:nvCxnSpPr>
          <p:cNvPr id="139" name="Straight Arrow Connector 138">
            <a:extLst>
              <a:ext uri="{FF2B5EF4-FFF2-40B4-BE49-F238E27FC236}">
                <a16:creationId xmlns:a16="http://schemas.microsoft.com/office/drawing/2014/main" id="{1FAFA6CD-0511-CB3C-558F-449C7A2E7241}"/>
              </a:ext>
            </a:extLst>
          </p:cNvPr>
          <p:cNvCxnSpPr>
            <a:cxnSpLocks/>
            <a:stCxn id="15" idx="3"/>
            <a:endCxn id="134" idx="1"/>
          </p:cNvCxnSpPr>
          <p:nvPr/>
        </p:nvCxnSpPr>
        <p:spPr>
          <a:xfrm flipV="1">
            <a:off x="4620097" y="4818420"/>
            <a:ext cx="390026" cy="3422"/>
          </a:xfrm>
          <a:prstGeom prst="straightConnector1">
            <a:avLst/>
          </a:prstGeom>
          <a:ln w="19050">
            <a:solidFill>
              <a:srgbClr val="F3F3F0"/>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411451E8-C253-B004-AD62-0089328173F2}"/>
              </a:ext>
            </a:extLst>
          </p:cNvPr>
          <p:cNvSpPr txBox="1"/>
          <p:nvPr>
            <p:custDataLst>
              <p:tags r:id="rId5"/>
            </p:custDataLst>
          </p:nvPr>
        </p:nvSpPr>
        <p:spPr>
          <a:xfrm>
            <a:off x="7187828" y="4396683"/>
            <a:ext cx="30095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Arial"/>
                <a:ea typeface="+mn-ea"/>
                <a:cs typeface="+mn-cs"/>
              </a:rPr>
              <a:t>Yes</a:t>
            </a:r>
          </a:p>
        </p:txBody>
      </p:sp>
      <p:sp>
        <p:nvSpPr>
          <p:cNvPr id="145" name="TextBox 144">
            <a:extLst>
              <a:ext uri="{FF2B5EF4-FFF2-40B4-BE49-F238E27FC236}">
                <a16:creationId xmlns:a16="http://schemas.microsoft.com/office/drawing/2014/main" id="{2F5F228D-C43C-1A2A-30B7-A38D3CE73710}"/>
              </a:ext>
            </a:extLst>
          </p:cNvPr>
          <p:cNvSpPr txBox="1"/>
          <p:nvPr>
            <p:custDataLst>
              <p:tags r:id="rId6"/>
            </p:custDataLst>
          </p:nvPr>
        </p:nvSpPr>
        <p:spPr>
          <a:xfrm flipH="1">
            <a:off x="7691058" y="4937954"/>
            <a:ext cx="25120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Arial"/>
                <a:ea typeface="+mn-ea"/>
                <a:cs typeface="+mn-cs"/>
              </a:rPr>
              <a:t>No</a:t>
            </a:r>
          </a:p>
        </p:txBody>
      </p:sp>
      <p:sp>
        <p:nvSpPr>
          <p:cNvPr id="27" name="TextBox 26">
            <a:extLst>
              <a:ext uri="{FF2B5EF4-FFF2-40B4-BE49-F238E27FC236}">
                <a16:creationId xmlns:a16="http://schemas.microsoft.com/office/drawing/2014/main" id="{EC357EE6-DE49-C5B9-F32F-5FC2CE852C95}"/>
              </a:ext>
            </a:extLst>
          </p:cNvPr>
          <p:cNvSpPr txBox="1"/>
          <p:nvPr/>
        </p:nvSpPr>
        <p:spPr>
          <a:xfrm flipH="1">
            <a:off x="9477013" y="5993161"/>
            <a:ext cx="1194003"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Arial"/>
                <a:ea typeface="+mn-ea"/>
                <a:cs typeface="+mn-cs"/>
              </a:rPr>
              <a:t>PO response</a:t>
            </a:r>
            <a:endParaRPr kumimoji="0" lang="en-DE" sz="1000" b="0" i="0" u="none" strike="noStrike" kern="1200" cap="none" spc="0" normalizeH="0" baseline="0" noProof="0" dirty="0">
              <a:ln>
                <a:noFill/>
              </a:ln>
              <a:solidFill>
                <a:prstClr val="white"/>
              </a:solidFill>
              <a:effectLst/>
              <a:uLnTx/>
              <a:uFillTx/>
              <a:latin typeface="Arial"/>
              <a:ea typeface="+mn-ea"/>
              <a:cs typeface="+mn-cs"/>
            </a:endParaRPr>
          </a:p>
        </p:txBody>
      </p:sp>
      <p:sp>
        <p:nvSpPr>
          <p:cNvPr id="47" name="Flowchart: Decision 46">
            <a:extLst>
              <a:ext uri="{FF2B5EF4-FFF2-40B4-BE49-F238E27FC236}">
                <a16:creationId xmlns:a16="http://schemas.microsoft.com/office/drawing/2014/main" id="{16EFF87A-4364-3DD1-9E30-87071304BF23}"/>
              </a:ext>
            </a:extLst>
          </p:cNvPr>
          <p:cNvSpPr/>
          <p:nvPr/>
        </p:nvSpPr>
        <p:spPr>
          <a:xfrm>
            <a:off x="1130178" y="4562070"/>
            <a:ext cx="1188000" cy="540000"/>
          </a:xfrm>
          <a:prstGeom prst="flowChartDecisi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Is PR complete?</a:t>
            </a:r>
          </a:p>
        </p:txBody>
      </p:sp>
      <p:cxnSp>
        <p:nvCxnSpPr>
          <p:cNvPr id="55" name="Straight Arrow Connector 54">
            <a:extLst>
              <a:ext uri="{FF2B5EF4-FFF2-40B4-BE49-F238E27FC236}">
                <a16:creationId xmlns:a16="http://schemas.microsoft.com/office/drawing/2014/main" id="{21F2BD20-CA0F-C099-2044-14BC9D98D779}"/>
              </a:ext>
            </a:extLst>
          </p:cNvPr>
          <p:cNvCxnSpPr>
            <a:cxnSpLocks/>
          </p:cNvCxnSpPr>
          <p:nvPr/>
        </p:nvCxnSpPr>
        <p:spPr>
          <a:xfrm>
            <a:off x="2286704" y="4846468"/>
            <a:ext cx="331741" cy="3422"/>
          </a:xfrm>
          <a:prstGeom prst="straightConnector1">
            <a:avLst/>
          </a:prstGeom>
          <a:ln w="19050">
            <a:solidFill>
              <a:srgbClr val="F3F3F0"/>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8AA34AA-85D0-904D-5E65-41569BFF2120}"/>
              </a:ext>
            </a:extLst>
          </p:cNvPr>
          <p:cNvCxnSpPr>
            <a:cxnSpLocks/>
            <a:stCxn id="134" idx="3"/>
            <a:endCxn id="13" idx="1"/>
          </p:cNvCxnSpPr>
          <p:nvPr/>
        </p:nvCxnSpPr>
        <p:spPr>
          <a:xfrm>
            <a:off x="6245998" y="4818420"/>
            <a:ext cx="306864" cy="3422"/>
          </a:xfrm>
          <a:prstGeom prst="straightConnector1">
            <a:avLst/>
          </a:prstGeom>
          <a:ln w="19050">
            <a:solidFill>
              <a:srgbClr val="F3F3F0"/>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DD17643B-B14B-0261-9F22-D5F889D4FF2A}"/>
              </a:ext>
            </a:extLst>
          </p:cNvPr>
          <p:cNvCxnSpPr>
            <a:stCxn id="11" idx="2"/>
            <a:endCxn id="56" idx="0"/>
          </p:cNvCxnSpPr>
          <p:nvPr/>
        </p:nvCxnSpPr>
        <p:spPr>
          <a:xfrm>
            <a:off x="1728369" y="2519776"/>
            <a:ext cx="0" cy="226047"/>
          </a:xfrm>
          <a:prstGeom prst="straightConnector1">
            <a:avLst/>
          </a:prstGeom>
          <a:ln w="19050">
            <a:solidFill>
              <a:srgbClr val="F3F3F0"/>
            </a:solidFill>
            <a:headEnd w="lg" len="lg"/>
            <a:tailEnd type="triangle"/>
          </a:ln>
        </p:spPr>
        <p:style>
          <a:lnRef idx="3">
            <a:schemeClr val="accent2"/>
          </a:lnRef>
          <a:fillRef idx="0">
            <a:schemeClr val="accent2"/>
          </a:fillRef>
          <a:effectRef idx="2">
            <a:schemeClr val="accent2"/>
          </a:effectRef>
          <a:fontRef idx="minor">
            <a:schemeClr val="tx1"/>
          </a:fontRef>
        </p:style>
      </p:cxnSp>
      <p:cxnSp>
        <p:nvCxnSpPr>
          <p:cNvPr id="94" name="Connector: Elbow 93">
            <a:extLst>
              <a:ext uri="{FF2B5EF4-FFF2-40B4-BE49-F238E27FC236}">
                <a16:creationId xmlns:a16="http://schemas.microsoft.com/office/drawing/2014/main" id="{FD50F1B3-1C2B-ABFC-A6B2-5676E036D43F}"/>
              </a:ext>
            </a:extLst>
          </p:cNvPr>
          <p:cNvCxnSpPr>
            <a:stCxn id="13" idx="0"/>
            <a:endCxn id="73" idx="1"/>
          </p:cNvCxnSpPr>
          <p:nvPr/>
        </p:nvCxnSpPr>
        <p:spPr>
          <a:xfrm rot="5400000" flipH="1" flipV="1">
            <a:off x="7022854" y="3973790"/>
            <a:ext cx="702060" cy="454045"/>
          </a:xfrm>
          <a:prstGeom prst="bentConnector2">
            <a:avLst/>
          </a:prstGeom>
          <a:ln w="19050">
            <a:solidFill>
              <a:srgbClr val="F3F3F0"/>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36625D1D-2015-5442-428F-F15324E26F80}"/>
              </a:ext>
            </a:extLst>
          </p:cNvPr>
          <p:cNvCxnSpPr>
            <a:cxnSpLocks/>
          </p:cNvCxnSpPr>
          <p:nvPr/>
        </p:nvCxnSpPr>
        <p:spPr>
          <a:xfrm rot="16200000" flipH="1">
            <a:off x="7535168" y="5028306"/>
            <a:ext cx="817249" cy="397478"/>
          </a:xfrm>
          <a:prstGeom prst="bentConnector3">
            <a:avLst>
              <a:gd name="adj1" fmla="val 1049"/>
            </a:avLst>
          </a:prstGeom>
          <a:ln w="19050">
            <a:solidFill>
              <a:srgbClr val="F3F3F0"/>
            </a:solidFill>
            <a:headEnd w="lg" len="lg"/>
            <a:tailEnd type="triangle"/>
          </a:ln>
        </p:spPr>
        <p:style>
          <a:lnRef idx="2">
            <a:schemeClr val="accent2"/>
          </a:lnRef>
          <a:fillRef idx="0">
            <a:schemeClr val="accent2"/>
          </a:fillRef>
          <a:effectRef idx="1">
            <a:schemeClr val="accent2"/>
          </a:effectRef>
          <a:fontRef idx="minor">
            <a:schemeClr val="tx1"/>
          </a:fontRef>
        </p:style>
      </p:cxnSp>
      <p:cxnSp>
        <p:nvCxnSpPr>
          <p:cNvPr id="112" name="Straight Arrow Connector 111">
            <a:extLst>
              <a:ext uri="{FF2B5EF4-FFF2-40B4-BE49-F238E27FC236}">
                <a16:creationId xmlns:a16="http://schemas.microsoft.com/office/drawing/2014/main" id="{500809B1-7673-FE4E-DFF1-16DFC9771955}"/>
              </a:ext>
            </a:extLst>
          </p:cNvPr>
          <p:cNvCxnSpPr>
            <a:cxnSpLocks/>
            <a:stCxn id="73" idx="2"/>
          </p:cNvCxnSpPr>
          <p:nvPr/>
        </p:nvCxnSpPr>
        <p:spPr>
          <a:xfrm>
            <a:off x="8254901" y="4078413"/>
            <a:ext cx="0" cy="1580892"/>
          </a:xfrm>
          <a:prstGeom prst="straightConnector1">
            <a:avLst/>
          </a:prstGeom>
          <a:ln w="19050">
            <a:solidFill>
              <a:srgbClr val="F3F3F0"/>
            </a:solidFill>
            <a:headEnd w="lg" len="lg"/>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0BD68710-AB96-841E-42C7-A3D6BF6DC32F}"/>
              </a:ext>
            </a:extLst>
          </p:cNvPr>
          <p:cNvCxnSpPr>
            <a:cxnSpLocks/>
          </p:cNvCxnSpPr>
          <p:nvPr/>
        </p:nvCxnSpPr>
        <p:spPr>
          <a:xfrm flipV="1">
            <a:off x="8988551" y="5800648"/>
            <a:ext cx="1599226" cy="8555"/>
          </a:xfrm>
          <a:prstGeom prst="straightConnector1">
            <a:avLst/>
          </a:prstGeom>
          <a:ln w="19050">
            <a:solidFill>
              <a:srgbClr val="F3F3F0"/>
            </a:solidFill>
            <a:headEnd w="lg" len="lg"/>
            <a:tailEnd type="triangle"/>
          </a:ln>
        </p:spPr>
        <p:style>
          <a:lnRef idx="2">
            <a:schemeClr val="accent2"/>
          </a:lnRef>
          <a:fillRef idx="0">
            <a:schemeClr val="accent2"/>
          </a:fillRef>
          <a:effectRef idx="1">
            <a:schemeClr val="accent2"/>
          </a:effectRef>
          <a:fontRef idx="minor">
            <a:schemeClr val="tx1"/>
          </a:fontRef>
        </p:style>
      </p:cxnSp>
      <p:cxnSp>
        <p:nvCxnSpPr>
          <p:cNvPr id="22" name="Straight Arrow Connector 21">
            <a:extLst>
              <a:ext uri="{FF2B5EF4-FFF2-40B4-BE49-F238E27FC236}">
                <a16:creationId xmlns:a16="http://schemas.microsoft.com/office/drawing/2014/main" id="{4CA1CE3D-1F3F-0330-81B5-5A8B7C46D5F7}"/>
              </a:ext>
            </a:extLst>
          </p:cNvPr>
          <p:cNvCxnSpPr>
            <a:cxnSpLocks/>
          </p:cNvCxnSpPr>
          <p:nvPr/>
        </p:nvCxnSpPr>
        <p:spPr>
          <a:xfrm flipH="1" flipV="1">
            <a:off x="8988551" y="5953662"/>
            <a:ext cx="1599226" cy="6842"/>
          </a:xfrm>
          <a:prstGeom prst="straightConnector1">
            <a:avLst/>
          </a:prstGeom>
          <a:ln w="19050">
            <a:solidFill>
              <a:srgbClr val="F3F3F0"/>
            </a:solidFill>
            <a:headEnd w="lg" len="lg"/>
            <a:tailEnd type="triangle"/>
          </a:ln>
        </p:spPr>
        <p:style>
          <a:lnRef idx="2">
            <a:schemeClr val="accent2"/>
          </a:lnRef>
          <a:fillRef idx="0">
            <a:schemeClr val="accent2"/>
          </a:fillRef>
          <a:effectRef idx="1">
            <a:schemeClr val="accent2"/>
          </a:effectRef>
          <a:fontRef idx="minor">
            <a:schemeClr val="tx1"/>
          </a:fontRef>
        </p:style>
      </p:cxnSp>
      <p:pic>
        <p:nvPicPr>
          <p:cNvPr id="36" name="Picture 35">
            <a:extLst>
              <a:ext uri="{FF2B5EF4-FFF2-40B4-BE49-F238E27FC236}">
                <a16:creationId xmlns:a16="http://schemas.microsoft.com/office/drawing/2014/main" id="{50B4B85A-EC54-AF7F-D298-6D5F5598D1E3}"/>
              </a:ext>
            </a:extLst>
          </p:cNvPr>
          <p:cNvPicPr>
            <a:picLocks noChangeAspect="1"/>
          </p:cNvPicPr>
          <p:nvPr/>
        </p:nvPicPr>
        <p:blipFill>
          <a:blip r:embed="rId8"/>
          <a:stretch>
            <a:fillRect/>
          </a:stretch>
        </p:blipFill>
        <p:spPr>
          <a:xfrm>
            <a:off x="10497527" y="380464"/>
            <a:ext cx="1341236" cy="1044030"/>
          </a:xfrm>
          <a:prstGeom prst="rect">
            <a:avLst/>
          </a:prstGeom>
        </p:spPr>
      </p:pic>
    </p:spTree>
    <p:extLst>
      <p:ext uri="{BB962C8B-B14F-4D97-AF65-F5344CB8AC3E}">
        <p14:creationId xmlns:p14="http://schemas.microsoft.com/office/powerpoint/2010/main" val="13299547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deb55b3a-33d8-40d4-a2a5-00d73ccd4da4"/>
  <p:tag name="EE4P_AGENDAWIZARD" val="&lt;ee4p&gt;&lt;layouts&gt;&lt;layout name=&quot;Meeting Dark&quot; id=&quot;3_12&quot;&gt;&lt;standard&gt;&lt;textframe horizontalAnchor=&quot;1&quot; marginBottom=&quot;5&quot; marginLeft=&quot;0&quot; marginRight=&quot;0&quot; marginTop=&quot;5&quot; orientation=&quot;1&quot; verticalAnchor=&quot;1&quot; /&gt;&lt;font name=&quot;Arial&quot; bold=&quot;0&quot; italic=&quot;0&quot; color=&quot;13&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tandard&gt;&lt;agenda name=&quot;New Agenda&quot; title=&quot;Agenda&quot; subtitle=&quot;&quot; sizingModeId=&quot;2&quot; culture=&quot;en&quot; fontSize=&quot;14&quot; fontSizeAuto=&quot;1&quot; startTime=&quot;540&quot; timeFormatId=&quot;2&quot; startItemNo=&quot;1&quot; createSingleAgendaSlide=&quot;1&quot; createSeparatingSlides=&quot;1&quot; createBackupSlide=&quot;1&quot; /&gt;&lt;columns&gt;&lt;column field=&quot;itemno&quot; label=&quot;No.&quot; checked=&quot;0&quot; leftSpacing=&quot;0&quot; rightSpacing=&quot;0&quot; dock=&quot;1&quot; fixedWidth=&quot;20&quot; /&gt;&lt;column field=&quot;topic&quot; label=&quot;Topic&quot; label_de=&quot;Thema&quot; leftSpacing=&quot;0&quot; rightDistribute=&quot;1&quot; dock=&quot;1&quot; /&gt;&lt;column field=&quot;responsible&quot; label=&quot;Presenter&quot; label_de=&quot;Verantwortlicher&quot; visible=&quot;1&quot; checked=&quot;1&quot; leftSpacing=&quot;10&quot; rightDistribute=&quot;1&quot; dock=&quot;1&quot; /&gt;&lt;column field=&quot;freecolumn&quot; label=&quot;Information / decision / action&quot; label_de=&quot;Information / Entscheidung / Aktion&quot; visible=&quot;1&quot; checked=&quot;0&quot; leftSpacing=&quot;10&quot; rightDistribute=&quot;1&quot; dock=&quot;1&quot; /&gt;&lt;column field=&quot;timeslot&quot; label=&quot;Time slot&quot; label_de=&quot;Zeit&quot; visible=&quot;1&quot; checked=&quot;1&quot; leftSpacing=&quot;10&quot; rightSpacing=&quot;40&quot; dock=&quot;2&quot; /&gt;&lt;column field=&quot;pageno&quot; label=&quot;Page No.&quot; label_de=&quot;SEite&quot; visible=&quot;1&quot; checked=&quot;0&quot; leftSpacing=&quot;10&quot; rightSpacing=&quot;0&quot; dock=&quot;2&quot; /&gt;&lt;/columns&gt;&lt;cultures&gt;&lt;culture name=&quot;en&quot; /&gt;&lt;culture name=&quot;de&quot; /&gt;&lt;/cultures&gt;&lt;position left=&quot;32.31496&quot; top=&quot;111.375&quot; width=&quot;895.8102&quot; height=&quot;374.0877&quot; /&gt;&lt;!--&#10;      &lt;subtitle&gt;&#10;        &lt;position left=&quot;31.25&quot; top=&quot;92.00031&quot; width=&quot;657.75&quot; height=&quot;19.25&quot;/&gt;&#10;        &lt;font size=&quot;16&quot;/&gt;&#10;        &lt;textframe marginBottom=&quot;0&quot; marginTop=&quot;0&quot;/&gt;&#10;        &lt;paragraphformat alignment=&quot;1&quot;/&gt;&#10;      &lt;/subtitle&gt;&#10;   --&gt;&lt;settings allowedSizingModeIds=&quot;1|2&quot; allowedFontSizes=&quot;8|9|10|10.5|11|12|14|16|18&quot; allowedTimeFormatIds=&quot;1|2|3&quot; slideLayout=&quot;11&quot; customLayoutName=&quot;Index / Agenda dark&quot; customLayoutIndex=&quot;&quot; showBreak=&quot;1&quot; singleAgendaSlideSelected=&quot;0&quot; backupSlideTitle=&quot;Backup: %agendaName%&quot; topMargin=&quot;0&quot; leftMargin=&quot;0&quot; allowedLevels=&quot;4&quot; twelveHoursFormatAmPm=&quot;a.m./p.m.&quot; twelveHoursFormat=&quot;{0:hh:mm tt} – {1:hh:mm tt}&quot; minutesFormat=&quot;{0}′&quot; itemNoFormats=&quot;{1}¦{1}.{2}¦{3:alphaLC}¦{3:alphaLC}.{4:alphaLC}&quot; /&gt;&lt;headings bottomMinSpacing=&quot;10&quot; bottomMaxSpacing=&quot;10&quot;&gt;&lt;element field=&quot;topic&quot; type=&quot;autoshape&quot; autoShapeType=&quot;1&quot;&gt;&lt;position top=&quot;0&quot; /&gt;&lt;textframe marginTop=&quot;7&quot; /&gt;&lt;paragraphformat alignment=&quot;1&quot; /&gt;&lt;font bold=&quot;1&quot; color=&quot;13&quot; /&gt;&lt;/element&gt;&lt;element field=&quot;responsible&quot; type=&quot;autoshape&quot; autoShapeType=&quot;1&quot;&gt;&lt;position top=&quot;0&quot; /&gt;&lt;textframe marginTop=&quot;7&quot; /&gt;&lt;paragraphformat alignment=&quot;1&quot; /&gt;&lt;font bold=&quot;1&quot; color=&quot;13&quot; /&gt;&lt;/element&gt;&lt;element field=&quot;freecolumn&quot; value=&quot;%freecolumn%&quot; type=&quot;autoshape&quot; autoShapeType=&quot;1&quot;&gt;&lt;position top=&quot;0&quot; /&gt;&lt;textframe marginTop=&quot;7&quot; /&gt;&lt;paragraphformat alignment=&quot;1&quot; /&gt;&lt;font bold=&quot;1&quot; color=&quot;13&quot; /&gt;&lt;/element&gt;&lt;element field=&quot;timeslot&quot; type=&quot;autoshape&quot; autoShapeType=&quot;1&quot;&gt;&lt;position top=&quot;0&quot; /&gt;&lt;textframe marginTop=&quot;7&quot; /&gt;&lt;paragraphformat alignment=&quot;1&quot; /&gt;&lt;font bold=&quot;1&quot; color=&quot;13&quot; /&gt;&lt;/element&gt;&lt;element field=&quot;pageno&quot; type=&quot;autoshape&quot; autoShapeType=&quot;1&quot;&gt;&lt;position top=&quot;0&quot; /&gt;&lt;textframe marginTop=&quot;7&quot; /&gt;&lt;paragraphformat alignment=&quot;3&quot; /&gt;&lt;font bold=&quot;1&quot; color=&quot;13&quot; /&gt;&lt;/element&gt;&lt;/headings&gt;&lt;!-- Agenda item formats --&gt;&lt;cases&gt;&lt;case level=&quot;1&quot; selected=&quot;0&quot; break=&quot;0&quot; topMinSpacing=&quot;5&quot; topMaxSpacing=&quot;5&quot; bottomMinSpacing=&quot;5&quot; bottomMaxSpacing=&quot;5&quot;&gt;&lt;element type=&quot;line&quot; filter=&quot;4&quot; value=&quot;&quot;&gt;&lt;position left=&quot;0&quot; top=&quot;-5*scale*fontScale&quot; width=&quot;agendaWidth&quot; height=&quot;0&quot; /&gt;&lt;line style=&quot;1&quot; dashStyle=&quot;1&quot; foreColor=&quot;13&quot; transparency=&quot;0&quot; visible=&quot;1&quot; weight=&quot;1&quot; /&gt;&lt;/element&gt;&lt;element field=&quot;topic&quot; type=&quot;autoshape&quot; autoShapeType=&quot;1&quot;&gt;&lt;paragraphformat alignment=&quot;1&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1&quot; break=&quot;0&quot; topMinSpacing=&quot;5&quot; topMaxSpacing=&quot;5&quot; bottomMinSpacing=&quot;5&quot; bottomMaxSpacing=&quot;5&quot;&gt;&lt;element type=&quot;line&quot; filter=&quot;4&quot; value=&quot;&quot;&gt;&lt;position left=&quot;0&quot; top=&quot;-5*scale*fontScale&quot; width=&quot;agendaWidth&quot; height=&quot;0&quot; /&gt;&lt;line style=&quot;1&quot; dashStyle=&quot;1&quot; foreColor=&quot;13&quot; transparency=&quot;0&quot; visible=&quot;1&quot; weight=&quot;1&quot; /&gt;&lt;/element&gt;&lt;element field=&quot;topic&quot; type=&quot;autoshape&quot; autoShapeType=&quot;1&quot;&gt;&lt;paragraphformat alignment=&quot;1&quot; /&gt;&lt;font bold=&quot;1&quot; color=&quot;13&quot; /&gt;&lt;/element&gt;&lt;element field=&quot;responsible&quot; type=&quot;autoshape&quot; autoShapeType=&quot;1&quot;&gt;&lt;paragraphformat alignment=&quot;1&quot; /&gt;&lt;font bold=&quot;1&quot; color=&quot;13&quot; /&gt;&lt;/element&gt;&lt;element field=&quot;freecolumn&quot; type=&quot;autoshape&quot; autoShapeType=&quot;1&quot;&gt;&lt;paragraphformat alignment=&quot;1&quot; /&gt;&lt;font bold=&quot;1&quot; color=&quot;13&quot; /&gt;&lt;/element&gt;&lt;element field=&quot;timeslot&quot; type=&quot;autoshape&quot; autoShapeType=&quot;1&quot;&gt;&lt;font bold=&quot;1&quot; color=&quot;13&quot; /&gt;&lt;paragraphformat alignment=&quot;1&quot; /&gt;&lt;/element&gt;&lt;element field=&quot;pageno&quot; type=&quot;autoshape&quot; autoShapeType=&quot;1&quot;&gt;&lt;paragraphformat alignment=&quot;3&quot; /&gt;&lt;font bold=&quot;1&quot; color=&quot;13&quot; /&gt;&lt;/element&gt;&lt;/case&gt;&lt;case level=&quot;2&quot; selected=&quot;0&quot; break=&quot;0&quot; topMinSpacing=&quot;5&quot; topMaxSpacing=&quot;5&quot; bottomMinSpacing=&quot;5&quot; bottomMaxSpacing=&quot;5&quot;&gt;&lt;element type=&quot;line&quot; filter=&quot;4&quot; value=&quot;&quot;&gt;&lt;position left=&quot;0&quot; top=&quot;-5*scale*fontScale&quot; width=&quot;agendaWidth&quot; height=&quot;0&quot; /&gt;&lt;line style=&quot;1&quot; dashStyle=&quot;1&quot; foreColor=&quot;13&quot; transparency=&quot;0&quot; visible=&quot;1&quot; weight=&quot;1&quot; /&gt;&lt;/element&gt;&lt;element field=&quot;topic&quot; type=&quot;autoshape&quot; autoShapeType=&quot;1&quot; indent=&quot;(level-1)*20*scale*fontScale&quot; indentType=&quot;2&quot;&gt;&lt;paragraphformat alignment=&quot;1&quot; /&gt;&lt;/element&gt;&lt;element field=&quot;responsible&quot; type=&quot;autoshape&quot; autoShapeType=&quot;1&quot; indent=&quot;(level-1)*20*scale*fontScale&quot; indentType=&quot;1&quot;&gt;&lt;paragraphformat alignment=&quot;1&quot; /&gt;&lt;/element&gt;&lt;element field=&quot;freecolumn&quot; type=&quot;autoshape&quot; autoShapeType=&quot;1&quot; indent=&quot;(level-1)*20*scale*fontScale&quot; indent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2&quot; selected=&quot;1&quot; break=&quot;0&quot; topMinSpacing=&quot;5&quot; topMaxSpacing=&quot;5&quot; bottomMinSpacing=&quot;5&quot; bottomMaxSpacing=&quot;5&quot;&gt;&lt;element type=&quot;line&quot; filter=&quot;4&quot; value=&quot;&quot;&gt;&lt;position left=&quot;0&quot; top=&quot;-5*scale*fontScale&quot; width=&quot;agendaWidth&quot; height=&quot;0&quot; /&gt;&lt;line style=&quot;1&quot; dashStyle=&quot;1&quot; foreColor=&quot;13&quot; transparency=&quot;0&quot; visible=&quot;1&quot; weight=&quot;1&quot; /&gt;&lt;/element&gt;&lt;element field=&quot;topic&quot; type=&quot;autoshape&quot; autoShapeType=&quot;1&quot; indent=&quot;(level-1)*20*scale*fontScale&quot; indentType=&quot;2&quot;&gt;&lt;paragraphformat alignment=&quot;1&quot; /&gt;&lt;font bold=&quot;1&quot; color=&quot;13&quot; /&gt;&lt;/element&gt;&lt;element field=&quot;responsible&quot; type=&quot;autoshape&quot; autoShapeType=&quot;1&quot; indent=&quot;(level-1)*20*scale*fontScale&quot; indentType=&quot;1&quot;&gt;&lt;paragraphformat alignment=&quot;1&quot; /&gt;&lt;font bold=&quot;1&quot; color=&quot;13&quot; /&gt;&lt;/element&gt;&lt;element field=&quot;freecolumn&quot; type=&quot;autoshape&quot; autoShapeType=&quot;1&quot; indent=&quot;(level-1)*20*scale*fontScale&quot; indentType=&quot;1&quot;&gt;&lt;paragraphformat alignment=&quot;1&quot; /&gt;&lt;font bold=&quot;1&quot; color=&quot;13&quot; /&gt;&lt;/element&gt;&lt;element field=&quot;timeslot&quot; type=&quot;autoshape&quot; autoShapeType=&quot;1&quot;&gt;&lt;paragraphformat alignment=&quot;1&quot; /&gt;&lt;font bold=&quot;1&quot; color=&quot;13&quot; /&gt;&lt;/element&gt;&lt;element field=&quot;pageno&quot; type=&quot;autoshape&quot; autoShapeType=&quot;1&quot;&gt;&lt;paragraphformat alignment=&quot;3&quot; /&gt;&lt;font bold=&quot;1&quot; color=&quot;13&quot; /&gt;&lt;/element&gt;&lt;/case&gt;&lt;case level=&quot;1&quot; selected=&quot;0&quot; break=&quot;1&quot; topMinSpacing=&quot;5&quot; topMaxSpacing=&quot;5&quot; bottomMinSpacing=&quot;5&quot; bottomMaxSpacing=&quot;5&quot;&gt;&lt;element type=&quot;line&quot; filter=&quot;4&quot; value=&quot;&quot;&gt;&lt;position left=&quot;0&quot; top=&quot;-5*scale*fontScale&quot; width=&quot;agendaWidth&quot; height=&quot;0&quot; /&gt;&lt;line style=&quot;1&quot; dashStyle=&quot;1&quot; foreColor=&quot;13&quot; transparency=&quot;0&quot; visible=&quot;1&quot; weight=&quot;1&quot; /&gt;&lt;/element&gt;&lt;element field=&quot;topic&quot; type=&quot;autoshape&quot; autoShapeType=&quot;1&quot; indent=&quot;(level-1)*(itemSingleHeight+topicLeftSpacing)&quot; indentType=&quot;2&quot;&gt;&lt;paragraphformat alignment=&quot;1&quot; /&gt;&lt;font italic=&quot;1&quot; /&gt;&lt;/element&gt;&lt;element field=&quot;responsible&quot; type=&quot;autoshape&quot; autoShapeType=&quot;1&quot; indent=&quot;(level-1)*(itemSingleHeight+topicLeftSpacing)&quot; indentType=&quot;1&quot;&gt;&lt;paragraphformat alignment=&quot;1&quot; /&gt;&lt;font italic=&quot;1&quot; /&gt;&lt;/element&gt;&lt;element field=&quot;freecolumn&quot; type=&quot;autoshape&quot; autoShapeType=&quot;1&quot; indent=&quot;(level-1)*(itemSingleHeight+topicLeftSpacing)&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 level=&quot;1&quot; selected=&quot;1&quot; break=&quot;1&quot; topMinSpacing=&quot;5&quot; topMaxSpacing=&quot;5&quot; bottomMinSpacing=&quot;5&quot; bottomMaxSpacing=&quot;5&quot;&gt;&lt;element type=&quot;line&quot; filter=&quot;4&quot; value=&quot;&quot;&gt;&lt;position left=&quot;0&quot; top=&quot;-5*scale*fontScale&quot; width=&quot;agendaWidth&quot; height=&quot;0&quot; /&gt;&lt;line style=&quot;1&quot; dashStyle=&quot;1&quot; foreColor=&quot;13&quot; transparency=&quot;0&quot; visible=&quot;1&quot; weight=&quot;1&quot; /&gt;&lt;/element&gt;&lt;element field=&quot;topic&quot; type=&quot;autoshape&quot; autoShapeType=&quot;1&quot; indent=&quot;(level-1)*(itemSingleHeight+topicLeftSpacing)&quot; indentType=&quot;2&quot;&gt;&lt;paragraphformat alignment=&quot;1&quot; /&gt;&lt;font bold=&quot;1&quot; italic=&quot;1&quot; color=&quot;13&quot; /&gt;&lt;/element&gt;&lt;element field=&quot;responsible&quot; type=&quot;autoshape&quot; autoShapeType=&quot;1&quot; indent=&quot;(level-1)*(itemSingleHeight+topicLeftSpacing)&quot; indentType=&quot;1&quot;&gt;&lt;paragraphformat alignment=&quot;1&quot; /&gt;&lt;font bold=&quot;1&quot; italic=&quot;1&quot; color=&quot;13&quot; /&gt;&lt;/element&gt;&lt;element field=&quot;freecolumn&quot; type=&quot;autoshape&quot; autoShapeType=&quot;1&quot; indent=&quot;(level-1)*(itemSingleHeight+topicLeftSpacing)&quot; indentType=&quot;1&quot;&gt;&lt;paragraphformat alignment=&quot;1&quot; /&gt;&lt;font bold=&quot;1&quot; italic=&quot;1&quot; color=&quot;13&quot; /&gt;&lt;/element&gt;&lt;element field=&quot;timeslot&quot; type=&quot;autoshape&quot; autoShapeType=&quot;1&quot;&gt;&lt;paragraphformat alignment=&quot;1&quot; /&gt;&lt;font bold=&quot;1&quot; italic=&quot;1&quot; color=&quot;13&quot; /&gt;&lt;/element&gt;&lt;element field=&quot;pageno&quot; type=&quot;autoshape&quot; autoShapeType=&quot;1&quot;&gt;&lt;paragraphformat alignment=&quot;3&quot; /&gt;&lt;font bold=&quot;1&quot; italic=&quot;1&quot; color=&quot;13&quot; /&gt;&lt;/element&gt;&lt;/case&gt;&lt;/cases&gt;&lt;elements&gt;&lt;element type=&quot;line&quot; value=&quot;&quot; headingsMode=&quot;1&quot;&gt;&lt;position left=&quot;0&quot; top=&quot;33.92811*scale*fontScale&quot; width=&quot;agendaWidth&quot; height=&quot;0&quot; /&gt;&lt;line style=&quot;1&quot; dashStyle=&quot;1&quot; foreColor=&quot;13&quot; transparency=&quot;0&quot; visible=&quot;1&quot; weight=&quot;2.25&quot; /&gt;&lt;/element&gt;&lt;/elements&gt;&lt;/layout&gt;&lt;/layouts&gt;&lt;contents&gt;&lt;agenda name=&quot;New Agenda&quot; title=&quot;Agenda&quot; subtitle=&quot;&quot; culture=&quot;en&quot; sizingModeId=&quot;2&quot; fontSize=&quot;14&quot; fontSizeAuto=&quot;1&quot; startTime=&quot;540&quot; timeFormatId=&quot;2&quot; startItemNo=&quot;1&quot; createSingleAgendaSlide=&quot;1&quot; createSeparatingSlides=&quot;1&quot; createBackupSlide=&quot;1&quot; layoutId=&quot;3_12&quot; hideSeparatingSlides=&quot;0&quot; createSections=&quot;0&quot; singleSlideId=&quot;cba4674d-90a8-4163-8d0b-1fbf0dfa4e09&quot; backupSlideId=&quot;d9bc18b2-fbf5-4bc4-bbaa-1587c6fc66a7&quot;&gt;&lt;columns leftSpacing=&quot;0&quot; rightSpacing=&quot;0&quot;&gt;&lt;column field=&quot;itemno&quot; label=&quot;No.&quot; checked=&quot;0&quot; leftSpacing=&quot;0&quot; rightSpacing=&quot;0&quot; dock=&quot;1&quot; fixedWidth=&quot;20&quot; /&gt;&lt;column field=&quot;topic&quot; label=&quot;Topic&quot; label_de=&quot;Thema&quot; leftSpacing=&quot;0&quot; rightDistribute=&quot;1&quot; dock=&quot;1&quot; rightSpacing=&quot;280.7662&quot; /&gt;&lt;column field=&quot;responsible&quot; label=&quot;Presenter&quot; label_de=&quot;Verantwortlicher&quot; visible=&quot;1&quot; checked=&quot;1&quot; leftSpacing=&quot;10&quot; rightDistribute=&quot;1&quot; dock=&quot;1&quot; rightSpacing=&quot;280.7662&quot; /&gt;&lt;column field=&quot;freecolumn&quot; label=&quot;Information / decision / action&quot; label_de=&quot;Information / Entscheidung / Aktion&quot; visible=&quot;1&quot; checked=&quot;0&quot; leftSpacing=&quot;10&quot; rightDistribute=&quot;1&quot; dock=&quot;1&quot; /&gt;&lt;column field=&quot;timeslot&quot; label=&quot;Time slot&quot; label_de=&quot;Zeit&quot; visible=&quot;1&quot; checked=&quot;1&quot; leftSpacing=&quot;10&quot; rightSpacing=&quot;40&quot; dock=&quot;2&quot; /&gt;&lt;column field=&quot;pageno&quot; label=&quot;Page No.&quot; label_de=&quot;Seite&quot; visible=&quot;1&quot; checked=&quot;0&quot; leftSpacing=&quot;10&quot; rightSpacing=&quot;0&quot; dock=&quot;2&quot; /&gt;&lt;/columns&gt;&lt;items&gt;&lt;item duration=&quot;30&quot; id=&quot;c9b5273f-5562-46db-8ca6-fe22c247083b&quot; parentId=&quot;&quot; level=&quot;1&quot; generateAgendaSlide=&quot;1&quot; showAgendaItem=&quot;1&quot; isBreak=&quot;0&quot; agendaSlideId=&quot;4c57500e-d9da-47e8-8d4e-33d9f8a0e185&quot; topic=&quot;Thema &quot; responsible=&quot;drgw&quot; /&gt;&lt;item duration=&quot;30&quot; id=&quot;e28244ac-5222-4b2d-bdf7-35be78f651ef&quot; parentId=&quot;&quot; level=&quot;1&quot; generateAgendaSlide=&quot;1&quot; showAgendaItem=&quot;1&quot; isBreak=&quot;0&quot; topic=&quot;Thema 2&quot; agendaSlideId=&quot;9ee1ed86-fe09-4cc8-ae1c-a3118e6270d1&quot; /&gt;&lt;/items&gt;&lt;/agenda&gt;&lt;/contents&gt;&lt;/ee4p&gt;"/>
  <p:tag name="THINKCELLUNDODONOTDELETE" val="0"/>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BAD///////////////////////////////////////////////////////////////////////////////////////////////////////////////////////////////////////////////////////////////////////////////////////////////////////////////////////////////////////////////////////////////////////////////////////////////////////////////////////////////////////////////////////////////////////////////////////////////////////////////////////////////////////////////////////////////////////////////////////////////8BACAA////////////////AAAO////////AwAAAAQA////////////////////////////////////////////////////////////////////////////////////////////////////////////////////////////////////////////////////////////////////////////////////////////////////////////////////////////////////////////////////////////////////////////////////////////////////////////////////////////////////////////////////////////////////////////////////////////////////////////////////////////////////////////////////////////////////////////////////////////////////////////////////////AgABAP///////wUAAAACABAACz7d/U5MZxpMmYCNYd749iEEAAAAAAADAAAAAAADAAAAAwADAAEA////////BQAAAAMAEAALsBNbyb33dUygijFa/Jd/OwQAAAABAAMAAAACAAMAAAAEAAQAAgD///////8FAAAABAAQAAtoRIX/pncCTKnqGlTeA6bLBAAAAAIAAwAAAAMAAwAAAAE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AMOAAAAAAAAAAAAAP////+DAIMAAAAFX2lkABAAAAAEPt39TkxnGkyZgI1h3vj2IQNEYXRhABsAAAAETGlua2VkU2hhcGVEYXRhAAUAAAAAAAJOYW1lABkAAABMaW5rZWRTaGFwZXNEYXRhUHJvcGVydHkAEFZlcnNpb24AAQAAAAlMYXN0V3JpdGUAoXIb3JEBAAAAAQD/////gwCDAAAABV9pZAAQAAAABLATW8m993VMoIoxWvyXfzsDRGF0YQAbAAAABExpbmtlZFNoYXBlRGF0YQAFAAAAAAACTmFtZQAZAAAATGlua2VkU2hhcGVzRGF0YVByb3BlcnR5ABBWZXJzaW9uAAAAAAAJTGFzdFdyaXRlAJlyG9yRAQAAAAIA/////8YAxgAAAAVfaWQAEAAAAARoRIX/pncCTKnqGlTeA6bLA0RhdGEAUwAAAAhQcmVzZW50YXRpb25TY2FubmVkRm9yTGlua2VkU2hhcGVzAAACTnVtYmVyRm9ybWF0U2VwYXJhdG9yTW9kZQAKAAAAQXV0b21hdGljAAACTmFtZQAkAAAATGlua2VkU2hhcGVQcmVzZW50YXRpb25TZXR0aW5nc0RhdGEAEFZlcnNpb24AAAAAAAlMYXN0V3JpdGUAqXIb3JE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hCwAAAAAAAAAAAAAgAf///////////////wAAAP///////////////wUAAAAEAP///////wUAAAAEAP///////////////////////////////////////////////////////////////////////////////////////////////////////////////////////////////////////////////////////////////////////////////////////////////////////////////////////////////////////////////////////////////////////////////////////////////////////////////////////////////////////////////////////////////////////////////////////////////////////////////////////////////////////////////////////////////////////////////////////////////wEAIAH///////////////8AAA7///////8FAAAAAgD///////////////////////////////////////////////////////////////////////////////////////////////////////////////////////////////////////////////////////////////////////////////////////////////////////////////////////////////////////////////////////////////////////////////////////////////////////////////////////////////////////////////////////////////////////////////////////////////////////////////////////////////////////////////////////////////////////////////////////////////////////////////////////8CAAEBAwAAAAIA////////GgAGTGlua2VkU2hhcGVzRGF0YVByb3BlcnR5XzEEAAAAAAAFAAAAAwAFAAAAAQADAAEBAwAAAAMA////////GgAGTGlua2VkU2hhcGVzRGF0YVByb3BlcnR5XzAEAAAAAQAFAAAABAAFAAAAAgAEAAIBAwAAAAQA////////JQAGTGlua2VkU2hhcGVQcmVzZW50YXRpb25TZXR0aW5nc0RhdGFfMAQAAAACAAUAAAAAAAUAAAADAAUAAAAAAP///////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15717623458757"/>
  <p:tag name="EMPOWERCHARTSPROPERTIES_A_LENGTH" val="2457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2iwMDcailBEpNeZC3cfnII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GiwMDcailBEpNeZC3cfnIIDRGF0YQAWAAAAAlBlcnNvbmFsSWQAAQAAAAAAAk5hbWUACwAAAFBlcnNvbmFsSWQAEFZlcnNpb24AAAAAAAlMYXN0V3JpdGUAq1W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1522569"/>
  <p:tag name="EMPOWERCHARTSPROPERTIES_A_LENGTH" val="24576"/>
  <p:tag name="RUNTIME_ID" val="c177c028-dc46-4f93-bc62-8b5ea8cf3984"/>
</p:tagLst>
</file>

<file path=ppt/tags/tag5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5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5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5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6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6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2iwMDcailBEpNeZC3cfnII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GiwMDcailBEpNeZC3cfnIIDRGF0YQAWAAAAAlBlcnNvbmFsSWQAAQAAAAAAAk5hbWUACwAAAFBlcnNvbmFsSWQAEFZlcnNpb24AAAAAAAlMYXN0V3JpdGUAq1W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1522569"/>
  <p:tag name="EMPOWERCHARTSPROPERTIES_A_LENGTH" val="24576"/>
  <p:tag name="RUNTIME_ID" val="c177c028-dc46-4f93-bc62-8b5ea8cf3984"/>
</p:tagLst>
</file>

<file path=ppt/tags/tag6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6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6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6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6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heme/theme1.xml><?xml version="1.0" encoding="utf-8"?>
<a:theme xmlns:a="http://schemas.openxmlformats.org/drawingml/2006/main" name="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FFB9"/>
      </a:hlink>
      <a:folHlink>
        <a:srgbClr val="00E6DC"/>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Siemens Petrol | 0 153 153">
      <a:srgbClr val="009999"/>
    </a:custClr>
    <a:custClr name="Deep Blue | 0 0 40">
      <a:srgbClr val="000028"/>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Light Sand | 243 243 240">
      <a:srgbClr val="F3F3F0"/>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No color">
      <a:srgbClr val="FFFFFF"/>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C1B6"/>
      </a:hlink>
      <a:folHlink>
        <a:srgbClr val="00C1B6"/>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solidFill>
              <a:schemeClr val="tx1"/>
            </a:solidFill>
          </a:defRPr>
        </a:defPPr>
      </a:lstStyle>
    </a:txDef>
  </a:objectDefaults>
  <a:extraClrSchemeLst/>
  <a:custClrLst>
    <a:custClr name="Siemens Petrol | 0 153 153">
      <a:srgbClr val="009999"/>
    </a:custClr>
    <a:custClr name="Light Petrol | 0 193 182">
      <a:srgbClr val="00C1B6"/>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Deep Blue | 0 0 40">
      <a:srgbClr val="000028"/>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Light Sand | 243 243 240">
      <a:srgbClr val="F3F3F0"/>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sie-ppt-O365-16x9-standard-eng-v3-4-4.pptx" id="{546CC482-0BBB-4CFB-B701-E3D0627EFDB3}" vid="{22300633-0624-408C-B4D8-A1C9F6F4C759}"/>
    </a:ext>
  </a:extLst>
</a:theme>
</file>

<file path=ppt/theme/theme3.xml><?xml version="1.0" encoding="utf-8"?>
<a:theme xmlns:a="http://schemas.openxmlformats.org/drawingml/2006/main" name="2_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FFB9"/>
      </a:hlink>
      <a:folHlink>
        <a:srgbClr val="00E6DC"/>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Siemens Petrol | 0 153 153">
      <a:srgbClr val="009999"/>
    </a:custClr>
    <a:custClr name="Deep Blue | 0 0 40">
      <a:srgbClr val="000028"/>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Light Sand | 243 243 240">
      <a:srgbClr val="F3F3F0"/>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No color">
      <a:srgbClr val="FFFFFF"/>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7313ddf-ae2e-42e2-82d4-c89584ce8844">
      <UserInfo>
        <DisplayName>Klink, Andreas (CF R 5 1 2)</DisplayName>
        <AccountId>3859</AccountId>
        <AccountType/>
      </UserInfo>
    </SharedWithUsers>
    <TaxCatchAll xmlns="56810815-8df0-4f10-8da7-34164765fbe3" xsi:nil="true"/>
    <lcf76f155ced4ddcb4097134ff3c332f xmlns="4697dd4f-b273-4ab7-9c5e-4ece0a0fe4fa">
      <Terms xmlns="http://schemas.microsoft.com/office/infopath/2007/PartnerControls"/>
    </lcf76f155ced4ddcb4097134ff3c332f>
    <Comment xmlns="4697dd4f-b273-4ab7-9c5e-4ece0a0fe4f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039245121655340AC16813AC5B6D7E4" ma:contentTypeVersion="16" ma:contentTypeDescription="Create a new document." ma:contentTypeScope="" ma:versionID="fb6c4cffc72efb1a876c125d1ee36431">
  <xsd:schema xmlns:xsd="http://www.w3.org/2001/XMLSchema" xmlns:xs="http://www.w3.org/2001/XMLSchema" xmlns:p="http://schemas.microsoft.com/office/2006/metadata/properties" xmlns:ns2="4697dd4f-b273-4ab7-9c5e-4ece0a0fe4fa" xmlns:ns3="b7313ddf-ae2e-42e2-82d4-c89584ce8844" xmlns:ns4="56810815-8df0-4f10-8da7-34164765fbe3" targetNamespace="http://schemas.microsoft.com/office/2006/metadata/properties" ma:root="true" ma:fieldsID="e5d17b3db8a51ba4e0d7b8d67bfa79d9" ns2:_="" ns3:_="" ns4:_="">
    <xsd:import namespace="4697dd4f-b273-4ab7-9c5e-4ece0a0fe4fa"/>
    <xsd:import namespace="b7313ddf-ae2e-42e2-82d4-c89584ce8844"/>
    <xsd:import namespace="56810815-8df0-4f10-8da7-34164765fbe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4:TaxCatchAll" minOccurs="0"/>
                <xsd:element ref="ns2:MediaServiceOCR" minOccurs="0"/>
                <xsd:element ref="ns2:MediaServiceLocation"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97dd4f-b273-4ab7-9c5e-4ece0a0fe4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63edab7-d5f1-4c02-989a-0e8ed7c6c383"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Comment" ma:index="23" nillable="true" ma:displayName="Comment" ma:description="Type of docu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7313ddf-ae2e-42e2-82d4-c89584ce884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6810815-8df0-4f10-8da7-34164765fbe3"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73dbfdae-fdc0-4114-88d4-4800aae6cac1}" ma:internalName="TaxCatchAll" ma:showField="CatchAllData" ma:web="b7313ddf-ae2e-42e2-82d4-c89584ce88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file>

<file path=customXml/item4.xml><?xml version="1.0" encoding="utf-8"?>
<Application xmlns="http://www.sap.com/cof/ao/powerpoint/application">
  <com.sap.ip.bi.pioneer>
    <Version>4</Version>
    <AAO_Revision>2.8.1700.0123</AAO_Revision>
    <RefreshOnOpen>False</RefreshOnOpen>
    <PlanningModeSetToChangeMode>True</PlanningModeSetToChangeMode>
    <Cleaned>False</Cleaned>
    <ForcePromptOnInitialRefresh>False</ForcePromptOnInitialRefresh>
    <StorePromptsInDocument>True</StorePromptsInDocument>
    <MergeVariables>False</MergeVariables>
    <RefreshPlanningObjectsOnRefreshAll>True</RefreshPlanningObjectsOnRefreshAll>
    <Items/>
  </com.sap.ip.bi.pioneer>
</Application>
</file>

<file path=customXml/item5.xml><?xml version="1.0" encoding="utf-8"?>
<Application xmlns="http://www.sap.com/cof/powerpoint/application">
  <Version>2</Version>
  <Revision>2.8.1700.0123</Revision>
</Application>
</file>

<file path=customXml/itemProps1.xml><?xml version="1.0" encoding="utf-8"?>
<ds:datastoreItem xmlns:ds="http://schemas.openxmlformats.org/officeDocument/2006/customXml" ds:itemID="{1CC27C01-EA5E-4EFE-992D-64064D32C2A4}">
  <ds:schemaRefs>
    <ds:schemaRef ds:uri="b7313ddf-ae2e-42e2-82d4-c89584ce8844"/>
    <ds:schemaRef ds:uri="http://purl.org/dc/elements/1.1/"/>
    <ds:schemaRef ds:uri="56810815-8df0-4f10-8da7-34164765fbe3"/>
    <ds:schemaRef ds:uri="http://schemas.microsoft.com/office/2006/metadata/properties"/>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4697dd4f-b273-4ab7-9c5e-4ece0a0fe4fa"/>
    <ds:schemaRef ds:uri="http://www.w3.org/XML/1998/namespace"/>
    <ds:schemaRef ds:uri="http://purl.org/dc/terms/"/>
  </ds:schemaRefs>
</ds:datastoreItem>
</file>

<file path=customXml/itemProps2.xml><?xml version="1.0" encoding="utf-8"?>
<ds:datastoreItem xmlns:ds="http://schemas.openxmlformats.org/officeDocument/2006/customXml" ds:itemID="{E60F0190-50D2-4730-A4EA-B4008FD3A0BD}">
  <ds:schemaRefs>
    <ds:schemaRef ds:uri="4697dd4f-b273-4ab7-9c5e-4ece0a0fe4fa"/>
    <ds:schemaRef ds:uri="56810815-8df0-4f10-8da7-34164765fbe3"/>
    <ds:schemaRef ds:uri="b7313ddf-ae2e-42e2-82d4-c89584ce88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F08863E-7529-4BA5-9071-3840E5A5E7BD}">
  <ds:schemaRefs>
    <ds:schemaRef ds:uri="http://schemas.microsoft.com/sharepoint/v3/contenttype/forms"/>
  </ds:schemaRefs>
</ds:datastoreItem>
</file>

<file path=customXml/itemProps4.xml><?xml version="1.0" encoding="utf-8"?>
<ds:datastoreItem xmlns:ds="http://schemas.openxmlformats.org/officeDocument/2006/customXml" ds:itemID="{8841900C-86EB-4971-AAD3-8A6B0C589B2B}">
  <ds:schemaRefs>
    <ds:schemaRef ds:uri="http://www.sap.com/cof/ao/powerpoint/application"/>
  </ds:schemaRefs>
</ds:datastoreItem>
</file>

<file path=customXml/itemProps5.xml><?xml version="1.0" encoding="utf-8"?>
<ds:datastoreItem xmlns:ds="http://schemas.openxmlformats.org/officeDocument/2006/customXml" ds:itemID="{1BB22CE1-0F35-48F8-8AD9-F718C5B8A387}">
  <ds:schemaRefs>
    <ds:schemaRef ds:uri="http://www.sap.com/cof/powerpoint/application"/>
  </ds:schemaRefs>
</ds:datastoreItem>
</file>

<file path=docMetadata/LabelInfo.xml><?xml version="1.0" encoding="utf-8"?>
<clbl:labelList xmlns:clbl="http://schemas.microsoft.com/office/2020/mipLabelMetadata">
  <clbl:label id="{9d258917-277f-42cd-a3cd-14c4e9ee58bc}" enabled="1" method="Privileged" siteId="{38ae3bcd-9579-4fd4-adda-b42e1495d55a}" removed="0"/>
</clbl:labelList>
</file>

<file path=docProps/app.xml><?xml version="1.0" encoding="utf-8"?>
<Properties xmlns="http://schemas.openxmlformats.org/officeDocument/2006/extended-properties" xmlns:vt="http://schemas.openxmlformats.org/officeDocument/2006/docPropsVTypes">
  <Template/>
  <TotalTime>0</TotalTime>
  <Words>4514</Words>
  <Application>Microsoft Office PowerPoint</Application>
  <PresentationFormat>Widescreen</PresentationFormat>
  <Paragraphs>660</Paragraphs>
  <Slides>38</Slides>
  <Notes>17</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2</vt:i4>
      </vt:variant>
      <vt:variant>
        <vt:lpstr>Slide Titles</vt:lpstr>
      </vt:variant>
      <vt:variant>
        <vt:i4>38</vt:i4>
      </vt:variant>
    </vt:vector>
  </HeadingPairs>
  <TitlesOfParts>
    <vt:vector size="50" baseType="lpstr">
      <vt:lpstr>Arial</vt:lpstr>
      <vt:lpstr>Arial Unicode MS</vt:lpstr>
      <vt:lpstr>Calibri</vt:lpstr>
      <vt:lpstr>Courier New</vt:lpstr>
      <vt:lpstr>Segoe UI</vt:lpstr>
      <vt:lpstr>Symbol</vt:lpstr>
      <vt:lpstr>Wingdings</vt:lpstr>
      <vt:lpstr>Siemens 2022</vt:lpstr>
      <vt:lpstr>1_Siemens 2022</vt:lpstr>
      <vt:lpstr>2_Siemens 2022</vt:lpstr>
      <vt:lpstr>think-cell Slide</vt:lpstr>
      <vt:lpstr>think-cell Folie</vt:lpstr>
      <vt:lpstr>SHERPA X Governance Foundation FY25 Fit-2-Standard Workshop P2P SRE Direct X</vt:lpstr>
      <vt:lpstr>SHERPA X Governance Foundation FY 2025/2026 Working Assumptions and Workshop Etiquette</vt:lpstr>
      <vt:lpstr>SHERPA X Governance Foundation FY 2025 Fit-2-Standard Workshop Agenda</vt:lpstr>
      <vt:lpstr>SHERPA X Governance Foundation FY 2025/2026 Purpose of the Workshop</vt:lpstr>
      <vt:lpstr>What is SRE Direct X?</vt:lpstr>
      <vt:lpstr>PowerPoint Presentation</vt:lpstr>
      <vt:lpstr>PowerPoint Presentation</vt:lpstr>
      <vt:lpstr>SRE Direct Rollout Team Organization</vt:lpstr>
      <vt:lpstr>SRE Direct X Our Incremental North Star journey</vt:lpstr>
      <vt:lpstr>Backup: Rollout Overview</vt:lpstr>
      <vt:lpstr>PowerPoint Presentation</vt:lpstr>
      <vt:lpstr>SHERPA X Governance Foundation FY 2025 Fit-2-Standard Workshop Agenda</vt:lpstr>
      <vt:lpstr>SRE Direct X : Major interfaces</vt:lpstr>
      <vt:lpstr>SRE Direct X : Features List</vt:lpstr>
      <vt:lpstr>SRE Direct X : Roles, Organization &amp; Document Types  </vt:lpstr>
      <vt:lpstr>SRE Direct X : Roles, Organization &amp; Document Types  </vt:lpstr>
      <vt:lpstr>SRE Direct X Process Flow</vt:lpstr>
      <vt:lpstr>PowerPoint Presentation</vt:lpstr>
      <vt:lpstr>BTP Specific screenshot or report – To be updated by Ajit</vt:lpstr>
      <vt:lpstr>PowerPoint Presentation</vt:lpstr>
      <vt:lpstr>OCI Punchout Process Steps (1/2)</vt:lpstr>
      <vt:lpstr>OCI Punchout Process Steps (2/2)</vt:lpstr>
      <vt:lpstr>PowerPoint Presentation</vt:lpstr>
      <vt:lpstr>PowerPoint Presentation</vt:lpstr>
      <vt:lpstr>PowerPoint Presentation</vt:lpstr>
      <vt:lpstr>PowerPoint Presentation</vt:lpstr>
      <vt:lpstr>SHERPA X Governance Foundation FY 2025 Fit-2-Standard Workshop Agenda</vt:lpstr>
      <vt:lpstr>There is only a short time frame to collect, analyze and sign off additional requirements.</vt:lpstr>
      <vt:lpstr>SHERPA X Governance Foundation FY 2025 Fit-2-Standard Workshop Agenda</vt:lpstr>
      <vt:lpstr>SRE Direct X  Q&amp;A </vt:lpstr>
      <vt:lpstr>Backup Slides</vt:lpstr>
      <vt:lpstr>Definitions</vt:lpstr>
      <vt:lpstr>SRE Direct X Process</vt:lpstr>
      <vt:lpstr>SRE Direct X Process</vt:lpstr>
      <vt:lpstr>PowerPoint Presentation</vt:lpstr>
      <vt:lpstr>SRE Direct X : Major interfaces</vt:lpstr>
      <vt:lpstr>Definitions for SRE Direct X template</vt:lpstr>
      <vt:lpstr>SRE Direct Process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chart two-line headline, Arial, 80 pt</dc:title>
  <dc:creator>Dias Nogueira, Joana (IT GH UX)</dc:creator>
  <cp:keywords>Template</cp:keywords>
  <dc:description>Version 3.0.8
September 2020</dc:description>
  <cp:lastModifiedBy>Gautam, Ajit (IT ECP PLG P)</cp:lastModifiedBy>
  <cp:revision>3</cp:revision>
  <dcterms:created xsi:type="dcterms:W3CDTF">2022-01-11T16:58:54Z</dcterms:created>
  <dcterms:modified xsi:type="dcterms:W3CDTF">2025-02-01T00:42:26Z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0x010100D039245121655340AC16813AC5B6D7E4</vt:lpwstr>
  </property>
  <property fmtid="{D5CDD505-2E9C-101B-9397-08002B2CF9AE}" pid="3" name="Order">
    <vt:r8>14000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y fmtid="{D5CDD505-2E9C-101B-9397-08002B2CF9AE}" pid="9" name="MSIP_Label_9d258917-277f-42cd-a3cd-14c4e9ee58bc_Enabled">
    <vt:lpwstr>true</vt:lpwstr>
  </property>
  <property fmtid="{D5CDD505-2E9C-101B-9397-08002B2CF9AE}" pid="10" name="MSIP_Label_9d258917-277f-42cd-a3cd-14c4e9ee58bc_SetDate">
    <vt:lpwstr>2023-04-25T13:50:56Z</vt:lpwstr>
  </property>
  <property fmtid="{D5CDD505-2E9C-101B-9397-08002B2CF9AE}" pid="11" name="MSIP_Label_9d258917-277f-42cd-a3cd-14c4e9ee58bc_Method">
    <vt:lpwstr>Privileged</vt:lpwstr>
  </property>
  <property fmtid="{D5CDD505-2E9C-101B-9397-08002B2CF9AE}" pid="12" name="MSIP_Label_9d258917-277f-42cd-a3cd-14c4e9ee58bc_Name">
    <vt:lpwstr>restricted</vt:lpwstr>
  </property>
  <property fmtid="{D5CDD505-2E9C-101B-9397-08002B2CF9AE}" pid="13" name="MSIP_Label_9d258917-277f-42cd-a3cd-14c4e9ee58bc_SiteId">
    <vt:lpwstr>38ae3bcd-9579-4fd4-adda-b42e1495d55a</vt:lpwstr>
  </property>
  <property fmtid="{D5CDD505-2E9C-101B-9397-08002B2CF9AE}" pid="14" name="MSIP_Label_9d258917-277f-42cd-a3cd-14c4e9ee58bc_ActionId">
    <vt:lpwstr>9238be06-0cf2-45e5-b7cd-03a85b8114a1</vt:lpwstr>
  </property>
  <property fmtid="{D5CDD505-2E9C-101B-9397-08002B2CF9AE}" pid="15" name="MSIP_Label_9d258917-277f-42cd-a3cd-14c4e9ee58bc_ContentBits">
    <vt:lpwstr>0</vt:lpwstr>
  </property>
  <property fmtid="{D5CDD505-2E9C-101B-9397-08002B2CF9AE}" pid="16" name="Document_Confidentiality">
    <vt:lpwstr>Restricted</vt:lpwstr>
  </property>
</Properties>
</file>