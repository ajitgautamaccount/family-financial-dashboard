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21"/>
  </p:notesMasterIdLst>
  <p:handoutMasterIdLst>
    <p:handoutMasterId r:id="rId22"/>
  </p:handoutMasterIdLst>
  <p:sldIdLst>
    <p:sldId id="261" r:id="rId5"/>
    <p:sldId id="2147481448" r:id="rId6"/>
    <p:sldId id="2147478592" r:id="rId7"/>
    <p:sldId id="2147483506" r:id="rId8"/>
    <p:sldId id="2147483507" r:id="rId9"/>
    <p:sldId id="2147483508" r:id="rId10"/>
    <p:sldId id="2147483512" r:id="rId11"/>
    <p:sldId id="2147483510" r:id="rId12"/>
    <p:sldId id="2147483509" r:id="rId13"/>
    <p:sldId id="2147482707" r:id="rId14"/>
    <p:sldId id="2147483513" r:id="rId15"/>
    <p:sldId id="2147483514" r:id="rId16"/>
    <p:sldId id="2147483515" r:id="rId17"/>
    <p:sldId id="2147481509" r:id="rId18"/>
    <p:sldId id="2147481524" r:id="rId19"/>
    <p:sldId id="2147483511" r:id="rId20"/>
  </p:sldIdLst>
  <p:sldSz cx="12192000" cy="6858000"/>
  <p:notesSz cx="6797675" cy="9926638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DC"/>
    <a:srgbClr val="F3F2F1"/>
    <a:srgbClr val="333255"/>
    <a:srgbClr val="333353"/>
    <a:srgbClr val="070B2D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150" d="100"/>
          <a:sy n="150" d="100"/>
        </p:scale>
        <p:origin x="2286" y="132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s4hana-u4q.siemens.com:44302/sap/bc/ui2/flp?sap-client=100&amp;sap-language=EN#Shell-home" TargetMode="External"/><Relationship Id="rId2" Type="http://schemas.openxmlformats.org/officeDocument/2006/relationships/hyperlink" Target="https://siemens-10-processautomation-qa2.eu10.process-automation.build.cloud.sap/comsapspaprocessautomation.comsapspainbox/inbox.html" TargetMode="External"/><Relationship Id="rId1" Type="http://schemas.openxmlformats.org/officeDocument/2006/relationships/hyperlink" Target="https://siemens-test.wescale.com/shopping/next/#/search?page=1&amp;page_size=12&amp;origin=HOSTED&amp;sort=RELEVANCE&amp;direction=DESC" TargetMode="External"/><Relationship Id="rId5" Type="http://schemas.openxmlformats.org/officeDocument/2006/relationships/hyperlink" Target="https://s4hana-u4q.siemens.com:44302/sap/bc/ui2/flp?sap-client=100&amp;sap-language=EN#PurchaseOrder-createGR" TargetMode="External"/><Relationship Id="rId4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Relationship Id="rId1" Type="http://schemas.openxmlformats.org/officeDocument/2006/relationships/hyperlink" Target="https://siemens-10-processautomation-qa2.eu10.process-automation.build.cloud.sap/comsapspaprocessautomation.comsapspainbox/inbox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4B6C0-25CA-4372-9133-BA0DD6E98282}" type="doc">
      <dgm:prSet loTypeId="urn:microsoft.com/office/officeart/2005/8/layout/l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C6F57AA3-E2B4-4A24-8CB8-6696C30BE54C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D48B0B3-99FB-45EC-A885-1E9A51AB35B9}" type="parTrans" cxnId="{99F49CE8-7CCE-4D5E-919D-0197E83E553F}">
      <dgm:prSet/>
      <dgm:spPr/>
      <dgm:t>
        <a:bodyPr/>
        <a:lstStyle/>
        <a:p>
          <a:endParaRPr lang="en-DE"/>
        </a:p>
      </dgm:t>
    </dgm:pt>
    <dgm:pt modelId="{9BAD7440-B96B-495E-BE7E-45A418B853B0}" type="sibTrans" cxnId="{99F49CE8-7CCE-4D5E-919D-0197E83E553F}">
      <dgm:prSet/>
      <dgm:spPr/>
      <dgm:t>
        <a:bodyPr/>
        <a:lstStyle/>
        <a:p>
          <a:endParaRPr lang="en-DE"/>
        </a:p>
      </dgm:t>
    </dgm:pt>
    <dgm:pt modelId="{3CACF241-6BBF-4129-9AA1-2A7F53EFC95E}">
      <dgm:prSet phldrT="[Text]"/>
      <dgm:spPr/>
      <dgm:t>
        <a:bodyPr/>
        <a:lstStyle/>
        <a:p>
          <a:r>
            <a:rPr lang="en-US" dirty="0"/>
            <a:t>Create Requirement (SC)</a:t>
          </a:r>
          <a:endParaRPr lang="en-DE" dirty="0"/>
        </a:p>
      </dgm:t>
    </dgm:pt>
    <dgm:pt modelId="{1CADA57B-4923-4499-9AE2-4DDD2193D704}" type="parTrans" cxnId="{50726223-A9A0-4357-A401-AB50F37230F4}">
      <dgm:prSet/>
      <dgm:spPr/>
      <dgm:t>
        <a:bodyPr/>
        <a:lstStyle/>
        <a:p>
          <a:endParaRPr lang="en-DE"/>
        </a:p>
      </dgm:t>
    </dgm:pt>
    <dgm:pt modelId="{7BE60946-30DD-441D-B203-0B33123BBDBC}" type="sibTrans" cxnId="{50726223-A9A0-4357-A401-AB50F37230F4}">
      <dgm:prSet/>
      <dgm:spPr/>
      <dgm:t>
        <a:bodyPr/>
        <a:lstStyle/>
        <a:p>
          <a:endParaRPr lang="en-DE"/>
        </a:p>
      </dgm:t>
    </dgm:pt>
    <dgm:pt modelId="{E4DFF9D1-9E64-475A-B554-5D51D9F93F9D}">
      <dgm:prSet phldrT="[Text]"/>
      <dgm:spPr/>
      <dgm:t>
        <a:bodyPr/>
        <a:lstStyle/>
        <a:p>
          <a:r>
            <a:rPr lang="en-US" u="none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u="none" dirty="0">
            <a:solidFill>
              <a:schemeClr val="tx1"/>
            </a:solidFill>
          </a:endParaRPr>
        </a:p>
      </dgm:t>
    </dgm:pt>
    <dgm:pt modelId="{35BDDD91-0EC3-469E-BF06-3BC003F3ADD6}" type="parTrans" cxnId="{BE360EEC-914B-4FBF-9861-E1D28B7F7580}">
      <dgm:prSet/>
      <dgm:spPr/>
      <dgm:t>
        <a:bodyPr/>
        <a:lstStyle/>
        <a:p>
          <a:endParaRPr lang="en-DE"/>
        </a:p>
      </dgm:t>
    </dgm:pt>
    <dgm:pt modelId="{19102B35-4275-4F5D-BEED-FD505BF21958}" type="sibTrans" cxnId="{BE360EEC-914B-4FBF-9861-E1D28B7F7580}">
      <dgm:prSet/>
      <dgm:spPr/>
      <dgm:t>
        <a:bodyPr/>
        <a:lstStyle/>
        <a:p>
          <a:endParaRPr lang="en-DE"/>
        </a:p>
      </dgm:t>
    </dgm:pt>
    <dgm:pt modelId="{AB27AE82-82A1-4B27-8130-73EBEAE50B5A}">
      <dgm:prSet phldrT="[Text]"/>
      <dgm:spPr/>
      <dgm:t>
        <a:bodyPr/>
        <a:lstStyle/>
        <a:p>
          <a:r>
            <a:rPr lang="en-US" dirty="0"/>
            <a:t>Complete Requirement (PR) </a:t>
          </a:r>
          <a:endParaRPr lang="en-DE" dirty="0"/>
        </a:p>
      </dgm:t>
    </dgm:pt>
    <dgm:pt modelId="{99CBF8BE-8BDF-44E5-A841-67A0B00C2AE9}" type="parTrans" cxnId="{7FCF56F6-45F3-4D3F-A34A-1C167B944694}">
      <dgm:prSet/>
      <dgm:spPr/>
      <dgm:t>
        <a:bodyPr/>
        <a:lstStyle/>
        <a:p>
          <a:endParaRPr lang="en-DE"/>
        </a:p>
      </dgm:t>
    </dgm:pt>
    <dgm:pt modelId="{5073B2D1-C384-4F4B-BCEF-4C9225545279}" type="sibTrans" cxnId="{7FCF56F6-45F3-4D3F-A34A-1C167B944694}">
      <dgm:prSet/>
      <dgm:spPr/>
      <dgm:t>
        <a:bodyPr/>
        <a:lstStyle/>
        <a:p>
          <a:endParaRPr lang="en-DE"/>
        </a:p>
      </dgm:t>
    </dgm:pt>
    <dgm:pt modelId="{B6C252FD-78A6-46BD-8312-7E663E4C65FD}">
      <dgm:prSet phldrT="[Text]"/>
      <dgm:spPr/>
      <dgm:t>
        <a:bodyPr/>
        <a:lstStyle/>
        <a:p>
          <a:r>
            <a:rPr lang="en-US" dirty="0"/>
            <a:t>Approve the PR/PO</a:t>
          </a:r>
          <a:endParaRPr lang="en-DE" dirty="0"/>
        </a:p>
      </dgm:t>
    </dgm:pt>
    <dgm:pt modelId="{3FCF8D5A-54D3-4818-BB40-BDDBDFF1C22A}" type="parTrans" cxnId="{DF1B969E-2D94-48DB-B4A7-4A7811585A34}">
      <dgm:prSet/>
      <dgm:spPr/>
      <dgm:t>
        <a:bodyPr/>
        <a:lstStyle/>
        <a:p>
          <a:endParaRPr lang="en-DE"/>
        </a:p>
      </dgm:t>
    </dgm:pt>
    <dgm:pt modelId="{296DD901-4025-4676-9DCE-B55BD8800B0C}" type="sibTrans" cxnId="{DF1B969E-2D94-48DB-B4A7-4A7811585A34}">
      <dgm:prSet/>
      <dgm:spPr/>
      <dgm:t>
        <a:bodyPr/>
        <a:lstStyle/>
        <a:p>
          <a:endParaRPr lang="en-DE"/>
        </a:p>
      </dgm:t>
    </dgm:pt>
    <dgm:pt modelId="{3244BFA8-2737-436E-AE25-0E056B3EAE0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S4 HANA</a:t>
          </a:r>
          <a:endParaRPr lang="en-DE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/>
          </dgm14:cNvPr>
        </a:ext>
      </dgm:extLst>
    </dgm:pt>
    <dgm:pt modelId="{98221427-9FF0-450F-B167-97D21CABE7A8}" type="parTrans" cxnId="{C4AA6557-7990-445B-85AA-D8745FCA2490}">
      <dgm:prSet/>
      <dgm:spPr/>
      <dgm:t>
        <a:bodyPr/>
        <a:lstStyle/>
        <a:p>
          <a:endParaRPr lang="en-DE"/>
        </a:p>
      </dgm:t>
    </dgm:pt>
    <dgm:pt modelId="{A0AF8B32-46EF-4B59-BACB-D3D750D548B2}" type="sibTrans" cxnId="{C4AA6557-7990-445B-85AA-D8745FCA2490}">
      <dgm:prSet/>
      <dgm:spPr/>
      <dgm:t>
        <a:bodyPr/>
        <a:lstStyle/>
        <a:p>
          <a:endParaRPr lang="en-DE"/>
        </a:p>
      </dgm:t>
    </dgm:pt>
    <dgm:pt modelId="{964DC1CE-00FC-42F5-AE78-410D19183CAB}">
      <dgm:prSet phldrT="[Text]"/>
      <dgm:spPr/>
      <dgm:t>
        <a:bodyPr/>
        <a:lstStyle/>
        <a:p>
          <a:r>
            <a:rPr lang="en-US" dirty="0"/>
            <a:t>Manage </a:t>
          </a:r>
          <a:r>
            <a:rPr lang="en-US" u="none" dirty="0">
              <a:solidFill>
                <a:schemeClr val="bg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u="none" dirty="0">
            <a:solidFill>
              <a:schemeClr val="bg1"/>
            </a:solidFill>
          </a:endParaRPr>
        </a:p>
      </dgm:t>
    </dgm:pt>
    <dgm:pt modelId="{DC6339B2-B1CA-414E-BF3E-A9002F947443}" type="parTrans" cxnId="{594C274A-4A3F-4FC4-B948-ADB17E34D4F6}">
      <dgm:prSet/>
      <dgm:spPr/>
      <dgm:t>
        <a:bodyPr/>
        <a:lstStyle/>
        <a:p>
          <a:endParaRPr lang="en-DE"/>
        </a:p>
      </dgm:t>
    </dgm:pt>
    <dgm:pt modelId="{3CA539F9-D6BD-4780-A4B2-565D67DF3D3E}" type="sibTrans" cxnId="{594C274A-4A3F-4FC4-B948-ADB17E34D4F6}">
      <dgm:prSet/>
      <dgm:spPr/>
      <dgm:t>
        <a:bodyPr/>
        <a:lstStyle/>
        <a:p>
          <a:endParaRPr lang="en-DE"/>
        </a:p>
      </dgm:t>
    </dgm:pt>
    <dgm:pt modelId="{1BB865B0-52BB-4B39-861E-8D8632FA1AC0}">
      <dgm:prSet phldrT="[Text]"/>
      <dgm:spPr/>
      <dgm:t>
        <a:bodyPr/>
        <a:lstStyle/>
        <a:p>
          <a:r>
            <a:rPr lang="en-US" dirty="0"/>
            <a:t>Manage  PO</a:t>
          </a:r>
          <a:endParaRPr lang="en-DE" dirty="0"/>
        </a:p>
      </dgm:t>
    </dgm:pt>
    <dgm:pt modelId="{6A389604-6B0A-4383-A7F9-26C4D9E1CC52}" type="parTrans" cxnId="{2674081B-4E73-46D1-AE42-82D4A74CFC37}">
      <dgm:prSet/>
      <dgm:spPr/>
      <dgm:t>
        <a:bodyPr/>
        <a:lstStyle/>
        <a:p>
          <a:endParaRPr lang="en-DE"/>
        </a:p>
      </dgm:t>
    </dgm:pt>
    <dgm:pt modelId="{79F31D51-E308-4CB1-952C-D9CBE8005B58}" type="sibTrans" cxnId="{2674081B-4E73-46D1-AE42-82D4A74CFC37}">
      <dgm:prSet/>
      <dgm:spPr/>
      <dgm:t>
        <a:bodyPr/>
        <a:lstStyle/>
        <a:p>
          <a:endParaRPr lang="en-DE"/>
        </a:p>
      </dgm:t>
    </dgm:pt>
    <dgm:pt modelId="{E9F18EF9-2962-4A88-AD7B-2C3240222F8B}">
      <dgm:prSet phldrT="[Text]"/>
      <dgm:spPr/>
      <dgm:t>
        <a:bodyPr/>
        <a:lstStyle/>
        <a:p>
          <a:r>
            <a:rPr lang="en-US" dirty="0"/>
            <a:t>Send PO to Supplier (Automatic)</a:t>
          </a:r>
          <a:endParaRPr lang="en-DE" dirty="0"/>
        </a:p>
      </dgm:t>
    </dgm:pt>
    <dgm:pt modelId="{8CD72F7F-6D89-4CB7-AD25-E563F720A960}" type="parTrans" cxnId="{495F81F7-C963-4031-8364-9DD120740E39}">
      <dgm:prSet/>
      <dgm:spPr/>
      <dgm:t>
        <a:bodyPr/>
        <a:lstStyle/>
        <a:p>
          <a:endParaRPr lang="en-DE"/>
        </a:p>
      </dgm:t>
    </dgm:pt>
    <dgm:pt modelId="{FB411E69-A1E1-47F9-9B1F-C863757275CC}" type="sibTrans" cxnId="{495F81F7-C963-4031-8364-9DD120740E39}">
      <dgm:prSet/>
      <dgm:spPr/>
      <dgm:t>
        <a:bodyPr/>
        <a:lstStyle/>
        <a:p>
          <a:endParaRPr lang="en-DE"/>
        </a:p>
      </dgm:t>
    </dgm:pt>
    <dgm:pt modelId="{722B3EDC-7D97-4079-9828-5A6F99DC2B63}">
      <dgm:prSet phldrT="[Text]"/>
      <dgm:spPr/>
      <dgm:t>
        <a:bodyPr/>
        <a:lstStyle/>
        <a:p>
          <a:r>
            <a:rPr lang="en-US" dirty="0"/>
            <a:t>Post Goods Receipt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9104FDBD-15F7-4FBA-B52B-687EDC6F86DB}" type="parTrans" cxnId="{4670406E-9431-4F16-9FC6-96E16E2B3459}">
      <dgm:prSet/>
      <dgm:spPr/>
      <dgm:t>
        <a:bodyPr/>
        <a:lstStyle/>
        <a:p>
          <a:endParaRPr lang="en-DE"/>
        </a:p>
      </dgm:t>
    </dgm:pt>
    <dgm:pt modelId="{B61D2ED8-BB29-40B1-B08C-AB0A3BDD1075}" type="sibTrans" cxnId="{4670406E-9431-4F16-9FC6-96E16E2B3459}">
      <dgm:prSet/>
      <dgm:spPr/>
      <dgm:t>
        <a:bodyPr/>
        <a:lstStyle/>
        <a:p>
          <a:endParaRPr lang="en-DE"/>
        </a:p>
      </dgm:t>
    </dgm:pt>
    <dgm:pt modelId="{7795A962-E936-4566-B33A-1371C461A1B1}">
      <dgm:prSet phldrT="[Text]"/>
      <dgm:spPr/>
      <dgm:t>
        <a:bodyPr/>
        <a:lstStyle/>
        <a:p>
          <a:r>
            <a:rPr lang="en-US" dirty="0"/>
            <a:t>Automatic e-mail notification trigger</a:t>
          </a:r>
          <a:endParaRPr lang="en-DE" dirty="0"/>
        </a:p>
      </dgm:t>
    </dgm:pt>
    <dgm:pt modelId="{56B83B49-281E-4E17-8E33-9567663838A4}" type="parTrans" cxnId="{8976AA78-54D9-4775-BC48-8898114BA9AF}">
      <dgm:prSet/>
      <dgm:spPr/>
      <dgm:t>
        <a:bodyPr/>
        <a:lstStyle/>
        <a:p>
          <a:endParaRPr lang="en-DE"/>
        </a:p>
      </dgm:t>
    </dgm:pt>
    <dgm:pt modelId="{2D540F88-138A-4E99-9D28-9932D1F7B087}" type="sibTrans" cxnId="{8976AA78-54D9-4775-BC48-8898114BA9AF}">
      <dgm:prSet/>
      <dgm:spPr/>
      <dgm:t>
        <a:bodyPr/>
        <a:lstStyle/>
        <a:p>
          <a:endParaRPr lang="en-DE"/>
        </a:p>
      </dgm:t>
    </dgm:pt>
    <dgm:pt modelId="{2A0301DC-7967-4CAF-B797-CA98D50BE6F5}">
      <dgm:prSet phldrT="[Text]"/>
      <dgm:spPr/>
      <dgm:t>
        <a:bodyPr/>
        <a:lstStyle/>
        <a:p>
          <a:r>
            <a:rPr lang="en-US" dirty="0"/>
            <a:t>Reverse the GR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1FACD046-3956-4E74-A4B9-93DB691103AC}" type="parTrans" cxnId="{BE9B98B6-9F8A-4E1C-8A17-34154DE9C707}">
      <dgm:prSet/>
      <dgm:spPr/>
      <dgm:t>
        <a:bodyPr/>
        <a:lstStyle/>
        <a:p>
          <a:endParaRPr lang="en-DE"/>
        </a:p>
      </dgm:t>
    </dgm:pt>
    <dgm:pt modelId="{8CE4CCCC-7909-4270-9A32-6E5EAD43390D}" type="sibTrans" cxnId="{BE9B98B6-9F8A-4E1C-8A17-34154DE9C707}">
      <dgm:prSet/>
      <dgm:spPr/>
      <dgm:t>
        <a:bodyPr/>
        <a:lstStyle/>
        <a:p>
          <a:endParaRPr lang="en-DE"/>
        </a:p>
      </dgm:t>
    </dgm:pt>
    <dgm:pt modelId="{6BA4301C-A170-4BE7-8A4A-347E83E7E19A}" type="pres">
      <dgm:prSet presAssocID="{8AF4B6C0-25CA-4372-9133-BA0DD6E9828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328E6EF-C63B-44E4-ADC1-7781F6400596}" type="pres">
      <dgm:prSet presAssocID="{C6F57AA3-E2B4-4A24-8CB8-6696C30BE54C}" presName="horFlow" presStyleCnt="0"/>
      <dgm:spPr/>
    </dgm:pt>
    <dgm:pt modelId="{1982F0D9-A8F9-4E12-BF4D-F977FDEA992D}" type="pres">
      <dgm:prSet presAssocID="{C6F57AA3-E2B4-4A24-8CB8-6696C30BE54C}" presName="bigChev" presStyleLbl="node1" presStyleIdx="0" presStyleCnt="3"/>
      <dgm:spPr/>
    </dgm:pt>
    <dgm:pt modelId="{A07BA30E-5992-4CF2-A45C-636BCBF47AC7}" type="pres">
      <dgm:prSet presAssocID="{1CADA57B-4923-4499-9AE2-4DDD2193D704}" presName="parTrans" presStyleCnt="0"/>
      <dgm:spPr/>
    </dgm:pt>
    <dgm:pt modelId="{04757A55-C598-4001-A59B-73D4DFE0C01C}" type="pres">
      <dgm:prSet presAssocID="{3CACF241-6BBF-4129-9AA1-2A7F53EFC95E}" presName="node" presStyleLbl="alignAccFollowNode1" presStyleIdx="0" presStyleCnt="9">
        <dgm:presLayoutVars>
          <dgm:bulletEnabled val="1"/>
        </dgm:presLayoutVars>
      </dgm:prSet>
      <dgm:spPr/>
    </dgm:pt>
    <dgm:pt modelId="{BB474D27-D499-430C-AD2A-54269DC61667}" type="pres">
      <dgm:prSet presAssocID="{C6F57AA3-E2B4-4A24-8CB8-6696C30BE54C}" presName="vSp" presStyleCnt="0"/>
      <dgm:spPr/>
    </dgm:pt>
    <dgm:pt modelId="{DC796BE0-5726-46F4-9F6D-2BB26111C4CB}" type="pres">
      <dgm:prSet presAssocID="{E4DFF9D1-9E64-475A-B554-5D51D9F93F9D}" presName="horFlow" presStyleCnt="0"/>
      <dgm:spPr/>
    </dgm:pt>
    <dgm:pt modelId="{B743E59F-37A4-49A9-A573-997C65C92A5B}" type="pres">
      <dgm:prSet presAssocID="{E4DFF9D1-9E64-475A-B554-5D51D9F93F9D}" presName="bigChev" presStyleLbl="node1" presStyleIdx="1" presStyleCnt="3" custLinFactNeighborX="2395" custLinFactNeighborY="-1481"/>
      <dgm:spPr/>
    </dgm:pt>
    <dgm:pt modelId="{E0C15DDF-3853-454B-854E-1CE910012AFB}" type="pres">
      <dgm:prSet presAssocID="{56B83B49-281E-4E17-8E33-9567663838A4}" presName="parTrans" presStyleCnt="0"/>
      <dgm:spPr/>
    </dgm:pt>
    <dgm:pt modelId="{84F07CFB-1489-4575-974A-DD997AFA57EC}" type="pres">
      <dgm:prSet presAssocID="{7795A962-E936-4566-B33A-1371C461A1B1}" presName="node" presStyleLbl="alignAccFollowNode1" presStyleIdx="1" presStyleCnt="9">
        <dgm:presLayoutVars>
          <dgm:bulletEnabled val="1"/>
        </dgm:presLayoutVars>
      </dgm:prSet>
      <dgm:spPr/>
    </dgm:pt>
    <dgm:pt modelId="{D2C60D0F-EC43-4F87-9CB4-B2B42FDB6E1C}" type="pres">
      <dgm:prSet presAssocID="{2D540F88-138A-4E99-9D28-9932D1F7B087}" presName="sibTrans" presStyleCnt="0"/>
      <dgm:spPr/>
    </dgm:pt>
    <dgm:pt modelId="{A0D7599F-0BC1-4FA2-86D6-DCBC4BAF27EC}" type="pres">
      <dgm:prSet presAssocID="{AB27AE82-82A1-4B27-8130-73EBEAE50B5A}" presName="node" presStyleLbl="alignAccFollowNode1" presStyleIdx="2" presStyleCnt="9">
        <dgm:presLayoutVars>
          <dgm:bulletEnabled val="1"/>
        </dgm:presLayoutVars>
      </dgm:prSet>
      <dgm:spPr/>
    </dgm:pt>
    <dgm:pt modelId="{F875B139-E2E5-429B-AD5A-AF8F1FA1D8C4}" type="pres">
      <dgm:prSet presAssocID="{5073B2D1-C384-4F4B-BCEF-4C9225545279}" presName="sibTrans" presStyleCnt="0"/>
      <dgm:spPr/>
    </dgm:pt>
    <dgm:pt modelId="{BF118FA9-F2CB-4560-9678-BEC0215F915A}" type="pres">
      <dgm:prSet presAssocID="{B6C252FD-78A6-46BD-8312-7E663E4C65FD}" presName="node" presStyleLbl="alignAccFollowNode1" presStyleIdx="3" presStyleCnt="9">
        <dgm:presLayoutVars>
          <dgm:bulletEnabled val="1"/>
        </dgm:presLayoutVars>
      </dgm:prSet>
      <dgm:spPr/>
    </dgm:pt>
    <dgm:pt modelId="{775A6CD1-90FC-4B89-9453-279378CFA97B}" type="pres">
      <dgm:prSet presAssocID="{E4DFF9D1-9E64-475A-B554-5D51D9F93F9D}" presName="vSp" presStyleCnt="0"/>
      <dgm:spPr/>
    </dgm:pt>
    <dgm:pt modelId="{FBC17626-F17B-4FEB-838F-B5A4B3217A17}" type="pres">
      <dgm:prSet presAssocID="{3244BFA8-2737-436E-AE25-0E056B3EAE0E}" presName="horFlow" presStyleCnt="0"/>
      <dgm:spPr/>
    </dgm:pt>
    <dgm:pt modelId="{387FA288-2E32-43AF-AB0A-C5AF99F811E9}" type="pres">
      <dgm:prSet presAssocID="{3244BFA8-2737-436E-AE25-0E056B3EAE0E}" presName="bigChev" presStyleLbl="node1" presStyleIdx="2" presStyleCnt="3"/>
      <dgm:spPr/>
    </dgm:pt>
    <dgm:pt modelId="{96316276-0C42-4BA1-83DF-8EAA88D67538}" type="pres">
      <dgm:prSet presAssocID="{DC6339B2-B1CA-414E-BF3E-A9002F947443}" presName="parTrans" presStyleCnt="0"/>
      <dgm:spPr/>
    </dgm:pt>
    <dgm:pt modelId="{4B9CE843-8655-4849-BB08-36C9E41CC3BF}" type="pres">
      <dgm:prSet presAssocID="{964DC1CE-00FC-42F5-AE78-410D19183CAB}" presName="node" presStyleLbl="alignAccFollowNode1" presStyleIdx="4" presStyleCnt="9">
        <dgm:presLayoutVars>
          <dgm:bulletEnabled val="1"/>
        </dgm:presLayoutVars>
      </dgm:prSet>
      <dgm:spPr/>
    </dgm:pt>
    <dgm:pt modelId="{3AF1A42F-5570-4347-B15B-0290808B1771}" type="pres">
      <dgm:prSet presAssocID="{3CA539F9-D6BD-4780-A4B2-565D67DF3D3E}" presName="sibTrans" presStyleCnt="0"/>
      <dgm:spPr/>
    </dgm:pt>
    <dgm:pt modelId="{C53B604C-502C-4B29-934D-C46B97BC0DA8}" type="pres">
      <dgm:prSet presAssocID="{1BB865B0-52BB-4B39-861E-8D8632FA1AC0}" presName="node" presStyleLbl="alignAccFollowNode1" presStyleIdx="5" presStyleCnt="9">
        <dgm:presLayoutVars>
          <dgm:bulletEnabled val="1"/>
        </dgm:presLayoutVars>
      </dgm:prSet>
      <dgm:spPr/>
    </dgm:pt>
    <dgm:pt modelId="{727F5E08-C499-43EA-8D76-BECD1CC81C63}" type="pres">
      <dgm:prSet presAssocID="{79F31D51-E308-4CB1-952C-D9CBE8005B58}" presName="sibTrans" presStyleCnt="0"/>
      <dgm:spPr/>
    </dgm:pt>
    <dgm:pt modelId="{5F5857B5-B63F-41D0-8BB3-E52B081DDA3E}" type="pres">
      <dgm:prSet presAssocID="{E9F18EF9-2962-4A88-AD7B-2C3240222F8B}" presName="node" presStyleLbl="alignAccFollowNode1" presStyleIdx="6" presStyleCnt="9">
        <dgm:presLayoutVars>
          <dgm:bulletEnabled val="1"/>
        </dgm:presLayoutVars>
      </dgm:prSet>
      <dgm:spPr/>
    </dgm:pt>
    <dgm:pt modelId="{16308B2F-C280-4268-997D-43A12501021F}" type="pres">
      <dgm:prSet presAssocID="{FB411E69-A1E1-47F9-9B1F-C863757275CC}" presName="sibTrans" presStyleCnt="0"/>
      <dgm:spPr/>
    </dgm:pt>
    <dgm:pt modelId="{6C91782B-61C1-476E-8A3B-032F89925329}" type="pres">
      <dgm:prSet presAssocID="{722B3EDC-7D97-4079-9828-5A6F99DC2B63}" presName="node" presStyleLbl="alignAccFollowNode1" presStyleIdx="7" presStyleCnt="9">
        <dgm:presLayoutVars>
          <dgm:bulletEnabled val="1"/>
        </dgm:presLayoutVars>
      </dgm:prSet>
      <dgm:spPr/>
    </dgm:pt>
    <dgm:pt modelId="{76F14BB6-4427-4723-97FA-FA753F377C2B}" type="pres">
      <dgm:prSet presAssocID="{B61D2ED8-BB29-40B1-B08C-AB0A3BDD1075}" presName="sibTrans" presStyleCnt="0"/>
      <dgm:spPr/>
    </dgm:pt>
    <dgm:pt modelId="{266BFE30-3157-4BF9-A124-9E187B8C3258}" type="pres">
      <dgm:prSet presAssocID="{2A0301DC-7967-4CAF-B797-CA98D50BE6F5}" presName="node" presStyleLbl="alignAccFollowNode1" presStyleIdx="8" presStyleCnt="9">
        <dgm:presLayoutVars>
          <dgm:bulletEnabled val="1"/>
        </dgm:presLayoutVars>
      </dgm:prSet>
      <dgm:spPr/>
    </dgm:pt>
  </dgm:ptLst>
  <dgm:cxnLst>
    <dgm:cxn modelId="{51C7450A-5CA5-4E8B-BE38-8FF86CE2CE51}" type="presOf" srcId="{B6C252FD-78A6-46BD-8312-7E663E4C65FD}" destId="{BF118FA9-F2CB-4560-9678-BEC0215F915A}" srcOrd="0" destOrd="0" presId="urn:microsoft.com/office/officeart/2005/8/layout/lProcess3"/>
    <dgm:cxn modelId="{4BBC500E-3DBD-48BD-AE7D-DD9C779D0118}" type="presOf" srcId="{E9F18EF9-2962-4A88-AD7B-2C3240222F8B}" destId="{5F5857B5-B63F-41D0-8BB3-E52B081DDA3E}" srcOrd="0" destOrd="0" presId="urn:microsoft.com/office/officeart/2005/8/layout/lProcess3"/>
    <dgm:cxn modelId="{E8274812-5669-4FBD-A474-17F6EEFE10B4}" type="presOf" srcId="{8AF4B6C0-25CA-4372-9133-BA0DD6E98282}" destId="{6BA4301C-A170-4BE7-8A4A-347E83E7E19A}" srcOrd="0" destOrd="0" presId="urn:microsoft.com/office/officeart/2005/8/layout/lProcess3"/>
    <dgm:cxn modelId="{2674081B-4E73-46D1-AE42-82D4A74CFC37}" srcId="{3244BFA8-2737-436E-AE25-0E056B3EAE0E}" destId="{1BB865B0-52BB-4B39-861E-8D8632FA1AC0}" srcOrd="1" destOrd="0" parTransId="{6A389604-6B0A-4383-A7F9-26C4D9E1CC52}" sibTransId="{79F31D51-E308-4CB1-952C-D9CBE8005B58}"/>
    <dgm:cxn modelId="{50726223-A9A0-4357-A401-AB50F37230F4}" srcId="{C6F57AA3-E2B4-4A24-8CB8-6696C30BE54C}" destId="{3CACF241-6BBF-4129-9AA1-2A7F53EFC95E}" srcOrd="0" destOrd="0" parTransId="{1CADA57B-4923-4499-9AE2-4DDD2193D704}" sibTransId="{7BE60946-30DD-441D-B203-0B33123BBDBC}"/>
    <dgm:cxn modelId="{28D27E30-1461-4373-B5DE-941A7E59A2C2}" type="presOf" srcId="{964DC1CE-00FC-42F5-AE78-410D19183CAB}" destId="{4B9CE843-8655-4849-BB08-36C9E41CC3BF}" srcOrd="0" destOrd="0" presId="urn:microsoft.com/office/officeart/2005/8/layout/lProcess3"/>
    <dgm:cxn modelId="{AA31F45F-2838-415B-8D96-8871BCE9F548}" type="presOf" srcId="{3244BFA8-2737-436E-AE25-0E056B3EAE0E}" destId="{387FA288-2E32-43AF-AB0A-C5AF99F811E9}" srcOrd="0" destOrd="0" presId="urn:microsoft.com/office/officeart/2005/8/layout/lProcess3"/>
    <dgm:cxn modelId="{DE0D2549-0F39-4E1B-8337-B86445046D80}" type="presOf" srcId="{722B3EDC-7D97-4079-9828-5A6F99DC2B63}" destId="{6C91782B-61C1-476E-8A3B-032F89925329}" srcOrd="0" destOrd="0" presId="urn:microsoft.com/office/officeart/2005/8/layout/lProcess3"/>
    <dgm:cxn modelId="{594C274A-4A3F-4FC4-B948-ADB17E34D4F6}" srcId="{3244BFA8-2737-436E-AE25-0E056B3EAE0E}" destId="{964DC1CE-00FC-42F5-AE78-410D19183CAB}" srcOrd="0" destOrd="0" parTransId="{DC6339B2-B1CA-414E-BF3E-A9002F947443}" sibTransId="{3CA539F9-D6BD-4780-A4B2-565D67DF3D3E}"/>
    <dgm:cxn modelId="{4670406E-9431-4F16-9FC6-96E16E2B3459}" srcId="{3244BFA8-2737-436E-AE25-0E056B3EAE0E}" destId="{722B3EDC-7D97-4079-9828-5A6F99DC2B63}" srcOrd="3" destOrd="0" parTransId="{9104FDBD-15F7-4FBA-B52B-687EDC6F86DB}" sibTransId="{B61D2ED8-BB29-40B1-B08C-AB0A3BDD1075}"/>
    <dgm:cxn modelId="{C4AA6557-7990-445B-85AA-D8745FCA2490}" srcId="{8AF4B6C0-25CA-4372-9133-BA0DD6E98282}" destId="{3244BFA8-2737-436E-AE25-0E056B3EAE0E}" srcOrd="2" destOrd="0" parTransId="{98221427-9FF0-450F-B167-97D21CABE7A8}" sibTransId="{A0AF8B32-46EF-4B59-BACB-D3D750D548B2}"/>
    <dgm:cxn modelId="{8976AA78-54D9-4775-BC48-8898114BA9AF}" srcId="{E4DFF9D1-9E64-475A-B554-5D51D9F93F9D}" destId="{7795A962-E936-4566-B33A-1371C461A1B1}" srcOrd="0" destOrd="0" parTransId="{56B83B49-281E-4E17-8E33-9567663838A4}" sibTransId="{2D540F88-138A-4E99-9D28-9932D1F7B087}"/>
    <dgm:cxn modelId="{DF1B969E-2D94-48DB-B4A7-4A7811585A34}" srcId="{E4DFF9D1-9E64-475A-B554-5D51D9F93F9D}" destId="{B6C252FD-78A6-46BD-8312-7E663E4C65FD}" srcOrd="2" destOrd="0" parTransId="{3FCF8D5A-54D3-4818-BB40-BDDBDFF1C22A}" sibTransId="{296DD901-4025-4676-9DCE-B55BD8800B0C}"/>
    <dgm:cxn modelId="{BE9B98B6-9F8A-4E1C-8A17-34154DE9C707}" srcId="{3244BFA8-2737-436E-AE25-0E056B3EAE0E}" destId="{2A0301DC-7967-4CAF-B797-CA98D50BE6F5}" srcOrd="4" destOrd="0" parTransId="{1FACD046-3956-4E74-A4B9-93DB691103AC}" sibTransId="{8CE4CCCC-7909-4270-9A32-6E5EAD43390D}"/>
    <dgm:cxn modelId="{AC2851DC-B674-416E-9C94-9234FDA667F6}" type="presOf" srcId="{1BB865B0-52BB-4B39-861E-8D8632FA1AC0}" destId="{C53B604C-502C-4B29-934D-C46B97BC0DA8}" srcOrd="0" destOrd="0" presId="urn:microsoft.com/office/officeart/2005/8/layout/lProcess3"/>
    <dgm:cxn modelId="{99F49CE8-7CCE-4D5E-919D-0197E83E553F}" srcId="{8AF4B6C0-25CA-4372-9133-BA0DD6E98282}" destId="{C6F57AA3-E2B4-4A24-8CB8-6696C30BE54C}" srcOrd="0" destOrd="0" parTransId="{3D48B0B3-99FB-45EC-A885-1E9A51AB35B9}" sibTransId="{9BAD7440-B96B-495E-BE7E-45A418B853B0}"/>
    <dgm:cxn modelId="{BE360EEC-914B-4FBF-9861-E1D28B7F7580}" srcId="{8AF4B6C0-25CA-4372-9133-BA0DD6E98282}" destId="{E4DFF9D1-9E64-475A-B554-5D51D9F93F9D}" srcOrd="1" destOrd="0" parTransId="{35BDDD91-0EC3-469E-BF06-3BC003F3ADD6}" sibTransId="{19102B35-4275-4F5D-BEED-FD505BF21958}"/>
    <dgm:cxn modelId="{5E341CED-C493-41D6-B95B-EB761D30E6E6}" type="presOf" srcId="{2A0301DC-7967-4CAF-B797-CA98D50BE6F5}" destId="{266BFE30-3157-4BF9-A124-9E187B8C3258}" srcOrd="0" destOrd="0" presId="urn:microsoft.com/office/officeart/2005/8/layout/lProcess3"/>
    <dgm:cxn modelId="{A47D7CF5-7969-4BDF-B32F-FF88F464B0A7}" type="presOf" srcId="{AB27AE82-82A1-4B27-8130-73EBEAE50B5A}" destId="{A0D7599F-0BC1-4FA2-86D6-DCBC4BAF27EC}" srcOrd="0" destOrd="0" presId="urn:microsoft.com/office/officeart/2005/8/layout/lProcess3"/>
    <dgm:cxn modelId="{81FBEAF5-8C06-49A0-93D3-C16979F0DC85}" type="presOf" srcId="{3CACF241-6BBF-4129-9AA1-2A7F53EFC95E}" destId="{04757A55-C598-4001-A59B-73D4DFE0C01C}" srcOrd="0" destOrd="0" presId="urn:microsoft.com/office/officeart/2005/8/layout/lProcess3"/>
    <dgm:cxn modelId="{989262F6-3C60-4550-B2D2-8D3AF8A589BD}" type="presOf" srcId="{E4DFF9D1-9E64-475A-B554-5D51D9F93F9D}" destId="{B743E59F-37A4-49A9-A573-997C65C92A5B}" srcOrd="0" destOrd="0" presId="urn:microsoft.com/office/officeart/2005/8/layout/lProcess3"/>
    <dgm:cxn modelId="{7FCF56F6-45F3-4D3F-A34A-1C167B944694}" srcId="{E4DFF9D1-9E64-475A-B554-5D51D9F93F9D}" destId="{AB27AE82-82A1-4B27-8130-73EBEAE50B5A}" srcOrd="1" destOrd="0" parTransId="{99CBF8BE-8BDF-44E5-A841-67A0B00C2AE9}" sibTransId="{5073B2D1-C384-4F4B-BCEF-4C9225545279}"/>
    <dgm:cxn modelId="{495F81F7-C963-4031-8364-9DD120740E39}" srcId="{3244BFA8-2737-436E-AE25-0E056B3EAE0E}" destId="{E9F18EF9-2962-4A88-AD7B-2C3240222F8B}" srcOrd="2" destOrd="0" parTransId="{8CD72F7F-6D89-4CB7-AD25-E563F720A960}" sibTransId="{FB411E69-A1E1-47F9-9B1F-C863757275CC}"/>
    <dgm:cxn modelId="{BFFCA0FD-C54C-4CC2-82B4-ED6217944684}" type="presOf" srcId="{7795A962-E936-4566-B33A-1371C461A1B1}" destId="{84F07CFB-1489-4575-974A-DD997AFA57EC}" srcOrd="0" destOrd="0" presId="urn:microsoft.com/office/officeart/2005/8/layout/lProcess3"/>
    <dgm:cxn modelId="{066D01FE-DAD9-4856-B9B7-9C55F1F59369}" type="presOf" srcId="{C6F57AA3-E2B4-4A24-8CB8-6696C30BE54C}" destId="{1982F0D9-A8F9-4E12-BF4D-F977FDEA992D}" srcOrd="0" destOrd="0" presId="urn:microsoft.com/office/officeart/2005/8/layout/lProcess3"/>
    <dgm:cxn modelId="{3C86C2FE-0B4D-4AAF-90FA-FFDD365CC2D5}" type="presParOf" srcId="{6BA4301C-A170-4BE7-8A4A-347E83E7E19A}" destId="{3328E6EF-C63B-44E4-ADC1-7781F6400596}" srcOrd="0" destOrd="0" presId="urn:microsoft.com/office/officeart/2005/8/layout/lProcess3"/>
    <dgm:cxn modelId="{FF0B40E9-85C1-4015-B022-793F2E17BBD9}" type="presParOf" srcId="{3328E6EF-C63B-44E4-ADC1-7781F6400596}" destId="{1982F0D9-A8F9-4E12-BF4D-F977FDEA992D}" srcOrd="0" destOrd="0" presId="urn:microsoft.com/office/officeart/2005/8/layout/lProcess3"/>
    <dgm:cxn modelId="{337F693A-8804-4AED-BD8C-6F8333CBA6A5}" type="presParOf" srcId="{3328E6EF-C63B-44E4-ADC1-7781F6400596}" destId="{A07BA30E-5992-4CF2-A45C-636BCBF47AC7}" srcOrd="1" destOrd="0" presId="urn:microsoft.com/office/officeart/2005/8/layout/lProcess3"/>
    <dgm:cxn modelId="{ADB58937-B9CE-41BC-88D7-B76D346F7BA7}" type="presParOf" srcId="{3328E6EF-C63B-44E4-ADC1-7781F6400596}" destId="{04757A55-C598-4001-A59B-73D4DFE0C01C}" srcOrd="2" destOrd="0" presId="urn:microsoft.com/office/officeart/2005/8/layout/lProcess3"/>
    <dgm:cxn modelId="{F26CB664-FF8E-47DB-A4F3-0085EC636A89}" type="presParOf" srcId="{6BA4301C-A170-4BE7-8A4A-347E83E7E19A}" destId="{BB474D27-D499-430C-AD2A-54269DC61667}" srcOrd="1" destOrd="0" presId="urn:microsoft.com/office/officeart/2005/8/layout/lProcess3"/>
    <dgm:cxn modelId="{84111767-5D0E-47CD-9673-CE97A5FA4394}" type="presParOf" srcId="{6BA4301C-A170-4BE7-8A4A-347E83E7E19A}" destId="{DC796BE0-5726-46F4-9F6D-2BB26111C4CB}" srcOrd="2" destOrd="0" presId="urn:microsoft.com/office/officeart/2005/8/layout/lProcess3"/>
    <dgm:cxn modelId="{034CA6D8-D5F5-4111-BCAF-169A87A6FE29}" type="presParOf" srcId="{DC796BE0-5726-46F4-9F6D-2BB26111C4CB}" destId="{B743E59F-37A4-49A9-A573-997C65C92A5B}" srcOrd="0" destOrd="0" presId="urn:microsoft.com/office/officeart/2005/8/layout/lProcess3"/>
    <dgm:cxn modelId="{BE97C537-1C8B-4481-B2C9-C661E2FFA85F}" type="presParOf" srcId="{DC796BE0-5726-46F4-9F6D-2BB26111C4CB}" destId="{E0C15DDF-3853-454B-854E-1CE910012AFB}" srcOrd="1" destOrd="0" presId="urn:microsoft.com/office/officeart/2005/8/layout/lProcess3"/>
    <dgm:cxn modelId="{78F70BA4-0161-4AF4-817B-6B2A75E4D2F9}" type="presParOf" srcId="{DC796BE0-5726-46F4-9F6D-2BB26111C4CB}" destId="{84F07CFB-1489-4575-974A-DD997AFA57EC}" srcOrd="2" destOrd="0" presId="urn:microsoft.com/office/officeart/2005/8/layout/lProcess3"/>
    <dgm:cxn modelId="{DB157FFD-32EC-4A53-95BC-AB1BF918C92A}" type="presParOf" srcId="{DC796BE0-5726-46F4-9F6D-2BB26111C4CB}" destId="{D2C60D0F-EC43-4F87-9CB4-B2B42FDB6E1C}" srcOrd="3" destOrd="0" presId="urn:microsoft.com/office/officeart/2005/8/layout/lProcess3"/>
    <dgm:cxn modelId="{F4BA1B37-E25C-45B4-86CD-66901466C81F}" type="presParOf" srcId="{DC796BE0-5726-46F4-9F6D-2BB26111C4CB}" destId="{A0D7599F-0BC1-4FA2-86D6-DCBC4BAF27EC}" srcOrd="4" destOrd="0" presId="urn:microsoft.com/office/officeart/2005/8/layout/lProcess3"/>
    <dgm:cxn modelId="{5E1754F9-48FD-49EB-86F5-8742D03E0143}" type="presParOf" srcId="{DC796BE0-5726-46F4-9F6D-2BB26111C4CB}" destId="{F875B139-E2E5-429B-AD5A-AF8F1FA1D8C4}" srcOrd="5" destOrd="0" presId="urn:microsoft.com/office/officeart/2005/8/layout/lProcess3"/>
    <dgm:cxn modelId="{64B7684A-F7EF-4AE3-8A47-F97B4068158C}" type="presParOf" srcId="{DC796BE0-5726-46F4-9F6D-2BB26111C4CB}" destId="{BF118FA9-F2CB-4560-9678-BEC0215F915A}" srcOrd="6" destOrd="0" presId="urn:microsoft.com/office/officeart/2005/8/layout/lProcess3"/>
    <dgm:cxn modelId="{512BE0AA-0281-4049-AA6A-F00A2C0A32BC}" type="presParOf" srcId="{6BA4301C-A170-4BE7-8A4A-347E83E7E19A}" destId="{775A6CD1-90FC-4B89-9453-279378CFA97B}" srcOrd="3" destOrd="0" presId="urn:microsoft.com/office/officeart/2005/8/layout/lProcess3"/>
    <dgm:cxn modelId="{DDF19734-E1FA-4657-B7C0-3845EE971B9E}" type="presParOf" srcId="{6BA4301C-A170-4BE7-8A4A-347E83E7E19A}" destId="{FBC17626-F17B-4FEB-838F-B5A4B3217A17}" srcOrd="4" destOrd="0" presId="urn:microsoft.com/office/officeart/2005/8/layout/lProcess3"/>
    <dgm:cxn modelId="{A7C0B87D-0BAD-4289-8802-4254887E5294}" type="presParOf" srcId="{FBC17626-F17B-4FEB-838F-B5A4B3217A17}" destId="{387FA288-2E32-43AF-AB0A-C5AF99F811E9}" srcOrd="0" destOrd="0" presId="urn:microsoft.com/office/officeart/2005/8/layout/lProcess3"/>
    <dgm:cxn modelId="{FF99CC07-9616-487E-B516-891E2DEFC08B}" type="presParOf" srcId="{FBC17626-F17B-4FEB-838F-B5A4B3217A17}" destId="{96316276-0C42-4BA1-83DF-8EAA88D67538}" srcOrd="1" destOrd="0" presId="urn:microsoft.com/office/officeart/2005/8/layout/lProcess3"/>
    <dgm:cxn modelId="{03B758F9-3D21-4C8C-82BE-85268FE5D1FA}" type="presParOf" srcId="{FBC17626-F17B-4FEB-838F-B5A4B3217A17}" destId="{4B9CE843-8655-4849-BB08-36C9E41CC3BF}" srcOrd="2" destOrd="0" presId="urn:microsoft.com/office/officeart/2005/8/layout/lProcess3"/>
    <dgm:cxn modelId="{D32C1B8D-EC5A-46DA-904D-238764E82A06}" type="presParOf" srcId="{FBC17626-F17B-4FEB-838F-B5A4B3217A17}" destId="{3AF1A42F-5570-4347-B15B-0290808B1771}" srcOrd="3" destOrd="0" presId="urn:microsoft.com/office/officeart/2005/8/layout/lProcess3"/>
    <dgm:cxn modelId="{8B76433B-B391-49BE-B49B-A834A92B8528}" type="presParOf" srcId="{FBC17626-F17B-4FEB-838F-B5A4B3217A17}" destId="{C53B604C-502C-4B29-934D-C46B97BC0DA8}" srcOrd="4" destOrd="0" presId="urn:microsoft.com/office/officeart/2005/8/layout/lProcess3"/>
    <dgm:cxn modelId="{EB670251-600E-47AB-84B9-C643E6302ACB}" type="presParOf" srcId="{FBC17626-F17B-4FEB-838F-B5A4B3217A17}" destId="{727F5E08-C499-43EA-8D76-BECD1CC81C63}" srcOrd="5" destOrd="0" presId="urn:microsoft.com/office/officeart/2005/8/layout/lProcess3"/>
    <dgm:cxn modelId="{BA40F44B-54EA-496D-9753-773788C7E283}" type="presParOf" srcId="{FBC17626-F17B-4FEB-838F-B5A4B3217A17}" destId="{5F5857B5-B63F-41D0-8BB3-E52B081DDA3E}" srcOrd="6" destOrd="0" presId="urn:microsoft.com/office/officeart/2005/8/layout/lProcess3"/>
    <dgm:cxn modelId="{6CB7DC5D-33FD-4EAF-886F-EA70175A9CB2}" type="presParOf" srcId="{FBC17626-F17B-4FEB-838F-B5A4B3217A17}" destId="{16308B2F-C280-4268-997D-43A12501021F}" srcOrd="7" destOrd="0" presId="urn:microsoft.com/office/officeart/2005/8/layout/lProcess3"/>
    <dgm:cxn modelId="{0B322499-B0B0-4A12-B896-14F3AD0F8C28}" type="presParOf" srcId="{FBC17626-F17B-4FEB-838F-B5A4B3217A17}" destId="{6C91782B-61C1-476E-8A3B-032F89925329}" srcOrd="8" destOrd="0" presId="urn:microsoft.com/office/officeart/2005/8/layout/lProcess3"/>
    <dgm:cxn modelId="{89D1AFC5-2B42-4BC6-BA16-19D86D85F66A}" type="presParOf" srcId="{FBC17626-F17B-4FEB-838F-B5A4B3217A17}" destId="{76F14BB6-4427-4723-97FA-FA753F377C2B}" srcOrd="9" destOrd="0" presId="urn:microsoft.com/office/officeart/2005/8/layout/lProcess3"/>
    <dgm:cxn modelId="{E6AEDC55-7F7C-4723-A26F-1998AA02C3D7}" type="presParOf" srcId="{FBC17626-F17B-4FEB-838F-B5A4B3217A17}" destId="{266BFE30-3157-4BF9-A124-9E187B8C3258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255159-3377-4EEC-823E-37B5C01C38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4B18B80F-5B11-4A86-B29D-2B3D8337759D}">
      <dgm:prSet phldrT="[Text]" custT="1"/>
      <dgm:spPr/>
      <dgm:t>
        <a:bodyPr/>
        <a:lstStyle/>
        <a:p>
          <a:r>
            <a:rPr lang="en-US" sz="1200" b="1" dirty="0" err="1"/>
            <a:t>myMall</a:t>
          </a:r>
          <a:r>
            <a:rPr lang="en-US" sz="1200" b="1" dirty="0"/>
            <a:t> to S4 Interface :  </a:t>
          </a:r>
          <a:r>
            <a:rPr lang="en-US" sz="1200" dirty="0" err="1"/>
            <a:t>myMall</a:t>
          </a:r>
          <a:r>
            <a:rPr lang="en-US" sz="1200" dirty="0"/>
            <a:t> to S4 inbound connection is not working-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1200" dirty="0"/>
        </a:p>
      </dgm:t>
    </dgm:pt>
    <dgm:pt modelId="{D3F132CF-ED0B-44F9-85F5-DA1BC6E9B83D}" type="parTrans" cxnId="{2F2EF0CD-D50D-4542-AE1C-3A4481B768A1}">
      <dgm:prSet/>
      <dgm:spPr/>
      <dgm:t>
        <a:bodyPr/>
        <a:lstStyle/>
        <a:p>
          <a:endParaRPr lang="en-DE"/>
        </a:p>
      </dgm:t>
    </dgm:pt>
    <dgm:pt modelId="{B883F12E-F707-4B49-9328-A71268BAA2FE}" type="sibTrans" cxnId="{2F2EF0CD-D50D-4542-AE1C-3A4481B768A1}">
      <dgm:prSet/>
      <dgm:spPr/>
      <dgm:t>
        <a:bodyPr/>
        <a:lstStyle/>
        <a:p>
          <a:endParaRPr lang="en-DE"/>
        </a:p>
      </dgm:t>
    </dgm:pt>
    <dgm:pt modelId="{36A75577-0679-4EC4-9101-4B5BC5BEA4A3}">
      <dgm:prSet phldrT="[Text]" custT="1"/>
      <dgm:spPr/>
      <dgm:t>
        <a:bodyPr/>
        <a:lstStyle/>
        <a:p>
          <a:r>
            <a:rPr lang="en-US" sz="900" b="1" i="0" dirty="0"/>
            <a:t>21.10:</a:t>
          </a:r>
          <a:r>
            <a:rPr lang="en-US" sz="900" b="0" i="0" dirty="0"/>
            <a:t> Issue is reported to the interface team.</a:t>
          </a:r>
          <a:endParaRPr lang="en-DE" sz="900" dirty="0"/>
        </a:p>
      </dgm:t>
    </dgm:pt>
    <dgm:pt modelId="{145C7E7B-8958-4E5E-AE4B-6BF185554267}" type="parTrans" cxnId="{732F55C3-B921-4ACB-AD88-F7AEDD483810}">
      <dgm:prSet/>
      <dgm:spPr/>
      <dgm:t>
        <a:bodyPr/>
        <a:lstStyle/>
        <a:p>
          <a:endParaRPr lang="en-DE"/>
        </a:p>
      </dgm:t>
    </dgm:pt>
    <dgm:pt modelId="{60D96E7B-DE17-4E59-97AA-9B03F97E1D3C}" type="sibTrans" cxnId="{732F55C3-B921-4ACB-AD88-F7AEDD483810}">
      <dgm:prSet/>
      <dgm:spPr/>
      <dgm:t>
        <a:bodyPr/>
        <a:lstStyle/>
        <a:p>
          <a:endParaRPr lang="en-DE"/>
        </a:p>
      </dgm:t>
    </dgm:pt>
    <dgm:pt modelId="{EC34D313-DE9A-494D-BD79-317061EC8D7B}">
      <dgm:prSet phldrT="[Text]" custT="1"/>
      <dgm:spPr/>
      <dgm:t>
        <a:bodyPr/>
        <a:lstStyle/>
        <a:p>
          <a:r>
            <a:rPr lang="en-US" sz="1200" b="1" dirty="0"/>
            <a:t>BTP Workflow not triggering</a:t>
          </a:r>
          <a:r>
            <a:rPr lang="en-US" sz="1200" dirty="0"/>
            <a:t>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2100" dirty="0"/>
        </a:p>
      </dgm:t>
    </dgm:pt>
    <dgm:pt modelId="{56869E1C-AA6C-4C87-87C4-492CF6D91166}" type="parTrans" cxnId="{2289E509-6502-48DE-B981-194D2E3B8172}">
      <dgm:prSet/>
      <dgm:spPr/>
      <dgm:t>
        <a:bodyPr/>
        <a:lstStyle/>
        <a:p>
          <a:endParaRPr lang="en-DE"/>
        </a:p>
      </dgm:t>
    </dgm:pt>
    <dgm:pt modelId="{1994F786-4E8D-486A-9299-D74BCB2BE247}" type="sibTrans" cxnId="{2289E509-6502-48DE-B981-194D2E3B8172}">
      <dgm:prSet/>
      <dgm:spPr/>
      <dgm:t>
        <a:bodyPr/>
        <a:lstStyle/>
        <a:p>
          <a:endParaRPr lang="en-DE"/>
        </a:p>
      </dgm:t>
    </dgm:pt>
    <dgm:pt modelId="{3695B6C1-EA48-4570-9AFC-57FF9AFF8143}">
      <dgm:prSet phldrT="[Text]" custT="1"/>
      <dgm:spPr/>
      <dgm:t>
        <a:bodyPr/>
        <a:lstStyle/>
        <a:p>
          <a:r>
            <a:rPr lang="en-US" sz="900" b="1" dirty="0"/>
            <a:t>21.10:</a:t>
          </a:r>
          <a:r>
            <a:rPr lang="en-US" sz="900" dirty="0"/>
            <a:t> BTP team is checking the issue.</a:t>
          </a:r>
          <a:endParaRPr lang="en-DE" sz="900" dirty="0"/>
        </a:p>
      </dgm:t>
    </dgm:pt>
    <dgm:pt modelId="{34C0BDF0-A4B6-45DB-BB06-BFBB161A4064}" type="parTrans" cxnId="{6647F26B-74B0-4FD2-95BF-C62714764251}">
      <dgm:prSet/>
      <dgm:spPr/>
      <dgm:t>
        <a:bodyPr/>
        <a:lstStyle/>
        <a:p>
          <a:endParaRPr lang="en-DE"/>
        </a:p>
      </dgm:t>
    </dgm:pt>
    <dgm:pt modelId="{AA502C87-9967-4A9D-8EA6-C714A16D8723}" type="sibTrans" cxnId="{6647F26B-74B0-4FD2-95BF-C62714764251}">
      <dgm:prSet/>
      <dgm:spPr/>
      <dgm:t>
        <a:bodyPr/>
        <a:lstStyle/>
        <a:p>
          <a:endParaRPr lang="en-DE"/>
        </a:p>
      </dgm:t>
    </dgm:pt>
    <dgm:pt modelId="{448F7C33-F19C-4BA1-90D9-13A158DF166E}">
      <dgm:prSet phldrT="[Text]" custT="1"/>
      <dgm:spPr/>
      <dgm:t>
        <a:bodyPr/>
        <a:lstStyle/>
        <a:p>
          <a:r>
            <a:rPr lang="en-US" sz="1100" b="1" dirty="0"/>
            <a:t>S4 to </a:t>
          </a:r>
          <a:r>
            <a:rPr lang="en-US" sz="1100" b="1" dirty="0" err="1"/>
            <a:t>myMall</a:t>
          </a:r>
          <a:r>
            <a:rPr lang="en-US" sz="1100" b="1" dirty="0"/>
            <a:t> connection (OCI) Connection- </a:t>
          </a:r>
          <a:r>
            <a:rPr lang="en-US" sz="1100" b="0" dirty="0"/>
            <a:t>Connection is working fine but Supplier (IFA) field value mapping  IFA to BP is required </a:t>
          </a:r>
          <a:r>
            <a:rPr lang="en-US" sz="1100" b="0" dirty="0">
              <a:solidFill>
                <a:srgbClr val="FFFF00"/>
              </a:solidFill>
            </a:rPr>
            <a:t> (New requirement): Workaround is available.</a:t>
          </a:r>
          <a:endParaRPr lang="en-DE" sz="1100" dirty="0"/>
        </a:p>
      </dgm:t>
    </dgm:pt>
    <dgm:pt modelId="{E3143A60-4601-4948-B4D2-17F79F206A80}" type="parTrans" cxnId="{C1295C8A-AB0E-4553-9766-94EA7F7E511B}">
      <dgm:prSet/>
      <dgm:spPr/>
      <dgm:t>
        <a:bodyPr/>
        <a:lstStyle/>
        <a:p>
          <a:endParaRPr lang="en-DE"/>
        </a:p>
      </dgm:t>
    </dgm:pt>
    <dgm:pt modelId="{9DB6BE34-B160-4A52-84C7-D2A89B9BBB6D}" type="sibTrans" cxnId="{C1295C8A-AB0E-4553-9766-94EA7F7E511B}">
      <dgm:prSet/>
      <dgm:spPr/>
      <dgm:t>
        <a:bodyPr/>
        <a:lstStyle/>
        <a:p>
          <a:endParaRPr lang="en-DE"/>
        </a:p>
      </dgm:t>
    </dgm:pt>
    <dgm:pt modelId="{71378CC3-FF5F-4502-9771-EA524B39CE49}">
      <dgm:prSet phldrT="[Text]" custT="1"/>
      <dgm:spPr/>
      <dgm:t>
        <a:bodyPr/>
        <a:lstStyle/>
        <a:p>
          <a:r>
            <a:rPr lang="en-US" sz="800" b="1" i="0" dirty="0"/>
            <a:t>21.10:</a:t>
          </a:r>
          <a:r>
            <a:rPr lang="en-US" sz="800" b="0" i="0" dirty="0"/>
            <a:t> Received a 404 Forbidden error while transferring items from </a:t>
          </a:r>
          <a:r>
            <a:rPr lang="en-US" sz="800" b="0" i="0" dirty="0" err="1"/>
            <a:t>myMall</a:t>
          </a:r>
          <a:r>
            <a:rPr lang="en-US" sz="800" b="0" i="0" dirty="0"/>
            <a:t> to S4. Reason: OData service update was not completed; it started working after some time.</a:t>
          </a:r>
          <a:endParaRPr lang="en-DE" sz="800" dirty="0"/>
        </a:p>
      </dgm:t>
    </dgm:pt>
    <dgm:pt modelId="{68CDE79B-7D80-4A67-A765-BF6BC6AD9C7E}" type="parTrans" cxnId="{ABD6E29B-2E0E-4D25-A2B6-3037407DFF92}">
      <dgm:prSet/>
      <dgm:spPr/>
      <dgm:t>
        <a:bodyPr/>
        <a:lstStyle/>
        <a:p>
          <a:endParaRPr lang="en-DE"/>
        </a:p>
      </dgm:t>
    </dgm:pt>
    <dgm:pt modelId="{109249AA-4D75-4A84-B337-154BD9033C93}" type="sibTrans" cxnId="{ABD6E29B-2E0E-4D25-A2B6-3037407DFF92}">
      <dgm:prSet/>
      <dgm:spPr/>
      <dgm:t>
        <a:bodyPr/>
        <a:lstStyle/>
        <a:p>
          <a:endParaRPr lang="en-DE"/>
        </a:p>
      </dgm:t>
    </dgm:pt>
    <dgm:pt modelId="{C7AADC72-35E3-4493-A675-1E44088B14C2}">
      <dgm:prSet custT="1"/>
      <dgm:spPr/>
      <dgm:t>
        <a:bodyPr/>
        <a:lstStyle/>
        <a:p>
          <a:r>
            <a:rPr lang="en-US" sz="900" b="1" i="0" dirty="0"/>
            <a:t>22.10:</a:t>
          </a:r>
          <a:r>
            <a:rPr lang="en-US" sz="900" b="0" i="0" dirty="0"/>
            <a:t> </a:t>
          </a:r>
          <a:r>
            <a:rPr lang="en-US" sz="900" b="0" i="0" dirty="0" err="1"/>
            <a:t>RFC_Azure</a:t>
          </a:r>
          <a:r>
            <a:rPr lang="en-US" sz="900" b="0" i="0" dirty="0"/>
            <a:t> SNC is updated, but the issue is not resolved.</a:t>
          </a:r>
        </a:p>
      </dgm:t>
    </dgm:pt>
    <dgm:pt modelId="{F2D4DA60-F6FC-4917-BB1F-63339C8AF8A1}" type="parTrans" cxnId="{8566E93D-6524-4D66-9A65-BDFF4B641A87}">
      <dgm:prSet/>
      <dgm:spPr/>
      <dgm:t>
        <a:bodyPr/>
        <a:lstStyle/>
        <a:p>
          <a:endParaRPr lang="en-DE"/>
        </a:p>
      </dgm:t>
    </dgm:pt>
    <dgm:pt modelId="{379B6CB6-D764-4B93-BD57-FA65679FA58A}" type="sibTrans" cxnId="{8566E93D-6524-4D66-9A65-BDFF4B641A87}">
      <dgm:prSet/>
      <dgm:spPr/>
      <dgm:t>
        <a:bodyPr/>
        <a:lstStyle/>
        <a:p>
          <a:endParaRPr lang="en-DE"/>
        </a:p>
      </dgm:t>
    </dgm:pt>
    <dgm:pt modelId="{341BFC80-2570-4ECC-BEB9-6F35D743BAE5}">
      <dgm:prSet custT="1"/>
      <dgm:spPr/>
      <dgm:t>
        <a:bodyPr/>
        <a:lstStyle/>
        <a:p>
          <a:r>
            <a:rPr lang="en-US" sz="900" b="1" i="0" dirty="0"/>
            <a:t>23.10: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BF166CBA-9760-428D-BA72-C4BC90B6AFFD}" type="parTrans" cxnId="{A0DC87F5-4E0E-47A6-AB3B-FF9C355CC7D0}">
      <dgm:prSet/>
      <dgm:spPr/>
      <dgm:t>
        <a:bodyPr/>
        <a:lstStyle/>
        <a:p>
          <a:endParaRPr lang="en-DE"/>
        </a:p>
      </dgm:t>
    </dgm:pt>
    <dgm:pt modelId="{101E565C-4768-4EBB-9485-14946E0F8BB6}" type="sibTrans" cxnId="{A0DC87F5-4E0E-47A6-AB3B-FF9C355CC7D0}">
      <dgm:prSet/>
      <dgm:spPr/>
      <dgm:t>
        <a:bodyPr/>
        <a:lstStyle/>
        <a:p>
          <a:endParaRPr lang="en-DE"/>
        </a:p>
      </dgm:t>
    </dgm:pt>
    <dgm:pt modelId="{6FD8AD94-7280-451C-B730-E36F32EA8F63}">
      <dgm:prSet custT="1"/>
      <dgm:spPr/>
      <dgm:t>
        <a:bodyPr/>
        <a:lstStyle/>
        <a:p>
          <a:r>
            <a:rPr lang="en-US" sz="900" b="1" i="0" dirty="0"/>
            <a:t>24.10: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92ED3D48-6000-443F-9E73-BA0C80B20EC7}" type="parTrans" cxnId="{AE89AFDE-CE32-44E0-AB4D-0108706EAB46}">
      <dgm:prSet/>
      <dgm:spPr/>
      <dgm:t>
        <a:bodyPr/>
        <a:lstStyle/>
        <a:p>
          <a:endParaRPr lang="en-DE"/>
        </a:p>
      </dgm:t>
    </dgm:pt>
    <dgm:pt modelId="{DCBA0513-C60C-4908-B38B-B7C7A2F9442F}" type="sibTrans" cxnId="{AE89AFDE-CE32-44E0-AB4D-0108706EAB46}">
      <dgm:prSet/>
      <dgm:spPr/>
      <dgm:t>
        <a:bodyPr/>
        <a:lstStyle/>
        <a:p>
          <a:endParaRPr lang="en-DE"/>
        </a:p>
      </dgm:t>
    </dgm:pt>
    <dgm:pt modelId="{6C8924DC-7000-48FA-9B9D-A465C2F7C9B4}">
      <dgm:prSet custT="1"/>
      <dgm:spPr/>
      <dgm:t>
        <a:bodyPr/>
        <a:lstStyle/>
        <a:p>
          <a:r>
            <a:rPr lang="en-US" sz="900" b="1" i="0" dirty="0"/>
            <a:t>25.10:</a:t>
          </a:r>
          <a:r>
            <a:rPr lang="en-US" sz="900" b="0" i="0" dirty="0"/>
            <a:t> Defect 8500011844 in Solman was created and assigned to </a:t>
          </a:r>
          <a:r>
            <a:rPr lang="en-US" sz="900" b="0" i="0" dirty="0" err="1"/>
            <a:t>Hima</a:t>
          </a:r>
          <a:r>
            <a:rPr lang="en-US" sz="900" b="0" i="0" dirty="0"/>
            <a:t> (Infosys).</a:t>
          </a:r>
        </a:p>
      </dgm:t>
    </dgm:pt>
    <dgm:pt modelId="{891E56F5-5FB6-40CA-AF60-30B5330B02D8}" type="parTrans" cxnId="{E6526E5C-B9A5-4C9C-90D6-2FFC5E45014E}">
      <dgm:prSet/>
      <dgm:spPr/>
      <dgm:t>
        <a:bodyPr/>
        <a:lstStyle/>
        <a:p>
          <a:endParaRPr lang="en-DE"/>
        </a:p>
      </dgm:t>
    </dgm:pt>
    <dgm:pt modelId="{B951757A-F371-4B9B-A5C6-6A3A8DCF4FC5}" type="sibTrans" cxnId="{E6526E5C-B9A5-4C9C-90D6-2FFC5E45014E}">
      <dgm:prSet/>
      <dgm:spPr/>
      <dgm:t>
        <a:bodyPr/>
        <a:lstStyle/>
        <a:p>
          <a:endParaRPr lang="en-DE"/>
        </a:p>
      </dgm:t>
    </dgm:pt>
    <dgm:pt modelId="{3DAB0FE9-12B5-4523-82DE-F1B6316E5403}">
      <dgm:prSet custT="1"/>
      <dgm:spPr/>
      <dgm:t>
        <a:bodyPr/>
        <a:lstStyle/>
        <a:p>
          <a:r>
            <a:rPr lang="en-US" sz="900" b="1" i="0" dirty="0"/>
            <a:t>28.10:</a:t>
          </a:r>
          <a:r>
            <a:rPr lang="en-US" sz="900" b="0" i="0" dirty="0"/>
            <a:t> Ticket 6000120884 was created to assign the </a:t>
          </a:r>
          <a:r>
            <a:rPr lang="en-US" sz="900" b="0" i="0" dirty="0" err="1"/>
            <a:t>myMall</a:t>
          </a:r>
          <a:r>
            <a:rPr lang="en-US" sz="900" b="0" i="0" dirty="0"/>
            <a:t> to the RFC_AZURE user.</a:t>
          </a:r>
        </a:p>
      </dgm:t>
    </dgm:pt>
    <dgm:pt modelId="{91A11739-C707-4C3E-A431-9B6267A2583E}" type="parTrans" cxnId="{5D349030-0F65-41E1-BCFB-B295E94D126B}">
      <dgm:prSet/>
      <dgm:spPr/>
      <dgm:t>
        <a:bodyPr/>
        <a:lstStyle/>
        <a:p>
          <a:endParaRPr lang="en-DE"/>
        </a:p>
      </dgm:t>
    </dgm:pt>
    <dgm:pt modelId="{5BB1568B-65BC-4599-993B-3B9F50826D92}" type="sibTrans" cxnId="{5D349030-0F65-41E1-BCFB-B295E94D126B}">
      <dgm:prSet/>
      <dgm:spPr/>
      <dgm:t>
        <a:bodyPr/>
        <a:lstStyle/>
        <a:p>
          <a:endParaRPr lang="en-DE"/>
        </a:p>
      </dgm:t>
    </dgm:pt>
    <dgm:pt modelId="{4AB93380-A408-47E8-ACEB-D015D662C010}">
      <dgm:prSet custT="1"/>
      <dgm:spPr/>
      <dgm:t>
        <a:bodyPr/>
        <a:lstStyle/>
        <a:p>
          <a:r>
            <a:rPr lang="en-US" sz="900" b="1" i="0" dirty="0"/>
            <a:t>29.10:</a:t>
          </a:r>
          <a:r>
            <a:rPr lang="en-US" sz="900" b="0" i="0" dirty="0"/>
            <a:t> Even after assigning the role, the issue is not resolved, so basis (Norbert) will raise a high priority incident to SAP.</a:t>
          </a:r>
        </a:p>
      </dgm:t>
    </dgm:pt>
    <dgm:pt modelId="{1AF67B8F-9CDE-4320-B304-F99B4DF0BA04}" type="parTrans" cxnId="{DB33AEDB-2A1E-425D-9542-1CC9E49A1542}">
      <dgm:prSet/>
      <dgm:spPr/>
      <dgm:t>
        <a:bodyPr/>
        <a:lstStyle/>
        <a:p>
          <a:endParaRPr lang="en-DE"/>
        </a:p>
      </dgm:t>
    </dgm:pt>
    <dgm:pt modelId="{CECB28D1-4DA1-460F-81CC-0023C32AC6CA}" type="sibTrans" cxnId="{DB33AEDB-2A1E-425D-9542-1CC9E49A1542}">
      <dgm:prSet/>
      <dgm:spPr/>
      <dgm:t>
        <a:bodyPr/>
        <a:lstStyle/>
        <a:p>
          <a:endParaRPr lang="en-DE"/>
        </a:p>
      </dgm:t>
    </dgm:pt>
    <dgm:pt modelId="{41EA97FB-747D-4E3E-8FE1-93F4F3535B37}">
      <dgm:prSet custT="1"/>
      <dgm:spPr/>
      <dgm:t>
        <a:bodyPr/>
        <a:lstStyle/>
        <a:p>
          <a:r>
            <a:rPr lang="en-US" sz="900" b="1" i="0" dirty="0"/>
            <a:t>30.10</a:t>
          </a:r>
          <a:r>
            <a:rPr lang="en-US" sz="900" b="0" i="0" dirty="0"/>
            <a:t> : 404 Error : need to  change SMICM Parameter change for server port 5 - done but issue is not resolved, Stan from interface side still checking it.</a:t>
          </a:r>
        </a:p>
      </dgm:t>
    </dgm:pt>
    <dgm:pt modelId="{82163B9C-36BF-4069-9F32-0F3A32CE1560}" type="parTrans" cxnId="{B663267E-A22F-4C1E-BDAF-DA4577C75671}">
      <dgm:prSet/>
      <dgm:spPr/>
      <dgm:t>
        <a:bodyPr/>
        <a:lstStyle/>
        <a:p>
          <a:endParaRPr lang="en-DE"/>
        </a:p>
      </dgm:t>
    </dgm:pt>
    <dgm:pt modelId="{43ABB119-CF85-45C9-9BB6-B8FE91280E05}" type="sibTrans" cxnId="{B663267E-A22F-4C1E-BDAF-DA4577C75671}">
      <dgm:prSet/>
      <dgm:spPr/>
      <dgm:t>
        <a:bodyPr/>
        <a:lstStyle/>
        <a:p>
          <a:endParaRPr lang="en-DE"/>
        </a:p>
      </dgm:t>
    </dgm:pt>
    <dgm:pt modelId="{90A04614-1308-4D28-9BCD-52C11761842D}">
      <dgm:prSet custT="1"/>
      <dgm:spPr/>
      <dgm:t>
        <a:bodyPr/>
        <a:lstStyle/>
        <a:p>
          <a:r>
            <a:rPr lang="en-US" sz="900" b="1" i="0" dirty="0"/>
            <a:t>05.10 : </a:t>
          </a:r>
          <a:r>
            <a:rPr lang="en-US" sz="900" b="0" i="0" dirty="0"/>
            <a:t>Issue is resolved after changing the port 5 and activating the </a:t>
          </a:r>
          <a:r>
            <a:rPr lang="en-US" sz="900" dirty="0"/>
            <a:t>ICF node /</a:t>
          </a:r>
          <a:r>
            <a:rPr lang="en-US" sz="900" dirty="0" err="1"/>
            <a:t>default_host</a:t>
          </a:r>
          <a:r>
            <a:rPr lang="en-US" sz="900" dirty="0"/>
            <a:t>/sap/</a:t>
          </a:r>
          <a:r>
            <a:rPr lang="en-US" sz="900" dirty="0" err="1"/>
            <a:t>bc</a:t>
          </a:r>
          <a:r>
            <a:rPr lang="en-US" sz="900" dirty="0"/>
            <a:t>/soap/</a:t>
          </a:r>
          <a:r>
            <a:rPr lang="en-US" sz="900" dirty="0" err="1"/>
            <a:t>rfc</a:t>
          </a:r>
          <a:r>
            <a:rPr lang="en-US" sz="900" dirty="0"/>
            <a:t> in S4 line, old messages were cleared.</a:t>
          </a:r>
          <a:endParaRPr lang="en-US" sz="900" b="0" i="0" dirty="0"/>
        </a:p>
      </dgm:t>
    </dgm:pt>
    <dgm:pt modelId="{B7D0EFF2-B392-4912-931A-9373C6077115}" type="parTrans" cxnId="{E14AA4D5-D653-4D4D-A60D-50779CB2B2C8}">
      <dgm:prSet/>
      <dgm:spPr/>
      <dgm:t>
        <a:bodyPr/>
        <a:lstStyle/>
        <a:p>
          <a:endParaRPr lang="en-DE"/>
        </a:p>
      </dgm:t>
    </dgm:pt>
    <dgm:pt modelId="{0A2D4A90-AB96-4746-B61E-CB448D3FE48A}" type="sibTrans" cxnId="{E14AA4D5-D653-4D4D-A60D-50779CB2B2C8}">
      <dgm:prSet/>
      <dgm:spPr/>
      <dgm:t>
        <a:bodyPr/>
        <a:lstStyle/>
        <a:p>
          <a:endParaRPr lang="en-DE"/>
        </a:p>
      </dgm:t>
    </dgm:pt>
    <dgm:pt modelId="{2DE54955-88BE-4F9C-9BAF-70B7705B3AD8}">
      <dgm:prSet custT="1"/>
      <dgm:spPr/>
      <dgm:t>
        <a:bodyPr/>
        <a:lstStyle/>
        <a:p>
          <a:r>
            <a:rPr lang="en-US" sz="900" b="1" dirty="0"/>
            <a:t>22.10:</a:t>
          </a:r>
          <a:r>
            <a:rPr lang="en-US" sz="900" dirty="0"/>
            <a:t> Version mismatch (missing decision table) found.</a:t>
          </a:r>
        </a:p>
      </dgm:t>
    </dgm:pt>
    <dgm:pt modelId="{3F1F0B54-1DD0-4F09-AEA9-ADC2B459E572}" type="parTrans" cxnId="{7C797017-E366-4120-AE6E-189031C531B7}">
      <dgm:prSet/>
      <dgm:spPr/>
      <dgm:t>
        <a:bodyPr/>
        <a:lstStyle/>
        <a:p>
          <a:endParaRPr lang="en-DE"/>
        </a:p>
      </dgm:t>
    </dgm:pt>
    <dgm:pt modelId="{62A52E15-1F09-458D-A8DE-1178E2E15E27}" type="sibTrans" cxnId="{7C797017-E366-4120-AE6E-189031C531B7}">
      <dgm:prSet/>
      <dgm:spPr/>
      <dgm:t>
        <a:bodyPr/>
        <a:lstStyle/>
        <a:p>
          <a:endParaRPr lang="en-DE"/>
        </a:p>
      </dgm:t>
    </dgm:pt>
    <dgm:pt modelId="{766B21D4-CAD7-46F1-893D-E3BC799E7602}">
      <dgm:prSet custT="1"/>
      <dgm:spPr/>
      <dgm:t>
        <a:bodyPr/>
        <a:lstStyle/>
        <a:p>
          <a:r>
            <a:rPr lang="en-US" sz="900" b="1" dirty="0"/>
            <a:t>23.10:</a:t>
          </a:r>
          <a:r>
            <a:rPr lang="en-US" sz="900" dirty="0"/>
            <a:t> Problem with deployment of an artifact on SAP Build Process Automation where the workflow deployment is stuck for an unknown reason. High priority ticket 1082584/2024 is raised to SAP.</a:t>
          </a:r>
        </a:p>
      </dgm:t>
    </dgm:pt>
    <dgm:pt modelId="{55CEEAE6-F014-42EF-80CA-6998104D8838}" type="parTrans" cxnId="{541548ED-A789-4A5B-8C6F-CD254ED6B8D3}">
      <dgm:prSet/>
      <dgm:spPr/>
      <dgm:t>
        <a:bodyPr/>
        <a:lstStyle/>
        <a:p>
          <a:endParaRPr lang="en-DE"/>
        </a:p>
      </dgm:t>
    </dgm:pt>
    <dgm:pt modelId="{0A273564-60C8-4021-8831-47374960ADCD}" type="sibTrans" cxnId="{541548ED-A789-4A5B-8C6F-CD254ED6B8D3}">
      <dgm:prSet/>
      <dgm:spPr/>
      <dgm:t>
        <a:bodyPr/>
        <a:lstStyle/>
        <a:p>
          <a:endParaRPr lang="en-DE"/>
        </a:p>
      </dgm:t>
    </dgm:pt>
    <dgm:pt modelId="{B6E6B4F2-69DC-45D4-8B93-86470353F325}">
      <dgm:prSet custT="1"/>
      <dgm:spPr/>
      <dgm:t>
        <a:bodyPr/>
        <a:lstStyle/>
        <a:p>
          <a:r>
            <a:rPr lang="en-US" sz="900" b="1" dirty="0"/>
            <a:t>24.10:</a:t>
          </a:r>
          <a:r>
            <a:rPr lang="en-US" sz="900" dirty="0"/>
            <a:t> BTP Platform team is following up with SAP.</a:t>
          </a:r>
        </a:p>
      </dgm:t>
    </dgm:pt>
    <dgm:pt modelId="{E9C461AB-40B0-492C-9943-E6EC0919AA2D}" type="parTrans" cxnId="{5FB9DE57-FCF9-4837-8854-28F05BE2BFEA}">
      <dgm:prSet/>
      <dgm:spPr/>
      <dgm:t>
        <a:bodyPr/>
        <a:lstStyle/>
        <a:p>
          <a:endParaRPr lang="en-DE"/>
        </a:p>
      </dgm:t>
    </dgm:pt>
    <dgm:pt modelId="{D26EBDF2-9341-4961-A296-C89C7434DB85}" type="sibTrans" cxnId="{5FB9DE57-FCF9-4837-8854-28F05BE2BFEA}">
      <dgm:prSet/>
      <dgm:spPr/>
      <dgm:t>
        <a:bodyPr/>
        <a:lstStyle/>
        <a:p>
          <a:endParaRPr lang="en-DE"/>
        </a:p>
      </dgm:t>
    </dgm:pt>
    <dgm:pt modelId="{F9412BCB-DA4B-4736-B310-7BE16F863B00}">
      <dgm:prSet custT="1"/>
      <dgm:spPr/>
      <dgm:t>
        <a:bodyPr/>
        <a:lstStyle/>
        <a:p>
          <a:r>
            <a:rPr lang="en-US" sz="900" b="1" dirty="0"/>
            <a:t>25.10:</a:t>
          </a:r>
          <a:r>
            <a:rPr lang="en-US" sz="900" dirty="0"/>
            <a:t> Issue got escalated and we are waiting for a fast resolution from SAP/BTP side.</a:t>
          </a:r>
        </a:p>
      </dgm:t>
    </dgm:pt>
    <dgm:pt modelId="{6884853C-3ACE-47C1-A478-04562AB6F764}" type="parTrans" cxnId="{1307022C-6068-4F36-97DE-04A3D9CC16CF}">
      <dgm:prSet/>
      <dgm:spPr/>
      <dgm:t>
        <a:bodyPr/>
        <a:lstStyle/>
        <a:p>
          <a:endParaRPr lang="en-DE"/>
        </a:p>
      </dgm:t>
    </dgm:pt>
    <dgm:pt modelId="{1536E81E-8846-435E-9B3E-66E0E8C77A33}" type="sibTrans" cxnId="{1307022C-6068-4F36-97DE-04A3D9CC16CF}">
      <dgm:prSet/>
      <dgm:spPr/>
      <dgm:t>
        <a:bodyPr/>
        <a:lstStyle/>
        <a:p>
          <a:endParaRPr lang="en-DE"/>
        </a:p>
      </dgm:t>
    </dgm:pt>
    <dgm:pt modelId="{EBFAE403-0712-4A88-A4C5-0AD0E7FBD6E8}">
      <dgm:prSet custT="1"/>
      <dgm:spPr/>
      <dgm:t>
        <a:bodyPr/>
        <a:lstStyle/>
        <a:p>
          <a:r>
            <a:rPr lang="en-US" sz="900" b="1" dirty="0"/>
            <a:t>28.10:</a:t>
          </a:r>
          <a:r>
            <a:rPr lang="en-US" sz="900" dirty="0"/>
            <a:t> BTP workflow, mail notification, and automatic PO creation worked during the smoke test. PO 4500103924 was created via OCI.</a:t>
          </a:r>
        </a:p>
      </dgm:t>
    </dgm:pt>
    <dgm:pt modelId="{A51524B0-7403-412B-8030-85C52F25A8F5}" type="parTrans" cxnId="{4A0FCBE5-E0CC-4262-BB7E-0FAB51FAE2D2}">
      <dgm:prSet/>
      <dgm:spPr/>
      <dgm:t>
        <a:bodyPr/>
        <a:lstStyle/>
        <a:p>
          <a:endParaRPr lang="en-DE"/>
        </a:p>
      </dgm:t>
    </dgm:pt>
    <dgm:pt modelId="{1C16818D-53F9-4C9A-8CB7-869F94411EF0}" type="sibTrans" cxnId="{4A0FCBE5-E0CC-4262-BB7E-0FAB51FAE2D2}">
      <dgm:prSet/>
      <dgm:spPr/>
      <dgm:t>
        <a:bodyPr/>
        <a:lstStyle/>
        <a:p>
          <a:endParaRPr lang="en-DE"/>
        </a:p>
      </dgm:t>
    </dgm:pt>
    <dgm:pt modelId="{8D1D6F1B-9706-4A64-8F43-ABB8CDD4581F}">
      <dgm:prSet custT="1"/>
      <dgm:spPr/>
      <dgm:t>
        <a:bodyPr/>
        <a:lstStyle/>
        <a:p>
          <a:r>
            <a:rPr lang="en-US" sz="800" b="1" i="0" dirty="0"/>
            <a:t>22.10:</a:t>
          </a:r>
          <a:r>
            <a:rPr lang="en-US" sz="800" b="0" i="0" dirty="0"/>
            <a:t> OCI value mapping issue: </a:t>
          </a:r>
          <a:r>
            <a:rPr lang="en-US" sz="800" b="0" i="0" dirty="0" err="1"/>
            <a:t>myMall</a:t>
          </a:r>
          <a:r>
            <a:rPr lang="en-US" sz="800" b="0" i="0" dirty="0"/>
            <a:t> is sending the supplier IFA number to S4, and the requester has to change it to the BP number manually.</a:t>
          </a:r>
        </a:p>
      </dgm:t>
    </dgm:pt>
    <dgm:pt modelId="{FBC8EF4B-BD35-4463-8034-C0642260D8C5}" type="parTrans" cxnId="{CCA01B9A-3771-4B9A-AFF1-4A7B34474EC7}">
      <dgm:prSet/>
      <dgm:spPr/>
      <dgm:t>
        <a:bodyPr/>
        <a:lstStyle/>
        <a:p>
          <a:endParaRPr lang="en-DE"/>
        </a:p>
      </dgm:t>
    </dgm:pt>
    <dgm:pt modelId="{DA1DCF6F-1F83-43A7-8C40-276ECCBC1A2B}" type="sibTrans" cxnId="{CCA01B9A-3771-4B9A-AFF1-4A7B34474EC7}">
      <dgm:prSet/>
      <dgm:spPr/>
      <dgm:t>
        <a:bodyPr/>
        <a:lstStyle/>
        <a:p>
          <a:endParaRPr lang="en-DE"/>
        </a:p>
      </dgm:t>
    </dgm:pt>
    <dgm:pt modelId="{2567E5B1-9297-48ED-8604-4D098224EFD2}">
      <dgm:prSet custT="1"/>
      <dgm:spPr/>
      <dgm:t>
        <a:bodyPr/>
        <a:lstStyle/>
        <a:p>
          <a:r>
            <a:rPr lang="en-US" sz="800" b="1" i="0" dirty="0"/>
            <a:t>23.10:</a:t>
          </a:r>
          <a:r>
            <a:rPr lang="en-US" sz="800" b="0" i="0" dirty="0"/>
            <a:t> Supplier field mapping for OCI from </a:t>
          </a:r>
          <a:r>
            <a:rPr lang="en-US" sz="800" b="0" i="0" dirty="0" err="1"/>
            <a:t>myMall</a:t>
          </a:r>
          <a:r>
            <a:rPr lang="en-US" sz="800" b="0" i="0" dirty="0"/>
            <a:t> to S4 needs to be adjusted with BP.</a:t>
          </a:r>
        </a:p>
      </dgm:t>
    </dgm:pt>
    <dgm:pt modelId="{E66031DF-F829-4B9F-A7E8-A56E0ECB82B5}" type="parTrans" cxnId="{39E13D6C-3F36-48AB-A1CA-F8D904C0CFE1}">
      <dgm:prSet/>
      <dgm:spPr/>
      <dgm:t>
        <a:bodyPr/>
        <a:lstStyle/>
        <a:p>
          <a:endParaRPr lang="en-DE"/>
        </a:p>
      </dgm:t>
    </dgm:pt>
    <dgm:pt modelId="{2B9C2550-A273-4EA7-85E4-ABA2A393A5A7}" type="sibTrans" cxnId="{39E13D6C-3F36-48AB-A1CA-F8D904C0CFE1}">
      <dgm:prSet/>
      <dgm:spPr/>
      <dgm:t>
        <a:bodyPr/>
        <a:lstStyle/>
        <a:p>
          <a:endParaRPr lang="en-DE"/>
        </a:p>
      </dgm:t>
    </dgm:pt>
    <dgm:pt modelId="{FF555E18-4BBA-4DE0-9D6A-1BEF0BE20EE9}">
      <dgm:prSet custT="1"/>
      <dgm:spPr/>
      <dgm:t>
        <a:bodyPr/>
        <a:lstStyle/>
        <a:p>
          <a:r>
            <a:rPr lang="en-US" sz="800" b="1" i="0" dirty="0"/>
            <a:t>24.10:</a:t>
          </a:r>
          <a:r>
            <a:rPr lang="en-US" sz="800" b="0" i="0" dirty="0"/>
            <a:t> Incident INC41584398 was raised to the </a:t>
          </a:r>
          <a:r>
            <a:rPr lang="en-US" sz="800" b="0" i="0" dirty="0" err="1"/>
            <a:t>myMall</a:t>
          </a:r>
          <a:r>
            <a:rPr lang="en-US" sz="800" b="0" i="0" dirty="0"/>
            <a:t> team to adjust the mapping.</a:t>
          </a:r>
        </a:p>
      </dgm:t>
    </dgm:pt>
    <dgm:pt modelId="{5AE972EE-52EC-4D86-9307-72239FD4BEA3}" type="parTrans" cxnId="{4BB6BFB0-928E-4E7F-AA6A-C96EB3574C26}">
      <dgm:prSet/>
      <dgm:spPr/>
      <dgm:t>
        <a:bodyPr/>
        <a:lstStyle/>
        <a:p>
          <a:endParaRPr lang="en-DE"/>
        </a:p>
      </dgm:t>
    </dgm:pt>
    <dgm:pt modelId="{CB46EDC6-8D35-48CE-BFCA-D82F4B40C1E9}" type="sibTrans" cxnId="{4BB6BFB0-928E-4E7F-AA6A-C96EB3574C26}">
      <dgm:prSet/>
      <dgm:spPr/>
      <dgm:t>
        <a:bodyPr/>
        <a:lstStyle/>
        <a:p>
          <a:endParaRPr lang="en-DE"/>
        </a:p>
      </dgm:t>
    </dgm:pt>
    <dgm:pt modelId="{DF781E4D-4C63-4517-A936-C475992B0BF4}">
      <dgm:prSet custT="1"/>
      <dgm:spPr/>
      <dgm:t>
        <a:bodyPr/>
        <a:lstStyle/>
        <a:p>
          <a:r>
            <a:rPr lang="en-US" sz="800" b="1" i="0" dirty="0"/>
            <a:t>25.10:</a:t>
          </a:r>
          <a:r>
            <a:rPr lang="en-US" sz="800" b="0" i="0" dirty="0"/>
            <a:t> As per WPS, it is not possible via standard field value mapping; they have suggested to use the custom field ZZW_VENDOR_IFA.</a:t>
          </a:r>
        </a:p>
      </dgm:t>
    </dgm:pt>
    <dgm:pt modelId="{7C15C9D1-A8F7-4DC2-8E6A-CAE5D848E326}" type="parTrans" cxnId="{426BBDB4-1961-4A74-A2EF-BA07BF071BCE}">
      <dgm:prSet/>
      <dgm:spPr/>
      <dgm:t>
        <a:bodyPr/>
        <a:lstStyle/>
        <a:p>
          <a:endParaRPr lang="en-DE"/>
        </a:p>
      </dgm:t>
    </dgm:pt>
    <dgm:pt modelId="{2BE4E582-0F20-44D7-9007-8556DDF5B86A}" type="sibTrans" cxnId="{426BBDB4-1961-4A74-A2EF-BA07BF071BCE}">
      <dgm:prSet/>
      <dgm:spPr/>
      <dgm:t>
        <a:bodyPr/>
        <a:lstStyle/>
        <a:p>
          <a:endParaRPr lang="en-DE"/>
        </a:p>
      </dgm:t>
    </dgm:pt>
    <dgm:pt modelId="{7F198FD7-0D67-46CF-B4DD-034CC45196BC}">
      <dgm:prSet custT="1"/>
      <dgm:spPr/>
      <dgm:t>
        <a:bodyPr/>
        <a:lstStyle/>
        <a:p>
          <a:r>
            <a:rPr lang="en-US" sz="800" b="1" i="0" dirty="0"/>
            <a:t>28.10:</a:t>
          </a:r>
          <a:r>
            <a:rPr lang="en-US" sz="800" b="0" i="0" dirty="0"/>
            <a:t> After maintaining the custom field ZZW_VENDOR_IFA in </a:t>
          </a:r>
          <a:r>
            <a:rPr lang="en-US" sz="800" b="0" i="0" dirty="0" err="1"/>
            <a:t>myMall</a:t>
          </a:r>
          <a:r>
            <a:rPr lang="en-US" sz="800" b="0" i="0" dirty="0"/>
            <a:t>, the issue was not resolved as this custom field doesn’t transfer to S4.</a:t>
          </a:r>
        </a:p>
      </dgm:t>
    </dgm:pt>
    <dgm:pt modelId="{8A5A9A1E-3D60-490F-8683-0D528C9BDB2D}" type="parTrans" cxnId="{BD08400D-FC1D-4FC3-9B57-4D512DDF6656}">
      <dgm:prSet/>
      <dgm:spPr/>
      <dgm:t>
        <a:bodyPr/>
        <a:lstStyle/>
        <a:p>
          <a:endParaRPr lang="en-DE"/>
        </a:p>
      </dgm:t>
    </dgm:pt>
    <dgm:pt modelId="{E9135080-2F4C-4444-9B2D-5D27E83E00D4}" type="sibTrans" cxnId="{BD08400D-FC1D-4FC3-9B57-4D512DDF6656}">
      <dgm:prSet/>
      <dgm:spPr/>
      <dgm:t>
        <a:bodyPr/>
        <a:lstStyle/>
        <a:p>
          <a:endParaRPr lang="en-DE"/>
        </a:p>
      </dgm:t>
    </dgm:pt>
    <dgm:pt modelId="{26217B7F-4E23-42B3-8162-3EC0A3159A36}">
      <dgm:prSet custT="1"/>
      <dgm:spPr/>
      <dgm:t>
        <a:bodyPr/>
        <a:lstStyle/>
        <a:p>
          <a:r>
            <a:rPr lang="en-US" sz="800" b="1" i="0" dirty="0"/>
            <a:t>29.10:</a:t>
          </a:r>
          <a:r>
            <a:rPr lang="en-US" sz="800" b="0" i="0" dirty="0"/>
            <a:t> Checking with development for field mapping; most probably, an enhancement will be needed for OCI value mapping.</a:t>
          </a:r>
        </a:p>
      </dgm:t>
    </dgm:pt>
    <dgm:pt modelId="{4E9B5522-FA14-48C9-A49E-7365AE012F92}" type="parTrans" cxnId="{6F12CAAD-D2F3-44AB-9DB1-ECCC7071680C}">
      <dgm:prSet/>
      <dgm:spPr/>
      <dgm:t>
        <a:bodyPr/>
        <a:lstStyle/>
        <a:p>
          <a:endParaRPr lang="en-DE"/>
        </a:p>
      </dgm:t>
    </dgm:pt>
    <dgm:pt modelId="{F59B87DC-2E93-402A-9691-D852C6FF5BF4}" type="sibTrans" cxnId="{6F12CAAD-D2F3-44AB-9DB1-ECCC7071680C}">
      <dgm:prSet/>
      <dgm:spPr/>
      <dgm:t>
        <a:bodyPr/>
        <a:lstStyle/>
        <a:p>
          <a:endParaRPr lang="en-DE"/>
        </a:p>
      </dgm:t>
    </dgm:pt>
    <dgm:pt modelId="{620F8112-143B-4AF6-BAEF-D0E1875088FF}">
      <dgm:prSet custT="1"/>
      <dgm:spPr/>
      <dgm:t>
        <a:bodyPr/>
        <a:lstStyle/>
        <a:p>
          <a:r>
            <a:rPr lang="en-US" sz="800" b="1" i="0" dirty="0"/>
            <a:t>30.10</a:t>
          </a:r>
          <a:r>
            <a:rPr lang="en-US" sz="800" b="0" i="0" dirty="0"/>
            <a:t> : </a:t>
          </a:r>
          <a:r>
            <a:rPr lang="en-US" sz="800" dirty="0"/>
            <a:t>Need to enhance the logic in S4 side by implementing the BADI.</a:t>
          </a:r>
          <a:endParaRPr lang="en-US" sz="800" b="0" i="0" dirty="0"/>
        </a:p>
      </dgm:t>
    </dgm:pt>
    <dgm:pt modelId="{1F1C4F55-1F53-4E00-9DBD-E5D4B74F3C64}" type="parTrans" cxnId="{B5061558-E12D-4259-BB7A-A4BD4320011B}">
      <dgm:prSet/>
      <dgm:spPr/>
      <dgm:t>
        <a:bodyPr/>
        <a:lstStyle/>
        <a:p>
          <a:endParaRPr lang="en-DE"/>
        </a:p>
      </dgm:t>
    </dgm:pt>
    <dgm:pt modelId="{84CB29D9-5B8D-4EDC-A360-CDBEE22AB2C2}" type="sibTrans" cxnId="{B5061558-E12D-4259-BB7A-A4BD4320011B}">
      <dgm:prSet/>
      <dgm:spPr/>
      <dgm:t>
        <a:bodyPr/>
        <a:lstStyle/>
        <a:p>
          <a:endParaRPr lang="en-DE"/>
        </a:p>
      </dgm:t>
    </dgm:pt>
    <dgm:pt modelId="{F0607374-5A92-407B-A700-D8075AF2AA0E}">
      <dgm:prSet custT="1"/>
      <dgm:spPr/>
      <dgm:t>
        <a:bodyPr/>
        <a:lstStyle/>
        <a:p>
          <a:r>
            <a:rPr lang="en-US" sz="800" b="1" i="0" dirty="0"/>
            <a:t>05.10 </a:t>
          </a:r>
          <a:r>
            <a:rPr lang="en-US" sz="800" b="0" i="0" dirty="0"/>
            <a:t>:Project-REQ: 6000121549/INC 6000121626  is created and assigned to development team but it can’t be handled under bugfix, so feature &amp; story is requested by Dev team.</a:t>
          </a:r>
        </a:p>
      </dgm:t>
    </dgm:pt>
    <dgm:pt modelId="{5D64E3ED-FF26-466D-AEBC-99E94BF9CC29}" type="parTrans" cxnId="{58C0FF14-7CED-4C03-92DC-771A24890AC8}">
      <dgm:prSet/>
      <dgm:spPr/>
      <dgm:t>
        <a:bodyPr/>
        <a:lstStyle/>
        <a:p>
          <a:endParaRPr lang="en-DE"/>
        </a:p>
      </dgm:t>
    </dgm:pt>
    <dgm:pt modelId="{E73BB8D6-F8E9-45DD-916C-F69FB1A18C7F}" type="sibTrans" cxnId="{58C0FF14-7CED-4C03-92DC-771A24890AC8}">
      <dgm:prSet/>
      <dgm:spPr/>
      <dgm:t>
        <a:bodyPr/>
        <a:lstStyle/>
        <a:p>
          <a:endParaRPr lang="en-DE"/>
        </a:p>
      </dgm:t>
    </dgm:pt>
    <dgm:pt modelId="{C6F3E625-A7B0-45EE-9103-A0BB400A882A}">
      <dgm:prSet custT="1"/>
      <dgm:spPr/>
      <dgm:t>
        <a:bodyPr/>
        <a:lstStyle/>
        <a:p>
          <a:r>
            <a:rPr lang="en-US" sz="800" b="1" i="0" dirty="0"/>
            <a:t>06.10 : </a:t>
          </a:r>
          <a:r>
            <a:rPr lang="en-US" sz="800" b="0" i="0" dirty="0"/>
            <a:t>Story SX-91313 is created to development team under OCI feature  SX-91234 enhancement.</a:t>
          </a:r>
        </a:p>
      </dgm:t>
    </dgm:pt>
    <dgm:pt modelId="{30630B83-896E-4701-BE59-F426C2837BC9}" type="parTrans" cxnId="{E72DAD56-527D-40F5-AB13-20A345474752}">
      <dgm:prSet/>
      <dgm:spPr/>
      <dgm:t>
        <a:bodyPr/>
        <a:lstStyle/>
        <a:p>
          <a:endParaRPr lang="en-DE"/>
        </a:p>
      </dgm:t>
    </dgm:pt>
    <dgm:pt modelId="{6A4CB13F-2296-4314-9F86-53F1A2ADD358}" type="sibTrans" cxnId="{E72DAD56-527D-40F5-AB13-20A345474752}">
      <dgm:prSet/>
      <dgm:spPr/>
      <dgm:t>
        <a:bodyPr/>
        <a:lstStyle/>
        <a:p>
          <a:endParaRPr lang="en-DE"/>
        </a:p>
      </dgm:t>
    </dgm:pt>
    <dgm:pt modelId="{6AFDEBBD-EF85-430B-BA1F-97C8CD10A040}" type="pres">
      <dgm:prSet presAssocID="{8A255159-3377-4EEC-823E-37B5C01C3830}" presName="Name0" presStyleCnt="0">
        <dgm:presLayoutVars>
          <dgm:dir/>
          <dgm:animLvl val="lvl"/>
          <dgm:resizeHandles val="exact"/>
        </dgm:presLayoutVars>
      </dgm:prSet>
      <dgm:spPr/>
    </dgm:pt>
    <dgm:pt modelId="{D1CAC41D-05D9-4ED6-92D3-4EDD97A3F56B}" type="pres">
      <dgm:prSet presAssocID="{4B18B80F-5B11-4A86-B29D-2B3D8337759D}" presName="composite" presStyleCnt="0"/>
      <dgm:spPr/>
    </dgm:pt>
    <dgm:pt modelId="{997EDAE2-43DE-486B-A16D-9BED0CF7E786}" type="pres">
      <dgm:prSet presAssocID="{4B18B80F-5B11-4A86-B29D-2B3D8337759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CFB3551-60C9-467D-BAD0-60849F6DB940}" type="pres">
      <dgm:prSet presAssocID="{4B18B80F-5B11-4A86-B29D-2B3D8337759D}" presName="desTx" presStyleLbl="alignAccFollowNode1" presStyleIdx="0" presStyleCnt="3">
        <dgm:presLayoutVars>
          <dgm:bulletEnabled val="1"/>
        </dgm:presLayoutVars>
      </dgm:prSet>
      <dgm:spPr/>
    </dgm:pt>
    <dgm:pt modelId="{89004E61-92D9-4728-9C8F-202846B09CF1}" type="pres">
      <dgm:prSet presAssocID="{B883F12E-F707-4B49-9328-A71268BAA2FE}" presName="space" presStyleCnt="0"/>
      <dgm:spPr/>
    </dgm:pt>
    <dgm:pt modelId="{5F795E48-DA95-4A0C-B7FF-AEFFF7CCBB0A}" type="pres">
      <dgm:prSet presAssocID="{EC34D313-DE9A-494D-BD79-317061EC8D7B}" presName="composite" presStyleCnt="0"/>
      <dgm:spPr/>
    </dgm:pt>
    <dgm:pt modelId="{3EFFFA38-4471-4604-B49F-7467CF9B8759}" type="pres">
      <dgm:prSet presAssocID="{EC34D313-DE9A-494D-BD79-317061EC8D7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E62505E-F54E-4DA9-8AD2-6F34C822AEC3}" type="pres">
      <dgm:prSet presAssocID="{EC34D313-DE9A-494D-BD79-317061EC8D7B}" presName="desTx" presStyleLbl="alignAccFollowNode1" presStyleIdx="1" presStyleCnt="3">
        <dgm:presLayoutVars>
          <dgm:bulletEnabled val="1"/>
        </dgm:presLayoutVars>
      </dgm:prSet>
      <dgm:spPr/>
    </dgm:pt>
    <dgm:pt modelId="{BCF6F8E8-E265-4DB7-9B1A-6DB9BE940DCD}" type="pres">
      <dgm:prSet presAssocID="{1994F786-4E8D-486A-9299-D74BCB2BE247}" presName="space" presStyleCnt="0"/>
      <dgm:spPr/>
    </dgm:pt>
    <dgm:pt modelId="{05237052-8A50-449C-B285-9C23D6856270}" type="pres">
      <dgm:prSet presAssocID="{448F7C33-F19C-4BA1-90D9-13A158DF166E}" presName="composite" presStyleCnt="0"/>
      <dgm:spPr/>
    </dgm:pt>
    <dgm:pt modelId="{17DE1DFF-E253-40BC-88F8-8D8878203ECD}" type="pres">
      <dgm:prSet presAssocID="{448F7C33-F19C-4BA1-90D9-13A158DF16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6D555D6-86E2-4EB5-830E-B441BFABD4F8}" type="pres">
      <dgm:prSet presAssocID="{448F7C33-F19C-4BA1-90D9-13A158DF16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289E509-6502-48DE-B981-194D2E3B8172}" srcId="{8A255159-3377-4EEC-823E-37B5C01C3830}" destId="{EC34D313-DE9A-494D-BD79-317061EC8D7B}" srcOrd="1" destOrd="0" parTransId="{56869E1C-AA6C-4C87-87C4-492CF6D91166}" sibTransId="{1994F786-4E8D-486A-9299-D74BCB2BE247}"/>
    <dgm:cxn modelId="{BD08400D-FC1D-4FC3-9B57-4D512DDF6656}" srcId="{448F7C33-F19C-4BA1-90D9-13A158DF166E}" destId="{7F198FD7-0D67-46CF-B4DD-034CC45196BC}" srcOrd="5" destOrd="0" parTransId="{8A5A9A1E-3D60-490F-8683-0D528C9BDB2D}" sibTransId="{E9135080-2F4C-4444-9B2D-5D27E83E00D4}"/>
    <dgm:cxn modelId="{64840111-2593-44C8-89B4-8C727AD5D407}" type="presOf" srcId="{2567E5B1-9297-48ED-8604-4D098224EFD2}" destId="{B6D555D6-86E2-4EB5-830E-B441BFABD4F8}" srcOrd="0" destOrd="2" presId="urn:microsoft.com/office/officeart/2005/8/layout/hList1"/>
    <dgm:cxn modelId="{5F4AED12-1878-4C3A-852E-E148602ACB5F}" type="presOf" srcId="{B6E6B4F2-69DC-45D4-8B93-86470353F325}" destId="{EE62505E-F54E-4DA9-8AD2-6F34C822AEC3}" srcOrd="0" destOrd="3" presId="urn:microsoft.com/office/officeart/2005/8/layout/hList1"/>
    <dgm:cxn modelId="{58C0FF14-7CED-4C03-92DC-771A24890AC8}" srcId="{448F7C33-F19C-4BA1-90D9-13A158DF166E}" destId="{F0607374-5A92-407B-A700-D8075AF2AA0E}" srcOrd="8" destOrd="0" parTransId="{5D64E3ED-FF26-466D-AEBC-99E94BF9CC29}" sibTransId="{E73BB8D6-F8E9-45DD-916C-F69FB1A18C7F}"/>
    <dgm:cxn modelId="{7C797017-E366-4120-AE6E-189031C531B7}" srcId="{EC34D313-DE9A-494D-BD79-317061EC8D7B}" destId="{2DE54955-88BE-4F9C-9BAF-70B7705B3AD8}" srcOrd="1" destOrd="0" parTransId="{3F1F0B54-1DD0-4F09-AEA9-ADC2B459E572}" sibTransId="{62A52E15-1F09-458D-A8DE-1178E2E15E27}"/>
    <dgm:cxn modelId="{1307022C-6068-4F36-97DE-04A3D9CC16CF}" srcId="{EC34D313-DE9A-494D-BD79-317061EC8D7B}" destId="{F9412BCB-DA4B-4736-B310-7BE16F863B00}" srcOrd="4" destOrd="0" parTransId="{6884853C-3ACE-47C1-A478-04562AB6F764}" sibTransId="{1536E81E-8846-435E-9B3E-66E0E8C77A33}"/>
    <dgm:cxn modelId="{5D349030-0F65-41E1-BCFB-B295E94D126B}" srcId="{4B18B80F-5B11-4A86-B29D-2B3D8337759D}" destId="{3DAB0FE9-12B5-4523-82DE-F1B6316E5403}" srcOrd="5" destOrd="0" parTransId="{91A11739-C707-4C3E-A431-9B6267A2583E}" sibTransId="{5BB1568B-65BC-4599-993B-3B9F50826D92}"/>
    <dgm:cxn modelId="{FC8F3C37-4F69-4661-8FD6-1759F59ACF49}" type="presOf" srcId="{36A75577-0679-4EC4-9101-4B5BC5BEA4A3}" destId="{0CFB3551-60C9-467D-BAD0-60849F6DB940}" srcOrd="0" destOrd="0" presId="urn:microsoft.com/office/officeart/2005/8/layout/hList1"/>
    <dgm:cxn modelId="{23F06E38-D996-43FD-9349-19D090265C65}" type="presOf" srcId="{3DAB0FE9-12B5-4523-82DE-F1B6316E5403}" destId="{0CFB3551-60C9-467D-BAD0-60849F6DB940}" srcOrd="0" destOrd="5" presId="urn:microsoft.com/office/officeart/2005/8/layout/hList1"/>
    <dgm:cxn modelId="{8566E93D-6524-4D66-9A65-BDFF4B641A87}" srcId="{4B18B80F-5B11-4A86-B29D-2B3D8337759D}" destId="{C7AADC72-35E3-4493-A675-1E44088B14C2}" srcOrd="1" destOrd="0" parTransId="{F2D4DA60-F6FC-4917-BB1F-63339C8AF8A1}" sibTransId="{379B6CB6-D764-4B93-BD57-FA65679FA58A}"/>
    <dgm:cxn modelId="{43EF345B-130B-40C3-A0C9-EF08CAC7C1CE}" type="presOf" srcId="{6FD8AD94-7280-451C-B730-E36F32EA8F63}" destId="{0CFB3551-60C9-467D-BAD0-60849F6DB940}" srcOrd="0" destOrd="3" presId="urn:microsoft.com/office/officeart/2005/8/layout/hList1"/>
    <dgm:cxn modelId="{E6526E5C-B9A5-4C9C-90D6-2FFC5E45014E}" srcId="{4B18B80F-5B11-4A86-B29D-2B3D8337759D}" destId="{6C8924DC-7000-48FA-9B9D-A465C2F7C9B4}" srcOrd="4" destOrd="0" parTransId="{891E56F5-5FB6-40CA-AF60-30B5330B02D8}" sibTransId="{B951757A-F371-4B9B-A5C6-6A3A8DCF4FC5}"/>
    <dgm:cxn modelId="{2A68805C-48C7-4EC2-943E-38123D562DFB}" type="presOf" srcId="{41EA97FB-747D-4E3E-8FE1-93F4F3535B37}" destId="{0CFB3551-60C9-467D-BAD0-60849F6DB940}" srcOrd="0" destOrd="7" presId="urn:microsoft.com/office/officeart/2005/8/layout/hList1"/>
    <dgm:cxn modelId="{C2A86969-19DF-41B3-BDB2-72E117BBA41E}" type="presOf" srcId="{26217B7F-4E23-42B3-8162-3EC0A3159A36}" destId="{B6D555D6-86E2-4EB5-830E-B441BFABD4F8}" srcOrd="0" destOrd="6" presId="urn:microsoft.com/office/officeart/2005/8/layout/hList1"/>
    <dgm:cxn modelId="{C7F3D649-8D6F-41FC-A0A5-FCFC6E4F9B4F}" type="presOf" srcId="{F0607374-5A92-407B-A700-D8075AF2AA0E}" destId="{B6D555D6-86E2-4EB5-830E-B441BFABD4F8}" srcOrd="0" destOrd="8" presId="urn:microsoft.com/office/officeart/2005/8/layout/hList1"/>
    <dgm:cxn modelId="{6647F26B-74B0-4FD2-95BF-C62714764251}" srcId="{EC34D313-DE9A-494D-BD79-317061EC8D7B}" destId="{3695B6C1-EA48-4570-9AFC-57FF9AFF8143}" srcOrd="0" destOrd="0" parTransId="{34C0BDF0-A4B6-45DB-BB06-BFBB161A4064}" sibTransId="{AA502C87-9967-4A9D-8EA6-C714A16D8723}"/>
    <dgm:cxn modelId="{39E13D6C-3F36-48AB-A1CA-F8D904C0CFE1}" srcId="{448F7C33-F19C-4BA1-90D9-13A158DF166E}" destId="{2567E5B1-9297-48ED-8604-4D098224EFD2}" srcOrd="2" destOrd="0" parTransId="{E66031DF-F829-4B9F-A7E8-A56E0ECB82B5}" sibTransId="{2B9C2550-A273-4EA7-85E4-ABA2A393A5A7}"/>
    <dgm:cxn modelId="{486D1071-744F-46C6-A85B-A7153F7325FC}" type="presOf" srcId="{EBFAE403-0712-4A88-A4C5-0AD0E7FBD6E8}" destId="{EE62505E-F54E-4DA9-8AD2-6F34C822AEC3}" srcOrd="0" destOrd="5" presId="urn:microsoft.com/office/officeart/2005/8/layout/hList1"/>
    <dgm:cxn modelId="{B54B4B52-BC86-4BDD-B619-4C42EC9D9CE8}" type="presOf" srcId="{3695B6C1-EA48-4570-9AFC-57FF9AFF8143}" destId="{EE62505E-F54E-4DA9-8AD2-6F34C822AEC3}" srcOrd="0" destOrd="0" presId="urn:microsoft.com/office/officeart/2005/8/layout/hList1"/>
    <dgm:cxn modelId="{8665E453-43C5-4272-A077-0A798886EF78}" type="presOf" srcId="{448F7C33-F19C-4BA1-90D9-13A158DF166E}" destId="{17DE1DFF-E253-40BC-88F8-8D8878203ECD}" srcOrd="0" destOrd="0" presId="urn:microsoft.com/office/officeart/2005/8/layout/hList1"/>
    <dgm:cxn modelId="{E72DAD56-527D-40F5-AB13-20A345474752}" srcId="{448F7C33-F19C-4BA1-90D9-13A158DF166E}" destId="{C6F3E625-A7B0-45EE-9103-A0BB400A882A}" srcOrd="9" destOrd="0" parTransId="{30630B83-896E-4701-BE59-F426C2837BC9}" sibTransId="{6A4CB13F-2296-4314-9F86-53F1A2ADD358}"/>
    <dgm:cxn modelId="{0D2E5557-AD60-4B00-BDCC-473344B52EAF}" type="presOf" srcId="{F9412BCB-DA4B-4736-B310-7BE16F863B00}" destId="{EE62505E-F54E-4DA9-8AD2-6F34C822AEC3}" srcOrd="0" destOrd="4" presId="urn:microsoft.com/office/officeart/2005/8/layout/hList1"/>
    <dgm:cxn modelId="{5FB9DE57-FCF9-4837-8854-28F05BE2BFEA}" srcId="{EC34D313-DE9A-494D-BD79-317061EC8D7B}" destId="{B6E6B4F2-69DC-45D4-8B93-86470353F325}" srcOrd="3" destOrd="0" parTransId="{E9C461AB-40B0-492C-9943-E6EC0919AA2D}" sibTransId="{D26EBDF2-9341-4961-A296-C89C7434DB85}"/>
    <dgm:cxn modelId="{B5061558-E12D-4259-BB7A-A4BD4320011B}" srcId="{448F7C33-F19C-4BA1-90D9-13A158DF166E}" destId="{620F8112-143B-4AF6-BAEF-D0E1875088FF}" srcOrd="7" destOrd="0" parTransId="{1F1C4F55-1F53-4E00-9DBD-E5D4B74F3C64}" sibTransId="{84CB29D9-5B8D-4EDC-A360-CDBEE22AB2C2}"/>
    <dgm:cxn modelId="{BE2C9B7B-8652-4D9B-B98D-F22A20AA5824}" type="presOf" srcId="{90A04614-1308-4D28-9BCD-52C11761842D}" destId="{0CFB3551-60C9-467D-BAD0-60849F6DB940}" srcOrd="0" destOrd="8" presId="urn:microsoft.com/office/officeart/2005/8/layout/hList1"/>
    <dgm:cxn modelId="{B663267E-A22F-4C1E-BDAF-DA4577C75671}" srcId="{4B18B80F-5B11-4A86-B29D-2B3D8337759D}" destId="{41EA97FB-747D-4E3E-8FE1-93F4F3535B37}" srcOrd="7" destOrd="0" parTransId="{82163B9C-36BF-4069-9F32-0F3A32CE1560}" sibTransId="{43ABB119-CF85-45C9-9BB6-B8FE91280E05}"/>
    <dgm:cxn modelId="{5B36A981-6FCB-4BEB-B452-A8CC086CEC84}" type="presOf" srcId="{DF781E4D-4C63-4517-A936-C475992B0BF4}" destId="{B6D555D6-86E2-4EB5-830E-B441BFABD4F8}" srcOrd="0" destOrd="4" presId="urn:microsoft.com/office/officeart/2005/8/layout/hList1"/>
    <dgm:cxn modelId="{C1295C8A-AB0E-4553-9766-94EA7F7E511B}" srcId="{8A255159-3377-4EEC-823E-37B5C01C3830}" destId="{448F7C33-F19C-4BA1-90D9-13A158DF166E}" srcOrd="2" destOrd="0" parTransId="{E3143A60-4601-4948-B4D2-17F79F206A80}" sibTransId="{9DB6BE34-B160-4A52-84C7-D2A89B9BBB6D}"/>
    <dgm:cxn modelId="{0F6C4394-D414-408F-8506-60ED8F92AF4A}" type="presOf" srcId="{C6F3E625-A7B0-45EE-9103-A0BB400A882A}" destId="{B6D555D6-86E2-4EB5-830E-B441BFABD4F8}" srcOrd="0" destOrd="9" presId="urn:microsoft.com/office/officeart/2005/8/layout/hList1"/>
    <dgm:cxn modelId="{CCA01B9A-3771-4B9A-AFF1-4A7B34474EC7}" srcId="{448F7C33-F19C-4BA1-90D9-13A158DF166E}" destId="{8D1D6F1B-9706-4A64-8F43-ABB8CDD4581F}" srcOrd="1" destOrd="0" parTransId="{FBC8EF4B-BD35-4463-8034-C0642260D8C5}" sibTransId="{DA1DCF6F-1F83-43A7-8C40-276ECCBC1A2B}"/>
    <dgm:cxn modelId="{ABD6E29B-2E0E-4D25-A2B6-3037407DFF92}" srcId="{448F7C33-F19C-4BA1-90D9-13A158DF166E}" destId="{71378CC3-FF5F-4502-9771-EA524B39CE49}" srcOrd="0" destOrd="0" parTransId="{68CDE79B-7D80-4A67-A765-BF6BC6AD9C7E}" sibTransId="{109249AA-4D75-4A84-B337-154BD9033C93}"/>
    <dgm:cxn modelId="{15D01EA8-1C98-4CA9-95F9-12E40AFF710F}" type="presOf" srcId="{766B21D4-CAD7-46F1-893D-E3BC799E7602}" destId="{EE62505E-F54E-4DA9-8AD2-6F34C822AEC3}" srcOrd="0" destOrd="2" presId="urn:microsoft.com/office/officeart/2005/8/layout/hList1"/>
    <dgm:cxn modelId="{6F12CAAD-D2F3-44AB-9DB1-ECCC7071680C}" srcId="{448F7C33-F19C-4BA1-90D9-13A158DF166E}" destId="{26217B7F-4E23-42B3-8162-3EC0A3159A36}" srcOrd="6" destOrd="0" parTransId="{4E9B5522-FA14-48C9-A49E-7365AE012F92}" sibTransId="{F59B87DC-2E93-402A-9691-D852C6FF5BF4}"/>
    <dgm:cxn modelId="{4A485BB0-D04F-43F3-B66A-FBD37171D05F}" type="presOf" srcId="{620F8112-143B-4AF6-BAEF-D0E1875088FF}" destId="{B6D555D6-86E2-4EB5-830E-B441BFABD4F8}" srcOrd="0" destOrd="7" presId="urn:microsoft.com/office/officeart/2005/8/layout/hList1"/>
    <dgm:cxn modelId="{4BB6BFB0-928E-4E7F-AA6A-C96EB3574C26}" srcId="{448F7C33-F19C-4BA1-90D9-13A158DF166E}" destId="{FF555E18-4BBA-4DE0-9D6A-1BEF0BE20EE9}" srcOrd="3" destOrd="0" parTransId="{5AE972EE-52EC-4D86-9307-72239FD4BEA3}" sibTransId="{CB46EDC6-8D35-48CE-BFCA-D82F4B40C1E9}"/>
    <dgm:cxn modelId="{4C1EF5B3-47E6-4D56-B0C5-CF2056E64882}" type="presOf" srcId="{71378CC3-FF5F-4502-9771-EA524B39CE49}" destId="{B6D555D6-86E2-4EB5-830E-B441BFABD4F8}" srcOrd="0" destOrd="0" presId="urn:microsoft.com/office/officeart/2005/8/layout/hList1"/>
    <dgm:cxn modelId="{426BBDB4-1961-4A74-A2EF-BA07BF071BCE}" srcId="{448F7C33-F19C-4BA1-90D9-13A158DF166E}" destId="{DF781E4D-4C63-4517-A936-C475992B0BF4}" srcOrd="4" destOrd="0" parTransId="{7C15C9D1-A8F7-4DC2-8E6A-CAE5D848E326}" sibTransId="{2BE4E582-0F20-44D7-9007-8556DDF5B86A}"/>
    <dgm:cxn modelId="{64C9BAB6-58FA-400F-80AB-3464815F5A61}" type="presOf" srcId="{6C8924DC-7000-48FA-9B9D-A465C2F7C9B4}" destId="{0CFB3551-60C9-467D-BAD0-60849F6DB940}" srcOrd="0" destOrd="4" presId="urn:microsoft.com/office/officeart/2005/8/layout/hList1"/>
    <dgm:cxn modelId="{D8EF34BA-79E7-4844-BE77-187EC67FF04D}" type="presOf" srcId="{7F198FD7-0D67-46CF-B4DD-034CC45196BC}" destId="{B6D555D6-86E2-4EB5-830E-B441BFABD4F8}" srcOrd="0" destOrd="5" presId="urn:microsoft.com/office/officeart/2005/8/layout/hList1"/>
    <dgm:cxn modelId="{E80062BA-7970-45F7-995E-3E7D58F1DA63}" type="presOf" srcId="{341BFC80-2570-4ECC-BEB9-6F35D743BAE5}" destId="{0CFB3551-60C9-467D-BAD0-60849F6DB940}" srcOrd="0" destOrd="2" presId="urn:microsoft.com/office/officeart/2005/8/layout/hList1"/>
    <dgm:cxn modelId="{732F55C3-B921-4ACB-AD88-F7AEDD483810}" srcId="{4B18B80F-5B11-4A86-B29D-2B3D8337759D}" destId="{36A75577-0679-4EC4-9101-4B5BC5BEA4A3}" srcOrd="0" destOrd="0" parTransId="{145C7E7B-8958-4E5E-AE4B-6BF185554267}" sibTransId="{60D96E7B-DE17-4E59-97AA-9B03F97E1D3C}"/>
    <dgm:cxn modelId="{8DB4E7C3-8E8D-43C2-8CF8-1EC1DD008B8A}" type="presOf" srcId="{8D1D6F1B-9706-4A64-8F43-ABB8CDD4581F}" destId="{B6D555D6-86E2-4EB5-830E-B441BFABD4F8}" srcOrd="0" destOrd="1" presId="urn:microsoft.com/office/officeart/2005/8/layout/hList1"/>
    <dgm:cxn modelId="{29C422C7-2FF3-4454-95E9-E207C389B0DA}" type="presOf" srcId="{FF555E18-4BBA-4DE0-9D6A-1BEF0BE20EE9}" destId="{B6D555D6-86E2-4EB5-830E-B441BFABD4F8}" srcOrd="0" destOrd="3" presId="urn:microsoft.com/office/officeart/2005/8/layout/hList1"/>
    <dgm:cxn modelId="{96B0B2CA-CF49-4E0F-B782-C310A6666CEF}" type="presOf" srcId="{EC34D313-DE9A-494D-BD79-317061EC8D7B}" destId="{3EFFFA38-4471-4604-B49F-7467CF9B8759}" srcOrd="0" destOrd="0" presId="urn:microsoft.com/office/officeart/2005/8/layout/hList1"/>
    <dgm:cxn modelId="{920A23CD-B240-4BE4-9D7A-BA5D60505461}" type="presOf" srcId="{C7AADC72-35E3-4493-A675-1E44088B14C2}" destId="{0CFB3551-60C9-467D-BAD0-60849F6DB940}" srcOrd="0" destOrd="1" presId="urn:microsoft.com/office/officeart/2005/8/layout/hList1"/>
    <dgm:cxn modelId="{2F2EF0CD-D50D-4542-AE1C-3A4481B768A1}" srcId="{8A255159-3377-4EEC-823E-37B5C01C3830}" destId="{4B18B80F-5B11-4A86-B29D-2B3D8337759D}" srcOrd="0" destOrd="0" parTransId="{D3F132CF-ED0B-44F9-85F5-DA1BC6E9B83D}" sibTransId="{B883F12E-F707-4B49-9328-A71268BAA2FE}"/>
    <dgm:cxn modelId="{E14AA4D5-D653-4D4D-A60D-50779CB2B2C8}" srcId="{4B18B80F-5B11-4A86-B29D-2B3D8337759D}" destId="{90A04614-1308-4D28-9BCD-52C11761842D}" srcOrd="8" destOrd="0" parTransId="{B7D0EFF2-B392-4912-931A-9373C6077115}" sibTransId="{0A2D4A90-AB96-4746-B61E-CB448D3FE48A}"/>
    <dgm:cxn modelId="{DB33AEDB-2A1E-425D-9542-1CC9E49A1542}" srcId="{4B18B80F-5B11-4A86-B29D-2B3D8337759D}" destId="{4AB93380-A408-47E8-ACEB-D015D662C010}" srcOrd="6" destOrd="0" parTransId="{1AF67B8F-9CDE-4320-B304-F99B4DF0BA04}" sibTransId="{CECB28D1-4DA1-460F-81CC-0023C32AC6CA}"/>
    <dgm:cxn modelId="{FA66D9DC-F141-4E56-8EEC-F97855685CFA}" type="presOf" srcId="{8A255159-3377-4EEC-823E-37B5C01C3830}" destId="{6AFDEBBD-EF85-430B-BA1F-97C8CD10A040}" srcOrd="0" destOrd="0" presId="urn:microsoft.com/office/officeart/2005/8/layout/hList1"/>
    <dgm:cxn modelId="{AE89AFDE-CE32-44E0-AB4D-0108706EAB46}" srcId="{4B18B80F-5B11-4A86-B29D-2B3D8337759D}" destId="{6FD8AD94-7280-451C-B730-E36F32EA8F63}" srcOrd="3" destOrd="0" parTransId="{92ED3D48-6000-443F-9E73-BA0C80B20EC7}" sibTransId="{DCBA0513-C60C-4908-B38B-B7C7A2F9442F}"/>
    <dgm:cxn modelId="{4A0FCBE5-E0CC-4262-BB7E-0FAB51FAE2D2}" srcId="{EC34D313-DE9A-494D-BD79-317061EC8D7B}" destId="{EBFAE403-0712-4A88-A4C5-0AD0E7FBD6E8}" srcOrd="5" destOrd="0" parTransId="{A51524B0-7403-412B-8030-85C52F25A8F5}" sibTransId="{1C16818D-53F9-4C9A-8CB7-869F94411EF0}"/>
    <dgm:cxn modelId="{0BB2D9E5-68FF-4A2A-9BA9-FEF11C17209D}" type="presOf" srcId="{4AB93380-A408-47E8-ACEB-D015D662C010}" destId="{0CFB3551-60C9-467D-BAD0-60849F6DB940}" srcOrd="0" destOrd="6" presId="urn:microsoft.com/office/officeart/2005/8/layout/hList1"/>
    <dgm:cxn modelId="{81ECD2EC-D9CC-486B-AA2F-99B048E5AE84}" type="presOf" srcId="{4B18B80F-5B11-4A86-B29D-2B3D8337759D}" destId="{997EDAE2-43DE-486B-A16D-9BED0CF7E786}" srcOrd="0" destOrd="0" presId="urn:microsoft.com/office/officeart/2005/8/layout/hList1"/>
    <dgm:cxn modelId="{541548ED-A789-4A5B-8C6F-CD254ED6B8D3}" srcId="{EC34D313-DE9A-494D-BD79-317061EC8D7B}" destId="{766B21D4-CAD7-46F1-893D-E3BC799E7602}" srcOrd="2" destOrd="0" parTransId="{55CEEAE6-F014-42EF-80CA-6998104D8838}" sibTransId="{0A273564-60C8-4021-8831-47374960ADCD}"/>
    <dgm:cxn modelId="{CB366DF2-5D4E-4CC5-8795-A1A1C02FFF05}" type="presOf" srcId="{2DE54955-88BE-4F9C-9BAF-70B7705B3AD8}" destId="{EE62505E-F54E-4DA9-8AD2-6F34C822AEC3}" srcOrd="0" destOrd="1" presId="urn:microsoft.com/office/officeart/2005/8/layout/hList1"/>
    <dgm:cxn modelId="{A0DC87F5-4E0E-47A6-AB3B-FF9C355CC7D0}" srcId="{4B18B80F-5B11-4A86-B29D-2B3D8337759D}" destId="{341BFC80-2570-4ECC-BEB9-6F35D743BAE5}" srcOrd="2" destOrd="0" parTransId="{BF166CBA-9760-428D-BA72-C4BC90B6AFFD}" sibTransId="{101E565C-4768-4EBB-9485-14946E0F8BB6}"/>
    <dgm:cxn modelId="{82C573BB-DD1E-4931-A043-2FC33646323D}" type="presParOf" srcId="{6AFDEBBD-EF85-430B-BA1F-97C8CD10A040}" destId="{D1CAC41D-05D9-4ED6-92D3-4EDD97A3F56B}" srcOrd="0" destOrd="0" presId="urn:microsoft.com/office/officeart/2005/8/layout/hList1"/>
    <dgm:cxn modelId="{E4E29DA0-E4AF-4926-94C8-1A9E2403008B}" type="presParOf" srcId="{D1CAC41D-05D9-4ED6-92D3-4EDD97A3F56B}" destId="{997EDAE2-43DE-486B-A16D-9BED0CF7E786}" srcOrd="0" destOrd="0" presId="urn:microsoft.com/office/officeart/2005/8/layout/hList1"/>
    <dgm:cxn modelId="{503C0CAF-CA1F-468D-9E91-4949CCFF1F54}" type="presParOf" srcId="{D1CAC41D-05D9-4ED6-92D3-4EDD97A3F56B}" destId="{0CFB3551-60C9-467D-BAD0-60849F6DB940}" srcOrd="1" destOrd="0" presId="urn:microsoft.com/office/officeart/2005/8/layout/hList1"/>
    <dgm:cxn modelId="{8D449B9F-838A-4FC2-9A0E-32AAFB96E0B7}" type="presParOf" srcId="{6AFDEBBD-EF85-430B-BA1F-97C8CD10A040}" destId="{89004E61-92D9-4728-9C8F-202846B09CF1}" srcOrd="1" destOrd="0" presId="urn:microsoft.com/office/officeart/2005/8/layout/hList1"/>
    <dgm:cxn modelId="{1D39EBB1-EFB0-4A56-8B5A-00E969300986}" type="presParOf" srcId="{6AFDEBBD-EF85-430B-BA1F-97C8CD10A040}" destId="{5F795E48-DA95-4A0C-B7FF-AEFFF7CCBB0A}" srcOrd="2" destOrd="0" presId="urn:microsoft.com/office/officeart/2005/8/layout/hList1"/>
    <dgm:cxn modelId="{A57591A7-2692-48B3-8471-98C6167A9817}" type="presParOf" srcId="{5F795E48-DA95-4A0C-B7FF-AEFFF7CCBB0A}" destId="{3EFFFA38-4471-4604-B49F-7467CF9B8759}" srcOrd="0" destOrd="0" presId="urn:microsoft.com/office/officeart/2005/8/layout/hList1"/>
    <dgm:cxn modelId="{44061512-69BD-4884-9E21-F52575DEFF53}" type="presParOf" srcId="{5F795E48-DA95-4A0C-B7FF-AEFFF7CCBB0A}" destId="{EE62505E-F54E-4DA9-8AD2-6F34C822AEC3}" srcOrd="1" destOrd="0" presId="urn:microsoft.com/office/officeart/2005/8/layout/hList1"/>
    <dgm:cxn modelId="{B3ADB91D-B4AA-4572-AAEA-911DE6B6D5E2}" type="presParOf" srcId="{6AFDEBBD-EF85-430B-BA1F-97C8CD10A040}" destId="{BCF6F8E8-E265-4DB7-9B1A-6DB9BE940DCD}" srcOrd="3" destOrd="0" presId="urn:microsoft.com/office/officeart/2005/8/layout/hList1"/>
    <dgm:cxn modelId="{9580737D-20B0-46FC-B045-96C2E543EBA8}" type="presParOf" srcId="{6AFDEBBD-EF85-430B-BA1F-97C8CD10A040}" destId="{05237052-8A50-449C-B285-9C23D6856270}" srcOrd="4" destOrd="0" presId="urn:microsoft.com/office/officeart/2005/8/layout/hList1"/>
    <dgm:cxn modelId="{009FBB0C-F3AD-4AA2-97A3-3F1DA7B0465A}" type="presParOf" srcId="{05237052-8A50-449C-B285-9C23D6856270}" destId="{17DE1DFF-E253-40BC-88F8-8D8878203ECD}" srcOrd="0" destOrd="0" presId="urn:microsoft.com/office/officeart/2005/8/layout/hList1"/>
    <dgm:cxn modelId="{A09B1111-E33F-4367-B47C-697E9C5F136B}" type="presParOf" srcId="{05237052-8A50-449C-B285-9C23D6856270}" destId="{B6D555D6-86E2-4EB5-830E-B441BFABD4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AFE4E4-0DC8-4453-93A6-320D52C64AFC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EE726656-020A-491F-A94B-2BEFD2E4B781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1AE6C665-7779-4C4D-AA84-B90433F1EFFA}" type="parTrans" cxnId="{7E888410-50AE-4D5B-9672-B62C17688718}">
      <dgm:prSet/>
      <dgm:spPr/>
      <dgm:t>
        <a:bodyPr/>
        <a:lstStyle/>
        <a:p>
          <a:endParaRPr lang="en-DE"/>
        </a:p>
      </dgm:t>
    </dgm:pt>
    <dgm:pt modelId="{01648DCF-3F08-4D78-9741-75C7672F3FDF}" type="sibTrans" cxnId="{7E888410-50AE-4D5B-9672-B62C17688718}">
      <dgm:prSet/>
      <dgm:spPr/>
      <dgm:t>
        <a:bodyPr/>
        <a:lstStyle/>
        <a:p>
          <a:endParaRPr lang="en-DE"/>
        </a:p>
      </dgm:t>
    </dgm:pt>
    <dgm:pt modelId="{CA6FF9B7-EACC-4C17-9EDE-C2782C0F472E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</dgm:pt>
    <dgm:pt modelId="{56854DA1-3D3C-4AB9-8A3B-2E4FF17E4A1E}" type="parTrans" cxnId="{13C2FD03-9A12-425C-8603-288A4DE547F2}">
      <dgm:prSet/>
      <dgm:spPr/>
      <dgm:t>
        <a:bodyPr/>
        <a:lstStyle/>
        <a:p>
          <a:endParaRPr lang="en-DE"/>
        </a:p>
      </dgm:t>
    </dgm:pt>
    <dgm:pt modelId="{B1688827-4CC2-4731-AB4E-4A43D5C354D6}" type="sibTrans" cxnId="{13C2FD03-9A12-425C-8603-288A4DE547F2}">
      <dgm:prSet/>
      <dgm:spPr/>
      <dgm:t>
        <a:bodyPr/>
        <a:lstStyle/>
        <a:p>
          <a:endParaRPr lang="en-DE"/>
        </a:p>
      </dgm:t>
    </dgm:pt>
    <dgm:pt modelId="{9E8AA718-6577-408D-816D-49E9CEC4BBCC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FE25DAB0-9A13-4B47-9604-1C5E887A34DC}" type="parTrans" cxnId="{52DE5AC3-CDF9-4377-AF4E-B4A73CFF417C}">
      <dgm:prSet/>
      <dgm:spPr/>
      <dgm:t>
        <a:bodyPr/>
        <a:lstStyle/>
        <a:p>
          <a:endParaRPr lang="en-DE"/>
        </a:p>
      </dgm:t>
    </dgm:pt>
    <dgm:pt modelId="{1BBC040E-5D49-4375-ACC6-9F1B1805A53A}" type="sibTrans" cxnId="{52DE5AC3-CDF9-4377-AF4E-B4A73CFF417C}">
      <dgm:prSet/>
      <dgm:spPr/>
      <dgm:t>
        <a:bodyPr/>
        <a:lstStyle/>
        <a:p>
          <a:endParaRPr lang="en-DE"/>
        </a:p>
      </dgm:t>
    </dgm:pt>
    <dgm:pt modelId="{353E5BC2-4F51-4216-9064-BCAF11BF270F}">
      <dgm:prSet/>
      <dgm:spPr/>
      <dgm:t>
        <a:bodyPr/>
        <a:lstStyle/>
        <a:p>
          <a:endParaRPr lang="en-DE" dirty="0"/>
        </a:p>
      </dgm:t>
    </dgm:pt>
    <dgm:pt modelId="{479CB15C-73FE-46BE-BCC7-360777C41CC8}" type="parTrans" cxnId="{AF024B36-8B90-4F96-A732-489D1C5A5EAF}">
      <dgm:prSet/>
      <dgm:spPr/>
      <dgm:t>
        <a:bodyPr/>
        <a:lstStyle/>
        <a:p>
          <a:endParaRPr lang="en-DE"/>
        </a:p>
      </dgm:t>
    </dgm:pt>
    <dgm:pt modelId="{01FBCC8B-5F6B-496A-8495-CF5A4C9694A5}" type="sibTrans" cxnId="{AF024B36-8B90-4F96-A732-489D1C5A5EAF}">
      <dgm:prSet/>
      <dgm:spPr/>
      <dgm:t>
        <a:bodyPr/>
        <a:lstStyle/>
        <a:p>
          <a:endParaRPr lang="en-DE"/>
        </a:p>
      </dgm:t>
    </dgm:pt>
    <dgm:pt modelId="{37CB4C08-BFC2-4AB6-A51D-76F4659B9DAF}">
      <dgm:prSet/>
      <dgm:spPr/>
      <dgm:t>
        <a:bodyPr/>
        <a:lstStyle/>
        <a:p>
          <a:r>
            <a:rPr lang="en-US" dirty="0"/>
            <a:t>Go to Fiori App F2229- Manage Purchase Requisition Professional.</a:t>
          </a:r>
        </a:p>
      </dgm:t>
    </dgm:pt>
    <dgm:pt modelId="{88F81312-E0EB-4103-973E-736D5F2EC956}" type="parTrans" cxnId="{6276BFF1-4212-4586-9083-51A684DFDD06}">
      <dgm:prSet/>
      <dgm:spPr/>
      <dgm:t>
        <a:bodyPr/>
        <a:lstStyle/>
        <a:p>
          <a:endParaRPr lang="en-DE"/>
        </a:p>
      </dgm:t>
    </dgm:pt>
    <dgm:pt modelId="{DF5079A4-B6C5-4EC2-AF93-7D07D0FD38B9}" type="sibTrans" cxnId="{6276BFF1-4212-4586-9083-51A684DFDD06}">
      <dgm:prSet/>
      <dgm:spPr/>
      <dgm:t>
        <a:bodyPr/>
        <a:lstStyle/>
        <a:p>
          <a:endParaRPr lang="en-DE"/>
        </a:p>
      </dgm:t>
    </dgm:pt>
    <dgm:pt modelId="{2D7A479E-3692-4D87-A480-75F74E0FF6BD}">
      <dgm:prSet/>
      <dgm:spPr/>
      <dgm:t>
        <a:bodyPr/>
        <a:lstStyle/>
        <a:p>
          <a:r>
            <a:rPr lang="en-US" dirty="0"/>
            <a:t>Create PR by selecting item from external catalog </a:t>
          </a:r>
          <a:endParaRPr lang="en-DE" dirty="0"/>
        </a:p>
      </dgm:t>
    </dgm:pt>
    <dgm:pt modelId="{12ABF9F4-D54F-48E8-BAAF-4B85C94EC7C4}" type="parTrans" cxnId="{BDB61983-6E81-4471-A37E-E9C47B328B96}">
      <dgm:prSet/>
      <dgm:spPr/>
      <dgm:t>
        <a:bodyPr/>
        <a:lstStyle/>
        <a:p>
          <a:endParaRPr lang="en-DE"/>
        </a:p>
      </dgm:t>
    </dgm:pt>
    <dgm:pt modelId="{799A899A-E029-4BD1-A94B-48336BD4C795}" type="sibTrans" cxnId="{BDB61983-6E81-4471-A37E-E9C47B328B96}">
      <dgm:prSet/>
      <dgm:spPr/>
      <dgm:t>
        <a:bodyPr/>
        <a:lstStyle/>
        <a:p>
          <a:endParaRPr lang="en-DE"/>
        </a:p>
      </dgm:t>
    </dgm:pt>
    <dgm:pt modelId="{00AB4345-F276-4C4D-836F-216C34D41076}">
      <dgm:prSet/>
      <dgm:spPr/>
      <dgm:t>
        <a:bodyPr/>
        <a:lstStyle/>
        <a:p>
          <a:r>
            <a:rPr lang="en-US" dirty="0"/>
            <a:t>Choose the items from available catalog items.</a:t>
          </a:r>
          <a:endParaRPr lang="en-DE" dirty="0"/>
        </a:p>
      </dgm:t>
    </dgm:pt>
    <dgm:pt modelId="{7774451F-DF67-4FEA-9ECD-7426BB42CB97}" type="parTrans" cxnId="{44D75325-90E9-4440-AC72-1AE3196E65D6}">
      <dgm:prSet/>
      <dgm:spPr/>
      <dgm:t>
        <a:bodyPr/>
        <a:lstStyle/>
        <a:p>
          <a:endParaRPr lang="en-DE"/>
        </a:p>
      </dgm:t>
    </dgm:pt>
    <dgm:pt modelId="{05702842-2935-4E52-827C-0FE4C30DD635}" type="sibTrans" cxnId="{44D75325-90E9-4440-AC72-1AE3196E65D6}">
      <dgm:prSet/>
      <dgm:spPr/>
      <dgm:t>
        <a:bodyPr/>
        <a:lstStyle/>
        <a:p>
          <a:endParaRPr lang="en-DE"/>
        </a:p>
      </dgm:t>
    </dgm:pt>
    <dgm:pt modelId="{0D9C165A-E66B-495F-B09B-C8954BFFAE02}">
      <dgm:prSet/>
      <dgm:spPr/>
      <dgm:t>
        <a:bodyPr/>
        <a:lstStyle/>
        <a:p>
          <a:r>
            <a:rPr lang="en-US" dirty="0"/>
            <a:t>Catalog item details will be transferred to S4.</a:t>
          </a:r>
          <a:endParaRPr lang="en-DE" dirty="0"/>
        </a:p>
      </dgm:t>
    </dgm:pt>
    <dgm:pt modelId="{53B092CA-C6E4-4C79-92F8-BD05D6EAC14F}" type="parTrans" cxnId="{EB2A474B-84C7-475A-97C7-2C1DD11C20AE}">
      <dgm:prSet/>
      <dgm:spPr/>
      <dgm:t>
        <a:bodyPr/>
        <a:lstStyle/>
        <a:p>
          <a:endParaRPr lang="en-DE"/>
        </a:p>
      </dgm:t>
    </dgm:pt>
    <dgm:pt modelId="{B48AB0EC-4D53-4EE1-8D5D-2127857428B3}" type="sibTrans" cxnId="{EB2A474B-84C7-475A-97C7-2C1DD11C20AE}">
      <dgm:prSet/>
      <dgm:spPr/>
      <dgm:t>
        <a:bodyPr/>
        <a:lstStyle/>
        <a:p>
          <a:endParaRPr lang="en-DE"/>
        </a:p>
      </dgm:t>
    </dgm:pt>
    <dgm:pt modelId="{0883B2CD-4B63-4480-94AF-68DB883851E3}">
      <dgm:prSet/>
      <dgm:spPr/>
      <dgm:t>
        <a:bodyPr/>
        <a:lstStyle/>
        <a:p>
          <a:endParaRPr lang="en-DE" dirty="0"/>
        </a:p>
      </dgm:t>
    </dgm:pt>
    <dgm:pt modelId="{FD4845AA-561F-4FDA-BA73-7C404DE68457}" type="parTrans" cxnId="{8B9EB301-7B11-44D7-B8A5-E9D1EE3EFC08}">
      <dgm:prSet/>
      <dgm:spPr/>
      <dgm:t>
        <a:bodyPr/>
        <a:lstStyle/>
        <a:p>
          <a:endParaRPr lang="en-DE"/>
        </a:p>
      </dgm:t>
    </dgm:pt>
    <dgm:pt modelId="{263BCB8E-0EBE-417A-815F-262F4050033E}" type="sibTrans" cxnId="{8B9EB301-7B11-44D7-B8A5-E9D1EE3EFC08}">
      <dgm:prSet/>
      <dgm:spPr/>
      <dgm:t>
        <a:bodyPr/>
        <a:lstStyle/>
        <a:p>
          <a:endParaRPr lang="en-DE"/>
        </a:p>
      </dgm:t>
    </dgm:pt>
    <dgm:pt modelId="{C63C6AF7-1725-44AD-AED8-49ED4D74F77F}">
      <dgm:prSet/>
      <dgm:spPr/>
      <dgm:t>
        <a:bodyPr/>
        <a:lstStyle/>
        <a:p>
          <a:r>
            <a:rPr lang="en-US" dirty="0"/>
            <a:t>Finalize shopping basket</a:t>
          </a:r>
          <a:endParaRPr lang="en-DE" dirty="0"/>
        </a:p>
      </dgm:t>
    </dgm:pt>
    <dgm:pt modelId="{A83980AC-6B3E-4C54-B613-3C6E7C02B68C}" type="parTrans" cxnId="{91BB80C7-6BF1-4D33-9284-15D6E21314F3}">
      <dgm:prSet/>
      <dgm:spPr/>
      <dgm:t>
        <a:bodyPr/>
        <a:lstStyle/>
        <a:p>
          <a:endParaRPr lang="en-DE"/>
        </a:p>
      </dgm:t>
    </dgm:pt>
    <dgm:pt modelId="{26CF52B8-F005-4F21-9F80-75056BC2D560}" type="sibTrans" cxnId="{91BB80C7-6BF1-4D33-9284-15D6E21314F3}">
      <dgm:prSet/>
      <dgm:spPr/>
      <dgm:t>
        <a:bodyPr/>
        <a:lstStyle/>
        <a:p>
          <a:endParaRPr lang="en-DE"/>
        </a:p>
      </dgm:t>
    </dgm:pt>
    <dgm:pt modelId="{BCAB10BB-F6AE-4CB5-BBA3-E2C8DA54EE4B}">
      <dgm:prSet/>
      <dgm:spPr/>
      <dgm:t>
        <a:bodyPr/>
        <a:lstStyle/>
        <a:p>
          <a:r>
            <a:rPr lang="en-US" dirty="0"/>
            <a:t>Adding multiple lines are possible.</a:t>
          </a:r>
          <a:endParaRPr lang="en-DE" dirty="0"/>
        </a:p>
      </dgm:t>
    </dgm:pt>
    <dgm:pt modelId="{AA3555E8-FBEF-43FD-958D-0E3772BD5C2C}" type="parTrans" cxnId="{FD57F392-5E48-4553-9AC5-71B37D1746D9}">
      <dgm:prSet/>
      <dgm:spPr/>
      <dgm:t>
        <a:bodyPr/>
        <a:lstStyle/>
        <a:p>
          <a:endParaRPr lang="en-DE"/>
        </a:p>
      </dgm:t>
    </dgm:pt>
    <dgm:pt modelId="{B6E854C4-3F32-4ECB-9E57-2B28FBAD40EC}" type="sibTrans" cxnId="{FD57F392-5E48-4553-9AC5-71B37D1746D9}">
      <dgm:prSet/>
      <dgm:spPr/>
      <dgm:t>
        <a:bodyPr/>
        <a:lstStyle/>
        <a:p>
          <a:endParaRPr lang="en-DE"/>
        </a:p>
      </dgm:t>
    </dgm:pt>
    <dgm:pt modelId="{A4523A92-B0FB-401A-B33E-86F24BC69BC4}">
      <dgm:prSet/>
      <dgm:spPr/>
      <dgm:t>
        <a:bodyPr/>
        <a:lstStyle/>
        <a:p>
          <a:r>
            <a:rPr lang="en-US" dirty="0"/>
            <a:t>Complete the PR.</a:t>
          </a:r>
          <a:endParaRPr lang="en-DE" dirty="0"/>
        </a:p>
      </dgm:t>
    </dgm:pt>
    <dgm:pt modelId="{9EB0EDF4-22CD-48C1-906E-2B2C49DA54E2}" type="parTrans" cxnId="{4813192E-61AD-42D8-9DDC-2B743B6C4ACD}">
      <dgm:prSet/>
      <dgm:spPr/>
      <dgm:t>
        <a:bodyPr/>
        <a:lstStyle/>
        <a:p>
          <a:endParaRPr lang="en-DE"/>
        </a:p>
      </dgm:t>
    </dgm:pt>
    <dgm:pt modelId="{29406995-1011-439A-B49B-7D2600E8268C}" type="sibTrans" cxnId="{4813192E-61AD-42D8-9DDC-2B743B6C4ACD}">
      <dgm:prSet/>
      <dgm:spPr/>
      <dgm:t>
        <a:bodyPr/>
        <a:lstStyle/>
        <a:p>
          <a:endParaRPr lang="en-DE"/>
        </a:p>
      </dgm:t>
    </dgm:pt>
    <dgm:pt modelId="{01246A9A-F3BB-45F5-BB9B-FCDAC304C3CF}" type="pres">
      <dgm:prSet presAssocID="{E9AFE4E4-0DC8-4453-93A6-320D52C64AFC}" presName="Name0" presStyleCnt="0">
        <dgm:presLayoutVars>
          <dgm:dir/>
          <dgm:animLvl val="lvl"/>
          <dgm:resizeHandles val="exact"/>
        </dgm:presLayoutVars>
      </dgm:prSet>
      <dgm:spPr/>
    </dgm:pt>
    <dgm:pt modelId="{E3BB33EE-C73A-4AC0-8082-C8AC9A936419}" type="pres">
      <dgm:prSet presAssocID="{E9AFE4E4-0DC8-4453-93A6-320D52C64AFC}" presName="tSp" presStyleCnt="0"/>
      <dgm:spPr/>
    </dgm:pt>
    <dgm:pt modelId="{8BEBC23B-DB11-4878-BA01-420D4B16467C}" type="pres">
      <dgm:prSet presAssocID="{E9AFE4E4-0DC8-4453-93A6-320D52C64AFC}" presName="bSp" presStyleCnt="0"/>
      <dgm:spPr/>
    </dgm:pt>
    <dgm:pt modelId="{4FD4ACBF-919A-4350-AD76-450FEB03FE0B}" type="pres">
      <dgm:prSet presAssocID="{E9AFE4E4-0DC8-4453-93A6-320D52C64AFC}" presName="process" presStyleCnt="0"/>
      <dgm:spPr/>
    </dgm:pt>
    <dgm:pt modelId="{8C3AAA93-1136-4A73-8360-A73DAA6FCD47}" type="pres">
      <dgm:prSet presAssocID="{EE726656-020A-491F-A94B-2BEFD2E4B781}" presName="composite1" presStyleCnt="0"/>
      <dgm:spPr/>
    </dgm:pt>
    <dgm:pt modelId="{F18416F9-352F-4805-A592-E6046DF64EB3}" type="pres">
      <dgm:prSet presAssocID="{EE726656-020A-491F-A94B-2BEFD2E4B781}" presName="dummyNode1" presStyleLbl="node1" presStyleIdx="0" presStyleCnt="3"/>
      <dgm:spPr/>
    </dgm:pt>
    <dgm:pt modelId="{4725DE17-EB6F-4265-BE3D-8FD06B927A58}" type="pres">
      <dgm:prSet presAssocID="{EE726656-020A-491F-A94B-2BEFD2E4B781}" presName="childNode1" presStyleLbl="bgAcc1" presStyleIdx="0" presStyleCnt="3">
        <dgm:presLayoutVars>
          <dgm:bulletEnabled val="1"/>
        </dgm:presLayoutVars>
      </dgm:prSet>
      <dgm:spPr/>
    </dgm:pt>
    <dgm:pt modelId="{452C1E88-9F63-4079-BC45-F35050CF9476}" type="pres">
      <dgm:prSet presAssocID="{EE726656-020A-491F-A94B-2BEFD2E4B781}" presName="childNode1tx" presStyleLbl="bgAcc1" presStyleIdx="0" presStyleCnt="3">
        <dgm:presLayoutVars>
          <dgm:bulletEnabled val="1"/>
        </dgm:presLayoutVars>
      </dgm:prSet>
      <dgm:spPr/>
    </dgm:pt>
    <dgm:pt modelId="{5248044D-A6FD-4916-B0EA-A2B521A6EDE1}" type="pres">
      <dgm:prSet presAssocID="{EE726656-020A-491F-A94B-2BEFD2E4B781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47840653-83A1-4F72-A06D-25C09D275E04}" type="pres">
      <dgm:prSet presAssocID="{EE726656-020A-491F-A94B-2BEFD2E4B781}" presName="connSite1" presStyleCnt="0"/>
      <dgm:spPr/>
    </dgm:pt>
    <dgm:pt modelId="{D6ECC10B-4E89-4B06-9D08-4D5F1F9DACA1}" type="pres">
      <dgm:prSet presAssocID="{01648DCF-3F08-4D78-9741-75C7672F3FDF}" presName="Name9" presStyleLbl="sibTrans2D1" presStyleIdx="0" presStyleCnt="2"/>
      <dgm:spPr/>
    </dgm:pt>
    <dgm:pt modelId="{22F69F93-6D55-4F1E-98A6-FD6A02411307}" type="pres">
      <dgm:prSet presAssocID="{CA6FF9B7-EACC-4C17-9EDE-C2782C0F472E}" presName="composite2" presStyleCnt="0"/>
      <dgm:spPr/>
    </dgm:pt>
    <dgm:pt modelId="{1477C215-D239-40E5-8EA5-CEDFAB4BCB2E}" type="pres">
      <dgm:prSet presAssocID="{CA6FF9B7-EACC-4C17-9EDE-C2782C0F472E}" presName="dummyNode2" presStyleLbl="node1" presStyleIdx="0" presStyleCnt="3"/>
      <dgm:spPr/>
    </dgm:pt>
    <dgm:pt modelId="{C91A45A4-3393-4AC7-896D-63A3ECA81A94}" type="pres">
      <dgm:prSet presAssocID="{CA6FF9B7-EACC-4C17-9EDE-C2782C0F472E}" presName="childNode2" presStyleLbl="bgAcc1" presStyleIdx="1" presStyleCnt="3">
        <dgm:presLayoutVars>
          <dgm:bulletEnabled val="1"/>
        </dgm:presLayoutVars>
      </dgm:prSet>
      <dgm:spPr/>
    </dgm:pt>
    <dgm:pt modelId="{B5A71D59-059D-4E6D-B091-3409D03482AC}" type="pres">
      <dgm:prSet presAssocID="{CA6FF9B7-EACC-4C17-9EDE-C2782C0F472E}" presName="childNode2tx" presStyleLbl="bgAcc1" presStyleIdx="1" presStyleCnt="3">
        <dgm:presLayoutVars>
          <dgm:bulletEnabled val="1"/>
        </dgm:presLayoutVars>
      </dgm:prSet>
      <dgm:spPr/>
    </dgm:pt>
    <dgm:pt modelId="{A1C697BC-B712-43A4-9526-A90DDE4C0297}" type="pres">
      <dgm:prSet presAssocID="{CA6FF9B7-EACC-4C17-9EDE-C2782C0F472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1CECDA24-7C78-4C36-8388-CEC66C2DC09B}" type="pres">
      <dgm:prSet presAssocID="{CA6FF9B7-EACC-4C17-9EDE-C2782C0F472E}" presName="connSite2" presStyleCnt="0"/>
      <dgm:spPr/>
    </dgm:pt>
    <dgm:pt modelId="{D78B734D-4AEE-4AAF-BF97-C77B50A916BC}" type="pres">
      <dgm:prSet presAssocID="{B1688827-4CC2-4731-AB4E-4A43D5C354D6}" presName="Name18" presStyleLbl="sibTrans2D1" presStyleIdx="1" presStyleCnt="2"/>
      <dgm:spPr/>
    </dgm:pt>
    <dgm:pt modelId="{F6254E5D-0E74-4491-A5F9-79E3366C131C}" type="pres">
      <dgm:prSet presAssocID="{9E8AA718-6577-408D-816D-49E9CEC4BBCC}" presName="composite1" presStyleCnt="0"/>
      <dgm:spPr/>
    </dgm:pt>
    <dgm:pt modelId="{10A360D5-0D84-494F-95D2-005F4953A585}" type="pres">
      <dgm:prSet presAssocID="{9E8AA718-6577-408D-816D-49E9CEC4BBCC}" presName="dummyNode1" presStyleLbl="node1" presStyleIdx="1" presStyleCnt="3"/>
      <dgm:spPr/>
    </dgm:pt>
    <dgm:pt modelId="{D294E1E6-C72A-45D2-8059-3D68338E3B9D}" type="pres">
      <dgm:prSet presAssocID="{9E8AA718-6577-408D-816D-49E9CEC4BBCC}" presName="childNode1" presStyleLbl="bgAcc1" presStyleIdx="2" presStyleCnt="3">
        <dgm:presLayoutVars>
          <dgm:bulletEnabled val="1"/>
        </dgm:presLayoutVars>
      </dgm:prSet>
      <dgm:spPr/>
    </dgm:pt>
    <dgm:pt modelId="{A401759A-499C-49EC-8C57-F0158B83205A}" type="pres">
      <dgm:prSet presAssocID="{9E8AA718-6577-408D-816D-49E9CEC4BBCC}" presName="childNode1tx" presStyleLbl="bgAcc1" presStyleIdx="2" presStyleCnt="3">
        <dgm:presLayoutVars>
          <dgm:bulletEnabled val="1"/>
        </dgm:presLayoutVars>
      </dgm:prSet>
      <dgm:spPr/>
    </dgm:pt>
    <dgm:pt modelId="{693B6CF7-278C-4572-ACD1-AE136496294D}" type="pres">
      <dgm:prSet presAssocID="{9E8AA718-6577-408D-816D-49E9CEC4BBCC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BCE74A5-FBE6-4754-AD60-78DD09C5D7B4}" type="pres">
      <dgm:prSet presAssocID="{9E8AA718-6577-408D-816D-49E9CEC4BBCC}" presName="connSite1" presStyleCnt="0"/>
      <dgm:spPr/>
    </dgm:pt>
  </dgm:ptLst>
  <dgm:cxnLst>
    <dgm:cxn modelId="{8B9EB301-7B11-44D7-B8A5-E9D1EE3EFC08}" srcId="{CA6FF9B7-EACC-4C17-9EDE-C2782C0F472E}" destId="{0883B2CD-4B63-4480-94AF-68DB883851E3}" srcOrd="2" destOrd="0" parTransId="{FD4845AA-561F-4FDA-BA73-7C404DE68457}" sibTransId="{263BCB8E-0EBE-417A-815F-262F4050033E}"/>
    <dgm:cxn modelId="{165D4B02-B30E-4DE2-AA25-B89BC5CA351A}" type="presOf" srcId="{2D7A479E-3692-4D87-A480-75F74E0FF6BD}" destId="{452C1E88-9F63-4079-BC45-F35050CF9476}" srcOrd="1" destOrd="2" presId="urn:microsoft.com/office/officeart/2005/8/layout/hProcess4"/>
    <dgm:cxn modelId="{13C2FD03-9A12-425C-8603-288A4DE547F2}" srcId="{E9AFE4E4-0DC8-4453-93A6-320D52C64AFC}" destId="{CA6FF9B7-EACC-4C17-9EDE-C2782C0F472E}" srcOrd="1" destOrd="0" parTransId="{56854DA1-3D3C-4AB9-8A3B-2E4FF17E4A1E}" sibTransId="{B1688827-4CC2-4731-AB4E-4A43D5C354D6}"/>
    <dgm:cxn modelId="{88C63B0A-3A66-4823-AB1D-09715E03ED4E}" type="presOf" srcId="{2D7A479E-3692-4D87-A480-75F74E0FF6BD}" destId="{4725DE17-EB6F-4265-BE3D-8FD06B927A58}" srcOrd="0" destOrd="2" presId="urn:microsoft.com/office/officeart/2005/8/layout/hProcess4"/>
    <dgm:cxn modelId="{7E888410-50AE-4D5B-9672-B62C17688718}" srcId="{E9AFE4E4-0DC8-4453-93A6-320D52C64AFC}" destId="{EE726656-020A-491F-A94B-2BEFD2E4B781}" srcOrd="0" destOrd="0" parTransId="{1AE6C665-7779-4C4D-AA84-B90433F1EFFA}" sibTransId="{01648DCF-3F08-4D78-9741-75C7672F3FDF}"/>
    <dgm:cxn modelId="{D63C261A-A954-4FF0-A0D1-41A0B1057D6F}" type="presOf" srcId="{C63C6AF7-1725-44AD-AED8-49ED4D74F77F}" destId="{C91A45A4-3393-4AC7-896D-63A3ECA81A94}" srcOrd="0" destOrd="1" presId="urn:microsoft.com/office/officeart/2005/8/layout/hProcess4"/>
    <dgm:cxn modelId="{B6B8481D-3ECD-41A8-A4C7-083F72FB28FC}" type="presOf" srcId="{9E8AA718-6577-408D-816D-49E9CEC4BBCC}" destId="{693B6CF7-278C-4572-ACD1-AE136496294D}" srcOrd="0" destOrd="0" presId="urn:microsoft.com/office/officeart/2005/8/layout/hProcess4"/>
    <dgm:cxn modelId="{44D75325-90E9-4440-AC72-1AE3196E65D6}" srcId="{CA6FF9B7-EACC-4C17-9EDE-C2782C0F472E}" destId="{00AB4345-F276-4C4D-836F-216C34D41076}" srcOrd="0" destOrd="0" parTransId="{7774451F-DF67-4FEA-9ECD-7426BB42CB97}" sibTransId="{05702842-2935-4E52-827C-0FE4C30DD635}"/>
    <dgm:cxn modelId="{B168B32A-04C9-4E47-A273-4ECF2B2F1C25}" type="presOf" srcId="{00AB4345-F276-4C4D-836F-216C34D41076}" destId="{C91A45A4-3393-4AC7-896D-63A3ECA81A94}" srcOrd="0" destOrd="0" presId="urn:microsoft.com/office/officeart/2005/8/layout/hProcess4"/>
    <dgm:cxn modelId="{4813192E-61AD-42D8-9DDC-2B743B6C4ACD}" srcId="{9E8AA718-6577-408D-816D-49E9CEC4BBCC}" destId="{A4523A92-B0FB-401A-B33E-86F24BC69BC4}" srcOrd="2" destOrd="0" parTransId="{9EB0EDF4-22CD-48C1-906E-2B2C49DA54E2}" sibTransId="{29406995-1011-439A-B49B-7D2600E8268C}"/>
    <dgm:cxn modelId="{AF024B36-8B90-4F96-A732-489D1C5A5EAF}" srcId="{EE726656-020A-491F-A94B-2BEFD2E4B781}" destId="{353E5BC2-4F51-4216-9064-BCAF11BF270F}" srcOrd="0" destOrd="0" parTransId="{479CB15C-73FE-46BE-BCC7-360777C41CC8}" sibTransId="{01FBCC8B-5F6B-496A-8495-CF5A4C9694A5}"/>
    <dgm:cxn modelId="{8373E53C-5A20-4124-8A74-7738F5199B78}" type="presOf" srcId="{BCAB10BB-F6AE-4CB5-BBA3-E2C8DA54EE4B}" destId="{D294E1E6-C72A-45D2-8059-3D68338E3B9D}" srcOrd="0" destOrd="1" presId="urn:microsoft.com/office/officeart/2005/8/layout/hProcess4"/>
    <dgm:cxn modelId="{DE088A3D-F1BF-4CA7-893B-A384556ABE18}" type="presOf" srcId="{E9AFE4E4-0DC8-4453-93A6-320D52C64AFC}" destId="{01246A9A-F3BB-45F5-BB9B-FCDAC304C3CF}" srcOrd="0" destOrd="0" presId="urn:microsoft.com/office/officeart/2005/8/layout/hProcess4"/>
    <dgm:cxn modelId="{ACCF323F-93F1-4C02-BDE8-720825E81D29}" type="presOf" srcId="{B1688827-4CC2-4731-AB4E-4A43D5C354D6}" destId="{D78B734D-4AEE-4AAF-BF97-C77B50A916BC}" srcOrd="0" destOrd="0" presId="urn:microsoft.com/office/officeart/2005/8/layout/hProcess4"/>
    <dgm:cxn modelId="{4CE57B63-7F97-40C2-80E9-D9C77DE971EF}" type="presOf" srcId="{C63C6AF7-1725-44AD-AED8-49ED4D74F77F}" destId="{B5A71D59-059D-4E6D-B091-3409D03482AC}" srcOrd="1" destOrd="1" presId="urn:microsoft.com/office/officeart/2005/8/layout/hProcess4"/>
    <dgm:cxn modelId="{EB2A474B-84C7-475A-97C7-2C1DD11C20AE}" srcId="{9E8AA718-6577-408D-816D-49E9CEC4BBCC}" destId="{0D9C165A-E66B-495F-B09B-C8954BFFAE02}" srcOrd="0" destOrd="0" parTransId="{53B092CA-C6E4-4C79-92F8-BD05D6EAC14F}" sibTransId="{B48AB0EC-4D53-4EE1-8D5D-2127857428B3}"/>
    <dgm:cxn modelId="{B6A27150-9D72-4F7F-BEFF-518FF87B655C}" type="presOf" srcId="{01648DCF-3F08-4D78-9741-75C7672F3FDF}" destId="{D6ECC10B-4E89-4B06-9D08-4D5F1F9DACA1}" srcOrd="0" destOrd="0" presId="urn:microsoft.com/office/officeart/2005/8/layout/hProcess4"/>
    <dgm:cxn modelId="{8AAC377A-8A32-4A7C-921F-7903387445BA}" type="presOf" srcId="{37CB4C08-BFC2-4AB6-A51D-76F4659B9DAF}" destId="{452C1E88-9F63-4079-BC45-F35050CF9476}" srcOrd="1" destOrd="1" presId="urn:microsoft.com/office/officeart/2005/8/layout/hProcess4"/>
    <dgm:cxn modelId="{DF9C327E-5069-4BCC-9DBB-6687D9A533B3}" type="presOf" srcId="{CA6FF9B7-EACC-4C17-9EDE-C2782C0F472E}" destId="{A1C697BC-B712-43A4-9526-A90DDE4C0297}" srcOrd="0" destOrd="0" presId="urn:microsoft.com/office/officeart/2005/8/layout/hProcess4"/>
    <dgm:cxn modelId="{BDB61983-6E81-4471-A37E-E9C47B328B96}" srcId="{EE726656-020A-491F-A94B-2BEFD2E4B781}" destId="{2D7A479E-3692-4D87-A480-75F74E0FF6BD}" srcOrd="2" destOrd="0" parTransId="{12ABF9F4-D54F-48E8-BAAF-4B85C94EC7C4}" sibTransId="{799A899A-E029-4BD1-A94B-48336BD4C795}"/>
    <dgm:cxn modelId="{DD59088A-3BB8-4706-8B86-FDEFD29D3947}" type="presOf" srcId="{BCAB10BB-F6AE-4CB5-BBA3-E2C8DA54EE4B}" destId="{A401759A-499C-49EC-8C57-F0158B83205A}" srcOrd="1" destOrd="1" presId="urn:microsoft.com/office/officeart/2005/8/layout/hProcess4"/>
    <dgm:cxn modelId="{99A65C92-AA76-4877-8C86-72ABA5521650}" type="presOf" srcId="{0883B2CD-4B63-4480-94AF-68DB883851E3}" destId="{C91A45A4-3393-4AC7-896D-63A3ECA81A94}" srcOrd="0" destOrd="2" presId="urn:microsoft.com/office/officeart/2005/8/layout/hProcess4"/>
    <dgm:cxn modelId="{FD57F392-5E48-4553-9AC5-71B37D1746D9}" srcId="{9E8AA718-6577-408D-816D-49E9CEC4BBCC}" destId="{BCAB10BB-F6AE-4CB5-BBA3-E2C8DA54EE4B}" srcOrd="1" destOrd="0" parTransId="{AA3555E8-FBEF-43FD-958D-0E3772BD5C2C}" sibTransId="{B6E854C4-3F32-4ECB-9E57-2B28FBAD40EC}"/>
    <dgm:cxn modelId="{21A7209F-1CB3-4FF9-B109-C6113F94C017}" type="presOf" srcId="{00AB4345-F276-4C4D-836F-216C34D41076}" destId="{B5A71D59-059D-4E6D-B091-3409D03482AC}" srcOrd="1" destOrd="0" presId="urn:microsoft.com/office/officeart/2005/8/layout/hProcess4"/>
    <dgm:cxn modelId="{670351A5-F8A3-4DE0-91CB-D281276CDE94}" type="presOf" srcId="{EE726656-020A-491F-A94B-2BEFD2E4B781}" destId="{5248044D-A6FD-4916-B0EA-A2B521A6EDE1}" srcOrd="0" destOrd="0" presId="urn:microsoft.com/office/officeart/2005/8/layout/hProcess4"/>
    <dgm:cxn modelId="{86B5FDB7-418E-4B83-9B2E-E196805710DE}" type="presOf" srcId="{353E5BC2-4F51-4216-9064-BCAF11BF270F}" destId="{4725DE17-EB6F-4265-BE3D-8FD06B927A58}" srcOrd="0" destOrd="0" presId="urn:microsoft.com/office/officeart/2005/8/layout/hProcess4"/>
    <dgm:cxn modelId="{F0ADC6C0-9FD6-4764-9086-2DD745DE7F7F}" type="presOf" srcId="{0D9C165A-E66B-495F-B09B-C8954BFFAE02}" destId="{A401759A-499C-49EC-8C57-F0158B83205A}" srcOrd="1" destOrd="0" presId="urn:microsoft.com/office/officeart/2005/8/layout/hProcess4"/>
    <dgm:cxn modelId="{52DE5AC3-CDF9-4377-AF4E-B4A73CFF417C}" srcId="{E9AFE4E4-0DC8-4453-93A6-320D52C64AFC}" destId="{9E8AA718-6577-408D-816D-49E9CEC4BBCC}" srcOrd="2" destOrd="0" parTransId="{FE25DAB0-9A13-4B47-9604-1C5E887A34DC}" sibTransId="{1BBC040E-5D49-4375-ACC6-9F1B1805A53A}"/>
    <dgm:cxn modelId="{91BB80C7-6BF1-4D33-9284-15D6E21314F3}" srcId="{CA6FF9B7-EACC-4C17-9EDE-C2782C0F472E}" destId="{C63C6AF7-1725-44AD-AED8-49ED4D74F77F}" srcOrd="1" destOrd="0" parTransId="{A83980AC-6B3E-4C54-B613-3C6E7C02B68C}" sibTransId="{26CF52B8-F005-4F21-9F80-75056BC2D560}"/>
    <dgm:cxn modelId="{379B95E0-9844-482F-8870-66601C30F5F5}" type="presOf" srcId="{A4523A92-B0FB-401A-B33E-86F24BC69BC4}" destId="{A401759A-499C-49EC-8C57-F0158B83205A}" srcOrd="1" destOrd="2" presId="urn:microsoft.com/office/officeart/2005/8/layout/hProcess4"/>
    <dgm:cxn modelId="{7FE6DAE2-17E5-4F0B-8A31-BEC3AA2FE462}" type="presOf" srcId="{353E5BC2-4F51-4216-9064-BCAF11BF270F}" destId="{452C1E88-9F63-4079-BC45-F35050CF9476}" srcOrd="1" destOrd="0" presId="urn:microsoft.com/office/officeart/2005/8/layout/hProcess4"/>
    <dgm:cxn modelId="{BEEEDEEF-844D-4B80-9DB1-5E3DB8A4C2ED}" type="presOf" srcId="{0883B2CD-4B63-4480-94AF-68DB883851E3}" destId="{B5A71D59-059D-4E6D-B091-3409D03482AC}" srcOrd="1" destOrd="2" presId="urn:microsoft.com/office/officeart/2005/8/layout/hProcess4"/>
    <dgm:cxn modelId="{D3BBE9F0-E289-42C4-BFB1-4225B99AB117}" type="presOf" srcId="{37CB4C08-BFC2-4AB6-A51D-76F4659B9DAF}" destId="{4725DE17-EB6F-4265-BE3D-8FD06B927A58}" srcOrd="0" destOrd="1" presId="urn:microsoft.com/office/officeart/2005/8/layout/hProcess4"/>
    <dgm:cxn modelId="{6276BFF1-4212-4586-9083-51A684DFDD06}" srcId="{EE726656-020A-491F-A94B-2BEFD2E4B781}" destId="{37CB4C08-BFC2-4AB6-A51D-76F4659B9DAF}" srcOrd="1" destOrd="0" parTransId="{88F81312-E0EB-4103-973E-736D5F2EC956}" sibTransId="{DF5079A4-B6C5-4EC2-AF93-7D07D0FD38B9}"/>
    <dgm:cxn modelId="{A137EFF7-9D06-48B2-A746-D23736112B05}" type="presOf" srcId="{0D9C165A-E66B-495F-B09B-C8954BFFAE02}" destId="{D294E1E6-C72A-45D2-8059-3D68338E3B9D}" srcOrd="0" destOrd="0" presId="urn:microsoft.com/office/officeart/2005/8/layout/hProcess4"/>
    <dgm:cxn modelId="{FFD100F9-65D9-476B-98EC-E708B8ACC4D1}" type="presOf" srcId="{A4523A92-B0FB-401A-B33E-86F24BC69BC4}" destId="{D294E1E6-C72A-45D2-8059-3D68338E3B9D}" srcOrd="0" destOrd="2" presId="urn:microsoft.com/office/officeart/2005/8/layout/hProcess4"/>
    <dgm:cxn modelId="{76DCAF04-0A11-4ECE-BA91-C8DA36C53361}" type="presParOf" srcId="{01246A9A-F3BB-45F5-BB9B-FCDAC304C3CF}" destId="{E3BB33EE-C73A-4AC0-8082-C8AC9A936419}" srcOrd="0" destOrd="0" presId="urn:microsoft.com/office/officeart/2005/8/layout/hProcess4"/>
    <dgm:cxn modelId="{EBF77A20-EC20-478D-A67A-4718F3E91F8E}" type="presParOf" srcId="{01246A9A-F3BB-45F5-BB9B-FCDAC304C3CF}" destId="{8BEBC23B-DB11-4878-BA01-420D4B16467C}" srcOrd="1" destOrd="0" presId="urn:microsoft.com/office/officeart/2005/8/layout/hProcess4"/>
    <dgm:cxn modelId="{6913AD18-272A-4D21-84F9-5F8A2DE440C6}" type="presParOf" srcId="{01246A9A-F3BB-45F5-BB9B-FCDAC304C3CF}" destId="{4FD4ACBF-919A-4350-AD76-450FEB03FE0B}" srcOrd="2" destOrd="0" presId="urn:microsoft.com/office/officeart/2005/8/layout/hProcess4"/>
    <dgm:cxn modelId="{9D220659-39AD-4959-BC27-0A2B5BACBB85}" type="presParOf" srcId="{4FD4ACBF-919A-4350-AD76-450FEB03FE0B}" destId="{8C3AAA93-1136-4A73-8360-A73DAA6FCD47}" srcOrd="0" destOrd="0" presId="urn:microsoft.com/office/officeart/2005/8/layout/hProcess4"/>
    <dgm:cxn modelId="{D59C2CAD-F6BD-4AB6-AC63-EA7456465FEE}" type="presParOf" srcId="{8C3AAA93-1136-4A73-8360-A73DAA6FCD47}" destId="{F18416F9-352F-4805-A592-E6046DF64EB3}" srcOrd="0" destOrd="0" presId="urn:microsoft.com/office/officeart/2005/8/layout/hProcess4"/>
    <dgm:cxn modelId="{F57DCE9B-926D-40B8-9E43-53322EE0368F}" type="presParOf" srcId="{8C3AAA93-1136-4A73-8360-A73DAA6FCD47}" destId="{4725DE17-EB6F-4265-BE3D-8FD06B927A58}" srcOrd="1" destOrd="0" presId="urn:microsoft.com/office/officeart/2005/8/layout/hProcess4"/>
    <dgm:cxn modelId="{FD62513C-8E9D-4A4A-8C2D-4E3EB34E3FCF}" type="presParOf" srcId="{8C3AAA93-1136-4A73-8360-A73DAA6FCD47}" destId="{452C1E88-9F63-4079-BC45-F35050CF9476}" srcOrd="2" destOrd="0" presId="urn:microsoft.com/office/officeart/2005/8/layout/hProcess4"/>
    <dgm:cxn modelId="{EFD33B54-E66F-4A0B-A969-38BBA2A19A7C}" type="presParOf" srcId="{8C3AAA93-1136-4A73-8360-A73DAA6FCD47}" destId="{5248044D-A6FD-4916-B0EA-A2B521A6EDE1}" srcOrd="3" destOrd="0" presId="urn:microsoft.com/office/officeart/2005/8/layout/hProcess4"/>
    <dgm:cxn modelId="{EACC4C5E-746E-44C7-8732-CA9061EC3CB9}" type="presParOf" srcId="{8C3AAA93-1136-4A73-8360-A73DAA6FCD47}" destId="{47840653-83A1-4F72-A06D-25C09D275E04}" srcOrd="4" destOrd="0" presId="urn:microsoft.com/office/officeart/2005/8/layout/hProcess4"/>
    <dgm:cxn modelId="{4AA05E27-EEB4-44E2-8135-9CEEBEEAC8DC}" type="presParOf" srcId="{4FD4ACBF-919A-4350-AD76-450FEB03FE0B}" destId="{D6ECC10B-4E89-4B06-9D08-4D5F1F9DACA1}" srcOrd="1" destOrd="0" presId="urn:microsoft.com/office/officeart/2005/8/layout/hProcess4"/>
    <dgm:cxn modelId="{B169B837-4A7C-42FF-9084-A40C5474372C}" type="presParOf" srcId="{4FD4ACBF-919A-4350-AD76-450FEB03FE0B}" destId="{22F69F93-6D55-4F1E-98A6-FD6A02411307}" srcOrd="2" destOrd="0" presId="urn:microsoft.com/office/officeart/2005/8/layout/hProcess4"/>
    <dgm:cxn modelId="{E1B4C7E0-E120-4F86-A774-1ABFF3E92D49}" type="presParOf" srcId="{22F69F93-6D55-4F1E-98A6-FD6A02411307}" destId="{1477C215-D239-40E5-8EA5-CEDFAB4BCB2E}" srcOrd="0" destOrd="0" presId="urn:microsoft.com/office/officeart/2005/8/layout/hProcess4"/>
    <dgm:cxn modelId="{D35F4B8B-6570-4B6D-997B-BC4B02C726C3}" type="presParOf" srcId="{22F69F93-6D55-4F1E-98A6-FD6A02411307}" destId="{C91A45A4-3393-4AC7-896D-63A3ECA81A94}" srcOrd="1" destOrd="0" presId="urn:microsoft.com/office/officeart/2005/8/layout/hProcess4"/>
    <dgm:cxn modelId="{C31D5528-38A0-4958-93B4-98E4A93BF045}" type="presParOf" srcId="{22F69F93-6D55-4F1E-98A6-FD6A02411307}" destId="{B5A71D59-059D-4E6D-B091-3409D03482AC}" srcOrd="2" destOrd="0" presId="urn:microsoft.com/office/officeart/2005/8/layout/hProcess4"/>
    <dgm:cxn modelId="{BD8F0CE1-F4CC-49B6-B4BA-3252ED5D1650}" type="presParOf" srcId="{22F69F93-6D55-4F1E-98A6-FD6A02411307}" destId="{A1C697BC-B712-43A4-9526-A90DDE4C0297}" srcOrd="3" destOrd="0" presId="urn:microsoft.com/office/officeart/2005/8/layout/hProcess4"/>
    <dgm:cxn modelId="{BCE155FC-832C-4F73-8B79-EE3BA21BF1EF}" type="presParOf" srcId="{22F69F93-6D55-4F1E-98A6-FD6A02411307}" destId="{1CECDA24-7C78-4C36-8388-CEC66C2DC09B}" srcOrd="4" destOrd="0" presId="urn:microsoft.com/office/officeart/2005/8/layout/hProcess4"/>
    <dgm:cxn modelId="{32ED738F-556F-4982-9F4F-14EA8ECB3FD1}" type="presParOf" srcId="{4FD4ACBF-919A-4350-AD76-450FEB03FE0B}" destId="{D78B734D-4AEE-4AAF-BF97-C77B50A916BC}" srcOrd="3" destOrd="0" presId="urn:microsoft.com/office/officeart/2005/8/layout/hProcess4"/>
    <dgm:cxn modelId="{B618DC41-CFC9-46D8-BC5F-3B0352D234B6}" type="presParOf" srcId="{4FD4ACBF-919A-4350-AD76-450FEB03FE0B}" destId="{F6254E5D-0E74-4491-A5F9-79E3366C131C}" srcOrd="4" destOrd="0" presId="urn:microsoft.com/office/officeart/2005/8/layout/hProcess4"/>
    <dgm:cxn modelId="{3FC1AAC1-5691-4EE8-B728-6E16D506B81C}" type="presParOf" srcId="{F6254E5D-0E74-4491-A5F9-79E3366C131C}" destId="{10A360D5-0D84-494F-95D2-005F4953A585}" srcOrd="0" destOrd="0" presId="urn:microsoft.com/office/officeart/2005/8/layout/hProcess4"/>
    <dgm:cxn modelId="{F3DE241C-DB32-4163-8EEA-5995BEC81D02}" type="presParOf" srcId="{F6254E5D-0E74-4491-A5F9-79E3366C131C}" destId="{D294E1E6-C72A-45D2-8059-3D68338E3B9D}" srcOrd="1" destOrd="0" presId="urn:microsoft.com/office/officeart/2005/8/layout/hProcess4"/>
    <dgm:cxn modelId="{178CB024-6183-45AB-8BF2-C8FF379D48F9}" type="presParOf" srcId="{F6254E5D-0E74-4491-A5F9-79E3366C131C}" destId="{A401759A-499C-49EC-8C57-F0158B83205A}" srcOrd="2" destOrd="0" presId="urn:microsoft.com/office/officeart/2005/8/layout/hProcess4"/>
    <dgm:cxn modelId="{E8AC319B-3F6D-4E4F-A188-E45565F9DCCB}" type="presParOf" srcId="{F6254E5D-0E74-4491-A5F9-79E3366C131C}" destId="{693B6CF7-278C-4572-ACD1-AE136496294D}" srcOrd="3" destOrd="0" presId="urn:microsoft.com/office/officeart/2005/8/layout/hProcess4"/>
    <dgm:cxn modelId="{ACEFD2EF-6896-4A27-9738-32EE6627E273}" type="presParOf" srcId="{F6254E5D-0E74-4491-A5F9-79E3366C131C}" destId="{5BCE74A5-FBE6-4754-AD60-78DD09C5D7B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2F0D9-A8F9-4E12-BF4D-F977FDEA992D}">
      <dsp:nvSpPr>
        <dsp:cNvPr id="0" name=""/>
        <dsp:cNvSpPr/>
      </dsp:nvSpPr>
      <dsp:spPr>
        <a:xfrm>
          <a:off x="1148" y="944773"/>
          <a:ext cx="2359839" cy="94393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myMall</a:t>
          </a:r>
          <a:endParaRPr lang="en-DE" sz="3400" kern="1200" dirty="0"/>
        </a:p>
      </dsp:txBody>
      <dsp:txXfrm>
        <a:off x="473116" y="944773"/>
        <a:ext cx="1415904" cy="943935"/>
      </dsp:txXfrm>
    </dsp:sp>
    <dsp:sp modelId="{04757A55-C598-4001-A59B-73D4DFE0C01C}">
      <dsp:nvSpPr>
        <dsp:cNvPr id="0" name=""/>
        <dsp:cNvSpPr/>
      </dsp:nvSpPr>
      <dsp:spPr>
        <a:xfrm>
          <a:off x="2054209" y="1025008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Requirement (SC)</a:t>
          </a:r>
          <a:endParaRPr lang="en-DE" sz="1400" kern="1200" dirty="0"/>
        </a:p>
      </dsp:txBody>
      <dsp:txXfrm>
        <a:off x="2445942" y="1025008"/>
        <a:ext cx="1175201" cy="783466"/>
      </dsp:txXfrm>
    </dsp:sp>
    <dsp:sp modelId="{B743E59F-37A4-49A9-A573-997C65C92A5B}">
      <dsp:nvSpPr>
        <dsp:cNvPr id="0" name=""/>
        <dsp:cNvSpPr/>
      </dsp:nvSpPr>
      <dsp:spPr>
        <a:xfrm>
          <a:off x="8496" y="2006880"/>
          <a:ext cx="2359839" cy="943935"/>
        </a:xfrm>
        <a:prstGeom prst="chevron">
          <a:avLst/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none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sz="3400" u="none" kern="1200" dirty="0">
            <a:solidFill>
              <a:schemeClr val="tx1"/>
            </a:solidFill>
          </a:endParaRPr>
        </a:p>
      </dsp:txBody>
      <dsp:txXfrm>
        <a:off x="480464" y="2006880"/>
        <a:ext cx="1415904" cy="943935"/>
      </dsp:txXfrm>
    </dsp:sp>
    <dsp:sp modelId="{84F07CFB-1489-4575-974A-DD997AFA57EC}">
      <dsp:nvSpPr>
        <dsp:cNvPr id="0" name=""/>
        <dsp:cNvSpPr/>
      </dsp:nvSpPr>
      <dsp:spPr>
        <a:xfrm>
          <a:off x="2054209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112211"/>
            <a:satOff val="-2645"/>
            <a:lumOff val="-2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12211"/>
              <a:satOff val="-2645"/>
              <a:lumOff val="-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Automatic e-mail notification trigger</a:t>
          </a:r>
          <a:endParaRPr lang="en-DE" sz="1400" kern="1200" dirty="0"/>
        </a:p>
      </dsp:txBody>
      <dsp:txXfrm>
        <a:off x="2445942" y="2101095"/>
        <a:ext cx="1175201" cy="783466"/>
      </dsp:txXfrm>
    </dsp:sp>
    <dsp:sp modelId="{A0D7599F-0BC1-4FA2-86D6-DCBC4BAF27EC}">
      <dsp:nvSpPr>
        <dsp:cNvPr id="0" name=""/>
        <dsp:cNvSpPr/>
      </dsp:nvSpPr>
      <dsp:spPr>
        <a:xfrm>
          <a:off x="3738663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224422"/>
            <a:satOff val="-5291"/>
            <a:lumOff val="-48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24422"/>
              <a:satOff val="-5291"/>
              <a:lumOff val="-4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Complete Requirement (PR) </a:t>
          </a:r>
          <a:endParaRPr lang="en-DE" sz="1400" kern="1200" dirty="0"/>
        </a:p>
      </dsp:txBody>
      <dsp:txXfrm>
        <a:off x="4130396" y="2101095"/>
        <a:ext cx="1175201" cy="783466"/>
      </dsp:txXfrm>
    </dsp:sp>
    <dsp:sp modelId="{BF118FA9-F2CB-4560-9678-BEC0215F915A}">
      <dsp:nvSpPr>
        <dsp:cNvPr id="0" name=""/>
        <dsp:cNvSpPr/>
      </dsp:nvSpPr>
      <dsp:spPr>
        <a:xfrm>
          <a:off x="5423116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336633"/>
            <a:satOff val="-7936"/>
            <a:lumOff val="-73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36633"/>
              <a:satOff val="-7936"/>
              <a:lumOff val="-7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Approve the PR/PO</a:t>
          </a:r>
          <a:endParaRPr lang="en-DE" sz="1400" kern="1200" dirty="0"/>
        </a:p>
      </dsp:txBody>
      <dsp:txXfrm>
        <a:off x="5814849" y="2101095"/>
        <a:ext cx="1175201" cy="783466"/>
      </dsp:txXfrm>
    </dsp:sp>
    <dsp:sp modelId="{387FA288-2E32-43AF-AB0A-C5AF99F811E9}">
      <dsp:nvSpPr>
        <dsp:cNvPr id="0" name=""/>
        <dsp:cNvSpPr/>
      </dsp:nvSpPr>
      <dsp:spPr>
        <a:xfrm>
          <a:off x="1148" y="3096947"/>
          <a:ext cx="2359839" cy="943935"/>
        </a:xfrm>
        <a:prstGeom prst="chevron">
          <a:avLst/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S4 HANA</a:t>
          </a:r>
          <a:endParaRPr lang="en-DE" sz="3400" kern="1200" dirty="0">
            <a:solidFill>
              <a:schemeClr val="tx1"/>
            </a:solidFill>
          </a:endParaRPr>
        </a:p>
      </dsp:txBody>
      <dsp:txXfrm>
        <a:off x="473116" y="3096947"/>
        <a:ext cx="1415904" cy="943935"/>
      </dsp:txXfrm>
    </dsp:sp>
    <dsp:sp modelId="{4B9CE843-8655-4849-BB08-36C9E41CC3BF}">
      <dsp:nvSpPr>
        <dsp:cNvPr id="0" name=""/>
        <dsp:cNvSpPr/>
      </dsp:nvSpPr>
      <dsp:spPr>
        <a:xfrm>
          <a:off x="2054209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448845"/>
            <a:satOff val="-10581"/>
            <a:lumOff val="-97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48845"/>
              <a:satOff val="-10581"/>
              <a:lumOff val="-9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</a:t>
          </a:r>
          <a:r>
            <a:rPr lang="en-US" sz="1400" u="none" kern="1200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sz="1400" u="none" kern="1200" dirty="0">
            <a:solidFill>
              <a:schemeClr val="bg1"/>
            </a:solidFill>
          </a:endParaRPr>
        </a:p>
      </dsp:txBody>
      <dsp:txXfrm>
        <a:off x="2445942" y="3177182"/>
        <a:ext cx="1175201" cy="783466"/>
      </dsp:txXfrm>
    </dsp:sp>
    <dsp:sp modelId="{C53B604C-502C-4B29-934D-C46B97BC0DA8}">
      <dsp:nvSpPr>
        <dsp:cNvPr id="0" name=""/>
        <dsp:cNvSpPr/>
      </dsp:nvSpPr>
      <dsp:spPr>
        <a:xfrm>
          <a:off x="3738663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561056"/>
            <a:satOff val="-13227"/>
            <a:lumOff val="-12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61056"/>
              <a:satOff val="-13227"/>
              <a:lumOff val="-1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 PO</a:t>
          </a:r>
          <a:endParaRPr lang="en-DE" sz="1400" kern="1200" dirty="0"/>
        </a:p>
      </dsp:txBody>
      <dsp:txXfrm>
        <a:off x="4130396" y="3177182"/>
        <a:ext cx="1175201" cy="783466"/>
      </dsp:txXfrm>
    </dsp:sp>
    <dsp:sp modelId="{5F5857B5-B63F-41D0-8BB3-E52B081DDA3E}">
      <dsp:nvSpPr>
        <dsp:cNvPr id="0" name=""/>
        <dsp:cNvSpPr/>
      </dsp:nvSpPr>
      <dsp:spPr>
        <a:xfrm>
          <a:off x="5423116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673267"/>
            <a:satOff val="-15872"/>
            <a:lumOff val="-146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3267"/>
              <a:satOff val="-15872"/>
              <a:lumOff val="-1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Send PO to Supplier (Automatic)</a:t>
          </a:r>
          <a:endParaRPr lang="en-DE" sz="1400" kern="1200" dirty="0"/>
        </a:p>
      </dsp:txBody>
      <dsp:txXfrm>
        <a:off x="5814849" y="3177182"/>
        <a:ext cx="1175201" cy="783466"/>
      </dsp:txXfrm>
    </dsp:sp>
    <dsp:sp modelId="{6C91782B-61C1-476E-8A3B-032F89925329}">
      <dsp:nvSpPr>
        <dsp:cNvPr id="0" name=""/>
        <dsp:cNvSpPr/>
      </dsp:nvSpPr>
      <dsp:spPr>
        <a:xfrm>
          <a:off x="7107570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785478"/>
            <a:satOff val="-18518"/>
            <a:lumOff val="-170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785478"/>
              <a:satOff val="-18518"/>
              <a:lumOff val="-17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 Goods Receipt</a:t>
          </a:r>
          <a:endParaRPr lang="en-DE" sz="1400" kern="1200" dirty="0"/>
        </a:p>
      </dsp:txBody>
      <dsp:txXfrm>
        <a:off x="7499303" y="3177182"/>
        <a:ext cx="1175201" cy="783466"/>
      </dsp:txXfrm>
    </dsp:sp>
    <dsp:sp modelId="{266BFE30-3157-4BF9-A124-9E187B8C3258}">
      <dsp:nvSpPr>
        <dsp:cNvPr id="0" name=""/>
        <dsp:cNvSpPr/>
      </dsp:nvSpPr>
      <dsp:spPr>
        <a:xfrm>
          <a:off x="8792024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897689"/>
            <a:satOff val="-21163"/>
            <a:lumOff val="-194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97689"/>
              <a:satOff val="-21163"/>
              <a:lumOff val="-19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Reverse the GR</a:t>
          </a:r>
          <a:endParaRPr lang="en-DE" sz="1400" kern="1200" dirty="0"/>
        </a:p>
      </dsp:txBody>
      <dsp:txXfrm>
        <a:off x="9183757" y="3177182"/>
        <a:ext cx="1175201" cy="783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EDAE2-43DE-486B-A16D-9BED0CF7E786}">
      <dsp:nvSpPr>
        <dsp:cNvPr id="0" name=""/>
        <dsp:cNvSpPr/>
      </dsp:nvSpPr>
      <dsp:spPr>
        <a:xfrm>
          <a:off x="3014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myMall</a:t>
          </a:r>
          <a:r>
            <a:rPr lang="en-US" sz="1200" b="1" kern="1200" dirty="0"/>
            <a:t> to S4 Interface :  </a:t>
          </a:r>
          <a:r>
            <a:rPr lang="en-US" sz="1200" kern="1200" dirty="0" err="1"/>
            <a:t>myMall</a:t>
          </a:r>
          <a:r>
            <a:rPr lang="en-US" sz="1200" kern="1200" dirty="0"/>
            <a:t> to S4 inbound connection is not working-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1200" kern="1200" dirty="0"/>
        </a:p>
      </dsp:txBody>
      <dsp:txXfrm>
        <a:off x="3014" y="92549"/>
        <a:ext cx="2938908" cy="1175563"/>
      </dsp:txXfrm>
    </dsp:sp>
    <dsp:sp modelId="{0CFB3551-60C9-467D-BAD0-60849F6DB940}">
      <dsp:nvSpPr>
        <dsp:cNvPr id="0" name=""/>
        <dsp:cNvSpPr/>
      </dsp:nvSpPr>
      <dsp:spPr>
        <a:xfrm>
          <a:off x="3014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21.10:</a:t>
          </a:r>
          <a:r>
            <a:rPr lang="en-US" sz="900" b="0" i="0" kern="1200" dirty="0"/>
            <a:t> Issue is reported to the interface team.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22.10:</a:t>
          </a:r>
          <a:r>
            <a:rPr lang="en-US" sz="900" b="0" i="0" kern="1200" dirty="0"/>
            <a:t> </a:t>
          </a:r>
          <a:r>
            <a:rPr lang="en-US" sz="900" b="0" i="0" kern="1200" dirty="0" err="1"/>
            <a:t>RFC_Azure</a:t>
          </a:r>
          <a:r>
            <a:rPr lang="en-US" sz="900" b="0" i="0" kern="1200" dirty="0"/>
            <a:t> SNC is updated, but the issue is not resolved.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23.10: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24.10: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25.10:</a:t>
          </a:r>
          <a:r>
            <a:rPr lang="en-US" sz="900" b="0" i="0" kern="1200" dirty="0"/>
            <a:t> Defect 8500011844 in Solman was created and assigned to </a:t>
          </a:r>
          <a:r>
            <a:rPr lang="en-US" sz="900" b="0" i="0" kern="1200" dirty="0" err="1"/>
            <a:t>Hima</a:t>
          </a:r>
          <a:r>
            <a:rPr lang="en-US" sz="900" b="0" i="0" kern="1200" dirty="0"/>
            <a:t> (Infosys).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28.10:</a:t>
          </a:r>
          <a:r>
            <a:rPr lang="en-US" sz="900" b="0" i="0" kern="1200" dirty="0"/>
            <a:t> Ticket 6000120884 was created to assign the </a:t>
          </a:r>
          <a:r>
            <a:rPr lang="en-US" sz="900" b="0" i="0" kern="1200" dirty="0" err="1"/>
            <a:t>myMall</a:t>
          </a:r>
          <a:r>
            <a:rPr lang="en-US" sz="900" b="0" i="0" kern="1200" dirty="0"/>
            <a:t> to the RFC_AZURE user.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29.10:</a:t>
          </a:r>
          <a:r>
            <a:rPr lang="en-US" sz="900" b="0" i="0" kern="1200" dirty="0"/>
            <a:t> Even after assigning the role, the issue is not resolved, so basis (Norbert) will raise a high priority incident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30.10</a:t>
          </a:r>
          <a:r>
            <a:rPr lang="en-US" sz="900" b="0" i="0" kern="1200" dirty="0"/>
            <a:t> : 404 Error : need to  change SMICM Parameter change for server port 5 - done but issue is not resolved, Stan from interface side still checking it.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05.10 : </a:t>
          </a:r>
          <a:r>
            <a:rPr lang="en-US" sz="900" b="0" i="0" kern="1200" dirty="0"/>
            <a:t>Issue is resolved after changing the port 5 and activating the </a:t>
          </a:r>
          <a:r>
            <a:rPr lang="en-US" sz="900" kern="1200" dirty="0"/>
            <a:t>ICF node /</a:t>
          </a:r>
          <a:r>
            <a:rPr lang="en-US" sz="900" kern="1200" dirty="0" err="1"/>
            <a:t>default_host</a:t>
          </a:r>
          <a:r>
            <a:rPr lang="en-US" sz="900" kern="1200" dirty="0"/>
            <a:t>/sap/</a:t>
          </a:r>
          <a:r>
            <a:rPr lang="en-US" sz="900" kern="1200" dirty="0" err="1"/>
            <a:t>bc</a:t>
          </a:r>
          <a:r>
            <a:rPr lang="en-US" sz="900" kern="1200" dirty="0"/>
            <a:t>/soap/</a:t>
          </a:r>
          <a:r>
            <a:rPr lang="en-US" sz="900" kern="1200" dirty="0" err="1"/>
            <a:t>rfc</a:t>
          </a:r>
          <a:r>
            <a:rPr lang="en-US" sz="900" kern="1200" dirty="0"/>
            <a:t> in S4 line, old messages were cleared.</a:t>
          </a:r>
          <a:endParaRPr lang="en-US" sz="900" b="0" i="0" kern="1200" dirty="0"/>
        </a:p>
      </dsp:txBody>
      <dsp:txXfrm>
        <a:off x="3014" y="1268113"/>
        <a:ext cx="2938908" cy="3122437"/>
      </dsp:txXfrm>
    </dsp:sp>
    <dsp:sp modelId="{3EFFFA38-4471-4604-B49F-7467CF9B8759}">
      <dsp:nvSpPr>
        <dsp:cNvPr id="0" name=""/>
        <dsp:cNvSpPr/>
      </dsp:nvSpPr>
      <dsp:spPr>
        <a:xfrm>
          <a:off x="3353370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BTP Workflow not triggering</a:t>
          </a:r>
          <a:r>
            <a:rPr lang="en-US" sz="1200" kern="1200" dirty="0"/>
            <a:t>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2100" kern="1200" dirty="0"/>
        </a:p>
      </dsp:txBody>
      <dsp:txXfrm>
        <a:off x="3353370" y="92549"/>
        <a:ext cx="2938908" cy="1175563"/>
      </dsp:txXfrm>
    </dsp:sp>
    <dsp:sp modelId="{EE62505E-F54E-4DA9-8AD2-6F34C822AEC3}">
      <dsp:nvSpPr>
        <dsp:cNvPr id="0" name=""/>
        <dsp:cNvSpPr/>
      </dsp:nvSpPr>
      <dsp:spPr>
        <a:xfrm>
          <a:off x="3353370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21.10:</a:t>
          </a:r>
          <a:r>
            <a:rPr lang="en-US" sz="900" kern="1200" dirty="0"/>
            <a:t> BTP team is checking the issue.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22.10:</a:t>
          </a:r>
          <a:r>
            <a:rPr lang="en-US" sz="900" kern="1200" dirty="0"/>
            <a:t> Version mismatch (missing decision table) found.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23.10:</a:t>
          </a:r>
          <a:r>
            <a:rPr lang="en-US" sz="900" kern="1200" dirty="0"/>
            <a:t> Problem with deployment of an artifact on SAP Build Process Automation where the workflow deployment is stuck for an unknown reason. High priority ticket 1082584/2024 is raised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24.10:</a:t>
          </a:r>
          <a:r>
            <a:rPr lang="en-US" sz="900" kern="1200" dirty="0"/>
            <a:t> BTP Platform team is following up with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25.10:</a:t>
          </a:r>
          <a:r>
            <a:rPr lang="en-US" sz="900" kern="1200" dirty="0"/>
            <a:t> Issue got escalated and we are waiting for a fast resolution from SAP/BTP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28.10:</a:t>
          </a:r>
          <a:r>
            <a:rPr lang="en-US" sz="900" kern="1200" dirty="0"/>
            <a:t> BTP workflow, mail notification, and automatic PO creation worked during the smoke test. PO 4500103924 was created via OCI.</a:t>
          </a:r>
        </a:p>
      </dsp:txBody>
      <dsp:txXfrm>
        <a:off x="3353370" y="1268113"/>
        <a:ext cx="2938908" cy="3122437"/>
      </dsp:txXfrm>
    </dsp:sp>
    <dsp:sp modelId="{17DE1DFF-E253-40BC-88F8-8D8878203ECD}">
      <dsp:nvSpPr>
        <dsp:cNvPr id="0" name=""/>
        <dsp:cNvSpPr/>
      </dsp:nvSpPr>
      <dsp:spPr>
        <a:xfrm>
          <a:off x="6703726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S4 to </a:t>
          </a:r>
          <a:r>
            <a:rPr lang="en-US" sz="1100" b="1" kern="1200" dirty="0" err="1"/>
            <a:t>myMall</a:t>
          </a:r>
          <a:r>
            <a:rPr lang="en-US" sz="1100" b="1" kern="1200" dirty="0"/>
            <a:t> connection (OCI) Connection- </a:t>
          </a:r>
          <a:r>
            <a:rPr lang="en-US" sz="1100" b="0" kern="1200" dirty="0"/>
            <a:t>Connection is working fine but Supplier (IFA) field value mapping  IFA to BP is required </a:t>
          </a:r>
          <a:r>
            <a:rPr lang="en-US" sz="1100" b="0" kern="1200" dirty="0">
              <a:solidFill>
                <a:srgbClr val="FFFF00"/>
              </a:solidFill>
            </a:rPr>
            <a:t> (New requirement): Workaround is available.</a:t>
          </a:r>
          <a:endParaRPr lang="en-DE" sz="1100" kern="1200" dirty="0"/>
        </a:p>
      </dsp:txBody>
      <dsp:txXfrm>
        <a:off x="6703726" y="92549"/>
        <a:ext cx="2938908" cy="1175563"/>
      </dsp:txXfrm>
    </dsp:sp>
    <dsp:sp modelId="{B6D555D6-86E2-4EB5-830E-B441BFABD4F8}">
      <dsp:nvSpPr>
        <dsp:cNvPr id="0" name=""/>
        <dsp:cNvSpPr/>
      </dsp:nvSpPr>
      <dsp:spPr>
        <a:xfrm>
          <a:off x="6703726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21.10:</a:t>
          </a:r>
          <a:r>
            <a:rPr lang="en-US" sz="800" b="0" i="0" kern="1200" dirty="0"/>
            <a:t> Received a 404 Forbidden error while transferring items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S4. Reason: OData service update was not completed; it started working after some time.</a:t>
          </a:r>
          <a:endParaRPr lang="en-DE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22.10:</a:t>
          </a:r>
          <a:r>
            <a:rPr lang="en-US" sz="800" b="0" i="0" kern="1200" dirty="0"/>
            <a:t> OCI value mapping issue: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is sending the supplier IFA number to S4, and the requester has to change it to the BP number manually.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23.10:</a:t>
          </a:r>
          <a:r>
            <a:rPr lang="en-US" sz="800" b="0" i="0" kern="1200" dirty="0"/>
            <a:t> Supplier field mapping for OCI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 needs to be adjusted with BP.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24.10:</a:t>
          </a:r>
          <a:r>
            <a:rPr lang="en-US" sz="800" b="0" i="0" kern="1200" dirty="0"/>
            <a:t> Incident INC41584398 was raised to the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team to adjust the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25.10:</a:t>
          </a:r>
          <a:r>
            <a:rPr lang="en-US" sz="800" b="0" i="0" kern="1200" dirty="0"/>
            <a:t> As per WPS, it is not possible via standard field value mapping; they have suggested to use the custom field ZZW_VENDOR_IFA.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28.10:</a:t>
          </a:r>
          <a:r>
            <a:rPr lang="en-US" sz="800" b="0" i="0" kern="1200" dirty="0"/>
            <a:t> After maintaining the custom field ZZW_VENDOR_IFA in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, the issue was not resolved as this custom field doesn’t transfer to S4.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29.10:</a:t>
          </a:r>
          <a:r>
            <a:rPr lang="en-US" sz="800" b="0" i="0" kern="1200" dirty="0"/>
            <a:t> Checking with development for field mapping; most probably, an enhancement will be needed for OCI value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30.10</a:t>
          </a:r>
          <a:r>
            <a:rPr lang="en-US" sz="800" b="0" i="0" kern="1200" dirty="0"/>
            <a:t> : </a:t>
          </a:r>
          <a:r>
            <a:rPr lang="en-US" sz="800" kern="1200" dirty="0"/>
            <a:t>Need to enhance the logic in S4 side by implementing the BADI.</a:t>
          </a:r>
          <a:endParaRPr lang="en-US" sz="800" b="0" i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05.10 </a:t>
          </a:r>
          <a:r>
            <a:rPr lang="en-US" sz="800" b="0" i="0" kern="1200" dirty="0"/>
            <a:t>:Project-REQ: 6000121549/INC 6000121626  is created and assigned to development team but it can’t be handled under bugfix, so feature &amp; story is requested by Dev team.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06.10 : </a:t>
          </a:r>
          <a:r>
            <a:rPr lang="en-US" sz="800" b="0" i="0" kern="1200" dirty="0"/>
            <a:t>Story SX-91313 is created to development team under OCI feature  SX-91234 enhancement.</a:t>
          </a:r>
        </a:p>
      </dsp:txBody>
      <dsp:txXfrm>
        <a:off x="6703726" y="1268113"/>
        <a:ext cx="2938908" cy="3122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5DE17-EB6F-4265-BE3D-8FD06B927A58}">
      <dsp:nvSpPr>
        <dsp:cNvPr id="0" name=""/>
        <dsp:cNvSpPr/>
      </dsp:nvSpPr>
      <dsp:spPr>
        <a:xfrm>
          <a:off x="437207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Go to Fiori App F2229- Manage Purchase Requisition Professional.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Create PR by selecting item from external catalog </a:t>
          </a:r>
          <a:endParaRPr lang="en-DE" sz="1500" kern="1200" dirty="0"/>
        </a:p>
      </dsp:txBody>
      <dsp:txXfrm>
        <a:off x="486168" y="1156160"/>
        <a:ext cx="2481591" cy="1573731"/>
      </dsp:txXfrm>
    </dsp:sp>
    <dsp:sp modelId="{D6ECC10B-4E89-4B06-9D08-4D5F1F9DACA1}">
      <dsp:nvSpPr>
        <dsp:cNvPr id="0" name=""/>
        <dsp:cNvSpPr/>
      </dsp:nvSpPr>
      <dsp:spPr>
        <a:xfrm>
          <a:off x="1856889" y="1506395"/>
          <a:ext cx="3003567" cy="3003567"/>
        </a:xfrm>
        <a:prstGeom prst="leftCircularArrow">
          <a:avLst>
            <a:gd name="adj1" fmla="val 3679"/>
            <a:gd name="adj2" fmla="val 458504"/>
            <a:gd name="adj3" fmla="val 2234015"/>
            <a:gd name="adj4" fmla="val 9024489"/>
            <a:gd name="adj5" fmla="val 429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8044D-A6FD-4916-B0EA-A2B521A6EDE1}">
      <dsp:nvSpPr>
        <dsp:cNvPr id="0" name=""/>
        <dsp:cNvSpPr/>
      </dsp:nvSpPr>
      <dsp:spPr>
        <a:xfrm>
          <a:off x="1010433" y="277885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S4</a:t>
          </a:r>
          <a:endParaRPr lang="en-DE" sz="5000" kern="1200" dirty="0"/>
        </a:p>
      </dsp:txBody>
      <dsp:txXfrm>
        <a:off x="1037139" y="2805559"/>
        <a:ext cx="2239489" cy="858399"/>
      </dsp:txXfrm>
    </dsp:sp>
    <dsp:sp modelId="{C91A45A4-3393-4AC7-896D-63A3ECA81A94}">
      <dsp:nvSpPr>
        <dsp:cNvPr id="0" name=""/>
        <dsp:cNvSpPr/>
      </dsp:nvSpPr>
      <dsp:spPr>
        <a:xfrm>
          <a:off x="3829600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Choose the items from available catalog items.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Finalize shopping basket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500" kern="1200" dirty="0"/>
        </a:p>
      </dsp:txBody>
      <dsp:txXfrm>
        <a:off x="3878561" y="1612065"/>
        <a:ext cx="2481591" cy="1573731"/>
      </dsp:txXfrm>
    </dsp:sp>
    <dsp:sp modelId="{D78B734D-4AEE-4AAF-BF97-C77B50A916BC}">
      <dsp:nvSpPr>
        <dsp:cNvPr id="0" name=""/>
        <dsp:cNvSpPr/>
      </dsp:nvSpPr>
      <dsp:spPr>
        <a:xfrm>
          <a:off x="5227786" y="-251424"/>
          <a:ext cx="3333171" cy="3333171"/>
        </a:xfrm>
        <a:prstGeom prst="circularArrow">
          <a:avLst>
            <a:gd name="adj1" fmla="val 3316"/>
            <a:gd name="adj2" fmla="val 409594"/>
            <a:gd name="adj3" fmla="val 19414895"/>
            <a:gd name="adj4" fmla="val 12575511"/>
            <a:gd name="adj5" fmla="val 386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697BC-B712-43A4-9526-A90DDE4C0297}">
      <dsp:nvSpPr>
        <dsp:cNvPr id="0" name=""/>
        <dsp:cNvSpPr/>
      </dsp:nvSpPr>
      <dsp:spPr>
        <a:xfrm>
          <a:off x="4402826" y="65129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 err="1"/>
            <a:t>myMall</a:t>
          </a:r>
          <a:endParaRPr lang="en-DE" sz="5000" kern="1200" dirty="0"/>
        </a:p>
      </dsp:txBody>
      <dsp:txXfrm>
        <a:off x="4429532" y="677999"/>
        <a:ext cx="2239489" cy="858399"/>
      </dsp:txXfrm>
    </dsp:sp>
    <dsp:sp modelId="{D294E1E6-C72A-45D2-8059-3D68338E3B9D}">
      <dsp:nvSpPr>
        <dsp:cNvPr id="0" name=""/>
        <dsp:cNvSpPr/>
      </dsp:nvSpPr>
      <dsp:spPr>
        <a:xfrm>
          <a:off x="7221993" y="1107199"/>
          <a:ext cx="2579513" cy="2127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Catalog item details will be transferred to S4.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Adding multiple lines are possible.</a:t>
          </a:r>
          <a:endParaRPr lang="en-D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Complete the PR.</a:t>
          </a:r>
          <a:endParaRPr lang="en-DE" sz="1500" kern="1200" dirty="0"/>
        </a:p>
      </dsp:txBody>
      <dsp:txXfrm>
        <a:off x="7270954" y="1156160"/>
        <a:ext cx="2481591" cy="1573731"/>
      </dsp:txXfrm>
    </dsp:sp>
    <dsp:sp modelId="{693B6CF7-278C-4572-ACD1-AE136496294D}">
      <dsp:nvSpPr>
        <dsp:cNvPr id="0" name=""/>
        <dsp:cNvSpPr/>
      </dsp:nvSpPr>
      <dsp:spPr>
        <a:xfrm>
          <a:off x="7795218" y="2778853"/>
          <a:ext cx="2292901" cy="9118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S4</a:t>
          </a:r>
          <a:endParaRPr lang="en-DE" sz="5000" kern="1200" dirty="0"/>
        </a:p>
      </dsp:txBody>
      <dsp:txXfrm>
        <a:off x="7821924" y="2805559"/>
        <a:ext cx="2239489" cy="858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11/10/2024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62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Tx/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2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96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301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1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D643-FFD6-0F55-AAB3-8EDF6DF1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C8F760-60B7-B1D1-5338-4F544B9C8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A5295F-DBB0-0AC0-8CCD-432529A16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2110C4-2284-A92A-9B7E-798877FDE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27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663" imgH="664" progId="TCLayout.ActiveDocument.1">
                  <p:embed/>
                </p:oleObj>
              </mc:Choice>
              <mc:Fallback>
                <p:oleObj name="think-cell Slide" r:id="rId31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6" Type="http://schemas.openxmlformats.org/officeDocument/2006/relationships/image" Target="../media/image17.emf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8DAADCC-244F-3787-8285-68A15EC186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DAADCC-244F-3787-8285-68A15EC18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AE356D-A802-CBD8-E9C9-52770DA4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en-US" sz="2000" b="0" dirty="0">
                <a:solidFill>
                  <a:schemeClr val="tx1"/>
                </a:solidFill>
              </a:rPr>
              <a:t>Indirect X | </a:t>
            </a:r>
            <a:r>
              <a:rPr lang="en-US" b="0" dirty="0"/>
              <a:t>Objectives</a:t>
            </a:r>
            <a:endParaRPr lang="en-DE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755A0-4B63-5D3F-5144-EEB415072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B66B-9D4A-B1ED-2C44-048AB32CA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Basic ring" descr="Mindmap wheel">
            <a:extLst>
              <a:ext uri="{FF2B5EF4-FFF2-40B4-BE49-F238E27FC236}">
                <a16:creationId xmlns:a16="http://schemas.microsoft.com/office/drawing/2014/main" id="{04DCAA9A-255A-2A10-C0DD-5C0A114E5AFC}"/>
              </a:ext>
            </a:extLst>
          </p:cNvPr>
          <p:cNvSpPr/>
          <p:nvPr/>
        </p:nvSpPr>
        <p:spPr bwMode="gray">
          <a:xfrm>
            <a:off x="4154568" y="202606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468000" tIns="180000" rIns="468000" bIns="180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Aspiration: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Indirect X is a leaner, less complex and more user-friendly solution</a:t>
            </a:r>
          </a:p>
        </p:txBody>
      </p:sp>
      <p:sp>
        <p:nvSpPr>
          <p:cNvPr id="16" name="Content 1" descr="Sample content">
            <a:extLst>
              <a:ext uri="{FF2B5EF4-FFF2-40B4-BE49-F238E27FC236}">
                <a16:creationId xmlns:a16="http://schemas.microsoft.com/office/drawing/2014/main" id="{A4931828-81C4-5D4B-E226-6280B49178BA}"/>
              </a:ext>
            </a:extLst>
          </p:cNvPr>
          <p:cNvSpPr txBox="1"/>
          <p:nvPr/>
        </p:nvSpPr>
        <p:spPr bwMode="gray">
          <a:xfrm>
            <a:off x="410400" y="1701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 dirty="0">
                <a:solidFill>
                  <a:srgbClr val="00C1B6"/>
                </a:solidFill>
                <a:latin typeface="+mn-lt"/>
                <a:ea typeface="Arial Unicode MS"/>
              </a:rPr>
              <a:t>(Gen) AI capabilities </a:t>
            </a:r>
            <a:r>
              <a:rPr lang="en-US" dirty="0">
                <a:solidFill>
                  <a:schemeClr val="tx1"/>
                </a:solidFill>
                <a:latin typeface="+mn-lt"/>
                <a:ea typeface="Arial Unicode MS"/>
              </a:rPr>
              <a:t>Decision guidance for requesters and approvers </a:t>
            </a:r>
          </a:p>
        </p:txBody>
      </p:sp>
      <p:sp>
        <p:nvSpPr>
          <p:cNvPr id="17" name="Image area 1" descr="Sample image">
            <a:extLst>
              <a:ext uri="{FF2B5EF4-FFF2-40B4-BE49-F238E27FC236}">
                <a16:creationId xmlns:a16="http://schemas.microsoft.com/office/drawing/2014/main" id="{D4520BDC-1D8A-ABB2-C2B7-85B8427A8BCF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18" name="Line 1">
            <a:extLst>
              <a:ext uri="{FF2B5EF4-FFF2-40B4-BE49-F238E27FC236}">
                <a16:creationId xmlns:a16="http://schemas.microsoft.com/office/drawing/2014/main" id="{E5C2A928-BD46-47AA-4518-B49991A2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010023" y="224191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19" name="Content 2" descr="Sample content">
            <a:extLst>
              <a:ext uri="{FF2B5EF4-FFF2-40B4-BE49-F238E27FC236}">
                <a16:creationId xmlns:a16="http://schemas.microsoft.com/office/drawing/2014/main" id="{09EBC4A3-0118-4FED-CB7C-1B04BB67CAFC}"/>
              </a:ext>
            </a:extLst>
          </p:cNvPr>
          <p:cNvSpPr txBox="1"/>
          <p:nvPr/>
        </p:nvSpPr>
        <p:spPr bwMode="gray">
          <a:xfrm>
            <a:off x="342163" y="3397510"/>
            <a:ext cx="1868237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Integration</a:t>
            </a:r>
          </a:p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myMall &amp; Indirect X seamlessly integrated</a:t>
            </a:r>
          </a:p>
        </p:txBody>
      </p:sp>
      <p:sp>
        <p:nvSpPr>
          <p:cNvPr id="20" name="Image area 2" descr="Sample image">
            <a:extLst>
              <a:ext uri="{FF2B5EF4-FFF2-40B4-BE49-F238E27FC236}">
                <a16:creationId xmlns:a16="http://schemas.microsoft.com/office/drawing/2014/main" id="{AF4DA86E-4CA7-9ECC-6712-5B722B16323B}"/>
              </a:ext>
            </a:extLst>
          </p:cNvPr>
          <p:cNvSpPr>
            <a:spLocks noChangeAspect="1"/>
          </p:cNvSpPr>
          <p:nvPr/>
        </p:nvSpPr>
        <p:spPr bwMode="gray">
          <a:xfrm>
            <a:off x="2210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21" name="Line 2">
            <a:extLst>
              <a:ext uri="{FF2B5EF4-FFF2-40B4-BE49-F238E27FC236}">
                <a16:creationId xmlns:a16="http://schemas.microsoft.com/office/drawing/2014/main" id="{98605B6D-54D4-7D59-AA11-38E6DD95D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382027" y="3910830"/>
            <a:ext cx="91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2" name="Content 3" descr="Sample content">
            <a:extLst>
              <a:ext uri="{FF2B5EF4-FFF2-40B4-BE49-F238E27FC236}">
                <a16:creationId xmlns:a16="http://schemas.microsoft.com/office/drawing/2014/main" id="{B2389653-33D6-557E-3486-2B8B1286E126}"/>
              </a:ext>
            </a:extLst>
          </p:cNvPr>
          <p:cNvSpPr txBox="1"/>
          <p:nvPr/>
        </p:nvSpPr>
        <p:spPr bwMode="gray">
          <a:xfrm>
            <a:off x="410400" y="5193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Usability</a:t>
            </a:r>
          </a:p>
          <a:p>
            <a:pPr algn="r" fontAlgn="t">
              <a:spcAft>
                <a:spcPts val="200"/>
              </a:spcAft>
              <a:buClr>
                <a:srgbClr val="ADBECB"/>
              </a:buClr>
              <a:buSzPct val="90000"/>
              <a:defRPr/>
            </a:pPr>
            <a:r>
              <a:rPr lang="en-US" sz="1800" kern="0">
                <a:ea typeface="ＭＳ Ｐゴシック"/>
              </a:rPr>
              <a:t>Modern UI </a:t>
            </a:r>
            <a:r>
              <a:rPr lang="en-US">
                <a:ea typeface="Arial Unicode MS"/>
              </a:rPr>
              <a:t>consistent</a:t>
            </a:r>
            <a:r>
              <a:rPr lang="en-US" sz="1800" kern="0">
                <a:ea typeface="ＭＳ Ｐゴシック"/>
              </a:rPr>
              <a:t> from </a:t>
            </a: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Procure2Receipt</a:t>
            </a:r>
            <a:r>
              <a:rPr lang="en-US" sz="1800" kern="0">
                <a:ea typeface="ＭＳ Ｐゴシック"/>
              </a:rPr>
              <a:t> for improved UX</a:t>
            </a:r>
          </a:p>
        </p:txBody>
      </p:sp>
      <p:sp>
        <p:nvSpPr>
          <p:cNvPr id="23" name="Image area 3" descr="Sample image">
            <a:extLst>
              <a:ext uri="{FF2B5EF4-FFF2-40B4-BE49-F238E27FC236}">
                <a16:creationId xmlns:a16="http://schemas.microsoft.com/office/drawing/2014/main" id="{B22CCBFA-849C-9786-221F-008B77827FD4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0DB5F69E-FC2C-9257-8853-BB467B12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010023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5" name="Content 4" descr="Sample content">
            <a:extLst>
              <a:ext uri="{FF2B5EF4-FFF2-40B4-BE49-F238E27FC236}">
                <a16:creationId xmlns:a16="http://schemas.microsoft.com/office/drawing/2014/main" id="{AE68556B-15DC-FAF0-B5AF-91E7EE7ED0DC}"/>
              </a:ext>
            </a:extLst>
          </p:cNvPr>
          <p:cNvSpPr txBox="1">
            <a:spLocks/>
          </p:cNvSpPr>
          <p:nvPr/>
        </p:nvSpPr>
        <p:spPr bwMode="gray">
          <a:xfrm>
            <a:off x="9339581" y="1701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Automation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High E2E automation of Procure2Receipt process</a:t>
            </a:r>
          </a:p>
        </p:txBody>
      </p:sp>
      <p:sp>
        <p:nvSpPr>
          <p:cNvPr id="26" name="Image area 4" descr="Sample image">
            <a:extLst>
              <a:ext uri="{FF2B5EF4-FFF2-40B4-BE49-F238E27FC236}">
                <a16:creationId xmlns:a16="http://schemas.microsoft.com/office/drawing/2014/main" id="{AAF8C282-2A38-5386-0935-E26529637565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ABFB763-9395-7A31-E185-7DAD02C1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7371979" y="224191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8" name="Content 5" descr="Sample content">
            <a:extLst>
              <a:ext uri="{FF2B5EF4-FFF2-40B4-BE49-F238E27FC236}">
                <a16:creationId xmlns:a16="http://schemas.microsoft.com/office/drawing/2014/main" id="{09CC997B-B0B6-B1B6-417A-11D48CBF5B8D}"/>
              </a:ext>
            </a:extLst>
          </p:cNvPr>
          <p:cNvSpPr txBox="1"/>
          <p:nvPr/>
        </p:nvSpPr>
        <p:spPr bwMode="gray">
          <a:xfrm>
            <a:off x="9987581" y="3397510"/>
            <a:ext cx="1800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SHERPA X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Indirect X is embedded in SX ecosystem</a:t>
            </a:r>
          </a:p>
        </p:txBody>
      </p:sp>
      <p:sp>
        <p:nvSpPr>
          <p:cNvPr id="29" name="Image area 5" descr="Sample image">
            <a:extLst>
              <a:ext uri="{FF2B5EF4-FFF2-40B4-BE49-F238E27FC236}">
                <a16:creationId xmlns:a16="http://schemas.microsoft.com/office/drawing/2014/main" id="{257C8FA3-0EAB-839A-105C-66ED3E5F9F1F}"/>
              </a:ext>
            </a:extLst>
          </p:cNvPr>
          <p:cNvSpPr>
            <a:spLocks noChangeAspect="1"/>
          </p:cNvSpPr>
          <p:nvPr/>
        </p:nvSpPr>
        <p:spPr bwMode="gray">
          <a:xfrm>
            <a:off x="8942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30" name="Line 5">
            <a:extLst>
              <a:ext uri="{FF2B5EF4-FFF2-40B4-BE49-F238E27FC236}">
                <a16:creationId xmlns:a16="http://schemas.microsoft.com/office/drawing/2014/main" id="{A0EB9CA3-58D9-92B4-E9A9-488197C48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7898400" y="3910831"/>
            <a:ext cx="91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31" name="Content 6" descr="Sample content">
            <a:extLst>
              <a:ext uri="{FF2B5EF4-FFF2-40B4-BE49-F238E27FC236}">
                <a16:creationId xmlns:a16="http://schemas.microsoft.com/office/drawing/2014/main" id="{EF9D7C38-EE8B-E56D-08A2-CB910ABF1C8F}"/>
              </a:ext>
            </a:extLst>
          </p:cNvPr>
          <p:cNvSpPr txBox="1"/>
          <p:nvPr/>
        </p:nvSpPr>
        <p:spPr bwMode="gray">
          <a:xfrm>
            <a:off x="9339581" y="5193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Reduced </a:t>
            </a:r>
            <a:r>
              <a:rPr lang="en-US" b="1">
                <a:solidFill>
                  <a:srgbClr val="00C1B6"/>
                </a:solidFill>
                <a:ea typeface="Arial Unicode MS"/>
              </a:rPr>
              <a:t>C</a:t>
            </a: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omplexity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Aligned complexity reduction compared to today’s processes</a:t>
            </a:r>
          </a:p>
        </p:txBody>
      </p:sp>
      <p:sp>
        <p:nvSpPr>
          <p:cNvPr id="32" name="Image area 6" descr="Sample image">
            <a:extLst>
              <a:ext uri="{FF2B5EF4-FFF2-40B4-BE49-F238E27FC236}">
                <a16:creationId xmlns:a16="http://schemas.microsoft.com/office/drawing/2014/main" id="{0575ACF4-745E-44FD-22C5-F28562A18D51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A7899CC-1258-E0F1-BED1-8B1213CF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7353979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0932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6">
            <a:extLst>
              <a:ext uri="{FF2B5EF4-FFF2-40B4-BE49-F238E27FC236}">
                <a16:creationId xmlns:a16="http://schemas.microsoft.com/office/drawing/2014/main" id="{248AB438-91D5-1220-790F-D74C3BAC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24" y="478800"/>
            <a:ext cx="9183673" cy="576000"/>
          </a:xfrm>
        </p:spPr>
        <p:txBody>
          <a:bodyPr vert="horz"/>
          <a:lstStyle/>
          <a:p>
            <a:r>
              <a:rPr lang="de-DE">
                <a:solidFill>
                  <a:srgbClr val="FFFFFF"/>
                </a:solidFill>
              </a:rPr>
              <a:t>Procure-2-Receipt (P2R) | </a:t>
            </a:r>
            <a:r>
              <a:rPr lang="de-DE"/>
              <a:t>Indirect</a:t>
            </a:r>
            <a:br>
              <a:rPr lang="de-DE">
                <a:solidFill>
                  <a:srgbClr val="FFFFFF"/>
                </a:solidFill>
              </a:rPr>
            </a:br>
            <a:r>
              <a:rPr lang="de-DE" b="0">
                <a:solidFill>
                  <a:srgbClr val="FFFFFF"/>
                </a:solidFill>
              </a:rPr>
              <a:t>Situation and </a:t>
            </a:r>
            <a:r>
              <a:rPr lang="de-DE" b="0" err="1">
                <a:solidFill>
                  <a:srgbClr val="FFFFFF"/>
                </a:solidFill>
              </a:rPr>
              <a:t>implications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for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companies</a:t>
            </a:r>
            <a:r>
              <a:rPr lang="de-DE" b="0">
                <a:solidFill>
                  <a:srgbClr val="FFFFFF"/>
                </a:solidFill>
              </a:rPr>
              <a:t> / </a:t>
            </a:r>
            <a:r>
              <a:rPr lang="de-DE" b="0" err="1">
                <a:solidFill>
                  <a:srgbClr val="FFFFFF"/>
                </a:solidFill>
              </a:rPr>
              <a:t>increments</a:t>
            </a:r>
            <a:endParaRPr lang="de-DE" b="0">
              <a:solidFill>
                <a:srgbClr val="FFFFFF"/>
              </a:solidFill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39D8F-556B-17D8-FDD5-95B85507B872}"/>
              </a:ext>
            </a:extLst>
          </p:cNvPr>
          <p:cNvSpPr txBox="1"/>
          <p:nvPr/>
        </p:nvSpPr>
        <p:spPr>
          <a:xfrm>
            <a:off x="741215" y="1942891"/>
            <a:ext cx="8315699" cy="3837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15888" tIns="71963" rIns="71963" bIns="71963" rtlCol="0">
            <a:spAutoFit/>
          </a:bodyPr>
          <a:lstStyle/>
          <a:p>
            <a:pPr algn="l"/>
            <a:endParaRPr lang="de-DE" sz="100" b="1" dirty="0"/>
          </a:p>
          <a:p>
            <a:pPr algn="l"/>
            <a:r>
              <a:rPr lang="de-DE" sz="1799" b="1" dirty="0"/>
              <a:t>Company / Accounting Unit (AUN)	Sherpa-X Business Type (BT)</a:t>
            </a:r>
            <a:r>
              <a:rPr lang="de-DE" sz="1999" b="1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SRE Germany ARE 426q / AUN 3003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199" dirty="0"/>
              <a:t>	</a:t>
            </a:r>
          </a:p>
          <a:p>
            <a:pPr>
              <a:spcBef>
                <a:spcPts val="600"/>
              </a:spcBef>
            </a:pPr>
            <a:r>
              <a:rPr lang="de-DE" sz="1599" dirty="0" err="1"/>
              <a:t>Denmark</a:t>
            </a:r>
            <a:r>
              <a:rPr lang="de-DE" sz="1599" dirty="0"/>
              <a:t> Mobility ARE 526w / AUN 3012	BT | Project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Romania Factory </a:t>
            </a:r>
            <a:r>
              <a:rPr lang="de-DE" sz="1599" dirty="0" err="1"/>
              <a:t>Buzias</a:t>
            </a:r>
            <a:r>
              <a:rPr lang="de-DE" sz="1599" dirty="0"/>
              <a:t> ARE 539d / AUN 3014	BT | </a:t>
            </a:r>
            <a:r>
              <a:rPr lang="de-DE" sz="1599" dirty="0" err="1"/>
              <a:t>Product</a:t>
            </a:r>
            <a:endParaRPr lang="de-DE" sz="1599" dirty="0"/>
          </a:p>
          <a:p>
            <a:pPr>
              <a:spcBef>
                <a:spcPts val="600"/>
              </a:spcBef>
            </a:pP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Next47 ARE „UK“		 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r>
              <a:rPr lang="de-DE" sz="1599" dirty="0"/>
              <a:t>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3AAFED5-B9E0-4EA4-62D7-9EB4BEC8496D}"/>
              </a:ext>
            </a:extLst>
          </p:cNvPr>
          <p:cNvCxnSpPr>
            <a:cxnSpLocks/>
          </p:cNvCxnSpPr>
          <p:nvPr/>
        </p:nvCxnSpPr>
        <p:spPr>
          <a:xfrm>
            <a:off x="837234" y="2555660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9">
            <a:extLst>
              <a:ext uri="{FF2B5EF4-FFF2-40B4-BE49-F238E27FC236}">
                <a16:creationId xmlns:a16="http://schemas.microsoft.com/office/drawing/2014/main" id="{4CA16FC9-4854-6BDD-C8A6-425688607C6B}"/>
              </a:ext>
            </a:extLst>
          </p:cNvPr>
          <p:cNvCxnSpPr>
            <a:cxnSpLocks/>
          </p:cNvCxnSpPr>
          <p:nvPr/>
        </p:nvCxnSpPr>
        <p:spPr>
          <a:xfrm>
            <a:off x="837234" y="3709548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8A1B06-6375-B671-D922-F6F96222B902}"/>
              </a:ext>
            </a:extLst>
          </p:cNvPr>
          <p:cNvSpPr txBox="1"/>
          <p:nvPr/>
        </p:nvSpPr>
        <p:spPr>
          <a:xfrm>
            <a:off x="9389417" y="2884864"/>
            <a:ext cx="26909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err="1"/>
              <a:t>OneSRM</a:t>
            </a:r>
            <a:r>
              <a:rPr lang="en-US" dirty="0"/>
              <a:t> enabled: </a:t>
            </a:r>
            <a:br>
              <a:rPr lang="en-US" dirty="0"/>
            </a:br>
            <a:r>
              <a:rPr lang="en-US" dirty="0"/>
              <a:t>“Use current Standard”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1E015-4F59-B00B-26A9-79C341FD201D}"/>
              </a:ext>
            </a:extLst>
          </p:cNvPr>
          <p:cNvSpPr txBox="1"/>
          <p:nvPr/>
        </p:nvSpPr>
        <p:spPr>
          <a:xfrm>
            <a:off x="9387835" y="3888446"/>
            <a:ext cx="257774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u="sng"/>
              <a:t>Not</a:t>
            </a:r>
            <a:r>
              <a:rPr lang="en-US"/>
              <a:t> </a:t>
            </a:r>
            <a:r>
              <a:rPr lang="en-US" err="1"/>
              <a:t>OneSRM</a:t>
            </a:r>
            <a:r>
              <a:rPr lang="en-US"/>
              <a:t> enabled: “Start incremental North Star journey”</a:t>
            </a:r>
          </a:p>
        </p:txBody>
      </p:sp>
      <p:pic>
        <p:nvPicPr>
          <p:cNvPr id="29" name="Graphic 6" descr="Table outline">
            <a:extLst>
              <a:ext uri="{FF2B5EF4-FFF2-40B4-BE49-F238E27FC236}">
                <a16:creationId xmlns:a16="http://schemas.microsoft.com/office/drawing/2014/main" id="{AAA737F9-6F6E-938D-B23A-A8A7C90AE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3FE051-CBC9-1BCC-D47D-03C7565B3CE8}"/>
              </a:ext>
            </a:extLst>
          </p:cNvPr>
          <p:cNvSpPr/>
          <p:nvPr/>
        </p:nvSpPr>
        <p:spPr>
          <a:xfrm>
            <a:off x="741214" y="3741676"/>
            <a:ext cx="11224363" cy="1130903"/>
          </a:xfrm>
          <a:prstGeom prst="rect">
            <a:avLst/>
          </a:prstGeom>
          <a:noFill/>
          <a:ln w="133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E3AB2-C9A5-E08A-B381-70D7091485C7}"/>
              </a:ext>
            </a:extLst>
          </p:cNvPr>
          <p:cNvSpPr txBox="1"/>
          <p:nvPr/>
        </p:nvSpPr>
        <p:spPr>
          <a:xfrm>
            <a:off x="5958351" y="4123384"/>
            <a:ext cx="33952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Focus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52DCAD93-02FB-82F3-8411-2657DCD784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900"/>
              <a:t>Restricted | © Siemens 2023 | SHERPA X Governance Foundation | Release 1320 P2R Indirect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46CA7-4846-910C-B720-111F049B0C27}"/>
              </a:ext>
            </a:extLst>
          </p:cNvPr>
          <p:cNvCxnSpPr/>
          <p:nvPr/>
        </p:nvCxnSpPr>
        <p:spPr>
          <a:xfrm flipV="1">
            <a:off x="741214" y="4872579"/>
            <a:ext cx="8272157" cy="896850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37AB4D-C712-5AB9-0780-894AB3BCFAD4}"/>
              </a:ext>
            </a:extLst>
          </p:cNvPr>
          <p:cNvCxnSpPr>
            <a:cxnSpLocks/>
          </p:cNvCxnSpPr>
          <p:nvPr/>
        </p:nvCxnSpPr>
        <p:spPr>
          <a:xfrm flipV="1">
            <a:off x="735162" y="3178750"/>
            <a:ext cx="8374005" cy="520225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13F014-EB33-085B-1A93-6458A9153731}"/>
              </a:ext>
            </a:extLst>
          </p:cNvPr>
          <p:cNvSpPr/>
          <p:nvPr/>
        </p:nvSpPr>
        <p:spPr>
          <a:xfrm>
            <a:off x="8386347" y="2899954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5" name="Arrow: Right 24">
            <a:extLst>
              <a:ext uri="{FF2B5EF4-FFF2-40B4-BE49-F238E27FC236}">
                <a16:creationId xmlns:a16="http://schemas.microsoft.com/office/drawing/2014/main" id="{FDC8E9D1-62B3-4CEC-CFEE-1693351E03F5}"/>
              </a:ext>
            </a:extLst>
          </p:cNvPr>
          <p:cNvSpPr/>
          <p:nvPr/>
        </p:nvSpPr>
        <p:spPr>
          <a:xfrm>
            <a:off x="8400598" y="4102107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Objekt 80" hidden="1">
            <a:extLst>
              <a:ext uri="{FF2B5EF4-FFF2-40B4-BE49-F238E27FC236}">
                <a16:creationId xmlns:a16="http://schemas.microsoft.com/office/drawing/2014/main" id="{1D2AEAE8-2002-4CBB-BE07-8FF8598407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663" imgH="664" progId="TCLayout.ActiveDocument.1">
                  <p:embed/>
                </p:oleObj>
              </mc:Choice>
              <mc:Fallback>
                <p:oleObj name="think-cell Folie" r:id="rId5" imgW="663" imgH="664" progId="TCLayout.ActiveDocument.1">
                  <p:embed/>
                  <p:pic>
                    <p:nvPicPr>
                      <p:cNvPr id="81" name="Objekt 80" hidden="1">
                        <a:extLst>
                          <a:ext uri="{FF2B5EF4-FFF2-40B4-BE49-F238E27FC236}">
                            <a16:creationId xmlns:a16="http://schemas.microsoft.com/office/drawing/2014/main" id="{1D2AEAE8-2002-4CBB-BE07-8FF859840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Tabelle 2">
            <a:extLst>
              <a:ext uri="{FF2B5EF4-FFF2-40B4-BE49-F238E27FC236}">
                <a16:creationId xmlns:a16="http://schemas.microsoft.com/office/drawing/2014/main" id="{C8AF444F-B8E0-42E3-B73B-95CF1D7246D7}"/>
              </a:ext>
            </a:extLst>
          </p:cNvPr>
          <p:cNvGraphicFramePr>
            <a:graphicFrameLocks noGrp="1"/>
          </p:cNvGraphicFramePr>
          <p:nvPr/>
        </p:nvGraphicFramePr>
        <p:xfrm>
          <a:off x="439967" y="2926031"/>
          <a:ext cx="10879761" cy="195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0197644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1319711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00949553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4343642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5174764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4348019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83672306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41625579"/>
                    </a:ext>
                  </a:extLst>
                </a:gridCol>
                <a:gridCol w="1128669">
                  <a:extLst>
                    <a:ext uri="{9D8B030D-6E8A-4147-A177-3AD203B41FA5}">
                      <a16:colId xmlns:a16="http://schemas.microsoft.com/office/drawing/2014/main" val="67566192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 baseline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2023/ 2024</a:t>
                      </a:r>
                      <a:endParaRPr lang="en-US" sz="11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28.08.-15.09.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18.09.-06.10.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09.10.-27.10.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30.10.- 17.11.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27.11.-15.12.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18.12.-05.01.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08.01.-26.01.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29.01.-16.02.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26.02.-15.03.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18.03.-05.04.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08.04.-26.04.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29.04.-17.05.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27.05.-14.06.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17.06.-05.07.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08.07.- 26.07.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29.07.-16.08.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noProof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SAP Re-leases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Sprints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474F4F28-216B-4EAD-9109-45DCFD76EAB7}"/>
              </a:ext>
            </a:extLst>
          </p:cNvPr>
          <p:cNvSpPr txBox="1"/>
          <p:nvPr/>
        </p:nvSpPr>
        <p:spPr>
          <a:xfrm>
            <a:off x="234459" y="1372327"/>
            <a:ext cx="1171231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/>
              <a:t>We plan with two Major Releases (1310 and 1320) and four Minor Releases (1221, 1222, 1311, 1312)</a:t>
            </a:r>
          </a:p>
        </p:txBody>
      </p:sp>
      <p:sp>
        <p:nvSpPr>
          <p:cNvPr id="80" name="Rechteck 79" hidden="1">
            <a:extLst>
              <a:ext uri="{FF2B5EF4-FFF2-40B4-BE49-F238E27FC236}">
                <a16:creationId xmlns:a16="http://schemas.microsoft.com/office/drawing/2014/main" id="{DA305A4C-AA1F-441C-BC2A-F402E564538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endParaRPr lang="en-US" sz="200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1E7E4A-4D23-4896-AE34-124697D8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SHERPA X Release Master Plan ERP-Core Systems / Scenarios</a:t>
            </a:r>
            <a:br>
              <a:rPr lang="en-US" dirty="0"/>
            </a:br>
            <a:r>
              <a:rPr lang="en-US" b="0" dirty="0"/>
              <a:t>SAP Releases 2022 and 2023, Releases &amp; Feature Packs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A198B7-286F-4540-98B3-B7076F0F78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SHERPA X | 2023-11 | Status: Published</a:t>
            </a:r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41D530FA-9E42-A454-4EF4-1B8CA0C1C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8" name="Eingekerbter Richtungspfeil 97">
            <a:extLst>
              <a:ext uri="{FF2B5EF4-FFF2-40B4-BE49-F238E27FC236}">
                <a16:creationId xmlns:a16="http://schemas.microsoft.com/office/drawing/2014/main" id="{7C8D8B9C-9198-4884-B9B0-F82A1AF40D2E}"/>
              </a:ext>
            </a:extLst>
          </p:cNvPr>
          <p:cNvSpPr/>
          <p:nvPr/>
        </p:nvSpPr>
        <p:spPr bwMode="auto">
          <a:xfrm>
            <a:off x="3265860" y="3855788"/>
            <a:ext cx="243955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8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9" name="Eingekerbter Richtungspfeil 102">
            <a:extLst>
              <a:ext uri="{FF2B5EF4-FFF2-40B4-BE49-F238E27FC236}">
                <a16:creationId xmlns:a16="http://schemas.microsoft.com/office/drawing/2014/main" id="{C2C3B769-C319-4EC4-9D63-987C53F3AB8F}"/>
              </a:ext>
            </a:extLst>
          </p:cNvPr>
          <p:cNvSpPr/>
          <p:nvPr/>
        </p:nvSpPr>
        <p:spPr bwMode="auto">
          <a:xfrm>
            <a:off x="98513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0" name="Eingekerbter Richtungspfeil 104">
            <a:extLst>
              <a:ext uri="{FF2B5EF4-FFF2-40B4-BE49-F238E27FC236}">
                <a16:creationId xmlns:a16="http://schemas.microsoft.com/office/drawing/2014/main" id="{DAD87F72-FC19-4E2B-83C2-20258F61B8C2}"/>
              </a:ext>
            </a:extLst>
          </p:cNvPr>
          <p:cNvSpPr/>
          <p:nvPr/>
        </p:nvSpPr>
        <p:spPr bwMode="auto">
          <a:xfrm>
            <a:off x="213207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1" name="Eingekerbter Richtungspfeil 105">
            <a:extLst>
              <a:ext uri="{FF2B5EF4-FFF2-40B4-BE49-F238E27FC236}">
                <a16:creationId xmlns:a16="http://schemas.microsoft.com/office/drawing/2014/main" id="{CD4EFBFC-3E7D-4551-A869-905255659D00}"/>
              </a:ext>
            </a:extLst>
          </p:cNvPr>
          <p:cNvSpPr/>
          <p:nvPr/>
        </p:nvSpPr>
        <p:spPr bwMode="auto">
          <a:xfrm>
            <a:off x="155860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41" name="Eingekerbter Richtungspfeil 67">
            <a:extLst>
              <a:ext uri="{FF2B5EF4-FFF2-40B4-BE49-F238E27FC236}">
                <a16:creationId xmlns:a16="http://schemas.microsoft.com/office/drawing/2014/main" id="{AAECA475-0531-40CD-AB08-1554806E1A1B}"/>
              </a:ext>
            </a:extLst>
          </p:cNvPr>
          <p:cNvSpPr/>
          <p:nvPr/>
        </p:nvSpPr>
        <p:spPr bwMode="auto">
          <a:xfrm>
            <a:off x="5557919" y="3855788"/>
            <a:ext cx="244042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9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5" name="Cube 62">
            <a:extLst>
              <a:ext uri="{FF2B5EF4-FFF2-40B4-BE49-F238E27FC236}">
                <a16:creationId xmlns:a16="http://schemas.microsoft.com/office/drawing/2014/main" id="{2C6BC9F3-B5BC-4174-8B1F-4083390F311A}"/>
              </a:ext>
            </a:extLst>
          </p:cNvPr>
          <p:cNvSpPr/>
          <p:nvPr/>
        </p:nvSpPr>
        <p:spPr>
          <a:xfrm>
            <a:off x="15639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2211</a:t>
            </a:r>
            <a:endParaRPr lang="de-DE" sz="1200"/>
          </a:p>
        </p:txBody>
      </p:sp>
      <p:sp>
        <p:nvSpPr>
          <p:cNvPr id="86" name="Cube 62">
            <a:extLst>
              <a:ext uri="{FF2B5EF4-FFF2-40B4-BE49-F238E27FC236}">
                <a16:creationId xmlns:a16="http://schemas.microsoft.com/office/drawing/2014/main" id="{9B548C99-3575-405E-8A75-8C8BB26151C5}"/>
              </a:ext>
            </a:extLst>
          </p:cNvPr>
          <p:cNvSpPr/>
          <p:nvPr/>
        </p:nvSpPr>
        <p:spPr>
          <a:xfrm>
            <a:off x="214215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2212</a:t>
            </a:r>
            <a:endParaRPr lang="de-DE" sz="1200"/>
          </a:p>
        </p:txBody>
      </p:sp>
      <p:sp>
        <p:nvSpPr>
          <p:cNvPr id="87" name="Cube 62">
            <a:extLst>
              <a:ext uri="{FF2B5EF4-FFF2-40B4-BE49-F238E27FC236}">
                <a16:creationId xmlns:a16="http://schemas.microsoft.com/office/drawing/2014/main" id="{92335708-ED59-4DB0-A08E-F4E2A28B36BB}"/>
              </a:ext>
            </a:extLst>
          </p:cNvPr>
          <p:cNvSpPr/>
          <p:nvPr/>
        </p:nvSpPr>
        <p:spPr>
          <a:xfrm>
            <a:off x="272036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2213</a:t>
            </a:r>
            <a:endParaRPr lang="de-DE" sz="1200"/>
          </a:p>
        </p:txBody>
      </p:sp>
      <p:sp>
        <p:nvSpPr>
          <p:cNvPr id="89" name="Cube 62">
            <a:extLst>
              <a:ext uri="{FF2B5EF4-FFF2-40B4-BE49-F238E27FC236}">
                <a16:creationId xmlns:a16="http://schemas.microsoft.com/office/drawing/2014/main" id="{8853437D-AB59-4C8C-ACD7-E2B4E4F53722}"/>
              </a:ext>
            </a:extLst>
          </p:cNvPr>
          <p:cNvSpPr/>
          <p:nvPr/>
        </p:nvSpPr>
        <p:spPr>
          <a:xfrm>
            <a:off x="9857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2210</a:t>
            </a:r>
            <a:endParaRPr lang="de-DE" sz="1200"/>
          </a:p>
        </p:txBody>
      </p:sp>
      <p:sp>
        <p:nvSpPr>
          <p:cNvPr id="92" name="Cube 62">
            <a:extLst>
              <a:ext uri="{FF2B5EF4-FFF2-40B4-BE49-F238E27FC236}">
                <a16:creationId xmlns:a16="http://schemas.microsoft.com/office/drawing/2014/main" id="{0817ACCC-3A38-43FA-8FFD-4C4C8985F595}"/>
              </a:ext>
            </a:extLst>
          </p:cNvPr>
          <p:cNvSpPr/>
          <p:nvPr/>
        </p:nvSpPr>
        <p:spPr>
          <a:xfrm>
            <a:off x="329858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2214</a:t>
            </a:r>
            <a:endParaRPr lang="de-DE" sz="1200"/>
          </a:p>
        </p:txBody>
      </p:sp>
      <p:sp>
        <p:nvSpPr>
          <p:cNvPr id="93" name="Cube 62">
            <a:extLst>
              <a:ext uri="{FF2B5EF4-FFF2-40B4-BE49-F238E27FC236}">
                <a16:creationId xmlns:a16="http://schemas.microsoft.com/office/drawing/2014/main" id="{2307BD32-735F-4B7D-8A1B-FB709FA558EE}"/>
              </a:ext>
            </a:extLst>
          </p:cNvPr>
          <p:cNvSpPr/>
          <p:nvPr/>
        </p:nvSpPr>
        <p:spPr>
          <a:xfrm>
            <a:off x="387680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2215</a:t>
            </a:r>
            <a:endParaRPr lang="de-DE" sz="1200"/>
          </a:p>
        </p:txBody>
      </p:sp>
      <p:sp>
        <p:nvSpPr>
          <p:cNvPr id="95" name="Cube 62">
            <a:extLst>
              <a:ext uri="{FF2B5EF4-FFF2-40B4-BE49-F238E27FC236}">
                <a16:creationId xmlns:a16="http://schemas.microsoft.com/office/drawing/2014/main" id="{3BE47820-B7E7-4D0F-A4B6-3EE3D7CA5619}"/>
              </a:ext>
            </a:extLst>
          </p:cNvPr>
          <p:cNvSpPr/>
          <p:nvPr/>
        </p:nvSpPr>
        <p:spPr>
          <a:xfrm>
            <a:off x="5039132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2301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6" name="Cube 62">
            <a:extLst>
              <a:ext uri="{FF2B5EF4-FFF2-40B4-BE49-F238E27FC236}">
                <a16:creationId xmlns:a16="http://schemas.microsoft.com/office/drawing/2014/main" id="{DBC1C262-42E0-4C7E-9A79-41938785F56A}"/>
              </a:ext>
            </a:extLst>
          </p:cNvPr>
          <p:cNvSpPr/>
          <p:nvPr/>
        </p:nvSpPr>
        <p:spPr>
          <a:xfrm>
            <a:off x="563602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2302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7" name="Cube 62">
            <a:extLst>
              <a:ext uri="{FF2B5EF4-FFF2-40B4-BE49-F238E27FC236}">
                <a16:creationId xmlns:a16="http://schemas.microsoft.com/office/drawing/2014/main" id="{F362C9BB-9001-4465-9F1F-DF2E809BE7E3}"/>
              </a:ext>
            </a:extLst>
          </p:cNvPr>
          <p:cNvSpPr/>
          <p:nvPr/>
        </p:nvSpPr>
        <p:spPr>
          <a:xfrm>
            <a:off x="621424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2303</a:t>
            </a:r>
            <a:endParaRPr lang="de-DE" sz="1200"/>
          </a:p>
        </p:txBody>
      </p:sp>
      <p:sp>
        <p:nvSpPr>
          <p:cNvPr id="100" name="Cube 62">
            <a:extLst>
              <a:ext uri="{FF2B5EF4-FFF2-40B4-BE49-F238E27FC236}">
                <a16:creationId xmlns:a16="http://schemas.microsoft.com/office/drawing/2014/main" id="{736D395A-9B4D-4579-BA35-41EA269241FF}"/>
              </a:ext>
            </a:extLst>
          </p:cNvPr>
          <p:cNvSpPr/>
          <p:nvPr/>
        </p:nvSpPr>
        <p:spPr>
          <a:xfrm>
            <a:off x="679246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2304</a:t>
            </a:r>
            <a:endParaRPr lang="de-DE" sz="1200"/>
          </a:p>
        </p:txBody>
      </p:sp>
      <p:sp>
        <p:nvSpPr>
          <p:cNvPr id="101" name="Cube 62">
            <a:extLst>
              <a:ext uri="{FF2B5EF4-FFF2-40B4-BE49-F238E27FC236}">
                <a16:creationId xmlns:a16="http://schemas.microsoft.com/office/drawing/2014/main" id="{0D26543C-EF62-4FE8-A2F7-41CDB31ECB40}"/>
              </a:ext>
            </a:extLst>
          </p:cNvPr>
          <p:cNvSpPr/>
          <p:nvPr/>
        </p:nvSpPr>
        <p:spPr>
          <a:xfrm>
            <a:off x="737067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2305</a:t>
            </a:r>
            <a:endParaRPr lang="de-DE" sz="1200"/>
          </a:p>
        </p:txBody>
      </p:sp>
      <p:sp>
        <p:nvSpPr>
          <p:cNvPr id="102" name="Cube 62">
            <a:extLst>
              <a:ext uri="{FF2B5EF4-FFF2-40B4-BE49-F238E27FC236}">
                <a16:creationId xmlns:a16="http://schemas.microsoft.com/office/drawing/2014/main" id="{AC87155D-9277-4453-B2DE-7DC18F1FCA87}"/>
              </a:ext>
            </a:extLst>
          </p:cNvPr>
          <p:cNvSpPr/>
          <p:nvPr/>
        </p:nvSpPr>
        <p:spPr>
          <a:xfrm>
            <a:off x="794889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2306</a:t>
            </a:r>
            <a:endParaRPr lang="de-DE" sz="1200"/>
          </a:p>
        </p:txBody>
      </p:sp>
      <p:sp>
        <p:nvSpPr>
          <p:cNvPr id="103" name="Cube 62">
            <a:extLst>
              <a:ext uri="{FF2B5EF4-FFF2-40B4-BE49-F238E27FC236}">
                <a16:creationId xmlns:a16="http://schemas.microsoft.com/office/drawing/2014/main" id="{F1BD57B0-9247-45BC-B5FA-3673D3E85837}"/>
              </a:ext>
            </a:extLst>
          </p:cNvPr>
          <p:cNvSpPr/>
          <p:nvPr/>
        </p:nvSpPr>
        <p:spPr>
          <a:xfrm>
            <a:off x="85271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2307</a:t>
            </a:r>
            <a:endParaRPr lang="de-DE" sz="1200"/>
          </a:p>
        </p:txBody>
      </p:sp>
      <p:sp>
        <p:nvSpPr>
          <p:cNvPr id="104" name="Cube 62">
            <a:extLst>
              <a:ext uri="{FF2B5EF4-FFF2-40B4-BE49-F238E27FC236}">
                <a16:creationId xmlns:a16="http://schemas.microsoft.com/office/drawing/2014/main" id="{B60FB520-D0B6-4E2C-8A16-F4603797F471}"/>
              </a:ext>
            </a:extLst>
          </p:cNvPr>
          <p:cNvSpPr/>
          <p:nvPr/>
        </p:nvSpPr>
        <p:spPr>
          <a:xfrm>
            <a:off x="91053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2308</a:t>
            </a:r>
          </a:p>
        </p:txBody>
      </p:sp>
      <p:sp>
        <p:nvSpPr>
          <p:cNvPr id="189" name="Flussdiagramm: Verbinder 123">
            <a:extLst>
              <a:ext uri="{FF2B5EF4-FFF2-40B4-BE49-F238E27FC236}">
                <a16:creationId xmlns:a16="http://schemas.microsoft.com/office/drawing/2014/main" id="{9DDC67F9-93B5-44F5-B63D-BDD16DA6B549}"/>
              </a:ext>
            </a:extLst>
          </p:cNvPr>
          <p:cNvSpPr/>
          <p:nvPr/>
        </p:nvSpPr>
        <p:spPr bwMode="auto">
          <a:xfrm>
            <a:off x="3162685" y="2679647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192" name="Textfeld 125">
            <a:extLst>
              <a:ext uri="{FF2B5EF4-FFF2-40B4-BE49-F238E27FC236}">
                <a16:creationId xmlns:a16="http://schemas.microsoft.com/office/drawing/2014/main" id="{CFD4100A-6B15-4C0F-8F2F-2C9C45415E83}"/>
              </a:ext>
            </a:extLst>
          </p:cNvPr>
          <p:cNvSpPr txBox="1"/>
          <p:nvPr/>
        </p:nvSpPr>
        <p:spPr>
          <a:xfrm>
            <a:off x="2966577" y="2143655"/>
            <a:ext cx="583493" cy="461665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16.11.</a:t>
            </a:r>
          </a:p>
        </p:txBody>
      </p:sp>
      <p:sp>
        <p:nvSpPr>
          <p:cNvPr id="193" name="Textfeld 126">
            <a:extLst>
              <a:ext uri="{FF2B5EF4-FFF2-40B4-BE49-F238E27FC236}">
                <a16:creationId xmlns:a16="http://schemas.microsoft.com/office/drawing/2014/main" id="{56496237-289C-45D7-9F4B-D3B6CEFD57FE}"/>
              </a:ext>
            </a:extLst>
          </p:cNvPr>
          <p:cNvSpPr txBox="1"/>
          <p:nvPr/>
        </p:nvSpPr>
        <p:spPr>
          <a:xfrm>
            <a:off x="5094509" y="2143654"/>
            <a:ext cx="5900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1222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20.02.***</a:t>
            </a:r>
          </a:p>
        </p:txBody>
      </p:sp>
      <p:sp>
        <p:nvSpPr>
          <p:cNvPr id="196" name="Textfeld 130">
            <a:extLst>
              <a:ext uri="{FF2B5EF4-FFF2-40B4-BE49-F238E27FC236}">
                <a16:creationId xmlns:a16="http://schemas.microsoft.com/office/drawing/2014/main" id="{2A5038B0-88C8-4ED4-BCE3-9E2E0771CB4D}"/>
              </a:ext>
            </a:extLst>
          </p:cNvPr>
          <p:cNvSpPr txBox="1"/>
          <p:nvPr/>
        </p:nvSpPr>
        <p:spPr>
          <a:xfrm>
            <a:off x="7277998" y="1915079"/>
            <a:ext cx="682879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11./12.05.</a:t>
            </a:r>
            <a:endParaRPr lang="de-DE" sz="1200" b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7" name="Flussdiagramm: Verbinder 132">
            <a:extLst>
              <a:ext uri="{FF2B5EF4-FFF2-40B4-BE49-F238E27FC236}">
                <a16:creationId xmlns:a16="http://schemas.microsoft.com/office/drawing/2014/main" id="{608061DE-A82B-4CDB-930F-FA897CF28110}"/>
              </a:ext>
            </a:extLst>
          </p:cNvPr>
          <p:cNvSpPr/>
          <p:nvPr/>
        </p:nvSpPr>
        <p:spPr bwMode="auto">
          <a:xfrm>
            <a:off x="8333876" y="2684541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198" name="Flussdiagramm: Verbinder 133">
            <a:extLst>
              <a:ext uri="{FF2B5EF4-FFF2-40B4-BE49-F238E27FC236}">
                <a16:creationId xmlns:a16="http://schemas.microsoft.com/office/drawing/2014/main" id="{8C49F112-067D-437D-A746-E449D78AA642}"/>
              </a:ext>
            </a:extLst>
          </p:cNvPr>
          <p:cNvSpPr/>
          <p:nvPr/>
        </p:nvSpPr>
        <p:spPr bwMode="auto">
          <a:xfrm>
            <a:off x="9036603" y="2152970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200" name="Textfeld 135">
            <a:extLst>
              <a:ext uri="{FF2B5EF4-FFF2-40B4-BE49-F238E27FC236}">
                <a16:creationId xmlns:a16="http://schemas.microsoft.com/office/drawing/2014/main" id="{36230AD8-26EF-46A0-B2C6-A4F5E732F6FF}"/>
              </a:ext>
            </a:extLst>
          </p:cNvPr>
          <p:cNvSpPr txBox="1"/>
          <p:nvPr/>
        </p:nvSpPr>
        <p:spPr>
          <a:xfrm>
            <a:off x="8091879" y="2124691"/>
            <a:ext cx="6686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13.06.</a:t>
            </a:r>
          </a:p>
        </p:txBody>
      </p:sp>
      <p:sp>
        <p:nvSpPr>
          <p:cNvPr id="204" name="Textfeld 130">
            <a:extLst>
              <a:ext uri="{FF2B5EF4-FFF2-40B4-BE49-F238E27FC236}">
                <a16:creationId xmlns:a16="http://schemas.microsoft.com/office/drawing/2014/main" id="{EC46D95C-12E9-499E-999C-B227689E514B}"/>
              </a:ext>
            </a:extLst>
          </p:cNvPr>
          <p:cNvSpPr txBox="1"/>
          <p:nvPr/>
        </p:nvSpPr>
        <p:spPr>
          <a:xfrm>
            <a:off x="10629017" y="1918466"/>
            <a:ext cx="682880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1320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19./20.10.</a:t>
            </a:r>
          </a:p>
        </p:txBody>
      </p:sp>
      <p:sp>
        <p:nvSpPr>
          <p:cNvPr id="205" name="Textfeld 135">
            <a:extLst>
              <a:ext uri="{FF2B5EF4-FFF2-40B4-BE49-F238E27FC236}">
                <a16:creationId xmlns:a16="http://schemas.microsoft.com/office/drawing/2014/main" id="{800294BD-4CB8-4940-A29D-31B20486B976}"/>
              </a:ext>
            </a:extLst>
          </p:cNvPr>
          <p:cNvSpPr txBox="1"/>
          <p:nvPr/>
        </p:nvSpPr>
        <p:spPr>
          <a:xfrm>
            <a:off x="9195859" y="1849261"/>
            <a:ext cx="58349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1312**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08.08.</a:t>
            </a:r>
          </a:p>
        </p:txBody>
      </p:sp>
      <p:sp>
        <p:nvSpPr>
          <p:cNvPr id="206" name="Eingekerbter Richtungspfeil 111">
            <a:extLst>
              <a:ext uri="{FF2B5EF4-FFF2-40B4-BE49-F238E27FC236}">
                <a16:creationId xmlns:a16="http://schemas.microsoft.com/office/drawing/2014/main" id="{21918DCB-33E2-42AD-97CA-8354AC9804E2}"/>
              </a:ext>
            </a:extLst>
          </p:cNvPr>
          <p:cNvSpPr/>
          <p:nvPr/>
        </p:nvSpPr>
        <p:spPr bwMode="auto">
          <a:xfrm>
            <a:off x="9974947" y="3881956"/>
            <a:ext cx="1446378" cy="396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87BE"/>
            </a:solidFill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00AF8E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4" name="Eingekerbter Richtungspfeil 56">
            <a:extLst>
              <a:ext uri="{FF2B5EF4-FFF2-40B4-BE49-F238E27FC236}">
                <a16:creationId xmlns:a16="http://schemas.microsoft.com/office/drawing/2014/main" id="{75D9F601-5506-47DC-BFF8-3B9084BB5CC9}"/>
              </a:ext>
            </a:extLst>
          </p:cNvPr>
          <p:cNvSpPr/>
          <p:nvPr/>
        </p:nvSpPr>
        <p:spPr bwMode="auto">
          <a:xfrm>
            <a:off x="972930" y="3855788"/>
            <a:ext cx="2440429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7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C2277-9E05-448B-B1D4-88F50BDD7442}"/>
              </a:ext>
            </a:extLst>
          </p:cNvPr>
          <p:cNvSpPr txBox="1"/>
          <p:nvPr/>
        </p:nvSpPr>
        <p:spPr>
          <a:xfrm>
            <a:off x="10904924" y="4003941"/>
            <a:ext cx="4845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rgbClr val="00557C"/>
                </a:solidFill>
              </a:rPr>
              <a:t>Deploy</a:t>
            </a:r>
          </a:p>
        </p:txBody>
      </p:sp>
      <p:sp>
        <p:nvSpPr>
          <p:cNvPr id="90" name="Eingekerbter Richtungspfeil 102">
            <a:extLst>
              <a:ext uri="{FF2B5EF4-FFF2-40B4-BE49-F238E27FC236}">
                <a16:creationId xmlns:a16="http://schemas.microsoft.com/office/drawing/2014/main" id="{56856C44-5BE8-48A0-9629-6E8B3D56CE31}"/>
              </a:ext>
            </a:extLst>
          </p:cNvPr>
          <p:cNvSpPr/>
          <p:nvPr/>
        </p:nvSpPr>
        <p:spPr bwMode="auto">
          <a:xfrm>
            <a:off x="270222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91" name="Eingekerbter Richtungspfeil 104">
            <a:extLst>
              <a:ext uri="{FF2B5EF4-FFF2-40B4-BE49-F238E27FC236}">
                <a16:creationId xmlns:a16="http://schemas.microsoft.com/office/drawing/2014/main" id="{B58AEBE1-FE0C-4DA0-9EA4-0AF237FF7BF0}"/>
              </a:ext>
            </a:extLst>
          </p:cNvPr>
          <p:cNvSpPr/>
          <p:nvPr/>
        </p:nvSpPr>
        <p:spPr bwMode="auto">
          <a:xfrm>
            <a:off x="384916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6" name="Eingekerbter Richtungspfeil 105">
            <a:extLst>
              <a:ext uri="{FF2B5EF4-FFF2-40B4-BE49-F238E27FC236}">
                <a16:creationId xmlns:a16="http://schemas.microsoft.com/office/drawing/2014/main" id="{1C634BDD-8238-4BD2-B63A-876B53E1A860}"/>
              </a:ext>
            </a:extLst>
          </p:cNvPr>
          <p:cNvSpPr/>
          <p:nvPr/>
        </p:nvSpPr>
        <p:spPr bwMode="auto">
          <a:xfrm>
            <a:off x="3275693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7" name="Eingekerbter Richtungspfeil 102">
            <a:extLst>
              <a:ext uri="{FF2B5EF4-FFF2-40B4-BE49-F238E27FC236}">
                <a16:creationId xmlns:a16="http://schemas.microsoft.com/office/drawing/2014/main" id="{7AE0B2D9-C214-4EA0-A755-2855A2BE5046}"/>
              </a:ext>
            </a:extLst>
          </p:cNvPr>
          <p:cNvSpPr/>
          <p:nvPr/>
        </p:nvSpPr>
        <p:spPr bwMode="auto">
          <a:xfrm>
            <a:off x="4447420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8" name="Eingekerbter Richtungspfeil 104">
            <a:extLst>
              <a:ext uri="{FF2B5EF4-FFF2-40B4-BE49-F238E27FC236}">
                <a16:creationId xmlns:a16="http://schemas.microsoft.com/office/drawing/2014/main" id="{9DF5CA0C-493D-4222-9314-46101AB5C92C}"/>
              </a:ext>
            </a:extLst>
          </p:cNvPr>
          <p:cNvSpPr/>
          <p:nvPr/>
        </p:nvSpPr>
        <p:spPr bwMode="auto">
          <a:xfrm>
            <a:off x="5594357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9" name="Eingekerbter Richtungspfeil 105">
            <a:extLst>
              <a:ext uri="{FF2B5EF4-FFF2-40B4-BE49-F238E27FC236}">
                <a16:creationId xmlns:a16="http://schemas.microsoft.com/office/drawing/2014/main" id="{7BA76028-95E8-46F2-A895-4A9E604E5302}"/>
              </a:ext>
            </a:extLst>
          </p:cNvPr>
          <p:cNvSpPr/>
          <p:nvPr/>
        </p:nvSpPr>
        <p:spPr bwMode="auto">
          <a:xfrm>
            <a:off x="502088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0" name="Eingekerbter Richtungspfeil 102">
            <a:extLst>
              <a:ext uri="{FF2B5EF4-FFF2-40B4-BE49-F238E27FC236}">
                <a16:creationId xmlns:a16="http://schemas.microsoft.com/office/drawing/2014/main" id="{769B36C8-9671-4279-8810-6FAFC068746D}"/>
              </a:ext>
            </a:extLst>
          </p:cNvPr>
          <p:cNvSpPr/>
          <p:nvPr/>
        </p:nvSpPr>
        <p:spPr bwMode="auto">
          <a:xfrm>
            <a:off x="618880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1" name="Eingekerbter Richtungspfeil 104">
            <a:extLst>
              <a:ext uri="{FF2B5EF4-FFF2-40B4-BE49-F238E27FC236}">
                <a16:creationId xmlns:a16="http://schemas.microsoft.com/office/drawing/2014/main" id="{D8EA8A25-AC9E-4274-B7C0-2F003EF8F643}"/>
              </a:ext>
            </a:extLst>
          </p:cNvPr>
          <p:cNvSpPr/>
          <p:nvPr/>
        </p:nvSpPr>
        <p:spPr bwMode="auto">
          <a:xfrm>
            <a:off x="734488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2" name="Eingekerbter Richtungspfeil 105">
            <a:extLst>
              <a:ext uri="{FF2B5EF4-FFF2-40B4-BE49-F238E27FC236}">
                <a16:creationId xmlns:a16="http://schemas.microsoft.com/office/drawing/2014/main" id="{8DD1619D-4C53-4CB5-80B5-550EEFC4676F}"/>
              </a:ext>
            </a:extLst>
          </p:cNvPr>
          <p:cNvSpPr/>
          <p:nvPr/>
        </p:nvSpPr>
        <p:spPr bwMode="auto">
          <a:xfrm>
            <a:off x="677141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3" name="Eingekerbter Richtungspfeil 102">
            <a:extLst>
              <a:ext uri="{FF2B5EF4-FFF2-40B4-BE49-F238E27FC236}">
                <a16:creationId xmlns:a16="http://schemas.microsoft.com/office/drawing/2014/main" id="{0996D621-E0BC-4777-A8E0-AFF3B53F340D}"/>
              </a:ext>
            </a:extLst>
          </p:cNvPr>
          <p:cNvSpPr/>
          <p:nvPr/>
        </p:nvSpPr>
        <p:spPr bwMode="auto">
          <a:xfrm>
            <a:off x="791835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4" name="Eingekerbter Richtungspfeil 104">
            <a:extLst>
              <a:ext uri="{FF2B5EF4-FFF2-40B4-BE49-F238E27FC236}">
                <a16:creationId xmlns:a16="http://schemas.microsoft.com/office/drawing/2014/main" id="{E618B59A-9CAB-4752-8A94-E40954BA8533}"/>
              </a:ext>
            </a:extLst>
          </p:cNvPr>
          <p:cNvSpPr/>
          <p:nvPr/>
        </p:nvSpPr>
        <p:spPr bwMode="auto">
          <a:xfrm>
            <a:off x="9065291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5" name="Eingekerbter Richtungspfeil 105">
            <a:extLst>
              <a:ext uri="{FF2B5EF4-FFF2-40B4-BE49-F238E27FC236}">
                <a16:creationId xmlns:a16="http://schemas.microsoft.com/office/drawing/2014/main" id="{E89AB1F5-41CA-4755-BBFE-A36B577FC317}"/>
              </a:ext>
            </a:extLst>
          </p:cNvPr>
          <p:cNvSpPr/>
          <p:nvPr/>
        </p:nvSpPr>
        <p:spPr bwMode="auto">
          <a:xfrm>
            <a:off x="849182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6" name="Eingekerbter Richtungspfeil 102">
            <a:extLst>
              <a:ext uri="{FF2B5EF4-FFF2-40B4-BE49-F238E27FC236}">
                <a16:creationId xmlns:a16="http://schemas.microsoft.com/office/drawing/2014/main" id="{BC956C55-F2EC-4891-B8AE-2EB101B59D62}"/>
              </a:ext>
            </a:extLst>
          </p:cNvPr>
          <p:cNvSpPr/>
          <p:nvPr/>
        </p:nvSpPr>
        <p:spPr bwMode="auto">
          <a:xfrm>
            <a:off x="964079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22" name="Textfeld 125">
            <a:extLst>
              <a:ext uri="{FF2B5EF4-FFF2-40B4-BE49-F238E27FC236}">
                <a16:creationId xmlns:a16="http://schemas.microsoft.com/office/drawing/2014/main" id="{508ABFE8-C94B-4381-909D-8CC32EEC4573}"/>
              </a:ext>
            </a:extLst>
          </p:cNvPr>
          <p:cNvSpPr txBox="1"/>
          <p:nvPr/>
        </p:nvSpPr>
        <p:spPr>
          <a:xfrm>
            <a:off x="8706212" y="242452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rgbClr val="000028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sp>
        <p:nvSpPr>
          <p:cNvPr id="124" name="Textfeld 320">
            <a:extLst>
              <a:ext uri="{FF2B5EF4-FFF2-40B4-BE49-F238E27FC236}">
                <a16:creationId xmlns:a16="http://schemas.microsoft.com/office/drawing/2014/main" id="{20D5848F-8493-4D3C-8E61-29882323BFBB}"/>
              </a:ext>
            </a:extLst>
          </p:cNvPr>
          <p:cNvSpPr txBox="1"/>
          <p:nvPr/>
        </p:nvSpPr>
        <p:spPr>
          <a:xfrm>
            <a:off x="207833" y="5041470"/>
            <a:ext cx="75104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chemeClr val="accent1"/>
                </a:solidFill>
                <a:latin typeface="+mn-lt"/>
                <a:cs typeface="Verdana"/>
              </a:rPr>
              <a:t>Feature Packs</a:t>
            </a:r>
          </a:p>
        </p:txBody>
      </p:sp>
      <p:sp>
        <p:nvSpPr>
          <p:cNvPr id="125" name="Textfeld 320">
            <a:extLst>
              <a:ext uri="{FF2B5EF4-FFF2-40B4-BE49-F238E27FC236}">
                <a16:creationId xmlns:a16="http://schemas.microsoft.com/office/drawing/2014/main" id="{73B54E62-D639-4312-8467-CFEA904BD3D4}"/>
              </a:ext>
            </a:extLst>
          </p:cNvPr>
          <p:cNvSpPr txBox="1"/>
          <p:nvPr/>
        </p:nvSpPr>
        <p:spPr>
          <a:xfrm>
            <a:off x="207833" y="2423195"/>
            <a:ext cx="864000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rgbClr val="AA32BE"/>
                </a:solidFill>
                <a:latin typeface="+mn-lt"/>
                <a:cs typeface="Verdana"/>
              </a:rPr>
              <a:t>Releases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2A4828E0-2AD9-455A-8C3C-B00171DB3784}"/>
              </a:ext>
            </a:extLst>
          </p:cNvPr>
          <p:cNvSpPr/>
          <p:nvPr/>
        </p:nvSpPr>
        <p:spPr>
          <a:xfrm>
            <a:off x="7261327" y="2721486"/>
            <a:ext cx="490838" cy="148169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CA4854DF-149F-4BD9-81A7-900C26AA2615}"/>
              </a:ext>
            </a:extLst>
          </p:cNvPr>
          <p:cNvSpPr/>
          <p:nvPr/>
        </p:nvSpPr>
        <p:spPr>
          <a:xfrm>
            <a:off x="6098599" y="2721485"/>
            <a:ext cx="1144057" cy="149951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/>
              <a:t> </a:t>
            </a:r>
            <a:r>
              <a:rPr lang="de-DE" sz="800">
                <a:solidFill>
                  <a:schemeClr val="bg1"/>
                </a:solidFill>
              </a:rPr>
              <a:t>User Acceptance Test</a:t>
            </a:r>
          </a:p>
        </p:txBody>
      </p:sp>
      <p:sp>
        <p:nvSpPr>
          <p:cNvPr id="194" name="Flussdiagramm: Verbinder 127">
            <a:extLst>
              <a:ext uri="{FF2B5EF4-FFF2-40B4-BE49-F238E27FC236}">
                <a16:creationId xmlns:a16="http://schemas.microsoft.com/office/drawing/2014/main" id="{B7284EDA-4FFC-4B5E-9F1D-45C8AEFCCAA7}"/>
              </a:ext>
            </a:extLst>
          </p:cNvPr>
          <p:cNvSpPr/>
          <p:nvPr/>
        </p:nvSpPr>
        <p:spPr bwMode="auto">
          <a:xfrm>
            <a:off x="7659031" y="2689960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F5C4A0A6-A5F5-4B76-8370-F06544A35BBE}"/>
              </a:ext>
            </a:extLst>
          </p:cNvPr>
          <p:cNvSpPr/>
          <p:nvPr/>
        </p:nvSpPr>
        <p:spPr>
          <a:xfrm>
            <a:off x="6001775" y="2705428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BF330F16-6083-49FD-BEE7-493FA925B8D4}"/>
              </a:ext>
            </a:extLst>
          </p:cNvPr>
          <p:cNvSpPr/>
          <p:nvPr/>
        </p:nvSpPr>
        <p:spPr>
          <a:xfrm>
            <a:off x="10159546" y="2720926"/>
            <a:ext cx="966941" cy="138614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060BA1C-EE60-4D6F-A317-021AD333DB53}"/>
              </a:ext>
            </a:extLst>
          </p:cNvPr>
          <p:cNvSpPr/>
          <p:nvPr/>
        </p:nvSpPr>
        <p:spPr>
          <a:xfrm>
            <a:off x="8898871" y="2721378"/>
            <a:ext cx="1235177" cy="140400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 User Acceptance Test</a:t>
            </a:r>
          </a:p>
        </p:txBody>
      </p:sp>
      <p:sp>
        <p:nvSpPr>
          <p:cNvPr id="130" name="Raute 129">
            <a:extLst>
              <a:ext uri="{FF2B5EF4-FFF2-40B4-BE49-F238E27FC236}">
                <a16:creationId xmlns:a16="http://schemas.microsoft.com/office/drawing/2014/main" id="{D037D3F9-B798-4412-9A13-4B08B4042A5B}"/>
              </a:ext>
            </a:extLst>
          </p:cNvPr>
          <p:cNvSpPr/>
          <p:nvPr/>
        </p:nvSpPr>
        <p:spPr>
          <a:xfrm>
            <a:off x="8833809" y="2704237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02" name="Flussdiagramm: Verbinder 127">
            <a:extLst>
              <a:ext uri="{FF2B5EF4-FFF2-40B4-BE49-F238E27FC236}">
                <a16:creationId xmlns:a16="http://schemas.microsoft.com/office/drawing/2014/main" id="{A87FBABC-41C5-4828-8857-02C214BF21DE}"/>
              </a:ext>
            </a:extLst>
          </p:cNvPr>
          <p:cNvSpPr/>
          <p:nvPr/>
        </p:nvSpPr>
        <p:spPr bwMode="auto">
          <a:xfrm>
            <a:off x="11100418" y="2700628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F5D071B-90CE-42EB-9DF8-5F840927B57B}"/>
              </a:ext>
            </a:extLst>
          </p:cNvPr>
          <p:cNvCxnSpPr>
            <a:cxnSpLocks/>
          </p:cNvCxnSpPr>
          <p:nvPr/>
        </p:nvCxnSpPr>
        <p:spPr>
          <a:xfrm>
            <a:off x="8768898" y="2904138"/>
            <a:ext cx="256900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A5B81BA-F8FB-40D6-94A7-5A6797841FEC}"/>
              </a:ext>
            </a:extLst>
          </p:cNvPr>
          <p:cNvCxnSpPr>
            <a:cxnSpLocks/>
          </p:cNvCxnSpPr>
          <p:nvPr/>
        </p:nvCxnSpPr>
        <p:spPr>
          <a:xfrm flipV="1">
            <a:off x="11337906" y="1902564"/>
            <a:ext cx="0" cy="98870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1FBBBF-EE22-4B4A-91E6-DC5A270A7D2D}"/>
              </a:ext>
            </a:extLst>
          </p:cNvPr>
          <p:cNvCxnSpPr>
            <a:cxnSpLocks/>
          </p:cNvCxnSpPr>
          <p:nvPr/>
        </p:nvCxnSpPr>
        <p:spPr>
          <a:xfrm flipH="1">
            <a:off x="10569353" y="1902564"/>
            <a:ext cx="77807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649A581-11C4-4F46-B0BF-F2A106C5A155}"/>
              </a:ext>
            </a:extLst>
          </p:cNvPr>
          <p:cNvCxnSpPr/>
          <p:nvPr/>
        </p:nvCxnSpPr>
        <p:spPr>
          <a:xfrm>
            <a:off x="10569353" y="1901897"/>
            <a:ext cx="0" cy="75913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DC363EA-EA7F-41CC-A085-5ECE96F5A7F3}"/>
              </a:ext>
            </a:extLst>
          </p:cNvPr>
          <p:cNvCxnSpPr/>
          <p:nvPr/>
        </p:nvCxnSpPr>
        <p:spPr>
          <a:xfrm flipV="1">
            <a:off x="8778423" y="2376795"/>
            <a:ext cx="0" cy="527343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74DF05F-DCC7-4C1E-8732-1A3A227A66EB}"/>
              </a:ext>
            </a:extLst>
          </p:cNvPr>
          <p:cNvCxnSpPr/>
          <p:nvPr/>
        </p:nvCxnSpPr>
        <p:spPr>
          <a:xfrm>
            <a:off x="8774077" y="2376795"/>
            <a:ext cx="661621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49B6AF6-E394-43EA-AA22-32C18E051FFB}"/>
              </a:ext>
            </a:extLst>
          </p:cNvPr>
          <p:cNvCxnSpPr>
            <a:cxnSpLocks/>
          </p:cNvCxnSpPr>
          <p:nvPr/>
        </p:nvCxnSpPr>
        <p:spPr>
          <a:xfrm>
            <a:off x="9454748" y="2376795"/>
            <a:ext cx="0" cy="28489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EE80586-F16F-482E-B8DF-D60C2267120E}"/>
              </a:ext>
            </a:extLst>
          </p:cNvPr>
          <p:cNvCxnSpPr>
            <a:cxnSpLocks/>
          </p:cNvCxnSpPr>
          <p:nvPr/>
        </p:nvCxnSpPr>
        <p:spPr>
          <a:xfrm flipV="1">
            <a:off x="9461869" y="2645375"/>
            <a:ext cx="1107484" cy="10817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25">
            <a:extLst>
              <a:ext uri="{FF2B5EF4-FFF2-40B4-BE49-F238E27FC236}">
                <a16:creationId xmlns:a16="http://schemas.microsoft.com/office/drawing/2014/main" id="{F5C6FF81-D91A-4E51-881F-9E1D9418150E}"/>
              </a:ext>
            </a:extLst>
          </p:cNvPr>
          <p:cNvSpPr txBox="1"/>
          <p:nvPr/>
        </p:nvSpPr>
        <p:spPr>
          <a:xfrm>
            <a:off x="5627030" y="240967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2E5F9944-35B8-450B-B7B1-9C8662632164}"/>
              </a:ext>
            </a:extLst>
          </p:cNvPr>
          <p:cNvGrpSpPr/>
          <p:nvPr/>
        </p:nvGrpSpPr>
        <p:grpSpPr>
          <a:xfrm>
            <a:off x="5790842" y="1901897"/>
            <a:ext cx="2226108" cy="1001574"/>
            <a:chOff x="9891759" y="1902564"/>
            <a:chExt cx="2226108" cy="1001574"/>
          </a:xfrm>
        </p:grpSpPr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63924E23-E237-4442-8BC4-E2B9E0DDA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1759" y="2894703"/>
              <a:ext cx="2226108" cy="9435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68CF949C-3EBE-42A1-A782-D899EEDA54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7867" y="1902564"/>
              <a:ext cx="0" cy="98870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99C15B6C-A690-48E2-AFB2-7E6573613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9789" y="1902564"/>
              <a:ext cx="778078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CE175216-4457-45FA-B8D8-E9D2EB4413DF}"/>
                </a:ext>
              </a:extLst>
            </p:cNvPr>
            <p:cNvCxnSpPr/>
            <p:nvPr/>
          </p:nvCxnSpPr>
          <p:spPr>
            <a:xfrm>
              <a:off x="11320542" y="1902564"/>
              <a:ext cx="0" cy="75913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DDC36B73-4BD6-4F97-9198-B4161D492CC3}"/>
                </a:ext>
              </a:extLst>
            </p:cNvPr>
            <p:cNvCxnSpPr/>
            <p:nvPr/>
          </p:nvCxnSpPr>
          <p:spPr>
            <a:xfrm flipV="1">
              <a:off x="9891759" y="2376795"/>
              <a:ext cx="0" cy="527343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78F5994C-C914-4945-A223-6214AA9EF418}"/>
                </a:ext>
              </a:extLst>
            </p:cNvPr>
            <p:cNvCxnSpPr/>
            <p:nvPr/>
          </p:nvCxnSpPr>
          <p:spPr>
            <a:xfrm>
              <a:off x="9906463" y="2376795"/>
              <a:ext cx="661621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3CA2E21F-D54B-4872-AE91-4F50A1A40962}"/>
                </a:ext>
              </a:extLst>
            </p:cNvPr>
            <p:cNvCxnSpPr>
              <a:cxnSpLocks/>
            </p:cNvCxnSpPr>
            <p:nvPr/>
          </p:nvCxnSpPr>
          <p:spPr>
            <a:xfrm>
              <a:off x="10568084" y="2376795"/>
              <a:ext cx="0" cy="28489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AE05A073-5461-4904-9F36-4C671AC483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75205" y="2646042"/>
              <a:ext cx="745337" cy="1015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28AA0C-42C6-4A9C-AA85-657813EDAD76}"/>
              </a:ext>
            </a:extLst>
          </p:cNvPr>
          <p:cNvGrpSpPr/>
          <p:nvPr/>
        </p:nvGrpSpPr>
        <p:grpSpPr>
          <a:xfrm>
            <a:off x="1059160" y="5730468"/>
            <a:ext cx="1302849" cy="437753"/>
            <a:chOff x="2228545" y="5729685"/>
            <a:chExt cx="1302849" cy="4377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91B28F-6ABA-43D2-947D-F80FF597DBD3}"/>
                </a:ext>
              </a:extLst>
            </p:cNvPr>
            <p:cNvGrpSpPr/>
            <p:nvPr/>
          </p:nvGrpSpPr>
          <p:grpSpPr>
            <a:xfrm>
              <a:off x="2359396" y="5794673"/>
              <a:ext cx="1041147" cy="307777"/>
              <a:chOff x="2390669" y="5793363"/>
              <a:chExt cx="1041147" cy="307777"/>
            </a:xfrm>
          </p:grpSpPr>
          <p:sp>
            <p:nvSpPr>
              <p:cNvPr id="143" name="Flussdiagramm: Verbinder 132">
                <a:extLst>
                  <a:ext uri="{FF2B5EF4-FFF2-40B4-BE49-F238E27FC236}">
                    <a16:creationId xmlns:a16="http://schemas.microsoft.com/office/drawing/2014/main" id="{CD22B261-1441-4269-84A3-1E327F3FC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974752"/>
                <a:ext cx="108000" cy="108000"/>
              </a:xfrm>
              <a:prstGeom prst="flowChartConnector">
                <a:avLst/>
              </a:prstGeom>
              <a:solidFill>
                <a:schemeClr val="bg1"/>
              </a:solidFill>
              <a:ln w="19050"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solidFill>
                    <a:srgbClr val="EB780A"/>
                  </a:solidFill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46" name="Flussdiagramm: Verbinder 127">
                <a:extLst>
                  <a:ext uri="{FF2B5EF4-FFF2-40B4-BE49-F238E27FC236}">
                    <a16:creationId xmlns:a16="http://schemas.microsoft.com/office/drawing/2014/main" id="{90ED120D-ACFE-4101-9C25-73E088E546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825253"/>
                <a:ext cx="108000" cy="108000"/>
              </a:xfrm>
              <a:prstGeom prst="flowChartConnector">
                <a:avLst/>
              </a:prstGeom>
              <a:solidFill>
                <a:srgbClr val="AA32BE"/>
              </a:solidFill>
              <a:ln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52" name="Textfeld 200">
                <a:extLst>
                  <a:ext uri="{FF2B5EF4-FFF2-40B4-BE49-F238E27FC236}">
                    <a16:creationId xmlns:a16="http://schemas.microsoft.com/office/drawing/2014/main" id="{3A627230-B0E0-42FC-BF39-6A4A0ECA9739}"/>
                  </a:ext>
                </a:extLst>
              </p:cNvPr>
              <p:cNvSpPr txBox="1"/>
              <p:nvPr/>
            </p:nvSpPr>
            <p:spPr>
              <a:xfrm>
                <a:off x="2607872" y="5793363"/>
                <a:ext cx="823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000" i="1"/>
                  <a:t>Major Release</a:t>
                </a:r>
              </a:p>
              <a:p>
                <a:pPr algn="l"/>
                <a:r>
                  <a:rPr lang="en-US" sz="1000" i="1"/>
                  <a:t>Minor Release</a:t>
                </a:r>
              </a:p>
            </p:txBody>
          </p:sp>
        </p:grpSp>
        <p:sp>
          <p:nvSpPr>
            <p:cNvPr id="153" name="Rechteck 201">
              <a:extLst>
                <a:ext uri="{FF2B5EF4-FFF2-40B4-BE49-F238E27FC236}">
                  <a16:creationId xmlns:a16="http://schemas.microsoft.com/office/drawing/2014/main" id="{EB21645A-C0B5-4F8E-BE00-2F338463E6A3}"/>
                </a:ext>
              </a:extLst>
            </p:cNvPr>
            <p:cNvSpPr/>
            <p:nvPr/>
          </p:nvSpPr>
          <p:spPr>
            <a:xfrm>
              <a:off x="2228545" y="5729685"/>
              <a:ext cx="1302849" cy="437753"/>
            </a:xfrm>
            <a:prstGeom prst="rect">
              <a:avLst/>
            </a:prstGeom>
            <a:noFill/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  <p:sp>
        <p:nvSpPr>
          <p:cNvPr id="5" name="Eingekerbter Richtungspfeil 49">
            <a:extLst>
              <a:ext uri="{FF2B5EF4-FFF2-40B4-BE49-F238E27FC236}">
                <a16:creationId xmlns:a16="http://schemas.microsoft.com/office/drawing/2014/main" id="{316A0826-2F60-B693-DEE9-8743F16ECAE7}"/>
              </a:ext>
            </a:extLst>
          </p:cNvPr>
          <p:cNvSpPr/>
          <p:nvPr/>
        </p:nvSpPr>
        <p:spPr bwMode="auto">
          <a:xfrm>
            <a:off x="4761680" y="3323278"/>
            <a:ext cx="6772712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2023</a:t>
            </a:r>
            <a:endParaRPr lang="en-US" sz="1200" b="1" kern="0">
              <a:solidFill>
                <a:srgbClr val="FF00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Eingekerbter Richtungspfeil 63">
            <a:extLst>
              <a:ext uri="{FF2B5EF4-FFF2-40B4-BE49-F238E27FC236}">
                <a16:creationId xmlns:a16="http://schemas.microsoft.com/office/drawing/2014/main" id="{DE79AF23-D7ED-CE7E-D297-FDB9EA6B818F}"/>
              </a:ext>
            </a:extLst>
          </p:cNvPr>
          <p:cNvSpPr/>
          <p:nvPr/>
        </p:nvSpPr>
        <p:spPr bwMode="auto">
          <a:xfrm>
            <a:off x="985138" y="3323278"/>
            <a:ext cx="3925220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36000" tIns="54000" rIns="36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2022</a:t>
            </a:r>
            <a:endParaRPr lang="en-US" sz="1200" b="1" kern="0">
              <a:solidFill>
                <a:srgbClr val="00557C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FA09F81-4F15-98C4-60EA-A58B2BE57FDD}"/>
              </a:ext>
            </a:extLst>
          </p:cNvPr>
          <p:cNvCxnSpPr>
            <a:cxnSpLocks/>
          </p:cNvCxnSpPr>
          <p:nvPr/>
        </p:nvCxnSpPr>
        <p:spPr>
          <a:xfrm>
            <a:off x="4427311" y="2898753"/>
            <a:ext cx="0" cy="2512049"/>
          </a:xfrm>
          <a:prstGeom prst="line">
            <a:avLst/>
          </a:prstGeom>
          <a:ln w="9525">
            <a:solidFill>
              <a:srgbClr val="7030A0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125">
            <a:extLst>
              <a:ext uri="{FF2B5EF4-FFF2-40B4-BE49-F238E27FC236}">
                <a16:creationId xmlns:a16="http://schemas.microsoft.com/office/drawing/2014/main" id="{66776F9E-8157-89DD-C49F-04243A0303CD}"/>
              </a:ext>
            </a:extLst>
          </p:cNvPr>
          <p:cNvSpPr txBox="1"/>
          <p:nvPr/>
        </p:nvSpPr>
        <p:spPr>
          <a:xfrm>
            <a:off x="4546199" y="4931859"/>
            <a:ext cx="515285" cy="540068"/>
          </a:xfrm>
          <a:prstGeom prst="wedgeRoundRectCallout">
            <a:avLst>
              <a:gd name="adj1" fmla="val -31048"/>
              <a:gd name="adj2" fmla="val 12225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pPr algn="l"/>
            <a:r>
              <a:rPr lang="en-US">
                <a:solidFill>
                  <a:srgbClr val="7030A0"/>
                </a:solidFill>
              </a:rPr>
              <a:t>Start Upgrade</a:t>
            </a:r>
            <a:br>
              <a:rPr lang="en-US">
                <a:solidFill>
                  <a:srgbClr val="7030A0"/>
                </a:solidFill>
              </a:rPr>
            </a:br>
            <a:r>
              <a:rPr lang="en-US">
                <a:solidFill>
                  <a:srgbClr val="7030A0"/>
                </a:solidFill>
              </a:rPr>
              <a:t>SAP </a:t>
            </a:r>
          </a:p>
          <a:p>
            <a:pPr algn="l"/>
            <a:r>
              <a:rPr lang="en-US">
                <a:solidFill>
                  <a:srgbClr val="7030A0"/>
                </a:solidFill>
              </a:rPr>
              <a:t>Release</a:t>
            </a:r>
          </a:p>
        </p:txBody>
      </p:sp>
      <p:sp>
        <p:nvSpPr>
          <p:cNvPr id="190" name="Flussdiagramm: Verbinder 124">
            <a:extLst>
              <a:ext uri="{FF2B5EF4-FFF2-40B4-BE49-F238E27FC236}">
                <a16:creationId xmlns:a16="http://schemas.microsoft.com/office/drawing/2014/main" id="{8BE69A1C-3461-49A2-A0FB-E731A943EADD}"/>
              </a:ext>
            </a:extLst>
          </p:cNvPr>
          <p:cNvSpPr/>
          <p:nvPr/>
        </p:nvSpPr>
        <p:spPr bwMode="auto">
          <a:xfrm>
            <a:off x="5506178" y="2679539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36" name="Eingekerbter Richtungspfeil 67">
            <a:extLst>
              <a:ext uri="{FF2B5EF4-FFF2-40B4-BE49-F238E27FC236}">
                <a16:creationId xmlns:a16="http://schemas.microsoft.com/office/drawing/2014/main" id="{43CF1365-3E10-BA4F-442E-AB25F4712E88}"/>
              </a:ext>
            </a:extLst>
          </p:cNvPr>
          <p:cNvSpPr/>
          <p:nvPr/>
        </p:nvSpPr>
        <p:spPr bwMode="auto">
          <a:xfrm>
            <a:off x="7846968" y="3855788"/>
            <a:ext cx="2507021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10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3" name="Eingekerbter Richtungspfeil 111">
            <a:extLst>
              <a:ext uri="{FF2B5EF4-FFF2-40B4-BE49-F238E27FC236}">
                <a16:creationId xmlns:a16="http://schemas.microsoft.com/office/drawing/2014/main" id="{75CC941B-94DA-4FAC-9FCD-5FD0B71D83F1}"/>
              </a:ext>
            </a:extLst>
          </p:cNvPr>
          <p:cNvSpPr/>
          <p:nvPr/>
        </p:nvSpPr>
        <p:spPr bwMode="auto">
          <a:xfrm>
            <a:off x="9983730" y="4167689"/>
            <a:ext cx="896696" cy="102453"/>
          </a:xfrm>
          <a:prstGeom prst="chevron">
            <a:avLst/>
          </a:prstGeom>
          <a:solidFill>
            <a:schemeClr val="tx1"/>
          </a:solidFill>
          <a:ln w="19050"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FF9000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CED89D8-95F3-AA48-9297-EC42B1F4D96A}"/>
              </a:ext>
            </a:extLst>
          </p:cNvPr>
          <p:cNvSpPr txBox="1"/>
          <p:nvPr/>
        </p:nvSpPr>
        <p:spPr>
          <a:xfrm>
            <a:off x="2991509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20.-24.11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8597361-AF1A-EC8D-46D4-9180C3855717}"/>
              </a:ext>
            </a:extLst>
          </p:cNvPr>
          <p:cNvSpPr txBox="1"/>
          <p:nvPr/>
        </p:nvSpPr>
        <p:spPr>
          <a:xfrm>
            <a:off x="5313055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19.-23.02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00B4B54D-4A70-356A-208B-9555E91645EA}"/>
              </a:ext>
            </a:extLst>
          </p:cNvPr>
          <p:cNvSpPr txBox="1"/>
          <p:nvPr/>
        </p:nvSpPr>
        <p:spPr>
          <a:xfrm>
            <a:off x="7627243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20.-27.05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3854AE7-3095-C028-E4BD-C896A1D578ED}"/>
              </a:ext>
            </a:extLst>
          </p:cNvPr>
          <p:cNvSpPr txBox="1"/>
          <p:nvPr/>
        </p:nvSpPr>
        <p:spPr>
          <a:xfrm>
            <a:off x="9974947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19.-23.08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94E1F22-12C2-0AAB-1A30-CD3524465B7A}"/>
              </a:ext>
            </a:extLst>
          </p:cNvPr>
          <p:cNvSpPr txBox="1"/>
          <p:nvPr/>
        </p:nvSpPr>
        <p:spPr>
          <a:xfrm>
            <a:off x="30959" y="3166019"/>
            <a:ext cx="504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  <a:highlight>
                  <a:srgbClr val="FFFF00"/>
                </a:highlight>
              </a:rPr>
              <a:t>Planning Weeks</a:t>
            </a: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1B73B66E-68ED-5B05-C427-B8E2E91E069F}"/>
              </a:ext>
            </a:extLst>
          </p:cNvPr>
          <p:cNvSpPr/>
          <p:nvPr/>
        </p:nvSpPr>
        <p:spPr>
          <a:xfrm>
            <a:off x="3185693" y="3063020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A035D4E3-E0F2-1545-214D-7858F27AB8FE}"/>
              </a:ext>
            </a:extLst>
          </p:cNvPr>
          <p:cNvSpPr/>
          <p:nvPr/>
        </p:nvSpPr>
        <p:spPr>
          <a:xfrm>
            <a:off x="5487160" y="3055648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002BCB67-5E2E-7B05-A402-4F591A9A69D1}"/>
              </a:ext>
            </a:extLst>
          </p:cNvPr>
          <p:cNvSpPr/>
          <p:nvPr/>
        </p:nvSpPr>
        <p:spPr>
          <a:xfrm>
            <a:off x="7788393" y="307531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3" name="Gleichschenkliges Dreieck 22">
            <a:extLst>
              <a:ext uri="{FF2B5EF4-FFF2-40B4-BE49-F238E27FC236}">
                <a16:creationId xmlns:a16="http://schemas.microsoft.com/office/drawing/2014/main" id="{F0FEDC6D-0ABA-5438-E61A-C0307ADF26DC}"/>
              </a:ext>
            </a:extLst>
          </p:cNvPr>
          <p:cNvSpPr/>
          <p:nvPr/>
        </p:nvSpPr>
        <p:spPr>
          <a:xfrm>
            <a:off x="10113796" y="306762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D37AE32-B5CF-6D75-D5C2-A4F4015FBF0E}"/>
              </a:ext>
            </a:extLst>
          </p:cNvPr>
          <p:cNvSpPr txBox="1"/>
          <p:nvPr/>
        </p:nvSpPr>
        <p:spPr>
          <a:xfrm>
            <a:off x="949219" y="3232501"/>
            <a:ext cx="64280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28.08.-1.09</a:t>
            </a:r>
          </a:p>
        </p:txBody>
      </p:sp>
      <p:sp>
        <p:nvSpPr>
          <p:cNvPr id="30" name="Cube 62">
            <a:extLst>
              <a:ext uri="{FF2B5EF4-FFF2-40B4-BE49-F238E27FC236}">
                <a16:creationId xmlns:a16="http://schemas.microsoft.com/office/drawing/2014/main" id="{03DD8DCE-7BB8-168D-2B14-9F4AA1BE36DA}"/>
              </a:ext>
            </a:extLst>
          </p:cNvPr>
          <p:cNvSpPr/>
          <p:nvPr/>
        </p:nvSpPr>
        <p:spPr>
          <a:xfrm>
            <a:off x="9683551" y="4973975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2309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E90DE7F-9AFB-04E0-D3B3-A04327C728A2}"/>
              </a:ext>
            </a:extLst>
          </p:cNvPr>
          <p:cNvSpPr txBox="1"/>
          <p:nvPr/>
        </p:nvSpPr>
        <p:spPr>
          <a:xfrm>
            <a:off x="5296338" y="5066723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61CBC3E-3CB5-17E4-07B5-1F8D081D5BC0}"/>
              </a:ext>
            </a:extLst>
          </p:cNvPr>
          <p:cNvSpPr txBox="1"/>
          <p:nvPr/>
        </p:nvSpPr>
        <p:spPr>
          <a:xfrm>
            <a:off x="5892323" y="5084597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65719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lowchart: Manual Operation 30">
            <a:extLst>
              <a:ext uri="{FF2B5EF4-FFF2-40B4-BE49-F238E27FC236}">
                <a16:creationId xmlns:a16="http://schemas.microsoft.com/office/drawing/2014/main" id="{39BCCAC1-02C8-519A-EC00-74DA33C99D19}"/>
              </a:ext>
            </a:extLst>
          </p:cNvPr>
          <p:cNvSpPr/>
          <p:nvPr/>
        </p:nvSpPr>
        <p:spPr>
          <a:xfrm rot="5400000">
            <a:off x="137367" y="3506874"/>
            <a:ext cx="3825948" cy="631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5662"/>
              <a:gd name="connsiteY0" fmla="*/ 0 h 10000"/>
              <a:gd name="connsiteX1" fmla="*/ 15662 w 15662"/>
              <a:gd name="connsiteY1" fmla="*/ 563 h 10000"/>
              <a:gd name="connsiteX2" fmla="*/ 8000 w 15662"/>
              <a:gd name="connsiteY2" fmla="*/ 10000 h 10000"/>
              <a:gd name="connsiteX3" fmla="*/ 2000 w 15662"/>
              <a:gd name="connsiteY3" fmla="*/ 10000 h 10000"/>
              <a:gd name="connsiteX4" fmla="*/ 0 w 15662"/>
              <a:gd name="connsiteY4" fmla="*/ 0 h 10000"/>
              <a:gd name="connsiteX0" fmla="*/ 0 w 18813"/>
              <a:gd name="connsiteY0" fmla="*/ 0 h 9437"/>
              <a:gd name="connsiteX1" fmla="*/ 18813 w 18813"/>
              <a:gd name="connsiteY1" fmla="*/ 0 h 9437"/>
              <a:gd name="connsiteX2" fmla="*/ 11151 w 18813"/>
              <a:gd name="connsiteY2" fmla="*/ 9437 h 9437"/>
              <a:gd name="connsiteX3" fmla="*/ 5151 w 18813"/>
              <a:gd name="connsiteY3" fmla="*/ 9437 h 9437"/>
              <a:gd name="connsiteX4" fmla="*/ 0 w 18813"/>
              <a:gd name="connsiteY4" fmla="*/ 0 h 9437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2738 w 10364"/>
              <a:gd name="connsiteY3" fmla="*/ 10000 h 10000"/>
              <a:gd name="connsiteX4" fmla="*/ 0 w 10364"/>
              <a:gd name="connsiteY4" fmla="*/ 0 h 10000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3952 w 10364"/>
              <a:gd name="connsiteY3" fmla="*/ 9851 h 10000"/>
              <a:gd name="connsiteX4" fmla="*/ 0 w 10364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4" h="10000">
                <a:moveTo>
                  <a:pt x="0" y="0"/>
                </a:moveTo>
                <a:lnTo>
                  <a:pt x="10364" y="0"/>
                </a:lnTo>
                <a:lnTo>
                  <a:pt x="5927" y="10000"/>
                </a:lnTo>
                <a:lnTo>
                  <a:pt x="3952" y="9851"/>
                </a:lnTo>
                <a:lnTo>
                  <a:pt x="0" y="0"/>
                </a:lnTo>
                <a:close/>
              </a:path>
            </a:pathLst>
          </a:custGeom>
          <a:solidFill>
            <a:srgbClr val="00C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FCEAB-525F-3927-90F3-31A3624FC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3168A5-68A3-8F3D-7185-51431ADB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de-DE" b="0" dirty="0"/>
              <a:t>Pilot GoLive „</a:t>
            </a:r>
            <a:r>
              <a:rPr lang="de-DE" b="0" dirty="0" err="1"/>
              <a:t>Buzias</a:t>
            </a:r>
            <a:r>
              <a:rPr lang="de-DE" b="0" dirty="0"/>
              <a:t>“: </a:t>
            </a:r>
            <a:r>
              <a:rPr lang="en-US" b="0" dirty="0"/>
              <a:t>New Global Solution “Indirect X”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4B72C0-A53D-354D-E5D2-652D1D8D5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32" y="3064563"/>
            <a:ext cx="1796034" cy="15750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1C3006-060E-91C5-64CC-E003A2043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249" y="1929333"/>
            <a:ext cx="9004657" cy="3806325"/>
          </a:xfrm>
          <a:prstGeom prst="rect">
            <a:avLst/>
          </a:prstGeom>
          <a:ln>
            <a:solidFill>
              <a:srgbClr val="00C1E0"/>
            </a:solidFill>
          </a:ln>
        </p:spPr>
      </p:pic>
      <p:grpSp>
        <p:nvGrpSpPr>
          <p:cNvPr id="22" name="Gruppieren 141">
            <a:extLst>
              <a:ext uri="{FF2B5EF4-FFF2-40B4-BE49-F238E27FC236}">
                <a16:creationId xmlns:a16="http://schemas.microsoft.com/office/drawing/2014/main" id="{511F8757-12EC-D915-426D-82B5F23D1C60}"/>
              </a:ext>
            </a:extLst>
          </p:cNvPr>
          <p:cNvGrpSpPr/>
          <p:nvPr/>
        </p:nvGrpSpPr>
        <p:grpSpPr>
          <a:xfrm>
            <a:off x="6579173" y="6270774"/>
            <a:ext cx="2842113" cy="454130"/>
            <a:chOff x="5802505" y="353744"/>
            <a:chExt cx="2842113" cy="454130"/>
          </a:xfrm>
        </p:grpSpPr>
        <p:sp>
          <p:nvSpPr>
            <p:cNvPr id="23" name="Rechteck 142">
              <a:extLst>
                <a:ext uri="{FF2B5EF4-FFF2-40B4-BE49-F238E27FC236}">
                  <a16:creationId xmlns:a16="http://schemas.microsoft.com/office/drawing/2014/main" id="{DCB385BC-C31E-428E-119B-5A3FB5EA50D7}"/>
                </a:ext>
              </a:extLst>
            </p:cNvPr>
            <p:cNvSpPr/>
            <p:nvPr/>
          </p:nvSpPr>
          <p:spPr>
            <a:xfrm>
              <a:off x="5923311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4" name="Rechteck 143">
              <a:extLst>
                <a:ext uri="{FF2B5EF4-FFF2-40B4-BE49-F238E27FC236}">
                  <a16:creationId xmlns:a16="http://schemas.microsoft.com/office/drawing/2014/main" id="{93F1BE89-3BF4-E687-7530-6C5A48E9AD49}"/>
                </a:ext>
              </a:extLst>
            </p:cNvPr>
            <p:cNvSpPr/>
            <p:nvPr/>
          </p:nvSpPr>
          <p:spPr>
            <a:xfrm>
              <a:off x="6894849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0064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5" name="TextBox 88">
              <a:extLst>
                <a:ext uri="{FF2B5EF4-FFF2-40B4-BE49-F238E27FC236}">
                  <a16:creationId xmlns:a16="http://schemas.microsoft.com/office/drawing/2014/main" id="{0B1F67C8-11F4-09D1-157C-167E70BBD499}"/>
                </a:ext>
              </a:extLst>
            </p:cNvPr>
            <p:cNvSpPr txBox="1"/>
            <p:nvPr/>
          </p:nvSpPr>
          <p:spPr>
            <a:xfrm>
              <a:off x="5882715" y="585512"/>
              <a:ext cx="853787" cy="209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myMall</a:t>
              </a:r>
            </a:p>
          </p:txBody>
        </p:sp>
        <p:sp>
          <p:nvSpPr>
            <p:cNvPr id="26" name="TextBox 89">
              <a:extLst>
                <a:ext uri="{FF2B5EF4-FFF2-40B4-BE49-F238E27FC236}">
                  <a16:creationId xmlns:a16="http://schemas.microsoft.com/office/drawing/2014/main" id="{148F36C4-8E12-C5C0-9BE4-3D3932652D74}"/>
                </a:ext>
              </a:extLst>
            </p:cNvPr>
            <p:cNvSpPr txBox="1"/>
            <p:nvPr/>
          </p:nvSpPr>
          <p:spPr>
            <a:xfrm>
              <a:off x="6749659" y="577705"/>
              <a:ext cx="1033887" cy="230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SAP (S4/BTP)</a:t>
              </a:r>
            </a:p>
          </p:txBody>
        </p:sp>
        <p:sp>
          <p:nvSpPr>
            <p:cNvPr id="27" name="TextBox 90">
              <a:extLst>
                <a:ext uri="{FF2B5EF4-FFF2-40B4-BE49-F238E27FC236}">
                  <a16:creationId xmlns:a16="http://schemas.microsoft.com/office/drawing/2014/main" id="{D83AE399-4402-BDC6-39DA-1EE279C7AD72}"/>
                </a:ext>
              </a:extLst>
            </p:cNvPr>
            <p:cNvSpPr txBox="1"/>
            <p:nvPr/>
          </p:nvSpPr>
          <p:spPr>
            <a:xfrm>
              <a:off x="7800648" y="572677"/>
              <a:ext cx="737203" cy="166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SCM Star</a:t>
              </a:r>
            </a:p>
          </p:txBody>
        </p:sp>
        <p:sp>
          <p:nvSpPr>
            <p:cNvPr id="28" name="Rechteck 149">
              <a:extLst>
                <a:ext uri="{FF2B5EF4-FFF2-40B4-BE49-F238E27FC236}">
                  <a16:creationId xmlns:a16="http://schemas.microsoft.com/office/drawing/2014/main" id="{1F55CC7D-5B01-0C46-16CE-BE7DAC7905C2}"/>
                </a:ext>
              </a:extLst>
            </p:cNvPr>
            <p:cNvSpPr/>
            <p:nvPr/>
          </p:nvSpPr>
          <p:spPr>
            <a:xfrm>
              <a:off x="7799045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EC66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9" name="Rechteck 150">
              <a:extLst>
                <a:ext uri="{FF2B5EF4-FFF2-40B4-BE49-F238E27FC236}">
                  <a16:creationId xmlns:a16="http://schemas.microsoft.com/office/drawing/2014/main" id="{45BBBB0A-BF11-94FA-5391-D46D4E7705B3}"/>
                </a:ext>
              </a:extLst>
            </p:cNvPr>
            <p:cNvSpPr/>
            <p:nvPr/>
          </p:nvSpPr>
          <p:spPr>
            <a:xfrm>
              <a:off x="5802505" y="353744"/>
              <a:ext cx="2842113" cy="4216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</p:grpSp>
      <p:sp>
        <p:nvSpPr>
          <p:cNvPr id="30" name="Textfeld 14">
            <a:extLst>
              <a:ext uri="{FF2B5EF4-FFF2-40B4-BE49-F238E27FC236}">
                <a16:creationId xmlns:a16="http://schemas.microsoft.com/office/drawing/2014/main" id="{2902457B-4E8D-3F46-B2CB-75361C405680}"/>
              </a:ext>
            </a:extLst>
          </p:cNvPr>
          <p:cNvSpPr txBox="1"/>
          <p:nvPr/>
        </p:nvSpPr>
        <p:spPr>
          <a:xfrm>
            <a:off x="6586244" y="6025409"/>
            <a:ext cx="2375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Workflow </a:t>
            </a:r>
            <a:r>
              <a:rPr lang="de-DE" sz="1400" dirty="0" err="1"/>
              <a:t>Steps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7232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003170-E275-EF9C-2413-CAE87B142AC3}"/>
              </a:ext>
            </a:extLst>
          </p:cNvPr>
          <p:cNvSpPr txBox="1"/>
          <p:nvPr/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0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A blue circle with a cursor and a white text&#10;&#10;Description automatically generated">
            <a:extLst>
              <a:ext uri="{FF2B5EF4-FFF2-40B4-BE49-F238E27FC236}">
                <a16:creationId xmlns:a16="http://schemas.microsoft.com/office/drawing/2014/main" id="{42512254-E88D-C3EE-F717-B71986757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8596" y="1578911"/>
            <a:ext cx="3020254" cy="30584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BEDC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BF0D6-5E16-6CF4-14FB-4450D5D60D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59160" y="6310800"/>
            <a:ext cx="9216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9573C-7F22-5AC8-72C6-35E1E3C5A9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1162" y="6310800"/>
            <a:ext cx="648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0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: Indirect X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24C55F-4D50-CB72-0490-DFBCC151B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245183"/>
              </p:ext>
            </p:extLst>
          </p:nvPr>
        </p:nvGraphicFramePr>
        <p:xfrm>
          <a:off x="1059160" y="1153885"/>
          <a:ext cx="10751840" cy="498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330076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1320: Hypercare Support issues (Indirect X)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A664BDB-3945-A7E0-B0A4-E66E3657A7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225508"/>
              </p:ext>
            </p:extLst>
          </p:nvPr>
        </p:nvGraphicFramePr>
        <p:xfrm>
          <a:off x="1155700" y="1333500"/>
          <a:ext cx="9645650" cy="448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82684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0D3EB-A0F3-326A-B5BD-85034727C5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340E-C90A-453F-8C7F-882038D283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37AE14-B9BE-6A5D-E288-D7AE229968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969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B8-A558-F51F-2827-63DE6D0E75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400" y="1702799"/>
            <a:ext cx="9252000" cy="4104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Back Up Slide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8FCE-7A8C-E3E5-F11C-5A3DB635E9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8412-5B4B-A4BD-AB48-56C8C02D09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4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 dirty="0"/>
              <a:t>Procure-2-Receipt (P2R) | </a:t>
            </a:r>
            <a:r>
              <a:rPr lang="de-DE" dirty="0" err="1">
                <a:solidFill>
                  <a:schemeClr val="accent2"/>
                </a:solidFill>
              </a:rPr>
              <a:t>Indirect</a:t>
            </a:r>
            <a:br>
              <a:rPr lang="de-DE" dirty="0"/>
            </a:br>
            <a:r>
              <a:rPr lang="de-DE" b="0" dirty="0" err="1"/>
              <a:t>Simplified</a:t>
            </a:r>
            <a:r>
              <a:rPr lang="de-DE" b="0" dirty="0"/>
              <a:t> </a:t>
            </a:r>
            <a:r>
              <a:rPr lang="en-US" b="0" dirty="0"/>
              <a:t>Architecture overview</a:t>
            </a:r>
            <a:endParaRPr lang="de-DE" b="0" dirty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77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4563120" y="1474904"/>
            <a:ext cx="2476872" cy="146979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S4 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AIF (myMall)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PR / PO / GR (System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records</a:t>
            </a:r>
            <a:r>
              <a:rPr lang="de-DE" sz="1400" dirty="0"/>
              <a:t>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8851037" y="2130863"/>
            <a:ext cx="1935332" cy="1012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SAT</a:t>
            </a:r>
            <a:endParaRPr lang="de-DE" sz="1400" b="1" dirty="0"/>
          </a:p>
          <a:p>
            <a:pPr algn="ctr"/>
            <a:r>
              <a:rPr lang="de-DE" sz="1400" dirty="0" err="1"/>
              <a:t>Approver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8837322" y="3733274"/>
            <a:ext cx="1935332" cy="11959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SCM STAR</a:t>
            </a:r>
          </a:p>
          <a:p>
            <a:pPr algn="ctr"/>
            <a:r>
              <a:rPr lang="de-DE" sz="1400" dirty="0"/>
              <a:t>RFQ </a:t>
            </a:r>
            <a:r>
              <a:rPr lang="de-DE" sz="1400" dirty="0" err="1"/>
              <a:t>processing</a:t>
            </a:r>
            <a:endParaRPr lang="de-DE" sz="140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46BADE9-D0C3-4F6D-CF35-08D5A2257239}"/>
              </a:ext>
            </a:extLst>
          </p:cNvPr>
          <p:cNvSpPr/>
          <p:nvPr/>
        </p:nvSpPr>
        <p:spPr>
          <a:xfrm>
            <a:off x="4545539" y="3733275"/>
            <a:ext cx="2494453" cy="11959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BTP 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PA </a:t>
            </a:r>
            <a:r>
              <a:rPr lang="de-DE" sz="1400" dirty="0" err="1"/>
              <a:t>forms</a:t>
            </a:r>
            <a:r>
              <a:rPr lang="de-DE" sz="1400" dirty="0"/>
              <a:t>**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Apps (PO Change)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47B06B4-6D94-6C82-5548-D0DA6C6925BA}"/>
              </a:ext>
            </a:extLst>
          </p:cNvPr>
          <p:cNvSpPr/>
          <p:nvPr/>
        </p:nvSpPr>
        <p:spPr>
          <a:xfrm>
            <a:off x="603854" y="1713577"/>
            <a:ext cx="1935332" cy="123112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myMall</a:t>
            </a:r>
          </a:p>
          <a:p>
            <a:pPr marL="357188" indent="-217488" algn="l">
              <a:buFontTx/>
              <a:buChar char="-"/>
            </a:pPr>
            <a:r>
              <a:rPr lang="de-DE" sz="1400" dirty="0" err="1"/>
              <a:t>Catalogs</a:t>
            </a:r>
            <a:endParaRPr lang="de-DE" sz="1400" dirty="0"/>
          </a:p>
          <a:p>
            <a:pPr marL="357188" indent="-217488" algn="l">
              <a:buFontTx/>
              <a:buChar char="-"/>
            </a:pPr>
            <a:r>
              <a:rPr lang="de-DE" sz="1400" dirty="0"/>
              <a:t>Shopping </a:t>
            </a:r>
            <a:r>
              <a:rPr lang="de-DE" sz="1400" dirty="0" err="1"/>
              <a:t>Cart</a:t>
            </a:r>
            <a:endParaRPr lang="de-DE" sz="1400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2FA145-A31D-EE2A-0E95-15B48350FC08}"/>
              </a:ext>
            </a:extLst>
          </p:cNvPr>
          <p:cNvCxnSpPr/>
          <p:nvPr/>
        </p:nvCxnSpPr>
        <p:spPr>
          <a:xfrm>
            <a:off x="2539186" y="2057593"/>
            <a:ext cx="2023934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7F05FA4-6C49-B729-F65C-ED6EB9E0ADFF}"/>
              </a:ext>
            </a:extLst>
          </p:cNvPr>
          <p:cNvSpPr txBox="1"/>
          <p:nvPr/>
        </p:nvSpPr>
        <p:spPr>
          <a:xfrm>
            <a:off x="2858137" y="1791476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</a:t>
            </a:r>
            <a:r>
              <a:rPr lang="de-DE" sz="1400" dirty="0" err="1"/>
              <a:t>creation</a:t>
            </a:r>
            <a:endParaRPr lang="de-DE" sz="140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C1983F1-F54F-7700-B8D1-D537D7840FB0}"/>
              </a:ext>
            </a:extLst>
          </p:cNvPr>
          <p:cNvCxnSpPr>
            <a:cxnSpLocks/>
          </p:cNvCxnSpPr>
          <p:nvPr/>
        </p:nvCxnSpPr>
        <p:spPr>
          <a:xfrm flipH="1">
            <a:off x="2539186" y="2712998"/>
            <a:ext cx="2006353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894AF1F-6F3F-AFCC-CD34-625B3037618A}"/>
              </a:ext>
            </a:extLst>
          </p:cNvPr>
          <p:cNvSpPr txBox="1"/>
          <p:nvPr/>
        </p:nvSpPr>
        <p:spPr>
          <a:xfrm>
            <a:off x="2858137" y="2763672"/>
            <a:ext cx="16068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PR, PO, GR </a:t>
            </a:r>
            <a:r>
              <a:rPr lang="de-DE" sz="1400" dirty="0" err="1"/>
              <a:t>feedback</a:t>
            </a:r>
            <a:endParaRPr lang="de-DE" sz="14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ED3931B-E0C1-8929-EE29-DA81C9739A60}"/>
              </a:ext>
            </a:extLst>
          </p:cNvPr>
          <p:cNvCxnSpPr>
            <a:cxnSpLocks/>
          </p:cNvCxnSpPr>
          <p:nvPr/>
        </p:nvCxnSpPr>
        <p:spPr>
          <a:xfrm>
            <a:off x="5113538" y="2955608"/>
            <a:ext cx="0" cy="77766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94353B5-3224-74DC-BC8D-83E98BB4F166}"/>
              </a:ext>
            </a:extLst>
          </p:cNvPr>
          <p:cNvSpPr txBox="1"/>
          <p:nvPr/>
        </p:nvSpPr>
        <p:spPr>
          <a:xfrm>
            <a:off x="4366474" y="3155415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/ PO </a:t>
            </a:r>
            <a:br>
              <a:rPr lang="de-DE" sz="1400" dirty="0"/>
            </a:br>
            <a:r>
              <a:rPr lang="de-DE" sz="1400" dirty="0" err="1"/>
              <a:t>events</a:t>
            </a:r>
            <a:endParaRPr lang="de-DE" sz="14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27206BF-E242-22AC-4C2B-559073406EBD}"/>
              </a:ext>
            </a:extLst>
          </p:cNvPr>
          <p:cNvSpPr txBox="1"/>
          <p:nvPr/>
        </p:nvSpPr>
        <p:spPr>
          <a:xfrm>
            <a:off x="6304572" y="3157614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Various</a:t>
            </a:r>
            <a:r>
              <a:rPr lang="de-DE" sz="1400" dirty="0"/>
              <a:t> APIs*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38811A1-CB3B-1AFA-A8C8-61DCD7D3EE48}"/>
              </a:ext>
            </a:extLst>
          </p:cNvPr>
          <p:cNvCxnSpPr>
            <a:cxnSpLocks/>
          </p:cNvCxnSpPr>
          <p:nvPr/>
        </p:nvCxnSpPr>
        <p:spPr>
          <a:xfrm flipV="1">
            <a:off x="7032863" y="2586588"/>
            <a:ext cx="1804460" cy="15091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2B3515C0-0C8A-41AD-2C84-E44243676E8F}"/>
              </a:ext>
            </a:extLst>
          </p:cNvPr>
          <p:cNvSpPr txBox="1"/>
          <p:nvPr/>
        </p:nvSpPr>
        <p:spPr>
          <a:xfrm>
            <a:off x="7674689" y="2350689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Get</a:t>
            </a:r>
            <a:r>
              <a:rPr lang="de-DE" sz="1400" dirty="0"/>
              <a:t> SAT GIDs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0CB2987-A58A-BFA0-6E4E-4E4E53F98CB0}"/>
              </a:ext>
            </a:extLst>
          </p:cNvPr>
          <p:cNvCxnSpPr>
            <a:cxnSpLocks/>
          </p:cNvCxnSpPr>
          <p:nvPr/>
        </p:nvCxnSpPr>
        <p:spPr>
          <a:xfrm>
            <a:off x="7039992" y="4472403"/>
            <a:ext cx="17973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7FFB60F-D85B-4F66-55D7-A3273B7E1B6D}"/>
              </a:ext>
            </a:extLst>
          </p:cNvPr>
          <p:cNvSpPr txBox="1"/>
          <p:nvPr/>
        </p:nvSpPr>
        <p:spPr>
          <a:xfrm>
            <a:off x="7229353" y="4556127"/>
            <a:ext cx="17306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Initiate</a:t>
            </a:r>
            <a:r>
              <a:rPr lang="de-DE" sz="1400" dirty="0"/>
              <a:t> RFQ</a:t>
            </a:r>
          </a:p>
          <a:p>
            <a:pPr algn="l"/>
            <a:r>
              <a:rPr lang="de-DE" sz="1400" dirty="0" err="1"/>
              <a:t>Get</a:t>
            </a:r>
            <a:r>
              <a:rPr lang="de-DE" sz="1400" dirty="0"/>
              <a:t> RFQ </a:t>
            </a:r>
            <a:r>
              <a:rPr lang="de-DE" sz="1400" dirty="0" err="1"/>
              <a:t>results</a:t>
            </a:r>
            <a:endParaRPr lang="de-DE" sz="14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8CE64C9-95FE-8E35-1DE4-772531EE82CA}"/>
              </a:ext>
            </a:extLst>
          </p:cNvPr>
          <p:cNvSpPr txBox="1"/>
          <p:nvPr/>
        </p:nvSpPr>
        <p:spPr>
          <a:xfrm>
            <a:off x="523551" y="5587102"/>
            <a:ext cx="1114489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tabLst>
                <a:tab pos="352425" algn="l"/>
              </a:tabLst>
            </a:pPr>
            <a:r>
              <a:rPr lang="de-DE" sz="1400" dirty="0"/>
              <a:t>*) 	PR </a:t>
            </a:r>
            <a:r>
              <a:rPr lang="de-DE" sz="1400" dirty="0" err="1"/>
              <a:t>change</a:t>
            </a:r>
            <a:r>
              <a:rPr lang="de-DE" sz="1400" dirty="0"/>
              <a:t>, PR release, PO </a:t>
            </a:r>
            <a:r>
              <a:rPr lang="de-DE" sz="1400" dirty="0" err="1"/>
              <a:t>creation</a:t>
            </a:r>
            <a:r>
              <a:rPr lang="de-DE" sz="1400" dirty="0"/>
              <a:t>, PO </a:t>
            </a:r>
            <a:r>
              <a:rPr lang="de-DE" sz="1400" dirty="0" err="1"/>
              <a:t>change</a:t>
            </a:r>
            <a:r>
              <a:rPr lang="de-DE" sz="1400" dirty="0"/>
              <a:t>, PO release, Asset </a:t>
            </a:r>
            <a:r>
              <a:rPr lang="de-DE" sz="1400" dirty="0" err="1"/>
              <a:t>creation</a:t>
            </a:r>
            <a:r>
              <a:rPr lang="de-DE" sz="1400" dirty="0"/>
              <a:t>, GET </a:t>
            </a:r>
            <a:r>
              <a:rPr lang="de-DE" sz="1400" dirty="0" err="1"/>
              <a:t>calls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supplier, </a:t>
            </a:r>
            <a:r>
              <a:rPr lang="de-DE" sz="1400" dirty="0" err="1"/>
              <a:t>value</a:t>
            </a:r>
            <a:r>
              <a:rPr lang="de-DE" sz="1400" dirty="0"/>
              <a:t> </a:t>
            </a:r>
            <a:r>
              <a:rPr lang="de-DE" sz="1400" dirty="0" err="1"/>
              <a:t>helps</a:t>
            </a:r>
            <a:r>
              <a:rPr lang="de-DE" sz="1400" dirty="0"/>
              <a:t>, </a:t>
            </a:r>
            <a:br>
              <a:rPr lang="de-DE" sz="1400" dirty="0"/>
            </a:br>
            <a:r>
              <a:rPr lang="de-DE" sz="1400" dirty="0"/>
              <a:t>    	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, etc. </a:t>
            </a:r>
          </a:p>
          <a:p>
            <a:pPr algn="l">
              <a:tabLst>
                <a:tab pos="352425" algn="l"/>
              </a:tabLst>
            </a:pPr>
            <a:r>
              <a:rPr lang="de-DE" sz="1400" dirty="0"/>
              <a:t>**) 	</a:t>
            </a:r>
            <a:r>
              <a:rPr lang="de-DE" sz="1400" dirty="0" err="1"/>
              <a:t>Requester</a:t>
            </a:r>
            <a:r>
              <a:rPr lang="de-DE" sz="1400" dirty="0"/>
              <a:t> </a:t>
            </a:r>
            <a:r>
              <a:rPr lang="de-DE" sz="1400" dirty="0" err="1"/>
              <a:t>completion</a:t>
            </a:r>
            <a:r>
              <a:rPr lang="de-DE" sz="1400" dirty="0"/>
              <a:t>, Supplier </a:t>
            </a:r>
            <a:r>
              <a:rPr lang="de-DE" sz="1400" dirty="0" err="1"/>
              <a:t>selection</a:t>
            </a:r>
            <a:r>
              <a:rPr lang="de-DE" sz="1400" dirty="0"/>
              <a:t>, </a:t>
            </a:r>
            <a:r>
              <a:rPr lang="de-DE" sz="1400" dirty="0" err="1"/>
              <a:t>Purchaser</a:t>
            </a:r>
            <a:r>
              <a:rPr lang="de-DE" sz="1400" dirty="0"/>
              <a:t>, Asset Expert, </a:t>
            </a:r>
            <a:r>
              <a:rPr lang="de-DE" sz="1400" dirty="0" err="1"/>
              <a:t>Func</a:t>
            </a:r>
            <a:r>
              <a:rPr lang="de-DE" sz="1400" dirty="0"/>
              <a:t>/</a:t>
            </a:r>
            <a:r>
              <a:rPr lang="de-DE" sz="1400" dirty="0" err="1"/>
              <a:t>Comm</a:t>
            </a:r>
            <a:r>
              <a:rPr lang="de-DE" sz="1400" dirty="0"/>
              <a:t> </a:t>
            </a:r>
            <a:r>
              <a:rPr lang="de-DE" sz="1400" dirty="0" err="1"/>
              <a:t>approver</a:t>
            </a:r>
            <a:r>
              <a:rPr lang="de-DE" sz="1400" dirty="0"/>
              <a:t>, Support</a:t>
            </a:r>
          </a:p>
        </p:txBody>
      </p:sp>
      <p:cxnSp>
        <p:nvCxnSpPr>
          <p:cNvPr id="19" name="Gerade Verbindung mit Pfeil 32">
            <a:extLst>
              <a:ext uri="{FF2B5EF4-FFF2-40B4-BE49-F238E27FC236}">
                <a16:creationId xmlns:a16="http://schemas.microsoft.com/office/drawing/2014/main" id="{E8A92DB4-537C-7766-EF9D-2BA013E60053}"/>
              </a:ext>
            </a:extLst>
          </p:cNvPr>
          <p:cNvCxnSpPr>
            <a:cxnSpLocks/>
          </p:cNvCxnSpPr>
          <p:nvPr/>
        </p:nvCxnSpPr>
        <p:spPr>
          <a:xfrm flipV="1">
            <a:off x="6215964" y="2944698"/>
            <a:ext cx="0" cy="78857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0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F48-FF97-7F1E-22FB-B46536BF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Punchout Process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98CAE-D3CB-694B-26B6-8D10B5DA4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CC41-E49F-969F-A018-F29AC615C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46133B-461A-841D-7323-F50EA8FF3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565320"/>
              </p:ext>
            </p:extLst>
          </p:nvPr>
        </p:nvGraphicFramePr>
        <p:xfrm>
          <a:off x="833336" y="1478605"/>
          <a:ext cx="10525328" cy="4341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34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1079-918F-E311-350C-EC5FA3BC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68CDD-E590-5692-E04E-E7B51AB09E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CA2D-1F6E-A012-9A2A-8A08DDC3A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901A02-1699-9CC1-E78B-281C1418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59" y="1481724"/>
            <a:ext cx="9342129" cy="1947276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FA769F-01E8-6AD8-1F7E-77E232AAC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9" y="3647233"/>
            <a:ext cx="5808897" cy="164461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3B8E48-EC5C-0136-1574-2BD866E4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46" y="3647233"/>
            <a:ext cx="3327295" cy="1644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BDB58-DDB4-592E-A464-7D2F9EE41A82}"/>
              </a:ext>
            </a:extLst>
          </p:cNvPr>
          <p:cNvSpPr txBox="1"/>
          <p:nvPr/>
        </p:nvSpPr>
        <p:spPr>
          <a:xfrm>
            <a:off x="1919591" y="2250332"/>
            <a:ext cx="51232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1</a:t>
            </a:r>
            <a:r>
              <a:rPr lang="en-US" dirty="0">
                <a:solidFill>
                  <a:srgbClr val="FF0000"/>
                </a:solidFill>
              </a:rPr>
              <a:t>1</a:t>
            </a:r>
            <a:endParaRPr lang="en-DE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73FD9-EED6-D62D-C3E3-A3BE6B411E27}"/>
              </a:ext>
            </a:extLst>
          </p:cNvPr>
          <p:cNvSpPr txBox="1"/>
          <p:nvPr/>
        </p:nvSpPr>
        <p:spPr>
          <a:xfrm>
            <a:off x="9215336" y="3035030"/>
            <a:ext cx="2334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2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78A22C-53A0-F0A2-2398-2711712B2F32}"/>
              </a:ext>
            </a:extLst>
          </p:cNvPr>
          <p:cNvSpPr txBox="1"/>
          <p:nvPr/>
        </p:nvSpPr>
        <p:spPr>
          <a:xfrm>
            <a:off x="6018179" y="4422843"/>
            <a:ext cx="19455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3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8BB8A-083E-054A-B0D7-EEC1B4EB77AE}"/>
              </a:ext>
            </a:extLst>
          </p:cNvPr>
          <p:cNvSpPr txBox="1"/>
          <p:nvPr/>
        </p:nvSpPr>
        <p:spPr>
          <a:xfrm>
            <a:off x="5368339" y="48752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4</a:t>
            </a:r>
            <a:endParaRPr lang="en-DE" dirty="0" err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A37CC-CA04-E21A-9A86-5AFB24BE6F07}"/>
              </a:ext>
            </a:extLst>
          </p:cNvPr>
          <p:cNvSpPr txBox="1"/>
          <p:nvPr/>
        </p:nvSpPr>
        <p:spPr>
          <a:xfrm>
            <a:off x="7470843" y="4827930"/>
            <a:ext cx="2594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5</a:t>
            </a:r>
            <a:endParaRPr lang="en-DE" dirty="0" err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5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BB1A-4F6C-21A4-585D-305A714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3029-09BF-EE25-183B-89F1A8D5E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FAEE-5FF2-2157-4E9F-76BFAAC1D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Picture 8" descr="A screenshot of a web page&#10;&#10;Description automatically generated">
            <a:extLst>
              <a:ext uri="{FF2B5EF4-FFF2-40B4-BE49-F238E27FC236}">
                <a16:creationId xmlns:a16="http://schemas.microsoft.com/office/drawing/2014/main" id="{CA247965-6AA7-CDAB-4968-4A3B8D7C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83" y="1576727"/>
            <a:ext cx="3756286" cy="243235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E60E267-EB35-9116-8DB4-DA2A3951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20" y="1576727"/>
            <a:ext cx="3829678" cy="24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00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2501" y="6337384"/>
            <a:ext cx="8762454" cy="48425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/>
              <a:t>Procure-2-Receipt (P2R) | </a:t>
            </a:r>
            <a:r>
              <a:rPr lang="de-DE" err="1">
                <a:solidFill>
                  <a:schemeClr val="accent2"/>
                </a:solidFill>
              </a:rPr>
              <a:t>Indirect</a:t>
            </a:r>
            <a:br>
              <a:rPr lang="de-DE"/>
            </a:br>
            <a:r>
              <a:rPr lang="en-US" b="0"/>
              <a:t>PR/PO Release Strategy – Interaction between BTP-PA and S4</a:t>
            </a:r>
            <a:endParaRPr lang="de-DE" b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EDBF21E-7437-23C5-5476-652DADFB8614}"/>
              </a:ext>
            </a:extLst>
          </p:cNvPr>
          <p:cNvSpPr txBox="1"/>
          <p:nvPr/>
        </p:nvSpPr>
        <p:spPr>
          <a:xfrm>
            <a:off x="443882" y="5015037"/>
            <a:ext cx="11345663" cy="13223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 </a:t>
            </a:r>
            <a:r>
              <a:rPr lang="de-DE" err="1"/>
              <a:t>full</a:t>
            </a:r>
            <a:r>
              <a:rPr lang="de-DE"/>
              <a:t> </a:t>
            </a:r>
            <a:r>
              <a:rPr lang="de-DE" err="1"/>
              <a:t>flexibility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BTP-PA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define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kind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S4 </a:t>
            </a:r>
            <a:r>
              <a:rPr lang="de-DE" err="1"/>
              <a:t>documents</a:t>
            </a:r>
            <a:r>
              <a:rPr lang="de-DE"/>
              <a:t> PR and 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S4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customized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SAP </a:t>
            </a:r>
            <a:r>
              <a:rPr lang="de-DE" err="1"/>
              <a:t>standard</a:t>
            </a:r>
            <a:r>
              <a:rPr lang="de-DE"/>
              <a:t> and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and end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</a:t>
            </a:r>
            <a:r>
              <a:rPr lang="de-DE"/>
              <a:t> </a:t>
            </a:r>
            <a:r>
              <a:rPr lang="de-DE" err="1"/>
              <a:t>represented</a:t>
            </a:r>
            <a:r>
              <a:rPr lang="de-DE"/>
              <a:t> in Release </a:t>
            </a:r>
            <a:r>
              <a:rPr lang="de-DE" err="1"/>
              <a:t>Strategy</a:t>
            </a:r>
            <a:endParaRPr lang="de-DE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Users will not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impacted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because</a:t>
            </a:r>
            <a:r>
              <a:rPr lang="de-DE"/>
              <a:t> release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controlled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BTP-PA in </a:t>
            </a:r>
            <a:r>
              <a:rPr lang="de-DE" err="1"/>
              <a:t>background</a:t>
            </a:r>
            <a:endParaRPr lang="de-DE"/>
          </a:p>
        </p:txBody>
      </p:sp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96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2B694DC-9E81-7B54-08ED-8194C39B886D}"/>
              </a:ext>
            </a:extLst>
          </p:cNvPr>
          <p:cNvSpPr/>
          <p:nvPr/>
        </p:nvSpPr>
        <p:spPr>
          <a:xfrm>
            <a:off x="1147126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1 (</a:t>
            </a:r>
            <a:r>
              <a:rPr lang="de-DE" sz="1600" err="1"/>
              <a:t>Purchaser</a:t>
            </a:r>
            <a:r>
              <a:rPr lang="de-DE" sz="1600"/>
              <a:t>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3222593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2 (Expert 1)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5301362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3 (Expert 2)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7779626" y="1585558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N (Commercial </a:t>
            </a:r>
            <a:r>
              <a:rPr lang="de-DE" sz="1600" err="1"/>
              <a:t>Approver</a:t>
            </a:r>
            <a:r>
              <a:rPr lang="de-DE" sz="160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205A17-A541-FE60-A92D-05D465C4791E}"/>
              </a:ext>
            </a:extLst>
          </p:cNvPr>
          <p:cNvSpPr/>
          <p:nvPr/>
        </p:nvSpPr>
        <p:spPr>
          <a:xfrm>
            <a:off x="2769832" y="3281703"/>
            <a:ext cx="5433134" cy="4594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de-DE"/>
              <a:t>1-step Release </a:t>
            </a:r>
            <a:r>
              <a:rPr lang="de-DE" err="1"/>
              <a:t>Strategy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purpose</a:t>
            </a:r>
            <a:r>
              <a:rPr lang="de-DE"/>
              <a:t> </a:t>
            </a:r>
            <a:r>
              <a:rPr lang="de-DE" err="1"/>
              <a:t>only</a:t>
            </a:r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757487-642A-9252-3B0F-141B553B79F8}"/>
              </a:ext>
            </a:extLst>
          </p:cNvPr>
          <p:cNvSpPr txBox="1"/>
          <p:nvPr/>
        </p:nvSpPr>
        <p:spPr>
          <a:xfrm>
            <a:off x="135882" y="1919794"/>
            <a:ext cx="10802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BTP-PA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4319D2B-0F1F-99F1-2CFD-EAA0AC1D645F}"/>
              </a:ext>
            </a:extLst>
          </p:cNvPr>
          <p:cNvSpPr txBox="1"/>
          <p:nvPr/>
        </p:nvSpPr>
        <p:spPr>
          <a:xfrm>
            <a:off x="170829" y="3735824"/>
            <a:ext cx="9198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SAP S4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D4102BF-6BB8-EB37-A91D-B9EAF96376A4}"/>
              </a:ext>
            </a:extLst>
          </p:cNvPr>
          <p:cNvSpPr txBox="1"/>
          <p:nvPr/>
        </p:nvSpPr>
        <p:spPr>
          <a:xfrm>
            <a:off x="7350195" y="1954169"/>
            <a:ext cx="42943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…</a:t>
            </a: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5B9636B7-520A-75C5-DBF5-BFA3AA3602F0}"/>
              </a:ext>
            </a:extLst>
          </p:cNvPr>
          <p:cNvSpPr/>
          <p:nvPr/>
        </p:nvSpPr>
        <p:spPr>
          <a:xfrm rot="10800000">
            <a:off x="1146918" y="2661711"/>
            <a:ext cx="8568037" cy="537296"/>
          </a:xfrm>
          <a:prstGeom prst="trapezoid">
            <a:avLst>
              <a:gd name="adj" fmla="val 287826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0CFCA892-11B1-58B0-E345-9B7BF2FEC0CC}"/>
              </a:ext>
            </a:extLst>
          </p:cNvPr>
          <p:cNvGraphicFramePr>
            <a:graphicFrameLocks noGrp="1"/>
          </p:cNvGraphicFramePr>
          <p:nvPr/>
        </p:nvGraphicFramePr>
        <p:xfrm>
          <a:off x="9828457" y="1537706"/>
          <a:ext cx="2105405" cy="302260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105405">
                  <a:extLst>
                    <a:ext uri="{9D8B030D-6E8A-4147-A177-3AD203B41FA5}">
                      <a16:colId xmlns:a16="http://schemas.microsoft.com/office/drawing/2014/main" val="610259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 and execution of individual workflows per unit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12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Submit PR/PO for processing, document result and follow-up (e.g. printout)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42698"/>
                  </a:ext>
                </a:extLst>
              </a:tr>
            </a:tbl>
          </a:graphicData>
        </a:graphic>
      </p:graphicFrame>
      <p:pic>
        <p:nvPicPr>
          <p:cNvPr id="26" name="Grafik 25">
            <a:extLst>
              <a:ext uri="{FF2B5EF4-FFF2-40B4-BE49-F238E27FC236}">
                <a16:creationId xmlns:a16="http://schemas.microsoft.com/office/drawing/2014/main" id="{6CD2DC9B-CC8C-77A7-E12E-80F74F92F6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4787" y="3736771"/>
            <a:ext cx="4930567" cy="70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03F28F-291E-7336-5C16-A92F167E7B11}"/>
              </a:ext>
            </a:extLst>
          </p:cNvPr>
          <p:cNvSpPr txBox="1"/>
          <p:nvPr/>
        </p:nvSpPr>
        <p:spPr>
          <a:xfrm>
            <a:off x="69850" y="6444460"/>
            <a:ext cx="963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  </a:t>
            </a:r>
            <a:r>
              <a:rPr lang="en-US" sz="1050" dirty="0"/>
              <a:t>Page </a:t>
            </a:r>
            <a:fld id="{15EBE321-CBB1-4E91-BD14-37C8D44326FB}" type="slidenum">
              <a:rPr lang="en-US" sz="1050" smtClean="0"/>
              <a:pPr/>
              <a:t>14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9052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2E72-1398-59C4-AA24-96A4CFCC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2391B85-29D2-FDD4-F861-321A607BF2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2391B85-29D2-FDD4-F861-321A607BF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BB0229A-90BA-A8B7-BFA0-7273980A7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25810" y="6357666"/>
            <a:ext cx="9216000" cy="547200"/>
          </a:xfrm>
        </p:spPr>
        <p:txBody>
          <a:bodyPr/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5C6164-C8ED-AE50-EE00-CCCEB182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058230" cy="575700"/>
          </a:xfrm>
        </p:spPr>
        <p:txBody>
          <a:bodyPr vert="horz"/>
          <a:lstStyle/>
          <a:p>
            <a:r>
              <a:rPr lang="en-US"/>
              <a:t>Procure-2-Receipt (P2R) | </a:t>
            </a:r>
            <a:r>
              <a:rPr lang="en-US">
                <a:solidFill>
                  <a:schemeClr val="accent2"/>
                </a:solidFill>
              </a:rPr>
              <a:t>Indirect</a:t>
            </a:r>
            <a:br>
              <a:rPr lang="en-US"/>
            </a:br>
            <a:r>
              <a:rPr lang="en-US" b="0"/>
              <a:t>Interaction BTP-PA Workflow step and S4 Fiori app usage</a:t>
            </a:r>
            <a:endParaRPr lang="de-DE" b="0"/>
          </a:p>
        </p:txBody>
      </p:sp>
      <p:pic>
        <p:nvPicPr>
          <p:cNvPr id="4" name="Graphic 6" descr="Table outline">
            <a:extLst>
              <a:ext uri="{FF2B5EF4-FFF2-40B4-BE49-F238E27FC236}">
                <a16:creationId xmlns:a16="http://schemas.microsoft.com/office/drawing/2014/main" id="{2045C7BA-839C-EC0A-38DE-207F74EEB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6931E9-E20E-89F3-8C09-6A7D7B6835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544" y="1624614"/>
            <a:ext cx="6574230" cy="421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8CC0D5A-7756-674E-5A7B-463A009D9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262" y="2743200"/>
            <a:ext cx="6339934" cy="34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75291631-5663-F87A-AC06-C1A24CD274BE}"/>
              </a:ext>
            </a:extLst>
          </p:cNvPr>
          <p:cNvSpPr/>
          <p:nvPr/>
        </p:nvSpPr>
        <p:spPr>
          <a:xfrm>
            <a:off x="2272123" y="2572282"/>
            <a:ext cx="621437" cy="1420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D30E64A2-5933-2011-C215-6544F75D541D}"/>
              </a:ext>
            </a:extLst>
          </p:cNvPr>
          <p:cNvSpPr/>
          <p:nvPr/>
        </p:nvSpPr>
        <p:spPr>
          <a:xfrm rot="1652877">
            <a:off x="2891244" y="3129787"/>
            <a:ext cx="2548931" cy="1755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EAA64E-73B5-DD0B-EACE-6E2197293690}"/>
              </a:ext>
            </a:extLst>
          </p:cNvPr>
          <p:cNvSpPr/>
          <p:nvPr/>
        </p:nvSpPr>
        <p:spPr>
          <a:xfrm>
            <a:off x="4156084" y="5573028"/>
            <a:ext cx="923463" cy="269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CE7C42A-FF5F-5BB1-5719-5A5CD48058D1}"/>
              </a:ext>
            </a:extLst>
          </p:cNvPr>
          <p:cNvSpPr/>
          <p:nvPr/>
        </p:nvSpPr>
        <p:spPr>
          <a:xfrm>
            <a:off x="8167327" y="3239556"/>
            <a:ext cx="442481" cy="199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FA6E15-0469-1EF5-DAE8-04BB699BCD96}"/>
              </a:ext>
            </a:extLst>
          </p:cNvPr>
          <p:cNvSpPr/>
          <p:nvPr/>
        </p:nvSpPr>
        <p:spPr>
          <a:xfrm>
            <a:off x="1817067" y="2441172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576E585-C65E-777F-1119-7C8FF1A8FC5A}"/>
              </a:ext>
            </a:extLst>
          </p:cNvPr>
          <p:cNvSpPr/>
          <p:nvPr/>
        </p:nvSpPr>
        <p:spPr>
          <a:xfrm>
            <a:off x="7690570" y="3136959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0530FC6-BD84-42DA-8882-466622E8A12F}"/>
              </a:ext>
            </a:extLst>
          </p:cNvPr>
          <p:cNvSpPr/>
          <p:nvPr/>
        </p:nvSpPr>
        <p:spPr>
          <a:xfrm>
            <a:off x="3679327" y="5505651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3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B84F72-B016-D6E2-A31F-3EF570117DAD}"/>
              </a:ext>
            </a:extLst>
          </p:cNvPr>
          <p:cNvSpPr txBox="1"/>
          <p:nvPr/>
        </p:nvSpPr>
        <p:spPr>
          <a:xfrm>
            <a:off x="7055319" y="1610175"/>
            <a:ext cx="4711232" cy="7386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arenR"/>
            </a:pPr>
            <a:r>
              <a:rPr lang="de-DE" sz="1600" dirty="0"/>
              <a:t>Check BTP-PA form and jump </a:t>
            </a:r>
            <a:r>
              <a:rPr lang="de-DE" sz="1600" dirty="0" err="1"/>
              <a:t>to</a:t>
            </a:r>
            <a:r>
              <a:rPr lang="de-DE" sz="1600" dirty="0"/>
              <a:t> S4 Fiori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/>
              <a:t>Update </a:t>
            </a:r>
            <a:r>
              <a:rPr lang="de-DE" sz="1600" dirty="0" err="1"/>
              <a:t>document</a:t>
            </a:r>
            <a:r>
              <a:rPr lang="de-DE" sz="1600" dirty="0"/>
              <a:t> in S4 </a:t>
            </a:r>
            <a:r>
              <a:rPr lang="de-DE" sz="1600" dirty="0" err="1"/>
              <a:t>fiori</a:t>
            </a:r>
            <a:r>
              <a:rPr lang="de-DE" sz="1600" dirty="0"/>
              <a:t>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 err="1"/>
              <a:t>Approve</a:t>
            </a:r>
            <a:r>
              <a:rPr lang="de-DE" sz="1600" dirty="0"/>
              <a:t> / </a:t>
            </a:r>
            <a:r>
              <a:rPr lang="de-DE" sz="1600" dirty="0" err="1"/>
              <a:t>Reject</a:t>
            </a:r>
            <a:r>
              <a:rPr lang="de-DE" sz="1600" dirty="0"/>
              <a:t> BTP-PA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9EA81-ABDF-38CD-B433-308212479B6E}"/>
              </a:ext>
            </a:extLst>
          </p:cNvPr>
          <p:cNvSpPr txBox="1"/>
          <p:nvPr/>
        </p:nvSpPr>
        <p:spPr>
          <a:xfrm>
            <a:off x="236896" y="6458590"/>
            <a:ext cx="447238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Page </a:t>
            </a:r>
            <a:fld id="{15EBE321-CBB1-4E91-BD14-37C8D44326FB}" type="slidenum">
              <a:rPr lang="en-US" sz="1100" smtClean="0"/>
              <a:pPr/>
              <a:t>15</a:t>
            </a:fld>
            <a:endParaRPr lang="en-US" sz="1100" dirty="0"/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50224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5.Tmj1.43bayGT.jhL.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1735</Words>
  <Application>Microsoft Office PowerPoint</Application>
  <PresentationFormat>Widescreen</PresentationFormat>
  <Paragraphs>279</Paragraphs>
  <Slides>16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Arial Unicode MS</vt:lpstr>
      <vt:lpstr>Siemens 2022</vt:lpstr>
      <vt:lpstr>think-cell Slide</vt:lpstr>
      <vt:lpstr>think-cell Folie</vt:lpstr>
      <vt:lpstr>Procure-2-Receipt (P2R) Indirect  Indirect X | Objectives</vt:lpstr>
      <vt:lpstr>Procure-2-Receipt (P2R) | Indirect Situation and implications for companies / increments</vt:lpstr>
      <vt:lpstr>SHERPA X Release Master Plan ERP-Core Systems / Scenarios SAP Releases 2022 and 2023, Releases &amp; Feature Packs</vt:lpstr>
      <vt:lpstr>Procure-2-Receipt (P2R) Indirect  Pilot GoLive „Buzias“: New Global Solution “Indirect X”</vt:lpstr>
      <vt:lpstr>PowerPoint Presentation</vt:lpstr>
      <vt:lpstr>Demo : Indirect X Process Steps</vt:lpstr>
      <vt:lpstr>1320: Hypercare Support issues (Indirect X)</vt:lpstr>
      <vt:lpstr>PowerPoint Presentation</vt:lpstr>
      <vt:lpstr>PowerPoint Presentation</vt:lpstr>
      <vt:lpstr>Procure-2-Receipt (P2R) | Indirect Simplified Architecture overview</vt:lpstr>
      <vt:lpstr>OCI Punchout Process</vt:lpstr>
      <vt:lpstr>Process Steps</vt:lpstr>
      <vt:lpstr>PowerPoint Presentation</vt:lpstr>
      <vt:lpstr>Procure-2-Receipt (P2R) | Indirect PR/PO Release Strategy – Interaction between BTP-PA and S4</vt:lpstr>
      <vt:lpstr>Procure-2-Receipt (P2R) | Indirect Interaction BTP-PA Workflow step and S4 Fiori app usage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9</cp:revision>
  <dcterms:created xsi:type="dcterms:W3CDTF">2022-01-11T16:58:54Z</dcterms:created>
  <dcterms:modified xsi:type="dcterms:W3CDTF">2024-11-10T08:44:52Z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