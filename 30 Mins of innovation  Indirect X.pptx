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8" r:id="rId4"/>
  </p:sldMasterIdLst>
  <p:notesMasterIdLst>
    <p:notesMasterId r:id="rId19"/>
  </p:notesMasterIdLst>
  <p:handoutMasterIdLst>
    <p:handoutMasterId r:id="rId20"/>
  </p:handoutMasterIdLst>
  <p:sldIdLst>
    <p:sldId id="2147375810" r:id="rId5"/>
    <p:sldId id="261" r:id="rId6"/>
    <p:sldId id="2147483517" r:id="rId7"/>
    <p:sldId id="2147483506" r:id="rId8"/>
    <p:sldId id="2147483508" r:id="rId9"/>
    <p:sldId id="2147483507" r:id="rId10"/>
    <p:sldId id="2147483511" r:id="rId11"/>
    <p:sldId id="2147483509" r:id="rId12"/>
    <p:sldId id="2147482707" r:id="rId13"/>
    <p:sldId id="2147483513" r:id="rId14"/>
    <p:sldId id="2147483514" r:id="rId15"/>
    <p:sldId id="2147483515" r:id="rId16"/>
    <p:sldId id="2147481509" r:id="rId17"/>
    <p:sldId id="2147481524" r:id="rId18"/>
  </p:sldIdLst>
  <p:sldSz cx="12192000" cy="6858000"/>
  <p:notesSz cx="6797675" cy="9926638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2FAA66-D4A5-8B9C-5DC2-588FA31B960E}" name="Choo, Abigail (IT GH UX)" initials="CA(GU" userId="S::abigail.choo@siemens.com::0ef13bf5-39f8-4d96-bbc8-2b57ba21772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EDC"/>
    <a:srgbClr val="F3F2F1"/>
    <a:srgbClr val="333255"/>
    <a:srgbClr val="333353"/>
    <a:srgbClr val="070B2D"/>
    <a:srgbClr val="EA6CEB"/>
    <a:srgbClr val="BA11C5"/>
    <a:srgbClr val="00EADD"/>
    <a:srgbClr val="FF8A00"/>
    <a:srgbClr val="00C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115" d="100"/>
          <a:sy n="115" d="100"/>
        </p:scale>
        <p:origin x="2539" y="72"/>
      </p:cViewPr>
      <p:guideLst>
        <p:guide pos="3840"/>
        <p:guide orient="horz" pos="9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s4hana-u4q.siemens.com:44302/sap/bc/ui2/flp?sap-client=100&amp;sap-language=EN#Shell-home" TargetMode="External"/><Relationship Id="rId2" Type="http://schemas.openxmlformats.org/officeDocument/2006/relationships/hyperlink" Target="https://siemens-10-processautomation-qa2.eu10.process-automation.build.cloud.sap/comsapspaprocessautomation.comsapspainbox/inbox.html" TargetMode="External"/><Relationship Id="rId1" Type="http://schemas.openxmlformats.org/officeDocument/2006/relationships/hyperlink" Target="https://siemens-test.wescale.com/shopping/next/#/search?page=1&amp;page_size=12&amp;origin=HOSTED&amp;sort=RELEVANCE&amp;direction=DESC" TargetMode="External"/><Relationship Id="rId5" Type="http://schemas.openxmlformats.org/officeDocument/2006/relationships/hyperlink" Target="https://s4hana-u4q.siemens.com:44302/sap/bc/ui2/flp?sap-client=100&amp;sap-language=EN#PurchaseOrder-createGR" TargetMode="External"/><Relationship Id="rId4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Relationship Id="rId1" Type="http://schemas.openxmlformats.org/officeDocument/2006/relationships/hyperlink" Target="https://siemens-10-processautomation-qa2.eu10.process-automation.build.cloud.sap/comsapspaprocessautomation.comsapspainbox/inbox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4B6C0-25CA-4372-9133-BA0DD6E98282}" type="doc">
      <dgm:prSet loTypeId="urn:microsoft.com/office/officeart/2005/8/layout/lProcess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DE"/>
        </a:p>
      </dgm:t>
    </dgm:pt>
    <dgm:pt modelId="{C6F57AA3-E2B4-4A24-8CB8-6696C30BE54C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D48B0B3-99FB-45EC-A885-1E9A51AB35B9}" type="parTrans" cxnId="{99F49CE8-7CCE-4D5E-919D-0197E83E553F}">
      <dgm:prSet/>
      <dgm:spPr/>
      <dgm:t>
        <a:bodyPr/>
        <a:lstStyle/>
        <a:p>
          <a:endParaRPr lang="en-DE"/>
        </a:p>
      </dgm:t>
    </dgm:pt>
    <dgm:pt modelId="{9BAD7440-B96B-495E-BE7E-45A418B853B0}" type="sibTrans" cxnId="{99F49CE8-7CCE-4D5E-919D-0197E83E553F}">
      <dgm:prSet/>
      <dgm:spPr/>
      <dgm:t>
        <a:bodyPr/>
        <a:lstStyle/>
        <a:p>
          <a:endParaRPr lang="en-DE"/>
        </a:p>
      </dgm:t>
    </dgm:pt>
    <dgm:pt modelId="{3CACF241-6BBF-4129-9AA1-2A7F53EFC95E}">
      <dgm:prSet phldrT="[Text]"/>
      <dgm:spPr/>
      <dgm:t>
        <a:bodyPr/>
        <a:lstStyle/>
        <a:p>
          <a:r>
            <a:rPr lang="en-US" dirty="0"/>
            <a:t>Create Requirement (SC)</a:t>
          </a:r>
          <a:endParaRPr lang="en-DE" dirty="0"/>
        </a:p>
      </dgm:t>
    </dgm:pt>
    <dgm:pt modelId="{1CADA57B-4923-4499-9AE2-4DDD2193D704}" type="parTrans" cxnId="{50726223-A9A0-4357-A401-AB50F37230F4}">
      <dgm:prSet/>
      <dgm:spPr/>
      <dgm:t>
        <a:bodyPr/>
        <a:lstStyle/>
        <a:p>
          <a:endParaRPr lang="en-DE"/>
        </a:p>
      </dgm:t>
    </dgm:pt>
    <dgm:pt modelId="{7BE60946-30DD-441D-B203-0B33123BBDBC}" type="sibTrans" cxnId="{50726223-A9A0-4357-A401-AB50F37230F4}">
      <dgm:prSet/>
      <dgm:spPr/>
      <dgm:t>
        <a:bodyPr/>
        <a:lstStyle/>
        <a:p>
          <a:endParaRPr lang="en-DE"/>
        </a:p>
      </dgm:t>
    </dgm:pt>
    <dgm:pt modelId="{E4DFF9D1-9E64-475A-B554-5D51D9F93F9D}">
      <dgm:prSet phldrT="[Text]"/>
      <dgm:spPr/>
      <dgm:t>
        <a:bodyPr/>
        <a:lstStyle/>
        <a:p>
          <a:r>
            <a:rPr lang="en-US" u="none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u="none" dirty="0">
            <a:solidFill>
              <a:schemeClr val="tx1"/>
            </a:solidFill>
          </a:endParaRPr>
        </a:p>
      </dgm:t>
    </dgm:pt>
    <dgm:pt modelId="{35BDDD91-0EC3-469E-BF06-3BC003F3ADD6}" type="parTrans" cxnId="{BE360EEC-914B-4FBF-9861-E1D28B7F7580}">
      <dgm:prSet/>
      <dgm:spPr/>
      <dgm:t>
        <a:bodyPr/>
        <a:lstStyle/>
        <a:p>
          <a:endParaRPr lang="en-DE"/>
        </a:p>
      </dgm:t>
    </dgm:pt>
    <dgm:pt modelId="{19102B35-4275-4F5D-BEED-FD505BF21958}" type="sibTrans" cxnId="{BE360EEC-914B-4FBF-9861-E1D28B7F7580}">
      <dgm:prSet/>
      <dgm:spPr/>
      <dgm:t>
        <a:bodyPr/>
        <a:lstStyle/>
        <a:p>
          <a:endParaRPr lang="en-DE"/>
        </a:p>
      </dgm:t>
    </dgm:pt>
    <dgm:pt modelId="{AB27AE82-82A1-4B27-8130-73EBEAE50B5A}">
      <dgm:prSet phldrT="[Text]"/>
      <dgm:spPr/>
      <dgm:t>
        <a:bodyPr/>
        <a:lstStyle/>
        <a:p>
          <a:r>
            <a:rPr lang="en-US" dirty="0"/>
            <a:t>Complete Requirement (PR) </a:t>
          </a:r>
          <a:endParaRPr lang="en-DE" dirty="0"/>
        </a:p>
      </dgm:t>
    </dgm:pt>
    <dgm:pt modelId="{99CBF8BE-8BDF-44E5-A841-67A0B00C2AE9}" type="parTrans" cxnId="{7FCF56F6-45F3-4D3F-A34A-1C167B944694}">
      <dgm:prSet/>
      <dgm:spPr/>
      <dgm:t>
        <a:bodyPr/>
        <a:lstStyle/>
        <a:p>
          <a:endParaRPr lang="en-DE"/>
        </a:p>
      </dgm:t>
    </dgm:pt>
    <dgm:pt modelId="{5073B2D1-C384-4F4B-BCEF-4C9225545279}" type="sibTrans" cxnId="{7FCF56F6-45F3-4D3F-A34A-1C167B944694}">
      <dgm:prSet/>
      <dgm:spPr/>
      <dgm:t>
        <a:bodyPr/>
        <a:lstStyle/>
        <a:p>
          <a:endParaRPr lang="en-DE"/>
        </a:p>
      </dgm:t>
    </dgm:pt>
    <dgm:pt modelId="{B6C252FD-78A6-46BD-8312-7E663E4C65FD}">
      <dgm:prSet phldrT="[Text]"/>
      <dgm:spPr/>
      <dgm:t>
        <a:bodyPr/>
        <a:lstStyle/>
        <a:p>
          <a:r>
            <a:rPr lang="en-US" dirty="0"/>
            <a:t>Approve the PR/PO</a:t>
          </a:r>
          <a:endParaRPr lang="en-DE" dirty="0"/>
        </a:p>
      </dgm:t>
    </dgm:pt>
    <dgm:pt modelId="{3FCF8D5A-54D3-4818-BB40-BDDBDFF1C22A}" type="parTrans" cxnId="{DF1B969E-2D94-48DB-B4A7-4A7811585A34}">
      <dgm:prSet/>
      <dgm:spPr/>
      <dgm:t>
        <a:bodyPr/>
        <a:lstStyle/>
        <a:p>
          <a:endParaRPr lang="en-DE"/>
        </a:p>
      </dgm:t>
    </dgm:pt>
    <dgm:pt modelId="{296DD901-4025-4676-9DCE-B55BD8800B0C}" type="sibTrans" cxnId="{DF1B969E-2D94-48DB-B4A7-4A7811585A34}">
      <dgm:prSet/>
      <dgm:spPr/>
      <dgm:t>
        <a:bodyPr/>
        <a:lstStyle/>
        <a:p>
          <a:endParaRPr lang="en-DE"/>
        </a:p>
      </dgm:t>
    </dgm:pt>
    <dgm:pt modelId="{3244BFA8-2737-436E-AE25-0E056B3EAE0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S4 HANA</a:t>
          </a:r>
          <a:endParaRPr lang="en-DE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/>
          </dgm14:cNvPr>
        </a:ext>
      </dgm:extLst>
    </dgm:pt>
    <dgm:pt modelId="{98221427-9FF0-450F-B167-97D21CABE7A8}" type="parTrans" cxnId="{C4AA6557-7990-445B-85AA-D8745FCA2490}">
      <dgm:prSet/>
      <dgm:spPr/>
      <dgm:t>
        <a:bodyPr/>
        <a:lstStyle/>
        <a:p>
          <a:endParaRPr lang="en-DE"/>
        </a:p>
      </dgm:t>
    </dgm:pt>
    <dgm:pt modelId="{A0AF8B32-46EF-4B59-BACB-D3D750D548B2}" type="sibTrans" cxnId="{C4AA6557-7990-445B-85AA-D8745FCA2490}">
      <dgm:prSet/>
      <dgm:spPr/>
      <dgm:t>
        <a:bodyPr/>
        <a:lstStyle/>
        <a:p>
          <a:endParaRPr lang="en-DE"/>
        </a:p>
      </dgm:t>
    </dgm:pt>
    <dgm:pt modelId="{964DC1CE-00FC-42F5-AE78-410D19183CAB}">
      <dgm:prSet phldrT="[Text]"/>
      <dgm:spPr/>
      <dgm:t>
        <a:bodyPr/>
        <a:lstStyle/>
        <a:p>
          <a:r>
            <a:rPr lang="en-US" dirty="0"/>
            <a:t>Manage </a:t>
          </a:r>
          <a:r>
            <a:rPr lang="en-US" u="none" dirty="0">
              <a:solidFill>
                <a:schemeClr val="bg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u="none" dirty="0">
            <a:solidFill>
              <a:schemeClr val="bg1"/>
            </a:solidFill>
          </a:endParaRPr>
        </a:p>
      </dgm:t>
    </dgm:pt>
    <dgm:pt modelId="{DC6339B2-B1CA-414E-BF3E-A9002F947443}" type="parTrans" cxnId="{594C274A-4A3F-4FC4-B948-ADB17E34D4F6}">
      <dgm:prSet/>
      <dgm:spPr/>
      <dgm:t>
        <a:bodyPr/>
        <a:lstStyle/>
        <a:p>
          <a:endParaRPr lang="en-DE"/>
        </a:p>
      </dgm:t>
    </dgm:pt>
    <dgm:pt modelId="{3CA539F9-D6BD-4780-A4B2-565D67DF3D3E}" type="sibTrans" cxnId="{594C274A-4A3F-4FC4-B948-ADB17E34D4F6}">
      <dgm:prSet/>
      <dgm:spPr/>
      <dgm:t>
        <a:bodyPr/>
        <a:lstStyle/>
        <a:p>
          <a:endParaRPr lang="en-DE"/>
        </a:p>
      </dgm:t>
    </dgm:pt>
    <dgm:pt modelId="{1BB865B0-52BB-4B39-861E-8D8632FA1AC0}">
      <dgm:prSet phldrT="[Text]"/>
      <dgm:spPr/>
      <dgm:t>
        <a:bodyPr/>
        <a:lstStyle/>
        <a:p>
          <a:r>
            <a:rPr lang="en-US" dirty="0"/>
            <a:t>Manage  PO</a:t>
          </a:r>
          <a:endParaRPr lang="en-DE" dirty="0"/>
        </a:p>
      </dgm:t>
    </dgm:pt>
    <dgm:pt modelId="{6A389604-6B0A-4383-A7F9-26C4D9E1CC52}" type="parTrans" cxnId="{2674081B-4E73-46D1-AE42-82D4A74CFC37}">
      <dgm:prSet/>
      <dgm:spPr/>
      <dgm:t>
        <a:bodyPr/>
        <a:lstStyle/>
        <a:p>
          <a:endParaRPr lang="en-DE"/>
        </a:p>
      </dgm:t>
    </dgm:pt>
    <dgm:pt modelId="{79F31D51-E308-4CB1-952C-D9CBE8005B58}" type="sibTrans" cxnId="{2674081B-4E73-46D1-AE42-82D4A74CFC37}">
      <dgm:prSet/>
      <dgm:spPr/>
      <dgm:t>
        <a:bodyPr/>
        <a:lstStyle/>
        <a:p>
          <a:endParaRPr lang="en-DE"/>
        </a:p>
      </dgm:t>
    </dgm:pt>
    <dgm:pt modelId="{E9F18EF9-2962-4A88-AD7B-2C3240222F8B}">
      <dgm:prSet phldrT="[Text]"/>
      <dgm:spPr/>
      <dgm:t>
        <a:bodyPr/>
        <a:lstStyle/>
        <a:p>
          <a:r>
            <a:rPr lang="en-US" dirty="0"/>
            <a:t>Send PO to Supplier (Automatic)</a:t>
          </a:r>
          <a:endParaRPr lang="en-DE" dirty="0"/>
        </a:p>
      </dgm:t>
    </dgm:pt>
    <dgm:pt modelId="{8CD72F7F-6D89-4CB7-AD25-E563F720A960}" type="parTrans" cxnId="{495F81F7-C963-4031-8364-9DD120740E39}">
      <dgm:prSet/>
      <dgm:spPr/>
      <dgm:t>
        <a:bodyPr/>
        <a:lstStyle/>
        <a:p>
          <a:endParaRPr lang="en-DE"/>
        </a:p>
      </dgm:t>
    </dgm:pt>
    <dgm:pt modelId="{FB411E69-A1E1-47F9-9B1F-C863757275CC}" type="sibTrans" cxnId="{495F81F7-C963-4031-8364-9DD120740E39}">
      <dgm:prSet/>
      <dgm:spPr/>
      <dgm:t>
        <a:bodyPr/>
        <a:lstStyle/>
        <a:p>
          <a:endParaRPr lang="en-DE"/>
        </a:p>
      </dgm:t>
    </dgm:pt>
    <dgm:pt modelId="{722B3EDC-7D97-4079-9828-5A6F99DC2B63}">
      <dgm:prSet phldrT="[Text]"/>
      <dgm:spPr/>
      <dgm:t>
        <a:bodyPr/>
        <a:lstStyle/>
        <a:p>
          <a:r>
            <a:rPr lang="en-US" dirty="0"/>
            <a:t>Post Goods Receipt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9104FDBD-15F7-4FBA-B52B-687EDC6F86DB}" type="parTrans" cxnId="{4670406E-9431-4F16-9FC6-96E16E2B3459}">
      <dgm:prSet/>
      <dgm:spPr/>
      <dgm:t>
        <a:bodyPr/>
        <a:lstStyle/>
        <a:p>
          <a:endParaRPr lang="en-DE"/>
        </a:p>
      </dgm:t>
    </dgm:pt>
    <dgm:pt modelId="{B61D2ED8-BB29-40B1-B08C-AB0A3BDD1075}" type="sibTrans" cxnId="{4670406E-9431-4F16-9FC6-96E16E2B3459}">
      <dgm:prSet/>
      <dgm:spPr/>
      <dgm:t>
        <a:bodyPr/>
        <a:lstStyle/>
        <a:p>
          <a:endParaRPr lang="en-DE"/>
        </a:p>
      </dgm:t>
    </dgm:pt>
    <dgm:pt modelId="{7795A962-E936-4566-B33A-1371C461A1B1}">
      <dgm:prSet phldrT="[Text]"/>
      <dgm:spPr/>
      <dgm:t>
        <a:bodyPr/>
        <a:lstStyle/>
        <a:p>
          <a:r>
            <a:rPr lang="en-US" dirty="0"/>
            <a:t>Automatic e-mail notification trigger</a:t>
          </a:r>
          <a:endParaRPr lang="en-DE" dirty="0"/>
        </a:p>
      </dgm:t>
    </dgm:pt>
    <dgm:pt modelId="{56B83B49-281E-4E17-8E33-9567663838A4}" type="parTrans" cxnId="{8976AA78-54D9-4775-BC48-8898114BA9AF}">
      <dgm:prSet/>
      <dgm:spPr/>
      <dgm:t>
        <a:bodyPr/>
        <a:lstStyle/>
        <a:p>
          <a:endParaRPr lang="en-DE"/>
        </a:p>
      </dgm:t>
    </dgm:pt>
    <dgm:pt modelId="{2D540F88-138A-4E99-9D28-9932D1F7B087}" type="sibTrans" cxnId="{8976AA78-54D9-4775-BC48-8898114BA9AF}">
      <dgm:prSet/>
      <dgm:spPr/>
      <dgm:t>
        <a:bodyPr/>
        <a:lstStyle/>
        <a:p>
          <a:endParaRPr lang="en-DE"/>
        </a:p>
      </dgm:t>
    </dgm:pt>
    <dgm:pt modelId="{2A0301DC-7967-4CAF-B797-CA98D50BE6F5}">
      <dgm:prSet phldrT="[Text]"/>
      <dgm:spPr/>
      <dgm:t>
        <a:bodyPr/>
        <a:lstStyle/>
        <a:p>
          <a:r>
            <a:rPr lang="en-US" dirty="0"/>
            <a:t>Reverse the GR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1FACD046-3956-4E74-A4B9-93DB691103AC}" type="parTrans" cxnId="{BE9B98B6-9F8A-4E1C-8A17-34154DE9C707}">
      <dgm:prSet/>
      <dgm:spPr/>
      <dgm:t>
        <a:bodyPr/>
        <a:lstStyle/>
        <a:p>
          <a:endParaRPr lang="en-DE"/>
        </a:p>
      </dgm:t>
    </dgm:pt>
    <dgm:pt modelId="{8CE4CCCC-7909-4270-9A32-6E5EAD43390D}" type="sibTrans" cxnId="{BE9B98B6-9F8A-4E1C-8A17-34154DE9C707}">
      <dgm:prSet/>
      <dgm:spPr/>
      <dgm:t>
        <a:bodyPr/>
        <a:lstStyle/>
        <a:p>
          <a:endParaRPr lang="en-DE"/>
        </a:p>
      </dgm:t>
    </dgm:pt>
    <dgm:pt modelId="{6BA4301C-A170-4BE7-8A4A-347E83E7E19A}" type="pres">
      <dgm:prSet presAssocID="{8AF4B6C0-25CA-4372-9133-BA0DD6E9828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328E6EF-C63B-44E4-ADC1-7781F6400596}" type="pres">
      <dgm:prSet presAssocID="{C6F57AA3-E2B4-4A24-8CB8-6696C30BE54C}" presName="horFlow" presStyleCnt="0"/>
      <dgm:spPr/>
    </dgm:pt>
    <dgm:pt modelId="{1982F0D9-A8F9-4E12-BF4D-F977FDEA992D}" type="pres">
      <dgm:prSet presAssocID="{C6F57AA3-E2B4-4A24-8CB8-6696C30BE54C}" presName="bigChev" presStyleLbl="node1" presStyleIdx="0" presStyleCnt="3"/>
      <dgm:spPr/>
    </dgm:pt>
    <dgm:pt modelId="{A07BA30E-5992-4CF2-A45C-636BCBF47AC7}" type="pres">
      <dgm:prSet presAssocID="{1CADA57B-4923-4499-9AE2-4DDD2193D704}" presName="parTrans" presStyleCnt="0"/>
      <dgm:spPr/>
    </dgm:pt>
    <dgm:pt modelId="{04757A55-C598-4001-A59B-73D4DFE0C01C}" type="pres">
      <dgm:prSet presAssocID="{3CACF241-6BBF-4129-9AA1-2A7F53EFC95E}" presName="node" presStyleLbl="alignAccFollowNode1" presStyleIdx="0" presStyleCnt="9">
        <dgm:presLayoutVars>
          <dgm:bulletEnabled val="1"/>
        </dgm:presLayoutVars>
      </dgm:prSet>
      <dgm:spPr/>
    </dgm:pt>
    <dgm:pt modelId="{BB474D27-D499-430C-AD2A-54269DC61667}" type="pres">
      <dgm:prSet presAssocID="{C6F57AA3-E2B4-4A24-8CB8-6696C30BE54C}" presName="vSp" presStyleCnt="0"/>
      <dgm:spPr/>
    </dgm:pt>
    <dgm:pt modelId="{DC796BE0-5726-46F4-9F6D-2BB26111C4CB}" type="pres">
      <dgm:prSet presAssocID="{E4DFF9D1-9E64-475A-B554-5D51D9F93F9D}" presName="horFlow" presStyleCnt="0"/>
      <dgm:spPr/>
    </dgm:pt>
    <dgm:pt modelId="{B743E59F-37A4-49A9-A573-997C65C92A5B}" type="pres">
      <dgm:prSet presAssocID="{E4DFF9D1-9E64-475A-B554-5D51D9F93F9D}" presName="bigChev" presStyleLbl="node1" presStyleIdx="1" presStyleCnt="3" custLinFactNeighborX="2395" custLinFactNeighborY="-1481"/>
      <dgm:spPr/>
    </dgm:pt>
    <dgm:pt modelId="{E0C15DDF-3853-454B-854E-1CE910012AFB}" type="pres">
      <dgm:prSet presAssocID="{56B83B49-281E-4E17-8E33-9567663838A4}" presName="parTrans" presStyleCnt="0"/>
      <dgm:spPr/>
    </dgm:pt>
    <dgm:pt modelId="{84F07CFB-1489-4575-974A-DD997AFA57EC}" type="pres">
      <dgm:prSet presAssocID="{7795A962-E936-4566-B33A-1371C461A1B1}" presName="node" presStyleLbl="alignAccFollowNode1" presStyleIdx="1" presStyleCnt="9">
        <dgm:presLayoutVars>
          <dgm:bulletEnabled val="1"/>
        </dgm:presLayoutVars>
      </dgm:prSet>
      <dgm:spPr/>
    </dgm:pt>
    <dgm:pt modelId="{D2C60D0F-EC43-4F87-9CB4-B2B42FDB6E1C}" type="pres">
      <dgm:prSet presAssocID="{2D540F88-138A-4E99-9D28-9932D1F7B087}" presName="sibTrans" presStyleCnt="0"/>
      <dgm:spPr/>
    </dgm:pt>
    <dgm:pt modelId="{A0D7599F-0BC1-4FA2-86D6-DCBC4BAF27EC}" type="pres">
      <dgm:prSet presAssocID="{AB27AE82-82A1-4B27-8130-73EBEAE50B5A}" presName="node" presStyleLbl="alignAccFollowNode1" presStyleIdx="2" presStyleCnt="9">
        <dgm:presLayoutVars>
          <dgm:bulletEnabled val="1"/>
        </dgm:presLayoutVars>
      </dgm:prSet>
      <dgm:spPr/>
    </dgm:pt>
    <dgm:pt modelId="{F875B139-E2E5-429B-AD5A-AF8F1FA1D8C4}" type="pres">
      <dgm:prSet presAssocID="{5073B2D1-C384-4F4B-BCEF-4C9225545279}" presName="sibTrans" presStyleCnt="0"/>
      <dgm:spPr/>
    </dgm:pt>
    <dgm:pt modelId="{BF118FA9-F2CB-4560-9678-BEC0215F915A}" type="pres">
      <dgm:prSet presAssocID="{B6C252FD-78A6-46BD-8312-7E663E4C65FD}" presName="node" presStyleLbl="alignAccFollowNode1" presStyleIdx="3" presStyleCnt="9">
        <dgm:presLayoutVars>
          <dgm:bulletEnabled val="1"/>
        </dgm:presLayoutVars>
      </dgm:prSet>
      <dgm:spPr/>
    </dgm:pt>
    <dgm:pt modelId="{775A6CD1-90FC-4B89-9453-279378CFA97B}" type="pres">
      <dgm:prSet presAssocID="{E4DFF9D1-9E64-475A-B554-5D51D9F93F9D}" presName="vSp" presStyleCnt="0"/>
      <dgm:spPr/>
    </dgm:pt>
    <dgm:pt modelId="{FBC17626-F17B-4FEB-838F-B5A4B3217A17}" type="pres">
      <dgm:prSet presAssocID="{3244BFA8-2737-436E-AE25-0E056B3EAE0E}" presName="horFlow" presStyleCnt="0"/>
      <dgm:spPr/>
    </dgm:pt>
    <dgm:pt modelId="{387FA288-2E32-43AF-AB0A-C5AF99F811E9}" type="pres">
      <dgm:prSet presAssocID="{3244BFA8-2737-436E-AE25-0E056B3EAE0E}" presName="bigChev" presStyleLbl="node1" presStyleIdx="2" presStyleCnt="3"/>
      <dgm:spPr/>
    </dgm:pt>
    <dgm:pt modelId="{96316276-0C42-4BA1-83DF-8EAA88D67538}" type="pres">
      <dgm:prSet presAssocID="{DC6339B2-B1CA-414E-BF3E-A9002F947443}" presName="parTrans" presStyleCnt="0"/>
      <dgm:spPr/>
    </dgm:pt>
    <dgm:pt modelId="{4B9CE843-8655-4849-BB08-36C9E41CC3BF}" type="pres">
      <dgm:prSet presAssocID="{964DC1CE-00FC-42F5-AE78-410D19183CAB}" presName="node" presStyleLbl="alignAccFollowNode1" presStyleIdx="4" presStyleCnt="9">
        <dgm:presLayoutVars>
          <dgm:bulletEnabled val="1"/>
        </dgm:presLayoutVars>
      </dgm:prSet>
      <dgm:spPr/>
    </dgm:pt>
    <dgm:pt modelId="{3AF1A42F-5570-4347-B15B-0290808B1771}" type="pres">
      <dgm:prSet presAssocID="{3CA539F9-D6BD-4780-A4B2-565D67DF3D3E}" presName="sibTrans" presStyleCnt="0"/>
      <dgm:spPr/>
    </dgm:pt>
    <dgm:pt modelId="{C53B604C-502C-4B29-934D-C46B97BC0DA8}" type="pres">
      <dgm:prSet presAssocID="{1BB865B0-52BB-4B39-861E-8D8632FA1AC0}" presName="node" presStyleLbl="alignAccFollowNode1" presStyleIdx="5" presStyleCnt="9">
        <dgm:presLayoutVars>
          <dgm:bulletEnabled val="1"/>
        </dgm:presLayoutVars>
      </dgm:prSet>
      <dgm:spPr/>
    </dgm:pt>
    <dgm:pt modelId="{727F5E08-C499-43EA-8D76-BECD1CC81C63}" type="pres">
      <dgm:prSet presAssocID="{79F31D51-E308-4CB1-952C-D9CBE8005B58}" presName="sibTrans" presStyleCnt="0"/>
      <dgm:spPr/>
    </dgm:pt>
    <dgm:pt modelId="{5F5857B5-B63F-41D0-8BB3-E52B081DDA3E}" type="pres">
      <dgm:prSet presAssocID="{E9F18EF9-2962-4A88-AD7B-2C3240222F8B}" presName="node" presStyleLbl="alignAccFollowNode1" presStyleIdx="6" presStyleCnt="9">
        <dgm:presLayoutVars>
          <dgm:bulletEnabled val="1"/>
        </dgm:presLayoutVars>
      </dgm:prSet>
      <dgm:spPr/>
    </dgm:pt>
    <dgm:pt modelId="{16308B2F-C280-4268-997D-43A12501021F}" type="pres">
      <dgm:prSet presAssocID="{FB411E69-A1E1-47F9-9B1F-C863757275CC}" presName="sibTrans" presStyleCnt="0"/>
      <dgm:spPr/>
    </dgm:pt>
    <dgm:pt modelId="{6C91782B-61C1-476E-8A3B-032F89925329}" type="pres">
      <dgm:prSet presAssocID="{722B3EDC-7D97-4079-9828-5A6F99DC2B63}" presName="node" presStyleLbl="alignAccFollowNode1" presStyleIdx="7" presStyleCnt="9">
        <dgm:presLayoutVars>
          <dgm:bulletEnabled val="1"/>
        </dgm:presLayoutVars>
      </dgm:prSet>
      <dgm:spPr/>
    </dgm:pt>
    <dgm:pt modelId="{76F14BB6-4427-4723-97FA-FA753F377C2B}" type="pres">
      <dgm:prSet presAssocID="{B61D2ED8-BB29-40B1-B08C-AB0A3BDD1075}" presName="sibTrans" presStyleCnt="0"/>
      <dgm:spPr/>
    </dgm:pt>
    <dgm:pt modelId="{266BFE30-3157-4BF9-A124-9E187B8C3258}" type="pres">
      <dgm:prSet presAssocID="{2A0301DC-7967-4CAF-B797-CA98D50BE6F5}" presName="node" presStyleLbl="alignAccFollowNode1" presStyleIdx="8" presStyleCnt="9">
        <dgm:presLayoutVars>
          <dgm:bulletEnabled val="1"/>
        </dgm:presLayoutVars>
      </dgm:prSet>
      <dgm:spPr/>
    </dgm:pt>
  </dgm:ptLst>
  <dgm:cxnLst>
    <dgm:cxn modelId="{51C7450A-5CA5-4E8B-BE38-8FF86CE2CE51}" type="presOf" srcId="{B6C252FD-78A6-46BD-8312-7E663E4C65FD}" destId="{BF118FA9-F2CB-4560-9678-BEC0215F915A}" srcOrd="0" destOrd="0" presId="urn:microsoft.com/office/officeart/2005/8/layout/lProcess3"/>
    <dgm:cxn modelId="{4BBC500E-3DBD-48BD-AE7D-DD9C779D0118}" type="presOf" srcId="{E9F18EF9-2962-4A88-AD7B-2C3240222F8B}" destId="{5F5857B5-B63F-41D0-8BB3-E52B081DDA3E}" srcOrd="0" destOrd="0" presId="urn:microsoft.com/office/officeart/2005/8/layout/lProcess3"/>
    <dgm:cxn modelId="{E8274812-5669-4FBD-A474-17F6EEFE10B4}" type="presOf" srcId="{8AF4B6C0-25CA-4372-9133-BA0DD6E98282}" destId="{6BA4301C-A170-4BE7-8A4A-347E83E7E19A}" srcOrd="0" destOrd="0" presId="urn:microsoft.com/office/officeart/2005/8/layout/lProcess3"/>
    <dgm:cxn modelId="{2674081B-4E73-46D1-AE42-82D4A74CFC37}" srcId="{3244BFA8-2737-436E-AE25-0E056B3EAE0E}" destId="{1BB865B0-52BB-4B39-861E-8D8632FA1AC0}" srcOrd="1" destOrd="0" parTransId="{6A389604-6B0A-4383-A7F9-26C4D9E1CC52}" sibTransId="{79F31D51-E308-4CB1-952C-D9CBE8005B58}"/>
    <dgm:cxn modelId="{50726223-A9A0-4357-A401-AB50F37230F4}" srcId="{C6F57AA3-E2B4-4A24-8CB8-6696C30BE54C}" destId="{3CACF241-6BBF-4129-9AA1-2A7F53EFC95E}" srcOrd="0" destOrd="0" parTransId="{1CADA57B-4923-4499-9AE2-4DDD2193D704}" sibTransId="{7BE60946-30DD-441D-B203-0B33123BBDBC}"/>
    <dgm:cxn modelId="{28D27E30-1461-4373-B5DE-941A7E59A2C2}" type="presOf" srcId="{964DC1CE-00FC-42F5-AE78-410D19183CAB}" destId="{4B9CE843-8655-4849-BB08-36C9E41CC3BF}" srcOrd="0" destOrd="0" presId="urn:microsoft.com/office/officeart/2005/8/layout/lProcess3"/>
    <dgm:cxn modelId="{AA31F45F-2838-415B-8D96-8871BCE9F548}" type="presOf" srcId="{3244BFA8-2737-436E-AE25-0E056B3EAE0E}" destId="{387FA288-2E32-43AF-AB0A-C5AF99F811E9}" srcOrd="0" destOrd="0" presId="urn:microsoft.com/office/officeart/2005/8/layout/lProcess3"/>
    <dgm:cxn modelId="{DE0D2549-0F39-4E1B-8337-B86445046D80}" type="presOf" srcId="{722B3EDC-7D97-4079-9828-5A6F99DC2B63}" destId="{6C91782B-61C1-476E-8A3B-032F89925329}" srcOrd="0" destOrd="0" presId="urn:microsoft.com/office/officeart/2005/8/layout/lProcess3"/>
    <dgm:cxn modelId="{594C274A-4A3F-4FC4-B948-ADB17E34D4F6}" srcId="{3244BFA8-2737-436E-AE25-0E056B3EAE0E}" destId="{964DC1CE-00FC-42F5-AE78-410D19183CAB}" srcOrd="0" destOrd="0" parTransId="{DC6339B2-B1CA-414E-BF3E-A9002F947443}" sibTransId="{3CA539F9-D6BD-4780-A4B2-565D67DF3D3E}"/>
    <dgm:cxn modelId="{4670406E-9431-4F16-9FC6-96E16E2B3459}" srcId="{3244BFA8-2737-436E-AE25-0E056B3EAE0E}" destId="{722B3EDC-7D97-4079-9828-5A6F99DC2B63}" srcOrd="3" destOrd="0" parTransId="{9104FDBD-15F7-4FBA-B52B-687EDC6F86DB}" sibTransId="{B61D2ED8-BB29-40B1-B08C-AB0A3BDD1075}"/>
    <dgm:cxn modelId="{C4AA6557-7990-445B-85AA-D8745FCA2490}" srcId="{8AF4B6C0-25CA-4372-9133-BA0DD6E98282}" destId="{3244BFA8-2737-436E-AE25-0E056B3EAE0E}" srcOrd="2" destOrd="0" parTransId="{98221427-9FF0-450F-B167-97D21CABE7A8}" sibTransId="{A0AF8B32-46EF-4B59-BACB-D3D750D548B2}"/>
    <dgm:cxn modelId="{8976AA78-54D9-4775-BC48-8898114BA9AF}" srcId="{E4DFF9D1-9E64-475A-B554-5D51D9F93F9D}" destId="{7795A962-E936-4566-B33A-1371C461A1B1}" srcOrd="0" destOrd="0" parTransId="{56B83B49-281E-4E17-8E33-9567663838A4}" sibTransId="{2D540F88-138A-4E99-9D28-9932D1F7B087}"/>
    <dgm:cxn modelId="{DF1B969E-2D94-48DB-B4A7-4A7811585A34}" srcId="{E4DFF9D1-9E64-475A-B554-5D51D9F93F9D}" destId="{B6C252FD-78A6-46BD-8312-7E663E4C65FD}" srcOrd="2" destOrd="0" parTransId="{3FCF8D5A-54D3-4818-BB40-BDDBDFF1C22A}" sibTransId="{296DD901-4025-4676-9DCE-B55BD8800B0C}"/>
    <dgm:cxn modelId="{BE9B98B6-9F8A-4E1C-8A17-34154DE9C707}" srcId="{3244BFA8-2737-436E-AE25-0E056B3EAE0E}" destId="{2A0301DC-7967-4CAF-B797-CA98D50BE6F5}" srcOrd="4" destOrd="0" parTransId="{1FACD046-3956-4E74-A4B9-93DB691103AC}" sibTransId="{8CE4CCCC-7909-4270-9A32-6E5EAD43390D}"/>
    <dgm:cxn modelId="{AC2851DC-B674-416E-9C94-9234FDA667F6}" type="presOf" srcId="{1BB865B0-52BB-4B39-861E-8D8632FA1AC0}" destId="{C53B604C-502C-4B29-934D-C46B97BC0DA8}" srcOrd="0" destOrd="0" presId="urn:microsoft.com/office/officeart/2005/8/layout/lProcess3"/>
    <dgm:cxn modelId="{99F49CE8-7CCE-4D5E-919D-0197E83E553F}" srcId="{8AF4B6C0-25CA-4372-9133-BA0DD6E98282}" destId="{C6F57AA3-E2B4-4A24-8CB8-6696C30BE54C}" srcOrd="0" destOrd="0" parTransId="{3D48B0B3-99FB-45EC-A885-1E9A51AB35B9}" sibTransId="{9BAD7440-B96B-495E-BE7E-45A418B853B0}"/>
    <dgm:cxn modelId="{BE360EEC-914B-4FBF-9861-E1D28B7F7580}" srcId="{8AF4B6C0-25CA-4372-9133-BA0DD6E98282}" destId="{E4DFF9D1-9E64-475A-B554-5D51D9F93F9D}" srcOrd="1" destOrd="0" parTransId="{35BDDD91-0EC3-469E-BF06-3BC003F3ADD6}" sibTransId="{19102B35-4275-4F5D-BEED-FD505BF21958}"/>
    <dgm:cxn modelId="{5E341CED-C493-41D6-B95B-EB761D30E6E6}" type="presOf" srcId="{2A0301DC-7967-4CAF-B797-CA98D50BE6F5}" destId="{266BFE30-3157-4BF9-A124-9E187B8C3258}" srcOrd="0" destOrd="0" presId="urn:microsoft.com/office/officeart/2005/8/layout/lProcess3"/>
    <dgm:cxn modelId="{A47D7CF5-7969-4BDF-B32F-FF88F464B0A7}" type="presOf" srcId="{AB27AE82-82A1-4B27-8130-73EBEAE50B5A}" destId="{A0D7599F-0BC1-4FA2-86D6-DCBC4BAF27EC}" srcOrd="0" destOrd="0" presId="urn:microsoft.com/office/officeart/2005/8/layout/lProcess3"/>
    <dgm:cxn modelId="{81FBEAF5-8C06-49A0-93D3-C16979F0DC85}" type="presOf" srcId="{3CACF241-6BBF-4129-9AA1-2A7F53EFC95E}" destId="{04757A55-C598-4001-A59B-73D4DFE0C01C}" srcOrd="0" destOrd="0" presId="urn:microsoft.com/office/officeart/2005/8/layout/lProcess3"/>
    <dgm:cxn modelId="{989262F6-3C60-4550-B2D2-8D3AF8A589BD}" type="presOf" srcId="{E4DFF9D1-9E64-475A-B554-5D51D9F93F9D}" destId="{B743E59F-37A4-49A9-A573-997C65C92A5B}" srcOrd="0" destOrd="0" presId="urn:microsoft.com/office/officeart/2005/8/layout/lProcess3"/>
    <dgm:cxn modelId="{7FCF56F6-45F3-4D3F-A34A-1C167B944694}" srcId="{E4DFF9D1-9E64-475A-B554-5D51D9F93F9D}" destId="{AB27AE82-82A1-4B27-8130-73EBEAE50B5A}" srcOrd="1" destOrd="0" parTransId="{99CBF8BE-8BDF-44E5-A841-67A0B00C2AE9}" sibTransId="{5073B2D1-C384-4F4B-BCEF-4C9225545279}"/>
    <dgm:cxn modelId="{495F81F7-C963-4031-8364-9DD120740E39}" srcId="{3244BFA8-2737-436E-AE25-0E056B3EAE0E}" destId="{E9F18EF9-2962-4A88-AD7B-2C3240222F8B}" srcOrd="2" destOrd="0" parTransId="{8CD72F7F-6D89-4CB7-AD25-E563F720A960}" sibTransId="{FB411E69-A1E1-47F9-9B1F-C863757275CC}"/>
    <dgm:cxn modelId="{BFFCA0FD-C54C-4CC2-82B4-ED6217944684}" type="presOf" srcId="{7795A962-E936-4566-B33A-1371C461A1B1}" destId="{84F07CFB-1489-4575-974A-DD997AFA57EC}" srcOrd="0" destOrd="0" presId="urn:microsoft.com/office/officeart/2005/8/layout/lProcess3"/>
    <dgm:cxn modelId="{066D01FE-DAD9-4856-B9B7-9C55F1F59369}" type="presOf" srcId="{C6F57AA3-E2B4-4A24-8CB8-6696C30BE54C}" destId="{1982F0D9-A8F9-4E12-BF4D-F977FDEA992D}" srcOrd="0" destOrd="0" presId="urn:microsoft.com/office/officeart/2005/8/layout/lProcess3"/>
    <dgm:cxn modelId="{3C86C2FE-0B4D-4AAF-90FA-FFDD365CC2D5}" type="presParOf" srcId="{6BA4301C-A170-4BE7-8A4A-347E83E7E19A}" destId="{3328E6EF-C63B-44E4-ADC1-7781F6400596}" srcOrd="0" destOrd="0" presId="urn:microsoft.com/office/officeart/2005/8/layout/lProcess3"/>
    <dgm:cxn modelId="{FF0B40E9-85C1-4015-B022-793F2E17BBD9}" type="presParOf" srcId="{3328E6EF-C63B-44E4-ADC1-7781F6400596}" destId="{1982F0D9-A8F9-4E12-BF4D-F977FDEA992D}" srcOrd="0" destOrd="0" presId="urn:microsoft.com/office/officeart/2005/8/layout/lProcess3"/>
    <dgm:cxn modelId="{337F693A-8804-4AED-BD8C-6F8333CBA6A5}" type="presParOf" srcId="{3328E6EF-C63B-44E4-ADC1-7781F6400596}" destId="{A07BA30E-5992-4CF2-A45C-636BCBF47AC7}" srcOrd="1" destOrd="0" presId="urn:microsoft.com/office/officeart/2005/8/layout/lProcess3"/>
    <dgm:cxn modelId="{ADB58937-B9CE-41BC-88D7-B76D346F7BA7}" type="presParOf" srcId="{3328E6EF-C63B-44E4-ADC1-7781F6400596}" destId="{04757A55-C598-4001-A59B-73D4DFE0C01C}" srcOrd="2" destOrd="0" presId="urn:microsoft.com/office/officeart/2005/8/layout/lProcess3"/>
    <dgm:cxn modelId="{F26CB664-FF8E-47DB-A4F3-0085EC636A89}" type="presParOf" srcId="{6BA4301C-A170-4BE7-8A4A-347E83E7E19A}" destId="{BB474D27-D499-430C-AD2A-54269DC61667}" srcOrd="1" destOrd="0" presId="urn:microsoft.com/office/officeart/2005/8/layout/lProcess3"/>
    <dgm:cxn modelId="{84111767-5D0E-47CD-9673-CE97A5FA4394}" type="presParOf" srcId="{6BA4301C-A170-4BE7-8A4A-347E83E7E19A}" destId="{DC796BE0-5726-46F4-9F6D-2BB26111C4CB}" srcOrd="2" destOrd="0" presId="urn:microsoft.com/office/officeart/2005/8/layout/lProcess3"/>
    <dgm:cxn modelId="{034CA6D8-D5F5-4111-BCAF-169A87A6FE29}" type="presParOf" srcId="{DC796BE0-5726-46F4-9F6D-2BB26111C4CB}" destId="{B743E59F-37A4-49A9-A573-997C65C92A5B}" srcOrd="0" destOrd="0" presId="urn:microsoft.com/office/officeart/2005/8/layout/lProcess3"/>
    <dgm:cxn modelId="{BE97C537-1C8B-4481-B2C9-C661E2FFA85F}" type="presParOf" srcId="{DC796BE0-5726-46F4-9F6D-2BB26111C4CB}" destId="{E0C15DDF-3853-454B-854E-1CE910012AFB}" srcOrd="1" destOrd="0" presId="urn:microsoft.com/office/officeart/2005/8/layout/lProcess3"/>
    <dgm:cxn modelId="{78F70BA4-0161-4AF4-817B-6B2A75E4D2F9}" type="presParOf" srcId="{DC796BE0-5726-46F4-9F6D-2BB26111C4CB}" destId="{84F07CFB-1489-4575-974A-DD997AFA57EC}" srcOrd="2" destOrd="0" presId="urn:microsoft.com/office/officeart/2005/8/layout/lProcess3"/>
    <dgm:cxn modelId="{DB157FFD-32EC-4A53-95BC-AB1BF918C92A}" type="presParOf" srcId="{DC796BE0-5726-46F4-9F6D-2BB26111C4CB}" destId="{D2C60D0F-EC43-4F87-9CB4-B2B42FDB6E1C}" srcOrd="3" destOrd="0" presId="urn:microsoft.com/office/officeart/2005/8/layout/lProcess3"/>
    <dgm:cxn modelId="{F4BA1B37-E25C-45B4-86CD-66901466C81F}" type="presParOf" srcId="{DC796BE0-5726-46F4-9F6D-2BB26111C4CB}" destId="{A0D7599F-0BC1-4FA2-86D6-DCBC4BAF27EC}" srcOrd="4" destOrd="0" presId="urn:microsoft.com/office/officeart/2005/8/layout/lProcess3"/>
    <dgm:cxn modelId="{5E1754F9-48FD-49EB-86F5-8742D03E0143}" type="presParOf" srcId="{DC796BE0-5726-46F4-9F6D-2BB26111C4CB}" destId="{F875B139-E2E5-429B-AD5A-AF8F1FA1D8C4}" srcOrd="5" destOrd="0" presId="urn:microsoft.com/office/officeart/2005/8/layout/lProcess3"/>
    <dgm:cxn modelId="{64B7684A-F7EF-4AE3-8A47-F97B4068158C}" type="presParOf" srcId="{DC796BE0-5726-46F4-9F6D-2BB26111C4CB}" destId="{BF118FA9-F2CB-4560-9678-BEC0215F915A}" srcOrd="6" destOrd="0" presId="urn:microsoft.com/office/officeart/2005/8/layout/lProcess3"/>
    <dgm:cxn modelId="{512BE0AA-0281-4049-AA6A-F00A2C0A32BC}" type="presParOf" srcId="{6BA4301C-A170-4BE7-8A4A-347E83E7E19A}" destId="{775A6CD1-90FC-4B89-9453-279378CFA97B}" srcOrd="3" destOrd="0" presId="urn:microsoft.com/office/officeart/2005/8/layout/lProcess3"/>
    <dgm:cxn modelId="{DDF19734-E1FA-4657-B7C0-3845EE971B9E}" type="presParOf" srcId="{6BA4301C-A170-4BE7-8A4A-347E83E7E19A}" destId="{FBC17626-F17B-4FEB-838F-B5A4B3217A17}" srcOrd="4" destOrd="0" presId="urn:microsoft.com/office/officeart/2005/8/layout/lProcess3"/>
    <dgm:cxn modelId="{A7C0B87D-0BAD-4289-8802-4254887E5294}" type="presParOf" srcId="{FBC17626-F17B-4FEB-838F-B5A4B3217A17}" destId="{387FA288-2E32-43AF-AB0A-C5AF99F811E9}" srcOrd="0" destOrd="0" presId="urn:microsoft.com/office/officeart/2005/8/layout/lProcess3"/>
    <dgm:cxn modelId="{FF99CC07-9616-487E-B516-891E2DEFC08B}" type="presParOf" srcId="{FBC17626-F17B-4FEB-838F-B5A4B3217A17}" destId="{96316276-0C42-4BA1-83DF-8EAA88D67538}" srcOrd="1" destOrd="0" presId="urn:microsoft.com/office/officeart/2005/8/layout/lProcess3"/>
    <dgm:cxn modelId="{03B758F9-3D21-4C8C-82BE-85268FE5D1FA}" type="presParOf" srcId="{FBC17626-F17B-4FEB-838F-B5A4B3217A17}" destId="{4B9CE843-8655-4849-BB08-36C9E41CC3BF}" srcOrd="2" destOrd="0" presId="urn:microsoft.com/office/officeart/2005/8/layout/lProcess3"/>
    <dgm:cxn modelId="{D32C1B8D-EC5A-46DA-904D-238764E82A06}" type="presParOf" srcId="{FBC17626-F17B-4FEB-838F-B5A4B3217A17}" destId="{3AF1A42F-5570-4347-B15B-0290808B1771}" srcOrd="3" destOrd="0" presId="urn:microsoft.com/office/officeart/2005/8/layout/lProcess3"/>
    <dgm:cxn modelId="{8B76433B-B391-49BE-B49B-A834A92B8528}" type="presParOf" srcId="{FBC17626-F17B-4FEB-838F-B5A4B3217A17}" destId="{C53B604C-502C-4B29-934D-C46B97BC0DA8}" srcOrd="4" destOrd="0" presId="urn:microsoft.com/office/officeart/2005/8/layout/lProcess3"/>
    <dgm:cxn modelId="{EB670251-600E-47AB-84B9-C643E6302ACB}" type="presParOf" srcId="{FBC17626-F17B-4FEB-838F-B5A4B3217A17}" destId="{727F5E08-C499-43EA-8D76-BECD1CC81C63}" srcOrd="5" destOrd="0" presId="urn:microsoft.com/office/officeart/2005/8/layout/lProcess3"/>
    <dgm:cxn modelId="{BA40F44B-54EA-496D-9753-773788C7E283}" type="presParOf" srcId="{FBC17626-F17B-4FEB-838F-B5A4B3217A17}" destId="{5F5857B5-B63F-41D0-8BB3-E52B081DDA3E}" srcOrd="6" destOrd="0" presId="urn:microsoft.com/office/officeart/2005/8/layout/lProcess3"/>
    <dgm:cxn modelId="{6CB7DC5D-33FD-4EAF-886F-EA70175A9CB2}" type="presParOf" srcId="{FBC17626-F17B-4FEB-838F-B5A4B3217A17}" destId="{16308B2F-C280-4268-997D-43A12501021F}" srcOrd="7" destOrd="0" presId="urn:microsoft.com/office/officeart/2005/8/layout/lProcess3"/>
    <dgm:cxn modelId="{0B322499-B0B0-4A12-B896-14F3AD0F8C28}" type="presParOf" srcId="{FBC17626-F17B-4FEB-838F-B5A4B3217A17}" destId="{6C91782B-61C1-476E-8A3B-032F89925329}" srcOrd="8" destOrd="0" presId="urn:microsoft.com/office/officeart/2005/8/layout/lProcess3"/>
    <dgm:cxn modelId="{89D1AFC5-2B42-4BC6-BA16-19D86D85F66A}" type="presParOf" srcId="{FBC17626-F17B-4FEB-838F-B5A4B3217A17}" destId="{76F14BB6-4427-4723-97FA-FA753F377C2B}" srcOrd="9" destOrd="0" presId="urn:microsoft.com/office/officeart/2005/8/layout/lProcess3"/>
    <dgm:cxn modelId="{E6AEDC55-7F7C-4723-A26F-1998AA02C3D7}" type="presParOf" srcId="{FBC17626-F17B-4FEB-838F-B5A4B3217A17}" destId="{266BFE30-3157-4BF9-A124-9E187B8C3258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AFE4E4-0DC8-4453-93A6-320D52C64AFC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EE726656-020A-491F-A94B-2BEFD2E4B781}">
      <dgm:prSet phldrT="[Text]"/>
      <dgm:spPr/>
      <dgm:t>
        <a:bodyPr/>
        <a:lstStyle/>
        <a:p>
          <a:r>
            <a:rPr lang="en-US" dirty="0"/>
            <a:t>S4</a:t>
          </a:r>
          <a:endParaRPr lang="en-DE" dirty="0"/>
        </a:p>
      </dgm:t>
    </dgm:pt>
    <dgm:pt modelId="{1AE6C665-7779-4C4D-AA84-B90433F1EFFA}" type="parTrans" cxnId="{7E888410-50AE-4D5B-9672-B62C17688718}">
      <dgm:prSet/>
      <dgm:spPr/>
      <dgm:t>
        <a:bodyPr/>
        <a:lstStyle/>
        <a:p>
          <a:endParaRPr lang="en-DE"/>
        </a:p>
      </dgm:t>
    </dgm:pt>
    <dgm:pt modelId="{01648DCF-3F08-4D78-9741-75C7672F3FDF}" type="sibTrans" cxnId="{7E888410-50AE-4D5B-9672-B62C17688718}">
      <dgm:prSet/>
      <dgm:spPr/>
      <dgm:t>
        <a:bodyPr/>
        <a:lstStyle/>
        <a:p>
          <a:endParaRPr lang="en-DE"/>
        </a:p>
      </dgm:t>
    </dgm:pt>
    <dgm:pt modelId="{CA6FF9B7-EACC-4C17-9EDE-C2782C0F472E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</dgm:pt>
    <dgm:pt modelId="{56854DA1-3D3C-4AB9-8A3B-2E4FF17E4A1E}" type="parTrans" cxnId="{13C2FD03-9A12-425C-8603-288A4DE547F2}">
      <dgm:prSet/>
      <dgm:spPr/>
      <dgm:t>
        <a:bodyPr/>
        <a:lstStyle/>
        <a:p>
          <a:endParaRPr lang="en-DE"/>
        </a:p>
      </dgm:t>
    </dgm:pt>
    <dgm:pt modelId="{B1688827-4CC2-4731-AB4E-4A43D5C354D6}" type="sibTrans" cxnId="{13C2FD03-9A12-425C-8603-288A4DE547F2}">
      <dgm:prSet/>
      <dgm:spPr/>
      <dgm:t>
        <a:bodyPr/>
        <a:lstStyle/>
        <a:p>
          <a:endParaRPr lang="en-DE"/>
        </a:p>
      </dgm:t>
    </dgm:pt>
    <dgm:pt modelId="{9E8AA718-6577-408D-816D-49E9CEC4BBCC}">
      <dgm:prSet phldrT="[Text]"/>
      <dgm:spPr/>
      <dgm:t>
        <a:bodyPr/>
        <a:lstStyle/>
        <a:p>
          <a:r>
            <a:rPr lang="en-US" dirty="0"/>
            <a:t>S4</a:t>
          </a:r>
          <a:endParaRPr lang="en-DE" dirty="0"/>
        </a:p>
      </dgm:t>
    </dgm:pt>
    <dgm:pt modelId="{FE25DAB0-9A13-4B47-9604-1C5E887A34DC}" type="parTrans" cxnId="{52DE5AC3-CDF9-4377-AF4E-B4A73CFF417C}">
      <dgm:prSet/>
      <dgm:spPr/>
      <dgm:t>
        <a:bodyPr/>
        <a:lstStyle/>
        <a:p>
          <a:endParaRPr lang="en-DE"/>
        </a:p>
      </dgm:t>
    </dgm:pt>
    <dgm:pt modelId="{1BBC040E-5D49-4375-ACC6-9F1B1805A53A}" type="sibTrans" cxnId="{52DE5AC3-CDF9-4377-AF4E-B4A73CFF417C}">
      <dgm:prSet/>
      <dgm:spPr/>
      <dgm:t>
        <a:bodyPr/>
        <a:lstStyle/>
        <a:p>
          <a:endParaRPr lang="en-DE"/>
        </a:p>
      </dgm:t>
    </dgm:pt>
    <dgm:pt modelId="{353E5BC2-4F51-4216-9064-BCAF11BF270F}">
      <dgm:prSet/>
      <dgm:spPr/>
      <dgm:t>
        <a:bodyPr/>
        <a:lstStyle/>
        <a:p>
          <a:endParaRPr lang="en-DE" dirty="0"/>
        </a:p>
      </dgm:t>
    </dgm:pt>
    <dgm:pt modelId="{479CB15C-73FE-46BE-BCC7-360777C41CC8}" type="parTrans" cxnId="{AF024B36-8B90-4F96-A732-489D1C5A5EAF}">
      <dgm:prSet/>
      <dgm:spPr/>
      <dgm:t>
        <a:bodyPr/>
        <a:lstStyle/>
        <a:p>
          <a:endParaRPr lang="en-DE"/>
        </a:p>
      </dgm:t>
    </dgm:pt>
    <dgm:pt modelId="{01FBCC8B-5F6B-496A-8495-CF5A4C9694A5}" type="sibTrans" cxnId="{AF024B36-8B90-4F96-A732-489D1C5A5EAF}">
      <dgm:prSet/>
      <dgm:spPr/>
      <dgm:t>
        <a:bodyPr/>
        <a:lstStyle/>
        <a:p>
          <a:endParaRPr lang="en-DE"/>
        </a:p>
      </dgm:t>
    </dgm:pt>
    <dgm:pt modelId="{37CB4C08-BFC2-4AB6-A51D-76F4659B9DAF}">
      <dgm:prSet/>
      <dgm:spPr/>
      <dgm:t>
        <a:bodyPr/>
        <a:lstStyle/>
        <a:p>
          <a:r>
            <a:rPr lang="en-US" dirty="0"/>
            <a:t>Go to Fiori App F2229- Manage Purchase Requisition Professional.</a:t>
          </a:r>
        </a:p>
      </dgm:t>
    </dgm:pt>
    <dgm:pt modelId="{88F81312-E0EB-4103-973E-736D5F2EC956}" type="parTrans" cxnId="{6276BFF1-4212-4586-9083-51A684DFDD06}">
      <dgm:prSet/>
      <dgm:spPr/>
      <dgm:t>
        <a:bodyPr/>
        <a:lstStyle/>
        <a:p>
          <a:endParaRPr lang="en-DE"/>
        </a:p>
      </dgm:t>
    </dgm:pt>
    <dgm:pt modelId="{DF5079A4-B6C5-4EC2-AF93-7D07D0FD38B9}" type="sibTrans" cxnId="{6276BFF1-4212-4586-9083-51A684DFDD06}">
      <dgm:prSet/>
      <dgm:spPr/>
      <dgm:t>
        <a:bodyPr/>
        <a:lstStyle/>
        <a:p>
          <a:endParaRPr lang="en-DE"/>
        </a:p>
      </dgm:t>
    </dgm:pt>
    <dgm:pt modelId="{2D7A479E-3692-4D87-A480-75F74E0FF6BD}">
      <dgm:prSet/>
      <dgm:spPr/>
      <dgm:t>
        <a:bodyPr/>
        <a:lstStyle/>
        <a:p>
          <a:r>
            <a:rPr lang="en-US" dirty="0"/>
            <a:t>Create PR by selecting item from external catalog </a:t>
          </a:r>
          <a:endParaRPr lang="en-DE" dirty="0"/>
        </a:p>
      </dgm:t>
    </dgm:pt>
    <dgm:pt modelId="{12ABF9F4-D54F-48E8-BAAF-4B85C94EC7C4}" type="parTrans" cxnId="{BDB61983-6E81-4471-A37E-E9C47B328B96}">
      <dgm:prSet/>
      <dgm:spPr/>
      <dgm:t>
        <a:bodyPr/>
        <a:lstStyle/>
        <a:p>
          <a:endParaRPr lang="en-DE"/>
        </a:p>
      </dgm:t>
    </dgm:pt>
    <dgm:pt modelId="{799A899A-E029-4BD1-A94B-48336BD4C795}" type="sibTrans" cxnId="{BDB61983-6E81-4471-A37E-E9C47B328B96}">
      <dgm:prSet/>
      <dgm:spPr/>
      <dgm:t>
        <a:bodyPr/>
        <a:lstStyle/>
        <a:p>
          <a:endParaRPr lang="en-DE"/>
        </a:p>
      </dgm:t>
    </dgm:pt>
    <dgm:pt modelId="{00AB4345-F276-4C4D-836F-216C34D41076}">
      <dgm:prSet/>
      <dgm:spPr/>
      <dgm:t>
        <a:bodyPr/>
        <a:lstStyle/>
        <a:p>
          <a:r>
            <a:rPr lang="en-US" dirty="0"/>
            <a:t>Choose the items from available catalog items.</a:t>
          </a:r>
          <a:endParaRPr lang="en-DE" dirty="0"/>
        </a:p>
      </dgm:t>
    </dgm:pt>
    <dgm:pt modelId="{7774451F-DF67-4FEA-9ECD-7426BB42CB97}" type="parTrans" cxnId="{44D75325-90E9-4440-AC72-1AE3196E65D6}">
      <dgm:prSet/>
      <dgm:spPr/>
      <dgm:t>
        <a:bodyPr/>
        <a:lstStyle/>
        <a:p>
          <a:endParaRPr lang="en-DE"/>
        </a:p>
      </dgm:t>
    </dgm:pt>
    <dgm:pt modelId="{05702842-2935-4E52-827C-0FE4C30DD635}" type="sibTrans" cxnId="{44D75325-90E9-4440-AC72-1AE3196E65D6}">
      <dgm:prSet/>
      <dgm:spPr/>
      <dgm:t>
        <a:bodyPr/>
        <a:lstStyle/>
        <a:p>
          <a:endParaRPr lang="en-DE"/>
        </a:p>
      </dgm:t>
    </dgm:pt>
    <dgm:pt modelId="{0D9C165A-E66B-495F-B09B-C8954BFFAE02}">
      <dgm:prSet/>
      <dgm:spPr/>
      <dgm:t>
        <a:bodyPr/>
        <a:lstStyle/>
        <a:p>
          <a:r>
            <a:rPr lang="en-US" dirty="0"/>
            <a:t>Catalog item details will be transferred to S4.</a:t>
          </a:r>
          <a:endParaRPr lang="en-DE" dirty="0"/>
        </a:p>
      </dgm:t>
    </dgm:pt>
    <dgm:pt modelId="{53B092CA-C6E4-4C79-92F8-BD05D6EAC14F}" type="parTrans" cxnId="{EB2A474B-84C7-475A-97C7-2C1DD11C20AE}">
      <dgm:prSet/>
      <dgm:spPr/>
      <dgm:t>
        <a:bodyPr/>
        <a:lstStyle/>
        <a:p>
          <a:endParaRPr lang="en-DE"/>
        </a:p>
      </dgm:t>
    </dgm:pt>
    <dgm:pt modelId="{B48AB0EC-4D53-4EE1-8D5D-2127857428B3}" type="sibTrans" cxnId="{EB2A474B-84C7-475A-97C7-2C1DD11C20AE}">
      <dgm:prSet/>
      <dgm:spPr/>
      <dgm:t>
        <a:bodyPr/>
        <a:lstStyle/>
        <a:p>
          <a:endParaRPr lang="en-DE"/>
        </a:p>
      </dgm:t>
    </dgm:pt>
    <dgm:pt modelId="{0883B2CD-4B63-4480-94AF-68DB883851E3}">
      <dgm:prSet/>
      <dgm:spPr/>
      <dgm:t>
        <a:bodyPr/>
        <a:lstStyle/>
        <a:p>
          <a:endParaRPr lang="en-DE" dirty="0"/>
        </a:p>
      </dgm:t>
    </dgm:pt>
    <dgm:pt modelId="{FD4845AA-561F-4FDA-BA73-7C404DE68457}" type="parTrans" cxnId="{8B9EB301-7B11-44D7-B8A5-E9D1EE3EFC08}">
      <dgm:prSet/>
      <dgm:spPr/>
      <dgm:t>
        <a:bodyPr/>
        <a:lstStyle/>
        <a:p>
          <a:endParaRPr lang="en-DE"/>
        </a:p>
      </dgm:t>
    </dgm:pt>
    <dgm:pt modelId="{263BCB8E-0EBE-417A-815F-262F4050033E}" type="sibTrans" cxnId="{8B9EB301-7B11-44D7-B8A5-E9D1EE3EFC08}">
      <dgm:prSet/>
      <dgm:spPr/>
      <dgm:t>
        <a:bodyPr/>
        <a:lstStyle/>
        <a:p>
          <a:endParaRPr lang="en-DE"/>
        </a:p>
      </dgm:t>
    </dgm:pt>
    <dgm:pt modelId="{C63C6AF7-1725-44AD-AED8-49ED4D74F77F}">
      <dgm:prSet/>
      <dgm:spPr/>
      <dgm:t>
        <a:bodyPr/>
        <a:lstStyle/>
        <a:p>
          <a:r>
            <a:rPr lang="en-US" dirty="0"/>
            <a:t>Finalize shopping basket</a:t>
          </a:r>
          <a:endParaRPr lang="en-DE" dirty="0"/>
        </a:p>
      </dgm:t>
    </dgm:pt>
    <dgm:pt modelId="{A83980AC-6B3E-4C54-B613-3C6E7C02B68C}" type="parTrans" cxnId="{91BB80C7-6BF1-4D33-9284-15D6E21314F3}">
      <dgm:prSet/>
      <dgm:spPr/>
      <dgm:t>
        <a:bodyPr/>
        <a:lstStyle/>
        <a:p>
          <a:endParaRPr lang="en-DE"/>
        </a:p>
      </dgm:t>
    </dgm:pt>
    <dgm:pt modelId="{26CF52B8-F005-4F21-9F80-75056BC2D560}" type="sibTrans" cxnId="{91BB80C7-6BF1-4D33-9284-15D6E21314F3}">
      <dgm:prSet/>
      <dgm:spPr/>
      <dgm:t>
        <a:bodyPr/>
        <a:lstStyle/>
        <a:p>
          <a:endParaRPr lang="en-DE"/>
        </a:p>
      </dgm:t>
    </dgm:pt>
    <dgm:pt modelId="{BCAB10BB-F6AE-4CB5-BBA3-E2C8DA54EE4B}">
      <dgm:prSet/>
      <dgm:spPr/>
      <dgm:t>
        <a:bodyPr/>
        <a:lstStyle/>
        <a:p>
          <a:r>
            <a:rPr lang="en-US" dirty="0"/>
            <a:t>Adding multiple lines are possible.</a:t>
          </a:r>
          <a:endParaRPr lang="en-DE" dirty="0"/>
        </a:p>
      </dgm:t>
    </dgm:pt>
    <dgm:pt modelId="{AA3555E8-FBEF-43FD-958D-0E3772BD5C2C}" type="parTrans" cxnId="{FD57F392-5E48-4553-9AC5-71B37D1746D9}">
      <dgm:prSet/>
      <dgm:spPr/>
      <dgm:t>
        <a:bodyPr/>
        <a:lstStyle/>
        <a:p>
          <a:endParaRPr lang="en-DE"/>
        </a:p>
      </dgm:t>
    </dgm:pt>
    <dgm:pt modelId="{B6E854C4-3F32-4ECB-9E57-2B28FBAD40EC}" type="sibTrans" cxnId="{FD57F392-5E48-4553-9AC5-71B37D1746D9}">
      <dgm:prSet/>
      <dgm:spPr/>
      <dgm:t>
        <a:bodyPr/>
        <a:lstStyle/>
        <a:p>
          <a:endParaRPr lang="en-DE"/>
        </a:p>
      </dgm:t>
    </dgm:pt>
    <dgm:pt modelId="{A4523A92-B0FB-401A-B33E-86F24BC69BC4}">
      <dgm:prSet/>
      <dgm:spPr/>
      <dgm:t>
        <a:bodyPr/>
        <a:lstStyle/>
        <a:p>
          <a:r>
            <a:rPr lang="en-US" dirty="0"/>
            <a:t>Complete the PR.</a:t>
          </a:r>
          <a:endParaRPr lang="en-DE" dirty="0"/>
        </a:p>
      </dgm:t>
    </dgm:pt>
    <dgm:pt modelId="{9EB0EDF4-22CD-48C1-906E-2B2C49DA54E2}" type="parTrans" cxnId="{4813192E-61AD-42D8-9DDC-2B743B6C4ACD}">
      <dgm:prSet/>
      <dgm:spPr/>
      <dgm:t>
        <a:bodyPr/>
        <a:lstStyle/>
        <a:p>
          <a:endParaRPr lang="en-DE"/>
        </a:p>
      </dgm:t>
    </dgm:pt>
    <dgm:pt modelId="{29406995-1011-439A-B49B-7D2600E8268C}" type="sibTrans" cxnId="{4813192E-61AD-42D8-9DDC-2B743B6C4ACD}">
      <dgm:prSet/>
      <dgm:spPr/>
      <dgm:t>
        <a:bodyPr/>
        <a:lstStyle/>
        <a:p>
          <a:endParaRPr lang="en-DE"/>
        </a:p>
      </dgm:t>
    </dgm:pt>
    <dgm:pt modelId="{01246A9A-F3BB-45F5-BB9B-FCDAC304C3CF}" type="pres">
      <dgm:prSet presAssocID="{E9AFE4E4-0DC8-4453-93A6-320D52C64AFC}" presName="Name0" presStyleCnt="0">
        <dgm:presLayoutVars>
          <dgm:dir/>
          <dgm:animLvl val="lvl"/>
          <dgm:resizeHandles val="exact"/>
        </dgm:presLayoutVars>
      </dgm:prSet>
      <dgm:spPr/>
    </dgm:pt>
    <dgm:pt modelId="{E3BB33EE-C73A-4AC0-8082-C8AC9A936419}" type="pres">
      <dgm:prSet presAssocID="{E9AFE4E4-0DC8-4453-93A6-320D52C64AFC}" presName="tSp" presStyleCnt="0"/>
      <dgm:spPr/>
    </dgm:pt>
    <dgm:pt modelId="{8BEBC23B-DB11-4878-BA01-420D4B16467C}" type="pres">
      <dgm:prSet presAssocID="{E9AFE4E4-0DC8-4453-93A6-320D52C64AFC}" presName="bSp" presStyleCnt="0"/>
      <dgm:spPr/>
    </dgm:pt>
    <dgm:pt modelId="{4FD4ACBF-919A-4350-AD76-450FEB03FE0B}" type="pres">
      <dgm:prSet presAssocID="{E9AFE4E4-0DC8-4453-93A6-320D52C64AFC}" presName="process" presStyleCnt="0"/>
      <dgm:spPr/>
    </dgm:pt>
    <dgm:pt modelId="{8C3AAA93-1136-4A73-8360-A73DAA6FCD47}" type="pres">
      <dgm:prSet presAssocID="{EE726656-020A-491F-A94B-2BEFD2E4B781}" presName="composite1" presStyleCnt="0"/>
      <dgm:spPr/>
    </dgm:pt>
    <dgm:pt modelId="{F18416F9-352F-4805-A592-E6046DF64EB3}" type="pres">
      <dgm:prSet presAssocID="{EE726656-020A-491F-A94B-2BEFD2E4B781}" presName="dummyNode1" presStyleLbl="node1" presStyleIdx="0" presStyleCnt="3"/>
      <dgm:spPr/>
    </dgm:pt>
    <dgm:pt modelId="{4725DE17-EB6F-4265-BE3D-8FD06B927A58}" type="pres">
      <dgm:prSet presAssocID="{EE726656-020A-491F-A94B-2BEFD2E4B781}" presName="childNode1" presStyleLbl="bgAcc1" presStyleIdx="0" presStyleCnt="3">
        <dgm:presLayoutVars>
          <dgm:bulletEnabled val="1"/>
        </dgm:presLayoutVars>
      </dgm:prSet>
      <dgm:spPr/>
    </dgm:pt>
    <dgm:pt modelId="{452C1E88-9F63-4079-BC45-F35050CF9476}" type="pres">
      <dgm:prSet presAssocID="{EE726656-020A-491F-A94B-2BEFD2E4B781}" presName="childNode1tx" presStyleLbl="bgAcc1" presStyleIdx="0" presStyleCnt="3">
        <dgm:presLayoutVars>
          <dgm:bulletEnabled val="1"/>
        </dgm:presLayoutVars>
      </dgm:prSet>
      <dgm:spPr/>
    </dgm:pt>
    <dgm:pt modelId="{5248044D-A6FD-4916-B0EA-A2B521A6EDE1}" type="pres">
      <dgm:prSet presAssocID="{EE726656-020A-491F-A94B-2BEFD2E4B781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47840653-83A1-4F72-A06D-25C09D275E04}" type="pres">
      <dgm:prSet presAssocID="{EE726656-020A-491F-A94B-2BEFD2E4B781}" presName="connSite1" presStyleCnt="0"/>
      <dgm:spPr/>
    </dgm:pt>
    <dgm:pt modelId="{D6ECC10B-4E89-4B06-9D08-4D5F1F9DACA1}" type="pres">
      <dgm:prSet presAssocID="{01648DCF-3F08-4D78-9741-75C7672F3FDF}" presName="Name9" presStyleLbl="sibTrans2D1" presStyleIdx="0" presStyleCnt="2"/>
      <dgm:spPr/>
    </dgm:pt>
    <dgm:pt modelId="{22F69F93-6D55-4F1E-98A6-FD6A02411307}" type="pres">
      <dgm:prSet presAssocID="{CA6FF9B7-EACC-4C17-9EDE-C2782C0F472E}" presName="composite2" presStyleCnt="0"/>
      <dgm:spPr/>
    </dgm:pt>
    <dgm:pt modelId="{1477C215-D239-40E5-8EA5-CEDFAB4BCB2E}" type="pres">
      <dgm:prSet presAssocID="{CA6FF9B7-EACC-4C17-9EDE-C2782C0F472E}" presName="dummyNode2" presStyleLbl="node1" presStyleIdx="0" presStyleCnt="3"/>
      <dgm:spPr/>
    </dgm:pt>
    <dgm:pt modelId="{C91A45A4-3393-4AC7-896D-63A3ECA81A94}" type="pres">
      <dgm:prSet presAssocID="{CA6FF9B7-EACC-4C17-9EDE-C2782C0F472E}" presName="childNode2" presStyleLbl="bgAcc1" presStyleIdx="1" presStyleCnt="3">
        <dgm:presLayoutVars>
          <dgm:bulletEnabled val="1"/>
        </dgm:presLayoutVars>
      </dgm:prSet>
      <dgm:spPr/>
    </dgm:pt>
    <dgm:pt modelId="{B5A71D59-059D-4E6D-B091-3409D03482AC}" type="pres">
      <dgm:prSet presAssocID="{CA6FF9B7-EACC-4C17-9EDE-C2782C0F472E}" presName="childNode2tx" presStyleLbl="bgAcc1" presStyleIdx="1" presStyleCnt="3">
        <dgm:presLayoutVars>
          <dgm:bulletEnabled val="1"/>
        </dgm:presLayoutVars>
      </dgm:prSet>
      <dgm:spPr/>
    </dgm:pt>
    <dgm:pt modelId="{A1C697BC-B712-43A4-9526-A90DDE4C0297}" type="pres">
      <dgm:prSet presAssocID="{CA6FF9B7-EACC-4C17-9EDE-C2782C0F472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1CECDA24-7C78-4C36-8388-CEC66C2DC09B}" type="pres">
      <dgm:prSet presAssocID="{CA6FF9B7-EACC-4C17-9EDE-C2782C0F472E}" presName="connSite2" presStyleCnt="0"/>
      <dgm:spPr/>
    </dgm:pt>
    <dgm:pt modelId="{D78B734D-4AEE-4AAF-BF97-C77B50A916BC}" type="pres">
      <dgm:prSet presAssocID="{B1688827-4CC2-4731-AB4E-4A43D5C354D6}" presName="Name18" presStyleLbl="sibTrans2D1" presStyleIdx="1" presStyleCnt="2"/>
      <dgm:spPr/>
    </dgm:pt>
    <dgm:pt modelId="{F6254E5D-0E74-4491-A5F9-79E3366C131C}" type="pres">
      <dgm:prSet presAssocID="{9E8AA718-6577-408D-816D-49E9CEC4BBCC}" presName="composite1" presStyleCnt="0"/>
      <dgm:spPr/>
    </dgm:pt>
    <dgm:pt modelId="{10A360D5-0D84-494F-95D2-005F4953A585}" type="pres">
      <dgm:prSet presAssocID="{9E8AA718-6577-408D-816D-49E9CEC4BBCC}" presName="dummyNode1" presStyleLbl="node1" presStyleIdx="1" presStyleCnt="3"/>
      <dgm:spPr/>
    </dgm:pt>
    <dgm:pt modelId="{D294E1E6-C72A-45D2-8059-3D68338E3B9D}" type="pres">
      <dgm:prSet presAssocID="{9E8AA718-6577-408D-816D-49E9CEC4BBCC}" presName="childNode1" presStyleLbl="bgAcc1" presStyleIdx="2" presStyleCnt="3">
        <dgm:presLayoutVars>
          <dgm:bulletEnabled val="1"/>
        </dgm:presLayoutVars>
      </dgm:prSet>
      <dgm:spPr/>
    </dgm:pt>
    <dgm:pt modelId="{A401759A-499C-49EC-8C57-F0158B83205A}" type="pres">
      <dgm:prSet presAssocID="{9E8AA718-6577-408D-816D-49E9CEC4BBCC}" presName="childNode1tx" presStyleLbl="bgAcc1" presStyleIdx="2" presStyleCnt="3">
        <dgm:presLayoutVars>
          <dgm:bulletEnabled val="1"/>
        </dgm:presLayoutVars>
      </dgm:prSet>
      <dgm:spPr/>
    </dgm:pt>
    <dgm:pt modelId="{693B6CF7-278C-4572-ACD1-AE136496294D}" type="pres">
      <dgm:prSet presAssocID="{9E8AA718-6577-408D-816D-49E9CEC4BBCC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5BCE74A5-FBE6-4754-AD60-78DD09C5D7B4}" type="pres">
      <dgm:prSet presAssocID="{9E8AA718-6577-408D-816D-49E9CEC4BBCC}" presName="connSite1" presStyleCnt="0"/>
      <dgm:spPr/>
    </dgm:pt>
  </dgm:ptLst>
  <dgm:cxnLst>
    <dgm:cxn modelId="{8B9EB301-7B11-44D7-B8A5-E9D1EE3EFC08}" srcId="{CA6FF9B7-EACC-4C17-9EDE-C2782C0F472E}" destId="{0883B2CD-4B63-4480-94AF-68DB883851E3}" srcOrd="2" destOrd="0" parTransId="{FD4845AA-561F-4FDA-BA73-7C404DE68457}" sibTransId="{263BCB8E-0EBE-417A-815F-262F4050033E}"/>
    <dgm:cxn modelId="{165D4B02-B30E-4DE2-AA25-B89BC5CA351A}" type="presOf" srcId="{2D7A479E-3692-4D87-A480-75F74E0FF6BD}" destId="{452C1E88-9F63-4079-BC45-F35050CF9476}" srcOrd="1" destOrd="2" presId="urn:microsoft.com/office/officeart/2005/8/layout/hProcess4"/>
    <dgm:cxn modelId="{13C2FD03-9A12-425C-8603-288A4DE547F2}" srcId="{E9AFE4E4-0DC8-4453-93A6-320D52C64AFC}" destId="{CA6FF9B7-EACC-4C17-9EDE-C2782C0F472E}" srcOrd="1" destOrd="0" parTransId="{56854DA1-3D3C-4AB9-8A3B-2E4FF17E4A1E}" sibTransId="{B1688827-4CC2-4731-AB4E-4A43D5C354D6}"/>
    <dgm:cxn modelId="{88C63B0A-3A66-4823-AB1D-09715E03ED4E}" type="presOf" srcId="{2D7A479E-3692-4D87-A480-75F74E0FF6BD}" destId="{4725DE17-EB6F-4265-BE3D-8FD06B927A58}" srcOrd="0" destOrd="2" presId="urn:microsoft.com/office/officeart/2005/8/layout/hProcess4"/>
    <dgm:cxn modelId="{7E888410-50AE-4D5B-9672-B62C17688718}" srcId="{E9AFE4E4-0DC8-4453-93A6-320D52C64AFC}" destId="{EE726656-020A-491F-A94B-2BEFD2E4B781}" srcOrd="0" destOrd="0" parTransId="{1AE6C665-7779-4C4D-AA84-B90433F1EFFA}" sibTransId="{01648DCF-3F08-4D78-9741-75C7672F3FDF}"/>
    <dgm:cxn modelId="{D63C261A-A954-4FF0-A0D1-41A0B1057D6F}" type="presOf" srcId="{C63C6AF7-1725-44AD-AED8-49ED4D74F77F}" destId="{C91A45A4-3393-4AC7-896D-63A3ECA81A94}" srcOrd="0" destOrd="1" presId="urn:microsoft.com/office/officeart/2005/8/layout/hProcess4"/>
    <dgm:cxn modelId="{B6B8481D-3ECD-41A8-A4C7-083F72FB28FC}" type="presOf" srcId="{9E8AA718-6577-408D-816D-49E9CEC4BBCC}" destId="{693B6CF7-278C-4572-ACD1-AE136496294D}" srcOrd="0" destOrd="0" presId="urn:microsoft.com/office/officeart/2005/8/layout/hProcess4"/>
    <dgm:cxn modelId="{44D75325-90E9-4440-AC72-1AE3196E65D6}" srcId="{CA6FF9B7-EACC-4C17-9EDE-C2782C0F472E}" destId="{00AB4345-F276-4C4D-836F-216C34D41076}" srcOrd="0" destOrd="0" parTransId="{7774451F-DF67-4FEA-9ECD-7426BB42CB97}" sibTransId="{05702842-2935-4E52-827C-0FE4C30DD635}"/>
    <dgm:cxn modelId="{B168B32A-04C9-4E47-A273-4ECF2B2F1C25}" type="presOf" srcId="{00AB4345-F276-4C4D-836F-216C34D41076}" destId="{C91A45A4-3393-4AC7-896D-63A3ECA81A94}" srcOrd="0" destOrd="0" presId="urn:microsoft.com/office/officeart/2005/8/layout/hProcess4"/>
    <dgm:cxn modelId="{4813192E-61AD-42D8-9DDC-2B743B6C4ACD}" srcId="{9E8AA718-6577-408D-816D-49E9CEC4BBCC}" destId="{A4523A92-B0FB-401A-B33E-86F24BC69BC4}" srcOrd="2" destOrd="0" parTransId="{9EB0EDF4-22CD-48C1-906E-2B2C49DA54E2}" sibTransId="{29406995-1011-439A-B49B-7D2600E8268C}"/>
    <dgm:cxn modelId="{AF024B36-8B90-4F96-A732-489D1C5A5EAF}" srcId="{EE726656-020A-491F-A94B-2BEFD2E4B781}" destId="{353E5BC2-4F51-4216-9064-BCAF11BF270F}" srcOrd="0" destOrd="0" parTransId="{479CB15C-73FE-46BE-BCC7-360777C41CC8}" sibTransId="{01FBCC8B-5F6B-496A-8495-CF5A4C9694A5}"/>
    <dgm:cxn modelId="{8373E53C-5A20-4124-8A74-7738F5199B78}" type="presOf" srcId="{BCAB10BB-F6AE-4CB5-BBA3-E2C8DA54EE4B}" destId="{D294E1E6-C72A-45D2-8059-3D68338E3B9D}" srcOrd="0" destOrd="1" presId="urn:microsoft.com/office/officeart/2005/8/layout/hProcess4"/>
    <dgm:cxn modelId="{DE088A3D-F1BF-4CA7-893B-A384556ABE18}" type="presOf" srcId="{E9AFE4E4-0DC8-4453-93A6-320D52C64AFC}" destId="{01246A9A-F3BB-45F5-BB9B-FCDAC304C3CF}" srcOrd="0" destOrd="0" presId="urn:microsoft.com/office/officeart/2005/8/layout/hProcess4"/>
    <dgm:cxn modelId="{ACCF323F-93F1-4C02-BDE8-720825E81D29}" type="presOf" srcId="{B1688827-4CC2-4731-AB4E-4A43D5C354D6}" destId="{D78B734D-4AEE-4AAF-BF97-C77B50A916BC}" srcOrd="0" destOrd="0" presId="urn:microsoft.com/office/officeart/2005/8/layout/hProcess4"/>
    <dgm:cxn modelId="{4CE57B63-7F97-40C2-80E9-D9C77DE971EF}" type="presOf" srcId="{C63C6AF7-1725-44AD-AED8-49ED4D74F77F}" destId="{B5A71D59-059D-4E6D-B091-3409D03482AC}" srcOrd="1" destOrd="1" presId="urn:microsoft.com/office/officeart/2005/8/layout/hProcess4"/>
    <dgm:cxn modelId="{EB2A474B-84C7-475A-97C7-2C1DD11C20AE}" srcId="{9E8AA718-6577-408D-816D-49E9CEC4BBCC}" destId="{0D9C165A-E66B-495F-B09B-C8954BFFAE02}" srcOrd="0" destOrd="0" parTransId="{53B092CA-C6E4-4C79-92F8-BD05D6EAC14F}" sibTransId="{B48AB0EC-4D53-4EE1-8D5D-2127857428B3}"/>
    <dgm:cxn modelId="{B6A27150-9D72-4F7F-BEFF-518FF87B655C}" type="presOf" srcId="{01648DCF-3F08-4D78-9741-75C7672F3FDF}" destId="{D6ECC10B-4E89-4B06-9D08-4D5F1F9DACA1}" srcOrd="0" destOrd="0" presId="urn:microsoft.com/office/officeart/2005/8/layout/hProcess4"/>
    <dgm:cxn modelId="{8AAC377A-8A32-4A7C-921F-7903387445BA}" type="presOf" srcId="{37CB4C08-BFC2-4AB6-A51D-76F4659B9DAF}" destId="{452C1E88-9F63-4079-BC45-F35050CF9476}" srcOrd="1" destOrd="1" presId="urn:microsoft.com/office/officeart/2005/8/layout/hProcess4"/>
    <dgm:cxn modelId="{DF9C327E-5069-4BCC-9DBB-6687D9A533B3}" type="presOf" srcId="{CA6FF9B7-EACC-4C17-9EDE-C2782C0F472E}" destId="{A1C697BC-B712-43A4-9526-A90DDE4C0297}" srcOrd="0" destOrd="0" presId="urn:microsoft.com/office/officeart/2005/8/layout/hProcess4"/>
    <dgm:cxn modelId="{BDB61983-6E81-4471-A37E-E9C47B328B96}" srcId="{EE726656-020A-491F-A94B-2BEFD2E4B781}" destId="{2D7A479E-3692-4D87-A480-75F74E0FF6BD}" srcOrd="2" destOrd="0" parTransId="{12ABF9F4-D54F-48E8-BAAF-4B85C94EC7C4}" sibTransId="{799A899A-E029-4BD1-A94B-48336BD4C795}"/>
    <dgm:cxn modelId="{DD59088A-3BB8-4706-8B86-FDEFD29D3947}" type="presOf" srcId="{BCAB10BB-F6AE-4CB5-BBA3-E2C8DA54EE4B}" destId="{A401759A-499C-49EC-8C57-F0158B83205A}" srcOrd="1" destOrd="1" presId="urn:microsoft.com/office/officeart/2005/8/layout/hProcess4"/>
    <dgm:cxn modelId="{99A65C92-AA76-4877-8C86-72ABA5521650}" type="presOf" srcId="{0883B2CD-4B63-4480-94AF-68DB883851E3}" destId="{C91A45A4-3393-4AC7-896D-63A3ECA81A94}" srcOrd="0" destOrd="2" presId="urn:microsoft.com/office/officeart/2005/8/layout/hProcess4"/>
    <dgm:cxn modelId="{FD57F392-5E48-4553-9AC5-71B37D1746D9}" srcId="{9E8AA718-6577-408D-816D-49E9CEC4BBCC}" destId="{BCAB10BB-F6AE-4CB5-BBA3-E2C8DA54EE4B}" srcOrd="1" destOrd="0" parTransId="{AA3555E8-FBEF-43FD-958D-0E3772BD5C2C}" sibTransId="{B6E854C4-3F32-4ECB-9E57-2B28FBAD40EC}"/>
    <dgm:cxn modelId="{21A7209F-1CB3-4FF9-B109-C6113F94C017}" type="presOf" srcId="{00AB4345-F276-4C4D-836F-216C34D41076}" destId="{B5A71D59-059D-4E6D-B091-3409D03482AC}" srcOrd="1" destOrd="0" presId="urn:microsoft.com/office/officeart/2005/8/layout/hProcess4"/>
    <dgm:cxn modelId="{670351A5-F8A3-4DE0-91CB-D281276CDE94}" type="presOf" srcId="{EE726656-020A-491F-A94B-2BEFD2E4B781}" destId="{5248044D-A6FD-4916-B0EA-A2B521A6EDE1}" srcOrd="0" destOrd="0" presId="urn:microsoft.com/office/officeart/2005/8/layout/hProcess4"/>
    <dgm:cxn modelId="{86B5FDB7-418E-4B83-9B2E-E196805710DE}" type="presOf" srcId="{353E5BC2-4F51-4216-9064-BCAF11BF270F}" destId="{4725DE17-EB6F-4265-BE3D-8FD06B927A58}" srcOrd="0" destOrd="0" presId="urn:microsoft.com/office/officeart/2005/8/layout/hProcess4"/>
    <dgm:cxn modelId="{F0ADC6C0-9FD6-4764-9086-2DD745DE7F7F}" type="presOf" srcId="{0D9C165A-E66B-495F-B09B-C8954BFFAE02}" destId="{A401759A-499C-49EC-8C57-F0158B83205A}" srcOrd="1" destOrd="0" presId="urn:microsoft.com/office/officeart/2005/8/layout/hProcess4"/>
    <dgm:cxn modelId="{52DE5AC3-CDF9-4377-AF4E-B4A73CFF417C}" srcId="{E9AFE4E4-0DC8-4453-93A6-320D52C64AFC}" destId="{9E8AA718-6577-408D-816D-49E9CEC4BBCC}" srcOrd="2" destOrd="0" parTransId="{FE25DAB0-9A13-4B47-9604-1C5E887A34DC}" sibTransId="{1BBC040E-5D49-4375-ACC6-9F1B1805A53A}"/>
    <dgm:cxn modelId="{91BB80C7-6BF1-4D33-9284-15D6E21314F3}" srcId="{CA6FF9B7-EACC-4C17-9EDE-C2782C0F472E}" destId="{C63C6AF7-1725-44AD-AED8-49ED4D74F77F}" srcOrd="1" destOrd="0" parTransId="{A83980AC-6B3E-4C54-B613-3C6E7C02B68C}" sibTransId="{26CF52B8-F005-4F21-9F80-75056BC2D560}"/>
    <dgm:cxn modelId="{379B95E0-9844-482F-8870-66601C30F5F5}" type="presOf" srcId="{A4523A92-B0FB-401A-B33E-86F24BC69BC4}" destId="{A401759A-499C-49EC-8C57-F0158B83205A}" srcOrd="1" destOrd="2" presId="urn:microsoft.com/office/officeart/2005/8/layout/hProcess4"/>
    <dgm:cxn modelId="{7FE6DAE2-17E5-4F0B-8A31-BEC3AA2FE462}" type="presOf" srcId="{353E5BC2-4F51-4216-9064-BCAF11BF270F}" destId="{452C1E88-9F63-4079-BC45-F35050CF9476}" srcOrd="1" destOrd="0" presId="urn:microsoft.com/office/officeart/2005/8/layout/hProcess4"/>
    <dgm:cxn modelId="{BEEEDEEF-844D-4B80-9DB1-5E3DB8A4C2ED}" type="presOf" srcId="{0883B2CD-4B63-4480-94AF-68DB883851E3}" destId="{B5A71D59-059D-4E6D-B091-3409D03482AC}" srcOrd="1" destOrd="2" presId="urn:microsoft.com/office/officeart/2005/8/layout/hProcess4"/>
    <dgm:cxn modelId="{D3BBE9F0-E289-42C4-BFB1-4225B99AB117}" type="presOf" srcId="{37CB4C08-BFC2-4AB6-A51D-76F4659B9DAF}" destId="{4725DE17-EB6F-4265-BE3D-8FD06B927A58}" srcOrd="0" destOrd="1" presId="urn:microsoft.com/office/officeart/2005/8/layout/hProcess4"/>
    <dgm:cxn modelId="{6276BFF1-4212-4586-9083-51A684DFDD06}" srcId="{EE726656-020A-491F-A94B-2BEFD2E4B781}" destId="{37CB4C08-BFC2-4AB6-A51D-76F4659B9DAF}" srcOrd="1" destOrd="0" parTransId="{88F81312-E0EB-4103-973E-736D5F2EC956}" sibTransId="{DF5079A4-B6C5-4EC2-AF93-7D07D0FD38B9}"/>
    <dgm:cxn modelId="{A137EFF7-9D06-48B2-A746-D23736112B05}" type="presOf" srcId="{0D9C165A-E66B-495F-B09B-C8954BFFAE02}" destId="{D294E1E6-C72A-45D2-8059-3D68338E3B9D}" srcOrd="0" destOrd="0" presId="urn:microsoft.com/office/officeart/2005/8/layout/hProcess4"/>
    <dgm:cxn modelId="{FFD100F9-65D9-476B-98EC-E708B8ACC4D1}" type="presOf" srcId="{A4523A92-B0FB-401A-B33E-86F24BC69BC4}" destId="{D294E1E6-C72A-45D2-8059-3D68338E3B9D}" srcOrd="0" destOrd="2" presId="urn:microsoft.com/office/officeart/2005/8/layout/hProcess4"/>
    <dgm:cxn modelId="{76DCAF04-0A11-4ECE-BA91-C8DA36C53361}" type="presParOf" srcId="{01246A9A-F3BB-45F5-BB9B-FCDAC304C3CF}" destId="{E3BB33EE-C73A-4AC0-8082-C8AC9A936419}" srcOrd="0" destOrd="0" presId="urn:microsoft.com/office/officeart/2005/8/layout/hProcess4"/>
    <dgm:cxn modelId="{EBF77A20-EC20-478D-A67A-4718F3E91F8E}" type="presParOf" srcId="{01246A9A-F3BB-45F5-BB9B-FCDAC304C3CF}" destId="{8BEBC23B-DB11-4878-BA01-420D4B16467C}" srcOrd="1" destOrd="0" presId="urn:microsoft.com/office/officeart/2005/8/layout/hProcess4"/>
    <dgm:cxn modelId="{6913AD18-272A-4D21-84F9-5F8A2DE440C6}" type="presParOf" srcId="{01246A9A-F3BB-45F5-BB9B-FCDAC304C3CF}" destId="{4FD4ACBF-919A-4350-AD76-450FEB03FE0B}" srcOrd="2" destOrd="0" presId="urn:microsoft.com/office/officeart/2005/8/layout/hProcess4"/>
    <dgm:cxn modelId="{9D220659-39AD-4959-BC27-0A2B5BACBB85}" type="presParOf" srcId="{4FD4ACBF-919A-4350-AD76-450FEB03FE0B}" destId="{8C3AAA93-1136-4A73-8360-A73DAA6FCD47}" srcOrd="0" destOrd="0" presId="urn:microsoft.com/office/officeart/2005/8/layout/hProcess4"/>
    <dgm:cxn modelId="{D59C2CAD-F6BD-4AB6-AC63-EA7456465FEE}" type="presParOf" srcId="{8C3AAA93-1136-4A73-8360-A73DAA6FCD47}" destId="{F18416F9-352F-4805-A592-E6046DF64EB3}" srcOrd="0" destOrd="0" presId="urn:microsoft.com/office/officeart/2005/8/layout/hProcess4"/>
    <dgm:cxn modelId="{F57DCE9B-926D-40B8-9E43-53322EE0368F}" type="presParOf" srcId="{8C3AAA93-1136-4A73-8360-A73DAA6FCD47}" destId="{4725DE17-EB6F-4265-BE3D-8FD06B927A58}" srcOrd="1" destOrd="0" presId="urn:microsoft.com/office/officeart/2005/8/layout/hProcess4"/>
    <dgm:cxn modelId="{FD62513C-8E9D-4A4A-8C2D-4E3EB34E3FCF}" type="presParOf" srcId="{8C3AAA93-1136-4A73-8360-A73DAA6FCD47}" destId="{452C1E88-9F63-4079-BC45-F35050CF9476}" srcOrd="2" destOrd="0" presId="urn:microsoft.com/office/officeart/2005/8/layout/hProcess4"/>
    <dgm:cxn modelId="{EFD33B54-E66F-4A0B-A969-38BBA2A19A7C}" type="presParOf" srcId="{8C3AAA93-1136-4A73-8360-A73DAA6FCD47}" destId="{5248044D-A6FD-4916-B0EA-A2B521A6EDE1}" srcOrd="3" destOrd="0" presId="urn:microsoft.com/office/officeart/2005/8/layout/hProcess4"/>
    <dgm:cxn modelId="{EACC4C5E-746E-44C7-8732-CA9061EC3CB9}" type="presParOf" srcId="{8C3AAA93-1136-4A73-8360-A73DAA6FCD47}" destId="{47840653-83A1-4F72-A06D-25C09D275E04}" srcOrd="4" destOrd="0" presId="urn:microsoft.com/office/officeart/2005/8/layout/hProcess4"/>
    <dgm:cxn modelId="{4AA05E27-EEB4-44E2-8135-9CEEBEEAC8DC}" type="presParOf" srcId="{4FD4ACBF-919A-4350-AD76-450FEB03FE0B}" destId="{D6ECC10B-4E89-4B06-9D08-4D5F1F9DACA1}" srcOrd="1" destOrd="0" presId="urn:microsoft.com/office/officeart/2005/8/layout/hProcess4"/>
    <dgm:cxn modelId="{B169B837-4A7C-42FF-9084-A40C5474372C}" type="presParOf" srcId="{4FD4ACBF-919A-4350-AD76-450FEB03FE0B}" destId="{22F69F93-6D55-4F1E-98A6-FD6A02411307}" srcOrd="2" destOrd="0" presId="urn:microsoft.com/office/officeart/2005/8/layout/hProcess4"/>
    <dgm:cxn modelId="{E1B4C7E0-E120-4F86-A774-1ABFF3E92D49}" type="presParOf" srcId="{22F69F93-6D55-4F1E-98A6-FD6A02411307}" destId="{1477C215-D239-40E5-8EA5-CEDFAB4BCB2E}" srcOrd="0" destOrd="0" presId="urn:microsoft.com/office/officeart/2005/8/layout/hProcess4"/>
    <dgm:cxn modelId="{D35F4B8B-6570-4B6D-997B-BC4B02C726C3}" type="presParOf" srcId="{22F69F93-6D55-4F1E-98A6-FD6A02411307}" destId="{C91A45A4-3393-4AC7-896D-63A3ECA81A94}" srcOrd="1" destOrd="0" presId="urn:microsoft.com/office/officeart/2005/8/layout/hProcess4"/>
    <dgm:cxn modelId="{C31D5528-38A0-4958-93B4-98E4A93BF045}" type="presParOf" srcId="{22F69F93-6D55-4F1E-98A6-FD6A02411307}" destId="{B5A71D59-059D-4E6D-B091-3409D03482AC}" srcOrd="2" destOrd="0" presId="urn:microsoft.com/office/officeart/2005/8/layout/hProcess4"/>
    <dgm:cxn modelId="{BD8F0CE1-F4CC-49B6-B4BA-3252ED5D1650}" type="presParOf" srcId="{22F69F93-6D55-4F1E-98A6-FD6A02411307}" destId="{A1C697BC-B712-43A4-9526-A90DDE4C0297}" srcOrd="3" destOrd="0" presId="urn:microsoft.com/office/officeart/2005/8/layout/hProcess4"/>
    <dgm:cxn modelId="{BCE155FC-832C-4F73-8B79-EE3BA21BF1EF}" type="presParOf" srcId="{22F69F93-6D55-4F1E-98A6-FD6A02411307}" destId="{1CECDA24-7C78-4C36-8388-CEC66C2DC09B}" srcOrd="4" destOrd="0" presId="urn:microsoft.com/office/officeart/2005/8/layout/hProcess4"/>
    <dgm:cxn modelId="{32ED738F-556F-4982-9F4F-14EA8ECB3FD1}" type="presParOf" srcId="{4FD4ACBF-919A-4350-AD76-450FEB03FE0B}" destId="{D78B734D-4AEE-4AAF-BF97-C77B50A916BC}" srcOrd="3" destOrd="0" presId="urn:microsoft.com/office/officeart/2005/8/layout/hProcess4"/>
    <dgm:cxn modelId="{B618DC41-CFC9-46D8-BC5F-3B0352D234B6}" type="presParOf" srcId="{4FD4ACBF-919A-4350-AD76-450FEB03FE0B}" destId="{F6254E5D-0E74-4491-A5F9-79E3366C131C}" srcOrd="4" destOrd="0" presId="urn:microsoft.com/office/officeart/2005/8/layout/hProcess4"/>
    <dgm:cxn modelId="{3FC1AAC1-5691-4EE8-B728-6E16D506B81C}" type="presParOf" srcId="{F6254E5D-0E74-4491-A5F9-79E3366C131C}" destId="{10A360D5-0D84-494F-95D2-005F4953A585}" srcOrd="0" destOrd="0" presId="urn:microsoft.com/office/officeart/2005/8/layout/hProcess4"/>
    <dgm:cxn modelId="{F3DE241C-DB32-4163-8EEA-5995BEC81D02}" type="presParOf" srcId="{F6254E5D-0E74-4491-A5F9-79E3366C131C}" destId="{D294E1E6-C72A-45D2-8059-3D68338E3B9D}" srcOrd="1" destOrd="0" presId="urn:microsoft.com/office/officeart/2005/8/layout/hProcess4"/>
    <dgm:cxn modelId="{178CB024-6183-45AB-8BF2-C8FF379D48F9}" type="presParOf" srcId="{F6254E5D-0E74-4491-A5F9-79E3366C131C}" destId="{A401759A-499C-49EC-8C57-F0158B83205A}" srcOrd="2" destOrd="0" presId="urn:microsoft.com/office/officeart/2005/8/layout/hProcess4"/>
    <dgm:cxn modelId="{E8AC319B-3F6D-4E4F-A188-E45565F9DCCB}" type="presParOf" srcId="{F6254E5D-0E74-4491-A5F9-79E3366C131C}" destId="{693B6CF7-278C-4572-ACD1-AE136496294D}" srcOrd="3" destOrd="0" presId="urn:microsoft.com/office/officeart/2005/8/layout/hProcess4"/>
    <dgm:cxn modelId="{ACEFD2EF-6896-4A27-9738-32EE6627E273}" type="presParOf" srcId="{F6254E5D-0E74-4491-A5F9-79E3366C131C}" destId="{5BCE74A5-FBE6-4754-AD60-78DD09C5D7B4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2F0D9-A8F9-4E12-BF4D-F977FDEA992D}">
      <dsp:nvSpPr>
        <dsp:cNvPr id="0" name=""/>
        <dsp:cNvSpPr/>
      </dsp:nvSpPr>
      <dsp:spPr>
        <a:xfrm>
          <a:off x="1148" y="944773"/>
          <a:ext cx="2359839" cy="94393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myMall</a:t>
          </a:r>
          <a:endParaRPr lang="en-DE" sz="3400" kern="1200" dirty="0"/>
        </a:p>
      </dsp:txBody>
      <dsp:txXfrm>
        <a:off x="473116" y="944773"/>
        <a:ext cx="1415904" cy="943935"/>
      </dsp:txXfrm>
    </dsp:sp>
    <dsp:sp modelId="{04757A55-C598-4001-A59B-73D4DFE0C01C}">
      <dsp:nvSpPr>
        <dsp:cNvPr id="0" name=""/>
        <dsp:cNvSpPr/>
      </dsp:nvSpPr>
      <dsp:spPr>
        <a:xfrm>
          <a:off x="2054209" y="1025008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 Requirement (SC)</a:t>
          </a:r>
          <a:endParaRPr lang="en-DE" sz="1400" kern="1200" dirty="0"/>
        </a:p>
      </dsp:txBody>
      <dsp:txXfrm>
        <a:off x="2445942" y="1025008"/>
        <a:ext cx="1175201" cy="783466"/>
      </dsp:txXfrm>
    </dsp:sp>
    <dsp:sp modelId="{B743E59F-37A4-49A9-A573-997C65C92A5B}">
      <dsp:nvSpPr>
        <dsp:cNvPr id="0" name=""/>
        <dsp:cNvSpPr/>
      </dsp:nvSpPr>
      <dsp:spPr>
        <a:xfrm>
          <a:off x="8496" y="2006880"/>
          <a:ext cx="2359839" cy="943935"/>
        </a:xfrm>
        <a:prstGeom prst="chevron">
          <a:avLst/>
        </a:prstGeom>
        <a:solidFill>
          <a:schemeClr val="accent3">
            <a:hueOff val="275609"/>
            <a:satOff val="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u="none" kern="12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sz="3400" u="none" kern="1200" dirty="0">
            <a:solidFill>
              <a:schemeClr val="tx1"/>
            </a:solidFill>
          </a:endParaRPr>
        </a:p>
      </dsp:txBody>
      <dsp:txXfrm>
        <a:off x="480464" y="2006880"/>
        <a:ext cx="1415904" cy="943935"/>
      </dsp:txXfrm>
    </dsp:sp>
    <dsp:sp modelId="{84F07CFB-1489-4575-974A-DD997AFA57EC}">
      <dsp:nvSpPr>
        <dsp:cNvPr id="0" name=""/>
        <dsp:cNvSpPr/>
      </dsp:nvSpPr>
      <dsp:spPr>
        <a:xfrm>
          <a:off x="2054209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112211"/>
            <a:satOff val="-2645"/>
            <a:lumOff val="-24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12211"/>
              <a:satOff val="-2645"/>
              <a:lumOff val="-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Automatic e-mail notification trigger</a:t>
          </a:r>
          <a:endParaRPr lang="en-DE" sz="1400" kern="1200" dirty="0"/>
        </a:p>
      </dsp:txBody>
      <dsp:txXfrm>
        <a:off x="2445942" y="2101095"/>
        <a:ext cx="1175201" cy="783466"/>
      </dsp:txXfrm>
    </dsp:sp>
    <dsp:sp modelId="{A0D7599F-0BC1-4FA2-86D6-DCBC4BAF27EC}">
      <dsp:nvSpPr>
        <dsp:cNvPr id="0" name=""/>
        <dsp:cNvSpPr/>
      </dsp:nvSpPr>
      <dsp:spPr>
        <a:xfrm>
          <a:off x="3738663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224422"/>
            <a:satOff val="-5291"/>
            <a:lumOff val="-48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24422"/>
              <a:satOff val="-5291"/>
              <a:lumOff val="-4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Complete Requirement (PR) </a:t>
          </a:r>
          <a:endParaRPr lang="en-DE" sz="1400" kern="1200" dirty="0"/>
        </a:p>
      </dsp:txBody>
      <dsp:txXfrm>
        <a:off x="4130396" y="2101095"/>
        <a:ext cx="1175201" cy="783466"/>
      </dsp:txXfrm>
    </dsp:sp>
    <dsp:sp modelId="{BF118FA9-F2CB-4560-9678-BEC0215F915A}">
      <dsp:nvSpPr>
        <dsp:cNvPr id="0" name=""/>
        <dsp:cNvSpPr/>
      </dsp:nvSpPr>
      <dsp:spPr>
        <a:xfrm>
          <a:off x="5423116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336633"/>
            <a:satOff val="-7936"/>
            <a:lumOff val="-73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336633"/>
              <a:satOff val="-7936"/>
              <a:lumOff val="-7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Approve the PR/PO</a:t>
          </a:r>
          <a:endParaRPr lang="en-DE" sz="1400" kern="1200" dirty="0"/>
        </a:p>
      </dsp:txBody>
      <dsp:txXfrm>
        <a:off x="5814849" y="2101095"/>
        <a:ext cx="1175201" cy="783466"/>
      </dsp:txXfrm>
    </dsp:sp>
    <dsp:sp modelId="{387FA288-2E32-43AF-AB0A-C5AF99F811E9}">
      <dsp:nvSpPr>
        <dsp:cNvPr id="0" name=""/>
        <dsp:cNvSpPr/>
      </dsp:nvSpPr>
      <dsp:spPr>
        <a:xfrm>
          <a:off x="1148" y="3096947"/>
          <a:ext cx="2359839" cy="943935"/>
        </a:xfrm>
        <a:prstGeom prst="chevron">
          <a:avLst/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S4 HANA</a:t>
          </a:r>
          <a:endParaRPr lang="en-DE" sz="3400" kern="1200" dirty="0">
            <a:solidFill>
              <a:schemeClr val="tx1"/>
            </a:solidFill>
          </a:endParaRPr>
        </a:p>
      </dsp:txBody>
      <dsp:txXfrm>
        <a:off x="473116" y="3096947"/>
        <a:ext cx="1415904" cy="943935"/>
      </dsp:txXfrm>
    </dsp:sp>
    <dsp:sp modelId="{4B9CE843-8655-4849-BB08-36C9E41CC3BF}">
      <dsp:nvSpPr>
        <dsp:cNvPr id="0" name=""/>
        <dsp:cNvSpPr/>
      </dsp:nvSpPr>
      <dsp:spPr>
        <a:xfrm>
          <a:off x="2054209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448845"/>
            <a:satOff val="-10581"/>
            <a:lumOff val="-97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448845"/>
              <a:satOff val="-10581"/>
              <a:lumOff val="-9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</a:t>
          </a:r>
          <a:r>
            <a:rPr lang="en-US" sz="1400" u="none" kern="1200" dirty="0">
              <a:solidFill>
                <a:schemeClr val="bg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sz="1400" u="none" kern="1200" dirty="0">
            <a:solidFill>
              <a:schemeClr val="bg1"/>
            </a:solidFill>
          </a:endParaRPr>
        </a:p>
      </dsp:txBody>
      <dsp:txXfrm>
        <a:off x="2445942" y="3177182"/>
        <a:ext cx="1175201" cy="783466"/>
      </dsp:txXfrm>
    </dsp:sp>
    <dsp:sp modelId="{C53B604C-502C-4B29-934D-C46B97BC0DA8}">
      <dsp:nvSpPr>
        <dsp:cNvPr id="0" name=""/>
        <dsp:cNvSpPr/>
      </dsp:nvSpPr>
      <dsp:spPr>
        <a:xfrm>
          <a:off x="3738663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561056"/>
            <a:satOff val="-13227"/>
            <a:lumOff val="-121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561056"/>
              <a:satOff val="-13227"/>
              <a:lumOff val="-1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 PO</a:t>
          </a:r>
          <a:endParaRPr lang="en-DE" sz="1400" kern="1200" dirty="0"/>
        </a:p>
      </dsp:txBody>
      <dsp:txXfrm>
        <a:off x="4130396" y="3177182"/>
        <a:ext cx="1175201" cy="783466"/>
      </dsp:txXfrm>
    </dsp:sp>
    <dsp:sp modelId="{5F5857B5-B63F-41D0-8BB3-E52B081DDA3E}">
      <dsp:nvSpPr>
        <dsp:cNvPr id="0" name=""/>
        <dsp:cNvSpPr/>
      </dsp:nvSpPr>
      <dsp:spPr>
        <a:xfrm>
          <a:off x="5423116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673267"/>
            <a:satOff val="-15872"/>
            <a:lumOff val="-146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673267"/>
              <a:satOff val="-15872"/>
              <a:lumOff val="-1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Send PO to Supplier (Automatic)</a:t>
          </a:r>
          <a:endParaRPr lang="en-DE" sz="1400" kern="1200" dirty="0"/>
        </a:p>
      </dsp:txBody>
      <dsp:txXfrm>
        <a:off x="5814849" y="3177182"/>
        <a:ext cx="1175201" cy="783466"/>
      </dsp:txXfrm>
    </dsp:sp>
    <dsp:sp modelId="{6C91782B-61C1-476E-8A3B-032F89925329}">
      <dsp:nvSpPr>
        <dsp:cNvPr id="0" name=""/>
        <dsp:cNvSpPr/>
      </dsp:nvSpPr>
      <dsp:spPr>
        <a:xfrm>
          <a:off x="7107570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785478"/>
            <a:satOff val="-18518"/>
            <a:lumOff val="-170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785478"/>
              <a:satOff val="-18518"/>
              <a:lumOff val="-17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Post Goods Receipt</a:t>
          </a:r>
          <a:endParaRPr lang="en-DE" sz="1400" kern="1200" dirty="0"/>
        </a:p>
      </dsp:txBody>
      <dsp:txXfrm>
        <a:off x="7499303" y="3177182"/>
        <a:ext cx="1175201" cy="783466"/>
      </dsp:txXfrm>
    </dsp:sp>
    <dsp:sp modelId="{266BFE30-3157-4BF9-A124-9E187B8C3258}">
      <dsp:nvSpPr>
        <dsp:cNvPr id="0" name=""/>
        <dsp:cNvSpPr/>
      </dsp:nvSpPr>
      <dsp:spPr>
        <a:xfrm>
          <a:off x="8792024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897689"/>
            <a:satOff val="-21163"/>
            <a:lumOff val="-194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97689"/>
              <a:satOff val="-21163"/>
              <a:lumOff val="-19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Reverse the GR</a:t>
          </a:r>
          <a:endParaRPr lang="en-DE" sz="1400" kern="1200" dirty="0"/>
        </a:p>
      </dsp:txBody>
      <dsp:txXfrm>
        <a:off x="9183757" y="3177182"/>
        <a:ext cx="1175201" cy="783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5DE17-EB6F-4265-BE3D-8FD06B927A58}">
      <dsp:nvSpPr>
        <dsp:cNvPr id="0" name=""/>
        <dsp:cNvSpPr/>
      </dsp:nvSpPr>
      <dsp:spPr>
        <a:xfrm>
          <a:off x="437207" y="1107199"/>
          <a:ext cx="2579513" cy="2127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Go to Fiori App F2229- Manage Purchase Requisition Professional.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Create PR by selecting item from external catalog </a:t>
          </a:r>
          <a:endParaRPr lang="en-DE" sz="1500" kern="1200" dirty="0"/>
        </a:p>
      </dsp:txBody>
      <dsp:txXfrm>
        <a:off x="486168" y="1156160"/>
        <a:ext cx="2481591" cy="1573731"/>
      </dsp:txXfrm>
    </dsp:sp>
    <dsp:sp modelId="{D6ECC10B-4E89-4B06-9D08-4D5F1F9DACA1}">
      <dsp:nvSpPr>
        <dsp:cNvPr id="0" name=""/>
        <dsp:cNvSpPr/>
      </dsp:nvSpPr>
      <dsp:spPr>
        <a:xfrm>
          <a:off x="1856889" y="1506395"/>
          <a:ext cx="3003567" cy="3003567"/>
        </a:xfrm>
        <a:prstGeom prst="leftCircularArrow">
          <a:avLst>
            <a:gd name="adj1" fmla="val 3679"/>
            <a:gd name="adj2" fmla="val 458504"/>
            <a:gd name="adj3" fmla="val 2234015"/>
            <a:gd name="adj4" fmla="val 9024489"/>
            <a:gd name="adj5" fmla="val 429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8044D-A6FD-4916-B0EA-A2B521A6EDE1}">
      <dsp:nvSpPr>
        <dsp:cNvPr id="0" name=""/>
        <dsp:cNvSpPr/>
      </dsp:nvSpPr>
      <dsp:spPr>
        <a:xfrm>
          <a:off x="1010433" y="2778853"/>
          <a:ext cx="2292901" cy="911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S4</a:t>
          </a:r>
          <a:endParaRPr lang="en-DE" sz="5000" kern="1200" dirty="0"/>
        </a:p>
      </dsp:txBody>
      <dsp:txXfrm>
        <a:off x="1037139" y="2805559"/>
        <a:ext cx="2239489" cy="858399"/>
      </dsp:txXfrm>
    </dsp:sp>
    <dsp:sp modelId="{C91A45A4-3393-4AC7-896D-63A3ECA81A94}">
      <dsp:nvSpPr>
        <dsp:cNvPr id="0" name=""/>
        <dsp:cNvSpPr/>
      </dsp:nvSpPr>
      <dsp:spPr>
        <a:xfrm>
          <a:off x="3829600" y="1107199"/>
          <a:ext cx="2579513" cy="2127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Choose the items from available catalog items.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Finalize shopping basket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1500" kern="1200" dirty="0"/>
        </a:p>
      </dsp:txBody>
      <dsp:txXfrm>
        <a:off x="3878561" y="1612065"/>
        <a:ext cx="2481591" cy="1573731"/>
      </dsp:txXfrm>
    </dsp:sp>
    <dsp:sp modelId="{D78B734D-4AEE-4AAF-BF97-C77B50A916BC}">
      <dsp:nvSpPr>
        <dsp:cNvPr id="0" name=""/>
        <dsp:cNvSpPr/>
      </dsp:nvSpPr>
      <dsp:spPr>
        <a:xfrm>
          <a:off x="5227786" y="-251424"/>
          <a:ext cx="3333171" cy="3333171"/>
        </a:xfrm>
        <a:prstGeom prst="circularArrow">
          <a:avLst>
            <a:gd name="adj1" fmla="val 3316"/>
            <a:gd name="adj2" fmla="val 409594"/>
            <a:gd name="adj3" fmla="val 19414895"/>
            <a:gd name="adj4" fmla="val 12575511"/>
            <a:gd name="adj5" fmla="val 386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697BC-B712-43A4-9526-A90DDE4C0297}">
      <dsp:nvSpPr>
        <dsp:cNvPr id="0" name=""/>
        <dsp:cNvSpPr/>
      </dsp:nvSpPr>
      <dsp:spPr>
        <a:xfrm>
          <a:off x="4402826" y="651293"/>
          <a:ext cx="2292901" cy="911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 err="1"/>
            <a:t>myMall</a:t>
          </a:r>
          <a:endParaRPr lang="en-DE" sz="5000" kern="1200" dirty="0"/>
        </a:p>
      </dsp:txBody>
      <dsp:txXfrm>
        <a:off x="4429532" y="677999"/>
        <a:ext cx="2239489" cy="858399"/>
      </dsp:txXfrm>
    </dsp:sp>
    <dsp:sp modelId="{D294E1E6-C72A-45D2-8059-3D68338E3B9D}">
      <dsp:nvSpPr>
        <dsp:cNvPr id="0" name=""/>
        <dsp:cNvSpPr/>
      </dsp:nvSpPr>
      <dsp:spPr>
        <a:xfrm>
          <a:off x="7221993" y="1107199"/>
          <a:ext cx="2579513" cy="2127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Catalog item details will be transferred to S4.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Adding multiple lines are possible.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Complete the PR.</a:t>
          </a:r>
          <a:endParaRPr lang="en-DE" sz="1500" kern="1200" dirty="0"/>
        </a:p>
      </dsp:txBody>
      <dsp:txXfrm>
        <a:off x="7270954" y="1156160"/>
        <a:ext cx="2481591" cy="1573731"/>
      </dsp:txXfrm>
    </dsp:sp>
    <dsp:sp modelId="{693B6CF7-278C-4572-ACD1-AE136496294D}">
      <dsp:nvSpPr>
        <dsp:cNvPr id="0" name=""/>
        <dsp:cNvSpPr/>
      </dsp:nvSpPr>
      <dsp:spPr>
        <a:xfrm>
          <a:off x="7795218" y="2778853"/>
          <a:ext cx="2292901" cy="911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S4</a:t>
          </a:r>
          <a:endParaRPr lang="en-DE" sz="5000" kern="1200" dirty="0"/>
        </a:p>
      </dsp:txBody>
      <dsp:txXfrm>
        <a:off x="7821924" y="2805559"/>
        <a:ext cx="2239489" cy="858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1/7/2025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904" y="597943"/>
            <a:ext cx="1141867" cy="1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671513"/>
            <a:ext cx="6565900" cy="3694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3222" y="4967227"/>
            <a:ext cx="5994800" cy="429893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72A1B-E576-4803-93C7-FA8F3DA105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32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796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301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13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D643-FFD6-0F55-AAB3-8EDF6DF1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C8F760-60B7-B1D1-5338-4F544B9C8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A5295F-DBB0-0AC0-8CCD-432529A16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2110C4-2284-A92A-9B7E-798877FDE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27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vert="horz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70DE8838-31D9-C642-DEB4-3F5851429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87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5C1C3F67-382F-07D6-EE21-C5965BF30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1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1D6035DC-0382-A35D-A6CF-1C926020B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987E51E3-72A3-7AAC-F3CF-18EEC80FC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6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9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3233F74-64E2-979F-AE77-CCDE0519D4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749F11AA-3049-C6CE-38C7-1170C944F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CB67303-6251-0F53-7616-F4295E0D41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87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Pr>
        <a:solidFill>
          <a:srgbClr val="000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4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C483EF4-B0F3-9DF8-929C-E73101064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8571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C483EF4-B0F3-9DF8-929C-E73101064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E85E7B1C-7C59-C51C-8FD1-536DDC76EB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6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7FD5AAC-7932-3045-AD0F-BFF2BFCC27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85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7FD5AAC-7932-3045-AD0F-BFF2BFCC27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4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C958BC9-E8AA-BB49-2514-085CE54BA8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7485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958BC9-E8AA-BB49-2514-085CE54BA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10445859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CF2E49-AF61-A0B6-1BC5-6D8192E7C71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23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BA1DB2C-2D65-80A3-F2B9-6CD2CBF44E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988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BA1DB2C-2D65-80A3-F2B9-6CD2CBF44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9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06C141-1512-A34C-D3C1-A7152EA18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499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37" imgH="737" progId="TCLayout.ActiveDocument.1">
                  <p:embed/>
                </p:oleObj>
              </mc:Choice>
              <mc:Fallback>
                <p:oleObj name="think-cell Slide" r:id="rId3" imgW="737" imgH="73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06C141-1512-A34C-D3C1-A7152EA18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AEE99BD-28E7-FE5E-FA77-0D47A3BA42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33255">
                  <a:alpha val="90000"/>
                </a:srgbClr>
              </a:gs>
              <a:gs pos="99000">
                <a:srgbClr val="0E0E3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315EF87-8232-406F-3929-2791AF0D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A29C7FB6-EEF3-CCFA-F90F-B44B5967F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217BFFA-CD11-26FB-EB1B-CAB5E139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Imagem 11" descr="Uma imagem com texto&#10;&#10;Descrição gerada automaticamente">
            <a:extLst>
              <a:ext uri="{FF2B5EF4-FFF2-40B4-BE49-F238E27FC236}">
                <a16:creationId xmlns:a16="http://schemas.microsoft.com/office/drawing/2014/main" id="{0A0127EB-6D54-2C8F-08B0-DF83F9477FF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881" y="43457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6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3ADA6C66-7966-F4E1-9B33-7A9DAAADC6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385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3ADA6C66-7966-F4E1-9B33-7A9DAAADC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F307510-1CD4-7DA5-F914-34C4C89D9A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787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F307510-1CD4-7DA5-F914-34C4C89D9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64BA73B-5A07-47C4-996D-44A95DD148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39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AF8D565-19AD-F232-35A2-0E008502A9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321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AF8D565-19AD-F232-35A2-0E008502A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66D69E8-0F49-9540-3607-3071D9A705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6473163-8190-ACF8-B633-B4CE16DE4D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81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6473163-8190-ACF8-B633-B4CE16DE4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20FD94-5F7C-ACE7-A20F-8ED98461B4E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1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5E1C249-86B5-BD71-75E1-77E3E2E21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8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5E1C249-86B5-BD71-75E1-77E3E2E21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C1EFE4E-D7FD-552C-9E95-0FCF239BCB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69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E2BCC471-28E7-B7EA-D275-D070DA543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917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E2BCC471-28E7-B7EA-D275-D070DA543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32B548D-F9E2-2F34-4BFC-0F1BAEC4C92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0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6340933C-FAE6-57C7-ED97-22A6C2F91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861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6340933C-FAE6-57C7-ED97-22A6C2F9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78C58A62-0120-A9FF-7B12-7C83E28E629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3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550997B-C79C-51D5-4CAB-2F2F0BEE7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427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550997B-C79C-51D5-4CAB-2F2F0BEE7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A6CCB8F0-0618-7671-C46E-BF41202819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11BDBF6-878D-2DD2-1307-8F917772EC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16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11BDBF6-878D-2DD2-1307-8F917772E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1CC009F-904A-3B34-CD8E-992B614954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9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82C904B-D4AC-EDB0-D560-B841D38E5A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618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82C904B-D4AC-EDB0-D560-B841D38E5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BEDC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7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C4093E6-4FDF-8AED-2D7C-E73D45025E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221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C4093E6-4FDF-8AED-2D7C-E73D45025E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C00B2712-58A8-5D13-7EC3-D8C35F7F3DA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39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1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370CE-4195-F5B6-3915-4359575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7CEB39-130A-9C62-17A4-98E9C74AB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D4EA4-2D1D-9297-012C-595079EC0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85D4A8C-D534-8BF3-8009-C3A8417E6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576509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663" imgH="664" progId="TCLayout.ActiveDocument.1">
                  <p:embed/>
                </p:oleObj>
              </mc:Choice>
              <mc:Fallback>
                <p:oleObj name="think-cell Slide" r:id="rId31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85D4A8C-D534-8BF3-8009-C3A8417E6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678730AC-955A-7342-222C-98CEDEC2B97E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4" r:id="rId13"/>
    <p:sldLayoutId id="2147483850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9" r:id="rId27"/>
    <p:sldLayoutId id="2147483851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002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4" Type="http://schemas.openxmlformats.org/officeDocument/2006/relationships/image" Target="../media/image1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6" Type="http://schemas.openxmlformats.org/officeDocument/2006/relationships/image" Target="../media/image17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17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6" Type="http://schemas.openxmlformats.org/officeDocument/2006/relationships/image" Target="../media/image17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>
            <a:extLst>
              <a:ext uri="{FF2B5EF4-FFF2-40B4-BE49-F238E27FC236}">
                <a16:creationId xmlns:a16="http://schemas.microsoft.com/office/drawing/2014/main" id="{FE5E87D9-D96E-02ED-2860-CF20738780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37" imgH="737" progId="TCLayout.ActiveDocument.1">
                  <p:embed/>
                </p:oleObj>
              </mc:Choice>
              <mc:Fallback>
                <p:oleObj name="think-cell Slide" r:id="rId3" imgW="737" imgH="737" progId="TCLayout.ActiveDocument.1">
                  <p:embed/>
                  <p:pic>
                    <p:nvPicPr>
                      <p:cNvPr id="21" name="Object 20" hidden="1">
                        <a:extLst>
                          <a:ext uri="{FF2B5EF4-FFF2-40B4-BE49-F238E27FC236}">
                            <a16:creationId xmlns:a16="http://schemas.microsoft.com/office/drawing/2014/main" id="{FE5E87D9-D96E-02ED-2860-CF20738780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CEAFF82B-A512-DDF5-1E85-194B4DE95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780000"/>
            <a:ext cx="11087053" cy="492443"/>
          </a:xfrm>
        </p:spPr>
        <p:txBody>
          <a:bodyPr vert="horz"/>
          <a:lstStyle/>
          <a:p>
            <a:r>
              <a:rPr lang="en-US" sz="3200" b="1" dirty="0"/>
              <a:t>30 Mins of Innovation : Indirect X 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15B4910-1E5D-D300-19F5-8E8488AABA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Markus Gilg &amp; Ajit  Gautam</a:t>
            </a:r>
          </a:p>
          <a:p>
            <a:r>
              <a:rPr lang="en-US" dirty="0"/>
              <a:t>08 January  2025</a:t>
            </a:r>
          </a:p>
        </p:txBody>
      </p:sp>
    </p:spTree>
    <p:extLst>
      <p:ext uri="{BB962C8B-B14F-4D97-AF65-F5344CB8AC3E}">
        <p14:creationId xmlns:p14="http://schemas.microsoft.com/office/powerpoint/2010/main" val="325316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8DAADCC-244F-3787-8285-68A15EC186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DAADCC-244F-3787-8285-68A15EC18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BAE356D-A802-CBD8-E9C9-52770DA4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 err="1"/>
              <a:t>Indirect</a:t>
            </a:r>
            <a:r>
              <a:rPr lang="de-DE" dirty="0"/>
              <a:t> </a:t>
            </a:r>
            <a:br>
              <a:rPr lang="de-DE" dirty="0"/>
            </a:br>
            <a:r>
              <a:rPr lang="en-US" sz="2000" b="0" dirty="0">
                <a:solidFill>
                  <a:schemeClr val="tx1"/>
                </a:solidFill>
              </a:rPr>
              <a:t>Indirect X | </a:t>
            </a:r>
            <a:r>
              <a:rPr lang="en-US" b="0" dirty="0"/>
              <a:t>Objectives</a:t>
            </a:r>
            <a:endParaRPr lang="en-DE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755A0-4B63-5D3F-5144-EEB4150729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| P2P Indirect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B66B-9D4A-B1ED-2C44-048AB32CA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5" name="Basic ring" descr="Mindmap wheel">
            <a:extLst>
              <a:ext uri="{FF2B5EF4-FFF2-40B4-BE49-F238E27FC236}">
                <a16:creationId xmlns:a16="http://schemas.microsoft.com/office/drawing/2014/main" id="{04DCAA9A-255A-2A10-C0DD-5C0A114E5AFC}"/>
              </a:ext>
            </a:extLst>
          </p:cNvPr>
          <p:cNvSpPr/>
          <p:nvPr/>
        </p:nvSpPr>
        <p:spPr bwMode="gray">
          <a:xfrm>
            <a:off x="4154568" y="202606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C1B6"/>
          </a:solidFill>
          <a:ln>
            <a:noFill/>
          </a:ln>
          <a:effectLst/>
        </p:spPr>
        <p:txBody>
          <a:bodyPr wrap="square" lIns="468000" tIns="180000" rIns="468000" bIns="180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Aspiration: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Indirect X is a leaner, less complex and more user-friendly solution</a:t>
            </a:r>
          </a:p>
        </p:txBody>
      </p:sp>
      <p:sp>
        <p:nvSpPr>
          <p:cNvPr id="16" name="Content 1" descr="Sample content">
            <a:extLst>
              <a:ext uri="{FF2B5EF4-FFF2-40B4-BE49-F238E27FC236}">
                <a16:creationId xmlns:a16="http://schemas.microsoft.com/office/drawing/2014/main" id="{A4931828-81C4-5D4B-E226-6280B49178BA}"/>
              </a:ext>
            </a:extLst>
          </p:cNvPr>
          <p:cNvSpPr txBox="1"/>
          <p:nvPr/>
        </p:nvSpPr>
        <p:spPr bwMode="gray">
          <a:xfrm>
            <a:off x="410400" y="1701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 dirty="0">
                <a:solidFill>
                  <a:srgbClr val="00C1B6"/>
                </a:solidFill>
                <a:latin typeface="+mn-lt"/>
                <a:ea typeface="Arial Unicode MS"/>
              </a:rPr>
              <a:t>(Gen) AI capabilities </a:t>
            </a:r>
            <a:r>
              <a:rPr lang="en-US" dirty="0">
                <a:solidFill>
                  <a:schemeClr val="tx1"/>
                </a:solidFill>
                <a:latin typeface="+mn-lt"/>
                <a:ea typeface="Arial Unicode MS"/>
              </a:rPr>
              <a:t>Decision guidance for requesters and approvers </a:t>
            </a:r>
          </a:p>
        </p:txBody>
      </p:sp>
      <p:sp>
        <p:nvSpPr>
          <p:cNvPr id="17" name="Image area 1" descr="Sample image">
            <a:extLst>
              <a:ext uri="{FF2B5EF4-FFF2-40B4-BE49-F238E27FC236}">
                <a16:creationId xmlns:a16="http://schemas.microsoft.com/office/drawing/2014/main" id="{D4520BDC-1D8A-ABB2-C2B7-85B8427A8BCF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18" name="Line 1">
            <a:extLst>
              <a:ext uri="{FF2B5EF4-FFF2-40B4-BE49-F238E27FC236}">
                <a16:creationId xmlns:a16="http://schemas.microsoft.com/office/drawing/2014/main" id="{E5C2A928-BD46-47AA-4518-B49991A28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4010023" y="224191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19" name="Content 2" descr="Sample content">
            <a:extLst>
              <a:ext uri="{FF2B5EF4-FFF2-40B4-BE49-F238E27FC236}">
                <a16:creationId xmlns:a16="http://schemas.microsoft.com/office/drawing/2014/main" id="{09EBC4A3-0118-4FED-CB7C-1B04BB67CAFC}"/>
              </a:ext>
            </a:extLst>
          </p:cNvPr>
          <p:cNvSpPr txBox="1"/>
          <p:nvPr/>
        </p:nvSpPr>
        <p:spPr bwMode="gray">
          <a:xfrm>
            <a:off x="342163" y="3397510"/>
            <a:ext cx="1868237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Integration</a:t>
            </a:r>
          </a:p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myMall &amp; Indirect X seamlessly integrated</a:t>
            </a:r>
          </a:p>
        </p:txBody>
      </p:sp>
      <p:sp>
        <p:nvSpPr>
          <p:cNvPr id="20" name="Image area 2" descr="Sample image">
            <a:extLst>
              <a:ext uri="{FF2B5EF4-FFF2-40B4-BE49-F238E27FC236}">
                <a16:creationId xmlns:a16="http://schemas.microsoft.com/office/drawing/2014/main" id="{AF4DA86E-4CA7-9ECC-6712-5B722B16323B}"/>
              </a:ext>
            </a:extLst>
          </p:cNvPr>
          <p:cNvSpPr>
            <a:spLocks noChangeAspect="1"/>
          </p:cNvSpPr>
          <p:nvPr/>
        </p:nvSpPr>
        <p:spPr bwMode="gray">
          <a:xfrm>
            <a:off x="2210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21" name="Line 2">
            <a:extLst>
              <a:ext uri="{FF2B5EF4-FFF2-40B4-BE49-F238E27FC236}">
                <a16:creationId xmlns:a16="http://schemas.microsoft.com/office/drawing/2014/main" id="{98605B6D-54D4-7D59-AA11-38E6DD95D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H="1">
            <a:off x="3382027" y="3910830"/>
            <a:ext cx="918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2" name="Content 3" descr="Sample content">
            <a:extLst>
              <a:ext uri="{FF2B5EF4-FFF2-40B4-BE49-F238E27FC236}">
                <a16:creationId xmlns:a16="http://schemas.microsoft.com/office/drawing/2014/main" id="{B2389653-33D6-557E-3486-2B8B1286E126}"/>
              </a:ext>
            </a:extLst>
          </p:cNvPr>
          <p:cNvSpPr txBox="1"/>
          <p:nvPr/>
        </p:nvSpPr>
        <p:spPr bwMode="gray">
          <a:xfrm>
            <a:off x="410400" y="5193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Usability</a:t>
            </a:r>
          </a:p>
          <a:p>
            <a:pPr algn="r" fontAlgn="t">
              <a:spcAft>
                <a:spcPts val="200"/>
              </a:spcAft>
              <a:buClr>
                <a:srgbClr val="ADBECB"/>
              </a:buClr>
              <a:buSzPct val="90000"/>
              <a:defRPr/>
            </a:pPr>
            <a:r>
              <a:rPr lang="en-US" sz="1800" kern="0">
                <a:ea typeface="ＭＳ Ｐゴシック"/>
              </a:rPr>
              <a:t>Modern UI </a:t>
            </a:r>
            <a:r>
              <a:rPr lang="en-US">
                <a:ea typeface="Arial Unicode MS"/>
              </a:rPr>
              <a:t>consistent</a:t>
            </a:r>
            <a:r>
              <a:rPr lang="en-US" sz="1800" kern="0">
                <a:ea typeface="ＭＳ Ｐゴシック"/>
              </a:rPr>
              <a:t> from </a:t>
            </a: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Procure2Receipt</a:t>
            </a:r>
            <a:r>
              <a:rPr lang="en-US" sz="1800" kern="0">
                <a:ea typeface="ＭＳ Ｐゴシック"/>
              </a:rPr>
              <a:t> for improved UX</a:t>
            </a:r>
          </a:p>
        </p:txBody>
      </p:sp>
      <p:sp>
        <p:nvSpPr>
          <p:cNvPr id="23" name="Image area 3" descr="Sample image">
            <a:extLst>
              <a:ext uri="{FF2B5EF4-FFF2-40B4-BE49-F238E27FC236}">
                <a16:creationId xmlns:a16="http://schemas.microsoft.com/office/drawing/2014/main" id="{B22CCBFA-849C-9786-221F-008B77827FD4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0DB5F69E-FC2C-9257-8853-BB467B12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V="1">
            <a:off x="4010023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5" name="Content 4" descr="Sample content">
            <a:extLst>
              <a:ext uri="{FF2B5EF4-FFF2-40B4-BE49-F238E27FC236}">
                <a16:creationId xmlns:a16="http://schemas.microsoft.com/office/drawing/2014/main" id="{AE68556B-15DC-FAF0-B5AF-91E7EE7ED0DC}"/>
              </a:ext>
            </a:extLst>
          </p:cNvPr>
          <p:cNvSpPr txBox="1">
            <a:spLocks/>
          </p:cNvSpPr>
          <p:nvPr/>
        </p:nvSpPr>
        <p:spPr bwMode="gray">
          <a:xfrm>
            <a:off x="9339581" y="1701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Automation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High E2E automation of Procure2Receipt process</a:t>
            </a:r>
          </a:p>
        </p:txBody>
      </p:sp>
      <p:sp>
        <p:nvSpPr>
          <p:cNvPr id="26" name="Image area 4" descr="Sample image">
            <a:extLst>
              <a:ext uri="{FF2B5EF4-FFF2-40B4-BE49-F238E27FC236}">
                <a16:creationId xmlns:a16="http://schemas.microsoft.com/office/drawing/2014/main" id="{AAF8C282-2A38-5386-0935-E26529637565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7" name="Line 4">
            <a:extLst>
              <a:ext uri="{FF2B5EF4-FFF2-40B4-BE49-F238E27FC236}">
                <a16:creationId xmlns:a16="http://schemas.microsoft.com/office/drawing/2014/main" id="{FABFB763-9395-7A31-E185-7DAD02C12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7371979" y="224191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8" name="Content 5" descr="Sample content">
            <a:extLst>
              <a:ext uri="{FF2B5EF4-FFF2-40B4-BE49-F238E27FC236}">
                <a16:creationId xmlns:a16="http://schemas.microsoft.com/office/drawing/2014/main" id="{09CC997B-B0B6-B1B6-417A-11D48CBF5B8D}"/>
              </a:ext>
            </a:extLst>
          </p:cNvPr>
          <p:cNvSpPr txBox="1"/>
          <p:nvPr/>
        </p:nvSpPr>
        <p:spPr bwMode="gray">
          <a:xfrm>
            <a:off x="9987581" y="3397510"/>
            <a:ext cx="1800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SHERPA X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Indirect X is embedded in SX ecosystem</a:t>
            </a:r>
          </a:p>
        </p:txBody>
      </p:sp>
      <p:sp>
        <p:nvSpPr>
          <p:cNvPr id="29" name="Image area 5" descr="Sample image">
            <a:extLst>
              <a:ext uri="{FF2B5EF4-FFF2-40B4-BE49-F238E27FC236}">
                <a16:creationId xmlns:a16="http://schemas.microsoft.com/office/drawing/2014/main" id="{257C8FA3-0EAB-839A-105C-66ED3E5F9F1F}"/>
              </a:ext>
            </a:extLst>
          </p:cNvPr>
          <p:cNvSpPr>
            <a:spLocks noChangeAspect="1"/>
          </p:cNvSpPr>
          <p:nvPr/>
        </p:nvSpPr>
        <p:spPr bwMode="gray">
          <a:xfrm>
            <a:off x="8942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30" name="Line 5">
            <a:extLst>
              <a:ext uri="{FF2B5EF4-FFF2-40B4-BE49-F238E27FC236}">
                <a16:creationId xmlns:a16="http://schemas.microsoft.com/office/drawing/2014/main" id="{A0EB9CA3-58D9-92B4-E9A9-488197C48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7898400" y="3910831"/>
            <a:ext cx="91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31" name="Content 6" descr="Sample content">
            <a:extLst>
              <a:ext uri="{FF2B5EF4-FFF2-40B4-BE49-F238E27FC236}">
                <a16:creationId xmlns:a16="http://schemas.microsoft.com/office/drawing/2014/main" id="{EF9D7C38-EE8B-E56D-08A2-CB910ABF1C8F}"/>
              </a:ext>
            </a:extLst>
          </p:cNvPr>
          <p:cNvSpPr txBox="1"/>
          <p:nvPr/>
        </p:nvSpPr>
        <p:spPr bwMode="gray">
          <a:xfrm>
            <a:off x="9339581" y="5193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Reduced </a:t>
            </a:r>
            <a:r>
              <a:rPr lang="en-US" b="1">
                <a:solidFill>
                  <a:srgbClr val="00C1B6"/>
                </a:solidFill>
                <a:ea typeface="Arial Unicode MS"/>
              </a:rPr>
              <a:t>C</a:t>
            </a: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omplexity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Aligned complexity reduction compared to today’s processes</a:t>
            </a:r>
          </a:p>
        </p:txBody>
      </p:sp>
      <p:sp>
        <p:nvSpPr>
          <p:cNvPr id="32" name="Image area 6" descr="Sample image">
            <a:extLst>
              <a:ext uri="{FF2B5EF4-FFF2-40B4-BE49-F238E27FC236}">
                <a16:creationId xmlns:a16="http://schemas.microsoft.com/office/drawing/2014/main" id="{0575ACF4-745E-44FD-22C5-F28562A18D51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33" name="Line 6">
            <a:extLst>
              <a:ext uri="{FF2B5EF4-FFF2-40B4-BE49-F238E27FC236}">
                <a16:creationId xmlns:a16="http://schemas.microsoft.com/office/drawing/2014/main" id="{4A7899CC-1258-E0F1-BED1-8B1213CF0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 flipV="1">
            <a:off x="7353979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50932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B08F2E-6514-3851-3148-CFB7DA38AC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B08F2E-6514-3851-3148-CFB7DA38AC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02483961-2D14-7D73-B24D-CB136D920807}"/>
              </a:ext>
            </a:extLst>
          </p:cNvPr>
          <p:cNvSpPr/>
          <p:nvPr/>
        </p:nvSpPr>
        <p:spPr>
          <a:xfrm>
            <a:off x="641023" y="1621410"/>
            <a:ext cx="8296914" cy="4751111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5FAD7-CE0C-74AA-65C4-02DE4CEF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Indirect X : </a:t>
            </a:r>
            <a:r>
              <a:rPr lang="de-DE" b="0" dirty="0" err="1"/>
              <a:t>Our</a:t>
            </a:r>
            <a:r>
              <a:rPr lang="de-DE" b="0" dirty="0"/>
              <a:t> </a:t>
            </a:r>
            <a:r>
              <a:rPr lang="en-US" sz="2000" b="0" dirty="0">
                <a:solidFill>
                  <a:schemeClr val="tx1"/>
                </a:solidFill>
              </a:rPr>
              <a:t>Incremental North Star journey</a:t>
            </a:r>
            <a:endParaRPr lang="en-DE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E7657-A737-6E40-93B7-42F2AB3C48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| P2P Indirect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5FAD7-439E-E358-E2ED-6091E8443B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Arc 25">
            <a:extLst>
              <a:ext uri="{FF2B5EF4-FFF2-40B4-BE49-F238E27FC236}">
                <a16:creationId xmlns:a16="http://schemas.microsoft.com/office/drawing/2014/main" id="{93406F53-BBA6-1509-66BC-567B4B0E4694}"/>
              </a:ext>
            </a:extLst>
          </p:cNvPr>
          <p:cNvSpPr/>
          <p:nvPr/>
        </p:nvSpPr>
        <p:spPr bwMode="auto">
          <a:xfrm>
            <a:off x="9196193" y="3228320"/>
            <a:ext cx="1929955" cy="1929956"/>
          </a:xfrm>
          <a:prstGeom prst="arc">
            <a:avLst>
              <a:gd name="adj1" fmla="val 21569410"/>
              <a:gd name="adj2" fmla="val 10843973"/>
            </a:avLst>
          </a:prstGeom>
          <a:noFill/>
          <a:ln w="12700" cap="flat" cmpd="sng" algn="ctr">
            <a:solidFill>
              <a:srgbClr val="9999A9"/>
            </a:solidFill>
            <a:prstDash val="dash"/>
            <a:round/>
            <a:headEnd type="none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48">
            <a:extLst>
              <a:ext uri="{FF2B5EF4-FFF2-40B4-BE49-F238E27FC236}">
                <a16:creationId xmlns:a16="http://schemas.microsoft.com/office/drawing/2014/main" id="{EA84305D-4A82-FCBE-8CBD-1A065DD40610}"/>
              </a:ext>
            </a:extLst>
          </p:cNvPr>
          <p:cNvSpPr>
            <a:spLocks/>
          </p:cNvSpPr>
          <p:nvPr/>
        </p:nvSpPr>
        <p:spPr bwMode="auto">
          <a:xfrm>
            <a:off x="9625072" y="3649450"/>
            <a:ext cx="1072197" cy="1072198"/>
          </a:xfrm>
          <a:prstGeom prst="ellipse">
            <a:avLst/>
          </a:prstGeom>
          <a:solidFill>
            <a:srgbClr val="333353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</a:pPr>
            <a:endParaRPr lang="en-US" b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5FC10B9-D082-A584-98FC-F8D25C4CB336}"/>
              </a:ext>
            </a:extLst>
          </p:cNvPr>
          <p:cNvSpPr/>
          <p:nvPr/>
        </p:nvSpPr>
        <p:spPr>
          <a:xfrm>
            <a:off x="9883329" y="3939614"/>
            <a:ext cx="555684" cy="491870"/>
          </a:xfrm>
          <a:custGeom>
            <a:avLst/>
            <a:gdLst>
              <a:gd name="connsiteX0" fmla="*/ 318109 w 509735"/>
              <a:gd name="connsiteY0" fmla="*/ 164450 h 451198"/>
              <a:gd name="connsiteX1" fmla="*/ 296394 w 509735"/>
              <a:gd name="connsiteY1" fmla="*/ 176986 h 451198"/>
              <a:gd name="connsiteX2" fmla="*/ 276204 w 509735"/>
              <a:gd name="connsiteY2" fmla="*/ 165327 h 451198"/>
              <a:gd name="connsiteX3" fmla="*/ 276204 w 509735"/>
              <a:gd name="connsiteY3" fmla="*/ 140256 h 451198"/>
              <a:gd name="connsiteX4" fmla="*/ 233532 w 509735"/>
              <a:gd name="connsiteY4" fmla="*/ 140256 h 451198"/>
              <a:gd name="connsiteX5" fmla="*/ 233532 w 509735"/>
              <a:gd name="connsiteY5" fmla="*/ 165327 h 451198"/>
              <a:gd name="connsiteX6" fmla="*/ 213342 w 509735"/>
              <a:gd name="connsiteY6" fmla="*/ 176986 h 451198"/>
              <a:gd name="connsiteX7" fmla="*/ 191628 w 509735"/>
              <a:gd name="connsiteY7" fmla="*/ 164450 h 451198"/>
              <a:gd name="connsiteX8" fmla="*/ 170292 w 509735"/>
              <a:gd name="connsiteY8" fmla="*/ 201405 h 451198"/>
              <a:gd name="connsiteX9" fmla="*/ 191978 w 509735"/>
              <a:gd name="connsiteY9" fmla="*/ 213926 h 451198"/>
              <a:gd name="connsiteX10" fmla="*/ 190860 w 509735"/>
              <a:gd name="connsiteY10" fmla="*/ 225600 h 451198"/>
              <a:gd name="connsiteX11" fmla="*/ 191978 w 509735"/>
              <a:gd name="connsiteY11" fmla="*/ 237273 h 451198"/>
              <a:gd name="connsiteX12" fmla="*/ 170292 w 509735"/>
              <a:gd name="connsiteY12" fmla="*/ 249794 h 451198"/>
              <a:gd name="connsiteX13" fmla="*/ 191628 w 509735"/>
              <a:gd name="connsiteY13" fmla="*/ 286750 h 451198"/>
              <a:gd name="connsiteX14" fmla="*/ 213342 w 509735"/>
              <a:gd name="connsiteY14" fmla="*/ 274213 h 451198"/>
              <a:gd name="connsiteX15" fmla="*/ 233532 w 509735"/>
              <a:gd name="connsiteY15" fmla="*/ 285873 h 451198"/>
              <a:gd name="connsiteX16" fmla="*/ 233532 w 509735"/>
              <a:gd name="connsiteY16" fmla="*/ 310944 h 451198"/>
              <a:gd name="connsiteX17" fmla="*/ 276204 w 509735"/>
              <a:gd name="connsiteY17" fmla="*/ 310944 h 451198"/>
              <a:gd name="connsiteX18" fmla="*/ 276204 w 509735"/>
              <a:gd name="connsiteY18" fmla="*/ 285873 h 451198"/>
              <a:gd name="connsiteX19" fmla="*/ 296394 w 509735"/>
              <a:gd name="connsiteY19" fmla="*/ 274213 h 451198"/>
              <a:gd name="connsiteX20" fmla="*/ 318109 w 509735"/>
              <a:gd name="connsiteY20" fmla="*/ 286750 h 451198"/>
              <a:gd name="connsiteX21" fmla="*/ 339445 w 509735"/>
              <a:gd name="connsiteY21" fmla="*/ 249794 h 451198"/>
              <a:gd name="connsiteX22" fmla="*/ 317758 w 509735"/>
              <a:gd name="connsiteY22" fmla="*/ 237273 h 451198"/>
              <a:gd name="connsiteX23" fmla="*/ 318876 w 509735"/>
              <a:gd name="connsiteY23" fmla="*/ 225600 h 451198"/>
              <a:gd name="connsiteX24" fmla="*/ 317758 w 509735"/>
              <a:gd name="connsiteY24" fmla="*/ 213926 h 451198"/>
              <a:gd name="connsiteX25" fmla="*/ 339445 w 509735"/>
              <a:gd name="connsiteY25" fmla="*/ 201405 h 451198"/>
              <a:gd name="connsiteX26" fmla="*/ 318109 w 509735"/>
              <a:gd name="connsiteY26" fmla="*/ 164450 h 451198"/>
              <a:gd name="connsiteX27" fmla="*/ 254868 w 509735"/>
              <a:gd name="connsiteY27" fmla="*/ 262176 h 451198"/>
              <a:gd name="connsiteX28" fmla="*/ 218292 w 509735"/>
              <a:gd name="connsiteY28" fmla="*/ 225600 h 451198"/>
              <a:gd name="connsiteX29" fmla="*/ 254868 w 509735"/>
              <a:gd name="connsiteY29" fmla="*/ 189024 h 451198"/>
              <a:gd name="connsiteX30" fmla="*/ 291444 w 509735"/>
              <a:gd name="connsiteY30" fmla="*/ 225600 h 451198"/>
              <a:gd name="connsiteX31" fmla="*/ 254868 w 509735"/>
              <a:gd name="connsiteY31" fmla="*/ 262176 h 451198"/>
              <a:gd name="connsiteX32" fmla="*/ 303248 w 509735"/>
              <a:gd name="connsiteY32" fmla="*/ 401963 h 451198"/>
              <a:gd name="connsiteX33" fmla="*/ 314537 w 509735"/>
              <a:gd name="connsiteY33" fmla="*/ 443117 h 451198"/>
              <a:gd name="connsiteX34" fmla="*/ 303071 w 509735"/>
              <a:gd name="connsiteY34" fmla="*/ 445940 h 451198"/>
              <a:gd name="connsiteX35" fmla="*/ 34527 w 509735"/>
              <a:gd name="connsiteY35" fmla="*/ 273802 h 451198"/>
              <a:gd name="connsiteX36" fmla="*/ 55950 w 509735"/>
              <a:gd name="connsiteY36" fmla="*/ 119667 h 451198"/>
              <a:gd name="connsiteX37" fmla="*/ 6570 w 509735"/>
              <a:gd name="connsiteY37" fmla="*/ 127972 h 451198"/>
              <a:gd name="connsiteX38" fmla="*/ 0 w 509735"/>
              <a:gd name="connsiteY38" fmla="*/ 88894 h 451198"/>
              <a:gd name="connsiteX39" fmla="*/ 114055 w 509735"/>
              <a:gd name="connsiteY39" fmla="*/ 69715 h 451198"/>
              <a:gd name="connsiteX40" fmla="*/ 150394 w 509735"/>
              <a:gd name="connsiteY40" fmla="*/ 179547 h 451198"/>
              <a:gd name="connsiteX41" fmla="*/ 112772 w 509735"/>
              <a:gd name="connsiteY41" fmla="*/ 191993 h 451198"/>
              <a:gd name="connsiteX42" fmla="*/ 94765 w 509735"/>
              <a:gd name="connsiteY42" fmla="*/ 137564 h 451198"/>
              <a:gd name="connsiteX43" fmla="*/ 76213 w 509735"/>
              <a:gd name="connsiteY43" fmla="*/ 264683 h 451198"/>
              <a:gd name="connsiteX44" fmla="*/ 293952 w 509735"/>
              <a:gd name="connsiteY44" fmla="*/ 404255 h 451198"/>
              <a:gd name="connsiteX45" fmla="*/ 303248 w 509735"/>
              <a:gd name="connsiteY45" fmla="*/ 401963 h 451198"/>
              <a:gd name="connsiteX46" fmla="*/ 509736 w 509735"/>
              <a:gd name="connsiteY46" fmla="*/ 362305 h 451198"/>
              <a:gd name="connsiteX47" fmla="*/ 395682 w 509735"/>
              <a:gd name="connsiteY47" fmla="*/ 381487 h 451198"/>
              <a:gd name="connsiteX48" fmla="*/ 359343 w 509735"/>
              <a:gd name="connsiteY48" fmla="*/ 271652 h 451198"/>
              <a:gd name="connsiteX49" fmla="*/ 396965 w 509735"/>
              <a:gd name="connsiteY49" fmla="*/ 259206 h 451198"/>
              <a:gd name="connsiteX50" fmla="*/ 415004 w 509735"/>
              <a:gd name="connsiteY50" fmla="*/ 313737 h 451198"/>
              <a:gd name="connsiteX51" fmla="*/ 433524 w 509735"/>
              <a:gd name="connsiteY51" fmla="*/ 186516 h 451198"/>
              <a:gd name="connsiteX52" fmla="*/ 215785 w 509735"/>
              <a:gd name="connsiteY52" fmla="*/ 46945 h 451198"/>
              <a:gd name="connsiteX53" fmla="*/ 206489 w 509735"/>
              <a:gd name="connsiteY53" fmla="*/ 49236 h 451198"/>
              <a:gd name="connsiteX54" fmla="*/ 195200 w 509735"/>
              <a:gd name="connsiteY54" fmla="*/ 8083 h 451198"/>
              <a:gd name="connsiteX55" fmla="*/ 206666 w 509735"/>
              <a:gd name="connsiteY55" fmla="*/ 5259 h 451198"/>
              <a:gd name="connsiteX56" fmla="*/ 475208 w 509735"/>
              <a:gd name="connsiteY56" fmla="*/ 177397 h 451198"/>
              <a:gd name="connsiteX57" fmla="*/ 453848 w 509735"/>
              <a:gd name="connsiteY57" fmla="*/ 331522 h 451198"/>
              <a:gd name="connsiteX58" fmla="*/ 503164 w 509735"/>
              <a:gd name="connsiteY58" fmla="*/ 323228 h 451198"/>
              <a:gd name="connsiteX59" fmla="*/ 509736 w 509735"/>
              <a:gd name="connsiteY59" fmla="*/ 362305 h 45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09735" h="451198">
                <a:moveTo>
                  <a:pt x="318109" y="164450"/>
                </a:moveTo>
                <a:lnTo>
                  <a:pt x="296394" y="176986"/>
                </a:lnTo>
                <a:cubicBezTo>
                  <a:pt x="290495" y="171938"/>
                  <a:pt x="283663" y="167976"/>
                  <a:pt x="276204" y="165327"/>
                </a:cubicBezTo>
                <a:lnTo>
                  <a:pt x="276204" y="140256"/>
                </a:lnTo>
                <a:lnTo>
                  <a:pt x="233532" y="140256"/>
                </a:lnTo>
                <a:lnTo>
                  <a:pt x="233532" y="165327"/>
                </a:lnTo>
                <a:cubicBezTo>
                  <a:pt x="226073" y="167976"/>
                  <a:pt x="219242" y="171938"/>
                  <a:pt x="213342" y="176986"/>
                </a:cubicBezTo>
                <a:lnTo>
                  <a:pt x="191628" y="164450"/>
                </a:lnTo>
                <a:lnTo>
                  <a:pt x="170292" y="201405"/>
                </a:lnTo>
                <a:lnTo>
                  <a:pt x="191978" y="213926"/>
                </a:lnTo>
                <a:cubicBezTo>
                  <a:pt x="191277" y="217717"/>
                  <a:pt x="190860" y="221610"/>
                  <a:pt x="190860" y="225600"/>
                </a:cubicBezTo>
                <a:cubicBezTo>
                  <a:pt x="190860" y="229590"/>
                  <a:pt x="191277" y="233482"/>
                  <a:pt x="191978" y="237273"/>
                </a:cubicBezTo>
                <a:lnTo>
                  <a:pt x="170292" y="249794"/>
                </a:lnTo>
                <a:lnTo>
                  <a:pt x="191628" y="286750"/>
                </a:lnTo>
                <a:lnTo>
                  <a:pt x="213342" y="274213"/>
                </a:lnTo>
                <a:cubicBezTo>
                  <a:pt x="219242" y="279261"/>
                  <a:pt x="226073" y="283223"/>
                  <a:pt x="233532" y="285873"/>
                </a:cubicBezTo>
                <a:lnTo>
                  <a:pt x="233532" y="310944"/>
                </a:lnTo>
                <a:lnTo>
                  <a:pt x="276204" y="310944"/>
                </a:lnTo>
                <a:lnTo>
                  <a:pt x="276204" y="285873"/>
                </a:lnTo>
                <a:cubicBezTo>
                  <a:pt x="283663" y="283223"/>
                  <a:pt x="290495" y="279261"/>
                  <a:pt x="296394" y="274213"/>
                </a:cubicBezTo>
                <a:lnTo>
                  <a:pt x="318109" y="286750"/>
                </a:lnTo>
                <a:lnTo>
                  <a:pt x="339445" y="249794"/>
                </a:lnTo>
                <a:lnTo>
                  <a:pt x="317758" y="237273"/>
                </a:lnTo>
                <a:cubicBezTo>
                  <a:pt x="318463" y="233482"/>
                  <a:pt x="318876" y="229590"/>
                  <a:pt x="318876" y="225600"/>
                </a:cubicBezTo>
                <a:cubicBezTo>
                  <a:pt x="318876" y="221610"/>
                  <a:pt x="318463" y="217717"/>
                  <a:pt x="317758" y="213926"/>
                </a:cubicBezTo>
                <a:lnTo>
                  <a:pt x="339445" y="201405"/>
                </a:lnTo>
                <a:lnTo>
                  <a:pt x="318109" y="164450"/>
                </a:lnTo>
                <a:close/>
                <a:moveTo>
                  <a:pt x="254868" y="262176"/>
                </a:moveTo>
                <a:cubicBezTo>
                  <a:pt x="234702" y="262176"/>
                  <a:pt x="218292" y="245768"/>
                  <a:pt x="218292" y="225600"/>
                </a:cubicBezTo>
                <a:cubicBezTo>
                  <a:pt x="218292" y="205432"/>
                  <a:pt x="234702" y="189024"/>
                  <a:pt x="254868" y="189024"/>
                </a:cubicBezTo>
                <a:cubicBezTo>
                  <a:pt x="275035" y="189024"/>
                  <a:pt x="291444" y="205431"/>
                  <a:pt x="291444" y="225600"/>
                </a:cubicBezTo>
                <a:cubicBezTo>
                  <a:pt x="291444" y="245768"/>
                  <a:pt x="275035" y="262176"/>
                  <a:pt x="254868" y="262176"/>
                </a:cubicBezTo>
                <a:close/>
                <a:moveTo>
                  <a:pt x="303248" y="401963"/>
                </a:moveTo>
                <a:lnTo>
                  <a:pt x="314537" y="443117"/>
                </a:lnTo>
                <a:cubicBezTo>
                  <a:pt x="310761" y="444147"/>
                  <a:pt x="306940" y="445092"/>
                  <a:pt x="303071" y="445940"/>
                </a:cubicBezTo>
                <a:cubicBezTo>
                  <a:pt x="181380" y="472561"/>
                  <a:pt x="61149" y="395495"/>
                  <a:pt x="34527" y="273802"/>
                </a:cubicBezTo>
                <a:cubicBezTo>
                  <a:pt x="22614" y="219345"/>
                  <a:pt x="31604" y="165266"/>
                  <a:pt x="55950" y="119667"/>
                </a:cubicBezTo>
                <a:lnTo>
                  <a:pt x="6570" y="127972"/>
                </a:lnTo>
                <a:lnTo>
                  <a:pt x="0" y="88894"/>
                </a:lnTo>
                <a:lnTo>
                  <a:pt x="114055" y="69715"/>
                </a:lnTo>
                <a:lnTo>
                  <a:pt x="150394" y="179547"/>
                </a:lnTo>
                <a:lnTo>
                  <a:pt x="112772" y="191993"/>
                </a:lnTo>
                <a:lnTo>
                  <a:pt x="94765" y="137564"/>
                </a:lnTo>
                <a:cubicBezTo>
                  <a:pt x="74137" y="175008"/>
                  <a:pt x="66381" y="219738"/>
                  <a:pt x="76213" y="264683"/>
                </a:cubicBezTo>
                <a:cubicBezTo>
                  <a:pt x="97764" y="363194"/>
                  <a:pt x="195441" y="425805"/>
                  <a:pt x="293952" y="404255"/>
                </a:cubicBezTo>
                <a:cubicBezTo>
                  <a:pt x="297088" y="403566"/>
                  <a:pt x="300186" y="402798"/>
                  <a:pt x="303248" y="401963"/>
                </a:cubicBezTo>
                <a:close/>
                <a:moveTo>
                  <a:pt x="509736" y="362305"/>
                </a:moveTo>
                <a:lnTo>
                  <a:pt x="395682" y="381487"/>
                </a:lnTo>
                <a:lnTo>
                  <a:pt x="359343" y="271652"/>
                </a:lnTo>
                <a:lnTo>
                  <a:pt x="396965" y="259206"/>
                </a:lnTo>
                <a:lnTo>
                  <a:pt x="415004" y="313737"/>
                </a:lnTo>
                <a:cubicBezTo>
                  <a:pt x="435657" y="276278"/>
                  <a:pt x="443363" y="231486"/>
                  <a:pt x="433524" y="186516"/>
                </a:cubicBezTo>
                <a:cubicBezTo>
                  <a:pt x="411974" y="88006"/>
                  <a:pt x="314296" y="25394"/>
                  <a:pt x="215785" y="46945"/>
                </a:cubicBezTo>
                <a:cubicBezTo>
                  <a:pt x="212649" y="47631"/>
                  <a:pt x="209551" y="48398"/>
                  <a:pt x="206489" y="49236"/>
                </a:cubicBezTo>
                <a:lnTo>
                  <a:pt x="195200" y="8083"/>
                </a:lnTo>
                <a:cubicBezTo>
                  <a:pt x="198976" y="7050"/>
                  <a:pt x="202797" y="6105"/>
                  <a:pt x="206666" y="5259"/>
                </a:cubicBezTo>
                <a:cubicBezTo>
                  <a:pt x="328357" y="-21363"/>
                  <a:pt x="448587" y="55706"/>
                  <a:pt x="475208" y="177397"/>
                </a:cubicBezTo>
                <a:cubicBezTo>
                  <a:pt x="487120" y="231841"/>
                  <a:pt x="478177" y="285930"/>
                  <a:pt x="453848" y="331522"/>
                </a:cubicBezTo>
                <a:lnTo>
                  <a:pt x="503164" y="323228"/>
                </a:lnTo>
                <a:lnTo>
                  <a:pt x="509736" y="362305"/>
                </a:lnTo>
                <a:close/>
              </a:path>
            </a:pathLst>
          </a:custGeom>
          <a:solidFill>
            <a:schemeClr val="tx1"/>
          </a:solidFill>
          <a:ln w="60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Arc 18">
            <a:extLst>
              <a:ext uri="{FF2B5EF4-FFF2-40B4-BE49-F238E27FC236}">
                <a16:creationId xmlns:a16="http://schemas.microsoft.com/office/drawing/2014/main" id="{4BC56B8F-6F9D-2B1B-6F02-6E1AF35F4868}"/>
              </a:ext>
            </a:extLst>
          </p:cNvPr>
          <p:cNvSpPr/>
          <p:nvPr/>
        </p:nvSpPr>
        <p:spPr bwMode="auto">
          <a:xfrm>
            <a:off x="9196193" y="3228320"/>
            <a:ext cx="1929955" cy="1929956"/>
          </a:xfrm>
          <a:prstGeom prst="arc">
            <a:avLst>
              <a:gd name="adj1" fmla="val 10765294"/>
              <a:gd name="adj2" fmla="val 81960"/>
            </a:avLst>
          </a:prstGeom>
          <a:noFill/>
          <a:ln w="38100" cap="flat" cmpd="sng" algn="ctr">
            <a:gradFill>
              <a:gsLst>
                <a:gs pos="0">
                  <a:srgbClr val="00E6DC"/>
                </a:gs>
                <a:gs pos="100000">
                  <a:srgbClr val="00FFB9"/>
                </a:gs>
              </a:gsLst>
              <a:lin ang="5400000" scaled="1"/>
            </a:gradFill>
            <a:prstDash val="solid"/>
            <a:round/>
            <a:headEnd type="none" w="lg" len="lg"/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48">
            <a:extLst>
              <a:ext uri="{FF2B5EF4-FFF2-40B4-BE49-F238E27FC236}">
                <a16:creationId xmlns:a16="http://schemas.microsoft.com/office/drawing/2014/main" id="{236506D7-26C5-164B-D955-C4158B409C45}"/>
              </a:ext>
            </a:extLst>
          </p:cNvPr>
          <p:cNvSpPr>
            <a:spLocks/>
          </p:cNvSpPr>
          <p:nvPr/>
        </p:nvSpPr>
        <p:spPr bwMode="auto">
          <a:xfrm>
            <a:off x="1574666" y="3680229"/>
            <a:ext cx="1072197" cy="1072198"/>
          </a:xfrm>
          <a:prstGeom prst="ellipse">
            <a:avLst/>
          </a:prstGeom>
          <a:solidFill>
            <a:srgbClr val="333353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</a:pPr>
            <a:endParaRPr lang="en-US" b="1"/>
          </a:p>
        </p:txBody>
      </p:sp>
      <p:sp>
        <p:nvSpPr>
          <p:cNvPr id="12" name="Arc 26">
            <a:extLst>
              <a:ext uri="{FF2B5EF4-FFF2-40B4-BE49-F238E27FC236}">
                <a16:creationId xmlns:a16="http://schemas.microsoft.com/office/drawing/2014/main" id="{7CFE90DF-7443-6485-6C3C-C9BE63C1DA37}"/>
              </a:ext>
            </a:extLst>
          </p:cNvPr>
          <p:cNvSpPr>
            <a:spLocks/>
          </p:cNvSpPr>
          <p:nvPr/>
        </p:nvSpPr>
        <p:spPr bwMode="auto">
          <a:xfrm>
            <a:off x="1145838" y="3228320"/>
            <a:ext cx="1929955" cy="1929956"/>
          </a:xfrm>
          <a:prstGeom prst="arc">
            <a:avLst>
              <a:gd name="adj1" fmla="val 10837662"/>
              <a:gd name="adj2" fmla="val 21537656"/>
            </a:avLst>
          </a:prstGeom>
          <a:noFill/>
          <a:ln w="12700" cap="flat" cmpd="sng" algn="ctr">
            <a:solidFill>
              <a:srgbClr val="9999A9"/>
            </a:solidFill>
            <a:prstDash val="dash"/>
            <a:round/>
            <a:headEnd type="none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">
            <a:extLst>
              <a:ext uri="{FF2B5EF4-FFF2-40B4-BE49-F238E27FC236}">
                <a16:creationId xmlns:a16="http://schemas.microsoft.com/office/drawing/2014/main" id="{1677E725-1B62-32D8-56E8-3C9D30ECA2F0}"/>
              </a:ext>
            </a:extLst>
          </p:cNvPr>
          <p:cNvSpPr>
            <a:spLocks/>
          </p:cNvSpPr>
          <p:nvPr/>
        </p:nvSpPr>
        <p:spPr bwMode="auto">
          <a:xfrm>
            <a:off x="1145782" y="3228320"/>
            <a:ext cx="1929955" cy="1929956"/>
          </a:xfrm>
          <a:prstGeom prst="arc">
            <a:avLst>
              <a:gd name="adj1" fmla="val 21494256"/>
              <a:gd name="adj2" fmla="val 10832512"/>
            </a:avLst>
          </a:prstGeom>
          <a:noFill/>
          <a:ln w="38100" cap="flat" cmpd="sng" algn="ctr">
            <a:gradFill>
              <a:gsLst>
                <a:gs pos="0">
                  <a:srgbClr val="00FFB9"/>
                </a:gs>
                <a:gs pos="100000">
                  <a:srgbClr val="00E6DC"/>
                </a:gs>
              </a:gsLst>
              <a:lin ang="5400000" scaled="1"/>
            </a:gradFill>
            <a:prstDash val="solid"/>
            <a:round/>
            <a:headEnd type="triangle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8A0967-2C2D-877A-5641-AC0FC16F9291}"/>
              </a:ext>
            </a:extLst>
          </p:cNvPr>
          <p:cNvGrpSpPr>
            <a:grpSpLocks/>
          </p:cNvGrpSpPr>
          <p:nvPr/>
        </p:nvGrpSpPr>
        <p:grpSpPr>
          <a:xfrm>
            <a:off x="6523817" y="3228320"/>
            <a:ext cx="1930012" cy="1929956"/>
            <a:chOff x="6093842" y="1463088"/>
            <a:chExt cx="2356433" cy="2356364"/>
          </a:xfrm>
        </p:grpSpPr>
        <p:sp>
          <p:nvSpPr>
            <p:cNvPr id="16" name="Freeform 48">
              <a:extLst>
                <a:ext uri="{FF2B5EF4-FFF2-40B4-BE49-F238E27FC236}">
                  <a16:creationId xmlns:a16="http://schemas.microsoft.com/office/drawing/2014/main" id="{86CBBF24-C13A-BF4F-C0DC-FEBB52937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484" y="2020236"/>
              <a:ext cx="1309091" cy="1309091"/>
            </a:xfrm>
            <a:prstGeom prst="ellipse">
              <a:avLst/>
            </a:prstGeom>
            <a:solidFill>
              <a:srgbClr val="333353"/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endParaRPr lang="en-US" b="1"/>
            </a:p>
          </p:txBody>
        </p:sp>
        <p:sp>
          <p:nvSpPr>
            <p:cNvPr id="17" name="Arc 26">
              <a:extLst>
                <a:ext uri="{FF2B5EF4-FFF2-40B4-BE49-F238E27FC236}">
                  <a16:creationId xmlns:a16="http://schemas.microsoft.com/office/drawing/2014/main" id="{3609321B-9345-56B8-592F-7B25F08E1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3911" y="1463088"/>
              <a:ext cx="2356364" cy="2356364"/>
            </a:xfrm>
            <a:prstGeom prst="arc">
              <a:avLst>
                <a:gd name="adj1" fmla="val 10837662"/>
                <a:gd name="adj2" fmla="val 21537656"/>
              </a:avLst>
            </a:prstGeom>
            <a:noFill/>
            <a:ln w="12700" cap="flat" cmpd="sng" algn="ctr">
              <a:solidFill>
                <a:srgbClr val="9999A9"/>
              </a:solidFill>
              <a:prstDash val="dash"/>
              <a:round/>
              <a:headEnd type="none" w="lg" len="lg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">
              <a:extLst>
                <a:ext uri="{FF2B5EF4-FFF2-40B4-BE49-F238E27FC236}">
                  <a16:creationId xmlns:a16="http://schemas.microsoft.com/office/drawing/2014/main" id="{29255469-6B63-EFBC-B24D-9F79D0A24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3842" y="1463088"/>
              <a:ext cx="2356364" cy="2356364"/>
            </a:xfrm>
            <a:prstGeom prst="arc">
              <a:avLst>
                <a:gd name="adj1" fmla="val 21494256"/>
                <a:gd name="adj2" fmla="val 10832512"/>
              </a:avLst>
            </a:prstGeom>
            <a:noFill/>
            <a:ln w="38100" cap="flat" cmpd="sng" algn="ctr">
              <a:gradFill>
                <a:gsLst>
                  <a:gs pos="0">
                    <a:srgbClr val="00FFB9"/>
                  </a:gs>
                  <a:gs pos="100000">
                    <a:srgbClr val="00E6DC"/>
                  </a:gs>
                </a:gsLst>
                <a:lin ang="5400000" scaled="1"/>
              </a:gradFill>
              <a:prstDash val="solid"/>
              <a:round/>
              <a:headEnd type="triangle" w="lg" len="lg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Arc 20">
            <a:extLst>
              <a:ext uri="{FF2B5EF4-FFF2-40B4-BE49-F238E27FC236}">
                <a16:creationId xmlns:a16="http://schemas.microsoft.com/office/drawing/2014/main" id="{6D931195-C664-E83D-5D62-303FB70AA333}"/>
              </a:ext>
            </a:extLst>
          </p:cNvPr>
          <p:cNvSpPr>
            <a:spLocks/>
          </p:cNvSpPr>
          <p:nvPr/>
        </p:nvSpPr>
        <p:spPr bwMode="auto">
          <a:xfrm>
            <a:off x="3829270" y="3228320"/>
            <a:ext cx="1929955" cy="1929956"/>
          </a:xfrm>
          <a:prstGeom prst="arc">
            <a:avLst>
              <a:gd name="adj1" fmla="val 21569410"/>
              <a:gd name="adj2" fmla="val 10843973"/>
            </a:avLst>
          </a:prstGeom>
          <a:noFill/>
          <a:ln w="12700" cap="flat" cmpd="sng" algn="ctr">
            <a:solidFill>
              <a:srgbClr val="9999A9"/>
            </a:solidFill>
            <a:prstDash val="dash"/>
            <a:round/>
            <a:headEnd type="none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48">
            <a:extLst>
              <a:ext uri="{FF2B5EF4-FFF2-40B4-BE49-F238E27FC236}">
                <a16:creationId xmlns:a16="http://schemas.microsoft.com/office/drawing/2014/main" id="{939F35D2-4109-139D-EA3A-B0A9A2902CF9}"/>
              </a:ext>
            </a:extLst>
          </p:cNvPr>
          <p:cNvSpPr>
            <a:spLocks/>
          </p:cNvSpPr>
          <p:nvPr/>
        </p:nvSpPr>
        <p:spPr bwMode="auto">
          <a:xfrm>
            <a:off x="4258149" y="3649450"/>
            <a:ext cx="1072197" cy="1072198"/>
          </a:xfrm>
          <a:prstGeom prst="ellipse">
            <a:avLst/>
          </a:prstGeom>
          <a:solidFill>
            <a:srgbClr val="333353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</a:pPr>
            <a:endParaRPr lang="en-US" b="1"/>
          </a:p>
        </p:txBody>
      </p:sp>
      <p:sp>
        <p:nvSpPr>
          <p:cNvPr id="23" name="Arc 18">
            <a:extLst>
              <a:ext uri="{FF2B5EF4-FFF2-40B4-BE49-F238E27FC236}">
                <a16:creationId xmlns:a16="http://schemas.microsoft.com/office/drawing/2014/main" id="{0096ED2E-A55A-AC20-76E0-4DEEAFA52744}"/>
              </a:ext>
            </a:extLst>
          </p:cNvPr>
          <p:cNvSpPr>
            <a:spLocks/>
          </p:cNvSpPr>
          <p:nvPr/>
        </p:nvSpPr>
        <p:spPr bwMode="auto">
          <a:xfrm>
            <a:off x="3829272" y="3228320"/>
            <a:ext cx="1929955" cy="1929956"/>
          </a:xfrm>
          <a:prstGeom prst="arc">
            <a:avLst>
              <a:gd name="adj1" fmla="val 10765294"/>
              <a:gd name="adj2" fmla="val 81960"/>
            </a:avLst>
          </a:prstGeom>
          <a:noFill/>
          <a:ln w="38100" cap="flat" cmpd="sng" algn="ctr">
            <a:gradFill>
              <a:gsLst>
                <a:gs pos="0">
                  <a:srgbClr val="00E6DC"/>
                </a:gs>
                <a:gs pos="100000">
                  <a:srgbClr val="00FFB9"/>
                </a:gs>
              </a:gsLst>
              <a:lin ang="5400000" scaled="1"/>
            </a:gradFill>
            <a:prstDash val="solid"/>
            <a:round/>
            <a:headEnd type="none" w="lg" len="lg"/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69AF3A-1BE7-B9A9-A162-9D5F7E0DAD23}"/>
              </a:ext>
            </a:extLst>
          </p:cNvPr>
          <p:cNvSpPr txBox="1">
            <a:spLocks/>
          </p:cNvSpPr>
          <p:nvPr/>
        </p:nvSpPr>
        <p:spPr>
          <a:xfrm>
            <a:off x="942236" y="2223626"/>
            <a:ext cx="238526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Phase 1</a:t>
            </a:r>
          </a:p>
          <a:p>
            <a:pPr algn="ctr"/>
            <a:r>
              <a:rPr lang="en-US" altLang="de-DE" b="1">
                <a:solidFill>
                  <a:srgbClr val="00E6DC"/>
                </a:solidFill>
                <a:ea typeface="Arial Unicode MS"/>
              </a:rPr>
              <a:t>Pilot </a:t>
            </a:r>
            <a:r>
              <a:rPr lang="en-US" altLang="de-DE" b="1" err="1">
                <a:solidFill>
                  <a:srgbClr val="00E6DC"/>
                </a:solidFill>
                <a:ea typeface="Arial Unicode MS"/>
              </a:rPr>
              <a:t>GoLive</a:t>
            </a:r>
            <a:r>
              <a:rPr lang="en-US" altLang="de-DE" b="1">
                <a:solidFill>
                  <a:srgbClr val="00E6DC"/>
                </a:solidFill>
                <a:ea typeface="Arial Unicode MS"/>
              </a:rPr>
              <a:t> “</a:t>
            </a:r>
            <a:r>
              <a:rPr lang="en-US" altLang="de-DE" b="1" err="1">
                <a:solidFill>
                  <a:srgbClr val="00E6DC"/>
                </a:solidFill>
                <a:ea typeface="Arial Unicode MS"/>
              </a:rPr>
              <a:t>Buzias</a:t>
            </a:r>
            <a:r>
              <a:rPr lang="en-US" altLang="de-DE" b="1">
                <a:solidFill>
                  <a:srgbClr val="00E6DC"/>
                </a:solidFill>
                <a:ea typeface="Arial Unicode MS"/>
              </a:rPr>
              <a:t>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384F82-8D90-1239-1236-07DFF081F3DE}"/>
              </a:ext>
            </a:extLst>
          </p:cNvPr>
          <p:cNvSpPr txBox="1">
            <a:spLocks/>
          </p:cNvSpPr>
          <p:nvPr/>
        </p:nvSpPr>
        <p:spPr>
          <a:xfrm>
            <a:off x="3829272" y="2223626"/>
            <a:ext cx="2064668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Phase 2a</a:t>
            </a:r>
          </a:p>
          <a:p>
            <a:pPr algn="ctr">
              <a:spcBef>
                <a:spcPts val="0"/>
              </a:spcBef>
              <a:tabLst>
                <a:tab pos="1255713" algn="r"/>
              </a:tabLst>
              <a:defRPr/>
            </a:pPr>
            <a:r>
              <a:rPr lang="en-US" altLang="de-DE" b="1">
                <a:solidFill>
                  <a:srgbClr val="00E6DC"/>
                </a:solidFill>
                <a:ea typeface="Arial Unicode MS"/>
                <a:cs typeface="Arial" pitchFamily="34" charset="0"/>
              </a:rPr>
              <a:t>ARE Migration and</a:t>
            </a:r>
          </a:p>
          <a:p>
            <a:pPr algn="ctr">
              <a:spcBef>
                <a:spcPts val="0"/>
              </a:spcBef>
              <a:tabLst>
                <a:tab pos="1255713" algn="r"/>
              </a:tabLst>
              <a:defRPr/>
            </a:pPr>
            <a:r>
              <a:rPr lang="en-US" altLang="de-DE" b="1">
                <a:solidFill>
                  <a:srgbClr val="00E6DC"/>
                </a:solidFill>
                <a:ea typeface="Arial Unicode MS"/>
                <a:cs typeface="Arial" pitchFamily="34" charset="0"/>
              </a:rPr>
              <a:t>Onboarding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EF0ABB-834D-2627-180E-3C3E1CBB60C4}"/>
              </a:ext>
            </a:extLst>
          </p:cNvPr>
          <p:cNvSpPr txBox="1">
            <a:spLocks/>
          </p:cNvSpPr>
          <p:nvPr/>
        </p:nvSpPr>
        <p:spPr>
          <a:xfrm>
            <a:off x="9097359" y="2223626"/>
            <a:ext cx="2154436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Phase 3</a:t>
            </a:r>
          </a:p>
          <a:p>
            <a:pPr algn="ctr"/>
            <a:r>
              <a:rPr lang="en-US" altLang="de-DE" b="1">
                <a:solidFill>
                  <a:srgbClr val="00E6DC"/>
                </a:solidFill>
                <a:ea typeface="Arial Unicode MS"/>
                <a:cs typeface="Arial" pitchFamily="34" charset="0"/>
              </a:rPr>
              <a:t>ARE Onboarding &amp; </a:t>
            </a:r>
          </a:p>
          <a:p>
            <a:pPr algn="ctr"/>
            <a:r>
              <a:rPr lang="en-US" altLang="de-DE" b="1">
                <a:solidFill>
                  <a:srgbClr val="00E6DC"/>
                </a:solidFill>
                <a:ea typeface="Arial Unicode MS"/>
                <a:cs typeface="Arial" pitchFamily="34" charset="0"/>
              </a:rPr>
              <a:t>Regular Releases</a:t>
            </a:r>
          </a:p>
        </p:txBody>
      </p:sp>
      <p:sp>
        <p:nvSpPr>
          <p:cNvPr id="28" name="TextBox 62">
            <a:extLst>
              <a:ext uri="{FF2B5EF4-FFF2-40B4-BE49-F238E27FC236}">
                <a16:creationId xmlns:a16="http://schemas.microsoft.com/office/drawing/2014/main" id="{90F70796-9C48-8835-F179-4F369E193FD7}"/>
              </a:ext>
            </a:extLst>
          </p:cNvPr>
          <p:cNvSpPr txBox="1">
            <a:spLocks/>
          </p:cNvSpPr>
          <p:nvPr/>
        </p:nvSpPr>
        <p:spPr>
          <a:xfrm>
            <a:off x="1434356" y="5547760"/>
            <a:ext cx="1401026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</a:rPr>
              <a:t>FY2025</a:t>
            </a:r>
          </a:p>
          <a:p>
            <a:pPr algn="ctr"/>
            <a:r>
              <a:rPr lang="en-US" sz="1600">
                <a:solidFill>
                  <a:schemeClr val="accent1"/>
                </a:solidFill>
              </a:rPr>
              <a:t>10/2024</a:t>
            </a:r>
          </a:p>
          <a:p>
            <a:pPr algn="ctr"/>
            <a:r>
              <a:rPr lang="en-US" sz="1600">
                <a:solidFill>
                  <a:schemeClr val="accent1"/>
                </a:solidFill>
              </a:rPr>
              <a:t>(Release 1320)</a:t>
            </a:r>
          </a:p>
        </p:txBody>
      </p:sp>
      <p:sp>
        <p:nvSpPr>
          <p:cNvPr id="29" name="TextBox 63">
            <a:extLst>
              <a:ext uri="{FF2B5EF4-FFF2-40B4-BE49-F238E27FC236}">
                <a16:creationId xmlns:a16="http://schemas.microsoft.com/office/drawing/2014/main" id="{51656796-F04B-A83E-474C-CF41D374A6BA}"/>
              </a:ext>
            </a:extLst>
          </p:cNvPr>
          <p:cNvSpPr txBox="1">
            <a:spLocks/>
          </p:cNvSpPr>
          <p:nvPr/>
        </p:nvSpPr>
        <p:spPr>
          <a:xfrm>
            <a:off x="6675752" y="2223626"/>
            <a:ext cx="184666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Phase 2b</a:t>
            </a:r>
          </a:p>
          <a:p>
            <a:pPr algn="ctr">
              <a:spcBef>
                <a:spcPts val="0"/>
              </a:spcBef>
              <a:tabLst>
                <a:tab pos="1255713" algn="r"/>
              </a:tabLst>
              <a:defRPr/>
            </a:pPr>
            <a:r>
              <a:rPr lang="en-US" altLang="de-DE" b="1">
                <a:solidFill>
                  <a:srgbClr val="00E6DC"/>
                </a:solidFill>
                <a:ea typeface="Arial Unicode MS"/>
                <a:cs typeface="Arial" pitchFamily="34" charset="0"/>
              </a:rPr>
              <a:t>Increments FY25</a:t>
            </a:r>
          </a:p>
        </p:txBody>
      </p:sp>
      <p:sp>
        <p:nvSpPr>
          <p:cNvPr id="30" name="TextBox 62">
            <a:extLst>
              <a:ext uri="{FF2B5EF4-FFF2-40B4-BE49-F238E27FC236}">
                <a16:creationId xmlns:a16="http://schemas.microsoft.com/office/drawing/2014/main" id="{0413C922-53CA-7843-0107-EF4CBAEAA8CA}"/>
              </a:ext>
            </a:extLst>
          </p:cNvPr>
          <p:cNvSpPr txBox="1">
            <a:spLocks/>
          </p:cNvSpPr>
          <p:nvPr/>
        </p:nvSpPr>
        <p:spPr>
          <a:xfrm>
            <a:off x="7147707" y="5547760"/>
            <a:ext cx="71654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</a:rPr>
              <a:t>FY2025</a:t>
            </a:r>
          </a:p>
          <a:p>
            <a:pPr algn="ctr"/>
            <a:r>
              <a:rPr lang="en-US" sz="1600">
                <a:solidFill>
                  <a:schemeClr val="accent1"/>
                </a:solidFill>
              </a:rPr>
              <a:t>Q2-Q4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5B78CC3E-063D-FB4A-D2B5-2DD73C7342DF}"/>
              </a:ext>
            </a:extLst>
          </p:cNvPr>
          <p:cNvSpPr txBox="1">
            <a:spLocks/>
          </p:cNvSpPr>
          <p:nvPr/>
        </p:nvSpPr>
        <p:spPr>
          <a:xfrm>
            <a:off x="9707217" y="5547760"/>
            <a:ext cx="9900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</a:rPr>
              <a:t>As of </a:t>
            </a:r>
          </a:p>
          <a:p>
            <a:pPr algn="ctr"/>
            <a:r>
              <a:rPr lang="en-US" sz="1600">
                <a:solidFill>
                  <a:schemeClr val="accent1"/>
                </a:solidFill>
              </a:rPr>
              <a:t>FY2026ff</a:t>
            </a:r>
          </a:p>
        </p:txBody>
      </p:sp>
      <p:sp>
        <p:nvSpPr>
          <p:cNvPr id="32" name="TextBox 62">
            <a:extLst>
              <a:ext uri="{FF2B5EF4-FFF2-40B4-BE49-F238E27FC236}">
                <a16:creationId xmlns:a16="http://schemas.microsoft.com/office/drawing/2014/main" id="{1858E550-C402-30B7-ECBD-AD5CC41FB36F}"/>
              </a:ext>
            </a:extLst>
          </p:cNvPr>
          <p:cNvSpPr txBox="1">
            <a:spLocks/>
          </p:cNvSpPr>
          <p:nvPr/>
        </p:nvSpPr>
        <p:spPr>
          <a:xfrm>
            <a:off x="4408940" y="5547760"/>
            <a:ext cx="71654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</a:rPr>
              <a:t>FY2025</a:t>
            </a:r>
          </a:p>
          <a:p>
            <a:pPr algn="ctr"/>
            <a:r>
              <a:rPr lang="en-US" sz="1600">
                <a:solidFill>
                  <a:schemeClr val="accent1"/>
                </a:solidFill>
              </a:rPr>
              <a:t>Q2-Q4</a:t>
            </a:r>
          </a:p>
        </p:txBody>
      </p:sp>
      <p:sp>
        <p:nvSpPr>
          <p:cNvPr id="19" name="Freeform: Shape 7">
            <a:extLst>
              <a:ext uri="{FF2B5EF4-FFF2-40B4-BE49-F238E27FC236}">
                <a16:creationId xmlns:a16="http://schemas.microsoft.com/office/drawing/2014/main" id="{517C6675-6FF2-A457-0B89-F186D4756C09}"/>
              </a:ext>
            </a:extLst>
          </p:cNvPr>
          <p:cNvSpPr/>
          <p:nvPr/>
        </p:nvSpPr>
        <p:spPr>
          <a:xfrm>
            <a:off x="7199220" y="3948034"/>
            <a:ext cx="555684" cy="491870"/>
          </a:xfrm>
          <a:custGeom>
            <a:avLst/>
            <a:gdLst>
              <a:gd name="connsiteX0" fmla="*/ 318109 w 509735"/>
              <a:gd name="connsiteY0" fmla="*/ 164450 h 451198"/>
              <a:gd name="connsiteX1" fmla="*/ 296394 w 509735"/>
              <a:gd name="connsiteY1" fmla="*/ 176986 h 451198"/>
              <a:gd name="connsiteX2" fmla="*/ 276204 w 509735"/>
              <a:gd name="connsiteY2" fmla="*/ 165327 h 451198"/>
              <a:gd name="connsiteX3" fmla="*/ 276204 w 509735"/>
              <a:gd name="connsiteY3" fmla="*/ 140256 h 451198"/>
              <a:gd name="connsiteX4" fmla="*/ 233532 w 509735"/>
              <a:gd name="connsiteY4" fmla="*/ 140256 h 451198"/>
              <a:gd name="connsiteX5" fmla="*/ 233532 w 509735"/>
              <a:gd name="connsiteY5" fmla="*/ 165327 h 451198"/>
              <a:gd name="connsiteX6" fmla="*/ 213342 w 509735"/>
              <a:gd name="connsiteY6" fmla="*/ 176986 h 451198"/>
              <a:gd name="connsiteX7" fmla="*/ 191628 w 509735"/>
              <a:gd name="connsiteY7" fmla="*/ 164450 h 451198"/>
              <a:gd name="connsiteX8" fmla="*/ 170292 w 509735"/>
              <a:gd name="connsiteY8" fmla="*/ 201405 h 451198"/>
              <a:gd name="connsiteX9" fmla="*/ 191978 w 509735"/>
              <a:gd name="connsiteY9" fmla="*/ 213926 h 451198"/>
              <a:gd name="connsiteX10" fmla="*/ 190860 w 509735"/>
              <a:gd name="connsiteY10" fmla="*/ 225600 h 451198"/>
              <a:gd name="connsiteX11" fmla="*/ 191978 w 509735"/>
              <a:gd name="connsiteY11" fmla="*/ 237273 h 451198"/>
              <a:gd name="connsiteX12" fmla="*/ 170292 w 509735"/>
              <a:gd name="connsiteY12" fmla="*/ 249794 h 451198"/>
              <a:gd name="connsiteX13" fmla="*/ 191628 w 509735"/>
              <a:gd name="connsiteY13" fmla="*/ 286750 h 451198"/>
              <a:gd name="connsiteX14" fmla="*/ 213342 w 509735"/>
              <a:gd name="connsiteY14" fmla="*/ 274213 h 451198"/>
              <a:gd name="connsiteX15" fmla="*/ 233532 w 509735"/>
              <a:gd name="connsiteY15" fmla="*/ 285873 h 451198"/>
              <a:gd name="connsiteX16" fmla="*/ 233532 w 509735"/>
              <a:gd name="connsiteY16" fmla="*/ 310944 h 451198"/>
              <a:gd name="connsiteX17" fmla="*/ 276204 w 509735"/>
              <a:gd name="connsiteY17" fmla="*/ 310944 h 451198"/>
              <a:gd name="connsiteX18" fmla="*/ 276204 w 509735"/>
              <a:gd name="connsiteY18" fmla="*/ 285873 h 451198"/>
              <a:gd name="connsiteX19" fmla="*/ 296394 w 509735"/>
              <a:gd name="connsiteY19" fmla="*/ 274213 h 451198"/>
              <a:gd name="connsiteX20" fmla="*/ 318109 w 509735"/>
              <a:gd name="connsiteY20" fmla="*/ 286750 h 451198"/>
              <a:gd name="connsiteX21" fmla="*/ 339445 w 509735"/>
              <a:gd name="connsiteY21" fmla="*/ 249794 h 451198"/>
              <a:gd name="connsiteX22" fmla="*/ 317758 w 509735"/>
              <a:gd name="connsiteY22" fmla="*/ 237273 h 451198"/>
              <a:gd name="connsiteX23" fmla="*/ 318876 w 509735"/>
              <a:gd name="connsiteY23" fmla="*/ 225600 h 451198"/>
              <a:gd name="connsiteX24" fmla="*/ 317758 w 509735"/>
              <a:gd name="connsiteY24" fmla="*/ 213926 h 451198"/>
              <a:gd name="connsiteX25" fmla="*/ 339445 w 509735"/>
              <a:gd name="connsiteY25" fmla="*/ 201405 h 451198"/>
              <a:gd name="connsiteX26" fmla="*/ 318109 w 509735"/>
              <a:gd name="connsiteY26" fmla="*/ 164450 h 451198"/>
              <a:gd name="connsiteX27" fmla="*/ 254868 w 509735"/>
              <a:gd name="connsiteY27" fmla="*/ 262176 h 451198"/>
              <a:gd name="connsiteX28" fmla="*/ 218292 w 509735"/>
              <a:gd name="connsiteY28" fmla="*/ 225600 h 451198"/>
              <a:gd name="connsiteX29" fmla="*/ 254868 w 509735"/>
              <a:gd name="connsiteY29" fmla="*/ 189024 h 451198"/>
              <a:gd name="connsiteX30" fmla="*/ 291444 w 509735"/>
              <a:gd name="connsiteY30" fmla="*/ 225600 h 451198"/>
              <a:gd name="connsiteX31" fmla="*/ 254868 w 509735"/>
              <a:gd name="connsiteY31" fmla="*/ 262176 h 451198"/>
              <a:gd name="connsiteX32" fmla="*/ 303248 w 509735"/>
              <a:gd name="connsiteY32" fmla="*/ 401963 h 451198"/>
              <a:gd name="connsiteX33" fmla="*/ 314537 w 509735"/>
              <a:gd name="connsiteY33" fmla="*/ 443117 h 451198"/>
              <a:gd name="connsiteX34" fmla="*/ 303071 w 509735"/>
              <a:gd name="connsiteY34" fmla="*/ 445940 h 451198"/>
              <a:gd name="connsiteX35" fmla="*/ 34527 w 509735"/>
              <a:gd name="connsiteY35" fmla="*/ 273802 h 451198"/>
              <a:gd name="connsiteX36" fmla="*/ 55950 w 509735"/>
              <a:gd name="connsiteY36" fmla="*/ 119667 h 451198"/>
              <a:gd name="connsiteX37" fmla="*/ 6570 w 509735"/>
              <a:gd name="connsiteY37" fmla="*/ 127972 h 451198"/>
              <a:gd name="connsiteX38" fmla="*/ 0 w 509735"/>
              <a:gd name="connsiteY38" fmla="*/ 88894 h 451198"/>
              <a:gd name="connsiteX39" fmla="*/ 114055 w 509735"/>
              <a:gd name="connsiteY39" fmla="*/ 69715 h 451198"/>
              <a:gd name="connsiteX40" fmla="*/ 150394 w 509735"/>
              <a:gd name="connsiteY40" fmla="*/ 179547 h 451198"/>
              <a:gd name="connsiteX41" fmla="*/ 112772 w 509735"/>
              <a:gd name="connsiteY41" fmla="*/ 191993 h 451198"/>
              <a:gd name="connsiteX42" fmla="*/ 94765 w 509735"/>
              <a:gd name="connsiteY42" fmla="*/ 137564 h 451198"/>
              <a:gd name="connsiteX43" fmla="*/ 76213 w 509735"/>
              <a:gd name="connsiteY43" fmla="*/ 264683 h 451198"/>
              <a:gd name="connsiteX44" fmla="*/ 293952 w 509735"/>
              <a:gd name="connsiteY44" fmla="*/ 404255 h 451198"/>
              <a:gd name="connsiteX45" fmla="*/ 303248 w 509735"/>
              <a:gd name="connsiteY45" fmla="*/ 401963 h 451198"/>
              <a:gd name="connsiteX46" fmla="*/ 509736 w 509735"/>
              <a:gd name="connsiteY46" fmla="*/ 362305 h 451198"/>
              <a:gd name="connsiteX47" fmla="*/ 395682 w 509735"/>
              <a:gd name="connsiteY47" fmla="*/ 381487 h 451198"/>
              <a:gd name="connsiteX48" fmla="*/ 359343 w 509735"/>
              <a:gd name="connsiteY48" fmla="*/ 271652 h 451198"/>
              <a:gd name="connsiteX49" fmla="*/ 396965 w 509735"/>
              <a:gd name="connsiteY49" fmla="*/ 259206 h 451198"/>
              <a:gd name="connsiteX50" fmla="*/ 415004 w 509735"/>
              <a:gd name="connsiteY50" fmla="*/ 313737 h 451198"/>
              <a:gd name="connsiteX51" fmla="*/ 433524 w 509735"/>
              <a:gd name="connsiteY51" fmla="*/ 186516 h 451198"/>
              <a:gd name="connsiteX52" fmla="*/ 215785 w 509735"/>
              <a:gd name="connsiteY52" fmla="*/ 46945 h 451198"/>
              <a:gd name="connsiteX53" fmla="*/ 206489 w 509735"/>
              <a:gd name="connsiteY53" fmla="*/ 49236 h 451198"/>
              <a:gd name="connsiteX54" fmla="*/ 195200 w 509735"/>
              <a:gd name="connsiteY54" fmla="*/ 8083 h 451198"/>
              <a:gd name="connsiteX55" fmla="*/ 206666 w 509735"/>
              <a:gd name="connsiteY55" fmla="*/ 5259 h 451198"/>
              <a:gd name="connsiteX56" fmla="*/ 475208 w 509735"/>
              <a:gd name="connsiteY56" fmla="*/ 177397 h 451198"/>
              <a:gd name="connsiteX57" fmla="*/ 453848 w 509735"/>
              <a:gd name="connsiteY57" fmla="*/ 331522 h 451198"/>
              <a:gd name="connsiteX58" fmla="*/ 503164 w 509735"/>
              <a:gd name="connsiteY58" fmla="*/ 323228 h 451198"/>
              <a:gd name="connsiteX59" fmla="*/ 509736 w 509735"/>
              <a:gd name="connsiteY59" fmla="*/ 362305 h 45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09735" h="451198">
                <a:moveTo>
                  <a:pt x="318109" y="164450"/>
                </a:moveTo>
                <a:lnTo>
                  <a:pt x="296394" y="176986"/>
                </a:lnTo>
                <a:cubicBezTo>
                  <a:pt x="290495" y="171938"/>
                  <a:pt x="283663" y="167976"/>
                  <a:pt x="276204" y="165327"/>
                </a:cubicBezTo>
                <a:lnTo>
                  <a:pt x="276204" y="140256"/>
                </a:lnTo>
                <a:lnTo>
                  <a:pt x="233532" y="140256"/>
                </a:lnTo>
                <a:lnTo>
                  <a:pt x="233532" y="165327"/>
                </a:lnTo>
                <a:cubicBezTo>
                  <a:pt x="226073" y="167976"/>
                  <a:pt x="219242" y="171938"/>
                  <a:pt x="213342" y="176986"/>
                </a:cubicBezTo>
                <a:lnTo>
                  <a:pt x="191628" y="164450"/>
                </a:lnTo>
                <a:lnTo>
                  <a:pt x="170292" y="201405"/>
                </a:lnTo>
                <a:lnTo>
                  <a:pt x="191978" y="213926"/>
                </a:lnTo>
                <a:cubicBezTo>
                  <a:pt x="191277" y="217717"/>
                  <a:pt x="190860" y="221610"/>
                  <a:pt x="190860" y="225600"/>
                </a:cubicBezTo>
                <a:cubicBezTo>
                  <a:pt x="190860" y="229590"/>
                  <a:pt x="191277" y="233482"/>
                  <a:pt x="191978" y="237273"/>
                </a:cubicBezTo>
                <a:lnTo>
                  <a:pt x="170292" y="249794"/>
                </a:lnTo>
                <a:lnTo>
                  <a:pt x="191628" y="286750"/>
                </a:lnTo>
                <a:lnTo>
                  <a:pt x="213342" y="274213"/>
                </a:lnTo>
                <a:cubicBezTo>
                  <a:pt x="219242" y="279261"/>
                  <a:pt x="226073" y="283223"/>
                  <a:pt x="233532" y="285873"/>
                </a:cubicBezTo>
                <a:lnTo>
                  <a:pt x="233532" y="310944"/>
                </a:lnTo>
                <a:lnTo>
                  <a:pt x="276204" y="310944"/>
                </a:lnTo>
                <a:lnTo>
                  <a:pt x="276204" y="285873"/>
                </a:lnTo>
                <a:cubicBezTo>
                  <a:pt x="283663" y="283223"/>
                  <a:pt x="290495" y="279261"/>
                  <a:pt x="296394" y="274213"/>
                </a:cubicBezTo>
                <a:lnTo>
                  <a:pt x="318109" y="286750"/>
                </a:lnTo>
                <a:lnTo>
                  <a:pt x="339445" y="249794"/>
                </a:lnTo>
                <a:lnTo>
                  <a:pt x="317758" y="237273"/>
                </a:lnTo>
                <a:cubicBezTo>
                  <a:pt x="318463" y="233482"/>
                  <a:pt x="318876" y="229590"/>
                  <a:pt x="318876" y="225600"/>
                </a:cubicBezTo>
                <a:cubicBezTo>
                  <a:pt x="318876" y="221610"/>
                  <a:pt x="318463" y="217717"/>
                  <a:pt x="317758" y="213926"/>
                </a:cubicBezTo>
                <a:lnTo>
                  <a:pt x="339445" y="201405"/>
                </a:lnTo>
                <a:lnTo>
                  <a:pt x="318109" y="164450"/>
                </a:lnTo>
                <a:close/>
                <a:moveTo>
                  <a:pt x="254868" y="262176"/>
                </a:moveTo>
                <a:cubicBezTo>
                  <a:pt x="234702" y="262176"/>
                  <a:pt x="218292" y="245768"/>
                  <a:pt x="218292" y="225600"/>
                </a:cubicBezTo>
                <a:cubicBezTo>
                  <a:pt x="218292" y="205432"/>
                  <a:pt x="234702" y="189024"/>
                  <a:pt x="254868" y="189024"/>
                </a:cubicBezTo>
                <a:cubicBezTo>
                  <a:pt x="275035" y="189024"/>
                  <a:pt x="291444" y="205431"/>
                  <a:pt x="291444" y="225600"/>
                </a:cubicBezTo>
                <a:cubicBezTo>
                  <a:pt x="291444" y="245768"/>
                  <a:pt x="275035" y="262176"/>
                  <a:pt x="254868" y="262176"/>
                </a:cubicBezTo>
                <a:close/>
                <a:moveTo>
                  <a:pt x="303248" y="401963"/>
                </a:moveTo>
                <a:lnTo>
                  <a:pt x="314537" y="443117"/>
                </a:lnTo>
                <a:cubicBezTo>
                  <a:pt x="310761" y="444147"/>
                  <a:pt x="306940" y="445092"/>
                  <a:pt x="303071" y="445940"/>
                </a:cubicBezTo>
                <a:cubicBezTo>
                  <a:pt x="181380" y="472561"/>
                  <a:pt x="61149" y="395495"/>
                  <a:pt x="34527" y="273802"/>
                </a:cubicBezTo>
                <a:cubicBezTo>
                  <a:pt x="22614" y="219345"/>
                  <a:pt x="31604" y="165266"/>
                  <a:pt x="55950" y="119667"/>
                </a:cubicBezTo>
                <a:lnTo>
                  <a:pt x="6570" y="127972"/>
                </a:lnTo>
                <a:lnTo>
                  <a:pt x="0" y="88894"/>
                </a:lnTo>
                <a:lnTo>
                  <a:pt x="114055" y="69715"/>
                </a:lnTo>
                <a:lnTo>
                  <a:pt x="150394" y="179547"/>
                </a:lnTo>
                <a:lnTo>
                  <a:pt x="112772" y="191993"/>
                </a:lnTo>
                <a:lnTo>
                  <a:pt x="94765" y="137564"/>
                </a:lnTo>
                <a:cubicBezTo>
                  <a:pt x="74137" y="175008"/>
                  <a:pt x="66381" y="219738"/>
                  <a:pt x="76213" y="264683"/>
                </a:cubicBezTo>
                <a:cubicBezTo>
                  <a:pt x="97764" y="363194"/>
                  <a:pt x="195441" y="425805"/>
                  <a:pt x="293952" y="404255"/>
                </a:cubicBezTo>
                <a:cubicBezTo>
                  <a:pt x="297088" y="403566"/>
                  <a:pt x="300186" y="402798"/>
                  <a:pt x="303248" y="401963"/>
                </a:cubicBezTo>
                <a:close/>
                <a:moveTo>
                  <a:pt x="509736" y="362305"/>
                </a:moveTo>
                <a:lnTo>
                  <a:pt x="395682" y="381487"/>
                </a:lnTo>
                <a:lnTo>
                  <a:pt x="359343" y="271652"/>
                </a:lnTo>
                <a:lnTo>
                  <a:pt x="396965" y="259206"/>
                </a:lnTo>
                <a:lnTo>
                  <a:pt x="415004" y="313737"/>
                </a:lnTo>
                <a:cubicBezTo>
                  <a:pt x="435657" y="276278"/>
                  <a:pt x="443363" y="231486"/>
                  <a:pt x="433524" y="186516"/>
                </a:cubicBezTo>
                <a:cubicBezTo>
                  <a:pt x="411974" y="88006"/>
                  <a:pt x="314296" y="25394"/>
                  <a:pt x="215785" y="46945"/>
                </a:cubicBezTo>
                <a:cubicBezTo>
                  <a:pt x="212649" y="47631"/>
                  <a:pt x="209551" y="48398"/>
                  <a:pt x="206489" y="49236"/>
                </a:cubicBezTo>
                <a:lnTo>
                  <a:pt x="195200" y="8083"/>
                </a:lnTo>
                <a:cubicBezTo>
                  <a:pt x="198976" y="7050"/>
                  <a:pt x="202797" y="6105"/>
                  <a:pt x="206666" y="5259"/>
                </a:cubicBezTo>
                <a:cubicBezTo>
                  <a:pt x="328357" y="-21363"/>
                  <a:pt x="448587" y="55706"/>
                  <a:pt x="475208" y="177397"/>
                </a:cubicBezTo>
                <a:cubicBezTo>
                  <a:pt x="487120" y="231841"/>
                  <a:pt x="478177" y="285930"/>
                  <a:pt x="453848" y="331522"/>
                </a:cubicBezTo>
                <a:lnTo>
                  <a:pt x="503164" y="323228"/>
                </a:lnTo>
                <a:lnTo>
                  <a:pt x="509736" y="362305"/>
                </a:lnTo>
                <a:close/>
              </a:path>
            </a:pathLst>
          </a:custGeom>
          <a:solidFill>
            <a:schemeClr val="tx1"/>
          </a:solidFill>
          <a:ln w="60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7">
            <a:extLst>
              <a:ext uri="{FF2B5EF4-FFF2-40B4-BE49-F238E27FC236}">
                <a16:creationId xmlns:a16="http://schemas.microsoft.com/office/drawing/2014/main" id="{1C297B27-301D-238F-F375-E1337459B0BA}"/>
              </a:ext>
            </a:extLst>
          </p:cNvPr>
          <p:cNvSpPr/>
          <p:nvPr/>
        </p:nvSpPr>
        <p:spPr>
          <a:xfrm>
            <a:off x="4533777" y="3955164"/>
            <a:ext cx="555684" cy="491870"/>
          </a:xfrm>
          <a:custGeom>
            <a:avLst/>
            <a:gdLst>
              <a:gd name="connsiteX0" fmla="*/ 318109 w 509735"/>
              <a:gd name="connsiteY0" fmla="*/ 164450 h 451198"/>
              <a:gd name="connsiteX1" fmla="*/ 296394 w 509735"/>
              <a:gd name="connsiteY1" fmla="*/ 176986 h 451198"/>
              <a:gd name="connsiteX2" fmla="*/ 276204 w 509735"/>
              <a:gd name="connsiteY2" fmla="*/ 165327 h 451198"/>
              <a:gd name="connsiteX3" fmla="*/ 276204 w 509735"/>
              <a:gd name="connsiteY3" fmla="*/ 140256 h 451198"/>
              <a:gd name="connsiteX4" fmla="*/ 233532 w 509735"/>
              <a:gd name="connsiteY4" fmla="*/ 140256 h 451198"/>
              <a:gd name="connsiteX5" fmla="*/ 233532 w 509735"/>
              <a:gd name="connsiteY5" fmla="*/ 165327 h 451198"/>
              <a:gd name="connsiteX6" fmla="*/ 213342 w 509735"/>
              <a:gd name="connsiteY6" fmla="*/ 176986 h 451198"/>
              <a:gd name="connsiteX7" fmla="*/ 191628 w 509735"/>
              <a:gd name="connsiteY7" fmla="*/ 164450 h 451198"/>
              <a:gd name="connsiteX8" fmla="*/ 170292 w 509735"/>
              <a:gd name="connsiteY8" fmla="*/ 201405 h 451198"/>
              <a:gd name="connsiteX9" fmla="*/ 191978 w 509735"/>
              <a:gd name="connsiteY9" fmla="*/ 213926 h 451198"/>
              <a:gd name="connsiteX10" fmla="*/ 190860 w 509735"/>
              <a:gd name="connsiteY10" fmla="*/ 225600 h 451198"/>
              <a:gd name="connsiteX11" fmla="*/ 191978 w 509735"/>
              <a:gd name="connsiteY11" fmla="*/ 237273 h 451198"/>
              <a:gd name="connsiteX12" fmla="*/ 170292 w 509735"/>
              <a:gd name="connsiteY12" fmla="*/ 249794 h 451198"/>
              <a:gd name="connsiteX13" fmla="*/ 191628 w 509735"/>
              <a:gd name="connsiteY13" fmla="*/ 286750 h 451198"/>
              <a:gd name="connsiteX14" fmla="*/ 213342 w 509735"/>
              <a:gd name="connsiteY14" fmla="*/ 274213 h 451198"/>
              <a:gd name="connsiteX15" fmla="*/ 233532 w 509735"/>
              <a:gd name="connsiteY15" fmla="*/ 285873 h 451198"/>
              <a:gd name="connsiteX16" fmla="*/ 233532 w 509735"/>
              <a:gd name="connsiteY16" fmla="*/ 310944 h 451198"/>
              <a:gd name="connsiteX17" fmla="*/ 276204 w 509735"/>
              <a:gd name="connsiteY17" fmla="*/ 310944 h 451198"/>
              <a:gd name="connsiteX18" fmla="*/ 276204 w 509735"/>
              <a:gd name="connsiteY18" fmla="*/ 285873 h 451198"/>
              <a:gd name="connsiteX19" fmla="*/ 296394 w 509735"/>
              <a:gd name="connsiteY19" fmla="*/ 274213 h 451198"/>
              <a:gd name="connsiteX20" fmla="*/ 318109 w 509735"/>
              <a:gd name="connsiteY20" fmla="*/ 286750 h 451198"/>
              <a:gd name="connsiteX21" fmla="*/ 339445 w 509735"/>
              <a:gd name="connsiteY21" fmla="*/ 249794 h 451198"/>
              <a:gd name="connsiteX22" fmla="*/ 317758 w 509735"/>
              <a:gd name="connsiteY22" fmla="*/ 237273 h 451198"/>
              <a:gd name="connsiteX23" fmla="*/ 318876 w 509735"/>
              <a:gd name="connsiteY23" fmla="*/ 225600 h 451198"/>
              <a:gd name="connsiteX24" fmla="*/ 317758 w 509735"/>
              <a:gd name="connsiteY24" fmla="*/ 213926 h 451198"/>
              <a:gd name="connsiteX25" fmla="*/ 339445 w 509735"/>
              <a:gd name="connsiteY25" fmla="*/ 201405 h 451198"/>
              <a:gd name="connsiteX26" fmla="*/ 318109 w 509735"/>
              <a:gd name="connsiteY26" fmla="*/ 164450 h 451198"/>
              <a:gd name="connsiteX27" fmla="*/ 254868 w 509735"/>
              <a:gd name="connsiteY27" fmla="*/ 262176 h 451198"/>
              <a:gd name="connsiteX28" fmla="*/ 218292 w 509735"/>
              <a:gd name="connsiteY28" fmla="*/ 225600 h 451198"/>
              <a:gd name="connsiteX29" fmla="*/ 254868 w 509735"/>
              <a:gd name="connsiteY29" fmla="*/ 189024 h 451198"/>
              <a:gd name="connsiteX30" fmla="*/ 291444 w 509735"/>
              <a:gd name="connsiteY30" fmla="*/ 225600 h 451198"/>
              <a:gd name="connsiteX31" fmla="*/ 254868 w 509735"/>
              <a:gd name="connsiteY31" fmla="*/ 262176 h 451198"/>
              <a:gd name="connsiteX32" fmla="*/ 303248 w 509735"/>
              <a:gd name="connsiteY32" fmla="*/ 401963 h 451198"/>
              <a:gd name="connsiteX33" fmla="*/ 314537 w 509735"/>
              <a:gd name="connsiteY33" fmla="*/ 443117 h 451198"/>
              <a:gd name="connsiteX34" fmla="*/ 303071 w 509735"/>
              <a:gd name="connsiteY34" fmla="*/ 445940 h 451198"/>
              <a:gd name="connsiteX35" fmla="*/ 34527 w 509735"/>
              <a:gd name="connsiteY35" fmla="*/ 273802 h 451198"/>
              <a:gd name="connsiteX36" fmla="*/ 55950 w 509735"/>
              <a:gd name="connsiteY36" fmla="*/ 119667 h 451198"/>
              <a:gd name="connsiteX37" fmla="*/ 6570 w 509735"/>
              <a:gd name="connsiteY37" fmla="*/ 127972 h 451198"/>
              <a:gd name="connsiteX38" fmla="*/ 0 w 509735"/>
              <a:gd name="connsiteY38" fmla="*/ 88894 h 451198"/>
              <a:gd name="connsiteX39" fmla="*/ 114055 w 509735"/>
              <a:gd name="connsiteY39" fmla="*/ 69715 h 451198"/>
              <a:gd name="connsiteX40" fmla="*/ 150394 w 509735"/>
              <a:gd name="connsiteY40" fmla="*/ 179547 h 451198"/>
              <a:gd name="connsiteX41" fmla="*/ 112772 w 509735"/>
              <a:gd name="connsiteY41" fmla="*/ 191993 h 451198"/>
              <a:gd name="connsiteX42" fmla="*/ 94765 w 509735"/>
              <a:gd name="connsiteY42" fmla="*/ 137564 h 451198"/>
              <a:gd name="connsiteX43" fmla="*/ 76213 w 509735"/>
              <a:gd name="connsiteY43" fmla="*/ 264683 h 451198"/>
              <a:gd name="connsiteX44" fmla="*/ 293952 w 509735"/>
              <a:gd name="connsiteY44" fmla="*/ 404255 h 451198"/>
              <a:gd name="connsiteX45" fmla="*/ 303248 w 509735"/>
              <a:gd name="connsiteY45" fmla="*/ 401963 h 451198"/>
              <a:gd name="connsiteX46" fmla="*/ 509736 w 509735"/>
              <a:gd name="connsiteY46" fmla="*/ 362305 h 451198"/>
              <a:gd name="connsiteX47" fmla="*/ 395682 w 509735"/>
              <a:gd name="connsiteY47" fmla="*/ 381487 h 451198"/>
              <a:gd name="connsiteX48" fmla="*/ 359343 w 509735"/>
              <a:gd name="connsiteY48" fmla="*/ 271652 h 451198"/>
              <a:gd name="connsiteX49" fmla="*/ 396965 w 509735"/>
              <a:gd name="connsiteY49" fmla="*/ 259206 h 451198"/>
              <a:gd name="connsiteX50" fmla="*/ 415004 w 509735"/>
              <a:gd name="connsiteY50" fmla="*/ 313737 h 451198"/>
              <a:gd name="connsiteX51" fmla="*/ 433524 w 509735"/>
              <a:gd name="connsiteY51" fmla="*/ 186516 h 451198"/>
              <a:gd name="connsiteX52" fmla="*/ 215785 w 509735"/>
              <a:gd name="connsiteY52" fmla="*/ 46945 h 451198"/>
              <a:gd name="connsiteX53" fmla="*/ 206489 w 509735"/>
              <a:gd name="connsiteY53" fmla="*/ 49236 h 451198"/>
              <a:gd name="connsiteX54" fmla="*/ 195200 w 509735"/>
              <a:gd name="connsiteY54" fmla="*/ 8083 h 451198"/>
              <a:gd name="connsiteX55" fmla="*/ 206666 w 509735"/>
              <a:gd name="connsiteY55" fmla="*/ 5259 h 451198"/>
              <a:gd name="connsiteX56" fmla="*/ 475208 w 509735"/>
              <a:gd name="connsiteY56" fmla="*/ 177397 h 451198"/>
              <a:gd name="connsiteX57" fmla="*/ 453848 w 509735"/>
              <a:gd name="connsiteY57" fmla="*/ 331522 h 451198"/>
              <a:gd name="connsiteX58" fmla="*/ 503164 w 509735"/>
              <a:gd name="connsiteY58" fmla="*/ 323228 h 451198"/>
              <a:gd name="connsiteX59" fmla="*/ 509736 w 509735"/>
              <a:gd name="connsiteY59" fmla="*/ 362305 h 45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09735" h="451198">
                <a:moveTo>
                  <a:pt x="318109" y="164450"/>
                </a:moveTo>
                <a:lnTo>
                  <a:pt x="296394" y="176986"/>
                </a:lnTo>
                <a:cubicBezTo>
                  <a:pt x="290495" y="171938"/>
                  <a:pt x="283663" y="167976"/>
                  <a:pt x="276204" y="165327"/>
                </a:cubicBezTo>
                <a:lnTo>
                  <a:pt x="276204" y="140256"/>
                </a:lnTo>
                <a:lnTo>
                  <a:pt x="233532" y="140256"/>
                </a:lnTo>
                <a:lnTo>
                  <a:pt x="233532" y="165327"/>
                </a:lnTo>
                <a:cubicBezTo>
                  <a:pt x="226073" y="167976"/>
                  <a:pt x="219242" y="171938"/>
                  <a:pt x="213342" y="176986"/>
                </a:cubicBezTo>
                <a:lnTo>
                  <a:pt x="191628" y="164450"/>
                </a:lnTo>
                <a:lnTo>
                  <a:pt x="170292" y="201405"/>
                </a:lnTo>
                <a:lnTo>
                  <a:pt x="191978" y="213926"/>
                </a:lnTo>
                <a:cubicBezTo>
                  <a:pt x="191277" y="217717"/>
                  <a:pt x="190860" y="221610"/>
                  <a:pt x="190860" y="225600"/>
                </a:cubicBezTo>
                <a:cubicBezTo>
                  <a:pt x="190860" y="229590"/>
                  <a:pt x="191277" y="233482"/>
                  <a:pt x="191978" y="237273"/>
                </a:cubicBezTo>
                <a:lnTo>
                  <a:pt x="170292" y="249794"/>
                </a:lnTo>
                <a:lnTo>
                  <a:pt x="191628" y="286750"/>
                </a:lnTo>
                <a:lnTo>
                  <a:pt x="213342" y="274213"/>
                </a:lnTo>
                <a:cubicBezTo>
                  <a:pt x="219242" y="279261"/>
                  <a:pt x="226073" y="283223"/>
                  <a:pt x="233532" y="285873"/>
                </a:cubicBezTo>
                <a:lnTo>
                  <a:pt x="233532" y="310944"/>
                </a:lnTo>
                <a:lnTo>
                  <a:pt x="276204" y="310944"/>
                </a:lnTo>
                <a:lnTo>
                  <a:pt x="276204" y="285873"/>
                </a:lnTo>
                <a:cubicBezTo>
                  <a:pt x="283663" y="283223"/>
                  <a:pt x="290495" y="279261"/>
                  <a:pt x="296394" y="274213"/>
                </a:cubicBezTo>
                <a:lnTo>
                  <a:pt x="318109" y="286750"/>
                </a:lnTo>
                <a:lnTo>
                  <a:pt x="339445" y="249794"/>
                </a:lnTo>
                <a:lnTo>
                  <a:pt x="317758" y="237273"/>
                </a:lnTo>
                <a:cubicBezTo>
                  <a:pt x="318463" y="233482"/>
                  <a:pt x="318876" y="229590"/>
                  <a:pt x="318876" y="225600"/>
                </a:cubicBezTo>
                <a:cubicBezTo>
                  <a:pt x="318876" y="221610"/>
                  <a:pt x="318463" y="217717"/>
                  <a:pt x="317758" y="213926"/>
                </a:cubicBezTo>
                <a:lnTo>
                  <a:pt x="339445" y="201405"/>
                </a:lnTo>
                <a:lnTo>
                  <a:pt x="318109" y="164450"/>
                </a:lnTo>
                <a:close/>
                <a:moveTo>
                  <a:pt x="254868" y="262176"/>
                </a:moveTo>
                <a:cubicBezTo>
                  <a:pt x="234702" y="262176"/>
                  <a:pt x="218292" y="245768"/>
                  <a:pt x="218292" y="225600"/>
                </a:cubicBezTo>
                <a:cubicBezTo>
                  <a:pt x="218292" y="205432"/>
                  <a:pt x="234702" y="189024"/>
                  <a:pt x="254868" y="189024"/>
                </a:cubicBezTo>
                <a:cubicBezTo>
                  <a:pt x="275035" y="189024"/>
                  <a:pt x="291444" y="205431"/>
                  <a:pt x="291444" y="225600"/>
                </a:cubicBezTo>
                <a:cubicBezTo>
                  <a:pt x="291444" y="245768"/>
                  <a:pt x="275035" y="262176"/>
                  <a:pt x="254868" y="262176"/>
                </a:cubicBezTo>
                <a:close/>
                <a:moveTo>
                  <a:pt x="303248" y="401963"/>
                </a:moveTo>
                <a:lnTo>
                  <a:pt x="314537" y="443117"/>
                </a:lnTo>
                <a:cubicBezTo>
                  <a:pt x="310761" y="444147"/>
                  <a:pt x="306940" y="445092"/>
                  <a:pt x="303071" y="445940"/>
                </a:cubicBezTo>
                <a:cubicBezTo>
                  <a:pt x="181380" y="472561"/>
                  <a:pt x="61149" y="395495"/>
                  <a:pt x="34527" y="273802"/>
                </a:cubicBezTo>
                <a:cubicBezTo>
                  <a:pt x="22614" y="219345"/>
                  <a:pt x="31604" y="165266"/>
                  <a:pt x="55950" y="119667"/>
                </a:cubicBezTo>
                <a:lnTo>
                  <a:pt x="6570" y="127972"/>
                </a:lnTo>
                <a:lnTo>
                  <a:pt x="0" y="88894"/>
                </a:lnTo>
                <a:lnTo>
                  <a:pt x="114055" y="69715"/>
                </a:lnTo>
                <a:lnTo>
                  <a:pt x="150394" y="179547"/>
                </a:lnTo>
                <a:lnTo>
                  <a:pt x="112772" y="191993"/>
                </a:lnTo>
                <a:lnTo>
                  <a:pt x="94765" y="137564"/>
                </a:lnTo>
                <a:cubicBezTo>
                  <a:pt x="74137" y="175008"/>
                  <a:pt x="66381" y="219738"/>
                  <a:pt x="76213" y="264683"/>
                </a:cubicBezTo>
                <a:cubicBezTo>
                  <a:pt x="97764" y="363194"/>
                  <a:pt x="195441" y="425805"/>
                  <a:pt x="293952" y="404255"/>
                </a:cubicBezTo>
                <a:cubicBezTo>
                  <a:pt x="297088" y="403566"/>
                  <a:pt x="300186" y="402798"/>
                  <a:pt x="303248" y="401963"/>
                </a:cubicBezTo>
                <a:close/>
                <a:moveTo>
                  <a:pt x="509736" y="362305"/>
                </a:moveTo>
                <a:lnTo>
                  <a:pt x="395682" y="381487"/>
                </a:lnTo>
                <a:lnTo>
                  <a:pt x="359343" y="271652"/>
                </a:lnTo>
                <a:lnTo>
                  <a:pt x="396965" y="259206"/>
                </a:lnTo>
                <a:lnTo>
                  <a:pt x="415004" y="313737"/>
                </a:lnTo>
                <a:cubicBezTo>
                  <a:pt x="435657" y="276278"/>
                  <a:pt x="443363" y="231486"/>
                  <a:pt x="433524" y="186516"/>
                </a:cubicBezTo>
                <a:cubicBezTo>
                  <a:pt x="411974" y="88006"/>
                  <a:pt x="314296" y="25394"/>
                  <a:pt x="215785" y="46945"/>
                </a:cubicBezTo>
                <a:cubicBezTo>
                  <a:pt x="212649" y="47631"/>
                  <a:pt x="209551" y="48398"/>
                  <a:pt x="206489" y="49236"/>
                </a:cubicBezTo>
                <a:lnTo>
                  <a:pt x="195200" y="8083"/>
                </a:lnTo>
                <a:cubicBezTo>
                  <a:pt x="198976" y="7050"/>
                  <a:pt x="202797" y="6105"/>
                  <a:pt x="206666" y="5259"/>
                </a:cubicBezTo>
                <a:cubicBezTo>
                  <a:pt x="328357" y="-21363"/>
                  <a:pt x="448587" y="55706"/>
                  <a:pt x="475208" y="177397"/>
                </a:cubicBezTo>
                <a:cubicBezTo>
                  <a:pt x="487120" y="231841"/>
                  <a:pt x="478177" y="285930"/>
                  <a:pt x="453848" y="331522"/>
                </a:cubicBezTo>
                <a:lnTo>
                  <a:pt x="503164" y="323228"/>
                </a:lnTo>
                <a:lnTo>
                  <a:pt x="509736" y="362305"/>
                </a:lnTo>
                <a:close/>
              </a:path>
            </a:pathLst>
          </a:custGeom>
          <a:solidFill>
            <a:schemeClr val="tx1"/>
          </a:solidFill>
          <a:ln w="60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7">
            <a:extLst>
              <a:ext uri="{FF2B5EF4-FFF2-40B4-BE49-F238E27FC236}">
                <a16:creationId xmlns:a16="http://schemas.microsoft.com/office/drawing/2014/main" id="{56CBF64E-DE3A-C064-E1EC-002032724503}"/>
              </a:ext>
            </a:extLst>
          </p:cNvPr>
          <p:cNvSpPr/>
          <p:nvPr/>
        </p:nvSpPr>
        <p:spPr>
          <a:xfrm>
            <a:off x="1840345" y="3976023"/>
            <a:ext cx="555684" cy="491870"/>
          </a:xfrm>
          <a:custGeom>
            <a:avLst/>
            <a:gdLst>
              <a:gd name="connsiteX0" fmla="*/ 318109 w 509735"/>
              <a:gd name="connsiteY0" fmla="*/ 164450 h 451198"/>
              <a:gd name="connsiteX1" fmla="*/ 296394 w 509735"/>
              <a:gd name="connsiteY1" fmla="*/ 176986 h 451198"/>
              <a:gd name="connsiteX2" fmla="*/ 276204 w 509735"/>
              <a:gd name="connsiteY2" fmla="*/ 165327 h 451198"/>
              <a:gd name="connsiteX3" fmla="*/ 276204 w 509735"/>
              <a:gd name="connsiteY3" fmla="*/ 140256 h 451198"/>
              <a:gd name="connsiteX4" fmla="*/ 233532 w 509735"/>
              <a:gd name="connsiteY4" fmla="*/ 140256 h 451198"/>
              <a:gd name="connsiteX5" fmla="*/ 233532 w 509735"/>
              <a:gd name="connsiteY5" fmla="*/ 165327 h 451198"/>
              <a:gd name="connsiteX6" fmla="*/ 213342 w 509735"/>
              <a:gd name="connsiteY6" fmla="*/ 176986 h 451198"/>
              <a:gd name="connsiteX7" fmla="*/ 191628 w 509735"/>
              <a:gd name="connsiteY7" fmla="*/ 164450 h 451198"/>
              <a:gd name="connsiteX8" fmla="*/ 170292 w 509735"/>
              <a:gd name="connsiteY8" fmla="*/ 201405 h 451198"/>
              <a:gd name="connsiteX9" fmla="*/ 191978 w 509735"/>
              <a:gd name="connsiteY9" fmla="*/ 213926 h 451198"/>
              <a:gd name="connsiteX10" fmla="*/ 190860 w 509735"/>
              <a:gd name="connsiteY10" fmla="*/ 225600 h 451198"/>
              <a:gd name="connsiteX11" fmla="*/ 191978 w 509735"/>
              <a:gd name="connsiteY11" fmla="*/ 237273 h 451198"/>
              <a:gd name="connsiteX12" fmla="*/ 170292 w 509735"/>
              <a:gd name="connsiteY12" fmla="*/ 249794 h 451198"/>
              <a:gd name="connsiteX13" fmla="*/ 191628 w 509735"/>
              <a:gd name="connsiteY13" fmla="*/ 286750 h 451198"/>
              <a:gd name="connsiteX14" fmla="*/ 213342 w 509735"/>
              <a:gd name="connsiteY14" fmla="*/ 274213 h 451198"/>
              <a:gd name="connsiteX15" fmla="*/ 233532 w 509735"/>
              <a:gd name="connsiteY15" fmla="*/ 285873 h 451198"/>
              <a:gd name="connsiteX16" fmla="*/ 233532 w 509735"/>
              <a:gd name="connsiteY16" fmla="*/ 310944 h 451198"/>
              <a:gd name="connsiteX17" fmla="*/ 276204 w 509735"/>
              <a:gd name="connsiteY17" fmla="*/ 310944 h 451198"/>
              <a:gd name="connsiteX18" fmla="*/ 276204 w 509735"/>
              <a:gd name="connsiteY18" fmla="*/ 285873 h 451198"/>
              <a:gd name="connsiteX19" fmla="*/ 296394 w 509735"/>
              <a:gd name="connsiteY19" fmla="*/ 274213 h 451198"/>
              <a:gd name="connsiteX20" fmla="*/ 318109 w 509735"/>
              <a:gd name="connsiteY20" fmla="*/ 286750 h 451198"/>
              <a:gd name="connsiteX21" fmla="*/ 339445 w 509735"/>
              <a:gd name="connsiteY21" fmla="*/ 249794 h 451198"/>
              <a:gd name="connsiteX22" fmla="*/ 317758 w 509735"/>
              <a:gd name="connsiteY22" fmla="*/ 237273 h 451198"/>
              <a:gd name="connsiteX23" fmla="*/ 318876 w 509735"/>
              <a:gd name="connsiteY23" fmla="*/ 225600 h 451198"/>
              <a:gd name="connsiteX24" fmla="*/ 317758 w 509735"/>
              <a:gd name="connsiteY24" fmla="*/ 213926 h 451198"/>
              <a:gd name="connsiteX25" fmla="*/ 339445 w 509735"/>
              <a:gd name="connsiteY25" fmla="*/ 201405 h 451198"/>
              <a:gd name="connsiteX26" fmla="*/ 318109 w 509735"/>
              <a:gd name="connsiteY26" fmla="*/ 164450 h 451198"/>
              <a:gd name="connsiteX27" fmla="*/ 254868 w 509735"/>
              <a:gd name="connsiteY27" fmla="*/ 262176 h 451198"/>
              <a:gd name="connsiteX28" fmla="*/ 218292 w 509735"/>
              <a:gd name="connsiteY28" fmla="*/ 225600 h 451198"/>
              <a:gd name="connsiteX29" fmla="*/ 254868 w 509735"/>
              <a:gd name="connsiteY29" fmla="*/ 189024 h 451198"/>
              <a:gd name="connsiteX30" fmla="*/ 291444 w 509735"/>
              <a:gd name="connsiteY30" fmla="*/ 225600 h 451198"/>
              <a:gd name="connsiteX31" fmla="*/ 254868 w 509735"/>
              <a:gd name="connsiteY31" fmla="*/ 262176 h 451198"/>
              <a:gd name="connsiteX32" fmla="*/ 303248 w 509735"/>
              <a:gd name="connsiteY32" fmla="*/ 401963 h 451198"/>
              <a:gd name="connsiteX33" fmla="*/ 314537 w 509735"/>
              <a:gd name="connsiteY33" fmla="*/ 443117 h 451198"/>
              <a:gd name="connsiteX34" fmla="*/ 303071 w 509735"/>
              <a:gd name="connsiteY34" fmla="*/ 445940 h 451198"/>
              <a:gd name="connsiteX35" fmla="*/ 34527 w 509735"/>
              <a:gd name="connsiteY35" fmla="*/ 273802 h 451198"/>
              <a:gd name="connsiteX36" fmla="*/ 55950 w 509735"/>
              <a:gd name="connsiteY36" fmla="*/ 119667 h 451198"/>
              <a:gd name="connsiteX37" fmla="*/ 6570 w 509735"/>
              <a:gd name="connsiteY37" fmla="*/ 127972 h 451198"/>
              <a:gd name="connsiteX38" fmla="*/ 0 w 509735"/>
              <a:gd name="connsiteY38" fmla="*/ 88894 h 451198"/>
              <a:gd name="connsiteX39" fmla="*/ 114055 w 509735"/>
              <a:gd name="connsiteY39" fmla="*/ 69715 h 451198"/>
              <a:gd name="connsiteX40" fmla="*/ 150394 w 509735"/>
              <a:gd name="connsiteY40" fmla="*/ 179547 h 451198"/>
              <a:gd name="connsiteX41" fmla="*/ 112772 w 509735"/>
              <a:gd name="connsiteY41" fmla="*/ 191993 h 451198"/>
              <a:gd name="connsiteX42" fmla="*/ 94765 w 509735"/>
              <a:gd name="connsiteY42" fmla="*/ 137564 h 451198"/>
              <a:gd name="connsiteX43" fmla="*/ 76213 w 509735"/>
              <a:gd name="connsiteY43" fmla="*/ 264683 h 451198"/>
              <a:gd name="connsiteX44" fmla="*/ 293952 w 509735"/>
              <a:gd name="connsiteY44" fmla="*/ 404255 h 451198"/>
              <a:gd name="connsiteX45" fmla="*/ 303248 w 509735"/>
              <a:gd name="connsiteY45" fmla="*/ 401963 h 451198"/>
              <a:gd name="connsiteX46" fmla="*/ 509736 w 509735"/>
              <a:gd name="connsiteY46" fmla="*/ 362305 h 451198"/>
              <a:gd name="connsiteX47" fmla="*/ 395682 w 509735"/>
              <a:gd name="connsiteY47" fmla="*/ 381487 h 451198"/>
              <a:gd name="connsiteX48" fmla="*/ 359343 w 509735"/>
              <a:gd name="connsiteY48" fmla="*/ 271652 h 451198"/>
              <a:gd name="connsiteX49" fmla="*/ 396965 w 509735"/>
              <a:gd name="connsiteY49" fmla="*/ 259206 h 451198"/>
              <a:gd name="connsiteX50" fmla="*/ 415004 w 509735"/>
              <a:gd name="connsiteY50" fmla="*/ 313737 h 451198"/>
              <a:gd name="connsiteX51" fmla="*/ 433524 w 509735"/>
              <a:gd name="connsiteY51" fmla="*/ 186516 h 451198"/>
              <a:gd name="connsiteX52" fmla="*/ 215785 w 509735"/>
              <a:gd name="connsiteY52" fmla="*/ 46945 h 451198"/>
              <a:gd name="connsiteX53" fmla="*/ 206489 w 509735"/>
              <a:gd name="connsiteY53" fmla="*/ 49236 h 451198"/>
              <a:gd name="connsiteX54" fmla="*/ 195200 w 509735"/>
              <a:gd name="connsiteY54" fmla="*/ 8083 h 451198"/>
              <a:gd name="connsiteX55" fmla="*/ 206666 w 509735"/>
              <a:gd name="connsiteY55" fmla="*/ 5259 h 451198"/>
              <a:gd name="connsiteX56" fmla="*/ 475208 w 509735"/>
              <a:gd name="connsiteY56" fmla="*/ 177397 h 451198"/>
              <a:gd name="connsiteX57" fmla="*/ 453848 w 509735"/>
              <a:gd name="connsiteY57" fmla="*/ 331522 h 451198"/>
              <a:gd name="connsiteX58" fmla="*/ 503164 w 509735"/>
              <a:gd name="connsiteY58" fmla="*/ 323228 h 451198"/>
              <a:gd name="connsiteX59" fmla="*/ 509736 w 509735"/>
              <a:gd name="connsiteY59" fmla="*/ 362305 h 45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09735" h="451198">
                <a:moveTo>
                  <a:pt x="318109" y="164450"/>
                </a:moveTo>
                <a:lnTo>
                  <a:pt x="296394" y="176986"/>
                </a:lnTo>
                <a:cubicBezTo>
                  <a:pt x="290495" y="171938"/>
                  <a:pt x="283663" y="167976"/>
                  <a:pt x="276204" y="165327"/>
                </a:cubicBezTo>
                <a:lnTo>
                  <a:pt x="276204" y="140256"/>
                </a:lnTo>
                <a:lnTo>
                  <a:pt x="233532" y="140256"/>
                </a:lnTo>
                <a:lnTo>
                  <a:pt x="233532" y="165327"/>
                </a:lnTo>
                <a:cubicBezTo>
                  <a:pt x="226073" y="167976"/>
                  <a:pt x="219242" y="171938"/>
                  <a:pt x="213342" y="176986"/>
                </a:cubicBezTo>
                <a:lnTo>
                  <a:pt x="191628" y="164450"/>
                </a:lnTo>
                <a:lnTo>
                  <a:pt x="170292" y="201405"/>
                </a:lnTo>
                <a:lnTo>
                  <a:pt x="191978" y="213926"/>
                </a:lnTo>
                <a:cubicBezTo>
                  <a:pt x="191277" y="217717"/>
                  <a:pt x="190860" y="221610"/>
                  <a:pt x="190860" y="225600"/>
                </a:cubicBezTo>
                <a:cubicBezTo>
                  <a:pt x="190860" y="229590"/>
                  <a:pt x="191277" y="233482"/>
                  <a:pt x="191978" y="237273"/>
                </a:cubicBezTo>
                <a:lnTo>
                  <a:pt x="170292" y="249794"/>
                </a:lnTo>
                <a:lnTo>
                  <a:pt x="191628" y="286750"/>
                </a:lnTo>
                <a:lnTo>
                  <a:pt x="213342" y="274213"/>
                </a:lnTo>
                <a:cubicBezTo>
                  <a:pt x="219242" y="279261"/>
                  <a:pt x="226073" y="283223"/>
                  <a:pt x="233532" y="285873"/>
                </a:cubicBezTo>
                <a:lnTo>
                  <a:pt x="233532" y="310944"/>
                </a:lnTo>
                <a:lnTo>
                  <a:pt x="276204" y="310944"/>
                </a:lnTo>
                <a:lnTo>
                  <a:pt x="276204" y="285873"/>
                </a:lnTo>
                <a:cubicBezTo>
                  <a:pt x="283663" y="283223"/>
                  <a:pt x="290495" y="279261"/>
                  <a:pt x="296394" y="274213"/>
                </a:cubicBezTo>
                <a:lnTo>
                  <a:pt x="318109" y="286750"/>
                </a:lnTo>
                <a:lnTo>
                  <a:pt x="339445" y="249794"/>
                </a:lnTo>
                <a:lnTo>
                  <a:pt x="317758" y="237273"/>
                </a:lnTo>
                <a:cubicBezTo>
                  <a:pt x="318463" y="233482"/>
                  <a:pt x="318876" y="229590"/>
                  <a:pt x="318876" y="225600"/>
                </a:cubicBezTo>
                <a:cubicBezTo>
                  <a:pt x="318876" y="221610"/>
                  <a:pt x="318463" y="217717"/>
                  <a:pt x="317758" y="213926"/>
                </a:cubicBezTo>
                <a:lnTo>
                  <a:pt x="339445" y="201405"/>
                </a:lnTo>
                <a:lnTo>
                  <a:pt x="318109" y="164450"/>
                </a:lnTo>
                <a:close/>
                <a:moveTo>
                  <a:pt x="254868" y="262176"/>
                </a:moveTo>
                <a:cubicBezTo>
                  <a:pt x="234702" y="262176"/>
                  <a:pt x="218292" y="245768"/>
                  <a:pt x="218292" y="225600"/>
                </a:cubicBezTo>
                <a:cubicBezTo>
                  <a:pt x="218292" y="205432"/>
                  <a:pt x="234702" y="189024"/>
                  <a:pt x="254868" y="189024"/>
                </a:cubicBezTo>
                <a:cubicBezTo>
                  <a:pt x="275035" y="189024"/>
                  <a:pt x="291444" y="205431"/>
                  <a:pt x="291444" y="225600"/>
                </a:cubicBezTo>
                <a:cubicBezTo>
                  <a:pt x="291444" y="245768"/>
                  <a:pt x="275035" y="262176"/>
                  <a:pt x="254868" y="262176"/>
                </a:cubicBezTo>
                <a:close/>
                <a:moveTo>
                  <a:pt x="303248" y="401963"/>
                </a:moveTo>
                <a:lnTo>
                  <a:pt x="314537" y="443117"/>
                </a:lnTo>
                <a:cubicBezTo>
                  <a:pt x="310761" y="444147"/>
                  <a:pt x="306940" y="445092"/>
                  <a:pt x="303071" y="445940"/>
                </a:cubicBezTo>
                <a:cubicBezTo>
                  <a:pt x="181380" y="472561"/>
                  <a:pt x="61149" y="395495"/>
                  <a:pt x="34527" y="273802"/>
                </a:cubicBezTo>
                <a:cubicBezTo>
                  <a:pt x="22614" y="219345"/>
                  <a:pt x="31604" y="165266"/>
                  <a:pt x="55950" y="119667"/>
                </a:cubicBezTo>
                <a:lnTo>
                  <a:pt x="6570" y="127972"/>
                </a:lnTo>
                <a:lnTo>
                  <a:pt x="0" y="88894"/>
                </a:lnTo>
                <a:lnTo>
                  <a:pt x="114055" y="69715"/>
                </a:lnTo>
                <a:lnTo>
                  <a:pt x="150394" y="179547"/>
                </a:lnTo>
                <a:lnTo>
                  <a:pt x="112772" y="191993"/>
                </a:lnTo>
                <a:lnTo>
                  <a:pt x="94765" y="137564"/>
                </a:lnTo>
                <a:cubicBezTo>
                  <a:pt x="74137" y="175008"/>
                  <a:pt x="66381" y="219738"/>
                  <a:pt x="76213" y="264683"/>
                </a:cubicBezTo>
                <a:cubicBezTo>
                  <a:pt x="97764" y="363194"/>
                  <a:pt x="195441" y="425805"/>
                  <a:pt x="293952" y="404255"/>
                </a:cubicBezTo>
                <a:cubicBezTo>
                  <a:pt x="297088" y="403566"/>
                  <a:pt x="300186" y="402798"/>
                  <a:pt x="303248" y="401963"/>
                </a:cubicBezTo>
                <a:close/>
                <a:moveTo>
                  <a:pt x="509736" y="362305"/>
                </a:moveTo>
                <a:lnTo>
                  <a:pt x="395682" y="381487"/>
                </a:lnTo>
                <a:lnTo>
                  <a:pt x="359343" y="271652"/>
                </a:lnTo>
                <a:lnTo>
                  <a:pt x="396965" y="259206"/>
                </a:lnTo>
                <a:lnTo>
                  <a:pt x="415004" y="313737"/>
                </a:lnTo>
                <a:cubicBezTo>
                  <a:pt x="435657" y="276278"/>
                  <a:pt x="443363" y="231486"/>
                  <a:pt x="433524" y="186516"/>
                </a:cubicBezTo>
                <a:cubicBezTo>
                  <a:pt x="411974" y="88006"/>
                  <a:pt x="314296" y="25394"/>
                  <a:pt x="215785" y="46945"/>
                </a:cubicBezTo>
                <a:cubicBezTo>
                  <a:pt x="212649" y="47631"/>
                  <a:pt x="209551" y="48398"/>
                  <a:pt x="206489" y="49236"/>
                </a:cubicBezTo>
                <a:lnTo>
                  <a:pt x="195200" y="8083"/>
                </a:lnTo>
                <a:cubicBezTo>
                  <a:pt x="198976" y="7050"/>
                  <a:pt x="202797" y="6105"/>
                  <a:pt x="206666" y="5259"/>
                </a:cubicBezTo>
                <a:cubicBezTo>
                  <a:pt x="328357" y="-21363"/>
                  <a:pt x="448587" y="55706"/>
                  <a:pt x="475208" y="177397"/>
                </a:cubicBezTo>
                <a:cubicBezTo>
                  <a:pt x="487120" y="231841"/>
                  <a:pt x="478177" y="285930"/>
                  <a:pt x="453848" y="331522"/>
                </a:cubicBezTo>
                <a:lnTo>
                  <a:pt x="503164" y="323228"/>
                </a:lnTo>
                <a:lnTo>
                  <a:pt x="509736" y="362305"/>
                </a:lnTo>
                <a:close/>
              </a:path>
            </a:pathLst>
          </a:custGeom>
          <a:solidFill>
            <a:schemeClr val="tx1"/>
          </a:solidFill>
          <a:ln w="60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C50369F-1DF5-6427-03DD-939AF60F12A8}"/>
              </a:ext>
            </a:extLst>
          </p:cNvPr>
          <p:cNvSpPr/>
          <p:nvPr/>
        </p:nvSpPr>
        <p:spPr>
          <a:xfrm>
            <a:off x="5713912" y="3729229"/>
            <a:ext cx="805101" cy="738664"/>
          </a:xfrm>
          <a:prstGeom prst="ellipse">
            <a:avLst/>
          </a:prstGeom>
          <a:noFill/>
          <a:ln w="38100">
            <a:solidFill>
              <a:srgbClr val="00FFB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DF94F-8993-2966-8A8B-AB39DC85B7B6}"/>
              </a:ext>
            </a:extLst>
          </p:cNvPr>
          <p:cNvSpPr txBox="1"/>
          <p:nvPr/>
        </p:nvSpPr>
        <p:spPr>
          <a:xfrm>
            <a:off x="1198531" y="1699724"/>
            <a:ext cx="7181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b="1"/>
              <a:t>DEEP DIVE in F2S-Workshop 29.11., 9.00am – 12.00pm CET</a:t>
            </a:r>
          </a:p>
        </p:txBody>
      </p:sp>
    </p:spTree>
    <p:extLst>
      <p:ext uri="{BB962C8B-B14F-4D97-AF65-F5344CB8AC3E}">
        <p14:creationId xmlns:p14="http://schemas.microsoft.com/office/powerpoint/2010/main" val="85721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B59FD2C-9A2B-A2AD-2783-7EF83F0412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B59FD2C-9A2B-A2AD-2783-7EF83F041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Flowchart: Manual Operation 30">
            <a:extLst>
              <a:ext uri="{FF2B5EF4-FFF2-40B4-BE49-F238E27FC236}">
                <a16:creationId xmlns:a16="http://schemas.microsoft.com/office/drawing/2014/main" id="{39BCCAC1-02C8-519A-EC00-74DA33C99D19}"/>
              </a:ext>
            </a:extLst>
          </p:cNvPr>
          <p:cNvSpPr/>
          <p:nvPr/>
        </p:nvSpPr>
        <p:spPr>
          <a:xfrm rot="5400000">
            <a:off x="137367" y="3506874"/>
            <a:ext cx="3825948" cy="631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5662"/>
              <a:gd name="connsiteY0" fmla="*/ 0 h 10000"/>
              <a:gd name="connsiteX1" fmla="*/ 15662 w 15662"/>
              <a:gd name="connsiteY1" fmla="*/ 563 h 10000"/>
              <a:gd name="connsiteX2" fmla="*/ 8000 w 15662"/>
              <a:gd name="connsiteY2" fmla="*/ 10000 h 10000"/>
              <a:gd name="connsiteX3" fmla="*/ 2000 w 15662"/>
              <a:gd name="connsiteY3" fmla="*/ 10000 h 10000"/>
              <a:gd name="connsiteX4" fmla="*/ 0 w 15662"/>
              <a:gd name="connsiteY4" fmla="*/ 0 h 10000"/>
              <a:gd name="connsiteX0" fmla="*/ 0 w 18813"/>
              <a:gd name="connsiteY0" fmla="*/ 0 h 9437"/>
              <a:gd name="connsiteX1" fmla="*/ 18813 w 18813"/>
              <a:gd name="connsiteY1" fmla="*/ 0 h 9437"/>
              <a:gd name="connsiteX2" fmla="*/ 11151 w 18813"/>
              <a:gd name="connsiteY2" fmla="*/ 9437 h 9437"/>
              <a:gd name="connsiteX3" fmla="*/ 5151 w 18813"/>
              <a:gd name="connsiteY3" fmla="*/ 9437 h 9437"/>
              <a:gd name="connsiteX4" fmla="*/ 0 w 18813"/>
              <a:gd name="connsiteY4" fmla="*/ 0 h 9437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2738 w 10364"/>
              <a:gd name="connsiteY3" fmla="*/ 10000 h 10000"/>
              <a:gd name="connsiteX4" fmla="*/ 0 w 10364"/>
              <a:gd name="connsiteY4" fmla="*/ 0 h 10000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3952 w 10364"/>
              <a:gd name="connsiteY3" fmla="*/ 9851 h 10000"/>
              <a:gd name="connsiteX4" fmla="*/ 0 w 10364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4" h="10000">
                <a:moveTo>
                  <a:pt x="0" y="0"/>
                </a:moveTo>
                <a:lnTo>
                  <a:pt x="10364" y="0"/>
                </a:lnTo>
                <a:lnTo>
                  <a:pt x="5927" y="10000"/>
                </a:lnTo>
                <a:lnTo>
                  <a:pt x="3952" y="9851"/>
                </a:lnTo>
                <a:lnTo>
                  <a:pt x="0" y="0"/>
                </a:lnTo>
                <a:close/>
              </a:path>
            </a:pathLst>
          </a:custGeom>
          <a:solidFill>
            <a:srgbClr val="00C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FCEAB-525F-3927-90F3-31A3624FC5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| P2P Indirect X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AFC0C09-3319-1E9B-5D97-7CA22E7A3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3168A5-68A3-8F3D-7185-51431ADB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/>
              <a:t>Indirect </a:t>
            </a:r>
            <a:br>
              <a:rPr lang="de-DE" dirty="0"/>
            </a:br>
            <a:r>
              <a:rPr lang="de-DE" b="0" dirty="0"/>
              <a:t>Pilot GoLive „</a:t>
            </a:r>
            <a:r>
              <a:rPr lang="de-DE" b="0" dirty="0" err="1"/>
              <a:t>Buzias</a:t>
            </a:r>
            <a:r>
              <a:rPr lang="de-DE" b="0" dirty="0"/>
              <a:t>“ : </a:t>
            </a:r>
            <a:r>
              <a:rPr lang="en-US" b="0" dirty="0"/>
              <a:t>New Global Solution “Indirect X”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4B72C0-A53D-354D-E5D2-652D1D8D5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132" y="3064563"/>
            <a:ext cx="1796034" cy="15750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1C3006-060E-91C5-64CC-E003A2043D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5249" y="1929333"/>
            <a:ext cx="9004657" cy="3806325"/>
          </a:xfrm>
          <a:prstGeom prst="rect">
            <a:avLst/>
          </a:prstGeom>
          <a:ln>
            <a:solidFill>
              <a:srgbClr val="00C1E0"/>
            </a:solidFill>
          </a:ln>
        </p:spPr>
      </p:pic>
      <p:grpSp>
        <p:nvGrpSpPr>
          <p:cNvPr id="22" name="Gruppieren 141">
            <a:extLst>
              <a:ext uri="{FF2B5EF4-FFF2-40B4-BE49-F238E27FC236}">
                <a16:creationId xmlns:a16="http://schemas.microsoft.com/office/drawing/2014/main" id="{511F8757-12EC-D915-426D-82B5F23D1C60}"/>
              </a:ext>
            </a:extLst>
          </p:cNvPr>
          <p:cNvGrpSpPr/>
          <p:nvPr/>
        </p:nvGrpSpPr>
        <p:grpSpPr>
          <a:xfrm>
            <a:off x="6579173" y="6270774"/>
            <a:ext cx="2842113" cy="454130"/>
            <a:chOff x="5802505" y="353744"/>
            <a:chExt cx="2842113" cy="454130"/>
          </a:xfrm>
        </p:grpSpPr>
        <p:sp>
          <p:nvSpPr>
            <p:cNvPr id="23" name="Rechteck 142">
              <a:extLst>
                <a:ext uri="{FF2B5EF4-FFF2-40B4-BE49-F238E27FC236}">
                  <a16:creationId xmlns:a16="http://schemas.microsoft.com/office/drawing/2014/main" id="{DCB385BC-C31E-428E-119B-5A3FB5EA50D7}"/>
                </a:ext>
              </a:extLst>
            </p:cNvPr>
            <p:cNvSpPr/>
            <p:nvPr/>
          </p:nvSpPr>
          <p:spPr>
            <a:xfrm>
              <a:off x="5923311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4" name="Rechteck 143">
              <a:extLst>
                <a:ext uri="{FF2B5EF4-FFF2-40B4-BE49-F238E27FC236}">
                  <a16:creationId xmlns:a16="http://schemas.microsoft.com/office/drawing/2014/main" id="{93F1BE89-3BF4-E687-7530-6C5A48E9AD49}"/>
                </a:ext>
              </a:extLst>
            </p:cNvPr>
            <p:cNvSpPr/>
            <p:nvPr/>
          </p:nvSpPr>
          <p:spPr>
            <a:xfrm>
              <a:off x="6894849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0064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5" name="TextBox 88">
              <a:extLst>
                <a:ext uri="{FF2B5EF4-FFF2-40B4-BE49-F238E27FC236}">
                  <a16:creationId xmlns:a16="http://schemas.microsoft.com/office/drawing/2014/main" id="{0B1F67C8-11F4-09D1-157C-167E70BBD499}"/>
                </a:ext>
              </a:extLst>
            </p:cNvPr>
            <p:cNvSpPr txBox="1"/>
            <p:nvPr/>
          </p:nvSpPr>
          <p:spPr>
            <a:xfrm>
              <a:off x="5882715" y="585512"/>
              <a:ext cx="853787" cy="209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myMall</a:t>
              </a:r>
            </a:p>
          </p:txBody>
        </p:sp>
        <p:sp>
          <p:nvSpPr>
            <p:cNvPr id="26" name="TextBox 89">
              <a:extLst>
                <a:ext uri="{FF2B5EF4-FFF2-40B4-BE49-F238E27FC236}">
                  <a16:creationId xmlns:a16="http://schemas.microsoft.com/office/drawing/2014/main" id="{148F36C4-8E12-C5C0-9BE4-3D3932652D74}"/>
                </a:ext>
              </a:extLst>
            </p:cNvPr>
            <p:cNvSpPr txBox="1"/>
            <p:nvPr/>
          </p:nvSpPr>
          <p:spPr>
            <a:xfrm>
              <a:off x="6749659" y="577705"/>
              <a:ext cx="1033887" cy="230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SAP (S4/BTP)</a:t>
              </a:r>
            </a:p>
          </p:txBody>
        </p:sp>
        <p:sp>
          <p:nvSpPr>
            <p:cNvPr id="27" name="TextBox 90">
              <a:extLst>
                <a:ext uri="{FF2B5EF4-FFF2-40B4-BE49-F238E27FC236}">
                  <a16:creationId xmlns:a16="http://schemas.microsoft.com/office/drawing/2014/main" id="{D83AE399-4402-BDC6-39DA-1EE279C7AD72}"/>
                </a:ext>
              </a:extLst>
            </p:cNvPr>
            <p:cNvSpPr txBox="1"/>
            <p:nvPr/>
          </p:nvSpPr>
          <p:spPr>
            <a:xfrm>
              <a:off x="7800648" y="572677"/>
              <a:ext cx="737203" cy="1666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SCM Star</a:t>
              </a:r>
            </a:p>
          </p:txBody>
        </p:sp>
        <p:sp>
          <p:nvSpPr>
            <p:cNvPr id="28" name="Rechteck 149">
              <a:extLst>
                <a:ext uri="{FF2B5EF4-FFF2-40B4-BE49-F238E27FC236}">
                  <a16:creationId xmlns:a16="http://schemas.microsoft.com/office/drawing/2014/main" id="{1F55CC7D-5B01-0C46-16CE-BE7DAC7905C2}"/>
                </a:ext>
              </a:extLst>
            </p:cNvPr>
            <p:cNvSpPr/>
            <p:nvPr/>
          </p:nvSpPr>
          <p:spPr>
            <a:xfrm>
              <a:off x="7799045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EC66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9" name="Rechteck 150">
              <a:extLst>
                <a:ext uri="{FF2B5EF4-FFF2-40B4-BE49-F238E27FC236}">
                  <a16:creationId xmlns:a16="http://schemas.microsoft.com/office/drawing/2014/main" id="{45BBBB0A-BF11-94FA-5391-D46D4E7705B3}"/>
                </a:ext>
              </a:extLst>
            </p:cNvPr>
            <p:cNvSpPr/>
            <p:nvPr/>
          </p:nvSpPr>
          <p:spPr>
            <a:xfrm>
              <a:off x="5802505" y="353744"/>
              <a:ext cx="2842113" cy="4216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</p:grpSp>
      <p:sp>
        <p:nvSpPr>
          <p:cNvPr id="30" name="Textfeld 14">
            <a:extLst>
              <a:ext uri="{FF2B5EF4-FFF2-40B4-BE49-F238E27FC236}">
                <a16:creationId xmlns:a16="http://schemas.microsoft.com/office/drawing/2014/main" id="{2902457B-4E8D-3F46-B2CB-75361C405680}"/>
              </a:ext>
            </a:extLst>
          </p:cNvPr>
          <p:cNvSpPr txBox="1"/>
          <p:nvPr/>
        </p:nvSpPr>
        <p:spPr>
          <a:xfrm>
            <a:off x="6586244" y="6025409"/>
            <a:ext cx="23759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Workflow </a:t>
            </a:r>
            <a:r>
              <a:rPr lang="de-DE" sz="1400" dirty="0" err="1"/>
              <a:t>Steps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87232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2CE4-1EEB-0116-5F20-4DEC06C9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X 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AC856-E312-2C5C-F472-026DF94FB1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| P2P Indirect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6ED5-AA95-4E1B-C35F-21D3D8114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24C55F-4D50-CB72-0490-DFBCC151B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9245183"/>
              </p:ext>
            </p:extLst>
          </p:nvPr>
        </p:nvGraphicFramePr>
        <p:xfrm>
          <a:off x="1059160" y="1153885"/>
          <a:ext cx="10751840" cy="498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330076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003170-E275-EF9C-2413-CAE87B142AC3}"/>
              </a:ext>
            </a:extLst>
          </p:cNvPr>
          <p:cNvSpPr txBox="1"/>
          <p:nvPr/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0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A blue circle with a cursor and a white text&#10;&#10;Description automatically generated">
            <a:extLst>
              <a:ext uri="{FF2B5EF4-FFF2-40B4-BE49-F238E27FC236}">
                <a16:creationId xmlns:a16="http://schemas.microsoft.com/office/drawing/2014/main" id="{42512254-E88D-C3EE-F717-B71986757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8596" y="1578911"/>
            <a:ext cx="3020254" cy="30584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BEDC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BF0D6-5E16-6CF4-14FB-4450D5D60D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59160" y="6310800"/>
            <a:ext cx="9216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9573C-7F22-5AC8-72C6-35E1E3C5A9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1162" y="6310800"/>
            <a:ext cx="648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0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381F-0A68-10D0-3D32-783D95702A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2400" y="1702799"/>
            <a:ext cx="9252000" cy="4104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Q&amp;A</a:t>
            </a:r>
            <a:br>
              <a:rPr lang="en-US" dirty="0"/>
            </a:b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6EC1A-767D-B651-93AB-6E6FA6A557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| P2P Indirect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D2D3A-AA19-DA55-F7C9-591FE91D59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B8-A558-F51F-2827-63DE6D0E75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2400" y="1702799"/>
            <a:ext cx="9252000" cy="4104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Back Up Slide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58FCE-7A8C-E3E5-F11C-5A3DB635E9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8412-5B4B-A4BD-AB48-56C8C02D09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4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 dirty="0"/>
              <a:t>Procure-2-Receipt (P2R) | </a:t>
            </a:r>
            <a:r>
              <a:rPr lang="de-DE" dirty="0" err="1">
                <a:solidFill>
                  <a:schemeClr val="accent2"/>
                </a:solidFill>
              </a:rPr>
              <a:t>Indirect</a:t>
            </a:r>
            <a:br>
              <a:rPr lang="de-DE" dirty="0"/>
            </a:br>
            <a:r>
              <a:rPr lang="de-DE" b="0" dirty="0" err="1"/>
              <a:t>Simplified</a:t>
            </a:r>
            <a:r>
              <a:rPr lang="de-DE" b="0" dirty="0"/>
              <a:t> </a:t>
            </a:r>
            <a:r>
              <a:rPr lang="en-US" b="0" dirty="0"/>
              <a:t>Architecture overview</a:t>
            </a:r>
            <a:endParaRPr lang="de-DE" b="0" dirty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77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4563120" y="1474904"/>
            <a:ext cx="2476872" cy="146979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S4 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AIF (myMall)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PR / PO / GR (System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records</a:t>
            </a:r>
            <a:r>
              <a:rPr lang="de-DE" sz="1400" dirty="0"/>
              <a:t>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8851037" y="2130863"/>
            <a:ext cx="1935332" cy="10120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SAT</a:t>
            </a:r>
            <a:endParaRPr lang="de-DE" sz="1400" b="1" dirty="0"/>
          </a:p>
          <a:p>
            <a:pPr algn="ctr"/>
            <a:r>
              <a:rPr lang="de-DE" sz="1400" dirty="0" err="1"/>
              <a:t>Approver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8837322" y="3733274"/>
            <a:ext cx="1935332" cy="11959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SCM STAR</a:t>
            </a:r>
          </a:p>
          <a:p>
            <a:pPr algn="ctr"/>
            <a:r>
              <a:rPr lang="de-DE" sz="1400" dirty="0"/>
              <a:t>RFQ </a:t>
            </a:r>
            <a:r>
              <a:rPr lang="de-DE" sz="1400" dirty="0" err="1"/>
              <a:t>processing</a:t>
            </a:r>
            <a:endParaRPr lang="de-DE" sz="1400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46BADE9-D0C3-4F6D-CF35-08D5A2257239}"/>
              </a:ext>
            </a:extLst>
          </p:cNvPr>
          <p:cNvSpPr/>
          <p:nvPr/>
        </p:nvSpPr>
        <p:spPr>
          <a:xfrm>
            <a:off x="4545539" y="3733275"/>
            <a:ext cx="2494453" cy="119596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BTP 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PA </a:t>
            </a:r>
            <a:r>
              <a:rPr lang="de-DE" sz="1400" dirty="0" err="1"/>
              <a:t>forms</a:t>
            </a:r>
            <a:r>
              <a:rPr lang="de-DE" sz="1400" dirty="0"/>
              <a:t>**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Apps (PO Change)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47B06B4-6D94-6C82-5548-D0DA6C6925BA}"/>
              </a:ext>
            </a:extLst>
          </p:cNvPr>
          <p:cNvSpPr/>
          <p:nvPr/>
        </p:nvSpPr>
        <p:spPr>
          <a:xfrm>
            <a:off x="603854" y="1713577"/>
            <a:ext cx="1935332" cy="123112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myMall</a:t>
            </a:r>
          </a:p>
          <a:p>
            <a:pPr marL="357188" indent="-217488" algn="l">
              <a:buFontTx/>
              <a:buChar char="-"/>
            </a:pPr>
            <a:r>
              <a:rPr lang="de-DE" sz="1400" dirty="0" err="1"/>
              <a:t>Catalogs</a:t>
            </a:r>
            <a:endParaRPr lang="de-DE" sz="1400" dirty="0"/>
          </a:p>
          <a:p>
            <a:pPr marL="357188" indent="-217488" algn="l">
              <a:buFontTx/>
              <a:buChar char="-"/>
            </a:pPr>
            <a:r>
              <a:rPr lang="de-DE" sz="1400" dirty="0"/>
              <a:t>Shopping </a:t>
            </a:r>
            <a:r>
              <a:rPr lang="de-DE" sz="1400" dirty="0" err="1"/>
              <a:t>Cart</a:t>
            </a:r>
            <a:endParaRPr lang="de-DE" sz="1400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12FA145-A31D-EE2A-0E95-15B48350FC08}"/>
              </a:ext>
            </a:extLst>
          </p:cNvPr>
          <p:cNvCxnSpPr/>
          <p:nvPr/>
        </p:nvCxnSpPr>
        <p:spPr>
          <a:xfrm>
            <a:off x="2539186" y="2057593"/>
            <a:ext cx="2023934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47F05FA4-6C49-B729-F65C-ED6EB9E0ADFF}"/>
              </a:ext>
            </a:extLst>
          </p:cNvPr>
          <p:cNvSpPr txBox="1"/>
          <p:nvPr/>
        </p:nvSpPr>
        <p:spPr>
          <a:xfrm>
            <a:off x="2858137" y="1791476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</a:t>
            </a:r>
            <a:r>
              <a:rPr lang="de-DE" sz="1400" dirty="0" err="1"/>
              <a:t>creation</a:t>
            </a:r>
            <a:endParaRPr lang="de-DE" sz="1400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C1983F1-F54F-7700-B8D1-D537D7840FB0}"/>
              </a:ext>
            </a:extLst>
          </p:cNvPr>
          <p:cNvCxnSpPr>
            <a:cxnSpLocks/>
          </p:cNvCxnSpPr>
          <p:nvPr/>
        </p:nvCxnSpPr>
        <p:spPr>
          <a:xfrm flipH="1">
            <a:off x="2539186" y="2712998"/>
            <a:ext cx="2006353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894AF1F-6F3F-AFCC-CD34-625B3037618A}"/>
              </a:ext>
            </a:extLst>
          </p:cNvPr>
          <p:cNvSpPr txBox="1"/>
          <p:nvPr/>
        </p:nvSpPr>
        <p:spPr>
          <a:xfrm>
            <a:off x="2858137" y="2763672"/>
            <a:ext cx="16068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PR, PO, GR </a:t>
            </a:r>
            <a:r>
              <a:rPr lang="de-DE" sz="1400" dirty="0" err="1"/>
              <a:t>feedback</a:t>
            </a:r>
            <a:endParaRPr lang="de-DE" sz="1400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ED3931B-E0C1-8929-EE29-DA81C9739A60}"/>
              </a:ext>
            </a:extLst>
          </p:cNvPr>
          <p:cNvCxnSpPr>
            <a:cxnSpLocks/>
          </p:cNvCxnSpPr>
          <p:nvPr/>
        </p:nvCxnSpPr>
        <p:spPr>
          <a:xfrm>
            <a:off x="5113538" y="2955608"/>
            <a:ext cx="0" cy="77766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C94353B5-3224-74DC-BC8D-83E98BB4F166}"/>
              </a:ext>
            </a:extLst>
          </p:cNvPr>
          <p:cNvSpPr txBox="1"/>
          <p:nvPr/>
        </p:nvSpPr>
        <p:spPr>
          <a:xfrm>
            <a:off x="4366474" y="3155415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/ PO </a:t>
            </a:r>
            <a:br>
              <a:rPr lang="de-DE" sz="1400" dirty="0"/>
            </a:br>
            <a:r>
              <a:rPr lang="de-DE" sz="1400" dirty="0" err="1"/>
              <a:t>events</a:t>
            </a:r>
            <a:endParaRPr lang="de-DE" sz="14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27206BF-E242-22AC-4C2B-559073406EBD}"/>
              </a:ext>
            </a:extLst>
          </p:cNvPr>
          <p:cNvSpPr txBox="1"/>
          <p:nvPr/>
        </p:nvSpPr>
        <p:spPr>
          <a:xfrm>
            <a:off x="6304572" y="3157614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Various</a:t>
            </a:r>
            <a:r>
              <a:rPr lang="de-DE" sz="1400" dirty="0"/>
              <a:t> APIs*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338811A1-CB3B-1AFA-A8C8-61DCD7D3EE48}"/>
              </a:ext>
            </a:extLst>
          </p:cNvPr>
          <p:cNvCxnSpPr>
            <a:cxnSpLocks/>
          </p:cNvCxnSpPr>
          <p:nvPr/>
        </p:nvCxnSpPr>
        <p:spPr>
          <a:xfrm flipV="1">
            <a:off x="7032863" y="2586588"/>
            <a:ext cx="1804460" cy="150916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2B3515C0-0C8A-41AD-2C84-E44243676E8F}"/>
              </a:ext>
            </a:extLst>
          </p:cNvPr>
          <p:cNvSpPr txBox="1"/>
          <p:nvPr/>
        </p:nvSpPr>
        <p:spPr>
          <a:xfrm>
            <a:off x="7674689" y="2350689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Get</a:t>
            </a:r>
            <a:r>
              <a:rPr lang="de-DE" sz="1400" dirty="0"/>
              <a:t> SAT GIDs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0CB2987-A58A-BFA0-6E4E-4E4E53F98CB0}"/>
              </a:ext>
            </a:extLst>
          </p:cNvPr>
          <p:cNvCxnSpPr>
            <a:cxnSpLocks/>
          </p:cNvCxnSpPr>
          <p:nvPr/>
        </p:nvCxnSpPr>
        <p:spPr>
          <a:xfrm>
            <a:off x="7039992" y="4472403"/>
            <a:ext cx="179733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27FFB60F-D85B-4F66-55D7-A3273B7E1B6D}"/>
              </a:ext>
            </a:extLst>
          </p:cNvPr>
          <p:cNvSpPr txBox="1"/>
          <p:nvPr/>
        </p:nvSpPr>
        <p:spPr>
          <a:xfrm>
            <a:off x="7229353" y="4556127"/>
            <a:ext cx="173066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Initiate</a:t>
            </a:r>
            <a:r>
              <a:rPr lang="de-DE" sz="1400" dirty="0"/>
              <a:t> RFQ</a:t>
            </a:r>
          </a:p>
          <a:p>
            <a:pPr algn="l"/>
            <a:r>
              <a:rPr lang="de-DE" sz="1400" dirty="0" err="1"/>
              <a:t>Get</a:t>
            </a:r>
            <a:r>
              <a:rPr lang="de-DE" sz="1400" dirty="0"/>
              <a:t> RFQ </a:t>
            </a:r>
            <a:r>
              <a:rPr lang="de-DE" sz="1400" dirty="0" err="1"/>
              <a:t>results</a:t>
            </a:r>
            <a:endParaRPr lang="de-DE" sz="14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8CE64C9-95FE-8E35-1DE4-772531EE82CA}"/>
              </a:ext>
            </a:extLst>
          </p:cNvPr>
          <p:cNvSpPr txBox="1"/>
          <p:nvPr/>
        </p:nvSpPr>
        <p:spPr>
          <a:xfrm>
            <a:off x="523551" y="5587102"/>
            <a:ext cx="1114489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tabLst>
                <a:tab pos="352425" algn="l"/>
              </a:tabLst>
            </a:pPr>
            <a:r>
              <a:rPr lang="de-DE" sz="1400" dirty="0"/>
              <a:t>*) 	PR </a:t>
            </a:r>
            <a:r>
              <a:rPr lang="de-DE" sz="1400" dirty="0" err="1"/>
              <a:t>change</a:t>
            </a:r>
            <a:r>
              <a:rPr lang="de-DE" sz="1400" dirty="0"/>
              <a:t>, PR release, PO </a:t>
            </a:r>
            <a:r>
              <a:rPr lang="de-DE" sz="1400" dirty="0" err="1"/>
              <a:t>creation</a:t>
            </a:r>
            <a:r>
              <a:rPr lang="de-DE" sz="1400" dirty="0"/>
              <a:t>, PO </a:t>
            </a:r>
            <a:r>
              <a:rPr lang="de-DE" sz="1400" dirty="0" err="1"/>
              <a:t>change</a:t>
            </a:r>
            <a:r>
              <a:rPr lang="de-DE" sz="1400" dirty="0"/>
              <a:t>, PO release, Asset </a:t>
            </a:r>
            <a:r>
              <a:rPr lang="de-DE" sz="1400" dirty="0" err="1"/>
              <a:t>creation</a:t>
            </a:r>
            <a:r>
              <a:rPr lang="de-DE" sz="1400" dirty="0"/>
              <a:t>, GET </a:t>
            </a:r>
            <a:r>
              <a:rPr lang="de-DE" sz="1400" dirty="0" err="1"/>
              <a:t>calls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supplier, </a:t>
            </a:r>
            <a:r>
              <a:rPr lang="de-DE" sz="1400" dirty="0" err="1"/>
              <a:t>value</a:t>
            </a:r>
            <a:r>
              <a:rPr lang="de-DE" sz="1400" dirty="0"/>
              <a:t> </a:t>
            </a:r>
            <a:r>
              <a:rPr lang="de-DE" sz="1400" dirty="0" err="1"/>
              <a:t>helps</a:t>
            </a:r>
            <a:r>
              <a:rPr lang="de-DE" sz="1400" dirty="0"/>
              <a:t>, </a:t>
            </a:r>
            <a:br>
              <a:rPr lang="de-DE" sz="1400" dirty="0"/>
            </a:br>
            <a:r>
              <a:rPr lang="de-DE" sz="1400" dirty="0"/>
              <a:t>    	</a:t>
            </a:r>
            <a:r>
              <a:rPr lang="de-DE" sz="1400" dirty="0" err="1"/>
              <a:t>user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, etc. </a:t>
            </a:r>
          </a:p>
          <a:p>
            <a:pPr algn="l">
              <a:tabLst>
                <a:tab pos="352425" algn="l"/>
              </a:tabLst>
            </a:pPr>
            <a:r>
              <a:rPr lang="de-DE" sz="1400" dirty="0"/>
              <a:t>**) 	</a:t>
            </a:r>
            <a:r>
              <a:rPr lang="de-DE" sz="1400" dirty="0" err="1"/>
              <a:t>Requester</a:t>
            </a:r>
            <a:r>
              <a:rPr lang="de-DE" sz="1400" dirty="0"/>
              <a:t> </a:t>
            </a:r>
            <a:r>
              <a:rPr lang="de-DE" sz="1400" dirty="0" err="1"/>
              <a:t>completion</a:t>
            </a:r>
            <a:r>
              <a:rPr lang="de-DE" sz="1400" dirty="0"/>
              <a:t>, Supplier </a:t>
            </a:r>
            <a:r>
              <a:rPr lang="de-DE" sz="1400" dirty="0" err="1"/>
              <a:t>selection</a:t>
            </a:r>
            <a:r>
              <a:rPr lang="de-DE" sz="1400" dirty="0"/>
              <a:t>, </a:t>
            </a:r>
            <a:r>
              <a:rPr lang="de-DE" sz="1400" dirty="0" err="1"/>
              <a:t>Purchaser</a:t>
            </a:r>
            <a:r>
              <a:rPr lang="de-DE" sz="1400" dirty="0"/>
              <a:t>, Asset Expert, </a:t>
            </a:r>
            <a:r>
              <a:rPr lang="de-DE" sz="1400" dirty="0" err="1"/>
              <a:t>Func</a:t>
            </a:r>
            <a:r>
              <a:rPr lang="de-DE" sz="1400" dirty="0"/>
              <a:t>/</a:t>
            </a:r>
            <a:r>
              <a:rPr lang="de-DE" sz="1400" dirty="0" err="1"/>
              <a:t>Comm</a:t>
            </a:r>
            <a:r>
              <a:rPr lang="de-DE" sz="1400" dirty="0"/>
              <a:t> </a:t>
            </a:r>
            <a:r>
              <a:rPr lang="de-DE" sz="1400" dirty="0" err="1"/>
              <a:t>approver</a:t>
            </a:r>
            <a:r>
              <a:rPr lang="de-DE" sz="1400" dirty="0"/>
              <a:t>, Support</a:t>
            </a:r>
          </a:p>
        </p:txBody>
      </p:sp>
      <p:cxnSp>
        <p:nvCxnSpPr>
          <p:cNvPr id="19" name="Gerade Verbindung mit Pfeil 32">
            <a:extLst>
              <a:ext uri="{FF2B5EF4-FFF2-40B4-BE49-F238E27FC236}">
                <a16:creationId xmlns:a16="http://schemas.microsoft.com/office/drawing/2014/main" id="{E8A92DB4-537C-7766-EF9D-2BA013E60053}"/>
              </a:ext>
            </a:extLst>
          </p:cNvPr>
          <p:cNvCxnSpPr>
            <a:cxnSpLocks/>
          </p:cNvCxnSpPr>
          <p:nvPr/>
        </p:nvCxnSpPr>
        <p:spPr>
          <a:xfrm flipV="1">
            <a:off x="6215964" y="2944698"/>
            <a:ext cx="0" cy="78857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0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F48-FF97-7F1E-22FB-B46536BF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OCI Punchout Process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98CAE-D3CB-694B-26B6-8D10B5DA4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CC41-E49F-969F-A018-F29AC615C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46133B-461A-841D-7323-F50EA8FF3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565320"/>
              </p:ext>
            </p:extLst>
          </p:nvPr>
        </p:nvGraphicFramePr>
        <p:xfrm>
          <a:off x="833336" y="1478605"/>
          <a:ext cx="10525328" cy="4341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9340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1079-918F-E311-350C-EC5FA3BC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68CDD-E590-5692-E04E-E7B51AB09E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5CA2D-1F6E-A012-9A2A-8A08DDC3A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D901A02-1699-9CC1-E78B-281C1418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59" y="1481724"/>
            <a:ext cx="9342129" cy="1947276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FA769F-01E8-6AD8-1F7E-77E232AAC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9" y="3647233"/>
            <a:ext cx="5808897" cy="164461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B3B8E48-EC5C-0136-1574-2BD866E4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346" y="3647233"/>
            <a:ext cx="3327295" cy="16446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ABDB58-DDB4-592E-A464-7D2F9EE41A82}"/>
              </a:ext>
            </a:extLst>
          </p:cNvPr>
          <p:cNvSpPr txBox="1"/>
          <p:nvPr/>
        </p:nvSpPr>
        <p:spPr>
          <a:xfrm>
            <a:off x="1919591" y="2250332"/>
            <a:ext cx="51232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1</a:t>
            </a:r>
            <a:r>
              <a:rPr lang="en-US" dirty="0">
                <a:solidFill>
                  <a:srgbClr val="FF0000"/>
                </a:solidFill>
              </a:rPr>
              <a:t>1</a:t>
            </a:r>
            <a:endParaRPr lang="en-DE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73FD9-EED6-D62D-C3E3-A3BE6B411E27}"/>
              </a:ext>
            </a:extLst>
          </p:cNvPr>
          <p:cNvSpPr txBox="1"/>
          <p:nvPr/>
        </p:nvSpPr>
        <p:spPr>
          <a:xfrm>
            <a:off x="9215336" y="3035030"/>
            <a:ext cx="2334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2</a:t>
            </a:r>
            <a:endParaRPr lang="en-DE" dirty="0" err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78A22C-53A0-F0A2-2398-2711712B2F32}"/>
              </a:ext>
            </a:extLst>
          </p:cNvPr>
          <p:cNvSpPr txBox="1"/>
          <p:nvPr/>
        </p:nvSpPr>
        <p:spPr>
          <a:xfrm>
            <a:off x="6018179" y="4422843"/>
            <a:ext cx="19455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3</a:t>
            </a:r>
            <a:endParaRPr lang="en-DE" dirty="0" err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8BB8A-083E-054A-B0D7-EEC1B4EB77AE}"/>
              </a:ext>
            </a:extLst>
          </p:cNvPr>
          <p:cNvSpPr txBox="1"/>
          <p:nvPr/>
        </p:nvSpPr>
        <p:spPr>
          <a:xfrm>
            <a:off x="5368339" y="48752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4</a:t>
            </a:r>
            <a:endParaRPr lang="en-DE" dirty="0" err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A37CC-CA04-E21A-9A86-5AFB24BE6F07}"/>
              </a:ext>
            </a:extLst>
          </p:cNvPr>
          <p:cNvSpPr txBox="1"/>
          <p:nvPr/>
        </p:nvSpPr>
        <p:spPr>
          <a:xfrm>
            <a:off x="7470843" y="4827930"/>
            <a:ext cx="2594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5</a:t>
            </a:r>
            <a:endParaRPr lang="en-DE" dirty="0" err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5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BB1A-4F6C-21A4-585D-305A714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3029-09BF-EE25-183B-89F1A8D5E5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FAEE-5FF2-2157-4E9F-76BFAAC1D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 descr="A screenshot of a web page&#10;&#10;Description automatically generated">
            <a:extLst>
              <a:ext uri="{FF2B5EF4-FFF2-40B4-BE49-F238E27FC236}">
                <a16:creationId xmlns:a16="http://schemas.microsoft.com/office/drawing/2014/main" id="{CA247965-6AA7-CDAB-4968-4A3B8D7C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83" y="1576727"/>
            <a:ext cx="3756286" cy="243235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E60E267-EB35-9116-8DB4-DA2A3951E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720" y="1576727"/>
            <a:ext cx="3829678" cy="24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00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2501" y="6337384"/>
            <a:ext cx="8762454" cy="48425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/>
              <a:t>Procure-2-Receipt (P2R) | </a:t>
            </a:r>
            <a:r>
              <a:rPr lang="de-DE" err="1">
                <a:solidFill>
                  <a:schemeClr val="accent2"/>
                </a:solidFill>
              </a:rPr>
              <a:t>Indirect</a:t>
            </a:r>
            <a:br>
              <a:rPr lang="de-DE"/>
            </a:br>
            <a:r>
              <a:rPr lang="en-US" b="0"/>
              <a:t>PR/PO Release Strategy – Interaction between BTP-PA and S4</a:t>
            </a:r>
            <a:endParaRPr lang="de-DE" b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EDBF21E-7437-23C5-5476-652DADFB8614}"/>
              </a:ext>
            </a:extLst>
          </p:cNvPr>
          <p:cNvSpPr txBox="1"/>
          <p:nvPr/>
        </p:nvSpPr>
        <p:spPr>
          <a:xfrm>
            <a:off x="443882" y="5015037"/>
            <a:ext cx="11345663" cy="13223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 </a:t>
            </a:r>
            <a:r>
              <a:rPr lang="de-DE" err="1"/>
              <a:t>full</a:t>
            </a:r>
            <a:r>
              <a:rPr lang="de-DE"/>
              <a:t> </a:t>
            </a:r>
            <a:r>
              <a:rPr lang="de-DE" err="1"/>
              <a:t>flexibility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BTP-PA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define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kind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workflows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S4 </a:t>
            </a:r>
            <a:r>
              <a:rPr lang="de-DE" err="1"/>
              <a:t>documents</a:t>
            </a:r>
            <a:r>
              <a:rPr lang="de-DE"/>
              <a:t> PR and PO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S4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customized</a:t>
            </a:r>
            <a:r>
              <a:rPr lang="de-DE"/>
              <a:t> </a:t>
            </a:r>
            <a:r>
              <a:rPr lang="de-DE" err="1"/>
              <a:t>within</a:t>
            </a:r>
            <a:r>
              <a:rPr lang="de-DE"/>
              <a:t> SAP </a:t>
            </a:r>
            <a:r>
              <a:rPr lang="de-DE" err="1"/>
              <a:t>standard</a:t>
            </a:r>
            <a:r>
              <a:rPr lang="de-DE"/>
              <a:t> and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start</a:t>
            </a:r>
            <a:r>
              <a:rPr lang="de-DE"/>
              <a:t> and end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</a:t>
            </a:r>
            <a:r>
              <a:rPr lang="de-DE"/>
              <a:t> </a:t>
            </a:r>
            <a:r>
              <a:rPr lang="de-DE" err="1"/>
              <a:t>represented</a:t>
            </a:r>
            <a:r>
              <a:rPr lang="de-DE"/>
              <a:t> in Release </a:t>
            </a:r>
            <a:r>
              <a:rPr lang="de-DE" err="1"/>
              <a:t>Strategy</a:t>
            </a:r>
            <a:endParaRPr lang="de-DE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Users will not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impacted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because</a:t>
            </a:r>
            <a:r>
              <a:rPr lang="de-DE"/>
              <a:t> release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controlled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BTP-PA in </a:t>
            </a:r>
            <a:r>
              <a:rPr lang="de-DE" err="1"/>
              <a:t>background</a:t>
            </a:r>
            <a:endParaRPr lang="de-DE"/>
          </a:p>
        </p:txBody>
      </p:sp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96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2B694DC-9E81-7B54-08ED-8194C39B886D}"/>
              </a:ext>
            </a:extLst>
          </p:cNvPr>
          <p:cNvSpPr/>
          <p:nvPr/>
        </p:nvSpPr>
        <p:spPr>
          <a:xfrm>
            <a:off x="1147126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1 (</a:t>
            </a:r>
            <a:r>
              <a:rPr lang="de-DE" sz="1600" err="1"/>
              <a:t>Purchaser</a:t>
            </a:r>
            <a:r>
              <a:rPr lang="de-DE" sz="1600"/>
              <a:t>)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3222593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2 (Expert 1)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5301362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3 (Expert 2)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7779626" y="1585558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N (Commercial </a:t>
            </a:r>
            <a:r>
              <a:rPr lang="de-DE" sz="1600" err="1"/>
              <a:t>Approver</a:t>
            </a:r>
            <a:r>
              <a:rPr lang="de-DE" sz="1600"/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1205A17-A541-FE60-A92D-05D465C4791E}"/>
              </a:ext>
            </a:extLst>
          </p:cNvPr>
          <p:cNvSpPr/>
          <p:nvPr/>
        </p:nvSpPr>
        <p:spPr>
          <a:xfrm>
            <a:off x="2769832" y="3281703"/>
            <a:ext cx="5433134" cy="4594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de-DE"/>
              <a:t>1-step Release </a:t>
            </a:r>
            <a:r>
              <a:rPr lang="de-DE" err="1"/>
              <a:t>Strategy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technical</a:t>
            </a:r>
            <a:r>
              <a:rPr lang="de-DE"/>
              <a:t> </a:t>
            </a:r>
            <a:r>
              <a:rPr lang="de-DE" err="1"/>
              <a:t>purpose</a:t>
            </a:r>
            <a:r>
              <a:rPr lang="de-DE"/>
              <a:t> </a:t>
            </a:r>
            <a:r>
              <a:rPr lang="de-DE" err="1"/>
              <a:t>only</a:t>
            </a:r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D757487-642A-9252-3B0F-141B553B79F8}"/>
              </a:ext>
            </a:extLst>
          </p:cNvPr>
          <p:cNvSpPr txBox="1"/>
          <p:nvPr/>
        </p:nvSpPr>
        <p:spPr>
          <a:xfrm>
            <a:off x="135882" y="1919794"/>
            <a:ext cx="10802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BTP-PA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4319D2B-0F1F-99F1-2CFD-EAA0AC1D645F}"/>
              </a:ext>
            </a:extLst>
          </p:cNvPr>
          <p:cNvSpPr txBox="1"/>
          <p:nvPr/>
        </p:nvSpPr>
        <p:spPr>
          <a:xfrm>
            <a:off x="170829" y="3735824"/>
            <a:ext cx="9198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SAP S4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D4102BF-6BB8-EB37-A91D-B9EAF96376A4}"/>
              </a:ext>
            </a:extLst>
          </p:cNvPr>
          <p:cNvSpPr txBox="1"/>
          <p:nvPr/>
        </p:nvSpPr>
        <p:spPr>
          <a:xfrm>
            <a:off x="7350195" y="1954169"/>
            <a:ext cx="42943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…</a:t>
            </a: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5B9636B7-520A-75C5-DBF5-BFA3AA3602F0}"/>
              </a:ext>
            </a:extLst>
          </p:cNvPr>
          <p:cNvSpPr/>
          <p:nvPr/>
        </p:nvSpPr>
        <p:spPr>
          <a:xfrm rot="10800000">
            <a:off x="1146918" y="2661711"/>
            <a:ext cx="8568037" cy="537296"/>
          </a:xfrm>
          <a:prstGeom prst="trapezoid">
            <a:avLst>
              <a:gd name="adj" fmla="val 287826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0CFCA892-11B1-58B0-E345-9B7BF2FEC0CC}"/>
              </a:ext>
            </a:extLst>
          </p:cNvPr>
          <p:cNvGraphicFramePr>
            <a:graphicFrameLocks noGrp="1"/>
          </p:cNvGraphicFramePr>
          <p:nvPr/>
        </p:nvGraphicFramePr>
        <p:xfrm>
          <a:off x="9828457" y="1537706"/>
          <a:ext cx="2105405" cy="302260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105405">
                  <a:extLst>
                    <a:ext uri="{9D8B030D-6E8A-4147-A177-3AD203B41FA5}">
                      <a16:colId xmlns:a16="http://schemas.microsoft.com/office/drawing/2014/main" val="610259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Control and execution of individual workflows per unit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12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Submit PR/PO for processing, document result and follow-up (e.g. printout)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42698"/>
                  </a:ext>
                </a:extLst>
              </a:tr>
            </a:tbl>
          </a:graphicData>
        </a:graphic>
      </p:graphicFrame>
      <p:pic>
        <p:nvPicPr>
          <p:cNvPr id="26" name="Grafik 25">
            <a:extLst>
              <a:ext uri="{FF2B5EF4-FFF2-40B4-BE49-F238E27FC236}">
                <a16:creationId xmlns:a16="http://schemas.microsoft.com/office/drawing/2014/main" id="{6CD2DC9B-CC8C-77A7-E12E-80F74F92F6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4787" y="3736771"/>
            <a:ext cx="4930567" cy="70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03F28F-291E-7336-5C16-A92F167E7B11}"/>
              </a:ext>
            </a:extLst>
          </p:cNvPr>
          <p:cNvSpPr txBox="1"/>
          <p:nvPr/>
        </p:nvSpPr>
        <p:spPr>
          <a:xfrm>
            <a:off x="69850" y="6444460"/>
            <a:ext cx="9636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   </a:t>
            </a:r>
            <a:r>
              <a:rPr lang="en-US" sz="1050" dirty="0"/>
              <a:t>Page </a:t>
            </a:r>
            <a:fld id="{15EBE321-CBB1-4E91-BD14-37C8D44326FB}" type="slidenum">
              <a:rPr lang="en-US" sz="1050" smtClean="0"/>
              <a:pPr/>
              <a:t>13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59052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2E72-1398-59C4-AA24-96A4CFCC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2391B85-29D2-FDD4-F861-321A607BF2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2391B85-29D2-FDD4-F861-321A607BF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BB0229A-90BA-A8B7-BFA0-7273980A7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25810" y="6357666"/>
            <a:ext cx="9216000" cy="547200"/>
          </a:xfrm>
        </p:spPr>
        <p:txBody>
          <a:bodyPr/>
          <a:lstStyle/>
          <a:p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F5C6164-C8ED-AE50-EE00-CCCEB182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058230" cy="575700"/>
          </a:xfrm>
        </p:spPr>
        <p:txBody>
          <a:bodyPr vert="horz"/>
          <a:lstStyle/>
          <a:p>
            <a:r>
              <a:rPr lang="en-US"/>
              <a:t>Procure-2-Receipt (P2R) | </a:t>
            </a:r>
            <a:r>
              <a:rPr lang="en-US">
                <a:solidFill>
                  <a:schemeClr val="accent2"/>
                </a:solidFill>
              </a:rPr>
              <a:t>Indirect</a:t>
            </a:r>
            <a:br>
              <a:rPr lang="en-US"/>
            </a:br>
            <a:r>
              <a:rPr lang="en-US" b="0"/>
              <a:t>Interaction BTP-PA Workflow step and S4 Fiori app usage</a:t>
            </a:r>
            <a:endParaRPr lang="de-DE" b="0"/>
          </a:p>
        </p:txBody>
      </p:sp>
      <p:pic>
        <p:nvPicPr>
          <p:cNvPr id="4" name="Graphic 6" descr="Table outline">
            <a:extLst>
              <a:ext uri="{FF2B5EF4-FFF2-40B4-BE49-F238E27FC236}">
                <a16:creationId xmlns:a16="http://schemas.microsoft.com/office/drawing/2014/main" id="{2045C7BA-839C-EC0A-38DE-207F74EEBC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A6931E9-E20E-89F3-8C09-6A7D7B6835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544" y="1624614"/>
            <a:ext cx="6574230" cy="4217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8CC0D5A-7756-674E-5A7B-463A009D94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262" y="2743200"/>
            <a:ext cx="6339934" cy="344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75291631-5663-F87A-AC06-C1A24CD274BE}"/>
              </a:ext>
            </a:extLst>
          </p:cNvPr>
          <p:cNvSpPr/>
          <p:nvPr/>
        </p:nvSpPr>
        <p:spPr>
          <a:xfrm>
            <a:off x="2272123" y="2572282"/>
            <a:ext cx="621437" cy="1420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D30E64A2-5933-2011-C215-6544F75D541D}"/>
              </a:ext>
            </a:extLst>
          </p:cNvPr>
          <p:cNvSpPr/>
          <p:nvPr/>
        </p:nvSpPr>
        <p:spPr>
          <a:xfrm rot="1652877">
            <a:off x="2891244" y="3129787"/>
            <a:ext cx="2548931" cy="1755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EAA64E-73B5-DD0B-EACE-6E2197293690}"/>
              </a:ext>
            </a:extLst>
          </p:cNvPr>
          <p:cNvSpPr/>
          <p:nvPr/>
        </p:nvSpPr>
        <p:spPr>
          <a:xfrm>
            <a:off x="4156084" y="5573028"/>
            <a:ext cx="923463" cy="269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CE7C42A-FF5F-5BB1-5719-5A5CD48058D1}"/>
              </a:ext>
            </a:extLst>
          </p:cNvPr>
          <p:cNvSpPr/>
          <p:nvPr/>
        </p:nvSpPr>
        <p:spPr>
          <a:xfrm>
            <a:off x="8167327" y="3239556"/>
            <a:ext cx="442481" cy="199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FFA6E15-0469-1EF5-DAE8-04BB699BCD96}"/>
              </a:ext>
            </a:extLst>
          </p:cNvPr>
          <p:cNvSpPr/>
          <p:nvPr/>
        </p:nvSpPr>
        <p:spPr>
          <a:xfrm>
            <a:off x="1817067" y="2441172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576E585-C65E-777F-1119-7C8FF1A8FC5A}"/>
              </a:ext>
            </a:extLst>
          </p:cNvPr>
          <p:cNvSpPr/>
          <p:nvPr/>
        </p:nvSpPr>
        <p:spPr>
          <a:xfrm>
            <a:off x="7690570" y="3136959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0530FC6-BD84-42DA-8882-466622E8A12F}"/>
              </a:ext>
            </a:extLst>
          </p:cNvPr>
          <p:cNvSpPr/>
          <p:nvPr/>
        </p:nvSpPr>
        <p:spPr>
          <a:xfrm>
            <a:off x="3679327" y="5505651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3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6B84F72-B016-D6E2-A31F-3EF570117DAD}"/>
              </a:ext>
            </a:extLst>
          </p:cNvPr>
          <p:cNvSpPr txBox="1"/>
          <p:nvPr/>
        </p:nvSpPr>
        <p:spPr>
          <a:xfrm>
            <a:off x="7055319" y="1610175"/>
            <a:ext cx="4711232" cy="7386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arenR"/>
            </a:pPr>
            <a:r>
              <a:rPr lang="de-DE" sz="1600" dirty="0"/>
              <a:t>Check BTP-PA form and jump </a:t>
            </a:r>
            <a:r>
              <a:rPr lang="de-DE" sz="1600" dirty="0" err="1"/>
              <a:t>to</a:t>
            </a:r>
            <a:r>
              <a:rPr lang="de-DE" sz="1600" dirty="0"/>
              <a:t> S4 Fiori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/>
              <a:t>Update </a:t>
            </a:r>
            <a:r>
              <a:rPr lang="de-DE" sz="1600" dirty="0" err="1"/>
              <a:t>document</a:t>
            </a:r>
            <a:r>
              <a:rPr lang="de-DE" sz="1600" dirty="0"/>
              <a:t> in S4 </a:t>
            </a:r>
            <a:r>
              <a:rPr lang="de-DE" sz="1600" dirty="0" err="1"/>
              <a:t>fiori</a:t>
            </a:r>
            <a:r>
              <a:rPr lang="de-DE" sz="1600" dirty="0"/>
              <a:t>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 err="1"/>
              <a:t>Approve</a:t>
            </a:r>
            <a:r>
              <a:rPr lang="de-DE" sz="1600" dirty="0"/>
              <a:t> / </a:t>
            </a:r>
            <a:r>
              <a:rPr lang="de-DE" sz="1600" dirty="0" err="1"/>
              <a:t>Reject</a:t>
            </a:r>
            <a:r>
              <a:rPr lang="de-DE" sz="1600" dirty="0"/>
              <a:t> BTP-PA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9EA81-ABDF-38CD-B433-308212479B6E}"/>
              </a:ext>
            </a:extLst>
          </p:cNvPr>
          <p:cNvSpPr txBox="1"/>
          <p:nvPr/>
        </p:nvSpPr>
        <p:spPr>
          <a:xfrm>
            <a:off x="236896" y="6458590"/>
            <a:ext cx="447238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Page </a:t>
            </a:r>
            <a:fld id="{15EBE321-CBB1-4E91-BD14-37C8D44326FB}" type="slidenum">
              <a:rPr lang="en-US" sz="1100" smtClean="0"/>
              <a:pPr/>
              <a:t>14</a:t>
            </a:fld>
            <a:endParaRPr lang="en-US" sz="1100" dirty="0"/>
          </a:p>
          <a:p>
            <a:pPr algn="l"/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0502242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IBAQEBAQEBAQEBAQEBAQMAAAAAAAAAAwAAAAMAAAAA/////wUAwgsAAAAAAAAAAAAAIAD///////////////8AAAD///////////////8DAAAAAgD///////8DAAAAAwD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4p3LgjslFVKrBVSNVNYvy4EAAAAAAADAAAAAAADAAAAAwADAAYA////////BQAAAAMAEAALuVvwJwZGkUWt2Q0g6bZoegQAAAABAAMAAAACAAMAAAAEAAMAAAAAAAMAAAAEAAMAAAAAAAMAAAAEAAMAAAAAAP///////wMAAAAAAP///////wMAAAAAAP///////wQAAwD///////8FAAAABAAQAAtGU9E4Top8ToyYFdAqtkV7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incuCOyUVUqsFVI1U1i/LgNEYXRhABsAAAAETGlua2VkU2hhcGVEYXRhAAUAAAAAAAJOYW1lABkAAABMaW5rZWRTaGFwZXNEYXRhUHJvcGVydHkAEFZlcnNpb24AAAAAAAlMYXN0V3JpdGUACdOK6pABAAAAAQD/////xgDGAAAABV9pZAAQAAAABLlb8CcGRpFFrdkNIOm2aHoDRGF0YQBTAAAACFByZXNlbnRhdGlvblNjYW5uZWRGb3JMaW5rZWRTaGFwZXMAAAJOdW1iZXJGb3JtYXRTZXBhcmF0b3JNb2RlAAoAAABBdXRvbWF0aWMAAAJOYW1lACQAAABMaW5rZWRTaGFwZVByZXNlbnRhdGlvblNldHRpbmdzRGF0YQAQVmVyc2lvbgAAAAAACUxhc3RXcml0ZQAo04rqkAEAAAACAP////+DAIMAAAAFX2lkABAAAAAERlPROE6KfE6MmBXQKrZFewNEYXRhABsAAAAETGlua2VkU2hhcGVEYXRhAAUAAAAAAAJOYW1lABkAAABMaW5rZWRTaGFwZXNEYXRhUHJvcGVydHkAEFZlcnNpb24AAQAAAAlMYXN0V3JpdGUAKNOK6p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AD///////8DAAEBAwAAAAMA////////JQAGTGlua2VkU2hhcGVQcmVzZW50YXRpb25TZXR0aW5nc0RhdGFfMAQAAAABAAUAAAAAAAUAAAACAAQAAQEDAAAABAD///////8aAAZMaW5rZWRTaGFwZXNEYXRhUHJvcGVydHlfMQQAAAAC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75186850218477"/>
  <p:tag name="EMPOWERCHARTSPROPERTIES_A_LENGTH" val="24576"/>
  <p:tag name="THINKCELLUNDODONOTDELETE" val="0"/>
  <p:tag name="EE4P_STYLE_ID" val="66bdbc8e-f81c-4748-99cc-bf771adff048"/>
  <p:tag name="EE4P_AGENDAWIZARD" val="&lt;ee4p&gt;&lt;layouts&gt;&lt;layout name=&quot;Meeting Dark&quot; id=&quot;3_12&quot;&gt;&lt;standard&gt;&lt;textframe horizontalAnchor=&quot;1&quot; marginBottom=&quot;5&quot; marginLeft=&quot;0&quot; marginRight=&quot;0&quot; marginTop=&quot;5&quot; orientation=&quot;1&quot; verticalAnchor=&quot;1&quot; /&gt;&lt;font name=&quot;Arial&quot; bold=&quot;0&quot; italic=&quot;0&quot; color=&quot;#9999a9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culture=&quot;en&quot; fontSize=&quot;18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/&gt;&lt;column field=&quot;responsible&quot; label=&quot;Presenter&quot; label_de=&quot;Verantwortlicher&quot; visible=&quot;1&quot; checked=&quot;1&quot; leftSpacing=&quot;10&quot; rightDistribute=&quot;1&quot; dock=&quot;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cultures&gt;&lt;culture name=&quot;en&quot; /&gt;&lt;culture name=&quot;de&quot; /&gt;&lt;/cultures&gt;&lt;position left=&quot;32.31496&quot; top=&quot;111.375&quot; width=&quot;895.8102&quot; height=&quot;374.0877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|10.5|11|12|14|16|18&quot; allowedTimeFormatIds=&quot;1|2|3&quot; slideLayout=&quot;11&quot; customLayoutName=&quot;Table of contents / Agenda&quot; customLayoutIndex=&quot;&quot; showBreak=&quot;1&quot; singleAgendaSlideSelected=&quot;0&quot; backupSlideTitle=&quot;Backup: %agendaName%&quot; topMargin=&quot;0&quot; leftMargin=&quot;0&quot; allowedLevels=&quot;4&quot; twelveHoursFormatAmPm=&quot;a.m./p.m.&quot; twelveHoursFormat=&quot;{0:hh:mm tt} – {1:hh:mm tt}&quot; minutesFormat=&quot;{0}′&quot; itemNoFormats=&quot;{1}¦{1}.{2}¦{3:alphaLC}¦{3:alphaLC}.{4:alphaLC}&quot; /&gt;&lt;headings bottomMinSpacing=&quot;5&quot; bottomMaxSpacing=&quot;5&quot;&gt;&lt;element field=&quot;topic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responsible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freecolumn&quot; value=&quot;%freecolumn%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timeslot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pageno&quot; type=&quot;autoshape&quot; autoShapeType=&quot;1&quot;&gt;&lt;position top=&quot;0&quot; /&gt;&lt;textframe marginTop=&quot;7&quot; /&gt;&lt;paragraphformat alignment=&quot;3&quot; /&gt;&lt;font bold=&quot;1&quot; size=&quot;18&quot; color=&quot;#9999a9&quot; /&gt;&lt;/element&gt;&lt;/headings&gt;&lt;!-- Agenda item formats --&gt;&lt;cases&gt;&lt;case level=&quot;1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1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font bold=&quot;1&quot; color=&quot;#9999a9&quot; /&gt;&lt;/element&gt;&lt;element field=&quot;responsible&quot; type=&quot;autoshape&quot; autoShapeType=&quot;1&quot;&gt;&lt;paragraphformat alignment=&quot;1&quot; /&gt;&lt;font bold=&quot;1&quot; color=&quot;#9999a9&quot; /&gt;&lt;/element&gt;&lt;element field=&quot;freecolumn&quot; type=&quot;autoshape&quot; autoShapeType=&quot;1&quot;&gt;&lt;paragraphformat alignment=&quot;1&quot; /&gt;&lt;font bold=&quot;1&quot; color=&quot;#9999a9&quot; /&gt;&lt;/element&gt;&lt;element field=&quot;timeslot&quot; type=&quot;autoshape&quot; autoShapeType=&quot;1&quot;&gt;&lt;font bold=&quot;1&quot; color=&quot;#9999a9&quot; /&gt;&lt;paragraphformat alignment=&quot;1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2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/element&gt;&lt;element field=&quot;responsible&quot; type=&quot;autoshape&quot; autoShapeType=&quot;1&quot; indent=&quot;(level-1)*20*scale*fontScale&quot; indentType=&quot;1&quot;&gt;&lt;paragraphformat alignment=&quot;1&quot; /&gt;&lt;/element&gt;&lt;element field=&quot;freecolumn&quot; type=&quot;autoshape&quot; autoShapeType=&quot;1&quot; indent=&quot;(level-1)*20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2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font bold=&quot;1&quot; color=&quot;#9999a9&quot; /&gt;&lt;/element&gt;&lt;element field=&quot;responsible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freecolumn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timeslot&quot; type=&quot;autoshape&quot; autoShapeType=&quot;1&quot;&gt;&lt;paragraphformat alignment=&quot;1&quot; /&gt;&lt;font bold=&quot;1&quot; color=&quot;#9999a9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1&quot; selected=&quot;0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italic=&quot;1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1&quot; /&gt;&lt;font italic=&quot;1&quot; /&gt;&lt;/element&gt;&lt;/case&gt;&lt;case level=&quot;1&quot; selected=&quot;1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italic=&quot;1&quot; color=&quot;#9999a9&quot; /&gt;&lt;/element&gt;&lt;element field=&quot;responsible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freecolumn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timeslot&quot; type=&quot;autoshape&quot; autoShapeType=&quot;1&quot;&gt;&lt;paragraphformat alignment=&quot;1&quot; /&gt;&lt;font bold=&quot;1&quot; italic=&quot;1&quot; color=&quot;#9999a9&quot; /&gt;&lt;/element&gt;&lt;element field=&quot;pageno&quot; type=&quot;autoshape&quot; autoShapeType=&quot;1&quot;&gt;&lt;paragraphformat alignment=&quot;1&quot; /&gt;&lt;font bold=&quot;1&quot; italic=&quot;1&quot; color=&quot;#9999a9&quot; /&gt;&lt;/element&gt;&lt;/case&gt;&lt;/cases&gt;&lt;elements&gt;&lt;element type=&quot;line&quot; value=&quot;&quot; headingsMode=&quot;1&quot;&gt;&lt;position left=&quot;0&quot; top=&quot;33.92811*scale*fontScale&quot; width=&quot;agendaWidth&quot; height=&quot;0&quot; /&gt;&lt;line style=&quot;1&quot; dashStyle=&quot;1&quot; foreColor=&quot;#9999a9&quot; transparency=&quot;0&quot; visible=&quot;1&quot; weight=&quot;2.25&quot; /&gt;&lt;/element&gt;&lt;/elements&gt;&lt;/layout&gt;&lt;/layouts&gt;&lt;contents&gt;&lt;agenda name=&quot;New Agenda&quot; title=&quot;Agenda&quot; subtitle=&quot;&quot; culture=&quot;en&quot; sizingModeId=&quot;2&quot; fontSize=&quot;18&quot; fontSizeAuto=&quot;1&quot; startTime=&quot;540&quot; timeFormatId=&quot;2&quot; startItemNo=&quot;1&quot; createSingleAgendaSlide=&quot;1&quot; createSeparatingSlides=&quot;1&quot; createBackupSlide=&quot;1&quot; layoutId=&quot;3_12&quot; hideSeparatingSlides=&quot;0&quot; createSections=&quot;0&quot; singleSlideId=&quot;cba4674d-90a8-4163-8d0b-1fbf0dfa4e09&quot; backupSlideId=&quot;d9bc18b2-fbf5-4bc4-bbaa-1587c6fc66a7&quot;&gt;&lt;columns leftSpacing=&quot;0&quot; rightSpacing=&quot;0&quot;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rightSpacing=&quot;241.1961&quot; /&gt;&lt;column field=&quot;responsible&quot; label=&quot;Presenter&quot; label_de=&quot;Verantwortlicher&quot; visible=&quot;1&quot; checked=&quot;1&quot; leftSpacing=&quot;10&quot; rightDistribute=&quot;1&quot; dock=&quot;1&quot; rightSpacing=&quot;241.196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items&gt;&lt;item duration=&quot;30&quot; id=&quot;c9b5273f-5562-46db-8ca6-fe22c247083b&quot; parentId=&quot;&quot; level=&quot;1&quot; generateAgendaSlide=&quot;1&quot; showAgendaItem=&quot;1&quot; isBreak=&quot;0&quot; agendaSlideId=&quot;4c57500e-d9da-47e8-8d4e-33d9f8a0e185&quot; topic=&quot;Thema &quot; responsible=&quot;drgw&quot; /&gt;&lt;item duration=&quot;30&quot; id=&quot;e28244ac-5222-4b2d-bdf7-35be78f651ef&quot; parentId=&quot;&quot; level=&quot;1&quot; generateAgendaSlide=&quot;1&quot; showAgendaItem=&quot;1&quot; isBreak=&quot;0&quot; topic=&quot;Thema 2&quot; agendaSlideId=&quot;9ee1ed86-fe09-4cc8-ae1c-a3118e6270d1&quot; /&gt;&lt;/items&gt;&lt;/agenda&gt;&lt;/contents&gt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Deep Blue | 0 0 40">
      <a:srgbClr val="000028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Light Sand | 243 243 240">
      <a:srgbClr val="F3F3F0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No color">
      <a:srgbClr val="FFFFFF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7313ddf-ae2e-42e2-82d4-c89584ce8844">
      <UserInfo>
        <DisplayName>Klink, Andreas (CF R 5 1 2)</DisplayName>
        <AccountId>3859</AccountId>
        <AccountType/>
      </UserInfo>
    </SharedWithUsers>
    <TaxCatchAll xmlns="56810815-8df0-4f10-8da7-34164765fbe3" xsi:nil="true"/>
    <lcf76f155ced4ddcb4097134ff3c332f xmlns="4697dd4f-b273-4ab7-9c5e-4ece0a0fe4f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39245121655340AC16813AC5B6D7E4" ma:contentTypeVersion="15" ma:contentTypeDescription="Create a new document." ma:contentTypeScope="" ma:versionID="58424ed9589533d381ea9af47ab74575">
  <xsd:schema xmlns:xsd="http://www.w3.org/2001/XMLSchema" xmlns:xs="http://www.w3.org/2001/XMLSchema" xmlns:p="http://schemas.microsoft.com/office/2006/metadata/properties" xmlns:ns2="4697dd4f-b273-4ab7-9c5e-4ece0a0fe4fa" xmlns:ns3="b7313ddf-ae2e-42e2-82d4-c89584ce8844" xmlns:ns4="56810815-8df0-4f10-8da7-34164765fbe3" targetNamespace="http://schemas.microsoft.com/office/2006/metadata/properties" ma:root="true" ma:fieldsID="f220881482fe586d2d3e2016d9f4e2a8" ns2:_="" ns3:_="" ns4:_="">
    <xsd:import namespace="4697dd4f-b273-4ab7-9c5e-4ece0a0fe4fa"/>
    <xsd:import namespace="b7313ddf-ae2e-42e2-82d4-c89584ce8844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7dd4f-b273-4ab7-9c5e-4ece0a0fe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3ddf-ae2e-42e2-82d4-c89584ce88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73dbfdae-fdc0-4114-88d4-4800aae6cac1}" ma:internalName="TaxCatchAll" ma:showField="CatchAllData" ma:web="b7313ddf-ae2e-42e2-82d4-c89584ce88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C27C01-EA5E-4EFE-992D-64064D32C2A4}">
  <ds:schemaRefs>
    <ds:schemaRef ds:uri="http://purl.org/dc/terms/"/>
    <ds:schemaRef ds:uri="56810815-8df0-4f10-8da7-34164765fbe3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b7313ddf-ae2e-42e2-82d4-c89584ce8844"/>
    <ds:schemaRef ds:uri="4697dd4f-b273-4ab7-9c5e-4ece0a0fe4f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F08863E-7529-4BA5-9071-3840E5A5E7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840A8E-FCD9-4A65-9C29-73DDB48842E8}">
  <ds:schemaRefs>
    <ds:schemaRef ds:uri="4697dd4f-b273-4ab7-9c5e-4ece0a0fe4fa"/>
    <ds:schemaRef ds:uri="56810815-8df0-4f10-8da7-34164765fbe3"/>
    <ds:schemaRef ds:uri="b7313ddf-ae2e-42e2-82d4-c89584ce88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Privilege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805</Words>
  <Application>Microsoft Office PowerPoint</Application>
  <PresentationFormat>Widescreen</PresentationFormat>
  <Paragraphs>151</Paragraphs>
  <Slides>14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ＭＳ Ｐゴシック</vt:lpstr>
      <vt:lpstr>Arial</vt:lpstr>
      <vt:lpstr>Arial Unicode MS</vt:lpstr>
      <vt:lpstr>Siemens 2022</vt:lpstr>
      <vt:lpstr>think-cell Slide</vt:lpstr>
      <vt:lpstr>30 Mins of Innovation : Indirect X </vt:lpstr>
      <vt:lpstr>Procure-2-Receipt (P2R) Indirect  Indirect X | Objectives</vt:lpstr>
      <vt:lpstr>Indirect X : Our Incremental North Star journey</vt:lpstr>
      <vt:lpstr>Procure-2-Receipt (P2R) Indirect  Pilot GoLive „Buzias“ : New Global Solution “Indirect X”</vt:lpstr>
      <vt:lpstr>Indirect X Process Steps</vt:lpstr>
      <vt:lpstr>PowerPoint Presentation</vt:lpstr>
      <vt:lpstr>PowerPoint Presentation</vt:lpstr>
      <vt:lpstr>PowerPoint Presentation</vt:lpstr>
      <vt:lpstr>Procure-2-Receipt (P2R) | Indirect Simplified Architecture overview</vt:lpstr>
      <vt:lpstr>OCI Punchout Process</vt:lpstr>
      <vt:lpstr>Process Steps</vt:lpstr>
      <vt:lpstr>PowerPoint Presentation</vt:lpstr>
      <vt:lpstr>Procure-2-Receipt (P2R) | Indirect PR/PO Release Strategy – Interaction between BTP-PA and S4</vt:lpstr>
      <vt:lpstr>Procure-2-Receipt (P2R) | Indirect Interaction BTP-PA Workflow step and S4 Fiori app usage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Dias Nogueira, Joana (IT GH UX)</dc:creator>
  <cp:keywords>Template</cp:keywords>
  <dc:description>Version 3.0.8
September 2020</dc:description>
  <cp:lastModifiedBy>Gautam, Ajit (IT ECP PLG P)</cp:lastModifiedBy>
  <cp:revision>10</cp:revision>
  <dcterms:created xsi:type="dcterms:W3CDTF">2022-01-11T16:58:54Z</dcterms:created>
  <dcterms:modified xsi:type="dcterms:W3CDTF">2025-01-07T16:42:29Z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0x010100D039245121655340AC16813AC5B6D7E4</vt:lpwstr>
  </property>
  <property fmtid="{D5CDD505-2E9C-101B-9397-08002B2CF9AE}" pid="3" name="Order">
    <vt:r8>14000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  <property fmtid="{D5CDD505-2E9C-101B-9397-08002B2CF9AE}" pid="9" name="MSIP_Label_9d258917-277f-42cd-a3cd-14c4e9ee58bc_Enabled">
    <vt:lpwstr>true</vt:lpwstr>
  </property>
  <property fmtid="{D5CDD505-2E9C-101B-9397-08002B2CF9AE}" pid="10" name="MSIP_Label_9d258917-277f-42cd-a3cd-14c4e9ee58bc_SetDate">
    <vt:lpwstr>2023-04-25T13:50:56Z</vt:lpwstr>
  </property>
  <property fmtid="{D5CDD505-2E9C-101B-9397-08002B2CF9AE}" pid="11" name="MSIP_Label_9d258917-277f-42cd-a3cd-14c4e9ee58bc_Method">
    <vt:lpwstr>Privileged</vt:lpwstr>
  </property>
  <property fmtid="{D5CDD505-2E9C-101B-9397-08002B2CF9AE}" pid="12" name="MSIP_Label_9d258917-277f-42cd-a3cd-14c4e9ee58bc_Name">
    <vt:lpwstr>restricted</vt:lpwstr>
  </property>
  <property fmtid="{D5CDD505-2E9C-101B-9397-08002B2CF9AE}" pid="13" name="MSIP_Label_9d258917-277f-42cd-a3cd-14c4e9ee58bc_SiteId">
    <vt:lpwstr>38ae3bcd-9579-4fd4-adda-b42e1495d55a</vt:lpwstr>
  </property>
  <property fmtid="{D5CDD505-2E9C-101B-9397-08002B2CF9AE}" pid="14" name="MSIP_Label_9d258917-277f-42cd-a3cd-14c4e9ee58bc_ActionId">
    <vt:lpwstr>9238be06-0cf2-45e5-b7cd-03a85b8114a1</vt:lpwstr>
  </property>
  <property fmtid="{D5CDD505-2E9C-101B-9397-08002B2CF9AE}" pid="15" name="MSIP_Label_9d258917-277f-42cd-a3cd-14c4e9ee58bc_ContentBits">
    <vt:lpwstr>0</vt:lpwstr>
  </property>
  <property fmtid="{D5CDD505-2E9C-101B-9397-08002B2CF9AE}" pid="16" name="Document_Confidentiality">
    <vt:lpwstr>Restricted</vt:lpwstr>
  </property>
</Properties>
</file>